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9"/>
  </p:notesMasterIdLst>
  <p:sldIdLst>
    <p:sldId id="256" r:id="rId2"/>
    <p:sldId id="257" r:id="rId3"/>
    <p:sldId id="258" r:id="rId4"/>
    <p:sldId id="309" r:id="rId5"/>
    <p:sldId id="272" r:id="rId6"/>
    <p:sldId id="273" r:id="rId7"/>
    <p:sldId id="274" r:id="rId8"/>
    <p:sldId id="275" r:id="rId9"/>
    <p:sldId id="276" r:id="rId10"/>
    <p:sldId id="277" r:id="rId11"/>
    <p:sldId id="284" r:id="rId12"/>
    <p:sldId id="288" r:id="rId13"/>
    <p:sldId id="260" r:id="rId14"/>
    <p:sldId id="311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307" r:id="rId27"/>
    <p:sldId id="259" r:id="rId28"/>
    <p:sldId id="291" r:id="rId29"/>
    <p:sldId id="292" r:id="rId30"/>
    <p:sldId id="308" r:id="rId31"/>
    <p:sldId id="303" r:id="rId32"/>
    <p:sldId id="290" r:id="rId33"/>
    <p:sldId id="306" r:id="rId34"/>
    <p:sldId id="278" r:id="rId35"/>
    <p:sldId id="321" r:id="rId36"/>
    <p:sldId id="294" r:id="rId37"/>
    <p:sldId id="295" r:id="rId38"/>
    <p:sldId id="314" r:id="rId39"/>
    <p:sldId id="297" r:id="rId40"/>
    <p:sldId id="296" r:id="rId41"/>
    <p:sldId id="298" r:id="rId42"/>
    <p:sldId id="279" r:id="rId43"/>
    <p:sldId id="317" r:id="rId44"/>
    <p:sldId id="322" r:id="rId45"/>
    <p:sldId id="323" r:id="rId46"/>
    <p:sldId id="324" r:id="rId47"/>
    <p:sldId id="325" r:id="rId48"/>
    <p:sldId id="280" r:id="rId49"/>
    <p:sldId id="315" r:id="rId50"/>
    <p:sldId id="316" r:id="rId51"/>
    <p:sldId id="281" r:id="rId52"/>
    <p:sldId id="282" r:id="rId53"/>
    <p:sldId id="299" r:id="rId54"/>
    <p:sldId id="285" r:id="rId55"/>
    <p:sldId id="286" r:id="rId56"/>
    <p:sldId id="287" r:id="rId57"/>
    <p:sldId id="326" r:id="rId58"/>
  </p:sldIdLst>
  <p:sldSz cx="12192000" cy="6858000"/>
  <p:notesSz cx="6858000" cy="9144000"/>
  <p:embeddedFontLst>
    <p:embeddedFont>
      <p:font typeface="DM Sans" pitchFamily="2" charset="0"/>
      <p:regular r:id="rId60"/>
      <p:bold r:id="rId61"/>
      <p:italic r:id="rId62"/>
      <p:boldItalic r:id="rId63"/>
    </p:embeddedFont>
    <p:embeddedFont>
      <p:font typeface="DM Sans Medium" pitchFamily="2" charset="0"/>
      <p:regular r:id="rId64"/>
      <p:bold r:id="rId65"/>
      <p:italic r:id="rId66"/>
      <p:boldItalic r:id="rId67"/>
    </p:embeddedFont>
    <p:embeddedFont>
      <p:font typeface="Merriweather" panose="00000500000000000000" pitchFamily="2" charset="0"/>
      <p:regular r:id="rId68"/>
      <p:bold r:id="rId69"/>
      <p:italic r:id="rId70"/>
      <p:bold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BE58550D-8E23-4583-8E07-07830BA2D7C5}"/>
    <pc:docChg chg="undo custSel addSld delSld modSld sldOrd">
      <pc:chgData name="Sophia BUI" userId="5388e7d4eb368e7c" providerId="LiveId" clId="{BE58550D-8E23-4583-8E07-07830BA2D7C5}" dt="2026-05-17T14:55:22.200" v="6165" actId="14100"/>
      <pc:docMkLst>
        <pc:docMk/>
      </pc:docMkLst>
      <pc:sldChg chg="delSp modSp mod">
        <pc:chgData name="Sophia BUI" userId="5388e7d4eb368e7c" providerId="LiveId" clId="{BE58550D-8E23-4583-8E07-07830BA2D7C5}" dt="2026-05-17T10:07:09.097" v="5889" actId="478"/>
        <pc:sldMkLst>
          <pc:docMk/>
          <pc:sldMk cId="0" sldId="256"/>
        </pc:sldMkLst>
        <pc:spChg chg="mod">
          <ac:chgData name="Sophia BUI" userId="5388e7d4eb368e7c" providerId="LiveId" clId="{BE58550D-8E23-4583-8E07-07830BA2D7C5}" dt="2026-05-17T01:54:24.004" v="827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Sophia BUI" userId="5388e7d4eb368e7c" providerId="LiveId" clId="{BE58550D-8E23-4583-8E07-07830BA2D7C5}" dt="2026-05-17T01:54:24.004" v="827" actId="1076"/>
          <ac:spMkLst>
            <pc:docMk/>
            <pc:sldMk cId="0" sldId="256"/>
            <ac:spMk id="87" creationId="{00000000-0000-0000-0000-000000000000}"/>
          </ac:spMkLst>
        </pc:spChg>
        <pc:spChg chg="del">
          <ac:chgData name="Sophia BUI" userId="5388e7d4eb368e7c" providerId="LiveId" clId="{BE58550D-8E23-4583-8E07-07830BA2D7C5}" dt="2026-05-17T10:07:09.097" v="5889" actId="478"/>
          <ac:spMkLst>
            <pc:docMk/>
            <pc:sldMk cId="0" sldId="256"/>
            <ac:spMk id="88" creationId="{00000000-0000-0000-0000-000000000000}"/>
          </ac:spMkLst>
        </pc:spChg>
        <pc:picChg chg="mod">
          <ac:chgData name="Sophia BUI" userId="5388e7d4eb368e7c" providerId="LiveId" clId="{BE58550D-8E23-4583-8E07-07830BA2D7C5}" dt="2026-05-17T01:54:12.050" v="825" actId="1076"/>
          <ac:picMkLst>
            <pc:docMk/>
            <pc:sldMk cId="0" sldId="256"/>
            <ac:picMk id="84" creationId="{00000000-0000-0000-0000-000000000000}"/>
          </ac:picMkLst>
        </pc:picChg>
        <pc:picChg chg="del">
          <ac:chgData name="Sophia BUI" userId="5388e7d4eb368e7c" providerId="LiveId" clId="{BE58550D-8E23-4583-8E07-07830BA2D7C5}" dt="2026-05-17T01:53:57.686" v="818" actId="478"/>
          <ac:picMkLst>
            <pc:docMk/>
            <pc:sldMk cId="0" sldId="256"/>
            <ac:picMk id="85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7T10:06:47.505" v="5888" actId="14100"/>
        <pc:sldMkLst>
          <pc:docMk/>
          <pc:sldMk cId="0" sldId="257"/>
        </pc:sldMkLst>
        <pc:spChg chg="del mod">
          <ac:chgData name="Sophia BUI" userId="5388e7d4eb368e7c" providerId="LiveId" clId="{BE58550D-8E23-4583-8E07-07830BA2D7C5}" dt="2026-05-17T10:05:58.618" v="5878"/>
          <ac:spMkLst>
            <pc:docMk/>
            <pc:sldMk cId="0" sldId="257"/>
            <ac:spMk id="98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5:58.616" v="5870"/>
          <ac:spMkLst>
            <pc:docMk/>
            <pc:sldMk cId="0" sldId="257"/>
            <ac:spMk id="9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5:58.617" v="5876"/>
          <ac:spMkLst>
            <pc:docMk/>
            <pc:sldMk cId="0" sldId="257"/>
            <ac:spMk id="10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5:58.616" v="5868"/>
          <ac:spMkLst>
            <pc:docMk/>
            <pc:sldMk cId="0" sldId="257"/>
            <ac:spMk id="10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5:58.617" v="5874"/>
          <ac:spMkLst>
            <pc:docMk/>
            <pc:sldMk cId="0" sldId="257"/>
            <ac:spMk id="10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5:58.616" v="5866"/>
          <ac:spMkLst>
            <pc:docMk/>
            <pc:sldMk cId="0" sldId="257"/>
            <ac:spMk id="10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5:58.617" v="5872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6:47.505" v="5888" actId="14100"/>
          <ac:spMkLst>
            <pc:docMk/>
            <pc:sldMk cId="0" sldId="257"/>
            <ac:spMk id="105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5:52:57.639" v="4" actId="14100"/>
          <ac:picMkLst>
            <pc:docMk/>
            <pc:sldMk cId="0" sldId="257"/>
            <ac:picMk id="3" creationId="{3D81F1E3-63E1-6F5E-2B25-49E778D4A82C}"/>
          </ac:picMkLst>
        </pc:picChg>
        <pc:picChg chg="mod">
          <ac:chgData name="Sophia BUI" userId="5388e7d4eb368e7c" providerId="LiveId" clId="{BE58550D-8E23-4583-8E07-07830BA2D7C5}" dt="2026-05-17T10:06:34.992" v="5887" actId="1076"/>
          <ac:picMkLst>
            <pc:docMk/>
            <pc:sldMk cId="0" sldId="257"/>
            <ac:picMk id="93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2:44.856" v="0" actId="478"/>
          <ac:picMkLst>
            <pc:docMk/>
            <pc:sldMk cId="0" sldId="257"/>
            <ac:picMk id="94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2:47.791" v="1" actId="478"/>
          <ac:picMkLst>
            <pc:docMk/>
            <pc:sldMk cId="0" sldId="257"/>
            <ac:picMk id="106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7T10:11:04.200" v="5973" actId="20577"/>
        <pc:sldMkLst>
          <pc:docMk/>
          <pc:sldMk cId="0" sldId="258"/>
        </pc:sldMkLst>
        <pc:spChg chg="add mod ord">
          <ac:chgData name="Sophia BUI" userId="5388e7d4eb368e7c" providerId="LiveId" clId="{BE58550D-8E23-4583-8E07-07830BA2D7C5}" dt="2026-05-17T10:08:11.982" v="5898" actId="14100"/>
          <ac:spMkLst>
            <pc:docMk/>
            <pc:sldMk cId="0" sldId="258"/>
            <ac:spMk id="2" creationId="{31203EA7-7C9E-3E3E-E598-AC37F638CAA8}"/>
          </ac:spMkLst>
        </pc:spChg>
        <pc:spChg chg="del mod">
          <ac:chgData name="Sophia BUI" userId="5388e7d4eb368e7c" providerId="LiveId" clId="{BE58550D-8E23-4583-8E07-07830BA2D7C5}" dt="2026-05-17T10:09:05.401" v="5914"/>
          <ac:spMkLst>
            <pc:docMk/>
            <pc:sldMk cId="0" sldId="258"/>
            <ac:spMk id="12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05.400" v="5910" actId="478"/>
          <ac:spMkLst>
            <pc:docMk/>
            <pc:sldMk cId="0" sldId="258"/>
            <ac:spMk id="12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35.972" v="5922"/>
          <ac:spMkLst>
            <pc:docMk/>
            <pc:sldMk cId="0" sldId="258"/>
            <ac:spMk id="12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05.401" v="5912"/>
          <ac:spMkLst>
            <pc:docMk/>
            <pc:sldMk cId="0" sldId="258"/>
            <ac:spMk id="12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35.973" v="5924"/>
          <ac:spMkLst>
            <pc:docMk/>
            <pc:sldMk cId="0" sldId="258"/>
            <ac:spMk id="12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8:40.675" v="5903" actId="478"/>
          <ac:spMkLst>
            <pc:docMk/>
            <pc:sldMk cId="0" sldId="258"/>
            <ac:spMk id="12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35.973" v="592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Sophia BUI" userId="5388e7d4eb368e7c" providerId="LiveId" clId="{BE58550D-8E23-4583-8E07-07830BA2D7C5}" dt="2026-05-17T10:11:04.200" v="5973" actId="20577"/>
          <ac:spMkLst>
            <pc:docMk/>
            <pc:sldMk cId="0" sldId="258"/>
            <ac:spMk id="12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10:10.417" v="5945"/>
          <ac:spMkLst>
            <pc:docMk/>
            <pc:sldMk cId="0" sldId="258"/>
            <ac:spMk id="128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52.665" v="5939"/>
          <ac:spMkLst>
            <pc:docMk/>
            <pc:sldMk cId="0" sldId="258"/>
            <ac:spMk id="12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10:10.417" v="5947"/>
          <ac:spMkLst>
            <pc:docMk/>
            <pc:sldMk cId="0" sldId="258"/>
            <ac:spMk id="13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52.664" v="5937"/>
          <ac:spMkLst>
            <pc:docMk/>
            <pc:sldMk cId="0" sldId="258"/>
            <ac:spMk id="13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10:10.418" v="5949"/>
          <ac:spMkLst>
            <pc:docMk/>
            <pc:sldMk cId="0" sldId="258"/>
            <ac:spMk id="13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9:52.664" v="5935"/>
          <ac:spMkLst>
            <pc:docMk/>
            <pc:sldMk cId="0" sldId="258"/>
            <ac:spMk id="13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10:10.418" v="5951"/>
          <ac:spMkLst>
            <pc:docMk/>
            <pc:sldMk cId="0" sldId="258"/>
            <ac:spMk id="134" creationId="{00000000-0000-0000-0000-000000000000}"/>
          </ac:spMkLst>
        </pc:spChg>
        <pc:spChg chg="mod">
          <ac:chgData name="Sophia BUI" userId="5388e7d4eb368e7c" providerId="LiveId" clId="{BE58550D-8E23-4583-8E07-07830BA2D7C5}" dt="2026-05-17T10:10:55.567" v="5972" actId="14100"/>
          <ac:spMkLst>
            <pc:docMk/>
            <pc:sldMk cId="0" sldId="258"/>
            <ac:spMk id="135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8:19.022" v="5900" actId="114"/>
          <ac:spMkLst>
            <pc:docMk/>
            <pc:sldMk cId="0" sldId="258"/>
            <ac:spMk id="138" creationId="{00000000-0000-0000-0000-000000000000}"/>
          </ac:spMkLst>
        </pc:spChg>
        <pc:picChg chg="ord">
          <ac:chgData name="Sophia BUI" userId="5388e7d4eb368e7c" providerId="LiveId" clId="{BE58550D-8E23-4583-8E07-07830BA2D7C5}" dt="2026-05-17T10:08:05.524" v="5897" actId="167"/>
          <ac:picMkLst>
            <pc:docMk/>
            <pc:sldMk cId="0" sldId="258"/>
            <ac:picMk id="113" creationId="{00000000-0000-0000-0000-000000000000}"/>
          </ac:picMkLst>
        </pc:picChg>
        <pc:picChg chg="mod">
          <ac:chgData name="Sophia BUI" userId="5388e7d4eb368e7c" providerId="LiveId" clId="{BE58550D-8E23-4583-8E07-07830BA2D7C5}" dt="2026-05-17T10:08:30.622" v="5901" actId="14100"/>
          <ac:picMkLst>
            <pc:docMk/>
            <pc:sldMk cId="0" sldId="258"/>
            <ac:picMk id="114" creationId="{00000000-0000-0000-0000-000000000000}"/>
          </ac:picMkLst>
        </pc:picChg>
        <pc:picChg chg="mod">
          <ac:chgData name="Sophia BUI" userId="5388e7d4eb368e7c" providerId="LiveId" clId="{BE58550D-8E23-4583-8E07-07830BA2D7C5}" dt="2026-05-17T10:08:30.622" v="5901" actId="14100"/>
          <ac:picMkLst>
            <pc:docMk/>
            <pc:sldMk cId="0" sldId="258"/>
            <ac:picMk id="115" creationId="{00000000-0000-0000-0000-000000000000}"/>
          </ac:picMkLst>
        </pc:picChg>
      </pc:sldChg>
      <pc:sldChg chg="delSp modSp add del mod ord setBg">
        <pc:chgData name="Sophia BUI" userId="5388e7d4eb368e7c" providerId="LiveId" clId="{BE58550D-8E23-4583-8E07-07830BA2D7C5}" dt="2026-05-17T04:01:43.281" v="2037"/>
        <pc:sldMkLst>
          <pc:docMk/>
          <pc:sldMk cId="0" sldId="259"/>
        </pc:sldMkLst>
        <pc:spChg chg="mod">
          <ac:chgData name="Sophia BUI" userId="5388e7d4eb368e7c" providerId="LiveId" clId="{BE58550D-8E23-4583-8E07-07830BA2D7C5}" dt="2026-05-16T08:16:52.590" v="342" actId="14100"/>
          <ac:spMkLst>
            <pc:docMk/>
            <pc:sldMk cId="0" sldId="259"/>
            <ac:spMk id="151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7:12.847" v="346" actId="1076"/>
          <ac:spMkLst>
            <pc:docMk/>
            <pc:sldMk cId="0" sldId="259"/>
            <ac:spMk id="152" creationId="{00000000-0000-0000-0000-000000000000}"/>
          </ac:spMkLst>
        </pc:spChg>
        <pc:spChg chg="del">
          <ac:chgData name="Sophia BUI" userId="5388e7d4eb368e7c" providerId="LiveId" clId="{BE58550D-8E23-4583-8E07-07830BA2D7C5}" dt="2026-05-16T08:14:02.328" v="330" actId="478"/>
          <ac:spMkLst>
            <pc:docMk/>
            <pc:sldMk cId="0" sldId="259"/>
            <ac:spMk id="153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6:12.273" v="338" actId="403"/>
          <ac:spMkLst>
            <pc:docMk/>
            <pc:sldMk cId="0" sldId="259"/>
            <ac:spMk id="154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6:28.378" v="340" actId="403"/>
          <ac:spMkLst>
            <pc:docMk/>
            <pc:sldMk cId="0" sldId="259"/>
            <ac:spMk id="15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13:29.736" v="319"/>
          <ac:spMkLst>
            <pc:docMk/>
            <pc:sldMk cId="0" sldId="259"/>
            <ac:spMk id="156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13:29.732" v="315" actId="478"/>
          <ac:spMkLst>
            <pc:docMk/>
            <pc:sldMk cId="0" sldId="259"/>
            <ac:spMk id="15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13:29.737" v="321"/>
          <ac:spMkLst>
            <pc:docMk/>
            <pc:sldMk cId="0" sldId="259"/>
            <ac:spMk id="158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13:29.738" v="323"/>
          <ac:spMkLst>
            <pc:docMk/>
            <pc:sldMk cId="0" sldId="259"/>
            <ac:spMk id="159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13:29.734" v="317"/>
          <ac:spMkLst>
            <pc:docMk/>
            <pc:sldMk cId="0" sldId="259"/>
            <ac:spMk id="160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5:03.259" v="1988" actId="2710"/>
          <ac:spMkLst>
            <pc:docMk/>
            <pc:sldMk cId="0" sldId="259"/>
            <ac:spMk id="161" creationId="{00000000-0000-0000-0000-000000000000}"/>
          </ac:spMkLst>
        </pc:spChg>
        <pc:spChg chg="mod">
          <ac:chgData name="Sophia BUI" userId="5388e7d4eb368e7c" providerId="LiveId" clId="{BE58550D-8E23-4583-8E07-07830BA2D7C5}" dt="2026-05-17T02:49:46.711" v="1563" actId="20577"/>
          <ac:spMkLst>
            <pc:docMk/>
            <pc:sldMk cId="0" sldId="259"/>
            <ac:spMk id="163" creationId="{00000000-0000-0000-0000-000000000000}"/>
          </ac:spMkLst>
        </pc:spChg>
        <pc:picChg chg="mod">
          <ac:chgData name="Sophia BUI" userId="5388e7d4eb368e7c" providerId="LiveId" clId="{BE58550D-8E23-4583-8E07-07830BA2D7C5}" dt="2026-05-16T08:16:00.982" v="336" actId="14100"/>
          <ac:picMkLst>
            <pc:docMk/>
            <pc:sldMk cId="0" sldId="259"/>
            <ac:picMk id="149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8:15:51.924" v="334" actId="478"/>
          <ac:picMkLst>
            <pc:docMk/>
            <pc:sldMk cId="0" sldId="259"/>
            <ac:picMk id="150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8:15:54.524" v="335" actId="478"/>
          <ac:picMkLst>
            <pc:docMk/>
            <pc:sldMk cId="0" sldId="259"/>
            <ac:picMk id="162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7T03:47:13.558" v="1887" actId="20577"/>
        <pc:sldMkLst>
          <pc:docMk/>
          <pc:sldMk cId="0" sldId="260"/>
        </pc:sldMkLst>
        <pc:spChg chg="del mod">
          <ac:chgData name="Sophia BUI" userId="5388e7d4eb368e7c" providerId="LiveId" clId="{BE58550D-8E23-4583-8E07-07830BA2D7C5}" dt="2026-05-17T03:43:08.267" v="1816" actId="478"/>
          <ac:spMkLst>
            <pc:docMk/>
            <pc:sldMk cId="0" sldId="260"/>
            <ac:spMk id="16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3:06.834" v="1815" actId="478"/>
          <ac:spMkLst>
            <pc:docMk/>
            <pc:sldMk cId="0" sldId="260"/>
            <ac:spMk id="168" creationId="{00000000-0000-0000-0000-000000000000}"/>
          </ac:spMkLst>
        </pc:spChg>
        <pc:spChg chg="add del">
          <ac:chgData name="Sophia BUI" userId="5388e7d4eb368e7c" providerId="LiveId" clId="{BE58550D-8E23-4583-8E07-07830BA2D7C5}" dt="2026-05-17T03:43:48.741" v="1824" actId="478"/>
          <ac:spMkLst>
            <pc:docMk/>
            <pc:sldMk cId="0" sldId="260"/>
            <ac:spMk id="16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4:31.477" v="1841"/>
          <ac:spMkLst>
            <pc:docMk/>
            <pc:sldMk cId="0" sldId="260"/>
            <ac:spMk id="170" creationId="{00000000-0000-0000-0000-000000000000}"/>
          </ac:spMkLst>
        </pc:spChg>
        <pc:spChg chg="mod">
          <ac:chgData name="Sophia BUI" userId="5388e7d4eb368e7c" providerId="LiveId" clId="{BE58550D-8E23-4583-8E07-07830BA2D7C5}" dt="2026-05-17T03:47:13.558" v="1887" actId="20577"/>
          <ac:spMkLst>
            <pc:docMk/>
            <pc:sldMk cId="0" sldId="260"/>
            <ac:spMk id="17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4:31.477" v="1839"/>
          <ac:spMkLst>
            <pc:docMk/>
            <pc:sldMk cId="0" sldId="260"/>
            <ac:spMk id="172" creationId="{00000000-0000-0000-0000-000000000000}"/>
          </ac:spMkLst>
        </pc:spChg>
        <pc:spChg chg="del">
          <ac:chgData name="Sophia BUI" userId="5388e7d4eb368e7c" providerId="LiveId" clId="{BE58550D-8E23-4583-8E07-07830BA2D7C5}" dt="2026-05-17T03:42:59.304" v="1813" actId="478"/>
          <ac:spMkLst>
            <pc:docMk/>
            <pc:sldMk cId="0" sldId="260"/>
            <ac:spMk id="17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4:31.477" v="1837"/>
          <ac:spMkLst>
            <pc:docMk/>
            <pc:sldMk cId="0" sldId="260"/>
            <ac:spMk id="174" creationId="{00000000-0000-0000-0000-000000000000}"/>
          </ac:spMkLst>
        </pc:spChg>
        <pc:spChg chg="del">
          <ac:chgData name="Sophia BUI" userId="5388e7d4eb368e7c" providerId="LiveId" clId="{BE58550D-8E23-4583-8E07-07830BA2D7C5}" dt="2026-05-17T03:42:59.304" v="1813" actId="478"/>
          <ac:spMkLst>
            <pc:docMk/>
            <pc:sldMk cId="0" sldId="260"/>
            <ac:spMk id="17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3:48.744" v="1826"/>
          <ac:spMkLst>
            <pc:docMk/>
            <pc:sldMk cId="0" sldId="260"/>
            <ac:spMk id="176" creationId="{00000000-0000-0000-0000-000000000000}"/>
          </ac:spMkLst>
        </pc:spChg>
        <pc:spChg chg="del">
          <ac:chgData name="Sophia BUI" userId="5388e7d4eb368e7c" providerId="LiveId" clId="{BE58550D-8E23-4583-8E07-07830BA2D7C5}" dt="2026-05-17T03:42:59.304" v="1813" actId="478"/>
          <ac:spMkLst>
            <pc:docMk/>
            <pc:sldMk cId="0" sldId="260"/>
            <ac:spMk id="17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3:48.745" v="1828"/>
          <ac:spMkLst>
            <pc:docMk/>
            <pc:sldMk cId="0" sldId="260"/>
            <ac:spMk id="178" creationId="{00000000-0000-0000-0000-000000000000}"/>
          </ac:spMkLst>
        </pc:spChg>
        <pc:spChg chg="del">
          <ac:chgData name="Sophia BUI" userId="5388e7d4eb368e7c" providerId="LiveId" clId="{BE58550D-8E23-4583-8E07-07830BA2D7C5}" dt="2026-05-17T03:42:59.304" v="1813" actId="478"/>
          <ac:spMkLst>
            <pc:docMk/>
            <pc:sldMk cId="0" sldId="260"/>
            <ac:spMk id="179" creationId="{00000000-0000-0000-0000-000000000000}"/>
          </ac:spMkLst>
        </pc:spChg>
        <pc:spChg chg="mod">
          <ac:chgData name="Sophia BUI" userId="5388e7d4eb368e7c" providerId="LiveId" clId="{BE58550D-8E23-4583-8E07-07830BA2D7C5}" dt="2026-05-17T03:42:36.427" v="1811"/>
          <ac:spMkLst>
            <pc:docMk/>
            <pc:sldMk cId="0" sldId="260"/>
            <ac:spMk id="181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7T03:42:52.525" v="1812" actId="478"/>
          <ac:picMkLst>
            <pc:docMk/>
            <pc:sldMk cId="0" sldId="260"/>
            <ac:picMk id="3" creationId="{BF283AB9-5B3F-3030-7CB7-0610DB452315}"/>
          </ac:picMkLst>
        </pc:picChg>
        <pc:picChg chg="del">
          <ac:chgData name="Sophia BUI" userId="5388e7d4eb368e7c" providerId="LiveId" clId="{BE58550D-8E23-4583-8E07-07830BA2D7C5}" dt="2026-05-16T05:54:03.612" v="6" actId="478"/>
          <ac:picMkLst>
            <pc:docMk/>
            <pc:sldMk cId="0" sldId="260"/>
            <ac:picMk id="166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4:06.036" v="7" actId="478"/>
          <ac:picMkLst>
            <pc:docMk/>
            <pc:sldMk cId="0" sldId="260"/>
            <ac:picMk id="180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7T10:15:20.500" v="5983" actId="14100"/>
        <pc:sldMkLst>
          <pc:docMk/>
          <pc:sldMk cId="0" sldId="261"/>
        </pc:sldMkLst>
        <pc:spChg chg="mod">
          <ac:chgData name="Sophia BUI" userId="5388e7d4eb368e7c" providerId="LiveId" clId="{BE58550D-8E23-4583-8E07-07830BA2D7C5}" dt="2026-05-17T10:15:20.500" v="5983" actId="14100"/>
          <ac:spMkLst>
            <pc:docMk/>
            <pc:sldMk cId="0" sldId="261"/>
            <ac:spMk id="189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1:13.257" v="1927" actId="1076"/>
          <ac:spMkLst>
            <pc:docMk/>
            <pc:sldMk cId="0" sldId="261"/>
            <ac:spMk id="190" creationId="{00000000-0000-0000-0000-000000000000}"/>
          </ac:spMkLst>
        </pc:spChg>
        <pc:spChg chg="del">
          <ac:chgData name="Sophia BUI" userId="5388e7d4eb368e7c" providerId="LiveId" clId="{BE58550D-8E23-4583-8E07-07830BA2D7C5}" dt="2026-05-17T03:51:15.502" v="1928" actId="478"/>
          <ac:spMkLst>
            <pc:docMk/>
            <pc:sldMk cId="0" sldId="261"/>
            <ac:spMk id="19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9:28.540" v="1907"/>
          <ac:spMkLst>
            <pc:docMk/>
            <pc:sldMk cId="0" sldId="261"/>
            <ac:spMk id="19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8:57.054" v="1895" actId="478"/>
          <ac:spMkLst>
            <pc:docMk/>
            <pc:sldMk cId="0" sldId="261"/>
            <ac:spMk id="19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9:28.541" v="1909"/>
          <ac:spMkLst>
            <pc:docMk/>
            <pc:sldMk cId="0" sldId="261"/>
            <ac:spMk id="19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8:46.523" v="1892" actId="478"/>
          <ac:spMkLst>
            <pc:docMk/>
            <pc:sldMk cId="0" sldId="261"/>
            <ac:spMk id="19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9:28.541" v="1911"/>
          <ac:spMkLst>
            <pc:docMk/>
            <pc:sldMk cId="0" sldId="261"/>
            <ac:spMk id="19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48:32.839" v="1889" actId="478"/>
          <ac:spMkLst>
            <pc:docMk/>
            <pc:sldMk cId="0" sldId="261"/>
            <ac:spMk id="19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50:01.102" v="1919"/>
          <ac:spMkLst>
            <pc:docMk/>
            <pc:sldMk cId="0" sldId="261"/>
            <ac:spMk id="198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1:31.279" v="1929" actId="1076"/>
          <ac:spMkLst>
            <pc:docMk/>
            <pc:sldMk cId="0" sldId="261"/>
            <ac:spMk id="19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7T10:15:12.700" v="5982" actId="1076"/>
          <ac:picMkLst>
            <pc:docMk/>
            <pc:sldMk cId="0" sldId="261"/>
            <ac:picMk id="3" creationId="{C3ADEE35-56DA-918B-E88D-9BF03CD6C195}"/>
          </ac:picMkLst>
        </pc:picChg>
        <pc:picChg chg="add del mod">
          <ac:chgData name="Sophia BUI" userId="5388e7d4eb368e7c" providerId="LiveId" clId="{BE58550D-8E23-4583-8E07-07830BA2D7C5}" dt="2026-05-17T03:49:51.175" v="1915" actId="478"/>
          <ac:picMkLst>
            <pc:docMk/>
            <pc:sldMk cId="0" sldId="261"/>
            <ac:picMk id="187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4:41.002" v="10" actId="478"/>
          <ac:picMkLst>
            <pc:docMk/>
            <pc:sldMk cId="0" sldId="261"/>
            <ac:picMk id="18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4:43.930" v="11" actId="478"/>
          <ac:picMkLst>
            <pc:docMk/>
            <pc:sldMk cId="0" sldId="261"/>
            <ac:picMk id="200" creationId="{00000000-0000-0000-0000-000000000000}"/>
          </ac:picMkLst>
        </pc:picChg>
      </pc:sldChg>
      <pc:sldChg chg="ord">
        <pc:chgData name="Sophia BUI" userId="5388e7d4eb368e7c" providerId="LiveId" clId="{BE58550D-8E23-4583-8E07-07830BA2D7C5}" dt="2026-05-16T14:02:30.614" v="693"/>
        <pc:sldMkLst>
          <pc:docMk/>
          <pc:sldMk cId="0" sldId="262"/>
        </pc:sldMkLst>
      </pc:sldChg>
      <pc:sldChg chg="ord">
        <pc:chgData name="Sophia BUI" userId="5388e7d4eb368e7c" providerId="LiveId" clId="{BE58550D-8E23-4583-8E07-07830BA2D7C5}" dt="2026-05-16T14:02:30.614" v="693"/>
        <pc:sldMkLst>
          <pc:docMk/>
          <pc:sldMk cId="0" sldId="263"/>
        </pc:sldMkLst>
      </pc:sldChg>
      <pc:sldChg chg="ord">
        <pc:chgData name="Sophia BUI" userId="5388e7d4eb368e7c" providerId="LiveId" clId="{BE58550D-8E23-4583-8E07-07830BA2D7C5}" dt="2026-05-16T14:02:30.614" v="693"/>
        <pc:sldMkLst>
          <pc:docMk/>
          <pc:sldMk cId="0" sldId="264"/>
        </pc:sldMkLst>
      </pc:sldChg>
      <pc:sldChg chg="addSp delSp modSp mod ord">
        <pc:chgData name="Sophia BUI" userId="5388e7d4eb368e7c" providerId="LiveId" clId="{BE58550D-8E23-4583-8E07-07830BA2D7C5}" dt="2026-05-16T14:02:30.614" v="693"/>
        <pc:sldMkLst>
          <pc:docMk/>
          <pc:sldMk cId="0" sldId="265"/>
        </pc:sldMkLst>
        <pc:spChg chg="mod">
          <ac:chgData name="Sophia BUI" userId="5388e7d4eb368e7c" providerId="LiveId" clId="{BE58550D-8E23-4583-8E07-07830BA2D7C5}" dt="2026-05-16T05:57:48.376" v="34" actId="14100"/>
          <ac:spMkLst>
            <pc:docMk/>
            <pc:sldMk cId="0" sldId="265"/>
            <ac:spMk id="269" creationId="{00000000-0000-0000-0000-000000000000}"/>
          </ac:spMkLst>
        </pc:spChg>
        <pc:spChg chg="mod">
          <ac:chgData name="Sophia BUI" userId="5388e7d4eb368e7c" providerId="LiveId" clId="{BE58550D-8E23-4583-8E07-07830BA2D7C5}" dt="2026-05-16T05:57:48.376" v="34" actId="14100"/>
          <ac:spMkLst>
            <pc:docMk/>
            <pc:sldMk cId="0" sldId="265"/>
            <ac:spMk id="270" creationId="{00000000-0000-0000-0000-000000000000}"/>
          </ac:spMkLst>
        </pc:spChg>
        <pc:spChg chg="mod">
          <ac:chgData name="Sophia BUI" userId="5388e7d4eb368e7c" providerId="LiveId" clId="{BE58550D-8E23-4583-8E07-07830BA2D7C5}" dt="2026-05-16T05:57:48.376" v="34" actId="14100"/>
          <ac:spMkLst>
            <pc:docMk/>
            <pc:sldMk cId="0" sldId="265"/>
            <ac:spMk id="273" creationId="{00000000-0000-0000-0000-000000000000}"/>
          </ac:spMkLst>
        </pc:spChg>
        <pc:spChg chg="mod">
          <ac:chgData name="Sophia BUI" userId="5388e7d4eb368e7c" providerId="LiveId" clId="{BE58550D-8E23-4583-8E07-07830BA2D7C5}" dt="2026-05-16T05:57:48.376" v="34" actId="14100"/>
          <ac:spMkLst>
            <pc:docMk/>
            <pc:sldMk cId="0" sldId="265"/>
            <ac:spMk id="275" creationId="{00000000-0000-0000-0000-000000000000}"/>
          </ac:spMkLst>
        </pc:spChg>
        <pc:spChg chg="mod">
          <ac:chgData name="Sophia BUI" userId="5388e7d4eb368e7c" providerId="LiveId" clId="{BE58550D-8E23-4583-8E07-07830BA2D7C5}" dt="2026-05-16T05:57:48.376" v="34" actId="14100"/>
          <ac:spMkLst>
            <pc:docMk/>
            <pc:sldMk cId="0" sldId="265"/>
            <ac:spMk id="277" creationId="{00000000-0000-0000-0000-000000000000}"/>
          </ac:spMkLst>
        </pc:spChg>
        <pc:spChg chg="mod">
          <ac:chgData name="Sophia BUI" userId="5388e7d4eb368e7c" providerId="LiveId" clId="{BE58550D-8E23-4583-8E07-07830BA2D7C5}" dt="2026-05-16T05:57:48.376" v="34" actId="14100"/>
          <ac:spMkLst>
            <pc:docMk/>
            <pc:sldMk cId="0" sldId="265"/>
            <ac:spMk id="279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6T05:57:35.245" v="33" actId="1076"/>
          <ac:picMkLst>
            <pc:docMk/>
            <pc:sldMk cId="0" sldId="265"/>
            <ac:picMk id="3" creationId="{E1EE09AB-F520-82F8-EAC4-2DB5BEC2FD9F}"/>
          </ac:picMkLst>
        </pc:picChg>
        <pc:picChg chg="add mod">
          <ac:chgData name="Sophia BUI" userId="5388e7d4eb368e7c" providerId="LiveId" clId="{BE58550D-8E23-4583-8E07-07830BA2D7C5}" dt="2026-05-16T05:57:10.718" v="30" actId="1076"/>
          <ac:picMkLst>
            <pc:docMk/>
            <pc:sldMk cId="0" sldId="265"/>
            <ac:picMk id="4" creationId="{001D052F-4D0C-177B-1230-30030C1E9FE1}"/>
          </ac:picMkLst>
        </pc:picChg>
        <pc:picChg chg="del">
          <ac:chgData name="Sophia BUI" userId="5388e7d4eb368e7c" providerId="LiveId" clId="{BE58550D-8E23-4583-8E07-07830BA2D7C5}" dt="2026-05-16T05:55:40.794" v="16" actId="478"/>
          <ac:picMkLst>
            <pc:docMk/>
            <pc:sldMk cId="0" sldId="265"/>
            <ac:picMk id="26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5:43.439" v="17" actId="478"/>
          <ac:picMkLst>
            <pc:docMk/>
            <pc:sldMk cId="0" sldId="265"/>
            <ac:picMk id="280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6T14:02:30.614" v="693"/>
        <pc:sldMkLst>
          <pc:docMk/>
          <pc:sldMk cId="0" sldId="266"/>
        </pc:sldMkLst>
        <pc:picChg chg="add mod">
          <ac:chgData name="Sophia BUI" userId="5388e7d4eb368e7c" providerId="LiveId" clId="{BE58550D-8E23-4583-8E07-07830BA2D7C5}" dt="2026-05-16T05:56:49.632" v="24" actId="1076"/>
          <ac:picMkLst>
            <pc:docMk/>
            <pc:sldMk cId="0" sldId="266"/>
            <ac:picMk id="3" creationId="{D0A6B5AD-8EE5-658A-B791-71830CCAE51A}"/>
          </ac:picMkLst>
        </pc:picChg>
        <pc:picChg chg="del mod">
          <ac:chgData name="Sophia BUI" userId="5388e7d4eb368e7c" providerId="LiveId" clId="{BE58550D-8E23-4583-8E07-07830BA2D7C5}" dt="2026-05-16T05:56:52.680" v="25" actId="21"/>
          <ac:picMkLst>
            <pc:docMk/>
            <pc:sldMk cId="0" sldId="266"/>
            <ac:picMk id="28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6:36.652" v="21" actId="478"/>
          <ac:picMkLst>
            <pc:docMk/>
            <pc:sldMk cId="0" sldId="266"/>
            <ac:picMk id="300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7T14:54:45.815" v="6159"/>
        <pc:sldMkLst>
          <pc:docMk/>
          <pc:sldMk cId="0" sldId="267"/>
        </pc:sldMkLst>
        <pc:spChg chg="mod">
          <ac:chgData name="Sophia BUI" userId="5388e7d4eb368e7c" providerId="LiveId" clId="{BE58550D-8E23-4583-8E07-07830BA2D7C5}" dt="2026-05-17T14:53:15.807" v="6130" actId="1076"/>
          <ac:spMkLst>
            <pc:docMk/>
            <pc:sldMk cId="0" sldId="267"/>
            <ac:spMk id="309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3:15.807" v="6130" actId="1076"/>
          <ac:spMkLst>
            <pc:docMk/>
            <pc:sldMk cId="0" sldId="267"/>
            <ac:spMk id="310" creationId="{00000000-0000-0000-0000-000000000000}"/>
          </ac:spMkLst>
        </pc:spChg>
        <pc:spChg chg="del">
          <ac:chgData name="Sophia BUI" userId="5388e7d4eb368e7c" providerId="LiveId" clId="{BE58550D-8E23-4583-8E07-07830BA2D7C5}" dt="2026-05-17T14:53:19.328" v="6131" actId="478"/>
          <ac:spMkLst>
            <pc:docMk/>
            <pc:sldMk cId="0" sldId="267"/>
            <ac:spMk id="31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4:45.815" v="6153"/>
          <ac:spMkLst>
            <pc:docMk/>
            <pc:sldMk cId="0" sldId="267"/>
            <ac:spMk id="31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3:52.863" v="6143" actId="478"/>
          <ac:spMkLst>
            <pc:docMk/>
            <pc:sldMk cId="0" sldId="267"/>
            <ac:spMk id="31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4:45.815" v="6155"/>
          <ac:spMkLst>
            <pc:docMk/>
            <pc:sldMk cId="0" sldId="267"/>
            <ac:spMk id="31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3:38.391" v="6138"/>
          <ac:spMkLst>
            <pc:docMk/>
            <pc:sldMk cId="0" sldId="267"/>
            <ac:spMk id="31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4:45.815" v="6157"/>
          <ac:spMkLst>
            <pc:docMk/>
            <pc:sldMk cId="0" sldId="267"/>
            <ac:spMk id="31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3:38.391" v="6136" actId="478"/>
          <ac:spMkLst>
            <pc:docMk/>
            <pc:sldMk cId="0" sldId="267"/>
            <ac:spMk id="31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4:45.815" v="6159"/>
          <ac:spMkLst>
            <pc:docMk/>
            <pc:sldMk cId="0" sldId="267"/>
            <ac:spMk id="318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4:42.856" v="6151" actId="14100"/>
          <ac:spMkLst>
            <pc:docMk/>
            <pc:sldMk cId="0" sldId="267"/>
            <ac:spMk id="31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5:58:41.229" v="39" actId="14100"/>
          <ac:picMkLst>
            <pc:docMk/>
            <pc:sldMk cId="0" sldId="267"/>
            <ac:picMk id="3" creationId="{FAEAC4AA-6646-BF9B-906D-FB3389679E46}"/>
          </ac:picMkLst>
        </pc:picChg>
        <pc:picChg chg="del">
          <ac:chgData name="Sophia BUI" userId="5388e7d4eb368e7c" providerId="LiveId" clId="{BE58550D-8E23-4583-8E07-07830BA2D7C5}" dt="2026-05-16T05:58:05.644" v="35" actId="478"/>
          <ac:picMkLst>
            <pc:docMk/>
            <pc:sldMk cId="0" sldId="267"/>
            <ac:picMk id="30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8:10.341" v="36" actId="478"/>
          <ac:picMkLst>
            <pc:docMk/>
            <pc:sldMk cId="0" sldId="267"/>
            <ac:picMk id="320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7T14:54:50.193" v="6160" actId="14100"/>
        <pc:sldMkLst>
          <pc:docMk/>
          <pc:sldMk cId="0" sldId="268"/>
        </pc:sldMkLst>
        <pc:spChg chg="mod">
          <ac:chgData name="Sophia BUI" userId="5388e7d4eb368e7c" providerId="LiveId" clId="{BE58550D-8E23-4583-8E07-07830BA2D7C5}" dt="2026-05-17T14:51:58.958" v="6102" actId="1076"/>
          <ac:spMkLst>
            <pc:docMk/>
            <pc:sldMk cId="0" sldId="268"/>
            <ac:spMk id="329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1:58.958" v="6102" actId="1076"/>
          <ac:spMkLst>
            <pc:docMk/>
            <pc:sldMk cId="0" sldId="268"/>
            <ac:spMk id="330" creationId="{00000000-0000-0000-0000-000000000000}"/>
          </ac:spMkLst>
        </pc:spChg>
        <pc:spChg chg="del">
          <ac:chgData name="Sophia BUI" userId="5388e7d4eb368e7c" providerId="LiveId" clId="{BE58550D-8E23-4583-8E07-07830BA2D7C5}" dt="2026-05-17T14:52:02.125" v="6103" actId="478"/>
          <ac:spMkLst>
            <pc:docMk/>
            <pc:sldMk cId="0" sldId="268"/>
            <ac:spMk id="33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2:55.120" v="6125"/>
          <ac:spMkLst>
            <pc:docMk/>
            <pc:sldMk cId="0" sldId="268"/>
            <ac:spMk id="33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2:20.546" v="6111" actId="478"/>
          <ac:spMkLst>
            <pc:docMk/>
            <pc:sldMk cId="0" sldId="268"/>
            <ac:spMk id="33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2:55.120" v="6129"/>
          <ac:spMkLst>
            <pc:docMk/>
            <pc:sldMk cId="0" sldId="268"/>
            <ac:spMk id="33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2:20.548" v="6115"/>
          <ac:spMkLst>
            <pc:docMk/>
            <pc:sldMk cId="0" sldId="268"/>
            <ac:spMk id="33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2:20.548" v="6117"/>
          <ac:spMkLst>
            <pc:docMk/>
            <pc:sldMk cId="0" sldId="268"/>
            <ac:spMk id="33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2:20.547" v="6113"/>
          <ac:spMkLst>
            <pc:docMk/>
            <pc:sldMk cId="0" sldId="268"/>
            <ac:spMk id="33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2:55.120" v="6127"/>
          <ac:spMkLst>
            <pc:docMk/>
            <pc:sldMk cId="0" sldId="268"/>
            <ac:spMk id="338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4:50.193" v="6160" actId="14100"/>
          <ac:spMkLst>
            <pc:docMk/>
            <pc:sldMk cId="0" sldId="268"/>
            <ac:spMk id="33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5:59:16.245" v="43" actId="14100"/>
          <ac:picMkLst>
            <pc:docMk/>
            <pc:sldMk cId="0" sldId="268"/>
            <ac:picMk id="3" creationId="{9F903538-7814-93D1-A2DA-01C5B8ACCA32}"/>
          </ac:picMkLst>
        </pc:picChg>
        <pc:picChg chg="del">
          <ac:chgData name="Sophia BUI" userId="5388e7d4eb368e7c" providerId="LiveId" clId="{BE58550D-8E23-4583-8E07-07830BA2D7C5}" dt="2026-05-16T05:59:02.746" v="40" actId="478"/>
          <ac:picMkLst>
            <pc:docMk/>
            <pc:sldMk cId="0" sldId="268"/>
            <ac:picMk id="32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9:02.746" v="40" actId="478"/>
          <ac:picMkLst>
            <pc:docMk/>
            <pc:sldMk cId="0" sldId="268"/>
            <ac:picMk id="340" creationId="{00000000-0000-0000-0000-000000000000}"/>
          </ac:picMkLst>
        </pc:picChg>
      </pc:sldChg>
      <pc:sldChg chg="delSp modSp mod ord">
        <pc:chgData name="Sophia BUI" userId="5388e7d4eb368e7c" providerId="LiveId" clId="{BE58550D-8E23-4583-8E07-07830BA2D7C5}" dt="2026-05-17T14:55:01.176" v="6162" actId="14100"/>
        <pc:sldMkLst>
          <pc:docMk/>
          <pc:sldMk cId="0" sldId="269"/>
        </pc:sldMkLst>
        <pc:spChg chg="mod">
          <ac:chgData name="Sophia BUI" userId="5388e7d4eb368e7c" providerId="LiveId" clId="{BE58550D-8E23-4583-8E07-07830BA2D7C5}" dt="2026-05-17T14:50:04.223" v="6072" actId="1076"/>
          <ac:spMkLst>
            <pc:docMk/>
            <pc:sldMk cId="0" sldId="269"/>
            <ac:spMk id="349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0:04.223" v="6072" actId="1076"/>
          <ac:spMkLst>
            <pc:docMk/>
            <pc:sldMk cId="0" sldId="269"/>
            <ac:spMk id="350" creationId="{00000000-0000-0000-0000-000000000000}"/>
          </ac:spMkLst>
        </pc:spChg>
        <pc:spChg chg="del">
          <ac:chgData name="Sophia BUI" userId="5388e7d4eb368e7c" providerId="LiveId" clId="{BE58550D-8E23-4583-8E07-07830BA2D7C5}" dt="2026-05-17T14:50:10.254" v="6073" actId="478"/>
          <ac:spMkLst>
            <pc:docMk/>
            <pc:sldMk cId="0" sldId="269"/>
            <ac:spMk id="35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1:31.826" v="6095"/>
          <ac:spMkLst>
            <pc:docMk/>
            <pc:sldMk cId="0" sldId="269"/>
            <ac:spMk id="35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0:30.152" v="6080" actId="478"/>
          <ac:spMkLst>
            <pc:docMk/>
            <pc:sldMk cId="0" sldId="269"/>
            <ac:spMk id="35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1:31.826" v="6097"/>
          <ac:spMkLst>
            <pc:docMk/>
            <pc:sldMk cId="0" sldId="269"/>
            <ac:spMk id="35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0:30.153" v="6084"/>
          <ac:spMkLst>
            <pc:docMk/>
            <pc:sldMk cId="0" sldId="269"/>
            <ac:spMk id="35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1:31.826" v="6099"/>
          <ac:spMkLst>
            <pc:docMk/>
            <pc:sldMk cId="0" sldId="269"/>
            <ac:spMk id="35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0:30.153" v="6082"/>
          <ac:spMkLst>
            <pc:docMk/>
            <pc:sldMk cId="0" sldId="269"/>
            <ac:spMk id="35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51:31.827" v="6101"/>
          <ac:spMkLst>
            <pc:docMk/>
            <pc:sldMk cId="0" sldId="269"/>
            <ac:spMk id="358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5:01.176" v="6162" actId="14100"/>
          <ac:spMkLst>
            <pc:docMk/>
            <pc:sldMk cId="0" sldId="269"/>
            <ac:spMk id="359" creationId="{00000000-0000-0000-0000-000000000000}"/>
          </ac:spMkLst>
        </pc:spChg>
        <pc:picChg chg="mod">
          <ac:chgData name="Sophia BUI" userId="5388e7d4eb368e7c" providerId="LiveId" clId="{BE58550D-8E23-4583-8E07-07830BA2D7C5}" dt="2026-05-17T14:50:52.819" v="6090" actId="1076"/>
          <ac:picMkLst>
            <pc:docMk/>
            <pc:sldMk cId="0" sldId="269"/>
            <ac:picMk id="347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7T14:55:10.296" v="6163" actId="14100"/>
        <pc:sldMkLst>
          <pc:docMk/>
          <pc:sldMk cId="0" sldId="270"/>
        </pc:sldMkLst>
        <pc:spChg chg="mod">
          <ac:chgData name="Sophia BUI" userId="5388e7d4eb368e7c" providerId="LiveId" clId="{BE58550D-8E23-4583-8E07-07830BA2D7C5}" dt="2026-05-17T14:49:21.599" v="6068" actId="1076"/>
          <ac:spMkLst>
            <pc:docMk/>
            <pc:sldMk cId="0" sldId="270"/>
            <ac:spMk id="369" creationId="{00000000-0000-0000-0000-000000000000}"/>
          </ac:spMkLst>
        </pc:spChg>
        <pc:spChg chg="mod">
          <ac:chgData name="Sophia BUI" userId="5388e7d4eb368e7c" providerId="LiveId" clId="{BE58550D-8E23-4583-8E07-07830BA2D7C5}" dt="2026-05-17T14:49:21.599" v="6068" actId="1076"/>
          <ac:spMkLst>
            <pc:docMk/>
            <pc:sldMk cId="0" sldId="270"/>
            <ac:spMk id="370" creationId="{00000000-0000-0000-0000-000000000000}"/>
          </ac:spMkLst>
        </pc:spChg>
        <pc:spChg chg="del">
          <ac:chgData name="Sophia BUI" userId="5388e7d4eb368e7c" providerId="LiveId" clId="{BE58550D-8E23-4583-8E07-07830BA2D7C5}" dt="2026-05-17T14:49:23.939" v="6069" actId="478"/>
          <ac:spMkLst>
            <pc:docMk/>
            <pc:sldMk cId="0" sldId="270"/>
            <ac:spMk id="37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3:51.396" v="6011"/>
          <ac:spMkLst>
            <pc:docMk/>
            <pc:sldMk cId="0" sldId="270"/>
            <ac:spMk id="37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2:51.096" v="5999" actId="478"/>
          <ac:spMkLst>
            <pc:docMk/>
            <pc:sldMk cId="0" sldId="270"/>
            <ac:spMk id="37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3:51.397" v="6013"/>
          <ac:spMkLst>
            <pc:docMk/>
            <pc:sldMk cId="0" sldId="270"/>
            <ac:spMk id="37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2:42.975" v="5994" actId="478"/>
          <ac:spMkLst>
            <pc:docMk/>
            <pc:sldMk cId="0" sldId="270"/>
            <ac:spMk id="37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3:51.398" v="6015"/>
          <ac:spMkLst>
            <pc:docMk/>
            <pc:sldMk cId="0" sldId="270"/>
            <ac:spMk id="37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2:42.976" v="5996"/>
          <ac:spMkLst>
            <pc:docMk/>
            <pc:sldMk cId="0" sldId="270"/>
            <ac:spMk id="37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3:51.399" v="6017"/>
          <ac:spMkLst>
            <pc:docMk/>
            <pc:sldMk cId="0" sldId="270"/>
            <ac:spMk id="378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5:10.296" v="6163" actId="14100"/>
          <ac:spMkLst>
            <pc:docMk/>
            <pc:sldMk cId="0" sldId="270"/>
            <ac:spMk id="37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7T14:49:43.191" v="6071" actId="1076"/>
          <ac:picMkLst>
            <pc:docMk/>
            <pc:sldMk cId="0" sldId="270"/>
            <ac:picMk id="2" creationId="{C0EFC071-D208-ACFD-D650-6140E040653C}"/>
          </ac:picMkLst>
        </pc:picChg>
        <pc:picChg chg="del">
          <ac:chgData name="Sophia BUI" userId="5388e7d4eb368e7c" providerId="LiveId" clId="{BE58550D-8E23-4583-8E07-07830BA2D7C5}" dt="2026-05-17T14:41:45.402" v="5987" actId="478"/>
          <ac:picMkLst>
            <pc:docMk/>
            <pc:sldMk cId="0" sldId="270"/>
            <ac:picMk id="368" creationId="{00000000-0000-0000-0000-000000000000}"/>
          </ac:picMkLst>
        </pc:picChg>
        <pc:picChg chg="del">
          <ac:chgData name="Sophia BUI" userId="5388e7d4eb368e7c" providerId="LiveId" clId="{BE58550D-8E23-4583-8E07-07830BA2D7C5}" dt="2026-05-17T14:41:24.140" v="5984" actId="478"/>
          <ac:picMkLst>
            <pc:docMk/>
            <pc:sldMk cId="0" sldId="270"/>
            <ac:picMk id="380" creationId="{00000000-0000-0000-0000-000000000000}"/>
          </ac:picMkLst>
        </pc:picChg>
      </pc:sldChg>
      <pc:sldChg chg="addSp delSp modSp mod ord">
        <pc:chgData name="Sophia BUI" userId="5388e7d4eb368e7c" providerId="LiveId" clId="{BE58550D-8E23-4583-8E07-07830BA2D7C5}" dt="2026-05-17T14:55:22.200" v="6165" actId="14100"/>
        <pc:sldMkLst>
          <pc:docMk/>
          <pc:sldMk cId="0" sldId="271"/>
        </pc:sldMkLst>
        <pc:spChg chg="mod">
          <ac:chgData name="Sophia BUI" userId="5388e7d4eb368e7c" providerId="LiveId" clId="{BE58550D-8E23-4583-8E07-07830BA2D7C5}" dt="2026-05-17T14:48:54.696" v="6067" actId="14100"/>
          <ac:spMkLst>
            <pc:docMk/>
            <pc:sldMk cId="0" sldId="271"/>
            <ac:spMk id="389" creationId="{00000000-0000-0000-0000-000000000000}"/>
          </ac:spMkLst>
        </pc:spChg>
        <pc:spChg chg="mod">
          <ac:chgData name="Sophia BUI" userId="5388e7d4eb368e7c" providerId="LiveId" clId="{BE58550D-8E23-4583-8E07-07830BA2D7C5}" dt="2026-05-17T14:48:54.696" v="6067" actId="14100"/>
          <ac:spMkLst>
            <pc:docMk/>
            <pc:sldMk cId="0" sldId="271"/>
            <ac:spMk id="390" creationId="{00000000-0000-0000-0000-000000000000}"/>
          </ac:spMkLst>
        </pc:spChg>
        <pc:spChg chg="del">
          <ac:chgData name="Sophia BUI" userId="5388e7d4eb368e7c" providerId="LiveId" clId="{BE58550D-8E23-4583-8E07-07830BA2D7C5}" dt="2026-05-17T14:48:11.129" v="6055" actId="478"/>
          <ac:spMkLst>
            <pc:docMk/>
            <pc:sldMk cId="0" sldId="271"/>
            <ac:spMk id="39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8:11.129" v="6057"/>
          <ac:spMkLst>
            <pc:docMk/>
            <pc:sldMk cId="0" sldId="271"/>
            <ac:spMk id="39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7:12.859" v="6040" actId="478"/>
          <ac:spMkLst>
            <pc:docMk/>
            <pc:sldMk cId="0" sldId="271"/>
            <ac:spMk id="39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8:11.130" v="6059"/>
          <ac:spMkLst>
            <pc:docMk/>
            <pc:sldMk cId="0" sldId="271"/>
            <ac:spMk id="39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7:12.860" v="6044"/>
          <ac:spMkLst>
            <pc:docMk/>
            <pc:sldMk cId="0" sldId="271"/>
            <ac:spMk id="39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8:11.131" v="6061"/>
          <ac:spMkLst>
            <pc:docMk/>
            <pc:sldMk cId="0" sldId="271"/>
            <ac:spMk id="39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7:12.860" v="6042"/>
          <ac:spMkLst>
            <pc:docMk/>
            <pc:sldMk cId="0" sldId="271"/>
            <ac:spMk id="39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4:48:11.131" v="6063"/>
          <ac:spMkLst>
            <pc:docMk/>
            <pc:sldMk cId="0" sldId="271"/>
            <ac:spMk id="398" creationId="{00000000-0000-0000-0000-000000000000}"/>
          </ac:spMkLst>
        </pc:spChg>
        <pc:spChg chg="mod">
          <ac:chgData name="Sophia BUI" userId="5388e7d4eb368e7c" providerId="LiveId" clId="{BE58550D-8E23-4583-8E07-07830BA2D7C5}" dt="2026-05-17T14:55:22.200" v="6165" actId="14100"/>
          <ac:spMkLst>
            <pc:docMk/>
            <pc:sldMk cId="0" sldId="271"/>
            <ac:spMk id="39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7T14:48:43.120" v="6066" actId="1076"/>
          <ac:picMkLst>
            <pc:docMk/>
            <pc:sldMk cId="0" sldId="271"/>
            <ac:picMk id="3" creationId="{19C05CC5-D973-7F03-3282-48C30AB80F7E}"/>
          </ac:picMkLst>
        </pc:picChg>
        <pc:picChg chg="del">
          <ac:chgData name="Sophia BUI" userId="5388e7d4eb368e7c" providerId="LiveId" clId="{BE58550D-8E23-4583-8E07-07830BA2D7C5}" dt="2026-05-17T14:43:59.448" v="6019" actId="478"/>
          <ac:picMkLst>
            <pc:docMk/>
            <pc:sldMk cId="0" sldId="271"/>
            <ac:picMk id="388" creationId="{00000000-0000-0000-0000-000000000000}"/>
          </ac:picMkLst>
        </pc:picChg>
        <pc:picChg chg="del mod">
          <ac:chgData name="Sophia BUI" userId="5388e7d4eb368e7c" providerId="LiveId" clId="{BE58550D-8E23-4583-8E07-07830BA2D7C5}" dt="2026-05-17T14:46:40.767" v="6030" actId="478"/>
          <ac:picMkLst>
            <pc:docMk/>
            <pc:sldMk cId="0" sldId="271"/>
            <ac:picMk id="400" creationId="{00000000-0000-0000-0000-000000000000}"/>
          </ac:picMkLst>
        </pc:picChg>
      </pc:sldChg>
      <pc:sldChg chg="addSp delSp modSp del mod">
        <pc:chgData name="Sophia BUI" userId="5388e7d4eb368e7c" providerId="LiveId" clId="{BE58550D-8E23-4583-8E07-07830BA2D7C5}" dt="2026-05-17T03:22:02.637" v="1620" actId="2696"/>
        <pc:sldMkLst>
          <pc:docMk/>
          <pc:sldMk cId="0" sldId="272"/>
        </pc:sldMkLst>
        <pc:spChg chg="del mod">
          <ac:chgData name="Sophia BUI" userId="5388e7d4eb368e7c" providerId="LiveId" clId="{BE58550D-8E23-4583-8E07-07830BA2D7C5}" dt="2026-05-17T02:43:30.578" v="1450"/>
          <ac:spMkLst>
            <pc:docMk/>
            <pc:sldMk cId="0" sldId="272"/>
            <ac:spMk id="41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3:30.577" v="1448"/>
          <ac:spMkLst>
            <pc:docMk/>
            <pc:sldMk cId="0" sldId="272"/>
            <ac:spMk id="41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3:30.579" v="1452"/>
          <ac:spMkLst>
            <pc:docMk/>
            <pc:sldMk cId="0" sldId="272"/>
            <ac:spMk id="41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3:30.575" v="1446" actId="478"/>
          <ac:spMkLst>
            <pc:docMk/>
            <pc:sldMk cId="0" sldId="272"/>
            <ac:spMk id="41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6:52.982" v="1460"/>
          <ac:spMkLst>
            <pc:docMk/>
            <pc:sldMk cId="0" sldId="272"/>
            <ac:spMk id="41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3:05.324" v="1439" actId="478"/>
          <ac:spMkLst>
            <pc:docMk/>
            <pc:sldMk cId="0" sldId="272"/>
            <ac:spMk id="41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6:52.982" v="1462"/>
          <ac:spMkLst>
            <pc:docMk/>
            <pc:sldMk cId="0" sldId="272"/>
            <ac:spMk id="418" creationId="{00000000-0000-0000-0000-000000000000}"/>
          </ac:spMkLst>
        </pc:spChg>
        <pc:spChg chg="mod">
          <ac:chgData name="Sophia BUI" userId="5388e7d4eb368e7c" providerId="LiveId" clId="{BE58550D-8E23-4583-8E07-07830BA2D7C5}" dt="2026-05-17T02:43:59.244" v="1458" actId="255"/>
          <ac:spMkLst>
            <pc:docMk/>
            <pc:sldMk cId="0" sldId="272"/>
            <ac:spMk id="419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7T02:42:45.046" v="1433" actId="478"/>
          <ac:picMkLst>
            <pc:docMk/>
            <pc:sldMk cId="0" sldId="272"/>
            <ac:picMk id="2" creationId="{BAC89293-E70B-995A-FAA7-AFAAAF60B7F6}"/>
          </ac:picMkLst>
        </pc:picChg>
        <pc:picChg chg="add del mod">
          <ac:chgData name="Sophia BUI" userId="5388e7d4eb368e7c" providerId="LiveId" clId="{BE58550D-8E23-4583-8E07-07830BA2D7C5}" dt="2026-05-17T02:29:55.023" v="1169" actId="478"/>
          <ac:picMkLst>
            <pc:docMk/>
            <pc:sldMk cId="0" sldId="272"/>
            <ac:picMk id="3" creationId="{D16310CA-2973-E227-F9B0-C8254B3348F4}"/>
          </ac:picMkLst>
        </pc:picChg>
        <pc:picChg chg="add mod">
          <ac:chgData name="Sophia BUI" userId="5388e7d4eb368e7c" providerId="LiveId" clId="{BE58550D-8E23-4583-8E07-07830BA2D7C5}" dt="2026-05-17T02:42:58.292" v="1437" actId="14100"/>
          <ac:picMkLst>
            <pc:docMk/>
            <pc:sldMk cId="0" sldId="272"/>
            <ac:picMk id="4" creationId="{D6811BD4-E929-2758-FB3F-FAEE6F860652}"/>
          </ac:picMkLst>
        </pc:picChg>
        <pc:picChg chg="del">
          <ac:chgData name="Sophia BUI" userId="5388e7d4eb368e7c" providerId="LiveId" clId="{BE58550D-8E23-4583-8E07-07830BA2D7C5}" dt="2026-05-16T05:59:55.981" v="44" actId="478"/>
          <ac:picMkLst>
            <pc:docMk/>
            <pc:sldMk cId="0" sldId="272"/>
            <ac:picMk id="40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5:59:55.981" v="44" actId="478"/>
          <ac:picMkLst>
            <pc:docMk/>
            <pc:sldMk cId="0" sldId="272"/>
            <ac:picMk id="420" creationId="{00000000-0000-0000-0000-000000000000}"/>
          </ac:picMkLst>
        </pc:picChg>
      </pc:sldChg>
      <pc:sldChg chg="modSp add mod setBg">
        <pc:chgData name="Sophia BUI" userId="5388e7d4eb368e7c" providerId="LiveId" clId="{BE58550D-8E23-4583-8E07-07830BA2D7C5}" dt="2026-05-17T10:05:14.459" v="5851" actId="403"/>
        <pc:sldMkLst>
          <pc:docMk/>
          <pc:sldMk cId="3455759220" sldId="272"/>
        </pc:sldMkLst>
        <pc:spChg chg="mod">
          <ac:chgData name="Sophia BUI" userId="5388e7d4eb368e7c" providerId="LiveId" clId="{BE58550D-8E23-4583-8E07-07830BA2D7C5}" dt="2026-05-17T10:05:14.459" v="5851" actId="403"/>
          <ac:spMkLst>
            <pc:docMk/>
            <pc:sldMk cId="3455759220" sldId="272"/>
            <ac:spMk id="419" creationId="{00000000-0000-0000-0000-000000000000}"/>
          </ac:spMkLst>
        </pc:spChg>
        <pc:spChg chg="mod">
          <ac:chgData name="Sophia BUI" userId="5388e7d4eb368e7c" providerId="LiveId" clId="{BE58550D-8E23-4583-8E07-07830BA2D7C5}" dt="2026-05-17T03:25:09.854" v="1684" actId="6549"/>
          <ac:spMkLst>
            <pc:docMk/>
            <pc:sldMk cId="3455759220" sldId="272"/>
            <ac:spMk id="421" creationId="{00000000-0000-0000-0000-000000000000}"/>
          </ac:spMkLst>
        </pc:spChg>
      </pc:sldChg>
      <pc:sldChg chg="delSp modSp del mod">
        <pc:chgData name="Sophia BUI" userId="5388e7d4eb368e7c" providerId="LiveId" clId="{BE58550D-8E23-4583-8E07-07830BA2D7C5}" dt="2026-05-17T03:22:02.637" v="1620" actId="2696"/>
        <pc:sldMkLst>
          <pc:docMk/>
          <pc:sldMk cId="0" sldId="273"/>
        </pc:sldMkLst>
        <pc:spChg chg="mod">
          <ac:chgData name="Sophia BUI" userId="5388e7d4eb368e7c" providerId="LiveId" clId="{BE58550D-8E23-4583-8E07-07830BA2D7C5}" dt="2026-05-17T02:31:55.737" v="1258" actId="1076"/>
          <ac:spMkLst>
            <pc:docMk/>
            <pc:sldMk cId="0" sldId="273"/>
            <ac:spMk id="429" creationId="{00000000-0000-0000-0000-000000000000}"/>
          </ac:spMkLst>
        </pc:spChg>
        <pc:spChg chg="mod">
          <ac:chgData name="Sophia BUI" userId="5388e7d4eb368e7c" providerId="LiveId" clId="{BE58550D-8E23-4583-8E07-07830BA2D7C5}" dt="2026-05-17T02:31:55.737" v="1258" actId="1076"/>
          <ac:spMkLst>
            <pc:docMk/>
            <pc:sldMk cId="0" sldId="273"/>
            <ac:spMk id="430" creationId="{00000000-0000-0000-0000-000000000000}"/>
          </ac:spMkLst>
        </pc:spChg>
        <pc:spChg chg="del">
          <ac:chgData name="Sophia BUI" userId="5388e7d4eb368e7c" providerId="LiveId" clId="{BE58550D-8E23-4583-8E07-07830BA2D7C5}" dt="2026-05-17T02:31:57.653" v="1259" actId="478"/>
          <ac:spMkLst>
            <pc:docMk/>
            <pc:sldMk cId="0" sldId="273"/>
            <ac:spMk id="43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2:35.502" v="1274"/>
          <ac:spMkLst>
            <pc:docMk/>
            <pc:sldMk cId="0" sldId="273"/>
            <ac:spMk id="43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2:35.500" v="1272"/>
          <ac:spMkLst>
            <pc:docMk/>
            <pc:sldMk cId="0" sldId="273"/>
            <ac:spMk id="43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2:35.504" v="1276"/>
          <ac:spMkLst>
            <pc:docMk/>
            <pc:sldMk cId="0" sldId="273"/>
            <ac:spMk id="43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2:35.494" v="1268" actId="478"/>
          <ac:spMkLst>
            <pc:docMk/>
            <pc:sldMk cId="0" sldId="273"/>
            <ac:spMk id="43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4:16.608" v="1339"/>
          <ac:spMkLst>
            <pc:docMk/>
            <pc:sldMk cId="0" sldId="273"/>
            <ac:spMk id="43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2:35.498" v="1270"/>
          <ac:spMkLst>
            <pc:docMk/>
            <pc:sldMk cId="0" sldId="273"/>
            <ac:spMk id="43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4:16.609" v="1341"/>
          <ac:spMkLst>
            <pc:docMk/>
            <pc:sldMk cId="0" sldId="273"/>
            <ac:spMk id="438" creationId="{00000000-0000-0000-0000-000000000000}"/>
          </ac:spMkLst>
        </pc:spChg>
        <pc:spChg chg="mod">
          <ac:chgData name="Sophia BUI" userId="5388e7d4eb368e7c" providerId="LiveId" clId="{BE58550D-8E23-4583-8E07-07830BA2D7C5}" dt="2026-05-17T02:34:11.702" v="1337" actId="20577"/>
          <ac:spMkLst>
            <pc:docMk/>
            <pc:sldMk cId="0" sldId="273"/>
            <ac:spMk id="439" creationId="{00000000-0000-0000-0000-000000000000}"/>
          </ac:spMkLst>
        </pc:spChg>
      </pc:sldChg>
      <pc:sldChg chg="modSp add mod setBg">
        <pc:chgData name="Sophia BUI" userId="5388e7d4eb368e7c" providerId="LiveId" clId="{BE58550D-8E23-4583-8E07-07830BA2D7C5}" dt="2026-05-17T10:04:51.591" v="5849" actId="1076"/>
        <pc:sldMkLst>
          <pc:docMk/>
          <pc:sldMk cId="2160637959" sldId="273"/>
        </pc:sldMkLst>
        <pc:spChg chg="mod">
          <ac:chgData name="Sophia BUI" userId="5388e7d4eb368e7c" providerId="LiveId" clId="{BE58550D-8E23-4583-8E07-07830BA2D7C5}" dt="2026-05-17T10:04:51.591" v="5849" actId="1076"/>
          <ac:spMkLst>
            <pc:docMk/>
            <pc:sldMk cId="2160637959" sldId="273"/>
            <ac:spMk id="429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4:51.591" v="5849" actId="1076"/>
          <ac:spMkLst>
            <pc:docMk/>
            <pc:sldMk cId="2160637959" sldId="273"/>
            <ac:spMk id="430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4:35.496" v="5848" actId="6549"/>
          <ac:spMkLst>
            <pc:docMk/>
            <pc:sldMk cId="2160637959" sldId="273"/>
            <ac:spMk id="439" creationId="{00000000-0000-0000-0000-000000000000}"/>
          </ac:spMkLst>
        </pc:spChg>
      </pc:sldChg>
      <pc:sldChg chg="delSp modSp del mod">
        <pc:chgData name="Sophia BUI" userId="5388e7d4eb368e7c" providerId="LiveId" clId="{BE58550D-8E23-4583-8E07-07830BA2D7C5}" dt="2026-05-17T03:22:02.637" v="1620" actId="2696"/>
        <pc:sldMkLst>
          <pc:docMk/>
          <pc:sldMk cId="0" sldId="274"/>
        </pc:sldMkLst>
        <pc:spChg chg="mod">
          <ac:chgData name="Sophia BUI" userId="5388e7d4eb368e7c" providerId="LiveId" clId="{BE58550D-8E23-4583-8E07-07830BA2D7C5}" dt="2026-05-17T02:34:46.872" v="1342" actId="1076"/>
          <ac:spMkLst>
            <pc:docMk/>
            <pc:sldMk cId="0" sldId="274"/>
            <ac:spMk id="449" creationId="{00000000-0000-0000-0000-000000000000}"/>
          </ac:spMkLst>
        </pc:spChg>
        <pc:spChg chg="mod">
          <ac:chgData name="Sophia BUI" userId="5388e7d4eb368e7c" providerId="LiveId" clId="{BE58550D-8E23-4583-8E07-07830BA2D7C5}" dt="2026-05-17T02:34:46.872" v="1342" actId="1076"/>
          <ac:spMkLst>
            <pc:docMk/>
            <pc:sldMk cId="0" sldId="274"/>
            <ac:spMk id="450" creationId="{00000000-0000-0000-0000-000000000000}"/>
          </ac:spMkLst>
        </pc:spChg>
        <pc:spChg chg="del">
          <ac:chgData name="Sophia BUI" userId="5388e7d4eb368e7c" providerId="LiveId" clId="{BE58550D-8E23-4583-8E07-07830BA2D7C5}" dt="2026-05-17T02:34:48.939" v="1343" actId="478"/>
          <ac:spMkLst>
            <pc:docMk/>
            <pc:sldMk cId="0" sldId="274"/>
            <ac:spMk id="45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5:20.502" v="1359"/>
          <ac:spMkLst>
            <pc:docMk/>
            <pc:sldMk cId="0" sldId="274"/>
            <ac:spMk id="45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5:20.500" v="1357"/>
          <ac:spMkLst>
            <pc:docMk/>
            <pc:sldMk cId="0" sldId="274"/>
            <ac:spMk id="45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5:20.503" v="1361"/>
          <ac:spMkLst>
            <pc:docMk/>
            <pc:sldMk cId="0" sldId="274"/>
            <ac:spMk id="45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5:20.496" v="1353" actId="478"/>
          <ac:spMkLst>
            <pc:docMk/>
            <pc:sldMk cId="0" sldId="274"/>
            <ac:spMk id="45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5:20.505" v="1363"/>
          <ac:spMkLst>
            <pc:docMk/>
            <pc:sldMk cId="0" sldId="274"/>
            <ac:spMk id="45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5:20.498" v="1355"/>
          <ac:spMkLst>
            <pc:docMk/>
            <pc:sldMk cId="0" sldId="274"/>
            <ac:spMk id="45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6:22.970" v="1371"/>
          <ac:spMkLst>
            <pc:docMk/>
            <pc:sldMk cId="0" sldId="274"/>
            <ac:spMk id="458" creationId="{00000000-0000-0000-0000-000000000000}"/>
          </ac:spMkLst>
        </pc:spChg>
        <pc:spChg chg="mod">
          <ac:chgData name="Sophia BUI" userId="5388e7d4eb368e7c" providerId="LiveId" clId="{BE58550D-8E23-4583-8E07-07830BA2D7C5}" dt="2026-05-17T02:47:37.917" v="1513" actId="20577"/>
          <ac:spMkLst>
            <pc:docMk/>
            <pc:sldMk cId="0" sldId="274"/>
            <ac:spMk id="459" creationId="{00000000-0000-0000-0000-000000000000}"/>
          </ac:spMkLst>
        </pc:spChg>
      </pc:sldChg>
      <pc:sldChg chg="modSp add mod setBg">
        <pc:chgData name="Sophia BUI" userId="5388e7d4eb368e7c" providerId="LiveId" clId="{BE58550D-8E23-4583-8E07-07830BA2D7C5}" dt="2026-05-17T10:04:09.836" v="5846" actId="6549"/>
        <pc:sldMkLst>
          <pc:docMk/>
          <pc:sldMk cId="2269029955" sldId="274"/>
        </pc:sldMkLst>
        <pc:spChg chg="mod">
          <ac:chgData name="Sophia BUI" userId="5388e7d4eb368e7c" providerId="LiveId" clId="{BE58550D-8E23-4583-8E07-07830BA2D7C5}" dt="2026-05-17T03:28:56.553" v="1694" actId="1076"/>
          <ac:spMkLst>
            <pc:docMk/>
            <pc:sldMk cId="2269029955" sldId="274"/>
            <ac:spMk id="449" creationId="{00000000-0000-0000-0000-000000000000}"/>
          </ac:spMkLst>
        </pc:spChg>
        <pc:spChg chg="mod">
          <ac:chgData name="Sophia BUI" userId="5388e7d4eb368e7c" providerId="LiveId" clId="{BE58550D-8E23-4583-8E07-07830BA2D7C5}" dt="2026-05-17T03:28:56.553" v="1694" actId="1076"/>
          <ac:spMkLst>
            <pc:docMk/>
            <pc:sldMk cId="2269029955" sldId="274"/>
            <ac:spMk id="450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4:09.836" v="5846" actId="6549"/>
          <ac:spMkLst>
            <pc:docMk/>
            <pc:sldMk cId="2269029955" sldId="274"/>
            <ac:spMk id="459" creationId="{00000000-0000-0000-0000-000000000000}"/>
          </ac:spMkLst>
        </pc:spChg>
        <pc:spChg chg="mod">
          <ac:chgData name="Sophia BUI" userId="5388e7d4eb368e7c" providerId="LiveId" clId="{BE58550D-8E23-4583-8E07-07830BA2D7C5}" dt="2026-05-17T03:34:31.036" v="1760" actId="20577"/>
          <ac:spMkLst>
            <pc:docMk/>
            <pc:sldMk cId="2269029955" sldId="274"/>
            <ac:spMk id="461" creationId="{00000000-0000-0000-0000-000000000000}"/>
          </ac:spMkLst>
        </pc:spChg>
      </pc:sldChg>
      <pc:sldChg chg="addSp delSp modSp del mod">
        <pc:chgData name="Sophia BUI" userId="5388e7d4eb368e7c" providerId="LiveId" clId="{BE58550D-8E23-4583-8E07-07830BA2D7C5}" dt="2026-05-17T03:22:02.637" v="1620" actId="2696"/>
        <pc:sldMkLst>
          <pc:docMk/>
          <pc:sldMk cId="0" sldId="275"/>
        </pc:sldMkLst>
        <pc:spChg chg="mod">
          <ac:chgData name="Sophia BUI" userId="5388e7d4eb368e7c" providerId="LiveId" clId="{BE58550D-8E23-4583-8E07-07830BA2D7C5}" dt="2026-05-17T02:37:50.343" v="1392" actId="1076"/>
          <ac:spMkLst>
            <pc:docMk/>
            <pc:sldMk cId="0" sldId="275"/>
            <ac:spMk id="469" creationId="{00000000-0000-0000-0000-000000000000}"/>
          </ac:spMkLst>
        </pc:spChg>
        <pc:spChg chg="mod">
          <ac:chgData name="Sophia BUI" userId="5388e7d4eb368e7c" providerId="LiveId" clId="{BE58550D-8E23-4583-8E07-07830BA2D7C5}" dt="2026-05-17T02:37:50.343" v="1392" actId="1076"/>
          <ac:spMkLst>
            <pc:docMk/>
            <pc:sldMk cId="0" sldId="275"/>
            <ac:spMk id="470" creationId="{00000000-0000-0000-0000-000000000000}"/>
          </ac:spMkLst>
        </pc:spChg>
        <pc:spChg chg="del">
          <ac:chgData name="Sophia BUI" userId="5388e7d4eb368e7c" providerId="LiveId" clId="{BE58550D-8E23-4583-8E07-07830BA2D7C5}" dt="2026-05-17T02:37:54.549" v="1393" actId="478"/>
          <ac:spMkLst>
            <pc:docMk/>
            <pc:sldMk cId="0" sldId="275"/>
            <ac:spMk id="47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7:54.551" v="1395"/>
          <ac:spMkLst>
            <pc:docMk/>
            <pc:sldMk cId="0" sldId="275"/>
            <ac:spMk id="47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6:48.744" v="1377" actId="478"/>
          <ac:spMkLst>
            <pc:docMk/>
            <pc:sldMk cId="0" sldId="275"/>
            <ac:spMk id="47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7:54.553" v="1397"/>
          <ac:spMkLst>
            <pc:docMk/>
            <pc:sldMk cId="0" sldId="275"/>
            <ac:spMk id="47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6:48.748" v="1381"/>
          <ac:spMkLst>
            <pc:docMk/>
            <pc:sldMk cId="0" sldId="275"/>
            <ac:spMk id="47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7:54.555" v="1399"/>
          <ac:spMkLst>
            <pc:docMk/>
            <pc:sldMk cId="0" sldId="275"/>
            <ac:spMk id="47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6:48.746" v="1379"/>
          <ac:spMkLst>
            <pc:docMk/>
            <pc:sldMk cId="0" sldId="275"/>
            <ac:spMk id="47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7:54.557" v="1401"/>
          <ac:spMkLst>
            <pc:docMk/>
            <pc:sldMk cId="0" sldId="275"/>
            <ac:spMk id="478" creationId="{00000000-0000-0000-0000-000000000000}"/>
          </ac:spMkLst>
        </pc:spChg>
        <pc:spChg chg="mod">
          <ac:chgData name="Sophia BUI" userId="5388e7d4eb368e7c" providerId="LiveId" clId="{BE58550D-8E23-4583-8E07-07830BA2D7C5}" dt="2026-05-17T02:38:01.626" v="1402" actId="14100"/>
          <ac:spMkLst>
            <pc:docMk/>
            <pc:sldMk cId="0" sldId="275"/>
            <ac:spMk id="47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7:16:40.425" v="69" actId="1582"/>
          <ac:picMkLst>
            <pc:docMk/>
            <pc:sldMk cId="0" sldId="275"/>
            <ac:picMk id="2" creationId="{2A8811F7-CCE5-721D-72FF-66757DC9723D}"/>
          </ac:picMkLst>
        </pc:picChg>
        <pc:picChg chg="del">
          <ac:chgData name="Sophia BUI" userId="5388e7d4eb368e7c" providerId="LiveId" clId="{BE58550D-8E23-4583-8E07-07830BA2D7C5}" dt="2026-05-16T07:16:05.352" v="66" actId="478"/>
          <ac:picMkLst>
            <pc:docMk/>
            <pc:sldMk cId="0" sldId="275"/>
            <ac:picMk id="46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7:15:54.560" v="62" actId="478"/>
          <ac:picMkLst>
            <pc:docMk/>
            <pc:sldMk cId="0" sldId="275"/>
            <ac:picMk id="480" creationId="{00000000-0000-0000-0000-000000000000}"/>
          </ac:picMkLst>
        </pc:picChg>
      </pc:sldChg>
      <pc:sldChg chg="modSp add mod setBg">
        <pc:chgData name="Sophia BUI" userId="5388e7d4eb368e7c" providerId="LiveId" clId="{BE58550D-8E23-4583-8E07-07830BA2D7C5}" dt="2026-05-17T10:03:38.242" v="5844" actId="113"/>
        <pc:sldMkLst>
          <pc:docMk/>
          <pc:sldMk cId="879067660" sldId="275"/>
        </pc:sldMkLst>
        <pc:spChg chg="mod">
          <ac:chgData name="Sophia BUI" userId="5388e7d4eb368e7c" providerId="LiveId" clId="{BE58550D-8E23-4583-8E07-07830BA2D7C5}" dt="2026-05-17T03:35:56.535" v="1778" actId="1076"/>
          <ac:spMkLst>
            <pc:docMk/>
            <pc:sldMk cId="879067660" sldId="275"/>
            <ac:spMk id="469" creationId="{00000000-0000-0000-0000-000000000000}"/>
          </ac:spMkLst>
        </pc:spChg>
        <pc:spChg chg="mod">
          <ac:chgData name="Sophia BUI" userId="5388e7d4eb368e7c" providerId="LiveId" clId="{BE58550D-8E23-4583-8E07-07830BA2D7C5}" dt="2026-05-17T03:35:56.535" v="1778" actId="1076"/>
          <ac:spMkLst>
            <pc:docMk/>
            <pc:sldMk cId="879067660" sldId="275"/>
            <ac:spMk id="470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3:38.242" v="5844" actId="113"/>
          <ac:spMkLst>
            <pc:docMk/>
            <pc:sldMk cId="879067660" sldId="275"/>
            <ac:spMk id="479" creationId="{00000000-0000-0000-0000-000000000000}"/>
          </ac:spMkLst>
        </pc:spChg>
        <pc:picChg chg="mod">
          <ac:chgData name="Sophia BUI" userId="5388e7d4eb368e7c" providerId="LiveId" clId="{BE58550D-8E23-4583-8E07-07830BA2D7C5}" dt="2026-05-17T10:02:56.527" v="5842" actId="14100"/>
          <ac:picMkLst>
            <pc:docMk/>
            <pc:sldMk cId="879067660" sldId="275"/>
            <ac:picMk id="2" creationId="{2A8811F7-CCE5-721D-72FF-66757DC9723D}"/>
          </ac:picMkLst>
        </pc:picChg>
      </pc:sldChg>
      <pc:sldChg chg="addSp delSp modSp del mod">
        <pc:chgData name="Sophia BUI" userId="5388e7d4eb368e7c" providerId="LiveId" clId="{BE58550D-8E23-4583-8E07-07830BA2D7C5}" dt="2026-05-17T03:22:02.637" v="1620" actId="2696"/>
        <pc:sldMkLst>
          <pc:docMk/>
          <pc:sldMk cId="0" sldId="276"/>
        </pc:sldMkLst>
        <pc:spChg chg="del mod">
          <ac:chgData name="Sophia BUI" userId="5388e7d4eb368e7c" providerId="LiveId" clId="{BE58550D-8E23-4583-8E07-07830BA2D7C5}" dt="2026-05-17T02:40:14.255" v="1425"/>
          <ac:spMkLst>
            <pc:docMk/>
            <pc:sldMk cId="0" sldId="276"/>
            <ac:spMk id="49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8:52.331" v="1409" actId="478"/>
          <ac:spMkLst>
            <pc:docMk/>
            <pc:sldMk cId="0" sldId="276"/>
            <ac:spMk id="49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0:14.256" v="1427"/>
          <ac:spMkLst>
            <pc:docMk/>
            <pc:sldMk cId="0" sldId="276"/>
            <ac:spMk id="49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8:52.335" v="1413"/>
          <ac:spMkLst>
            <pc:docMk/>
            <pc:sldMk cId="0" sldId="276"/>
            <ac:spMk id="49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0:14.257" v="1429"/>
          <ac:spMkLst>
            <pc:docMk/>
            <pc:sldMk cId="0" sldId="276"/>
            <ac:spMk id="49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38:52.333" v="1411"/>
          <ac:spMkLst>
            <pc:docMk/>
            <pc:sldMk cId="0" sldId="276"/>
            <ac:spMk id="49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40:14.258" v="1431"/>
          <ac:spMkLst>
            <pc:docMk/>
            <pc:sldMk cId="0" sldId="276"/>
            <ac:spMk id="498" creationId="{00000000-0000-0000-0000-000000000000}"/>
          </ac:spMkLst>
        </pc:spChg>
        <pc:spChg chg="mod">
          <ac:chgData name="Sophia BUI" userId="5388e7d4eb368e7c" providerId="LiveId" clId="{BE58550D-8E23-4583-8E07-07830BA2D7C5}" dt="2026-05-17T02:39:49.065" v="1423" actId="14100"/>
          <ac:spMkLst>
            <pc:docMk/>
            <pc:sldMk cId="0" sldId="276"/>
            <ac:spMk id="499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6T07:16:47.148" v="70" actId="478"/>
          <ac:picMkLst>
            <pc:docMk/>
            <pc:sldMk cId="0" sldId="276"/>
            <ac:picMk id="3" creationId="{471BC0F4-CDE9-1A0C-01AD-2D47A11E6191}"/>
          </ac:picMkLst>
        </pc:picChg>
        <pc:picChg chg="add mod">
          <ac:chgData name="Sophia BUI" userId="5388e7d4eb368e7c" providerId="LiveId" clId="{BE58550D-8E23-4583-8E07-07830BA2D7C5}" dt="2026-05-16T07:17:26.331" v="75" actId="1582"/>
          <ac:picMkLst>
            <pc:docMk/>
            <pc:sldMk cId="0" sldId="276"/>
            <ac:picMk id="4" creationId="{5CF87ECD-30E4-E311-5DC0-042206C2D507}"/>
          </ac:picMkLst>
        </pc:picChg>
        <pc:picChg chg="del">
          <ac:chgData name="Sophia BUI" userId="5388e7d4eb368e7c" providerId="LiveId" clId="{BE58550D-8E23-4583-8E07-07830BA2D7C5}" dt="2026-05-16T06:00:37.196" v="47" actId="478"/>
          <ac:picMkLst>
            <pc:docMk/>
            <pc:sldMk cId="0" sldId="276"/>
            <ac:picMk id="48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6:00:37.196" v="47" actId="478"/>
          <ac:picMkLst>
            <pc:docMk/>
            <pc:sldMk cId="0" sldId="276"/>
            <ac:picMk id="500" creationId="{00000000-0000-0000-0000-000000000000}"/>
          </ac:picMkLst>
        </pc:picChg>
      </pc:sldChg>
      <pc:sldChg chg="delSp modSp add mod setBg">
        <pc:chgData name="Sophia BUI" userId="5388e7d4eb368e7c" providerId="LiveId" clId="{BE58550D-8E23-4583-8E07-07830BA2D7C5}" dt="2026-05-17T10:01:56.434" v="5836" actId="948"/>
        <pc:sldMkLst>
          <pc:docMk/>
          <pc:sldMk cId="2234176772" sldId="276"/>
        </pc:sldMkLst>
        <pc:spChg chg="mod">
          <ac:chgData name="Sophia BUI" userId="5388e7d4eb368e7c" providerId="LiveId" clId="{BE58550D-8E23-4583-8E07-07830BA2D7C5}" dt="2026-05-17T03:37:36.278" v="1785" actId="14100"/>
          <ac:spMkLst>
            <pc:docMk/>
            <pc:sldMk cId="2234176772" sldId="276"/>
            <ac:spMk id="489" creationId="{00000000-0000-0000-0000-000000000000}"/>
          </ac:spMkLst>
        </pc:spChg>
        <pc:spChg chg="mod">
          <ac:chgData name="Sophia BUI" userId="5388e7d4eb368e7c" providerId="LiveId" clId="{BE58550D-8E23-4583-8E07-07830BA2D7C5}" dt="2026-05-17T03:37:29.398" v="1783" actId="1076"/>
          <ac:spMkLst>
            <pc:docMk/>
            <pc:sldMk cId="2234176772" sldId="276"/>
            <ac:spMk id="490" creationId="{00000000-0000-0000-0000-000000000000}"/>
          </ac:spMkLst>
        </pc:spChg>
        <pc:spChg chg="del">
          <ac:chgData name="Sophia BUI" userId="5388e7d4eb368e7c" providerId="LiveId" clId="{BE58550D-8E23-4583-8E07-07830BA2D7C5}" dt="2026-05-17T03:30:59.378" v="1708" actId="478"/>
          <ac:spMkLst>
            <pc:docMk/>
            <pc:sldMk cId="2234176772" sldId="276"/>
            <ac:spMk id="491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1:56.434" v="5836" actId="948"/>
          <ac:spMkLst>
            <pc:docMk/>
            <pc:sldMk cId="2234176772" sldId="276"/>
            <ac:spMk id="499" creationId="{00000000-0000-0000-0000-000000000000}"/>
          </ac:spMkLst>
        </pc:spChg>
      </pc:sldChg>
      <pc:sldChg chg="addSp delSp modSp del mod">
        <pc:chgData name="Sophia BUI" userId="5388e7d4eb368e7c" providerId="LiveId" clId="{BE58550D-8E23-4583-8E07-07830BA2D7C5}" dt="2026-05-17T03:22:02.637" v="1620" actId="2696"/>
        <pc:sldMkLst>
          <pc:docMk/>
          <pc:sldMk cId="0" sldId="277"/>
        </pc:sldMkLst>
        <pc:spChg chg="mod">
          <ac:chgData name="Sophia BUI" userId="5388e7d4eb368e7c" providerId="LiveId" clId="{BE58550D-8E23-4583-8E07-07830BA2D7C5}" dt="2026-05-16T09:24:23.890" v="607" actId="1076"/>
          <ac:spMkLst>
            <pc:docMk/>
            <pc:sldMk cId="0" sldId="277"/>
            <ac:spMk id="509" creationId="{00000000-0000-0000-0000-000000000000}"/>
          </ac:spMkLst>
        </pc:spChg>
        <pc:spChg chg="mod">
          <ac:chgData name="Sophia BUI" userId="5388e7d4eb368e7c" providerId="LiveId" clId="{BE58550D-8E23-4583-8E07-07830BA2D7C5}" dt="2026-05-16T09:24:23.890" v="607" actId="1076"/>
          <ac:spMkLst>
            <pc:docMk/>
            <pc:sldMk cId="0" sldId="277"/>
            <ac:spMk id="510" creationId="{00000000-0000-0000-0000-000000000000}"/>
          </ac:spMkLst>
        </pc:spChg>
        <pc:spChg chg="del">
          <ac:chgData name="Sophia BUI" userId="5388e7d4eb368e7c" providerId="LiveId" clId="{BE58550D-8E23-4583-8E07-07830BA2D7C5}" dt="2026-05-16T09:24:27.047" v="608" actId="478"/>
          <ac:spMkLst>
            <pc:docMk/>
            <pc:sldMk cId="0" sldId="277"/>
            <ac:spMk id="511" creationId="{00000000-0000-0000-0000-000000000000}"/>
          </ac:spMkLst>
        </pc:spChg>
        <pc:spChg chg="mod">
          <ac:chgData name="Sophia BUI" userId="5388e7d4eb368e7c" providerId="LiveId" clId="{BE58550D-8E23-4583-8E07-07830BA2D7C5}" dt="2026-05-17T02:48:49.203" v="1515" actId="21"/>
          <ac:spMkLst>
            <pc:docMk/>
            <pc:sldMk cId="0" sldId="277"/>
            <ac:spMk id="51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23:24.254" v="593"/>
          <ac:spMkLst>
            <pc:docMk/>
            <pc:sldMk cId="0" sldId="277"/>
            <ac:spMk id="51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23:06.749" v="586" actId="478"/>
          <ac:spMkLst>
            <pc:docMk/>
            <pc:sldMk cId="0" sldId="277"/>
            <ac:spMk id="51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23:40.805" v="599"/>
          <ac:spMkLst>
            <pc:docMk/>
            <pc:sldMk cId="0" sldId="277"/>
            <ac:spMk id="516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23:24.252" v="591" actId="478"/>
          <ac:spMkLst>
            <pc:docMk/>
            <pc:sldMk cId="0" sldId="277"/>
            <ac:spMk id="51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24:27.048" v="610"/>
          <ac:spMkLst>
            <pc:docMk/>
            <pc:sldMk cId="0" sldId="277"/>
            <ac:spMk id="518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23:40.804" v="597" actId="478"/>
          <ac:spMkLst>
            <pc:docMk/>
            <pc:sldMk cId="0" sldId="277"/>
            <ac:spMk id="519" creationId="{00000000-0000-0000-0000-000000000000}"/>
          </ac:spMkLst>
        </pc:spChg>
        <pc:spChg chg="mod">
          <ac:chgData name="Sophia BUI" userId="5388e7d4eb368e7c" providerId="LiveId" clId="{BE58550D-8E23-4583-8E07-07830BA2D7C5}" dt="2026-05-16T09:22:23.347" v="582" actId="108"/>
          <ac:spMkLst>
            <pc:docMk/>
            <pc:sldMk cId="0" sldId="277"/>
            <ac:spMk id="521" creationId="{00000000-0000-0000-0000-000000000000}"/>
          </ac:spMkLst>
        </pc:spChg>
        <pc:graphicFrameChg chg="add del modGraphic">
          <ac:chgData name="Sophia BUI" userId="5388e7d4eb368e7c" providerId="LiveId" clId="{BE58550D-8E23-4583-8E07-07830BA2D7C5}" dt="2026-05-16T09:22:13.649" v="581" actId="27309"/>
          <ac:graphicFrameMkLst>
            <pc:docMk/>
            <pc:sldMk cId="0" sldId="277"/>
            <ac:graphicFrameMk id="4" creationId="{D80A0728-A737-188E-152F-8FCD75B3419F}"/>
          </ac:graphicFrameMkLst>
        </pc:graphicFrameChg>
        <pc:picChg chg="add mod ord">
          <ac:chgData name="Sophia BUI" userId="5388e7d4eb368e7c" providerId="LiveId" clId="{BE58550D-8E23-4583-8E07-07830BA2D7C5}" dt="2026-05-16T09:24:12.305" v="606" actId="1076"/>
          <ac:picMkLst>
            <pc:docMk/>
            <pc:sldMk cId="0" sldId="277"/>
            <ac:picMk id="2" creationId="{971BC3FB-B317-B920-0EF5-72C5BA6C8C77}"/>
          </ac:picMkLst>
        </pc:picChg>
        <pc:picChg chg="del">
          <ac:chgData name="Sophia BUI" userId="5388e7d4eb368e7c" providerId="LiveId" clId="{BE58550D-8E23-4583-8E07-07830BA2D7C5}" dt="2026-05-16T09:21:36.496" v="577" actId="478"/>
          <ac:picMkLst>
            <pc:docMk/>
            <pc:sldMk cId="0" sldId="277"/>
            <ac:picMk id="507" creationId="{00000000-0000-0000-0000-000000000000}"/>
          </ac:picMkLst>
        </pc:picChg>
      </pc:sldChg>
      <pc:sldChg chg="addSp delSp modSp add mod ord setBg">
        <pc:chgData name="Sophia BUI" userId="5388e7d4eb368e7c" providerId="LiveId" clId="{BE58550D-8E23-4583-8E07-07830BA2D7C5}" dt="2026-05-17T10:12:34.660" v="5978" actId="1076"/>
        <pc:sldMkLst>
          <pc:docMk/>
          <pc:sldMk cId="2066847606" sldId="277"/>
        </pc:sldMkLst>
        <pc:spChg chg="add mod">
          <ac:chgData name="Sophia BUI" userId="5388e7d4eb368e7c" providerId="LiveId" clId="{BE58550D-8E23-4583-8E07-07830BA2D7C5}" dt="2026-05-17T10:12:34.660" v="5978" actId="1076"/>
          <ac:spMkLst>
            <pc:docMk/>
            <pc:sldMk cId="2066847606" sldId="277"/>
            <ac:spMk id="3" creationId="{00000000-0000-0000-0000-000000000000}"/>
          </ac:spMkLst>
        </pc:spChg>
        <pc:spChg chg="add mod">
          <ac:chgData name="Sophia BUI" userId="5388e7d4eb368e7c" providerId="LiveId" clId="{BE58550D-8E23-4583-8E07-07830BA2D7C5}" dt="2026-05-17T10:12:12.908" v="5976" actId="1076"/>
          <ac:spMkLst>
            <pc:docMk/>
            <pc:sldMk cId="2066847606" sldId="277"/>
            <ac:spMk id="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1:22.016" v="5834" actId="21"/>
          <ac:spMkLst>
            <pc:docMk/>
            <pc:sldMk cId="2066847606" sldId="277"/>
            <ac:spMk id="50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1:22.016" v="5834" actId="21"/>
          <ac:spMkLst>
            <pc:docMk/>
            <pc:sldMk cId="2066847606" sldId="277"/>
            <ac:spMk id="510" creationId="{00000000-0000-0000-0000-000000000000}"/>
          </ac:spMkLst>
        </pc:spChg>
        <pc:spChg chg="mod">
          <ac:chgData name="Sophia BUI" userId="5388e7d4eb368e7c" providerId="LiveId" clId="{BE58550D-8E23-4583-8E07-07830BA2D7C5}" dt="2026-05-17T10:11:53.400" v="5974" actId="948"/>
          <ac:spMkLst>
            <pc:docMk/>
            <pc:sldMk cId="2066847606" sldId="277"/>
            <ac:spMk id="513" creationId="{00000000-0000-0000-0000-000000000000}"/>
          </ac:spMkLst>
        </pc:spChg>
      </pc:sldChg>
      <pc:sldChg chg="addSp delSp modSp del mod ord">
        <pc:chgData name="Sophia BUI" userId="5388e7d4eb368e7c" providerId="LiveId" clId="{BE58550D-8E23-4583-8E07-07830BA2D7C5}" dt="2026-05-16T08:26:13.554" v="378" actId="2696"/>
        <pc:sldMkLst>
          <pc:docMk/>
          <pc:sldMk cId="0" sldId="278"/>
        </pc:sldMkLst>
        <pc:spChg chg="mod">
          <ac:chgData name="Sophia BUI" userId="5388e7d4eb368e7c" providerId="LiveId" clId="{BE58550D-8E23-4583-8E07-07830BA2D7C5}" dt="2026-05-16T07:54:26.995" v="112" actId="1076"/>
          <ac:spMkLst>
            <pc:docMk/>
            <pc:sldMk cId="0" sldId="278"/>
            <ac:spMk id="529" creationId="{00000000-0000-0000-0000-000000000000}"/>
          </ac:spMkLst>
        </pc:spChg>
        <pc:spChg chg="mod">
          <ac:chgData name="Sophia BUI" userId="5388e7d4eb368e7c" providerId="LiveId" clId="{BE58550D-8E23-4583-8E07-07830BA2D7C5}" dt="2026-05-16T07:54:26.995" v="112" actId="1076"/>
          <ac:spMkLst>
            <pc:docMk/>
            <pc:sldMk cId="0" sldId="278"/>
            <ac:spMk id="530" creationId="{00000000-0000-0000-0000-000000000000}"/>
          </ac:spMkLst>
        </pc:spChg>
        <pc:spChg chg="del">
          <ac:chgData name="Sophia BUI" userId="5388e7d4eb368e7c" providerId="LiveId" clId="{BE58550D-8E23-4583-8E07-07830BA2D7C5}" dt="2026-05-16T07:51:08.625" v="79" actId="478"/>
          <ac:spMkLst>
            <pc:docMk/>
            <pc:sldMk cId="0" sldId="278"/>
            <ac:spMk id="53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2:38.244" v="106"/>
          <ac:spMkLst>
            <pc:docMk/>
            <pc:sldMk cId="0" sldId="278"/>
            <ac:spMk id="532" creationId="{00000000-0000-0000-0000-000000000000}"/>
          </ac:spMkLst>
        </pc:spChg>
        <pc:spChg chg="mod">
          <ac:chgData name="Sophia BUI" userId="5388e7d4eb368e7c" providerId="LiveId" clId="{BE58550D-8E23-4583-8E07-07830BA2D7C5}" dt="2026-05-16T07:55:36.202" v="114" actId="1076"/>
          <ac:spMkLst>
            <pc:docMk/>
            <pc:sldMk cId="0" sldId="278"/>
            <ac:spMk id="53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2:38.243" v="104"/>
          <ac:spMkLst>
            <pc:docMk/>
            <pc:sldMk cId="0" sldId="278"/>
            <ac:spMk id="53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1:23.436" v="81" actId="478"/>
          <ac:spMkLst>
            <pc:docMk/>
            <pc:sldMk cId="0" sldId="278"/>
            <ac:spMk id="53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2:38.243" v="102"/>
          <ac:spMkLst>
            <pc:docMk/>
            <pc:sldMk cId="0" sldId="278"/>
            <ac:spMk id="536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1:37.249" v="85" actId="478"/>
          <ac:spMkLst>
            <pc:docMk/>
            <pc:sldMk cId="0" sldId="278"/>
            <ac:spMk id="53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2:38.242" v="100"/>
          <ac:spMkLst>
            <pc:docMk/>
            <pc:sldMk cId="0" sldId="278"/>
            <ac:spMk id="538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1:44.979" v="88" actId="478"/>
          <ac:spMkLst>
            <pc:docMk/>
            <pc:sldMk cId="0" sldId="278"/>
            <ac:spMk id="539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6T07:53:59.690" v="107" actId="478"/>
          <ac:picMkLst>
            <pc:docMk/>
            <pc:sldMk cId="0" sldId="278"/>
            <ac:picMk id="3" creationId="{CE5356B6-4BCB-6526-9802-A575DD058359}"/>
          </ac:picMkLst>
        </pc:picChg>
        <pc:picChg chg="add mod">
          <ac:chgData name="Sophia BUI" userId="5388e7d4eb368e7c" providerId="LiveId" clId="{BE58550D-8E23-4583-8E07-07830BA2D7C5}" dt="2026-05-16T07:54:14.675" v="111" actId="14100"/>
          <ac:picMkLst>
            <pc:docMk/>
            <pc:sldMk cId="0" sldId="278"/>
            <ac:picMk id="4" creationId="{D02FE846-3F00-97A3-382A-5C533B98FF97}"/>
          </ac:picMkLst>
        </pc:picChg>
        <pc:picChg chg="del">
          <ac:chgData name="Sophia BUI" userId="5388e7d4eb368e7c" providerId="LiveId" clId="{BE58550D-8E23-4583-8E07-07830BA2D7C5}" dt="2026-05-16T06:01:08.823" v="50" actId="478"/>
          <ac:picMkLst>
            <pc:docMk/>
            <pc:sldMk cId="0" sldId="278"/>
            <ac:picMk id="52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6:01:08.823" v="50" actId="478"/>
          <ac:picMkLst>
            <pc:docMk/>
            <pc:sldMk cId="0" sldId="278"/>
            <ac:picMk id="540" creationId="{00000000-0000-0000-0000-000000000000}"/>
          </ac:picMkLst>
        </pc:picChg>
      </pc:sldChg>
      <pc:sldChg chg="add del ord setBg">
        <pc:chgData name="Sophia BUI" userId="5388e7d4eb368e7c" providerId="LiveId" clId="{BE58550D-8E23-4583-8E07-07830BA2D7C5}" dt="2026-05-16T13:43:03.429" v="668" actId="2696"/>
        <pc:sldMkLst>
          <pc:docMk/>
          <pc:sldMk cId="1744014584" sldId="278"/>
        </pc:sldMkLst>
      </pc:sldChg>
      <pc:sldChg chg="modSp add mod">
        <pc:chgData name="Sophia BUI" userId="5388e7d4eb368e7c" providerId="LiveId" clId="{BE58550D-8E23-4583-8E07-07830BA2D7C5}" dt="2026-05-17T08:45:46.063" v="4685" actId="6549"/>
        <pc:sldMkLst>
          <pc:docMk/>
          <pc:sldMk cId="3049306199" sldId="278"/>
        </pc:sldMkLst>
        <pc:spChg chg="mod">
          <ac:chgData name="Sophia BUI" userId="5388e7d4eb368e7c" providerId="LiveId" clId="{BE58550D-8E23-4583-8E07-07830BA2D7C5}" dt="2026-05-17T04:04:59.891" v="2122" actId="1076"/>
          <ac:spMkLst>
            <pc:docMk/>
            <pc:sldMk cId="3049306199" sldId="278"/>
            <ac:spMk id="533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5:46.063" v="4685" actId="6549"/>
          <ac:spMkLst>
            <pc:docMk/>
            <pc:sldMk cId="3049306199" sldId="278"/>
            <ac:spMk id="541" creationId="{00000000-0000-0000-0000-000000000000}"/>
          </ac:spMkLst>
        </pc:spChg>
      </pc:sldChg>
      <pc:sldChg chg="delSp modSp del mod ord">
        <pc:chgData name="Sophia BUI" userId="5388e7d4eb368e7c" providerId="LiveId" clId="{BE58550D-8E23-4583-8E07-07830BA2D7C5}" dt="2026-05-16T08:26:13.554" v="378" actId="2696"/>
        <pc:sldMkLst>
          <pc:docMk/>
          <pc:sldMk cId="0" sldId="279"/>
        </pc:sldMkLst>
        <pc:spChg chg="mod">
          <ac:chgData name="Sophia BUI" userId="5388e7d4eb368e7c" providerId="LiveId" clId="{BE58550D-8E23-4583-8E07-07830BA2D7C5}" dt="2026-05-16T07:57:46.267" v="145" actId="1076"/>
          <ac:spMkLst>
            <pc:docMk/>
            <pc:sldMk cId="0" sldId="279"/>
            <ac:spMk id="549" creationId="{00000000-0000-0000-0000-000000000000}"/>
          </ac:spMkLst>
        </pc:spChg>
        <pc:spChg chg="mod">
          <ac:chgData name="Sophia BUI" userId="5388e7d4eb368e7c" providerId="LiveId" clId="{BE58550D-8E23-4583-8E07-07830BA2D7C5}" dt="2026-05-16T07:57:46.267" v="145" actId="1076"/>
          <ac:spMkLst>
            <pc:docMk/>
            <pc:sldMk cId="0" sldId="279"/>
            <ac:spMk id="550" creationId="{00000000-0000-0000-0000-000000000000}"/>
          </ac:spMkLst>
        </pc:spChg>
        <pc:spChg chg="del">
          <ac:chgData name="Sophia BUI" userId="5388e7d4eb368e7c" providerId="LiveId" clId="{BE58550D-8E23-4583-8E07-07830BA2D7C5}" dt="2026-05-16T07:56:55.762" v="131" actId="478"/>
          <ac:spMkLst>
            <pc:docMk/>
            <pc:sldMk cId="0" sldId="279"/>
            <ac:spMk id="55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6:55.763" v="133"/>
          <ac:spMkLst>
            <pc:docMk/>
            <pc:sldMk cId="0" sldId="279"/>
            <ac:spMk id="552" creationId="{00000000-0000-0000-0000-000000000000}"/>
          </ac:spMkLst>
        </pc:spChg>
        <pc:spChg chg="mod">
          <ac:chgData name="Sophia BUI" userId="5388e7d4eb368e7c" providerId="LiveId" clId="{BE58550D-8E23-4583-8E07-07830BA2D7C5}" dt="2026-05-16T07:57:15.315" v="140" actId="2710"/>
          <ac:spMkLst>
            <pc:docMk/>
            <pc:sldMk cId="0" sldId="279"/>
            <ac:spMk id="55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7:16.475" v="144"/>
          <ac:spMkLst>
            <pc:docMk/>
            <pc:sldMk cId="0" sldId="279"/>
            <ac:spMk id="55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6:04.838" v="117" actId="478"/>
          <ac:spMkLst>
            <pc:docMk/>
            <pc:sldMk cId="0" sldId="279"/>
            <ac:spMk id="55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7:16.474" v="142"/>
          <ac:spMkLst>
            <pc:docMk/>
            <pc:sldMk cId="0" sldId="279"/>
            <ac:spMk id="556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6:15.131" v="121" actId="478"/>
          <ac:spMkLst>
            <pc:docMk/>
            <pc:sldMk cId="0" sldId="279"/>
            <ac:spMk id="55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6:55.763" v="135"/>
          <ac:spMkLst>
            <pc:docMk/>
            <pc:sldMk cId="0" sldId="279"/>
            <ac:spMk id="558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6:23.704" v="124" actId="478"/>
          <ac:spMkLst>
            <pc:docMk/>
            <pc:sldMk cId="0" sldId="279"/>
            <ac:spMk id="559" creationId="{00000000-0000-0000-0000-000000000000}"/>
          </ac:spMkLst>
        </pc:spChg>
        <pc:picChg chg="mod">
          <ac:chgData name="Sophia BUI" userId="5388e7d4eb368e7c" providerId="LiveId" clId="{BE58550D-8E23-4583-8E07-07830BA2D7C5}" dt="2026-05-16T07:18:41.832" v="77" actId="14100"/>
          <ac:picMkLst>
            <pc:docMk/>
            <pc:sldMk cId="0" sldId="279"/>
            <ac:picMk id="560" creationId="{00000000-0000-0000-0000-000000000000}"/>
          </ac:picMkLst>
        </pc:picChg>
      </pc:sldChg>
      <pc:sldChg chg="add del ord setBg">
        <pc:chgData name="Sophia BUI" userId="5388e7d4eb368e7c" providerId="LiveId" clId="{BE58550D-8E23-4583-8E07-07830BA2D7C5}" dt="2026-05-16T13:43:03.429" v="668" actId="2696"/>
        <pc:sldMkLst>
          <pc:docMk/>
          <pc:sldMk cId="955214887" sldId="279"/>
        </pc:sldMkLst>
      </pc:sldChg>
      <pc:sldChg chg="addSp delSp modSp add mod ord">
        <pc:chgData name="Sophia BUI" userId="5388e7d4eb368e7c" providerId="LiveId" clId="{BE58550D-8E23-4583-8E07-07830BA2D7C5}" dt="2026-05-17T09:10:24.737" v="5159" actId="1037"/>
        <pc:sldMkLst>
          <pc:docMk/>
          <pc:sldMk cId="4105273526" sldId="279"/>
        </pc:sldMkLst>
        <pc:spChg chg="add">
          <ac:chgData name="Sophia BUI" userId="5388e7d4eb368e7c" providerId="LiveId" clId="{BE58550D-8E23-4583-8E07-07830BA2D7C5}" dt="2026-05-17T07:26:10.344" v="3099"/>
          <ac:spMkLst>
            <pc:docMk/>
            <pc:sldMk cId="4105273526" sldId="279"/>
            <ac:spMk id="2" creationId="{661A3467-9EA9-2172-1501-419DFD32B29E}"/>
          </ac:spMkLst>
        </pc:spChg>
        <pc:spChg chg="add mod">
          <ac:chgData name="Sophia BUI" userId="5388e7d4eb368e7c" providerId="LiveId" clId="{BE58550D-8E23-4583-8E07-07830BA2D7C5}" dt="2026-05-17T08:55:30.292" v="4839" actId="1076"/>
          <ac:spMkLst>
            <pc:docMk/>
            <pc:sldMk cId="4105273526" sldId="279"/>
            <ac:spMk id="5" creationId="{05AE4172-41EB-86BA-48BF-572AE162C8DE}"/>
          </ac:spMkLst>
        </pc:spChg>
        <pc:spChg chg="add del mod">
          <ac:chgData name="Sophia BUI" userId="5388e7d4eb368e7c" providerId="LiveId" clId="{BE58550D-8E23-4583-8E07-07830BA2D7C5}" dt="2026-05-17T08:52:03.309" v="4796" actId="478"/>
          <ac:spMkLst>
            <pc:docMk/>
            <pc:sldMk cId="4105273526" sldId="279"/>
            <ac:spMk id="6" creationId="{DF448F72-0FBB-23D1-450B-346A5933C72D}"/>
          </ac:spMkLst>
        </pc:spChg>
        <pc:spChg chg="add mod">
          <ac:chgData name="Sophia BUI" userId="5388e7d4eb368e7c" providerId="LiveId" clId="{BE58550D-8E23-4583-8E07-07830BA2D7C5}" dt="2026-05-17T08:55:30.292" v="4839" actId="1076"/>
          <ac:spMkLst>
            <pc:docMk/>
            <pc:sldMk cId="4105273526" sldId="279"/>
            <ac:spMk id="7" creationId="{8F5E54C8-A9D8-0CE7-ED22-FB18ADBC40D1}"/>
          </ac:spMkLst>
        </pc:spChg>
        <pc:spChg chg="add mod">
          <ac:chgData name="Sophia BUI" userId="5388e7d4eb368e7c" providerId="LiveId" clId="{BE58550D-8E23-4583-8E07-07830BA2D7C5}" dt="2026-05-17T08:55:30.292" v="4839" actId="1076"/>
          <ac:spMkLst>
            <pc:docMk/>
            <pc:sldMk cId="4105273526" sldId="279"/>
            <ac:spMk id="9" creationId="{E22B2FC5-921E-CA1C-E5DD-5CD2FA4BDE92}"/>
          </ac:spMkLst>
        </pc:spChg>
        <pc:spChg chg="add mod">
          <ac:chgData name="Sophia BUI" userId="5388e7d4eb368e7c" providerId="LiveId" clId="{BE58550D-8E23-4583-8E07-07830BA2D7C5}" dt="2026-05-17T08:55:30.292" v="4839" actId="1076"/>
          <ac:spMkLst>
            <pc:docMk/>
            <pc:sldMk cId="4105273526" sldId="279"/>
            <ac:spMk id="10" creationId="{735F138E-C51F-6FF6-599A-8D7102BC4295}"/>
          </ac:spMkLst>
        </pc:spChg>
        <pc:spChg chg="add mod">
          <ac:chgData name="Sophia BUI" userId="5388e7d4eb368e7c" providerId="LiveId" clId="{BE58550D-8E23-4583-8E07-07830BA2D7C5}" dt="2026-05-17T08:53:56.008" v="4822"/>
          <ac:spMkLst>
            <pc:docMk/>
            <pc:sldMk cId="4105273526" sldId="279"/>
            <ac:spMk id="12" creationId="{829A525E-30FF-C2B0-41CD-9B53E36810EE}"/>
          </ac:spMkLst>
        </pc:spChg>
        <pc:spChg chg="add mod">
          <ac:chgData name="Sophia BUI" userId="5388e7d4eb368e7c" providerId="LiveId" clId="{BE58550D-8E23-4583-8E07-07830BA2D7C5}" dt="2026-05-17T08:53:56.008" v="4822"/>
          <ac:spMkLst>
            <pc:docMk/>
            <pc:sldMk cId="4105273526" sldId="279"/>
            <ac:spMk id="13" creationId="{5EB8E607-3866-B6D6-F797-F6EEC875CE3C}"/>
          </ac:spMkLst>
        </pc:spChg>
        <pc:spChg chg="add mod">
          <ac:chgData name="Sophia BUI" userId="5388e7d4eb368e7c" providerId="LiveId" clId="{BE58550D-8E23-4583-8E07-07830BA2D7C5}" dt="2026-05-17T08:55:30.292" v="4839" actId="1076"/>
          <ac:spMkLst>
            <pc:docMk/>
            <pc:sldMk cId="4105273526" sldId="279"/>
            <ac:spMk id="15" creationId="{91D37514-8B33-AE43-7847-E652BE28103B}"/>
          </ac:spMkLst>
        </pc:spChg>
        <pc:spChg chg="add mod">
          <ac:chgData name="Sophia BUI" userId="5388e7d4eb368e7c" providerId="LiveId" clId="{BE58550D-8E23-4583-8E07-07830BA2D7C5}" dt="2026-05-17T08:55:30.292" v="4839" actId="1076"/>
          <ac:spMkLst>
            <pc:docMk/>
            <pc:sldMk cId="4105273526" sldId="279"/>
            <ac:spMk id="16" creationId="{4D4FAC70-9325-B2A2-6A15-7C4866684266}"/>
          </ac:spMkLst>
        </pc:spChg>
        <pc:spChg chg="add mod">
          <ac:chgData name="Sophia BUI" userId="5388e7d4eb368e7c" providerId="LiveId" clId="{BE58550D-8E23-4583-8E07-07830BA2D7C5}" dt="2026-05-17T09:10:13.880" v="5130" actId="1036"/>
          <ac:spMkLst>
            <pc:docMk/>
            <pc:sldMk cId="4105273526" sldId="279"/>
            <ac:spMk id="17" creationId="{8ACA6426-E15C-090B-DD32-1AAE88C9DF33}"/>
          </ac:spMkLst>
        </pc:spChg>
        <pc:spChg chg="add mod">
          <ac:chgData name="Sophia BUI" userId="5388e7d4eb368e7c" providerId="LiveId" clId="{BE58550D-8E23-4583-8E07-07830BA2D7C5}" dt="2026-05-17T09:10:13.880" v="5130" actId="1036"/>
          <ac:spMkLst>
            <pc:docMk/>
            <pc:sldMk cId="4105273526" sldId="279"/>
            <ac:spMk id="18" creationId="{51978F7B-BDC2-475E-E48D-7E318F9848D3}"/>
          </ac:spMkLst>
        </pc:spChg>
        <pc:spChg chg="add mod">
          <ac:chgData name="Sophia BUI" userId="5388e7d4eb368e7c" providerId="LiveId" clId="{BE58550D-8E23-4583-8E07-07830BA2D7C5}" dt="2026-05-17T09:10:24.737" v="5159" actId="1037"/>
          <ac:spMkLst>
            <pc:docMk/>
            <pc:sldMk cId="4105273526" sldId="279"/>
            <ac:spMk id="19" creationId="{836DBB98-DB22-CFF3-A2F0-9B3DF1568F08}"/>
          </ac:spMkLst>
        </pc:spChg>
        <pc:spChg chg="del mod">
          <ac:chgData name="Sophia BUI" userId="5388e7d4eb368e7c" providerId="LiveId" clId="{BE58550D-8E23-4583-8E07-07830BA2D7C5}" dt="2026-05-17T07:35:30.185" v="3281" actId="478"/>
          <ac:spMkLst>
            <pc:docMk/>
            <pc:sldMk cId="4105273526" sldId="279"/>
            <ac:spMk id="54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7:35:30.185" v="3281" actId="478"/>
          <ac:spMkLst>
            <pc:docMk/>
            <pc:sldMk cId="4105273526" sldId="279"/>
            <ac:spMk id="550" creationId="{00000000-0000-0000-0000-000000000000}"/>
          </ac:spMkLst>
        </pc:spChg>
        <pc:spChg chg="mod">
          <ac:chgData name="Sophia BUI" userId="5388e7d4eb368e7c" providerId="LiveId" clId="{BE58550D-8E23-4583-8E07-07830BA2D7C5}" dt="2026-05-17T08:55:08.935" v="4838" actId="6549"/>
          <ac:spMkLst>
            <pc:docMk/>
            <pc:sldMk cId="4105273526" sldId="279"/>
            <ac:spMk id="553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9:15.183" v="4783" actId="404"/>
          <ac:spMkLst>
            <pc:docMk/>
            <pc:sldMk cId="4105273526" sldId="279"/>
            <ac:spMk id="561" creationId="{00000000-0000-0000-0000-000000000000}"/>
          </ac:spMkLst>
        </pc:spChg>
        <pc:picChg chg="add mod">
          <ac:chgData name="Sophia BUI" userId="5388e7d4eb368e7c" providerId="LiveId" clId="{BE58550D-8E23-4583-8E07-07830BA2D7C5}" dt="2026-05-17T08:50:57.660" v="4789"/>
          <ac:picMkLst>
            <pc:docMk/>
            <pc:sldMk cId="4105273526" sldId="279"/>
            <ac:picMk id="3" creationId="{CA2919E5-7C92-92E3-DC86-2B16CE384182}"/>
          </ac:picMkLst>
        </pc:picChg>
        <pc:picChg chg="add mod">
          <ac:chgData name="Sophia BUI" userId="5388e7d4eb368e7c" providerId="LiveId" clId="{BE58550D-8E23-4583-8E07-07830BA2D7C5}" dt="2026-05-17T08:55:30.292" v="4839" actId="1076"/>
          <ac:picMkLst>
            <pc:docMk/>
            <pc:sldMk cId="4105273526" sldId="279"/>
            <ac:picMk id="4" creationId="{6DAB2CAD-5BC6-C9BF-6576-1B7DAD69E46F}"/>
          </ac:picMkLst>
        </pc:picChg>
        <pc:picChg chg="add mod">
          <ac:chgData name="Sophia BUI" userId="5388e7d4eb368e7c" providerId="LiveId" clId="{BE58550D-8E23-4583-8E07-07830BA2D7C5}" dt="2026-05-17T08:55:30.292" v="4839" actId="1076"/>
          <ac:picMkLst>
            <pc:docMk/>
            <pc:sldMk cId="4105273526" sldId="279"/>
            <ac:picMk id="8" creationId="{D339969F-E52A-D413-6DE3-92D63304B7EC}"/>
          </ac:picMkLst>
        </pc:picChg>
        <pc:picChg chg="add mod">
          <ac:chgData name="Sophia BUI" userId="5388e7d4eb368e7c" providerId="LiveId" clId="{BE58550D-8E23-4583-8E07-07830BA2D7C5}" dt="2026-05-17T08:53:56.008" v="4822"/>
          <ac:picMkLst>
            <pc:docMk/>
            <pc:sldMk cId="4105273526" sldId="279"/>
            <ac:picMk id="11" creationId="{4517AD4C-D7DD-B69D-FF9F-CAD6437051BD}"/>
          </ac:picMkLst>
        </pc:picChg>
        <pc:picChg chg="add mod">
          <ac:chgData name="Sophia BUI" userId="5388e7d4eb368e7c" providerId="LiveId" clId="{BE58550D-8E23-4583-8E07-07830BA2D7C5}" dt="2026-05-17T08:55:30.292" v="4839" actId="1076"/>
          <ac:picMkLst>
            <pc:docMk/>
            <pc:sldMk cId="4105273526" sldId="279"/>
            <ac:picMk id="14" creationId="{F9968EFD-3CD5-A505-C2AE-497E085EE1F2}"/>
          </ac:picMkLst>
        </pc:picChg>
        <pc:picChg chg="mod">
          <ac:chgData name="Sophia BUI" userId="5388e7d4eb368e7c" providerId="LiveId" clId="{BE58550D-8E23-4583-8E07-07830BA2D7C5}" dt="2026-05-17T05:09:24.290" v="2830" actId="1076"/>
          <ac:picMkLst>
            <pc:docMk/>
            <pc:sldMk cId="4105273526" sldId="279"/>
            <ac:picMk id="547" creationId="{00000000-0000-0000-0000-000000000000}"/>
          </ac:picMkLst>
        </pc:picChg>
        <pc:picChg chg="del">
          <ac:chgData name="Sophia BUI" userId="5388e7d4eb368e7c" providerId="LiveId" clId="{BE58550D-8E23-4583-8E07-07830BA2D7C5}" dt="2026-05-17T07:27:44.097" v="3109" actId="478"/>
          <ac:picMkLst>
            <pc:docMk/>
            <pc:sldMk cId="4105273526" sldId="279"/>
            <ac:picMk id="548" creationId="{00000000-0000-0000-0000-000000000000}"/>
          </ac:picMkLst>
        </pc:picChg>
        <pc:picChg chg="del">
          <ac:chgData name="Sophia BUI" userId="5388e7d4eb368e7c" providerId="LiveId" clId="{BE58550D-8E23-4583-8E07-07830BA2D7C5}" dt="2026-05-17T07:27:41.497" v="3108" actId="478"/>
          <ac:picMkLst>
            <pc:docMk/>
            <pc:sldMk cId="4105273526" sldId="279"/>
            <ac:picMk id="560" creationId="{00000000-0000-0000-0000-000000000000}"/>
          </ac:picMkLst>
        </pc:picChg>
      </pc:sldChg>
      <pc:sldChg chg="addSp delSp modSp del mod ord">
        <pc:chgData name="Sophia BUI" userId="5388e7d4eb368e7c" providerId="LiveId" clId="{BE58550D-8E23-4583-8E07-07830BA2D7C5}" dt="2026-05-16T08:26:13.554" v="378" actId="2696"/>
        <pc:sldMkLst>
          <pc:docMk/>
          <pc:sldMk cId="0" sldId="280"/>
        </pc:sldMkLst>
        <pc:spChg chg="mod">
          <ac:chgData name="Sophia BUI" userId="5388e7d4eb368e7c" providerId="LiveId" clId="{BE58550D-8E23-4583-8E07-07830BA2D7C5}" dt="2026-05-16T07:58:02.650" v="146" actId="1076"/>
          <ac:spMkLst>
            <pc:docMk/>
            <pc:sldMk cId="0" sldId="280"/>
            <ac:spMk id="569" creationId="{00000000-0000-0000-0000-000000000000}"/>
          </ac:spMkLst>
        </pc:spChg>
        <pc:spChg chg="mod">
          <ac:chgData name="Sophia BUI" userId="5388e7d4eb368e7c" providerId="LiveId" clId="{BE58550D-8E23-4583-8E07-07830BA2D7C5}" dt="2026-05-16T07:58:02.650" v="146" actId="1076"/>
          <ac:spMkLst>
            <pc:docMk/>
            <pc:sldMk cId="0" sldId="280"/>
            <ac:spMk id="570" creationId="{00000000-0000-0000-0000-000000000000}"/>
          </ac:spMkLst>
        </pc:spChg>
        <pc:spChg chg="del">
          <ac:chgData name="Sophia BUI" userId="5388e7d4eb368e7c" providerId="LiveId" clId="{BE58550D-8E23-4583-8E07-07830BA2D7C5}" dt="2026-05-16T07:58:05.937" v="147" actId="478"/>
          <ac:spMkLst>
            <pc:docMk/>
            <pc:sldMk cId="0" sldId="280"/>
            <ac:spMk id="57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8:57.028" v="164"/>
          <ac:spMkLst>
            <pc:docMk/>
            <pc:sldMk cId="0" sldId="280"/>
            <ac:spMk id="572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8:57.026" v="160" actId="478"/>
          <ac:spMkLst>
            <pc:docMk/>
            <pc:sldMk cId="0" sldId="280"/>
            <ac:spMk id="57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8:57.029" v="166"/>
          <ac:spMkLst>
            <pc:docMk/>
            <pc:sldMk cId="0" sldId="280"/>
            <ac:spMk id="57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8:57.027" v="162"/>
          <ac:spMkLst>
            <pc:docMk/>
            <pc:sldMk cId="0" sldId="280"/>
            <ac:spMk id="57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1:26.398" v="177"/>
          <ac:spMkLst>
            <pc:docMk/>
            <pc:sldMk cId="0" sldId="280"/>
            <ac:spMk id="576" creationId="{00000000-0000-0000-0000-000000000000}"/>
          </ac:spMkLst>
        </pc:spChg>
        <pc:spChg chg="mod">
          <ac:chgData name="Sophia BUI" userId="5388e7d4eb368e7c" providerId="LiveId" clId="{BE58550D-8E23-4583-8E07-07830BA2D7C5}" dt="2026-05-16T07:59:28.906" v="175" actId="1076"/>
          <ac:spMkLst>
            <pc:docMk/>
            <pc:sldMk cId="0" sldId="280"/>
            <ac:spMk id="57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1:26.398" v="179"/>
          <ac:spMkLst>
            <pc:docMk/>
            <pc:sldMk cId="0" sldId="280"/>
            <ac:spMk id="578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7:58:17.113" v="149" actId="478"/>
          <ac:spMkLst>
            <pc:docMk/>
            <pc:sldMk cId="0" sldId="280"/>
            <ac:spMk id="57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7:08:22.087" v="56" actId="1076"/>
          <ac:picMkLst>
            <pc:docMk/>
            <pc:sldMk cId="0" sldId="280"/>
            <ac:picMk id="3" creationId="{61AB8A3F-07BF-31B1-ADC3-5E3DF469646F}"/>
          </ac:picMkLst>
        </pc:picChg>
        <pc:picChg chg="del">
          <ac:chgData name="Sophia BUI" userId="5388e7d4eb368e7c" providerId="LiveId" clId="{BE58550D-8E23-4583-8E07-07830BA2D7C5}" dt="2026-05-16T07:08:12.817" v="53" actId="478"/>
          <ac:picMkLst>
            <pc:docMk/>
            <pc:sldMk cId="0" sldId="280"/>
            <ac:picMk id="56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7:08:14.923" v="54" actId="478"/>
          <ac:picMkLst>
            <pc:docMk/>
            <pc:sldMk cId="0" sldId="280"/>
            <ac:picMk id="580" creationId="{00000000-0000-0000-0000-000000000000}"/>
          </ac:picMkLst>
        </pc:picChg>
      </pc:sldChg>
      <pc:sldChg chg="add del ord setBg">
        <pc:chgData name="Sophia BUI" userId="5388e7d4eb368e7c" providerId="LiveId" clId="{BE58550D-8E23-4583-8E07-07830BA2D7C5}" dt="2026-05-16T13:43:03.429" v="668" actId="2696"/>
        <pc:sldMkLst>
          <pc:docMk/>
          <pc:sldMk cId="1551815107" sldId="280"/>
        </pc:sldMkLst>
      </pc:sldChg>
      <pc:sldChg chg="modSp add mod">
        <pc:chgData name="Sophia BUI" userId="5388e7d4eb368e7c" providerId="LiveId" clId="{BE58550D-8E23-4583-8E07-07830BA2D7C5}" dt="2026-05-17T09:17:29.033" v="5426" actId="20577"/>
        <pc:sldMkLst>
          <pc:docMk/>
          <pc:sldMk cId="1629533147" sldId="280"/>
        </pc:sldMkLst>
        <pc:spChg chg="mod">
          <ac:chgData name="Sophia BUI" userId="5388e7d4eb368e7c" providerId="LiveId" clId="{BE58550D-8E23-4583-8E07-07830BA2D7C5}" dt="2026-05-17T09:17:29.033" v="5426" actId="20577"/>
          <ac:spMkLst>
            <pc:docMk/>
            <pc:sldMk cId="1629533147" sldId="280"/>
            <ac:spMk id="581" creationId="{00000000-0000-0000-0000-000000000000}"/>
          </ac:spMkLst>
        </pc:spChg>
      </pc:sldChg>
      <pc:sldChg chg="delSp modSp del mod ord">
        <pc:chgData name="Sophia BUI" userId="5388e7d4eb368e7c" providerId="LiveId" clId="{BE58550D-8E23-4583-8E07-07830BA2D7C5}" dt="2026-05-16T08:26:13.554" v="378" actId="2696"/>
        <pc:sldMkLst>
          <pc:docMk/>
          <pc:sldMk cId="0" sldId="281"/>
        </pc:sldMkLst>
        <pc:spChg chg="mod">
          <ac:chgData name="Sophia BUI" userId="5388e7d4eb368e7c" providerId="LiveId" clId="{BE58550D-8E23-4583-8E07-07830BA2D7C5}" dt="2026-05-16T08:01:38.882" v="180" actId="1076"/>
          <ac:spMkLst>
            <pc:docMk/>
            <pc:sldMk cId="0" sldId="281"/>
            <ac:spMk id="589" creationId="{00000000-0000-0000-0000-000000000000}"/>
          </ac:spMkLst>
        </pc:spChg>
        <pc:spChg chg="mod">
          <ac:chgData name="Sophia BUI" userId="5388e7d4eb368e7c" providerId="LiveId" clId="{BE58550D-8E23-4583-8E07-07830BA2D7C5}" dt="2026-05-16T08:01:38.882" v="180" actId="1076"/>
          <ac:spMkLst>
            <pc:docMk/>
            <pc:sldMk cId="0" sldId="281"/>
            <ac:spMk id="590" creationId="{00000000-0000-0000-0000-000000000000}"/>
          </ac:spMkLst>
        </pc:spChg>
        <pc:spChg chg="del">
          <ac:chgData name="Sophia BUI" userId="5388e7d4eb368e7c" providerId="LiveId" clId="{BE58550D-8E23-4583-8E07-07830BA2D7C5}" dt="2026-05-16T08:01:44.660" v="181" actId="478"/>
          <ac:spMkLst>
            <pc:docMk/>
            <pc:sldMk cId="0" sldId="281"/>
            <ac:spMk id="59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3:38.768" v="205"/>
          <ac:spMkLst>
            <pc:docMk/>
            <pc:sldMk cId="0" sldId="281"/>
            <ac:spMk id="592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2:48.825" v="192" actId="478"/>
          <ac:spMkLst>
            <pc:docMk/>
            <pc:sldMk cId="0" sldId="281"/>
            <ac:spMk id="59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3:38.768" v="207"/>
          <ac:spMkLst>
            <pc:docMk/>
            <pc:sldMk cId="0" sldId="281"/>
            <ac:spMk id="59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2:48.826" v="194"/>
          <ac:spMkLst>
            <pc:docMk/>
            <pc:sldMk cId="0" sldId="281"/>
            <ac:spMk id="59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3:38.769" v="209"/>
          <ac:spMkLst>
            <pc:docMk/>
            <pc:sldMk cId="0" sldId="281"/>
            <ac:spMk id="596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2:19.039" v="183" actId="478"/>
          <ac:spMkLst>
            <pc:docMk/>
            <pc:sldMk cId="0" sldId="281"/>
            <ac:spMk id="59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3:38.769" v="211"/>
          <ac:spMkLst>
            <pc:docMk/>
            <pc:sldMk cId="0" sldId="281"/>
            <ac:spMk id="598" creationId="{00000000-0000-0000-0000-000000000000}"/>
          </ac:spMkLst>
        </pc:spChg>
        <pc:spChg chg="mod">
          <ac:chgData name="Sophia BUI" userId="5388e7d4eb368e7c" providerId="LiveId" clId="{BE58550D-8E23-4583-8E07-07830BA2D7C5}" dt="2026-05-16T08:04:31.213" v="215" actId="20577"/>
          <ac:spMkLst>
            <pc:docMk/>
            <pc:sldMk cId="0" sldId="281"/>
            <ac:spMk id="599" creationId="{00000000-0000-0000-0000-000000000000}"/>
          </ac:spMkLst>
        </pc:spChg>
      </pc:sldChg>
      <pc:sldChg chg="modSp add mod">
        <pc:chgData name="Sophia BUI" userId="5388e7d4eb368e7c" providerId="LiveId" clId="{BE58550D-8E23-4583-8E07-07830BA2D7C5}" dt="2026-05-17T09:19:04.519" v="5474" actId="20577"/>
        <pc:sldMkLst>
          <pc:docMk/>
          <pc:sldMk cId="353638273" sldId="281"/>
        </pc:sldMkLst>
        <pc:spChg chg="mod">
          <ac:chgData name="Sophia BUI" userId="5388e7d4eb368e7c" providerId="LiveId" clId="{BE58550D-8E23-4583-8E07-07830BA2D7C5}" dt="2026-05-17T09:19:04.519" v="5474" actId="20577"/>
          <ac:spMkLst>
            <pc:docMk/>
            <pc:sldMk cId="353638273" sldId="281"/>
            <ac:spMk id="601" creationId="{00000000-0000-0000-0000-000000000000}"/>
          </ac:spMkLst>
        </pc:spChg>
      </pc:sldChg>
      <pc:sldChg chg="add del ord setBg">
        <pc:chgData name="Sophia BUI" userId="5388e7d4eb368e7c" providerId="LiveId" clId="{BE58550D-8E23-4583-8E07-07830BA2D7C5}" dt="2026-05-16T13:43:03.429" v="668" actId="2696"/>
        <pc:sldMkLst>
          <pc:docMk/>
          <pc:sldMk cId="4253690489" sldId="281"/>
        </pc:sldMkLst>
      </pc:sldChg>
      <pc:sldChg chg="addSp delSp modSp del mod ord">
        <pc:chgData name="Sophia BUI" userId="5388e7d4eb368e7c" providerId="LiveId" clId="{BE58550D-8E23-4583-8E07-07830BA2D7C5}" dt="2026-05-16T08:26:13.554" v="378" actId="2696"/>
        <pc:sldMkLst>
          <pc:docMk/>
          <pc:sldMk cId="0" sldId="282"/>
        </pc:sldMkLst>
        <pc:spChg chg="mod">
          <ac:chgData name="Sophia BUI" userId="5388e7d4eb368e7c" providerId="LiveId" clId="{BE58550D-8E23-4583-8E07-07830BA2D7C5}" dt="2026-05-16T08:04:54.801" v="216" actId="1076"/>
          <ac:spMkLst>
            <pc:docMk/>
            <pc:sldMk cId="0" sldId="282"/>
            <ac:spMk id="609" creationId="{00000000-0000-0000-0000-000000000000}"/>
          </ac:spMkLst>
        </pc:spChg>
        <pc:spChg chg="mod">
          <ac:chgData name="Sophia BUI" userId="5388e7d4eb368e7c" providerId="LiveId" clId="{BE58550D-8E23-4583-8E07-07830BA2D7C5}" dt="2026-05-16T08:04:54.801" v="216" actId="1076"/>
          <ac:spMkLst>
            <pc:docMk/>
            <pc:sldMk cId="0" sldId="282"/>
            <ac:spMk id="610" creationId="{00000000-0000-0000-0000-000000000000}"/>
          </ac:spMkLst>
        </pc:spChg>
        <pc:spChg chg="del">
          <ac:chgData name="Sophia BUI" userId="5388e7d4eb368e7c" providerId="LiveId" clId="{BE58550D-8E23-4583-8E07-07830BA2D7C5}" dt="2026-05-16T08:04:58.195" v="217" actId="478"/>
          <ac:spMkLst>
            <pc:docMk/>
            <pc:sldMk cId="0" sldId="282"/>
            <ac:spMk id="61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6:10.258" v="241"/>
          <ac:spMkLst>
            <pc:docMk/>
            <pc:sldMk cId="0" sldId="282"/>
            <ac:spMk id="612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6:10.257" v="237"/>
          <ac:spMkLst>
            <pc:docMk/>
            <pc:sldMk cId="0" sldId="282"/>
            <ac:spMk id="61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6:10.258" v="243"/>
          <ac:spMkLst>
            <pc:docMk/>
            <pc:sldMk cId="0" sldId="282"/>
            <ac:spMk id="61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5:25.778" v="223" actId="478"/>
          <ac:spMkLst>
            <pc:docMk/>
            <pc:sldMk cId="0" sldId="282"/>
            <ac:spMk id="61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6:10.259" v="245"/>
          <ac:spMkLst>
            <pc:docMk/>
            <pc:sldMk cId="0" sldId="282"/>
            <ac:spMk id="616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5:15.998" v="220" actId="478"/>
          <ac:spMkLst>
            <pc:docMk/>
            <pc:sldMk cId="0" sldId="282"/>
            <ac:spMk id="61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6:10.257" v="239"/>
          <ac:spMkLst>
            <pc:docMk/>
            <pc:sldMk cId="0" sldId="282"/>
            <ac:spMk id="618" creationId="{00000000-0000-0000-0000-000000000000}"/>
          </ac:spMkLst>
        </pc:spChg>
        <pc:spChg chg="mod">
          <ac:chgData name="Sophia BUI" userId="5388e7d4eb368e7c" providerId="LiveId" clId="{BE58550D-8E23-4583-8E07-07830BA2D7C5}" dt="2026-05-16T08:06:09.082" v="235" actId="2710"/>
          <ac:spMkLst>
            <pc:docMk/>
            <pc:sldMk cId="0" sldId="282"/>
            <ac:spMk id="61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7:09:18.935" v="60" actId="1076"/>
          <ac:picMkLst>
            <pc:docMk/>
            <pc:sldMk cId="0" sldId="282"/>
            <ac:picMk id="3" creationId="{5D46BA07-7424-E67E-A7F2-96D18EF9CF00}"/>
          </ac:picMkLst>
        </pc:picChg>
        <pc:picChg chg="mod">
          <ac:chgData name="Sophia BUI" userId="5388e7d4eb368e7c" providerId="LiveId" clId="{BE58550D-8E23-4583-8E07-07830BA2D7C5}" dt="2026-05-16T08:05:56.512" v="232" actId="1076"/>
          <ac:picMkLst>
            <pc:docMk/>
            <pc:sldMk cId="0" sldId="282"/>
            <ac:picMk id="607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7:09:06.171" v="57" actId="478"/>
          <ac:picMkLst>
            <pc:docMk/>
            <pc:sldMk cId="0" sldId="282"/>
            <ac:picMk id="608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7:09:09.103" v="58" actId="478"/>
          <ac:picMkLst>
            <pc:docMk/>
            <pc:sldMk cId="0" sldId="282"/>
            <ac:picMk id="620" creationId="{00000000-0000-0000-0000-000000000000}"/>
          </ac:picMkLst>
        </pc:picChg>
      </pc:sldChg>
      <pc:sldChg chg="add del ord setBg">
        <pc:chgData name="Sophia BUI" userId="5388e7d4eb368e7c" providerId="LiveId" clId="{BE58550D-8E23-4583-8E07-07830BA2D7C5}" dt="2026-05-16T13:43:03.429" v="668" actId="2696"/>
        <pc:sldMkLst>
          <pc:docMk/>
          <pc:sldMk cId="2825094711" sldId="282"/>
        </pc:sldMkLst>
      </pc:sldChg>
      <pc:sldChg chg="addSp delSp modSp add mod">
        <pc:chgData name="Sophia BUI" userId="5388e7d4eb368e7c" providerId="LiveId" clId="{BE58550D-8E23-4583-8E07-07830BA2D7C5}" dt="2026-05-17T09:55:09.332" v="5749" actId="14100"/>
        <pc:sldMkLst>
          <pc:docMk/>
          <pc:sldMk cId="4229291959" sldId="282"/>
        </pc:sldMkLst>
        <pc:spChg chg="mod">
          <ac:chgData name="Sophia BUI" userId="5388e7d4eb368e7c" providerId="LiveId" clId="{BE58550D-8E23-4583-8E07-07830BA2D7C5}" dt="2026-05-17T09:53:31.154" v="5737" actId="14100"/>
          <ac:spMkLst>
            <pc:docMk/>
            <pc:sldMk cId="4229291959" sldId="282"/>
            <ac:spMk id="609" creationId="{00000000-0000-0000-0000-000000000000}"/>
          </ac:spMkLst>
        </pc:spChg>
        <pc:spChg chg="mod">
          <ac:chgData name="Sophia BUI" userId="5388e7d4eb368e7c" providerId="LiveId" clId="{BE58550D-8E23-4583-8E07-07830BA2D7C5}" dt="2026-05-17T09:53:28.842" v="5736" actId="1076"/>
          <ac:spMkLst>
            <pc:docMk/>
            <pc:sldMk cId="4229291959" sldId="282"/>
            <ac:spMk id="610" creationId="{00000000-0000-0000-0000-000000000000}"/>
          </ac:spMkLst>
        </pc:spChg>
        <pc:spChg chg="mod">
          <ac:chgData name="Sophia BUI" userId="5388e7d4eb368e7c" providerId="LiveId" clId="{BE58550D-8E23-4583-8E07-07830BA2D7C5}" dt="2026-05-17T09:55:09.332" v="5749" actId="14100"/>
          <ac:spMkLst>
            <pc:docMk/>
            <pc:sldMk cId="4229291959" sldId="282"/>
            <ac:spMk id="619" creationId="{00000000-0000-0000-0000-000000000000}"/>
          </ac:spMkLst>
        </pc:spChg>
        <pc:spChg chg="mod">
          <ac:chgData name="Sophia BUI" userId="5388e7d4eb368e7c" providerId="LiveId" clId="{BE58550D-8E23-4583-8E07-07830BA2D7C5}" dt="2026-05-17T09:45:04.670" v="5678" actId="108"/>
          <ac:spMkLst>
            <pc:docMk/>
            <pc:sldMk cId="4229291959" sldId="282"/>
            <ac:spMk id="621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7T09:54:14.636" v="5745" actId="478"/>
          <ac:picMkLst>
            <pc:docMk/>
            <pc:sldMk cId="4229291959" sldId="282"/>
            <ac:picMk id="2" creationId="{7478F318-6D62-A785-3710-24791A7A910E}"/>
          </ac:picMkLst>
        </pc:picChg>
        <pc:picChg chg="del">
          <ac:chgData name="Sophia BUI" userId="5388e7d4eb368e7c" providerId="LiveId" clId="{BE58550D-8E23-4583-8E07-07830BA2D7C5}" dt="2026-05-17T09:52:50.804" v="5727" actId="478"/>
          <ac:picMkLst>
            <pc:docMk/>
            <pc:sldMk cId="4229291959" sldId="282"/>
            <ac:picMk id="3" creationId="{5D46BA07-7424-E67E-A7F2-96D18EF9CF00}"/>
          </ac:picMkLst>
        </pc:picChg>
        <pc:picChg chg="add mod">
          <ac:chgData name="Sophia BUI" userId="5388e7d4eb368e7c" providerId="LiveId" clId="{BE58550D-8E23-4583-8E07-07830BA2D7C5}" dt="2026-05-17T09:54:57.427" v="5748" actId="1076"/>
          <ac:picMkLst>
            <pc:docMk/>
            <pc:sldMk cId="4229291959" sldId="282"/>
            <ac:picMk id="5" creationId="{1E947503-F0A3-93EF-2A13-D1532E46C38E}"/>
          </ac:picMkLst>
        </pc:picChg>
      </pc:sldChg>
      <pc:sldChg chg="del">
        <pc:chgData name="Sophia BUI" userId="5388e7d4eb368e7c" providerId="LiveId" clId="{BE58550D-8E23-4583-8E07-07830BA2D7C5}" dt="2026-05-17T09:49:35.003" v="5725" actId="47"/>
        <pc:sldMkLst>
          <pc:docMk/>
          <pc:sldMk cId="0" sldId="283"/>
        </pc:sldMkLst>
      </pc:sldChg>
      <pc:sldChg chg="modSp del mod ord">
        <pc:chgData name="Sophia BUI" userId="5388e7d4eb368e7c" providerId="LiveId" clId="{BE58550D-8E23-4583-8E07-07830BA2D7C5}" dt="2026-05-17T09:56:39.989" v="5765" actId="2696"/>
        <pc:sldMkLst>
          <pc:docMk/>
          <pc:sldMk cId="0" sldId="284"/>
        </pc:sldMkLst>
        <pc:spChg chg="mod">
          <ac:chgData name="Sophia BUI" userId="5388e7d4eb368e7c" providerId="LiveId" clId="{BE58550D-8E23-4583-8E07-07830BA2D7C5}" dt="2026-05-17T09:56:07.491" v="5762" actId="20577"/>
          <ac:spMkLst>
            <pc:docMk/>
            <pc:sldMk cId="0" sldId="284"/>
            <ac:spMk id="661" creationId="{00000000-0000-0000-0000-000000000000}"/>
          </ac:spMkLst>
        </pc:spChg>
      </pc:sldChg>
      <pc:sldChg chg="delSp modSp add mod setBg">
        <pc:chgData name="Sophia BUI" userId="5388e7d4eb368e7c" providerId="LiveId" clId="{BE58550D-8E23-4583-8E07-07830BA2D7C5}" dt="2026-05-17T10:00:49.334" v="5832" actId="113"/>
        <pc:sldMkLst>
          <pc:docMk/>
          <pc:sldMk cId="736566026" sldId="284"/>
        </pc:sldMkLst>
        <pc:spChg chg="mod">
          <ac:chgData name="Sophia BUI" userId="5388e7d4eb368e7c" providerId="LiveId" clId="{BE58550D-8E23-4583-8E07-07830BA2D7C5}" dt="2026-05-17T09:59:22.960" v="5801" actId="14100"/>
          <ac:spMkLst>
            <pc:docMk/>
            <pc:sldMk cId="736566026" sldId="284"/>
            <ac:spMk id="649" creationId="{00000000-0000-0000-0000-000000000000}"/>
          </ac:spMkLst>
        </pc:spChg>
        <pc:spChg chg="mod">
          <ac:chgData name="Sophia BUI" userId="5388e7d4eb368e7c" providerId="LiveId" clId="{BE58550D-8E23-4583-8E07-07830BA2D7C5}" dt="2026-05-17T09:59:17.306" v="5800" actId="14100"/>
          <ac:spMkLst>
            <pc:docMk/>
            <pc:sldMk cId="736566026" sldId="284"/>
            <ac:spMk id="650" creationId="{00000000-0000-0000-0000-000000000000}"/>
          </ac:spMkLst>
        </pc:spChg>
        <pc:spChg chg="del">
          <ac:chgData name="Sophia BUI" userId="5388e7d4eb368e7c" providerId="LiveId" clId="{BE58550D-8E23-4583-8E07-07830BA2D7C5}" dt="2026-05-17T09:59:25.545" v="5802" actId="478"/>
          <ac:spMkLst>
            <pc:docMk/>
            <pc:sldMk cId="736566026" sldId="284"/>
            <ac:spMk id="65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0:37.328" v="5825"/>
          <ac:spMkLst>
            <pc:docMk/>
            <pc:sldMk cId="736566026" sldId="284"/>
            <ac:spMk id="65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0:37.327" v="5823"/>
          <ac:spMkLst>
            <pc:docMk/>
            <pc:sldMk cId="736566026" sldId="284"/>
            <ac:spMk id="65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0:37.328" v="5827"/>
          <ac:spMkLst>
            <pc:docMk/>
            <pc:sldMk cId="736566026" sldId="284"/>
            <ac:spMk id="65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0:37.327" v="5821"/>
          <ac:spMkLst>
            <pc:docMk/>
            <pc:sldMk cId="736566026" sldId="284"/>
            <ac:spMk id="65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0:37.328" v="5829"/>
          <ac:spMkLst>
            <pc:docMk/>
            <pc:sldMk cId="736566026" sldId="284"/>
            <ac:spMk id="65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0:37.326" v="5819"/>
          <ac:spMkLst>
            <pc:docMk/>
            <pc:sldMk cId="736566026" sldId="284"/>
            <ac:spMk id="65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10:00:37.329" v="5831"/>
          <ac:spMkLst>
            <pc:docMk/>
            <pc:sldMk cId="736566026" sldId="284"/>
            <ac:spMk id="658" creationId="{00000000-0000-0000-0000-000000000000}"/>
          </ac:spMkLst>
        </pc:spChg>
        <pc:spChg chg="mod">
          <ac:chgData name="Sophia BUI" userId="5388e7d4eb368e7c" providerId="LiveId" clId="{BE58550D-8E23-4583-8E07-07830BA2D7C5}" dt="2026-05-17T10:00:49.334" v="5832" actId="113"/>
          <ac:spMkLst>
            <pc:docMk/>
            <pc:sldMk cId="736566026" sldId="284"/>
            <ac:spMk id="659" creationId="{00000000-0000-0000-0000-000000000000}"/>
          </ac:spMkLst>
        </pc:spChg>
        <pc:spChg chg="mod">
          <ac:chgData name="Sophia BUI" userId="5388e7d4eb368e7c" providerId="LiveId" clId="{BE58550D-8E23-4583-8E07-07830BA2D7C5}" dt="2026-05-17T09:56:57.049" v="5777" actId="20577"/>
          <ac:spMkLst>
            <pc:docMk/>
            <pc:sldMk cId="736566026" sldId="284"/>
            <ac:spMk id="661" creationId="{00000000-0000-0000-0000-000000000000}"/>
          </ac:spMkLst>
        </pc:spChg>
      </pc:sldChg>
      <pc:sldChg chg="delSp modSp add del mod setBg modNotes">
        <pc:chgData name="Sophia BUI" userId="5388e7d4eb368e7c" providerId="LiveId" clId="{BE58550D-8E23-4583-8E07-07830BA2D7C5}" dt="2026-05-16T13:43:03.429" v="668" actId="2696"/>
        <pc:sldMkLst>
          <pc:docMk/>
          <pc:sldMk cId="0" sldId="288"/>
        </pc:sldMkLst>
        <pc:spChg chg="mod">
          <ac:chgData name="Sophia BUI" userId="5388e7d4eb368e7c" providerId="LiveId" clId="{BE58550D-8E23-4583-8E07-07830BA2D7C5}" dt="2026-05-16T09:26:48.472" v="666" actId="20577"/>
          <ac:spMkLst>
            <pc:docMk/>
            <pc:sldMk cId="0" sldId="288"/>
            <ac:spMk id="86" creationId="{00000000-0000-0000-0000-000000000000}"/>
          </ac:spMkLst>
        </pc:spChg>
        <pc:spChg chg="del">
          <ac:chgData name="Sophia BUI" userId="5388e7d4eb368e7c" providerId="LiveId" clId="{BE58550D-8E23-4583-8E07-07830BA2D7C5}" dt="2026-05-16T08:07:52.560" v="247" actId="478"/>
          <ac:spMkLst>
            <pc:docMk/>
            <pc:sldMk cId="0" sldId="288"/>
            <ac:spMk id="88" creationId="{00000000-0000-0000-0000-000000000000}"/>
          </ac:spMkLst>
        </pc:spChg>
        <pc:picChg chg="del">
          <ac:chgData name="Sophia BUI" userId="5388e7d4eb368e7c" providerId="LiveId" clId="{BE58550D-8E23-4583-8E07-07830BA2D7C5}" dt="2026-05-16T08:07:56.127" v="248" actId="478"/>
          <ac:picMkLst>
            <pc:docMk/>
            <pc:sldMk cId="0" sldId="288"/>
            <ac:picMk id="85" creationId="{00000000-0000-0000-0000-000000000000}"/>
          </ac:picMkLst>
        </pc:picChg>
      </pc:sldChg>
      <pc:sldChg chg="modSp add mod ord">
        <pc:chgData name="Sophia BUI" userId="5388e7d4eb368e7c" providerId="LiveId" clId="{BE58550D-8E23-4583-8E07-07830BA2D7C5}" dt="2026-05-17T03:39:33.339" v="1795" actId="20577"/>
        <pc:sldMkLst>
          <pc:docMk/>
          <pc:sldMk cId="1425646122" sldId="288"/>
        </pc:sldMkLst>
        <pc:spChg chg="mod">
          <ac:chgData name="Sophia BUI" userId="5388e7d4eb368e7c" providerId="LiveId" clId="{BE58550D-8E23-4583-8E07-07830BA2D7C5}" dt="2026-05-17T03:39:33.339" v="1795" actId="20577"/>
          <ac:spMkLst>
            <pc:docMk/>
            <pc:sldMk cId="1425646122" sldId="288"/>
            <ac:spMk id="86" creationId="{00000000-0000-0000-0000-000000000000}"/>
          </ac:spMkLst>
        </pc:spChg>
        <pc:spChg chg="mod">
          <ac:chgData name="Sophia BUI" userId="5388e7d4eb368e7c" providerId="LiveId" clId="{BE58550D-8E23-4583-8E07-07830BA2D7C5}" dt="2026-05-17T03:39:28.294" v="1793" actId="1076"/>
          <ac:spMkLst>
            <pc:docMk/>
            <pc:sldMk cId="1425646122" sldId="288"/>
            <ac:spMk id="87" creationId="{00000000-0000-0000-0000-000000000000}"/>
          </ac:spMkLst>
        </pc:spChg>
      </pc:sldChg>
      <pc:sldChg chg="addSp delSp modSp add del mod ord setBg modNotes">
        <pc:chgData name="Sophia BUI" userId="5388e7d4eb368e7c" providerId="LiveId" clId="{BE58550D-8E23-4583-8E07-07830BA2D7C5}" dt="2026-05-16T09:21:13.094" v="576" actId="2696"/>
        <pc:sldMkLst>
          <pc:docMk/>
          <pc:sldMk cId="0" sldId="289"/>
        </pc:sldMkLst>
        <pc:spChg chg="del mod">
          <ac:chgData name="Sophia BUI" userId="5388e7d4eb368e7c" providerId="LiveId" clId="{BE58550D-8E23-4583-8E07-07830BA2D7C5}" dt="2026-05-16T08:40:51.194" v="439" actId="478"/>
          <ac:spMkLst>
            <pc:docMk/>
            <pc:sldMk cId="0" sldId="289"/>
            <ac:spMk id="9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40:51.194" v="439" actId="478"/>
          <ac:spMkLst>
            <pc:docMk/>
            <pc:sldMk cId="0" sldId="289"/>
            <ac:spMk id="96" creationId="{00000000-0000-0000-0000-000000000000}"/>
          </ac:spMkLst>
        </pc:spChg>
        <pc:spChg chg="del">
          <ac:chgData name="Sophia BUI" userId="5388e7d4eb368e7c" providerId="LiveId" clId="{BE58550D-8E23-4583-8E07-07830BA2D7C5}" dt="2026-05-16T08:09:57.782" v="273" actId="478"/>
          <ac:spMkLst>
            <pc:docMk/>
            <pc:sldMk cId="0" sldId="289"/>
            <ac:spMk id="9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9:57.783" v="275"/>
          <ac:spMkLst>
            <pc:docMk/>
            <pc:sldMk cId="0" sldId="289"/>
            <ac:spMk id="98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9:27.824" v="264" actId="478"/>
          <ac:spMkLst>
            <pc:docMk/>
            <pc:sldMk cId="0" sldId="289"/>
            <ac:spMk id="99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9:27.825" v="266"/>
          <ac:spMkLst>
            <pc:docMk/>
            <pc:sldMk cId="0" sldId="289"/>
            <ac:spMk id="100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9:09.725" v="257" actId="478"/>
          <ac:spMkLst>
            <pc:docMk/>
            <pc:sldMk cId="0" sldId="289"/>
            <ac:spMk id="10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9:09.727" v="259"/>
          <ac:spMkLst>
            <pc:docMk/>
            <pc:sldMk cId="0" sldId="289"/>
            <ac:spMk id="102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08:47.816" v="252" actId="478"/>
          <ac:spMkLst>
            <pc:docMk/>
            <pc:sldMk cId="0" sldId="289"/>
            <ac:spMk id="10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10:28.009" v="282"/>
          <ac:spMkLst>
            <pc:docMk/>
            <pc:sldMk cId="0" sldId="289"/>
            <ac:spMk id="10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40:51.194" v="439" actId="478"/>
          <ac:spMkLst>
            <pc:docMk/>
            <pc:sldMk cId="0" sldId="289"/>
            <ac:spMk id="105" creationId="{00000000-0000-0000-0000-000000000000}"/>
          </ac:spMkLst>
        </pc:spChg>
        <pc:spChg chg="del">
          <ac:chgData name="Sophia BUI" userId="5388e7d4eb368e7c" providerId="LiveId" clId="{BE58550D-8E23-4583-8E07-07830BA2D7C5}" dt="2026-05-16T08:41:03.520" v="442" actId="478"/>
          <ac:spMkLst>
            <pc:docMk/>
            <pc:sldMk cId="0" sldId="289"/>
            <ac:spMk id="107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6T08:43:42.842" v="450" actId="14100"/>
          <ac:picMkLst>
            <pc:docMk/>
            <pc:sldMk cId="0" sldId="289"/>
            <ac:picMk id="2" creationId="{000DD15B-833A-FA8F-6D74-E653848F80B0}"/>
          </ac:picMkLst>
        </pc:picChg>
        <pc:picChg chg="mod">
          <ac:chgData name="Sophia BUI" userId="5388e7d4eb368e7c" providerId="LiveId" clId="{BE58550D-8E23-4583-8E07-07830BA2D7C5}" dt="2026-05-16T08:09:48.196" v="271" actId="1076"/>
          <ac:picMkLst>
            <pc:docMk/>
            <pc:sldMk cId="0" sldId="289"/>
            <ac:picMk id="93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8:40:54.672" v="440" actId="478"/>
          <ac:picMkLst>
            <pc:docMk/>
            <pc:sldMk cId="0" sldId="289"/>
            <ac:picMk id="94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8:40:51.194" v="439" actId="478"/>
          <ac:picMkLst>
            <pc:docMk/>
            <pc:sldMk cId="0" sldId="289"/>
            <ac:picMk id="106" creationId="{00000000-0000-0000-0000-000000000000}"/>
          </ac:picMkLst>
        </pc:picChg>
      </pc:sldChg>
      <pc:sldChg chg="modSp add del mod setBg modNotes">
        <pc:chgData name="Sophia BUI" userId="5388e7d4eb368e7c" providerId="LiveId" clId="{BE58550D-8E23-4583-8E07-07830BA2D7C5}" dt="2026-05-16T13:43:03.429" v="668" actId="2696"/>
        <pc:sldMkLst>
          <pc:docMk/>
          <pc:sldMk cId="0" sldId="290"/>
        </pc:sldMkLst>
        <pc:spChg chg="mod">
          <ac:chgData name="Sophia BUI" userId="5388e7d4eb368e7c" providerId="LiveId" clId="{BE58550D-8E23-4583-8E07-07830BA2D7C5}" dt="2026-05-16T08:18:59.307" v="351" actId="403"/>
          <ac:spMkLst>
            <pc:docMk/>
            <pc:sldMk cId="0" sldId="290"/>
            <ac:spMk id="117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8:59.307" v="351" actId="403"/>
          <ac:spMkLst>
            <pc:docMk/>
            <pc:sldMk cId="0" sldId="290"/>
            <ac:spMk id="119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8:59.307" v="351" actId="403"/>
          <ac:spMkLst>
            <pc:docMk/>
            <pc:sldMk cId="0" sldId="290"/>
            <ac:spMk id="121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24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26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28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30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32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34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36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38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11.693" v="352" actId="403"/>
          <ac:spMkLst>
            <pc:docMk/>
            <pc:sldMk cId="0" sldId="290"/>
            <ac:spMk id="140" creationId="{00000000-0000-0000-0000-000000000000}"/>
          </ac:spMkLst>
        </pc:spChg>
        <pc:spChg chg="mod">
          <ac:chgData name="Sophia BUI" userId="5388e7d4eb368e7c" providerId="LiveId" clId="{BE58550D-8E23-4583-8E07-07830BA2D7C5}" dt="2026-05-16T08:19:55.335" v="358" actId="1076"/>
          <ac:spMkLst>
            <pc:docMk/>
            <pc:sldMk cId="0" sldId="290"/>
            <ac:spMk id="143" creationId="{00000000-0000-0000-0000-000000000000}"/>
          </ac:spMkLst>
        </pc:spChg>
        <pc:picChg chg="mod">
          <ac:chgData name="Sophia BUI" userId="5388e7d4eb368e7c" providerId="LiveId" clId="{BE58550D-8E23-4583-8E07-07830BA2D7C5}" dt="2026-05-16T08:19:49.175" v="357" actId="14100"/>
          <ac:picMkLst>
            <pc:docMk/>
            <pc:sldMk cId="0" sldId="290"/>
            <ac:picMk id="114" creationId="{00000000-0000-0000-0000-000000000000}"/>
          </ac:picMkLst>
        </pc:picChg>
        <pc:picChg chg="mod">
          <ac:chgData name="Sophia BUI" userId="5388e7d4eb368e7c" providerId="LiveId" clId="{BE58550D-8E23-4583-8E07-07830BA2D7C5}" dt="2026-05-16T08:19:49.175" v="357" actId="14100"/>
          <ac:picMkLst>
            <pc:docMk/>
            <pc:sldMk cId="0" sldId="290"/>
            <ac:picMk id="115" creationId="{00000000-0000-0000-0000-000000000000}"/>
          </ac:picMkLst>
        </pc:picChg>
        <pc:picChg chg="mod">
          <ac:chgData name="Sophia BUI" userId="5388e7d4eb368e7c" providerId="LiveId" clId="{BE58550D-8E23-4583-8E07-07830BA2D7C5}" dt="2026-05-16T08:19:49.175" v="357" actId="14100"/>
          <ac:picMkLst>
            <pc:docMk/>
            <pc:sldMk cId="0" sldId="290"/>
            <ac:picMk id="116" creationId="{00000000-0000-0000-0000-000000000000}"/>
          </ac:picMkLst>
        </pc:picChg>
      </pc:sldChg>
      <pc:sldChg chg="add del">
        <pc:chgData name="Sophia BUI" userId="5388e7d4eb368e7c" providerId="LiveId" clId="{BE58550D-8E23-4583-8E07-07830BA2D7C5}" dt="2026-05-16T14:04:27.814" v="694" actId="2696"/>
        <pc:sldMkLst>
          <pc:docMk/>
          <pc:sldMk cId="1849432404" sldId="290"/>
        </pc:sldMkLst>
      </pc:sldChg>
      <pc:sldChg chg="modSp add mod">
        <pc:chgData name="Sophia BUI" userId="5388e7d4eb368e7c" providerId="LiveId" clId="{BE58550D-8E23-4583-8E07-07830BA2D7C5}" dt="2026-05-17T02:02:34.121" v="924" actId="14100"/>
        <pc:sldMkLst>
          <pc:docMk/>
          <pc:sldMk cId="2029095174" sldId="290"/>
        </pc:sldMkLst>
        <pc:spChg chg="mod">
          <ac:chgData name="Sophia BUI" userId="5388e7d4eb368e7c" providerId="LiveId" clId="{BE58550D-8E23-4583-8E07-07830BA2D7C5}" dt="2026-05-17T02:02:34.121" v="924" actId="14100"/>
          <ac:spMkLst>
            <pc:docMk/>
            <pc:sldMk cId="2029095174" sldId="290"/>
            <ac:spMk id="143" creationId="{00000000-0000-0000-0000-000000000000}"/>
          </ac:spMkLst>
        </pc:spChg>
      </pc:sldChg>
      <pc:sldChg chg="delSp modSp add del mod ord setBg modNotes">
        <pc:chgData name="Sophia BUI" userId="5388e7d4eb368e7c" providerId="LiveId" clId="{BE58550D-8E23-4583-8E07-07830BA2D7C5}" dt="2026-05-17T04:01:43.281" v="2037"/>
        <pc:sldMkLst>
          <pc:docMk/>
          <pc:sldMk cId="0" sldId="291"/>
        </pc:sldMkLst>
        <pc:spChg chg="mod">
          <ac:chgData name="Sophia BUI" userId="5388e7d4eb368e7c" providerId="LiveId" clId="{BE58550D-8E23-4583-8E07-07830BA2D7C5}" dt="2026-05-17T03:57:04.672" v="2013" actId="14100"/>
          <ac:spMkLst>
            <pc:docMk/>
            <pc:sldMk cId="0" sldId="291"/>
            <ac:spMk id="172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7:28.349" v="2022" actId="255"/>
          <ac:spMkLst>
            <pc:docMk/>
            <pc:sldMk cId="0" sldId="291"/>
            <ac:spMk id="173" creationId="{00000000-0000-0000-0000-000000000000}"/>
          </ac:spMkLst>
        </pc:spChg>
        <pc:spChg chg="del">
          <ac:chgData name="Sophia BUI" userId="5388e7d4eb368e7c" providerId="LiveId" clId="{BE58550D-8E23-4583-8E07-07830BA2D7C5}" dt="2026-05-16T08:25:03.986" v="377" actId="478"/>
          <ac:spMkLst>
            <pc:docMk/>
            <pc:sldMk cId="0" sldId="291"/>
            <ac:spMk id="174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5:41.063" v="1996" actId="14100"/>
          <ac:spMkLst>
            <pc:docMk/>
            <pc:sldMk cId="0" sldId="291"/>
            <ac:spMk id="175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5:24.831" v="1992" actId="403"/>
          <ac:spMkLst>
            <pc:docMk/>
            <pc:sldMk cId="0" sldId="291"/>
            <ac:spMk id="176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57:05.982" v="2017"/>
          <ac:spMkLst>
            <pc:docMk/>
            <pc:sldMk cId="0" sldId="291"/>
            <ac:spMk id="17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55:58.953" v="2001" actId="478"/>
          <ac:spMkLst>
            <pc:docMk/>
            <pc:sldMk cId="0" sldId="291"/>
            <ac:spMk id="178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57:05.982" v="2015"/>
          <ac:spMkLst>
            <pc:docMk/>
            <pc:sldMk cId="0" sldId="291"/>
            <ac:spMk id="17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55:50.878" v="1998" actId="478"/>
          <ac:spMkLst>
            <pc:docMk/>
            <pc:sldMk cId="0" sldId="291"/>
            <ac:spMk id="18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3:57:05.983" v="2019"/>
          <ac:spMkLst>
            <pc:docMk/>
            <pc:sldMk cId="0" sldId="291"/>
            <ac:spMk id="181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6:55.396" v="2012" actId="255"/>
          <ac:spMkLst>
            <pc:docMk/>
            <pc:sldMk cId="0" sldId="291"/>
            <ac:spMk id="182" creationId="{00000000-0000-0000-0000-000000000000}"/>
          </ac:spMkLst>
        </pc:spChg>
        <pc:spChg chg="mod">
          <ac:chgData name="Sophia BUI" userId="5388e7d4eb368e7c" providerId="LiveId" clId="{BE58550D-8E23-4583-8E07-07830BA2D7C5}" dt="2026-05-17T02:49:55.771" v="1571" actId="20577"/>
          <ac:spMkLst>
            <pc:docMk/>
            <pc:sldMk cId="0" sldId="291"/>
            <ac:spMk id="184" creationId="{00000000-0000-0000-0000-000000000000}"/>
          </ac:spMkLst>
        </pc:spChg>
        <pc:picChg chg="mod">
          <ac:chgData name="Sophia BUI" userId="5388e7d4eb368e7c" providerId="LiveId" clId="{BE58550D-8E23-4583-8E07-07830BA2D7C5}" dt="2026-05-16T08:24:49.668" v="375" actId="1076"/>
          <ac:picMkLst>
            <pc:docMk/>
            <pc:sldMk cId="0" sldId="291"/>
            <ac:picMk id="169" creationId="{00000000-0000-0000-0000-000000000000}"/>
          </ac:picMkLst>
        </pc:picChg>
        <pc:picChg chg="mod">
          <ac:chgData name="Sophia BUI" userId="5388e7d4eb368e7c" providerId="LiveId" clId="{BE58550D-8E23-4583-8E07-07830BA2D7C5}" dt="2026-05-17T03:55:14.686" v="1989" actId="14100"/>
          <ac:picMkLst>
            <pc:docMk/>
            <pc:sldMk cId="0" sldId="291"/>
            <ac:picMk id="170" creationId="{00000000-0000-0000-0000-000000000000}"/>
          </ac:picMkLst>
        </pc:picChg>
        <pc:picChg chg="del">
          <ac:chgData name="Sophia BUI" userId="5388e7d4eb368e7c" providerId="LiveId" clId="{BE58550D-8E23-4583-8E07-07830BA2D7C5}" dt="2026-05-16T14:29:02.900" v="715" actId="478"/>
          <ac:picMkLst>
            <pc:docMk/>
            <pc:sldMk cId="0" sldId="291"/>
            <ac:picMk id="171" creationId="{00000000-0000-0000-0000-000000000000}"/>
          </ac:picMkLst>
        </pc:picChg>
        <pc:picChg chg="del">
          <ac:chgData name="Sophia BUI" userId="5388e7d4eb368e7c" providerId="LiveId" clId="{BE58550D-8E23-4583-8E07-07830BA2D7C5}" dt="2026-05-16T14:29:06.703" v="716" actId="478"/>
          <ac:picMkLst>
            <pc:docMk/>
            <pc:sldMk cId="0" sldId="291"/>
            <ac:picMk id="183" creationId="{00000000-0000-0000-0000-000000000000}"/>
          </ac:picMkLst>
        </pc:picChg>
      </pc:sldChg>
      <pc:sldChg chg="delSp modSp add del mod ord setBg modNotes">
        <pc:chgData name="Sophia BUI" userId="5388e7d4eb368e7c" providerId="LiveId" clId="{BE58550D-8E23-4583-8E07-07830BA2D7C5}" dt="2026-05-17T04:01:43.281" v="2037"/>
        <pc:sldMkLst>
          <pc:docMk/>
          <pc:sldMk cId="0" sldId="292"/>
        </pc:sldMkLst>
        <pc:spChg chg="mod">
          <ac:chgData name="Sophia BUI" userId="5388e7d4eb368e7c" providerId="LiveId" clId="{BE58550D-8E23-4583-8E07-07830BA2D7C5}" dt="2026-05-17T03:58:06.561" v="2026" actId="255"/>
          <ac:spMkLst>
            <pc:docMk/>
            <pc:sldMk cId="0" sldId="292"/>
            <ac:spMk id="193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8:06.561" v="2026" actId="255"/>
          <ac:spMkLst>
            <pc:docMk/>
            <pc:sldMk cId="0" sldId="292"/>
            <ac:spMk id="194" creationId="{00000000-0000-0000-0000-000000000000}"/>
          </ac:spMkLst>
        </pc:spChg>
        <pc:spChg chg="del">
          <ac:chgData name="Sophia BUI" userId="5388e7d4eb368e7c" providerId="LiveId" clId="{BE58550D-8E23-4583-8E07-07830BA2D7C5}" dt="2026-05-17T02:52:07.787" v="1605" actId="478"/>
          <ac:spMkLst>
            <pc:docMk/>
            <pc:sldMk cId="0" sldId="292"/>
            <ac:spMk id="195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8:32.520" v="2028" actId="403"/>
          <ac:spMkLst>
            <pc:docMk/>
            <pc:sldMk cId="0" sldId="292"/>
            <ac:spMk id="196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8:32.520" v="2028" actId="403"/>
          <ac:spMkLst>
            <pc:docMk/>
            <pc:sldMk cId="0" sldId="292"/>
            <ac:spMk id="197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52:07.789" v="1607"/>
          <ac:spMkLst>
            <pc:docMk/>
            <pc:sldMk cId="0" sldId="292"/>
            <ac:spMk id="198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50:32.275" v="1587" actId="478"/>
          <ac:spMkLst>
            <pc:docMk/>
            <pc:sldMk cId="0" sldId="292"/>
            <ac:spMk id="19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52:07.791" v="1609"/>
          <ac:spMkLst>
            <pc:docMk/>
            <pc:sldMk cId="0" sldId="292"/>
            <ac:spMk id="20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50:24.484" v="1584" actId="478"/>
          <ac:spMkLst>
            <pc:docMk/>
            <pc:sldMk cId="0" sldId="292"/>
            <ac:spMk id="20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52:07.793" v="1611"/>
          <ac:spMkLst>
            <pc:docMk/>
            <pc:sldMk cId="0" sldId="292"/>
            <ac:spMk id="20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50:19.150" v="1582" actId="478"/>
          <ac:spMkLst>
            <pc:docMk/>
            <pc:sldMk cId="0" sldId="292"/>
            <ac:spMk id="20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2:52:07.794" v="1613"/>
          <ac:spMkLst>
            <pc:docMk/>
            <pc:sldMk cId="0" sldId="292"/>
            <ac:spMk id="204" creationId="{00000000-0000-0000-0000-000000000000}"/>
          </ac:spMkLst>
        </pc:spChg>
        <pc:spChg chg="mod">
          <ac:chgData name="Sophia BUI" userId="5388e7d4eb368e7c" providerId="LiveId" clId="{BE58550D-8E23-4583-8E07-07830BA2D7C5}" dt="2026-05-17T03:58:57.814" v="2030" actId="1076"/>
          <ac:spMkLst>
            <pc:docMk/>
            <pc:sldMk cId="0" sldId="292"/>
            <ac:spMk id="205" creationId="{00000000-0000-0000-0000-000000000000}"/>
          </ac:spMkLst>
        </pc:spChg>
        <pc:spChg chg="mod">
          <ac:chgData name="Sophia BUI" userId="5388e7d4eb368e7c" providerId="LiveId" clId="{BE58550D-8E23-4583-8E07-07830BA2D7C5}" dt="2026-05-17T02:50:03.151" v="1579" actId="20577"/>
          <ac:spMkLst>
            <pc:docMk/>
            <pc:sldMk cId="0" sldId="292"/>
            <ac:spMk id="207" creationId="{00000000-0000-0000-0000-000000000000}"/>
          </ac:spMkLst>
        </pc:spChg>
        <pc:picChg chg="mod">
          <ac:chgData name="Sophia BUI" userId="5388e7d4eb368e7c" providerId="LiveId" clId="{BE58550D-8E23-4583-8E07-07830BA2D7C5}" dt="2026-05-17T02:52:12.018" v="1615" actId="1076"/>
          <ac:picMkLst>
            <pc:docMk/>
            <pc:sldMk cId="0" sldId="292"/>
            <ac:picMk id="190" creationId="{00000000-0000-0000-0000-000000000000}"/>
          </ac:picMkLst>
        </pc:picChg>
        <pc:picChg chg="mod">
          <ac:chgData name="Sophia BUI" userId="5388e7d4eb368e7c" providerId="LiveId" clId="{BE58550D-8E23-4583-8E07-07830BA2D7C5}" dt="2026-05-17T03:58:45.486" v="2029" actId="14100"/>
          <ac:picMkLst>
            <pc:docMk/>
            <pc:sldMk cId="0" sldId="292"/>
            <ac:picMk id="191" creationId="{00000000-0000-0000-0000-000000000000}"/>
          </ac:picMkLst>
        </pc:picChg>
      </pc:sldChg>
      <pc:sldChg chg="modSp add del mod ord setBg modNotes">
        <pc:chgData name="Sophia BUI" userId="5388e7d4eb368e7c" providerId="LiveId" clId="{BE58550D-8E23-4583-8E07-07830BA2D7C5}" dt="2026-05-16T08:24:05.130" v="373" actId="2696"/>
        <pc:sldMkLst>
          <pc:docMk/>
          <pc:sldMk cId="0" sldId="293"/>
        </pc:sldMkLst>
        <pc:spChg chg="mod">
          <ac:chgData name="Sophia BUI" userId="5388e7d4eb368e7c" providerId="LiveId" clId="{BE58550D-8E23-4583-8E07-07830BA2D7C5}" dt="2026-05-16T08:23:30.969" v="372" actId="20577"/>
          <ac:spMkLst>
            <pc:docMk/>
            <pc:sldMk cId="0" sldId="293"/>
            <ac:spMk id="227" creationId="{00000000-0000-0000-0000-000000000000}"/>
          </ac:spMkLst>
        </pc:spChg>
      </pc:sldChg>
      <pc:sldChg chg="addSp delSp modSp add mod ord setBg modNotes">
        <pc:chgData name="Sophia BUI" userId="5388e7d4eb368e7c" providerId="LiveId" clId="{BE58550D-8E23-4583-8E07-07830BA2D7C5}" dt="2026-05-17T08:46:46.550" v="4715" actId="1076"/>
        <pc:sldMkLst>
          <pc:docMk/>
          <pc:sldMk cId="0" sldId="294"/>
        </pc:sldMkLst>
        <pc:spChg chg="mod">
          <ac:chgData name="Sophia BUI" userId="5388e7d4eb368e7c" providerId="LiveId" clId="{BE58550D-8E23-4583-8E07-07830BA2D7C5}" dt="2026-05-16T08:36:24.250" v="435" actId="14100"/>
          <ac:spMkLst>
            <pc:docMk/>
            <pc:sldMk cId="0" sldId="294"/>
            <ac:spMk id="235" creationId="{00000000-0000-0000-0000-000000000000}"/>
          </ac:spMkLst>
        </pc:spChg>
        <pc:spChg chg="mod">
          <ac:chgData name="Sophia BUI" userId="5388e7d4eb368e7c" providerId="LiveId" clId="{BE58550D-8E23-4583-8E07-07830BA2D7C5}" dt="2026-05-16T08:35:20.595" v="432" actId="14100"/>
          <ac:spMkLst>
            <pc:docMk/>
            <pc:sldMk cId="0" sldId="294"/>
            <ac:spMk id="236" creationId="{00000000-0000-0000-0000-000000000000}"/>
          </ac:spMkLst>
        </pc:spChg>
        <pc:spChg chg="del">
          <ac:chgData name="Sophia BUI" userId="5388e7d4eb368e7c" providerId="LiveId" clId="{BE58550D-8E23-4583-8E07-07830BA2D7C5}" dt="2026-05-16T08:22:04.319" v="360" actId="478"/>
          <ac:spMkLst>
            <pc:docMk/>
            <pc:sldMk cId="0" sldId="294"/>
            <ac:spMk id="237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29:56.634" v="400"/>
          <ac:spMkLst>
            <pc:docMk/>
            <pc:sldMk cId="0" sldId="294"/>
            <ac:spMk id="238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29:56.628" v="392" actId="478"/>
          <ac:spMkLst>
            <pc:docMk/>
            <pc:sldMk cId="0" sldId="294"/>
            <ac:spMk id="239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29:56.633" v="398"/>
          <ac:spMkLst>
            <pc:docMk/>
            <pc:sldMk cId="0" sldId="294"/>
            <ac:spMk id="240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29:56.637" v="402"/>
          <ac:spMkLst>
            <pc:docMk/>
            <pc:sldMk cId="0" sldId="294"/>
            <ac:spMk id="24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29:56.630" v="394"/>
          <ac:spMkLst>
            <pc:docMk/>
            <pc:sldMk cId="0" sldId="294"/>
            <ac:spMk id="242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29:09.392" v="383" actId="478"/>
          <ac:spMkLst>
            <pc:docMk/>
            <pc:sldMk cId="0" sldId="294"/>
            <ac:spMk id="24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8:29:56.631" v="396"/>
          <ac:spMkLst>
            <pc:docMk/>
            <pc:sldMk cId="0" sldId="294"/>
            <ac:spMk id="244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6:46.550" v="4715" actId="1076"/>
          <ac:spMkLst>
            <pc:docMk/>
            <pc:sldMk cId="0" sldId="294"/>
            <ac:spMk id="245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6:36.816" v="4714" actId="1076"/>
          <ac:spMkLst>
            <pc:docMk/>
            <pc:sldMk cId="0" sldId="294"/>
            <ac:spMk id="247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6T08:34:24.936" v="421" actId="478"/>
          <ac:picMkLst>
            <pc:docMk/>
            <pc:sldMk cId="0" sldId="294"/>
            <ac:picMk id="2" creationId="{AF7C484B-241E-7656-AC0B-A32EEF067521}"/>
          </ac:picMkLst>
        </pc:picChg>
        <pc:picChg chg="add mod">
          <ac:chgData name="Sophia BUI" userId="5388e7d4eb368e7c" providerId="LiveId" clId="{BE58550D-8E23-4583-8E07-07830BA2D7C5}" dt="2026-05-16T13:39:49.125" v="667" actId="14100"/>
          <ac:picMkLst>
            <pc:docMk/>
            <pc:sldMk cId="0" sldId="294"/>
            <ac:picMk id="3" creationId="{DFEC4CCA-FD35-A9F5-9F03-222D8CAB30E3}"/>
          </ac:picMkLst>
        </pc:picChg>
        <pc:picChg chg="add mod">
          <ac:chgData name="Sophia BUI" userId="5388e7d4eb368e7c" providerId="LiveId" clId="{BE58550D-8E23-4583-8E07-07830BA2D7C5}" dt="2026-05-16T08:36:39.888" v="436" actId="1582"/>
          <ac:picMkLst>
            <pc:docMk/>
            <pc:sldMk cId="0" sldId="294"/>
            <ac:picMk id="4" creationId="{1A0F96DB-12BF-27DD-3F42-142184610E5E}"/>
          </ac:picMkLst>
        </pc:picChg>
        <pc:picChg chg="mod">
          <ac:chgData name="Sophia BUI" userId="5388e7d4eb368e7c" providerId="LiveId" clId="{BE58550D-8E23-4583-8E07-07830BA2D7C5}" dt="2026-05-17T08:00:11.323" v="3923" actId="1076"/>
          <ac:picMkLst>
            <pc:docMk/>
            <pc:sldMk cId="0" sldId="294"/>
            <ac:picMk id="233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8:31:35.039" v="407" actId="478"/>
          <ac:picMkLst>
            <pc:docMk/>
            <pc:sldMk cId="0" sldId="294"/>
            <ac:picMk id="234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8:31:39.057" v="408" actId="478"/>
          <ac:picMkLst>
            <pc:docMk/>
            <pc:sldMk cId="0" sldId="294"/>
            <ac:picMk id="246" creationId="{00000000-0000-0000-0000-000000000000}"/>
          </ac:picMkLst>
        </pc:picChg>
      </pc:sldChg>
      <pc:sldChg chg="addSp delSp modSp add mod ord setBg">
        <pc:chgData name="Sophia BUI" userId="5388e7d4eb368e7c" providerId="LiveId" clId="{BE58550D-8E23-4583-8E07-07830BA2D7C5}" dt="2026-05-17T08:47:05.479" v="4729" actId="1076"/>
        <pc:sldMkLst>
          <pc:docMk/>
          <pc:sldMk cId="0" sldId="295"/>
        </pc:sldMkLst>
        <pc:spChg chg="add mod">
          <ac:chgData name="Sophia BUI" userId="5388e7d4eb368e7c" providerId="LiveId" clId="{BE58550D-8E23-4583-8E07-07830BA2D7C5}" dt="2026-05-17T04:41:35.881" v="2416" actId="14100"/>
          <ac:spMkLst>
            <pc:docMk/>
            <pc:sldMk cId="0" sldId="295"/>
            <ac:spMk id="3" creationId="{FBE5683F-8F21-02D0-31CF-FBD7D84D41D2}"/>
          </ac:spMkLst>
        </pc:spChg>
        <pc:spChg chg="add mod">
          <ac:chgData name="Sophia BUI" userId="5388e7d4eb368e7c" providerId="LiveId" clId="{BE58550D-8E23-4583-8E07-07830BA2D7C5}" dt="2026-05-17T04:20:26.686" v="2312" actId="14100"/>
          <ac:spMkLst>
            <pc:docMk/>
            <pc:sldMk cId="0" sldId="295"/>
            <ac:spMk id="4" creationId="{43702113-731C-B1CF-9CDA-89FC15253343}"/>
          </ac:spMkLst>
        </pc:spChg>
        <pc:spChg chg="add mod">
          <ac:chgData name="Sophia BUI" userId="5388e7d4eb368e7c" providerId="LiveId" clId="{BE58550D-8E23-4583-8E07-07830BA2D7C5}" dt="2026-05-17T08:43:39.323" v="4655" actId="404"/>
          <ac:spMkLst>
            <pc:docMk/>
            <pc:sldMk cId="0" sldId="295"/>
            <ac:spMk id="5" creationId="{981A474A-AA1D-B23F-440E-225D3A4AA012}"/>
          </ac:spMkLst>
        </pc:spChg>
        <pc:spChg chg="add">
          <ac:chgData name="Sophia BUI" userId="5388e7d4eb368e7c" providerId="LiveId" clId="{BE58550D-8E23-4583-8E07-07830BA2D7C5}" dt="2026-05-17T05:06:04.143" v="2714"/>
          <ac:spMkLst>
            <pc:docMk/>
            <pc:sldMk cId="0" sldId="295"/>
            <ac:spMk id="6" creationId="{C9D4A671-D7B8-3DAA-9991-85FB65B5D86E}"/>
          </ac:spMkLst>
        </pc:spChg>
        <pc:spChg chg="mod">
          <ac:chgData name="Sophia BUI" userId="5388e7d4eb368e7c" providerId="LiveId" clId="{BE58550D-8E23-4583-8E07-07830BA2D7C5}" dt="2026-05-17T04:41:07.337" v="2414" actId="554"/>
          <ac:spMkLst>
            <pc:docMk/>
            <pc:sldMk cId="0" sldId="295"/>
            <ac:spMk id="256" creationId="{00000000-0000-0000-0000-000000000000}"/>
          </ac:spMkLst>
        </pc:spChg>
        <pc:spChg chg="mod">
          <ac:chgData name="Sophia BUI" userId="5388e7d4eb368e7c" providerId="LiveId" clId="{BE58550D-8E23-4583-8E07-07830BA2D7C5}" dt="2026-05-17T04:19:47.725" v="2310" actId="14100"/>
          <ac:spMkLst>
            <pc:docMk/>
            <pc:sldMk cId="0" sldId="295"/>
            <ac:spMk id="257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3:34.860" v="4654" actId="404"/>
          <ac:spMkLst>
            <pc:docMk/>
            <pc:sldMk cId="0" sldId="295"/>
            <ac:spMk id="258" creationId="{00000000-0000-0000-0000-000000000000}"/>
          </ac:spMkLst>
        </pc:spChg>
        <pc:spChg chg="mod">
          <ac:chgData name="Sophia BUI" userId="5388e7d4eb368e7c" providerId="LiveId" clId="{BE58550D-8E23-4583-8E07-07830BA2D7C5}" dt="2026-05-17T04:41:07.337" v="2414" actId="554"/>
          <ac:spMkLst>
            <pc:docMk/>
            <pc:sldMk cId="0" sldId="295"/>
            <ac:spMk id="259" creationId="{00000000-0000-0000-0000-000000000000}"/>
          </ac:spMkLst>
        </pc:spChg>
        <pc:spChg chg="mod">
          <ac:chgData name="Sophia BUI" userId="5388e7d4eb368e7c" providerId="LiveId" clId="{BE58550D-8E23-4583-8E07-07830BA2D7C5}" dt="2026-05-17T04:19:35.321" v="2309" actId="1038"/>
          <ac:spMkLst>
            <pc:docMk/>
            <pc:sldMk cId="0" sldId="295"/>
            <ac:spMk id="260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4:04.849" v="4658" actId="14100"/>
          <ac:spMkLst>
            <pc:docMk/>
            <pc:sldMk cId="0" sldId="295"/>
            <ac:spMk id="26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4:36:28.002" v="2403"/>
          <ac:spMkLst>
            <pc:docMk/>
            <pc:sldMk cId="0" sldId="295"/>
            <ac:spMk id="26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4:20:37.632" v="2315"/>
          <ac:spMkLst>
            <pc:docMk/>
            <pc:sldMk cId="0" sldId="295"/>
            <ac:spMk id="272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7:05.479" v="4729" actId="1076"/>
          <ac:spMkLst>
            <pc:docMk/>
            <pc:sldMk cId="0" sldId="295"/>
            <ac:spMk id="278" creationId="{00000000-0000-0000-0000-000000000000}"/>
          </ac:spMkLst>
        </pc:spChg>
        <pc:spChg chg="add del mod">
          <ac:chgData name="Sophia BUI" userId="5388e7d4eb368e7c" providerId="LiveId" clId="{BE58550D-8E23-4583-8E07-07830BA2D7C5}" dt="2026-05-17T08:44:42.331" v="4659" actId="21"/>
          <ac:spMkLst>
            <pc:docMk/>
            <pc:sldMk cId="0" sldId="295"/>
            <ac:spMk id="280" creationId="{00000000-0000-0000-0000-000000000000}"/>
          </ac:spMkLst>
        </pc:spChg>
        <pc:picChg chg="add mod">
          <ac:chgData name="Sophia BUI" userId="5388e7d4eb368e7c" providerId="LiveId" clId="{BE58550D-8E23-4583-8E07-07830BA2D7C5}" dt="2026-05-17T08:43:48.432" v="4656" actId="14100"/>
          <ac:picMkLst>
            <pc:docMk/>
            <pc:sldMk cId="0" sldId="295"/>
            <ac:picMk id="2" creationId="{76770209-FF3A-4686-1CDE-FF051703D831}"/>
          </ac:picMkLst>
        </pc:picChg>
        <pc:picChg chg="mod">
          <ac:chgData name="Sophia BUI" userId="5388e7d4eb368e7c" providerId="LiveId" clId="{BE58550D-8E23-4583-8E07-07830BA2D7C5}" dt="2026-05-17T04:40:55.889" v="2413" actId="554"/>
          <ac:picMkLst>
            <pc:docMk/>
            <pc:sldMk cId="0" sldId="295"/>
            <ac:picMk id="254" creationId="{00000000-0000-0000-0000-000000000000}"/>
          </ac:picMkLst>
        </pc:picChg>
        <pc:picChg chg="mod">
          <ac:chgData name="Sophia BUI" userId="5388e7d4eb368e7c" providerId="LiveId" clId="{BE58550D-8E23-4583-8E07-07830BA2D7C5}" dt="2026-05-17T08:44:00.887" v="4657" actId="14100"/>
          <ac:picMkLst>
            <pc:docMk/>
            <pc:sldMk cId="0" sldId="295"/>
            <ac:picMk id="255" creationId="{00000000-0000-0000-0000-000000000000}"/>
          </ac:picMkLst>
        </pc:picChg>
      </pc:sldChg>
      <pc:sldChg chg="addSp delSp modSp add mod ord setBg modNotes">
        <pc:chgData name="Sophia BUI" userId="5388e7d4eb368e7c" providerId="LiveId" clId="{BE58550D-8E23-4583-8E07-07830BA2D7C5}" dt="2026-05-17T08:48:04.839" v="4762" actId="404"/>
        <pc:sldMkLst>
          <pc:docMk/>
          <pc:sldMk cId="0" sldId="296"/>
        </pc:sldMkLst>
        <pc:spChg chg="mod">
          <ac:chgData name="Sophia BUI" userId="5388e7d4eb368e7c" providerId="LiveId" clId="{BE58550D-8E23-4583-8E07-07830BA2D7C5}" dt="2026-05-16T09:15:50.196" v="550" actId="1076"/>
          <ac:spMkLst>
            <pc:docMk/>
            <pc:sldMk cId="0" sldId="296"/>
            <ac:spMk id="287" creationId="{00000000-0000-0000-0000-000000000000}"/>
          </ac:spMkLst>
        </pc:spChg>
        <pc:spChg chg="mod">
          <ac:chgData name="Sophia BUI" userId="5388e7d4eb368e7c" providerId="LiveId" clId="{BE58550D-8E23-4583-8E07-07830BA2D7C5}" dt="2026-05-16T09:15:50.196" v="550" actId="1076"/>
          <ac:spMkLst>
            <pc:docMk/>
            <pc:sldMk cId="0" sldId="296"/>
            <ac:spMk id="288" creationId="{00000000-0000-0000-0000-000000000000}"/>
          </ac:spMkLst>
        </pc:spChg>
        <pc:spChg chg="del">
          <ac:chgData name="Sophia BUI" userId="5388e7d4eb368e7c" providerId="LiveId" clId="{BE58550D-8E23-4583-8E07-07830BA2D7C5}" dt="2026-05-16T09:13:41.381" v="524" actId="478"/>
          <ac:spMkLst>
            <pc:docMk/>
            <pc:sldMk cId="0" sldId="296"/>
            <ac:spMk id="289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17:11.812" v="555"/>
          <ac:spMkLst>
            <pc:docMk/>
            <pc:sldMk cId="0" sldId="296"/>
            <ac:spMk id="290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14:25.736" v="536" actId="478"/>
          <ac:spMkLst>
            <pc:docMk/>
            <pc:sldMk cId="0" sldId="296"/>
            <ac:spMk id="291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17:11.813" v="557"/>
          <ac:spMkLst>
            <pc:docMk/>
            <pc:sldMk cId="0" sldId="296"/>
            <ac:spMk id="292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14:16.878" v="533" actId="478"/>
          <ac:spMkLst>
            <pc:docMk/>
            <pc:sldMk cId="0" sldId="296"/>
            <ac:spMk id="293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17:11.813" v="559"/>
          <ac:spMkLst>
            <pc:docMk/>
            <pc:sldMk cId="0" sldId="296"/>
            <ac:spMk id="294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14:07.589" v="530" actId="478"/>
          <ac:spMkLst>
            <pc:docMk/>
            <pc:sldMk cId="0" sldId="296"/>
            <ac:spMk id="295" creationId="{00000000-0000-0000-0000-000000000000}"/>
          </ac:spMkLst>
        </pc:spChg>
        <pc:spChg chg="del mod">
          <ac:chgData name="Sophia BUI" userId="5388e7d4eb368e7c" providerId="LiveId" clId="{BE58550D-8E23-4583-8E07-07830BA2D7C5}" dt="2026-05-16T09:17:11.814" v="561"/>
          <ac:spMkLst>
            <pc:docMk/>
            <pc:sldMk cId="0" sldId="296"/>
            <ac:spMk id="296" creationId="{00000000-0000-0000-0000-000000000000}"/>
          </ac:spMkLst>
        </pc:spChg>
        <pc:spChg chg="mod">
          <ac:chgData name="Sophia BUI" userId="5388e7d4eb368e7c" providerId="LiveId" clId="{BE58550D-8E23-4583-8E07-07830BA2D7C5}" dt="2026-05-16T09:15:15.816" v="547" actId="255"/>
          <ac:spMkLst>
            <pc:docMk/>
            <pc:sldMk cId="0" sldId="296"/>
            <ac:spMk id="297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8:04.839" v="4762" actId="404"/>
          <ac:spMkLst>
            <pc:docMk/>
            <pc:sldMk cId="0" sldId="296"/>
            <ac:spMk id="29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9:16:06.884" v="553" actId="14100"/>
          <ac:picMkLst>
            <pc:docMk/>
            <pc:sldMk cId="0" sldId="296"/>
            <ac:picMk id="2" creationId="{445CE5C5-0AB1-C9BB-14D7-862225029B2B}"/>
          </ac:picMkLst>
        </pc:picChg>
        <pc:picChg chg="mod">
          <ac:chgData name="Sophia BUI" userId="5388e7d4eb368e7c" providerId="LiveId" clId="{BE58550D-8E23-4583-8E07-07830BA2D7C5}" dt="2026-05-16T09:15:39.120" v="549" actId="1076"/>
          <ac:picMkLst>
            <pc:docMk/>
            <pc:sldMk cId="0" sldId="296"/>
            <ac:picMk id="285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9:12:55.562" v="515" actId="478"/>
          <ac:picMkLst>
            <pc:docMk/>
            <pc:sldMk cId="0" sldId="296"/>
            <ac:picMk id="286" creationId="{00000000-0000-0000-0000-000000000000}"/>
          </ac:picMkLst>
        </pc:picChg>
        <pc:picChg chg="del">
          <ac:chgData name="Sophia BUI" userId="5388e7d4eb368e7c" providerId="LiveId" clId="{BE58550D-8E23-4583-8E07-07830BA2D7C5}" dt="2026-05-16T09:12:58.448" v="516" actId="478"/>
          <ac:picMkLst>
            <pc:docMk/>
            <pc:sldMk cId="0" sldId="296"/>
            <ac:picMk id="298" creationId="{00000000-0000-0000-0000-000000000000}"/>
          </ac:picMkLst>
        </pc:picChg>
      </pc:sldChg>
      <pc:sldChg chg="addSp delSp modSp add mod ord setBg modNotes">
        <pc:chgData name="Sophia BUI" userId="5388e7d4eb368e7c" providerId="LiveId" clId="{BE58550D-8E23-4583-8E07-07830BA2D7C5}" dt="2026-05-17T08:47:43.910" v="4757" actId="1076"/>
        <pc:sldMkLst>
          <pc:docMk/>
          <pc:sldMk cId="0" sldId="297"/>
        </pc:sldMkLst>
        <pc:spChg chg="mod">
          <ac:chgData name="Sophia BUI" userId="5388e7d4eb368e7c" providerId="LiveId" clId="{BE58550D-8E23-4583-8E07-07830BA2D7C5}" dt="2026-05-17T08:08:59.442" v="4012" actId="14100"/>
          <ac:spMkLst>
            <pc:docMk/>
            <pc:sldMk cId="0" sldId="297"/>
            <ac:spMk id="307" creationId="{00000000-0000-0000-0000-000000000000}"/>
          </ac:spMkLst>
        </pc:spChg>
        <pc:spChg chg="mod">
          <ac:chgData name="Sophia BUI" userId="5388e7d4eb368e7c" providerId="LiveId" clId="{BE58550D-8E23-4583-8E07-07830BA2D7C5}" dt="2026-05-17T08:08:57.179" v="4011" actId="14100"/>
          <ac:spMkLst>
            <pc:docMk/>
            <pc:sldMk cId="0" sldId="297"/>
            <ac:spMk id="308" creationId="{00000000-0000-0000-0000-000000000000}"/>
          </ac:spMkLst>
        </pc:spChg>
        <pc:spChg chg="del">
          <ac:chgData name="Sophia BUI" userId="5388e7d4eb368e7c" providerId="LiveId" clId="{BE58550D-8E23-4583-8E07-07830BA2D7C5}" dt="2026-05-17T08:03:26.052" v="3975" actId="478"/>
          <ac:spMkLst>
            <pc:docMk/>
            <pc:sldMk cId="0" sldId="297"/>
            <ac:spMk id="30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07:39.211" v="4004"/>
          <ac:spMkLst>
            <pc:docMk/>
            <pc:sldMk cId="0" sldId="297"/>
            <ac:spMk id="31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03:55.114" v="3988"/>
          <ac:spMkLst>
            <pc:docMk/>
            <pc:sldMk cId="0" sldId="297"/>
            <ac:spMk id="31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07:39.210" v="4002"/>
          <ac:spMkLst>
            <pc:docMk/>
            <pc:sldMk cId="0" sldId="297"/>
            <ac:spMk id="31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03:55.113" v="3984" actId="478"/>
          <ac:spMkLst>
            <pc:docMk/>
            <pc:sldMk cId="0" sldId="297"/>
            <ac:spMk id="31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03:55.115" v="3992"/>
          <ac:spMkLst>
            <pc:docMk/>
            <pc:sldMk cId="0" sldId="297"/>
            <ac:spMk id="31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03:55.114" v="3986"/>
          <ac:spMkLst>
            <pc:docMk/>
            <pc:sldMk cId="0" sldId="297"/>
            <ac:spMk id="31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03:55.115" v="3990"/>
          <ac:spMkLst>
            <pc:docMk/>
            <pc:sldMk cId="0" sldId="297"/>
            <ac:spMk id="316" creationId="{00000000-0000-0000-0000-000000000000}"/>
          </ac:spMkLst>
        </pc:spChg>
        <pc:spChg chg="mod">
          <ac:chgData name="Sophia BUI" userId="5388e7d4eb368e7c" providerId="LiveId" clId="{BE58550D-8E23-4583-8E07-07830BA2D7C5}" dt="2026-05-17T08:08:48.780" v="4010" actId="14100"/>
          <ac:spMkLst>
            <pc:docMk/>
            <pc:sldMk cId="0" sldId="297"/>
            <ac:spMk id="317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7:43.910" v="4757" actId="1076"/>
          <ac:spMkLst>
            <pc:docMk/>
            <pc:sldMk cId="0" sldId="297"/>
            <ac:spMk id="31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7T08:10:46.394" v="4019" actId="1076"/>
          <ac:picMkLst>
            <pc:docMk/>
            <pc:sldMk cId="0" sldId="297"/>
            <ac:picMk id="2" creationId="{596F8969-0C7C-675A-E805-89EF6B7759EF}"/>
          </ac:picMkLst>
        </pc:picChg>
        <pc:picChg chg="add mod">
          <ac:chgData name="Sophia BUI" userId="5388e7d4eb368e7c" providerId="LiveId" clId="{BE58550D-8E23-4583-8E07-07830BA2D7C5}" dt="2026-05-17T08:10:46.394" v="4019" actId="1076"/>
          <ac:picMkLst>
            <pc:docMk/>
            <pc:sldMk cId="0" sldId="297"/>
            <ac:picMk id="3" creationId="{6B910F9C-266B-FFDD-8CD0-AD6F8792818F}"/>
          </ac:picMkLst>
        </pc:picChg>
        <pc:picChg chg="del">
          <ac:chgData name="Sophia BUI" userId="5388e7d4eb368e7c" providerId="LiveId" clId="{BE58550D-8E23-4583-8E07-07830BA2D7C5}" dt="2026-05-17T08:07:39.210" v="4000" actId="478"/>
          <ac:picMkLst>
            <pc:docMk/>
            <pc:sldMk cId="0" sldId="297"/>
            <ac:picMk id="306" creationId="{00000000-0000-0000-0000-000000000000}"/>
          </ac:picMkLst>
        </pc:picChg>
        <pc:picChg chg="del">
          <ac:chgData name="Sophia BUI" userId="5388e7d4eb368e7c" providerId="LiveId" clId="{BE58550D-8E23-4583-8E07-07830BA2D7C5}" dt="2026-05-17T07:52:14.979" v="3686" actId="478"/>
          <ac:picMkLst>
            <pc:docMk/>
            <pc:sldMk cId="0" sldId="297"/>
            <ac:picMk id="318" creationId="{00000000-0000-0000-0000-000000000000}"/>
          </ac:picMkLst>
        </pc:picChg>
      </pc:sldChg>
      <pc:sldChg chg="addSp delSp modSp add mod ord setBg modNotes">
        <pc:chgData name="Sophia BUI" userId="5388e7d4eb368e7c" providerId="LiveId" clId="{BE58550D-8E23-4583-8E07-07830BA2D7C5}" dt="2026-05-17T08:49:00.185" v="4770"/>
        <pc:sldMkLst>
          <pc:docMk/>
          <pc:sldMk cId="0" sldId="298"/>
        </pc:sldMkLst>
        <pc:spChg chg="mod">
          <ac:chgData name="Sophia BUI" userId="5388e7d4eb368e7c" providerId="LiveId" clId="{BE58550D-8E23-4583-8E07-07830BA2D7C5}" dt="2026-05-17T08:14:50.696" v="4025" actId="1076"/>
          <ac:spMkLst>
            <pc:docMk/>
            <pc:sldMk cId="0" sldId="298"/>
            <ac:spMk id="327" creationId="{00000000-0000-0000-0000-000000000000}"/>
          </ac:spMkLst>
        </pc:spChg>
        <pc:spChg chg="mod">
          <ac:chgData name="Sophia BUI" userId="5388e7d4eb368e7c" providerId="LiveId" clId="{BE58550D-8E23-4583-8E07-07830BA2D7C5}" dt="2026-05-17T08:14:50.696" v="4025" actId="1076"/>
          <ac:spMkLst>
            <pc:docMk/>
            <pc:sldMk cId="0" sldId="298"/>
            <ac:spMk id="328" creationId="{00000000-0000-0000-0000-000000000000}"/>
          </ac:spMkLst>
        </pc:spChg>
        <pc:spChg chg="del">
          <ac:chgData name="Sophia BUI" userId="5388e7d4eb368e7c" providerId="LiveId" clId="{BE58550D-8E23-4583-8E07-07830BA2D7C5}" dt="2026-05-17T08:14:52.635" v="4026" actId="478"/>
          <ac:spMkLst>
            <pc:docMk/>
            <pc:sldMk cId="0" sldId="298"/>
            <ac:spMk id="32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15:19.615" v="4040"/>
          <ac:spMkLst>
            <pc:docMk/>
            <pc:sldMk cId="0" sldId="298"/>
            <ac:spMk id="33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15:19.614" v="4034" actId="478"/>
          <ac:spMkLst>
            <pc:docMk/>
            <pc:sldMk cId="0" sldId="298"/>
            <ac:spMk id="331" creationId="{00000000-0000-0000-0000-000000000000}"/>
          </ac:spMkLst>
        </pc:spChg>
        <pc:spChg chg="mod">
          <ac:chgData name="Sophia BUI" userId="5388e7d4eb368e7c" providerId="LiveId" clId="{BE58550D-8E23-4583-8E07-07830BA2D7C5}" dt="2026-05-17T08:15:24.253" v="4041" actId="20577"/>
          <ac:spMkLst>
            <pc:docMk/>
            <pc:sldMk cId="0" sldId="298"/>
            <ac:spMk id="33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15:19.615" v="4038"/>
          <ac:spMkLst>
            <pc:docMk/>
            <pc:sldMk cId="0" sldId="298"/>
            <ac:spMk id="333" creationId="{00000000-0000-0000-0000-000000000000}"/>
          </ac:spMkLst>
        </pc:spChg>
        <pc:spChg chg="mod">
          <ac:chgData name="Sophia BUI" userId="5388e7d4eb368e7c" providerId="LiveId" clId="{BE58550D-8E23-4583-8E07-07830BA2D7C5}" dt="2026-05-17T08:15:29.334" v="4042" actId="20577"/>
          <ac:spMkLst>
            <pc:docMk/>
            <pc:sldMk cId="0" sldId="298"/>
            <ac:spMk id="33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15:19.615" v="4036"/>
          <ac:spMkLst>
            <pc:docMk/>
            <pc:sldMk cId="0" sldId="298"/>
            <ac:spMk id="33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8:49:00.185" v="4770"/>
          <ac:spMkLst>
            <pc:docMk/>
            <pc:sldMk cId="0" sldId="298"/>
            <ac:spMk id="336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8:56.062" v="4768" actId="1076"/>
          <ac:spMkLst>
            <pc:docMk/>
            <pc:sldMk cId="0" sldId="298"/>
            <ac:spMk id="337" creationId="{00000000-0000-0000-0000-000000000000}"/>
          </ac:spMkLst>
        </pc:spChg>
        <pc:spChg chg="mod">
          <ac:chgData name="Sophia BUI" userId="5388e7d4eb368e7c" providerId="LiveId" clId="{BE58550D-8E23-4583-8E07-07830BA2D7C5}" dt="2026-05-17T08:48:27.391" v="4765" actId="404"/>
          <ac:spMkLst>
            <pc:docMk/>
            <pc:sldMk cId="0" sldId="298"/>
            <ac:spMk id="339" creationId="{00000000-0000-0000-0000-000000000000}"/>
          </ac:spMkLst>
        </pc:spChg>
        <pc:picChg chg="add del mod">
          <ac:chgData name="Sophia BUI" userId="5388e7d4eb368e7c" providerId="LiveId" clId="{BE58550D-8E23-4583-8E07-07830BA2D7C5}" dt="2026-05-17T08:19:40.325" v="4048" actId="478"/>
          <ac:picMkLst>
            <pc:docMk/>
            <pc:sldMk cId="0" sldId="298"/>
            <ac:picMk id="2" creationId="{7B1519DF-97D0-437F-F977-F9A0442ABEB5}"/>
          </ac:picMkLst>
        </pc:picChg>
        <pc:picChg chg="del">
          <ac:chgData name="Sophia BUI" userId="5388e7d4eb368e7c" providerId="LiveId" clId="{BE58550D-8E23-4583-8E07-07830BA2D7C5}" dt="2026-05-17T08:14:29.685" v="4021" actId="478"/>
          <ac:picMkLst>
            <pc:docMk/>
            <pc:sldMk cId="0" sldId="298"/>
            <ac:picMk id="326" creationId="{00000000-0000-0000-0000-000000000000}"/>
          </ac:picMkLst>
        </pc:picChg>
        <pc:picChg chg="del">
          <ac:chgData name="Sophia BUI" userId="5388e7d4eb368e7c" providerId="LiveId" clId="{BE58550D-8E23-4583-8E07-07830BA2D7C5}" dt="2026-05-17T08:14:25.468" v="4020" actId="478"/>
          <ac:picMkLst>
            <pc:docMk/>
            <pc:sldMk cId="0" sldId="298"/>
            <ac:picMk id="338" creationId="{00000000-0000-0000-0000-000000000000}"/>
          </ac:picMkLst>
        </pc:picChg>
        <pc:picChg chg="add mod">
          <ac:chgData name="Sophia BUI" userId="5388e7d4eb368e7c" providerId="LiveId" clId="{BE58550D-8E23-4583-8E07-07830BA2D7C5}" dt="2026-05-17T08:19:49.479" v="4051" actId="1076"/>
          <ac:picMkLst>
            <pc:docMk/>
            <pc:sldMk cId="0" sldId="298"/>
            <ac:picMk id="4098" creationId="{7E7CA68B-1BE2-1E17-E49B-11CA8CFB512F}"/>
          </ac:picMkLst>
        </pc:picChg>
      </pc:sldChg>
      <pc:sldChg chg="addSp delSp modSp add mod ord setBg modNotes">
        <pc:chgData name="Sophia BUI" userId="5388e7d4eb368e7c" providerId="LiveId" clId="{BE58550D-8E23-4583-8E07-07830BA2D7C5}" dt="2026-05-17T09:48:35.788" v="5722" actId="1076"/>
        <pc:sldMkLst>
          <pc:docMk/>
          <pc:sldMk cId="0" sldId="299"/>
        </pc:sldMkLst>
        <pc:spChg chg="mod">
          <ac:chgData name="Sophia BUI" userId="5388e7d4eb368e7c" providerId="LiveId" clId="{BE58550D-8E23-4583-8E07-07830BA2D7C5}" dt="2026-05-17T09:47:57.188" v="5714" actId="1076"/>
          <ac:spMkLst>
            <pc:docMk/>
            <pc:sldMk cId="0" sldId="299"/>
            <ac:spMk id="347" creationId="{00000000-0000-0000-0000-000000000000}"/>
          </ac:spMkLst>
        </pc:spChg>
        <pc:spChg chg="mod">
          <ac:chgData name="Sophia BUI" userId="5388e7d4eb368e7c" providerId="LiveId" clId="{BE58550D-8E23-4583-8E07-07830BA2D7C5}" dt="2026-05-17T09:47:57.188" v="5714" actId="1076"/>
          <ac:spMkLst>
            <pc:docMk/>
            <pc:sldMk cId="0" sldId="299"/>
            <ac:spMk id="348" creationId="{00000000-0000-0000-0000-000000000000}"/>
          </ac:spMkLst>
        </pc:spChg>
        <pc:spChg chg="del">
          <ac:chgData name="Sophia BUI" userId="5388e7d4eb368e7c" providerId="LiveId" clId="{BE58550D-8E23-4583-8E07-07830BA2D7C5}" dt="2026-05-17T09:45:21.456" v="5680" actId="478"/>
          <ac:spMkLst>
            <pc:docMk/>
            <pc:sldMk cId="0" sldId="299"/>
            <ac:spMk id="349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9:46:38.973" v="5708"/>
          <ac:spMkLst>
            <pc:docMk/>
            <pc:sldMk cId="0" sldId="299"/>
            <ac:spMk id="350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9:45:55.703" v="5693"/>
          <ac:spMkLst>
            <pc:docMk/>
            <pc:sldMk cId="0" sldId="299"/>
            <ac:spMk id="351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9:45:55.704" v="5697"/>
          <ac:spMkLst>
            <pc:docMk/>
            <pc:sldMk cId="0" sldId="299"/>
            <ac:spMk id="352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9:45:55.703" v="5691"/>
          <ac:spMkLst>
            <pc:docMk/>
            <pc:sldMk cId="0" sldId="299"/>
            <ac:spMk id="353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9:45:55.703" v="5695"/>
          <ac:spMkLst>
            <pc:docMk/>
            <pc:sldMk cId="0" sldId="299"/>
            <ac:spMk id="354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9:45:55.702" v="5689" actId="478"/>
          <ac:spMkLst>
            <pc:docMk/>
            <pc:sldMk cId="0" sldId="299"/>
            <ac:spMk id="355" creationId="{00000000-0000-0000-0000-000000000000}"/>
          </ac:spMkLst>
        </pc:spChg>
        <pc:spChg chg="del mod">
          <ac:chgData name="Sophia BUI" userId="5388e7d4eb368e7c" providerId="LiveId" clId="{BE58550D-8E23-4583-8E07-07830BA2D7C5}" dt="2026-05-17T09:46:38.972" v="5706"/>
          <ac:spMkLst>
            <pc:docMk/>
            <pc:sldMk cId="0" sldId="299"/>
            <ac:spMk id="356" creationId="{00000000-0000-0000-0000-000000000000}"/>
          </ac:spMkLst>
        </pc:spChg>
        <pc:spChg chg="mod">
          <ac:chgData name="Sophia BUI" userId="5388e7d4eb368e7c" providerId="LiveId" clId="{BE58550D-8E23-4583-8E07-07830BA2D7C5}" dt="2026-05-17T09:48:11.239" v="5717" actId="14100"/>
          <ac:spMkLst>
            <pc:docMk/>
            <pc:sldMk cId="0" sldId="299"/>
            <ac:spMk id="357" creationId="{00000000-0000-0000-0000-000000000000}"/>
          </ac:spMkLst>
        </pc:spChg>
        <pc:picChg chg="add mod">
          <ac:chgData name="Sophia BUI" userId="5388e7d4eb368e7c" providerId="LiveId" clId="{BE58550D-8E23-4583-8E07-07830BA2D7C5}" dt="2026-05-17T09:48:35.788" v="5722" actId="1076"/>
          <ac:picMkLst>
            <pc:docMk/>
            <pc:sldMk cId="0" sldId="299"/>
            <ac:picMk id="2" creationId="{65580D7D-80D1-C5BA-9CAA-0F7241D6CC59}"/>
          </ac:picMkLst>
        </pc:picChg>
        <pc:picChg chg="del">
          <ac:chgData name="Sophia BUI" userId="5388e7d4eb368e7c" providerId="LiveId" clId="{BE58550D-8E23-4583-8E07-07830BA2D7C5}" dt="2026-05-17T09:46:38.972" v="5704" actId="478"/>
          <ac:picMkLst>
            <pc:docMk/>
            <pc:sldMk cId="0" sldId="299"/>
            <ac:picMk id="346" creationId="{00000000-0000-0000-0000-000000000000}"/>
          </ac:picMkLst>
        </pc:picChg>
        <pc:picChg chg="del">
          <ac:chgData name="Sophia BUI" userId="5388e7d4eb368e7c" providerId="LiveId" clId="{BE58550D-8E23-4583-8E07-07830BA2D7C5}" dt="2026-05-17T09:46:41.514" v="5709" actId="478"/>
          <ac:picMkLst>
            <pc:docMk/>
            <pc:sldMk cId="0" sldId="299"/>
            <ac:picMk id="358" creationId="{00000000-0000-0000-0000-000000000000}"/>
          </ac:picMkLst>
        </pc:picChg>
      </pc:sldChg>
      <pc:sldChg chg="add del setBg modNotes">
        <pc:chgData name="Sophia BUI" userId="5388e7d4eb368e7c" providerId="LiveId" clId="{BE58550D-8E23-4583-8E07-07830BA2D7C5}" dt="2026-05-17T09:49:14.476" v="5723" actId="2696"/>
        <pc:sldMkLst>
          <pc:docMk/>
          <pc:sldMk cId="0" sldId="300"/>
        </pc:sldMkLst>
      </pc:sldChg>
      <pc:sldChg chg="add del setBg modNotes">
        <pc:chgData name="Sophia BUI" userId="5388e7d4eb368e7c" providerId="LiveId" clId="{BE58550D-8E23-4583-8E07-07830BA2D7C5}" dt="2026-05-17T09:49:30.411" v="5724" actId="47"/>
        <pc:sldMkLst>
          <pc:docMk/>
          <pc:sldMk cId="0" sldId="301"/>
        </pc:sldMkLst>
      </pc:sldChg>
      <pc:sldChg chg="add del setBg modNotes">
        <pc:chgData name="Sophia BUI" userId="5388e7d4eb368e7c" providerId="LiveId" clId="{BE58550D-8E23-4583-8E07-07830BA2D7C5}" dt="2026-05-17T09:49:30.411" v="5724" actId="47"/>
        <pc:sldMkLst>
          <pc:docMk/>
          <pc:sldMk cId="0" sldId="302"/>
        </pc:sldMkLst>
      </pc:sldChg>
      <pc:sldChg chg="addSp delSp modSp add mod">
        <pc:chgData name="Sophia BUI" userId="5388e7d4eb368e7c" providerId="LiveId" clId="{BE58550D-8E23-4583-8E07-07830BA2D7C5}" dt="2026-05-17T01:59:25.602" v="838" actId="1076"/>
        <pc:sldMkLst>
          <pc:docMk/>
          <pc:sldMk cId="1150448151" sldId="303"/>
        </pc:sldMkLst>
        <pc:spChg chg="mod">
          <ac:chgData name="Sophia BUI" userId="5388e7d4eb368e7c" providerId="LiveId" clId="{BE58550D-8E23-4583-8E07-07830BA2D7C5}" dt="2026-05-17T01:58:40.041" v="833" actId="1076"/>
          <ac:spMkLst>
            <pc:docMk/>
            <pc:sldMk cId="1150448151" sldId="303"/>
            <ac:spMk id="95" creationId="{4762E06C-62AE-DC3F-E4FC-2C3A9222D43C}"/>
          </ac:spMkLst>
        </pc:spChg>
        <pc:spChg chg="mod">
          <ac:chgData name="Sophia BUI" userId="5388e7d4eb368e7c" providerId="LiveId" clId="{BE58550D-8E23-4583-8E07-07830BA2D7C5}" dt="2026-05-17T01:58:40.041" v="833" actId="1076"/>
          <ac:spMkLst>
            <pc:docMk/>
            <pc:sldMk cId="1150448151" sldId="303"/>
            <ac:spMk id="96" creationId="{5C68EBE3-A03C-E1A0-3335-AB62B57AAB27}"/>
          </ac:spMkLst>
        </pc:spChg>
        <pc:spChg chg="mod">
          <ac:chgData name="Sophia BUI" userId="5388e7d4eb368e7c" providerId="LiveId" clId="{BE58550D-8E23-4583-8E07-07830BA2D7C5}" dt="2026-05-17T01:59:01.889" v="835" actId="255"/>
          <ac:spMkLst>
            <pc:docMk/>
            <pc:sldMk cId="1150448151" sldId="303"/>
            <ac:spMk id="105" creationId="{0E507BEA-8A68-0130-7EF7-87520F5B4BF7}"/>
          </ac:spMkLst>
        </pc:spChg>
        <pc:picChg chg="add mod">
          <ac:chgData name="Sophia BUI" userId="5388e7d4eb368e7c" providerId="LiveId" clId="{BE58550D-8E23-4583-8E07-07830BA2D7C5}" dt="2026-05-17T01:59:25.602" v="838" actId="1076"/>
          <ac:picMkLst>
            <pc:docMk/>
            <pc:sldMk cId="1150448151" sldId="303"/>
            <ac:picMk id="3" creationId="{55D8CEB7-9F68-09CF-8903-6CABE5039AC2}"/>
          </ac:picMkLst>
        </pc:picChg>
        <pc:picChg chg="del">
          <ac:chgData name="Sophia BUI" userId="5388e7d4eb368e7c" providerId="LiveId" clId="{BE58550D-8E23-4583-8E07-07830BA2D7C5}" dt="2026-05-17T01:57:40.772" v="829" actId="478"/>
          <ac:picMkLst>
            <pc:docMk/>
            <pc:sldMk cId="1150448151" sldId="303"/>
            <ac:picMk id="94" creationId="{A460E652-A32D-72B7-3707-AD690F1AD900}"/>
          </ac:picMkLst>
        </pc:picChg>
        <pc:picChg chg="del mod">
          <ac:chgData name="Sophia BUI" userId="5388e7d4eb368e7c" providerId="LiveId" clId="{BE58550D-8E23-4583-8E07-07830BA2D7C5}" dt="2026-05-17T01:59:13.680" v="836" actId="478"/>
          <ac:picMkLst>
            <pc:docMk/>
            <pc:sldMk cId="1150448151" sldId="303"/>
            <ac:picMk id="106" creationId="{CCE5F750-ACF2-281F-A3CF-5B9B2E435B26}"/>
          </ac:picMkLst>
        </pc:picChg>
      </pc:sldChg>
      <pc:sldChg chg="add del">
        <pc:chgData name="Sophia BUI" userId="5388e7d4eb368e7c" providerId="LiveId" clId="{BE58550D-8E23-4583-8E07-07830BA2D7C5}" dt="2026-05-16T14:04:27.814" v="694" actId="2696"/>
        <pc:sldMkLst>
          <pc:docMk/>
          <pc:sldMk cId="1994950577" sldId="303"/>
        </pc:sldMkLst>
      </pc:sldChg>
      <pc:sldChg chg="add del">
        <pc:chgData name="Sophia BUI" userId="5388e7d4eb368e7c" providerId="LiveId" clId="{BE58550D-8E23-4583-8E07-07830BA2D7C5}" dt="2026-05-16T13:43:03.429" v="668" actId="2696"/>
        <pc:sldMkLst>
          <pc:docMk/>
          <pc:sldMk cId="2212559673" sldId="303"/>
        </pc:sldMkLst>
      </pc:sldChg>
      <pc:sldChg chg="new del">
        <pc:chgData name="Sophia BUI" userId="5388e7d4eb368e7c" providerId="LiveId" clId="{BE58550D-8E23-4583-8E07-07830BA2D7C5}" dt="2026-05-16T08:49:48.390" v="503" actId="2696"/>
        <pc:sldMkLst>
          <pc:docMk/>
          <pc:sldMk cId="2184252420" sldId="304"/>
        </pc:sldMkLst>
      </pc:sldChg>
      <pc:sldChg chg="delSp modSp add del mod">
        <pc:chgData name="Sophia BUI" userId="5388e7d4eb368e7c" providerId="LiveId" clId="{BE58550D-8E23-4583-8E07-07830BA2D7C5}" dt="2026-05-16T08:49:48.390" v="503" actId="2696"/>
        <pc:sldMkLst>
          <pc:docMk/>
          <pc:sldMk cId="1284013094" sldId="305"/>
        </pc:sldMkLst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17" creationId="{6A5176DD-D0CF-6003-8654-7FEBC434E49D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19" creationId="{3F569AB2-631C-3702-E95F-5F18B1DBDCD5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21" creationId="{118111A4-CDE5-E909-895A-347312273FC6}"/>
          </ac:spMkLst>
        </pc:spChg>
        <pc:spChg chg="del mod">
          <ac:chgData name="Sophia BUI" userId="5388e7d4eb368e7c" providerId="LiveId" clId="{BE58550D-8E23-4583-8E07-07830BA2D7C5}" dt="2026-05-16T08:49:12.425" v="494"/>
          <ac:spMkLst>
            <pc:docMk/>
            <pc:sldMk cId="1284013094" sldId="305"/>
            <ac:spMk id="123" creationId="{EC6D5017-A624-1028-F8A5-C8EB4E88BC9E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24" creationId="{49F0529E-CF94-1DFB-C8A6-66C4A4214C1D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26" creationId="{4A045DC0-720A-B59C-1136-C30D92D3C053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32" creationId="{72DEC1C3-E251-B941-0B95-1C1812AE6FA1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34" creationId="{98AD5908-B0EC-172B-EA00-FF1A66FF2583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36" creationId="{71C5C96A-2504-6E9E-AAD1-06C76AE58EF9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38" creationId="{0E504CB3-2387-4BE8-5B78-65F9C8E01566}"/>
          </ac:spMkLst>
        </pc:spChg>
        <pc:spChg chg="del">
          <ac:chgData name="Sophia BUI" userId="5388e7d4eb368e7c" providerId="LiveId" clId="{BE58550D-8E23-4583-8E07-07830BA2D7C5}" dt="2026-05-16T08:48:58.453" v="491" actId="478"/>
          <ac:spMkLst>
            <pc:docMk/>
            <pc:sldMk cId="1284013094" sldId="305"/>
            <ac:spMk id="140" creationId="{C8A5300A-6745-E55B-62D8-BF9450E654B8}"/>
          </ac:spMkLst>
        </pc:spChg>
        <pc:spChg chg="mod">
          <ac:chgData name="Sophia BUI" userId="5388e7d4eb368e7c" providerId="LiveId" clId="{BE58550D-8E23-4583-8E07-07830BA2D7C5}" dt="2026-05-16T08:48:41.746" v="489" actId="6549"/>
          <ac:spMkLst>
            <pc:docMk/>
            <pc:sldMk cId="1284013094" sldId="305"/>
            <ac:spMk id="141" creationId="{F004E333-46E9-9C76-D88B-C2D7673D4EDF}"/>
          </ac:spMkLst>
        </pc:spChg>
        <pc:picChg chg="del">
          <ac:chgData name="Sophia BUI" userId="5388e7d4eb368e7c" providerId="LiveId" clId="{BE58550D-8E23-4583-8E07-07830BA2D7C5}" dt="2026-05-16T08:48:46.749" v="490" actId="478"/>
          <ac:picMkLst>
            <pc:docMk/>
            <pc:sldMk cId="1284013094" sldId="305"/>
            <ac:picMk id="114" creationId="{2C407768-1B89-D721-E262-D4DA823D6928}"/>
          </ac:picMkLst>
        </pc:picChg>
        <pc:picChg chg="del">
          <ac:chgData name="Sophia BUI" userId="5388e7d4eb368e7c" providerId="LiveId" clId="{BE58550D-8E23-4583-8E07-07830BA2D7C5}" dt="2026-05-16T08:48:46.749" v="490" actId="478"/>
          <ac:picMkLst>
            <pc:docMk/>
            <pc:sldMk cId="1284013094" sldId="305"/>
            <ac:picMk id="115" creationId="{A3BB7B63-78E9-49E5-34D0-40B9E3159855}"/>
          </ac:picMkLst>
        </pc:picChg>
        <pc:picChg chg="del">
          <ac:chgData name="Sophia BUI" userId="5388e7d4eb368e7c" providerId="LiveId" clId="{BE58550D-8E23-4583-8E07-07830BA2D7C5}" dt="2026-05-16T08:48:46.749" v="490" actId="478"/>
          <ac:picMkLst>
            <pc:docMk/>
            <pc:sldMk cId="1284013094" sldId="305"/>
            <ac:picMk id="116" creationId="{66FB10A2-0087-91D9-D5CB-D5302B73B94D}"/>
          </ac:picMkLst>
        </pc:picChg>
      </pc:sldChg>
      <pc:sldChg chg="addSp delSp modSp add mod">
        <pc:chgData name="Sophia BUI" userId="5388e7d4eb368e7c" providerId="LiveId" clId="{BE58550D-8E23-4583-8E07-07830BA2D7C5}" dt="2026-05-17T08:45:38.260" v="4675" actId="6549"/>
        <pc:sldMkLst>
          <pc:docMk/>
          <pc:sldMk cId="218609641" sldId="306"/>
        </pc:sldMkLst>
        <pc:spChg chg="add mod">
          <ac:chgData name="Sophia BUI" userId="5388e7d4eb368e7c" providerId="LiveId" clId="{BE58550D-8E23-4583-8E07-07830BA2D7C5}" dt="2026-05-17T02:12:07.049" v="1067" actId="20577"/>
          <ac:spMkLst>
            <pc:docMk/>
            <pc:sldMk cId="218609641" sldId="306"/>
            <ac:spMk id="4" creationId="{46552DBD-569F-1AA8-9B0B-9E445F1D8B6F}"/>
          </ac:spMkLst>
        </pc:spChg>
        <pc:spChg chg="mod">
          <ac:chgData name="Sophia BUI" userId="5388e7d4eb368e7c" providerId="LiveId" clId="{BE58550D-8E23-4583-8E07-07830BA2D7C5}" dt="2026-05-17T02:07:02.175" v="954" actId="20577"/>
          <ac:spMkLst>
            <pc:docMk/>
            <pc:sldMk cId="218609641" sldId="306"/>
            <ac:spMk id="107" creationId="{EA6EB89D-F94F-F42D-C6DC-3A330526410D}"/>
          </ac:spMkLst>
        </pc:spChg>
        <pc:graphicFrameChg chg="add del mod modGraphic">
          <ac:chgData name="Sophia BUI" userId="5388e7d4eb368e7c" providerId="LiveId" clId="{BE58550D-8E23-4583-8E07-07830BA2D7C5}" dt="2026-05-17T02:08:26.141" v="960" actId="478"/>
          <ac:graphicFrameMkLst>
            <pc:docMk/>
            <pc:sldMk cId="218609641" sldId="306"/>
            <ac:graphicFrameMk id="2" creationId="{CBD585F7-9828-3D2E-00A8-085878A7419F}"/>
          </ac:graphicFrameMkLst>
        </pc:graphicFrameChg>
        <pc:graphicFrameChg chg="add mod modGraphic">
          <ac:chgData name="Sophia BUI" userId="5388e7d4eb368e7c" providerId="LiveId" clId="{BE58550D-8E23-4583-8E07-07830BA2D7C5}" dt="2026-05-17T08:45:38.260" v="4675" actId="6549"/>
          <ac:graphicFrameMkLst>
            <pc:docMk/>
            <pc:sldMk cId="218609641" sldId="306"/>
            <ac:graphicFrameMk id="3" creationId="{60AC7040-AD61-9454-71FD-CB35ABDA3A53}"/>
          </ac:graphicFrameMkLst>
        </pc:graphicFrameChg>
        <pc:picChg chg="del">
          <ac:chgData name="Sophia BUI" userId="5388e7d4eb368e7c" providerId="LiveId" clId="{BE58550D-8E23-4583-8E07-07830BA2D7C5}" dt="2026-05-17T02:07:15.126" v="955" actId="478"/>
          <ac:picMkLst>
            <pc:docMk/>
            <pc:sldMk cId="218609641" sldId="306"/>
            <ac:picMk id="5" creationId="{79DF27A6-2A6B-0D2E-A090-DBA4A206B1E1}"/>
          </ac:picMkLst>
        </pc:picChg>
      </pc:sldChg>
      <pc:sldChg chg="addSp delSp modSp add del mod ord">
        <pc:chgData name="Sophia BUI" userId="5388e7d4eb368e7c" providerId="LiveId" clId="{BE58550D-8E23-4583-8E07-07830BA2D7C5}" dt="2026-05-16T13:43:03.429" v="668" actId="2696"/>
        <pc:sldMkLst>
          <pc:docMk/>
          <pc:sldMk cId="2507680385" sldId="306"/>
        </pc:sldMkLst>
        <pc:spChg chg="del">
          <ac:chgData name="Sophia BUI" userId="5388e7d4eb368e7c" providerId="LiveId" clId="{BE58550D-8E23-4583-8E07-07830BA2D7C5}" dt="2026-05-16T08:49:43.974" v="502" actId="478"/>
          <ac:spMkLst>
            <pc:docMk/>
            <pc:sldMk cId="2507680385" sldId="306"/>
            <ac:spMk id="95" creationId="{81EA9B87-040F-1DF6-3E20-ECB4C6A7ED9B}"/>
          </ac:spMkLst>
        </pc:spChg>
        <pc:spChg chg="del">
          <ac:chgData name="Sophia BUI" userId="5388e7d4eb368e7c" providerId="LiveId" clId="{BE58550D-8E23-4583-8E07-07830BA2D7C5}" dt="2026-05-16T08:49:43.974" v="502" actId="478"/>
          <ac:spMkLst>
            <pc:docMk/>
            <pc:sldMk cId="2507680385" sldId="306"/>
            <ac:spMk id="96" creationId="{3C423601-602E-6561-A113-1E9DA9B9790A}"/>
          </ac:spMkLst>
        </pc:spChg>
        <pc:spChg chg="del">
          <ac:chgData name="Sophia BUI" userId="5388e7d4eb368e7c" providerId="LiveId" clId="{BE58550D-8E23-4583-8E07-07830BA2D7C5}" dt="2026-05-16T08:49:35.294" v="499" actId="478"/>
          <ac:spMkLst>
            <pc:docMk/>
            <pc:sldMk cId="2507680385" sldId="306"/>
            <ac:spMk id="105" creationId="{2BE2F9ED-0376-E05A-ED58-994AAA8801FC}"/>
          </ac:spMkLst>
        </pc:spChg>
        <pc:spChg chg="mod">
          <ac:chgData name="Sophia BUI" userId="5388e7d4eb368e7c" providerId="LiveId" clId="{BE58550D-8E23-4583-8E07-07830BA2D7C5}" dt="2026-05-16T08:49:28.163" v="498"/>
          <ac:spMkLst>
            <pc:docMk/>
            <pc:sldMk cId="2507680385" sldId="306"/>
            <ac:spMk id="107" creationId="{EA6EB89D-F94F-F42D-C6DC-3A330526410D}"/>
          </ac:spMkLst>
        </pc:spChg>
        <pc:picChg chg="add del mod">
          <ac:chgData name="Sophia BUI" userId="5388e7d4eb368e7c" providerId="LiveId" clId="{BE58550D-8E23-4583-8E07-07830BA2D7C5}" dt="2026-05-16T08:50:26.558" v="506" actId="478"/>
          <ac:picMkLst>
            <pc:docMk/>
            <pc:sldMk cId="2507680385" sldId="306"/>
            <ac:picMk id="2" creationId="{C8C94B4B-E548-8D03-CC5A-993D7CDB4F59}"/>
          </ac:picMkLst>
        </pc:picChg>
        <pc:picChg chg="add del mod">
          <ac:chgData name="Sophia BUI" userId="5388e7d4eb368e7c" providerId="LiveId" clId="{BE58550D-8E23-4583-8E07-07830BA2D7C5}" dt="2026-05-16T09:05:18.951" v="510" actId="478"/>
          <ac:picMkLst>
            <pc:docMk/>
            <pc:sldMk cId="2507680385" sldId="306"/>
            <ac:picMk id="3" creationId="{9724F9F2-6568-3490-6706-34113597EC65}"/>
          </ac:picMkLst>
        </pc:picChg>
        <pc:picChg chg="add mod">
          <ac:chgData name="Sophia BUI" userId="5388e7d4eb368e7c" providerId="LiveId" clId="{BE58550D-8E23-4583-8E07-07830BA2D7C5}" dt="2026-05-16T09:05:31.997" v="514" actId="14100"/>
          <ac:picMkLst>
            <pc:docMk/>
            <pc:sldMk cId="2507680385" sldId="306"/>
            <ac:picMk id="5" creationId="{79DF27A6-2A6B-0D2E-A090-DBA4A206B1E1}"/>
          </ac:picMkLst>
        </pc:picChg>
        <pc:picChg chg="del">
          <ac:chgData name="Sophia BUI" userId="5388e7d4eb368e7c" providerId="LiveId" clId="{BE58550D-8E23-4583-8E07-07830BA2D7C5}" dt="2026-05-16T08:49:38.926" v="501" actId="478"/>
          <ac:picMkLst>
            <pc:docMk/>
            <pc:sldMk cId="2507680385" sldId="306"/>
            <ac:picMk id="94" creationId="{E29345B4-133B-CC4A-178F-932F6ED6783D}"/>
          </ac:picMkLst>
        </pc:picChg>
        <pc:picChg chg="del">
          <ac:chgData name="Sophia BUI" userId="5388e7d4eb368e7c" providerId="LiveId" clId="{BE58550D-8E23-4583-8E07-07830BA2D7C5}" dt="2026-05-16T08:49:37.230" v="500" actId="478"/>
          <ac:picMkLst>
            <pc:docMk/>
            <pc:sldMk cId="2507680385" sldId="306"/>
            <ac:picMk id="106" creationId="{19AC4D8A-166C-759B-6736-22596B231E5E}"/>
          </ac:picMkLst>
        </pc:picChg>
      </pc:sldChg>
      <pc:sldChg chg="addSp modSp add mod ord">
        <pc:chgData name="Sophia BUI" userId="5388e7d4eb368e7c" providerId="LiveId" clId="{BE58550D-8E23-4583-8E07-07830BA2D7C5}" dt="2026-05-17T04:02:28.461" v="2065" actId="20577"/>
        <pc:sldMkLst>
          <pc:docMk/>
          <pc:sldMk cId="3372443815" sldId="307"/>
        </pc:sldMkLst>
        <pc:spChg chg="mod">
          <ac:chgData name="Sophia BUI" userId="5388e7d4eb368e7c" providerId="LiveId" clId="{BE58550D-8E23-4583-8E07-07830BA2D7C5}" dt="2026-05-17T04:02:28.461" v="2065" actId="20577"/>
          <ac:spMkLst>
            <pc:docMk/>
            <pc:sldMk cId="3372443815" sldId="307"/>
            <ac:spMk id="86" creationId="{15480C75-3DE9-B93F-FC85-9127E51D0D84}"/>
          </ac:spMkLst>
        </pc:spChg>
        <pc:picChg chg="add mod">
          <ac:chgData name="Sophia BUI" userId="5388e7d4eb368e7c" providerId="LiveId" clId="{BE58550D-8E23-4583-8E07-07830BA2D7C5}" dt="2026-05-16T14:36:12.267" v="736" actId="14100"/>
          <ac:picMkLst>
            <pc:docMk/>
            <pc:sldMk cId="3372443815" sldId="307"/>
            <ac:picMk id="2" creationId="{C4369497-BA46-AE25-28FF-F2A7C191C3A9}"/>
          </ac:picMkLst>
        </pc:picChg>
      </pc:sldChg>
      <pc:sldChg chg="modSp add mod">
        <pc:chgData name="Sophia BUI" userId="5388e7d4eb368e7c" providerId="LiveId" clId="{BE58550D-8E23-4583-8E07-07830BA2D7C5}" dt="2026-05-17T04:03:18.027" v="2115" actId="1076"/>
        <pc:sldMkLst>
          <pc:docMk/>
          <pc:sldMk cId="1537419138" sldId="308"/>
        </pc:sldMkLst>
        <pc:spChg chg="mod">
          <ac:chgData name="Sophia BUI" userId="5388e7d4eb368e7c" providerId="LiveId" clId="{BE58550D-8E23-4583-8E07-07830BA2D7C5}" dt="2026-05-17T04:03:05.224" v="2114" actId="20577"/>
          <ac:spMkLst>
            <pc:docMk/>
            <pc:sldMk cId="1537419138" sldId="308"/>
            <ac:spMk id="86" creationId="{F74110B6-1958-BE80-9D8C-698E6FB5E308}"/>
          </ac:spMkLst>
        </pc:spChg>
        <pc:spChg chg="mod">
          <ac:chgData name="Sophia BUI" userId="5388e7d4eb368e7c" providerId="LiveId" clId="{BE58550D-8E23-4583-8E07-07830BA2D7C5}" dt="2026-05-17T04:03:18.027" v="2115" actId="1076"/>
          <ac:spMkLst>
            <pc:docMk/>
            <pc:sldMk cId="1537419138" sldId="308"/>
            <ac:spMk id="87" creationId="{10D4C9AB-0F96-2565-BDC4-D1B9FB3BDFC9}"/>
          </ac:spMkLst>
        </pc:spChg>
      </pc:sldChg>
      <pc:sldChg chg="add del">
        <pc:chgData name="Sophia BUI" userId="5388e7d4eb368e7c" providerId="LiveId" clId="{BE58550D-8E23-4583-8E07-07830BA2D7C5}" dt="2026-05-16T14:04:27.814" v="694" actId="2696"/>
        <pc:sldMkLst>
          <pc:docMk/>
          <pc:sldMk cId="2362873972" sldId="308"/>
        </pc:sldMkLst>
      </pc:sldChg>
      <pc:sldChg chg="addSp delSp modSp add del mod">
        <pc:chgData name="Sophia BUI" userId="5388e7d4eb368e7c" providerId="LiveId" clId="{BE58550D-8E23-4583-8E07-07830BA2D7C5}" dt="2026-05-17T03:22:02.637" v="1620" actId="2696"/>
        <pc:sldMkLst>
          <pc:docMk/>
          <pc:sldMk cId="1190235568" sldId="309"/>
        </pc:sldMkLst>
        <pc:spChg chg="add del">
          <ac:chgData name="Sophia BUI" userId="5388e7d4eb368e7c" providerId="LiveId" clId="{BE58550D-8E23-4583-8E07-07830BA2D7C5}" dt="2026-05-16T14:37:16.388" v="759" actId="478"/>
          <ac:spMkLst>
            <pc:docMk/>
            <pc:sldMk cId="1190235568" sldId="309"/>
            <ac:spMk id="2" creationId="{B006B17B-B4E2-A233-6F74-92D59FC7E7CD}"/>
          </ac:spMkLst>
        </pc:spChg>
        <pc:spChg chg="mod">
          <ac:chgData name="Sophia BUI" userId="5388e7d4eb368e7c" providerId="LiveId" clId="{BE58550D-8E23-4583-8E07-07830BA2D7C5}" dt="2026-05-17T02:19:20.471" v="1168" actId="20577"/>
          <ac:spMkLst>
            <pc:docMk/>
            <pc:sldMk cId="1190235568" sldId="309"/>
            <ac:spMk id="86" creationId="{6442DD97-D935-19F4-490D-9C97867527C5}"/>
          </ac:spMkLst>
        </pc:spChg>
        <pc:picChg chg="add del mod">
          <ac:chgData name="Sophia BUI" userId="5388e7d4eb368e7c" providerId="LiveId" clId="{BE58550D-8E23-4583-8E07-07830BA2D7C5}" dt="2026-05-16T14:57:16.350" v="767" actId="478"/>
          <ac:picMkLst>
            <pc:docMk/>
            <pc:sldMk cId="1190235568" sldId="309"/>
            <ac:picMk id="3" creationId="{A24301FE-AF81-9158-2CBF-E1CA7285FEED}"/>
          </ac:picMkLst>
        </pc:picChg>
        <pc:picChg chg="add del mod">
          <ac:chgData name="Sophia BUI" userId="5388e7d4eb368e7c" providerId="LiveId" clId="{BE58550D-8E23-4583-8E07-07830BA2D7C5}" dt="2026-05-17T02:40:26.257" v="1432" actId="478"/>
          <ac:picMkLst>
            <pc:docMk/>
            <pc:sldMk cId="1190235568" sldId="309"/>
            <ac:picMk id="4" creationId="{6F54C062-37FE-07AC-FC32-BD020B9CAE54}"/>
          </ac:picMkLst>
        </pc:picChg>
        <pc:picChg chg="add del">
          <ac:chgData name="Sophia BUI" userId="5388e7d4eb368e7c" providerId="LiveId" clId="{BE58550D-8E23-4583-8E07-07830BA2D7C5}" dt="2026-05-16T14:37:16.388" v="759" actId="478"/>
          <ac:picMkLst>
            <pc:docMk/>
            <pc:sldMk cId="1190235568" sldId="309"/>
            <ac:picMk id="84" creationId="{D3CF3461-6F63-090A-19B6-A741E993F459}"/>
          </ac:picMkLst>
        </pc:picChg>
      </pc:sldChg>
      <pc:sldChg chg="modSp add mod">
        <pc:chgData name="Sophia BUI" userId="5388e7d4eb368e7c" providerId="LiveId" clId="{BE58550D-8E23-4583-8E07-07830BA2D7C5}" dt="2026-05-17T03:24:48.902" v="1655" actId="20577"/>
        <pc:sldMkLst>
          <pc:docMk/>
          <pc:sldMk cId="1673640140" sldId="309"/>
        </pc:sldMkLst>
        <pc:spChg chg="mod">
          <ac:chgData name="Sophia BUI" userId="5388e7d4eb368e7c" providerId="LiveId" clId="{BE58550D-8E23-4583-8E07-07830BA2D7C5}" dt="2026-05-17T03:24:48.902" v="1655" actId="20577"/>
          <ac:spMkLst>
            <pc:docMk/>
            <pc:sldMk cId="1673640140" sldId="309"/>
            <ac:spMk id="86" creationId="{6442DD97-D935-19F4-490D-9C97867527C5}"/>
          </ac:spMkLst>
        </pc:spChg>
      </pc:sldChg>
      <pc:sldChg chg="addSp delSp modSp add del mod setBg modNotes">
        <pc:chgData name="Sophia BUI" userId="5388e7d4eb368e7c" providerId="LiveId" clId="{BE58550D-8E23-4583-8E07-07830BA2D7C5}" dt="2026-05-16T14:36:20.276" v="737" actId="2696"/>
        <pc:sldMkLst>
          <pc:docMk/>
          <pc:sldMk cId="0" sldId="310"/>
        </pc:sldMkLst>
        <pc:spChg chg="mod">
          <ac:chgData name="Sophia BUI" userId="5388e7d4eb368e7c" providerId="LiveId" clId="{BE58550D-8E23-4583-8E07-07830BA2D7C5}" dt="2026-05-16T14:33:29.484" v="725" actId="207"/>
          <ac:spMkLst>
            <pc:docMk/>
            <pc:sldMk cId="0" sldId="310"/>
            <ac:spMk id="98" creationId="{00000000-0000-0000-0000-000000000000}"/>
          </ac:spMkLst>
        </pc:spChg>
        <pc:spChg chg="del mod ord">
          <ac:chgData name="Sophia BUI" userId="5388e7d4eb368e7c" providerId="LiveId" clId="{BE58550D-8E23-4583-8E07-07830BA2D7C5}" dt="2026-05-16T14:34:21.511" v="729" actId="478"/>
          <ac:spMkLst>
            <pc:docMk/>
            <pc:sldMk cId="0" sldId="310"/>
            <ac:spMk id="99" creationId="{00000000-0000-0000-0000-000000000000}"/>
          </ac:spMkLst>
        </pc:spChg>
        <pc:spChg chg="mod">
          <ac:chgData name="Sophia BUI" userId="5388e7d4eb368e7c" providerId="LiveId" clId="{BE58550D-8E23-4583-8E07-07830BA2D7C5}" dt="2026-05-16T14:32:56.998" v="721" actId="108"/>
          <ac:spMkLst>
            <pc:docMk/>
            <pc:sldMk cId="0" sldId="310"/>
            <ac:spMk id="100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6T14:34:02.416" v="727" actId="167"/>
          <ac:picMkLst>
            <pc:docMk/>
            <pc:sldMk cId="0" sldId="310"/>
            <ac:picMk id="2" creationId="{29DA1019-ECAC-967B-57A0-DB1F875A6088}"/>
          </ac:picMkLst>
        </pc:picChg>
        <pc:picChg chg="del">
          <ac:chgData name="Sophia BUI" userId="5388e7d4eb368e7c" providerId="LiveId" clId="{BE58550D-8E23-4583-8E07-07830BA2D7C5}" dt="2026-05-16T14:32:16.690" v="718" actId="478"/>
          <ac:picMkLst>
            <pc:docMk/>
            <pc:sldMk cId="0" sldId="310"/>
            <ac:picMk id="91" creationId="{00000000-0000-0000-0000-000000000000}"/>
          </ac:picMkLst>
        </pc:picChg>
        <pc:picChg chg="mod">
          <ac:chgData name="Sophia BUI" userId="5388e7d4eb368e7c" providerId="LiveId" clId="{BE58550D-8E23-4583-8E07-07830BA2D7C5}" dt="2026-05-16T14:34:48.115" v="730" actId="14100"/>
          <ac:picMkLst>
            <pc:docMk/>
            <pc:sldMk cId="0" sldId="310"/>
            <ac:picMk id="92" creationId="{00000000-0000-0000-0000-000000000000}"/>
          </ac:picMkLst>
        </pc:picChg>
        <pc:picChg chg="mod">
          <ac:chgData name="Sophia BUI" userId="5388e7d4eb368e7c" providerId="LiveId" clId="{BE58550D-8E23-4583-8E07-07830BA2D7C5}" dt="2026-05-16T14:34:48.115" v="730" actId="14100"/>
          <ac:picMkLst>
            <pc:docMk/>
            <pc:sldMk cId="0" sldId="310"/>
            <ac:picMk id="93" creationId="{00000000-0000-0000-0000-000000000000}"/>
          </ac:picMkLst>
        </pc:picChg>
        <pc:picChg chg="mod">
          <ac:chgData name="Sophia BUI" userId="5388e7d4eb368e7c" providerId="LiveId" clId="{BE58550D-8E23-4583-8E07-07830BA2D7C5}" dt="2026-05-16T14:34:48.115" v="730" actId="14100"/>
          <ac:picMkLst>
            <pc:docMk/>
            <pc:sldMk cId="0" sldId="310"/>
            <ac:picMk id="94" creationId="{00000000-0000-0000-0000-000000000000}"/>
          </ac:picMkLst>
        </pc:picChg>
        <pc:picChg chg="mod">
          <ac:chgData name="Sophia BUI" userId="5388e7d4eb368e7c" providerId="LiveId" clId="{BE58550D-8E23-4583-8E07-07830BA2D7C5}" dt="2026-05-16T14:34:48.115" v="730" actId="14100"/>
          <ac:picMkLst>
            <pc:docMk/>
            <pc:sldMk cId="0" sldId="310"/>
            <ac:picMk id="95" creationId="{00000000-0000-0000-0000-000000000000}"/>
          </ac:picMkLst>
        </pc:picChg>
        <pc:picChg chg="mod">
          <ac:chgData name="Sophia BUI" userId="5388e7d4eb368e7c" providerId="LiveId" clId="{BE58550D-8E23-4583-8E07-07830BA2D7C5}" dt="2026-05-16T14:34:48.115" v="730" actId="14100"/>
          <ac:picMkLst>
            <pc:docMk/>
            <pc:sldMk cId="0" sldId="310"/>
            <ac:picMk id="96" creationId="{00000000-0000-0000-0000-000000000000}"/>
          </ac:picMkLst>
        </pc:picChg>
        <pc:picChg chg="mod">
          <ac:chgData name="Sophia BUI" userId="5388e7d4eb368e7c" providerId="LiveId" clId="{BE58550D-8E23-4583-8E07-07830BA2D7C5}" dt="2026-05-16T14:34:48.115" v="730" actId="14100"/>
          <ac:picMkLst>
            <pc:docMk/>
            <pc:sldMk cId="0" sldId="310"/>
            <ac:picMk id="97" creationId="{00000000-0000-0000-0000-000000000000}"/>
          </ac:picMkLst>
        </pc:picChg>
      </pc:sldChg>
      <pc:sldChg chg="delSp modSp add del mod">
        <pc:chgData name="Sophia BUI" userId="5388e7d4eb368e7c" providerId="LiveId" clId="{BE58550D-8E23-4583-8E07-07830BA2D7C5}" dt="2026-05-17T10:01:02.077" v="5833" actId="2696"/>
        <pc:sldMkLst>
          <pc:docMk/>
          <pc:sldMk cId="456559601" sldId="310"/>
        </pc:sldMkLst>
        <pc:spChg chg="del">
          <ac:chgData name="Sophia BUI" userId="5388e7d4eb368e7c" providerId="LiveId" clId="{BE58550D-8E23-4583-8E07-07830BA2D7C5}" dt="2026-05-17T03:32:58.717" v="1732" actId="478"/>
          <ac:spMkLst>
            <pc:docMk/>
            <pc:sldMk cId="456559601" sldId="310"/>
            <ac:spMk id="489" creationId="{7A8E782E-7CE6-20E8-3E43-88BD0D060920}"/>
          </ac:spMkLst>
        </pc:spChg>
        <pc:spChg chg="del">
          <ac:chgData name="Sophia BUI" userId="5388e7d4eb368e7c" providerId="LiveId" clId="{BE58550D-8E23-4583-8E07-07830BA2D7C5}" dt="2026-05-17T03:32:58.717" v="1732" actId="478"/>
          <ac:spMkLst>
            <pc:docMk/>
            <pc:sldMk cId="456559601" sldId="310"/>
            <ac:spMk id="490" creationId="{EDC90D92-7C67-1CD6-4165-05052C9BC31E}"/>
          </ac:spMkLst>
        </pc:spChg>
        <pc:spChg chg="del mod">
          <ac:chgData name="Sophia BUI" userId="5388e7d4eb368e7c" providerId="LiveId" clId="{BE58550D-8E23-4583-8E07-07830BA2D7C5}" dt="2026-05-17T09:57:07.734" v="5780"/>
          <ac:spMkLst>
            <pc:docMk/>
            <pc:sldMk cId="456559601" sldId="310"/>
            <ac:spMk id="499" creationId="{819F5588-FD2D-522B-5576-14475F8D4E33}"/>
          </ac:spMkLst>
        </pc:spChg>
        <pc:spChg chg="mod">
          <ac:chgData name="Sophia BUI" userId="5388e7d4eb368e7c" providerId="LiveId" clId="{BE58550D-8E23-4583-8E07-07830BA2D7C5}" dt="2026-05-17T03:32:31.451" v="1729" actId="20577"/>
          <ac:spMkLst>
            <pc:docMk/>
            <pc:sldMk cId="456559601" sldId="310"/>
            <ac:spMk id="501" creationId="{DB829A4D-4400-9822-7F59-4543330F0147}"/>
          </ac:spMkLst>
        </pc:spChg>
        <pc:picChg chg="del">
          <ac:chgData name="Sophia BUI" userId="5388e7d4eb368e7c" providerId="LiveId" clId="{BE58550D-8E23-4583-8E07-07830BA2D7C5}" dt="2026-05-17T03:33:03.340" v="1733" actId="478"/>
          <ac:picMkLst>
            <pc:docMk/>
            <pc:sldMk cId="456559601" sldId="310"/>
            <ac:picMk id="4" creationId="{D2E28EF1-9AF9-1FD3-3B7E-6AD66994A317}"/>
          </ac:picMkLst>
        </pc:picChg>
      </pc:sldChg>
      <pc:sldChg chg="add">
        <pc:chgData name="Sophia BUI" userId="5388e7d4eb368e7c" providerId="LiveId" clId="{BE58550D-8E23-4583-8E07-07830BA2D7C5}" dt="2026-05-17T03:42:21.571" v="1810" actId="2890"/>
        <pc:sldMkLst>
          <pc:docMk/>
          <pc:sldMk cId="2648936853" sldId="311"/>
        </pc:sldMkLst>
      </pc:sldChg>
      <pc:sldChg chg="delSp modSp add del mod">
        <pc:chgData name="Sophia BUI" userId="5388e7d4eb368e7c" providerId="LiveId" clId="{BE58550D-8E23-4583-8E07-07830BA2D7C5}" dt="2026-05-17T08:37:33.449" v="4652" actId="47"/>
        <pc:sldMkLst>
          <pc:docMk/>
          <pc:sldMk cId="2190305151" sldId="312"/>
        </pc:sldMkLst>
        <pc:spChg chg="del">
          <ac:chgData name="Sophia BUI" userId="5388e7d4eb368e7c" providerId="LiveId" clId="{BE58550D-8E23-4583-8E07-07830BA2D7C5}" dt="2026-05-17T04:06:01.218" v="2128" actId="478"/>
          <ac:spMkLst>
            <pc:docMk/>
            <pc:sldMk cId="2190305151" sldId="312"/>
            <ac:spMk id="529" creationId="{604921E4-6A43-8C1F-AECA-DEF3B2F4992E}"/>
          </ac:spMkLst>
        </pc:spChg>
        <pc:spChg chg="del">
          <ac:chgData name="Sophia BUI" userId="5388e7d4eb368e7c" providerId="LiveId" clId="{BE58550D-8E23-4583-8E07-07830BA2D7C5}" dt="2026-05-17T04:06:01.218" v="2128" actId="478"/>
          <ac:spMkLst>
            <pc:docMk/>
            <pc:sldMk cId="2190305151" sldId="312"/>
            <ac:spMk id="530" creationId="{24E182A2-771E-28F7-F3A8-12CBDE00A604}"/>
          </ac:spMkLst>
        </pc:spChg>
        <pc:spChg chg="mod">
          <ac:chgData name="Sophia BUI" userId="5388e7d4eb368e7c" providerId="LiveId" clId="{BE58550D-8E23-4583-8E07-07830BA2D7C5}" dt="2026-05-17T04:08:25.609" v="2188" actId="113"/>
          <ac:spMkLst>
            <pc:docMk/>
            <pc:sldMk cId="2190305151" sldId="312"/>
            <ac:spMk id="533" creationId="{87A1A687-94A5-6A0D-EDBD-B66ED17607E5}"/>
          </ac:spMkLst>
        </pc:spChg>
        <pc:spChg chg="mod">
          <ac:chgData name="Sophia BUI" userId="5388e7d4eb368e7c" providerId="LiveId" clId="{BE58550D-8E23-4583-8E07-07830BA2D7C5}" dt="2026-05-17T08:00:27.466" v="3931" actId="20577"/>
          <ac:spMkLst>
            <pc:docMk/>
            <pc:sldMk cId="2190305151" sldId="312"/>
            <ac:spMk id="541" creationId="{EBA1466E-3B41-2D4F-BC5F-5B8986AD42FD}"/>
          </ac:spMkLst>
        </pc:spChg>
        <pc:picChg chg="del">
          <ac:chgData name="Sophia BUI" userId="5388e7d4eb368e7c" providerId="LiveId" clId="{BE58550D-8E23-4583-8E07-07830BA2D7C5}" dt="2026-05-17T04:05:55.881" v="2127" actId="478"/>
          <ac:picMkLst>
            <pc:docMk/>
            <pc:sldMk cId="2190305151" sldId="312"/>
            <ac:picMk id="4" creationId="{67C22A6A-48DC-2B4F-C0F5-BD1E36827E47}"/>
          </ac:picMkLst>
        </pc:picChg>
      </pc:sldChg>
      <pc:sldChg chg="delSp modSp add del mod ord">
        <pc:chgData name="Sophia BUI" userId="5388e7d4eb368e7c" providerId="LiveId" clId="{BE58550D-8E23-4583-8E07-07830BA2D7C5}" dt="2026-05-17T07:54:11.264" v="3693" actId="2696"/>
        <pc:sldMkLst>
          <pc:docMk/>
          <pc:sldMk cId="1691429657" sldId="313"/>
        </pc:sldMkLst>
        <pc:spChg chg="del">
          <ac:chgData name="Sophia BUI" userId="5388e7d4eb368e7c" providerId="LiveId" clId="{BE58550D-8E23-4583-8E07-07830BA2D7C5}" dt="2026-05-17T04:10:46.364" v="2211" actId="478"/>
          <ac:spMkLst>
            <pc:docMk/>
            <pc:sldMk cId="1691429657" sldId="313"/>
            <ac:spMk id="529" creationId="{7F8385B2-A065-4BCB-FE80-652B268BF58F}"/>
          </ac:spMkLst>
        </pc:spChg>
        <pc:spChg chg="del">
          <ac:chgData name="Sophia BUI" userId="5388e7d4eb368e7c" providerId="LiveId" clId="{BE58550D-8E23-4583-8E07-07830BA2D7C5}" dt="2026-05-17T04:10:46.364" v="2211" actId="478"/>
          <ac:spMkLst>
            <pc:docMk/>
            <pc:sldMk cId="1691429657" sldId="313"/>
            <ac:spMk id="530" creationId="{77813F1F-48AC-5D43-66E4-80B851BD2BFF}"/>
          </ac:spMkLst>
        </pc:spChg>
        <pc:spChg chg="mod">
          <ac:chgData name="Sophia BUI" userId="5388e7d4eb368e7c" providerId="LiveId" clId="{BE58550D-8E23-4583-8E07-07830BA2D7C5}" dt="2026-05-17T04:57:48.706" v="2558" actId="403"/>
          <ac:spMkLst>
            <pc:docMk/>
            <pc:sldMk cId="1691429657" sldId="313"/>
            <ac:spMk id="533" creationId="{36B835E9-E56F-B4CD-3208-92C9E6A93D4B}"/>
          </ac:spMkLst>
        </pc:spChg>
        <pc:spChg chg="mod">
          <ac:chgData name="Sophia BUI" userId="5388e7d4eb368e7c" providerId="LiveId" clId="{BE58550D-8E23-4583-8E07-07830BA2D7C5}" dt="2026-05-17T04:16:48.095" v="2235" actId="20577"/>
          <ac:spMkLst>
            <pc:docMk/>
            <pc:sldMk cId="1691429657" sldId="313"/>
            <ac:spMk id="541" creationId="{5CB99631-75C0-2EB0-8E21-D043043B2349}"/>
          </ac:spMkLst>
        </pc:spChg>
        <pc:picChg chg="del">
          <ac:chgData name="Sophia BUI" userId="5388e7d4eb368e7c" providerId="LiveId" clId="{BE58550D-8E23-4583-8E07-07830BA2D7C5}" dt="2026-05-17T04:16:36.065" v="2212" actId="478"/>
          <ac:picMkLst>
            <pc:docMk/>
            <pc:sldMk cId="1691429657" sldId="313"/>
            <ac:picMk id="4" creationId="{FAAAAFF2-9E19-222A-A68B-6A57B2E94972}"/>
          </ac:picMkLst>
        </pc:picChg>
      </pc:sldChg>
      <pc:sldChg chg="addSp delSp modSp add mod">
        <pc:chgData name="Sophia BUI" userId="5388e7d4eb368e7c" providerId="LiveId" clId="{BE58550D-8E23-4583-8E07-07830BA2D7C5}" dt="2026-05-17T08:47:23.894" v="4743" actId="1076"/>
        <pc:sldMkLst>
          <pc:docMk/>
          <pc:sldMk cId="708632761" sldId="314"/>
        </pc:sldMkLst>
        <pc:spChg chg="del">
          <ac:chgData name="Sophia BUI" userId="5388e7d4eb368e7c" providerId="LiveId" clId="{BE58550D-8E23-4583-8E07-07830BA2D7C5}" dt="2026-05-17T04:52:08.263" v="2469" actId="478"/>
          <ac:spMkLst>
            <pc:docMk/>
            <pc:sldMk cId="708632761" sldId="314"/>
            <ac:spMk id="3" creationId="{21CDC3BD-D2B1-D0B6-6C02-F9ADECFC7C0C}"/>
          </ac:spMkLst>
        </pc:spChg>
        <pc:spChg chg="del">
          <ac:chgData name="Sophia BUI" userId="5388e7d4eb368e7c" providerId="LiveId" clId="{BE58550D-8E23-4583-8E07-07830BA2D7C5}" dt="2026-05-17T04:52:42.808" v="2474" actId="478"/>
          <ac:spMkLst>
            <pc:docMk/>
            <pc:sldMk cId="708632761" sldId="314"/>
            <ac:spMk id="4" creationId="{C31BDB8A-2822-ADF3-FACE-185D922CAB10}"/>
          </ac:spMkLst>
        </pc:spChg>
        <pc:spChg chg="del">
          <ac:chgData name="Sophia BUI" userId="5388e7d4eb368e7c" providerId="LiveId" clId="{BE58550D-8E23-4583-8E07-07830BA2D7C5}" dt="2026-05-17T04:52:08.263" v="2469" actId="478"/>
          <ac:spMkLst>
            <pc:docMk/>
            <pc:sldMk cId="708632761" sldId="314"/>
            <ac:spMk id="5" creationId="{3AB168D4-EA8A-0BC0-5B2B-DF560C67E61E}"/>
          </ac:spMkLst>
        </pc:spChg>
        <pc:spChg chg="add del">
          <ac:chgData name="Sophia BUI" userId="5388e7d4eb368e7c" providerId="LiveId" clId="{BE58550D-8E23-4583-8E07-07830BA2D7C5}" dt="2026-05-17T04:52:59.490" v="2476" actId="22"/>
          <ac:spMkLst>
            <pc:docMk/>
            <pc:sldMk cId="708632761" sldId="314"/>
            <ac:spMk id="7" creationId="{615F2354-9945-C218-47E3-7278D0CEBBD2}"/>
          </ac:spMkLst>
        </pc:spChg>
        <pc:spChg chg="add mod">
          <ac:chgData name="Sophia BUI" userId="5388e7d4eb368e7c" providerId="LiveId" clId="{BE58550D-8E23-4583-8E07-07830BA2D7C5}" dt="2026-05-17T08:44:54.538" v="4663"/>
          <ac:spMkLst>
            <pc:docMk/>
            <pc:sldMk cId="708632761" sldId="314"/>
            <ac:spMk id="11" creationId="{00000000-0000-0000-0000-000000000000}"/>
          </ac:spMkLst>
        </pc:spChg>
        <pc:spChg chg="del">
          <ac:chgData name="Sophia BUI" userId="5388e7d4eb368e7c" providerId="LiveId" clId="{BE58550D-8E23-4583-8E07-07830BA2D7C5}" dt="2026-05-17T04:52:08.263" v="2469" actId="478"/>
          <ac:spMkLst>
            <pc:docMk/>
            <pc:sldMk cId="708632761" sldId="314"/>
            <ac:spMk id="256" creationId="{F8F24A63-D63E-4336-1D2B-4EB5075B74D6}"/>
          </ac:spMkLst>
        </pc:spChg>
        <pc:spChg chg="del">
          <ac:chgData name="Sophia BUI" userId="5388e7d4eb368e7c" providerId="LiveId" clId="{BE58550D-8E23-4583-8E07-07830BA2D7C5}" dt="2026-05-17T04:52:23.510" v="2472" actId="478"/>
          <ac:spMkLst>
            <pc:docMk/>
            <pc:sldMk cId="708632761" sldId="314"/>
            <ac:spMk id="257" creationId="{E5FFB81F-58BC-5E7C-043C-AFBC806B60D0}"/>
          </ac:spMkLst>
        </pc:spChg>
        <pc:spChg chg="del">
          <ac:chgData name="Sophia BUI" userId="5388e7d4eb368e7c" providerId="LiveId" clId="{BE58550D-8E23-4583-8E07-07830BA2D7C5}" dt="2026-05-17T04:52:08.263" v="2469" actId="478"/>
          <ac:spMkLst>
            <pc:docMk/>
            <pc:sldMk cId="708632761" sldId="314"/>
            <ac:spMk id="258" creationId="{18420CA4-E0C5-DA46-7328-9C8C4A5FAF5C}"/>
          </ac:spMkLst>
        </pc:spChg>
        <pc:spChg chg="del">
          <ac:chgData name="Sophia BUI" userId="5388e7d4eb368e7c" providerId="LiveId" clId="{BE58550D-8E23-4583-8E07-07830BA2D7C5}" dt="2026-05-17T04:52:08.263" v="2469" actId="478"/>
          <ac:spMkLst>
            <pc:docMk/>
            <pc:sldMk cId="708632761" sldId="314"/>
            <ac:spMk id="259" creationId="{94176913-EA65-9E2B-304E-4C24E1C90E69}"/>
          </ac:spMkLst>
        </pc:spChg>
        <pc:spChg chg="del">
          <ac:chgData name="Sophia BUI" userId="5388e7d4eb368e7c" providerId="LiveId" clId="{BE58550D-8E23-4583-8E07-07830BA2D7C5}" dt="2026-05-17T04:52:31.086" v="2473" actId="478"/>
          <ac:spMkLst>
            <pc:docMk/>
            <pc:sldMk cId="708632761" sldId="314"/>
            <ac:spMk id="260" creationId="{517381B6-772E-2866-B204-E20A2463E299}"/>
          </ac:spMkLst>
        </pc:spChg>
        <pc:spChg chg="del">
          <ac:chgData name="Sophia BUI" userId="5388e7d4eb368e7c" providerId="LiveId" clId="{BE58550D-8E23-4583-8E07-07830BA2D7C5}" dt="2026-05-17T04:52:08.263" v="2469" actId="478"/>
          <ac:spMkLst>
            <pc:docMk/>
            <pc:sldMk cId="708632761" sldId="314"/>
            <ac:spMk id="261" creationId="{8B8FDD30-9457-AC82-F7F5-F6A7CE7BAD02}"/>
          </ac:spMkLst>
        </pc:spChg>
        <pc:spChg chg="mod">
          <ac:chgData name="Sophia BUI" userId="5388e7d4eb368e7c" providerId="LiveId" clId="{BE58550D-8E23-4583-8E07-07830BA2D7C5}" dt="2026-05-17T08:47:23.894" v="4743" actId="1076"/>
          <ac:spMkLst>
            <pc:docMk/>
            <pc:sldMk cId="708632761" sldId="314"/>
            <ac:spMk id="278" creationId="{8F29BB82-5B80-8674-D93C-002C153EC369}"/>
          </ac:spMkLst>
        </pc:spChg>
        <pc:spChg chg="del">
          <ac:chgData name="Sophia BUI" userId="5388e7d4eb368e7c" providerId="LiveId" clId="{BE58550D-8E23-4583-8E07-07830BA2D7C5}" dt="2026-05-17T04:52:17.235" v="2471" actId="478"/>
          <ac:spMkLst>
            <pc:docMk/>
            <pc:sldMk cId="708632761" sldId="314"/>
            <ac:spMk id="280" creationId="{64EF667B-8AE3-7D83-3910-9E40DC968B1B}"/>
          </ac:spMkLst>
        </pc:spChg>
        <pc:graphicFrameChg chg="add mod modGraphic">
          <ac:chgData name="Sophia BUI" userId="5388e7d4eb368e7c" providerId="LiveId" clId="{BE58550D-8E23-4583-8E07-07830BA2D7C5}" dt="2026-05-17T05:17:27.618" v="2958" actId="14100"/>
          <ac:graphicFrameMkLst>
            <pc:docMk/>
            <pc:sldMk cId="708632761" sldId="314"/>
            <ac:graphicFrameMk id="8" creationId="{50CDA52D-F1D6-D10D-B539-9DC6E963840F}"/>
          </ac:graphicFrameMkLst>
        </pc:graphicFrameChg>
        <pc:picChg chg="del">
          <ac:chgData name="Sophia BUI" userId="5388e7d4eb368e7c" providerId="LiveId" clId="{BE58550D-8E23-4583-8E07-07830BA2D7C5}" dt="2026-05-17T04:52:08.263" v="2469" actId="478"/>
          <ac:picMkLst>
            <pc:docMk/>
            <pc:sldMk cId="708632761" sldId="314"/>
            <ac:picMk id="2" creationId="{F0ECBAA0-A8E6-646F-7C8A-D1D16BEFF411}"/>
          </ac:picMkLst>
        </pc:picChg>
        <pc:picChg chg="add del mod">
          <ac:chgData name="Sophia BUI" userId="5388e7d4eb368e7c" providerId="LiveId" clId="{BE58550D-8E23-4583-8E07-07830BA2D7C5}" dt="2026-05-17T07:56:52.996" v="3795" actId="478"/>
          <ac:picMkLst>
            <pc:docMk/>
            <pc:sldMk cId="708632761" sldId="314"/>
            <ac:picMk id="9" creationId="{9975AF33-CCEF-4958-957C-6C110DE29759}"/>
          </ac:picMkLst>
        </pc:picChg>
        <pc:picChg chg="add mod">
          <ac:chgData name="Sophia BUI" userId="5388e7d4eb368e7c" providerId="LiveId" clId="{BE58550D-8E23-4583-8E07-07830BA2D7C5}" dt="2026-05-17T08:44:51.680" v="4662" actId="1076"/>
          <ac:picMkLst>
            <pc:docMk/>
            <pc:sldMk cId="708632761" sldId="314"/>
            <ac:picMk id="10" creationId="{8574F84A-92E8-2C15-F5F4-77F62746B235}"/>
          </ac:picMkLst>
        </pc:picChg>
        <pc:picChg chg="del">
          <ac:chgData name="Sophia BUI" userId="5388e7d4eb368e7c" providerId="LiveId" clId="{BE58550D-8E23-4583-8E07-07830BA2D7C5}" dt="2026-05-17T04:52:08.263" v="2469" actId="478"/>
          <ac:picMkLst>
            <pc:docMk/>
            <pc:sldMk cId="708632761" sldId="314"/>
            <ac:picMk id="254" creationId="{E9FAD8C2-4D65-2CFE-E766-9569FF64F0F8}"/>
          </ac:picMkLst>
        </pc:picChg>
        <pc:picChg chg="del">
          <ac:chgData name="Sophia BUI" userId="5388e7d4eb368e7c" providerId="LiveId" clId="{BE58550D-8E23-4583-8E07-07830BA2D7C5}" dt="2026-05-17T04:52:10.283" v="2470" actId="478"/>
          <ac:picMkLst>
            <pc:docMk/>
            <pc:sldMk cId="708632761" sldId="314"/>
            <ac:picMk id="255" creationId="{F94B774F-F0A9-1A4D-87A3-8054D240BD30}"/>
          </ac:picMkLst>
        </pc:picChg>
      </pc:sldChg>
      <pc:sldChg chg="addSp delSp modSp add mod">
        <pc:chgData name="Sophia BUI" userId="5388e7d4eb368e7c" providerId="LiveId" clId="{BE58550D-8E23-4583-8E07-07830BA2D7C5}" dt="2026-05-17T09:18:07.309" v="5445" actId="14100"/>
        <pc:sldMkLst>
          <pc:docMk/>
          <pc:sldMk cId="1848890394" sldId="315"/>
        </pc:sldMkLst>
        <pc:spChg chg="del">
          <ac:chgData name="Sophia BUI" userId="5388e7d4eb368e7c" providerId="LiveId" clId="{BE58550D-8E23-4583-8E07-07830BA2D7C5}" dt="2026-05-17T05:13:08.896" v="2851" actId="478"/>
          <ac:spMkLst>
            <pc:docMk/>
            <pc:sldMk cId="1848890394" sldId="315"/>
            <ac:spMk id="569" creationId="{69FAA63E-CF61-6A2B-1384-4E0F7BF0D97E}"/>
          </ac:spMkLst>
        </pc:spChg>
        <pc:spChg chg="del">
          <ac:chgData name="Sophia BUI" userId="5388e7d4eb368e7c" providerId="LiveId" clId="{BE58550D-8E23-4583-8E07-07830BA2D7C5}" dt="2026-05-17T05:13:25.964" v="2855" actId="478"/>
          <ac:spMkLst>
            <pc:docMk/>
            <pc:sldMk cId="1848890394" sldId="315"/>
            <ac:spMk id="570" creationId="{580C020F-F1F4-0491-4357-F7C4C7BD214D}"/>
          </ac:spMkLst>
        </pc:spChg>
        <pc:spChg chg="mod">
          <ac:chgData name="Sophia BUI" userId="5388e7d4eb368e7c" providerId="LiveId" clId="{BE58550D-8E23-4583-8E07-07830BA2D7C5}" dt="2026-05-17T05:27:28.529" v="3087" actId="20577"/>
          <ac:spMkLst>
            <pc:docMk/>
            <pc:sldMk cId="1848890394" sldId="315"/>
            <ac:spMk id="577" creationId="{EC0932F7-A8D8-65E5-CEB0-605F343D4BF8}"/>
          </ac:spMkLst>
        </pc:spChg>
        <pc:spChg chg="mod">
          <ac:chgData name="Sophia BUI" userId="5388e7d4eb368e7c" providerId="LiveId" clId="{BE58550D-8E23-4583-8E07-07830BA2D7C5}" dt="2026-05-17T09:17:42.339" v="5440" actId="20577"/>
          <ac:spMkLst>
            <pc:docMk/>
            <pc:sldMk cId="1848890394" sldId="315"/>
            <ac:spMk id="581" creationId="{162EF2CF-D091-F85A-AE6A-6E2222F9B490}"/>
          </ac:spMkLst>
        </pc:spChg>
        <pc:picChg chg="add del mod">
          <ac:chgData name="Sophia BUI" userId="5388e7d4eb368e7c" providerId="LiveId" clId="{BE58550D-8E23-4583-8E07-07830BA2D7C5}" dt="2026-05-17T05:24:25.120" v="3036" actId="478"/>
          <ac:picMkLst>
            <pc:docMk/>
            <pc:sldMk cId="1848890394" sldId="315"/>
            <ac:picMk id="2" creationId="{BE89542C-EFE9-6E8C-41B9-AC5327D9226E}"/>
          </ac:picMkLst>
        </pc:picChg>
        <pc:picChg chg="del">
          <ac:chgData name="Sophia BUI" userId="5388e7d4eb368e7c" providerId="LiveId" clId="{BE58550D-8E23-4583-8E07-07830BA2D7C5}" dt="2026-05-17T05:13:16.576" v="2852" actId="478"/>
          <ac:picMkLst>
            <pc:docMk/>
            <pc:sldMk cId="1848890394" sldId="315"/>
            <ac:picMk id="3" creationId="{619176D5-2213-B9A1-A106-038A273845AB}"/>
          </ac:picMkLst>
        </pc:picChg>
        <pc:picChg chg="add mod">
          <ac:chgData name="Sophia BUI" userId="5388e7d4eb368e7c" providerId="LiveId" clId="{BE58550D-8E23-4583-8E07-07830BA2D7C5}" dt="2026-05-17T09:17:51.581" v="5442" actId="14100"/>
          <ac:picMkLst>
            <pc:docMk/>
            <pc:sldMk cId="1848890394" sldId="315"/>
            <ac:picMk id="4" creationId="{1658F8EC-36AD-B8D6-3A02-56B5AB350BAE}"/>
          </ac:picMkLst>
        </pc:picChg>
        <pc:picChg chg="add mod">
          <ac:chgData name="Sophia BUI" userId="5388e7d4eb368e7c" providerId="LiveId" clId="{BE58550D-8E23-4583-8E07-07830BA2D7C5}" dt="2026-05-17T09:18:07.309" v="5445" actId="14100"/>
          <ac:picMkLst>
            <pc:docMk/>
            <pc:sldMk cId="1848890394" sldId="315"/>
            <ac:picMk id="5" creationId="{8469219B-3C57-D55A-094C-46A19DB24237}"/>
          </ac:picMkLst>
        </pc:picChg>
      </pc:sldChg>
      <pc:sldChg chg="addSp modSp add mod">
        <pc:chgData name="Sophia BUI" userId="5388e7d4eb368e7c" providerId="LiveId" clId="{BE58550D-8E23-4583-8E07-07830BA2D7C5}" dt="2026-05-17T09:18:55.975" v="5464" actId="20577"/>
        <pc:sldMkLst>
          <pc:docMk/>
          <pc:sldMk cId="3431926377" sldId="316"/>
        </pc:sldMkLst>
        <pc:spChg chg="mod">
          <ac:chgData name="Sophia BUI" userId="5388e7d4eb368e7c" providerId="LiveId" clId="{BE58550D-8E23-4583-8E07-07830BA2D7C5}" dt="2026-05-17T05:23:48.691" v="3035" actId="20577"/>
          <ac:spMkLst>
            <pc:docMk/>
            <pc:sldMk cId="3431926377" sldId="316"/>
            <ac:spMk id="577" creationId="{6535D56D-B505-8B41-D3E5-63C04A961EAC}"/>
          </ac:spMkLst>
        </pc:spChg>
        <pc:spChg chg="mod">
          <ac:chgData name="Sophia BUI" userId="5388e7d4eb368e7c" providerId="LiveId" clId="{BE58550D-8E23-4583-8E07-07830BA2D7C5}" dt="2026-05-17T09:18:55.975" v="5464" actId="20577"/>
          <ac:spMkLst>
            <pc:docMk/>
            <pc:sldMk cId="3431926377" sldId="316"/>
            <ac:spMk id="581" creationId="{FC48A8E3-89E9-38B7-D6BE-82EEEAD6DD83}"/>
          </ac:spMkLst>
        </pc:spChg>
        <pc:picChg chg="add mod">
          <ac:chgData name="Sophia BUI" userId="5388e7d4eb368e7c" providerId="LiveId" clId="{BE58550D-8E23-4583-8E07-07830BA2D7C5}" dt="2026-05-17T05:23:18.894" v="2988" actId="1076"/>
          <ac:picMkLst>
            <pc:docMk/>
            <pc:sldMk cId="3431926377" sldId="316"/>
            <ac:picMk id="2" creationId="{26079BCC-EEF7-41B1-30B5-1FC372E69EDC}"/>
          </ac:picMkLst>
        </pc:picChg>
        <pc:picChg chg="add mod">
          <ac:chgData name="Sophia BUI" userId="5388e7d4eb368e7c" providerId="LiveId" clId="{BE58550D-8E23-4583-8E07-07830BA2D7C5}" dt="2026-05-17T09:18:38.342" v="5449" actId="1076"/>
          <ac:picMkLst>
            <pc:docMk/>
            <pc:sldMk cId="3431926377" sldId="316"/>
            <ac:picMk id="3" creationId="{BE6433C4-7232-0D0D-7F99-253244BA30C9}"/>
          </ac:picMkLst>
        </pc:picChg>
        <pc:picChg chg="add mod">
          <ac:chgData name="Sophia BUI" userId="5388e7d4eb368e7c" providerId="LiveId" clId="{BE58550D-8E23-4583-8E07-07830BA2D7C5}" dt="2026-05-17T09:18:41.789" v="5450" actId="14100"/>
          <ac:picMkLst>
            <pc:docMk/>
            <pc:sldMk cId="3431926377" sldId="316"/>
            <ac:picMk id="4" creationId="{596633F5-F295-4081-4ADD-348E49AD52E0}"/>
          </ac:picMkLst>
        </pc:picChg>
      </pc:sldChg>
      <pc:sldChg chg="modSp add mod ord">
        <pc:chgData name="Sophia BUI" userId="5388e7d4eb368e7c" providerId="LiveId" clId="{BE58550D-8E23-4583-8E07-07830BA2D7C5}" dt="2026-05-17T09:41:11.016" v="5664" actId="404"/>
        <pc:sldMkLst>
          <pc:docMk/>
          <pc:sldMk cId="3848498289" sldId="317"/>
        </pc:sldMkLst>
        <pc:spChg chg="mod">
          <ac:chgData name="Sophia BUI" userId="5388e7d4eb368e7c" providerId="LiveId" clId="{BE58550D-8E23-4583-8E07-07830BA2D7C5}" dt="2026-05-17T07:36:18.799" v="3290"/>
          <ac:spMkLst>
            <pc:docMk/>
            <pc:sldMk cId="3848498289" sldId="317"/>
            <ac:spMk id="553" creationId="{D7EAC41E-997E-8F1C-2772-C7414D8ACBAF}"/>
          </ac:spMkLst>
        </pc:spChg>
        <pc:spChg chg="mod">
          <ac:chgData name="Sophia BUI" userId="5388e7d4eb368e7c" providerId="LiveId" clId="{BE58550D-8E23-4583-8E07-07830BA2D7C5}" dt="2026-05-17T09:41:11.016" v="5664" actId="404"/>
          <ac:spMkLst>
            <pc:docMk/>
            <pc:sldMk cId="3848498289" sldId="317"/>
            <ac:spMk id="561" creationId="{DE0184CB-B4E7-E98F-3FE5-BC5460BB7AC8}"/>
          </ac:spMkLst>
        </pc:spChg>
      </pc:sldChg>
      <pc:sldChg chg="delSp modSp add del mod ord">
        <pc:chgData name="Sophia BUI" userId="5388e7d4eb368e7c" providerId="LiveId" clId="{BE58550D-8E23-4583-8E07-07830BA2D7C5}" dt="2026-05-17T09:04:01.707" v="4921" actId="2696"/>
        <pc:sldMkLst>
          <pc:docMk/>
          <pc:sldMk cId="784516431" sldId="318"/>
        </pc:sldMkLst>
        <pc:spChg chg="del">
          <ac:chgData name="Sophia BUI" userId="5388e7d4eb368e7c" providerId="LiveId" clId="{BE58550D-8E23-4583-8E07-07830BA2D7C5}" dt="2026-05-17T07:35:20.717" v="3279" actId="478"/>
          <ac:spMkLst>
            <pc:docMk/>
            <pc:sldMk cId="784516431" sldId="318"/>
            <ac:spMk id="549" creationId="{81441919-68C7-547F-1089-62840519537D}"/>
          </ac:spMkLst>
        </pc:spChg>
        <pc:spChg chg="del">
          <ac:chgData name="Sophia BUI" userId="5388e7d4eb368e7c" providerId="LiveId" clId="{BE58550D-8E23-4583-8E07-07830BA2D7C5}" dt="2026-05-17T07:35:20.717" v="3279" actId="478"/>
          <ac:spMkLst>
            <pc:docMk/>
            <pc:sldMk cId="784516431" sldId="318"/>
            <ac:spMk id="550" creationId="{90E845BD-5E65-0CCB-85CF-FFE43B28E76F}"/>
          </ac:spMkLst>
        </pc:spChg>
        <pc:spChg chg="mod">
          <ac:chgData name="Sophia BUI" userId="5388e7d4eb368e7c" providerId="LiveId" clId="{BE58550D-8E23-4583-8E07-07830BA2D7C5}" dt="2026-05-17T07:50:30.792" v="3651" actId="113"/>
          <ac:spMkLst>
            <pc:docMk/>
            <pc:sldMk cId="784516431" sldId="318"/>
            <ac:spMk id="553" creationId="{B758B1F0-A53C-59B6-D4A3-85DEB20AE1C0}"/>
          </ac:spMkLst>
        </pc:spChg>
        <pc:spChg chg="mod">
          <ac:chgData name="Sophia BUI" userId="5388e7d4eb368e7c" providerId="LiveId" clId="{BE58550D-8E23-4583-8E07-07830BA2D7C5}" dt="2026-05-17T08:56:33.174" v="4850" actId="20577"/>
          <ac:spMkLst>
            <pc:docMk/>
            <pc:sldMk cId="784516431" sldId="318"/>
            <ac:spMk id="561" creationId="{3FE2702B-5A80-FC0A-E118-B3E80F8A820D}"/>
          </ac:spMkLst>
        </pc:spChg>
      </pc:sldChg>
      <pc:sldChg chg="addSp modSp add del mod ord">
        <pc:chgData name="Sophia BUI" userId="5388e7d4eb368e7c" providerId="LiveId" clId="{BE58550D-8E23-4583-8E07-07830BA2D7C5}" dt="2026-05-17T09:09:43.135" v="5051" actId="2696"/>
        <pc:sldMkLst>
          <pc:docMk/>
          <pc:sldMk cId="2562536154" sldId="319"/>
        </pc:sldMkLst>
        <pc:spChg chg="add">
          <ac:chgData name="Sophia BUI" userId="5388e7d4eb368e7c" providerId="LiveId" clId="{BE58550D-8E23-4583-8E07-07830BA2D7C5}" dt="2026-05-17T07:37:12.246" v="3318"/>
          <ac:spMkLst>
            <pc:docMk/>
            <pc:sldMk cId="2562536154" sldId="319"/>
            <ac:spMk id="2" creationId="{F5769FF9-F26A-BE06-0488-D0A0F74B0462}"/>
          </ac:spMkLst>
        </pc:spChg>
        <pc:spChg chg="add">
          <ac:chgData name="Sophia BUI" userId="5388e7d4eb368e7c" providerId="LiveId" clId="{BE58550D-8E23-4583-8E07-07830BA2D7C5}" dt="2026-05-17T07:37:19.080" v="3319"/>
          <ac:spMkLst>
            <pc:docMk/>
            <pc:sldMk cId="2562536154" sldId="319"/>
            <ac:spMk id="3" creationId="{70B3E42E-12F0-83A6-EDFB-E372666EC422}"/>
          </ac:spMkLst>
        </pc:spChg>
        <pc:spChg chg="mod">
          <ac:chgData name="Sophia BUI" userId="5388e7d4eb368e7c" providerId="LiveId" clId="{BE58550D-8E23-4583-8E07-07830BA2D7C5}" dt="2026-05-17T07:44:27.240" v="3512" actId="6549"/>
          <ac:spMkLst>
            <pc:docMk/>
            <pc:sldMk cId="2562536154" sldId="319"/>
            <ac:spMk id="553" creationId="{741EC926-5320-C4C4-1343-43699EF2443F}"/>
          </ac:spMkLst>
        </pc:spChg>
        <pc:spChg chg="mod">
          <ac:chgData name="Sophia BUI" userId="5388e7d4eb368e7c" providerId="LiveId" clId="{BE58550D-8E23-4583-8E07-07830BA2D7C5}" dt="2026-05-17T07:50:52.177" v="3684" actId="20577"/>
          <ac:spMkLst>
            <pc:docMk/>
            <pc:sldMk cId="2562536154" sldId="319"/>
            <ac:spMk id="561" creationId="{27A642B5-91E6-CEC0-BC0F-620CB043FE0E}"/>
          </ac:spMkLst>
        </pc:spChg>
      </pc:sldChg>
      <pc:sldChg chg="add del">
        <pc:chgData name="Sophia BUI" userId="5388e7d4eb368e7c" providerId="LiveId" clId="{BE58550D-8E23-4583-8E07-07830BA2D7C5}" dt="2026-05-17T09:16:54.401" v="5391" actId="2696"/>
        <pc:sldMkLst>
          <pc:docMk/>
          <pc:sldMk cId="3682846009" sldId="320"/>
        </pc:sldMkLst>
      </pc:sldChg>
      <pc:sldChg chg="addSp delSp modSp add mod ord">
        <pc:chgData name="Sophia BUI" userId="5388e7d4eb368e7c" providerId="LiveId" clId="{BE58550D-8E23-4583-8E07-07830BA2D7C5}" dt="2026-05-17T08:46:21.302" v="4699" actId="1076"/>
        <pc:sldMkLst>
          <pc:docMk/>
          <pc:sldMk cId="3995475201" sldId="321"/>
        </pc:sldMkLst>
        <pc:spChg chg="del mod">
          <ac:chgData name="Sophia BUI" userId="5388e7d4eb368e7c" providerId="LiveId" clId="{BE58550D-8E23-4583-8E07-07830BA2D7C5}" dt="2026-05-17T08:28:30.057" v="4060" actId="478"/>
          <ac:spMkLst>
            <pc:docMk/>
            <pc:sldMk cId="3995475201" sldId="321"/>
            <ac:spMk id="3" creationId="{59F803C4-97D2-801B-2A5D-255A46B739AC}"/>
          </ac:spMkLst>
        </pc:spChg>
        <pc:spChg chg="del">
          <ac:chgData name="Sophia BUI" userId="5388e7d4eb368e7c" providerId="LiveId" clId="{BE58550D-8E23-4583-8E07-07830BA2D7C5}" dt="2026-05-17T08:28:39.240" v="4062" actId="478"/>
          <ac:spMkLst>
            <pc:docMk/>
            <pc:sldMk cId="3995475201" sldId="321"/>
            <ac:spMk id="4" creationId="{6C0FC839-8CF6-1AE6-D0AF-64095D61FE3F}"/>
          </ac:spMkLst>
        </pc:spChg>
        <pc:spChg chg="del">
          <ac:chgData name="Sophia BUI" userId="5388e7d4eb368e7c" providerId="LiveId" clId="{BE58550D-8E23-4583-8E07-07830BA2D7C5}" dt="2026-05-17T08:28:30.057" v="4060" actId="478"/>
          <ac:spMkLst>
            <pc:docMk/>
            <pc:sldMk cId="3995475201" sldId="321"/>
            <ac:spMk id="5" creationId="{5556142F-1F7E-D9E9-900A-02A6B1211DE9}"/>
          </ac:spMkLst>
        </pc:spChg>
        <pc:spChg chg="mod">
          <ac:chgData name="Sophia BUI" userId="5388e7d4eb368e7c" providerId="LiveId" clId="{BE58550D-8E23-4583-8E07-07830BA2D7C5}" dt="2026-05-17T08:34:26.895" v="4634"/>
          <ac:spMkLst>
            <pc:docMk/>
            <pc:sldMk cId="3995475201" sldId="321"/>
            <ac:spMk id="9" creationId="{ECA5F3F9-1DD0-2838-0DE0-B4B632CA0314}"/>
          </ac:spMkLst>
        </pc:spChg>
        <pc:spChg chg="del mod">
          <ac:chgData name="Sophia BUI" userId="5388e7d4eb368e7c" providerId="LiveId" clId="{BE58550D-8E23-4583-8E07-07830BA2D7C5}" dt="2026-05-17T08:35:40.343" v="4639" actId="478"/>
          <ac:spMkLst>
            <pc:docMk/>
            <pc:sldMk cId="3995475201" sldId="321"/>
            <ac:spMk id="10" creationId="{F6BDB4DF-8405-2337-F445-C8869503EBF8}"/>
          </ac:spMkLst>
        </pc:spChg>
        <pc:spChg chg="mod">
          <ac:chgData name="Sophia BUI" userId="5388e7d4eb368e7c" providerId="LiveId" clId="{BE58550D-8E23-4583-8E07-07830BA2D7C5}" dt="2026-05-17T08:36:14.913" v="4645" actId="12"/>
          <ac:spMkLst>
            <pc:docMk/>
            <pc:sldMk cId="3995475201" sldId="321"/>
            <ac:spMk id="11" creationId="{505165F0-69ED-42CA-6C97-3341CA4C4B84}"/>
          </ac:spMkLst>
        </pc:spChg>
        <pc:spChg chg="mod">
          <ac:chgData name="Sophia BUI" userId="5388e7d4eb368e7c" providerId="LiveId" clId="{BE58550D-8E23-4583-8E07-07830BA2D7C5}" dt="2026-05-17T08:34:35.220" v="4635"/>
          <ac:spMkLst>
            <pc:docMk/>
            <pc:sldMk cId="3995475201" sldId="321"/>
            <ac:spMk id="14" creationId="{57B5F5E3-BA55-8266-9AAE-C170E5066CAB}"/>
          </ac:spMkLst>
        </pc:spChg>
        <pc:spChg chg="del mod">
          <ac:chgData name="Sophia BUI" userId="5388e7d4eb368e7c" providerId="LiveId" clId="{BE58550D-8E23-4583-8E07-07830BA2D7C5}" dt="2026-05-17T08:35:37.973" v="4638" actId="478"/>
          <ac:spMkLst>
            <pc:docMk/>
            <pc:sldMk cId="3995475201" sldId="321"/>
            <ac:spMk id="15" creationId="{99B5BD4D-68F1-A1F9-FE69-C2CC97488027}"/>
          </ac:spMkLst>
        </pc:spChg>
        <pc:spChg chg="mod">
          <ac:chgData name="Sophia BUI" userId="5388e7d4eb368e7c" providerId="LiveId" clId="{BE58550D-8E23-4583-8E07-07830BA2D7C5}" dt="2026-05-17T08:36:30.931" v="4646" actId="404"/>
          <ac:spMkLst>
            <pc:docMk/>
            <pc:sldMk cId="3995475201" sldId="321"/>
            <ac:spMk id="16" creationId="{5D666E6A-B9BC-5BF5-7E00-00E93EB3EA9E}"/>
          </ac:spMkLst>
        </pc:spChg>
        <pc:spChg chg="mod">
          <ac:chgData name="Sophia BUI" userId="5388e7d4eb368e7c" providerId="LiveId" clId="{BE58550D-8E23-4583-8E07-07830BA2D7C5}" dt="2026-05-17T08:34:46.185" v="4636"/>
          <ac:spMkLst>
            <pc:docMk/>
            <pc:sldMk cId="3995475201" sldId="321"/>
            <ac:spMk id="19" creationId="{3C11EF9E-9FA3-165C-778E-3752BDE1ED40}"/>
          </ac:spMkLst>
        </pc:spChg>
        <pc:spChg chg="del mod">
          <ac:chgData name="Sophia BUI" userId="5388e7d4eb368e7c" providerId="LiveId" clId="{BE58550D-8E23-4583-8E07-07830BA2D7C5}" dt="2026-05-17T08:35:34.625" v="4637" actId="478"/>
          <ac:spMkLst>
            <pc:docMk/>
            <pc:sldMk cId="3995475201" sldId="321"/>
            <ac:spMk id="20" creationId="{769A1A98-5ED1-DEC4-2E8A-A5C51E8A5086}"/>
          </ac:spMkLst>
        </pc:spChg>
        <pc:spChg chg="mod">
          <ac:chgData name="Sophia BUI" userId="5388e7d4eb368e7c" providerId="LiveId" clId="{BE58550D-8E23-4583-8E07-07830BA2D7C5}" dt="2026-05-17T08:37:24.882" v="4651" actId="948"/>
          <ac:spMkLst>
            <pc:docMk/>
            <pc:sldMk cId="3995475201" sldId="321"/>
            <ac:spMk id="21" creationId="{9A00D040-6E40-6E04-321D-0A322542440A}"/>
          </ac:spMkLst>
        </pc:spChg>
        <pc:spChg chg="mod">
          <ac:chgData name="Sophia BUI" userId="5388e7d4eb368e7c" providerId="LiveId" clId="{BE58550D-8E23-4583-8E07-07830BA2D7C5}" dt="2026-05-17T08:30:30.309" v="4074" actId="164"/>
          <ac:spMkLst>
            <pc:docMk/>
            <pc:sldMk cId="3995475201" sldId="321"/>
            <ac:spMk id="256" creationId="{55EC272B-080F-6E53-F994-17D127C0C785}"/>
          </ac:spMkLst>
        </pc:spChg>
        <pc:spChg chg="del mod">
          <ac:chgData name="Sophia BUI" userId="5388e7d4eb368e7c" providerId="LiveId" clId="{BE58550D-8E23-4583-8E07-07830BA2D7C5}" dt="2026-05-17T08:35:48.015" v="4642" actId="478"/>
          <ac:spMkLst>
            <pc:docMk/>
            <pc:sldMk cId="3995475201" sldId="321"/>
            <ac:spMk id="257" creationId="{5208F9D3-1A93-C94F-5AA4-6DFE1B6C183B}"/>
          </ac:spMkLst>
        </pc:spChg>
        <pc:spChg chg="mod">
          <ac:chgData name="Sophia BUI" userId="5388e7d4eb368e7c" providerId="LiveId" clId="{BE58550D-8E23-4583-8E07-07830BA2D7C5}" dt="2026-05-17T08:36:40.369" v="4647" actId="12"/>
          <ac:spMkLst>
            <pc:docMk/>
            <pc:sldMk cId="3995475201" sldId="321"/>
            <ac:spMk id="258" creationId="{8293951A-1B1C-973D-A951-C762E9E2B506}"/>
          </ac:spMkLst>
        </pc:spChg>
        <pc:spChg chg="del mod">
          <ac:chgData name="Sophia BUI" userId="5388e7d4eb368e7c" providerId="LiveId" clId="{BE58550D-8E23-4583-8E07-07830BA2D7C5}" dt="2026-05-17T08:28:21.080" v="4058" actId="478"/>
          <ac:spMkLst>
            <pc:docMk/>
            <pc:sldMk cId="3995475201" sldId="321"/>
            <ac:spMk id="259" creationId="{8431F5E7-2D02-9E93-6536-FCF0807CDCF1}"/>
          </ac:spMkLst>
        </pc:spChg>
        <pc:spChg chg="del">
          <ac:chgData name="Sophia BUI" userId="5388e7d4eb368e7c" providerId="LiveId" clId="{BE58550D-8E23-4583-8E07-07830BA2D7C5}" dt="2026-05-17T08:28:24.998" v="4059" actId="478"/>
          <ac:spMkLst>
            <pc:docMk/>
            <pc:sldMk cId="3995475201" sldId="321"/>
            <ac:spMk id="260" creationId="{04E0E267-285A-CA00-CA50-9D8D8ED874F5}"/>
          </ac:spMkLst>
        </pc:spChg>
        <pc:spChg chg="del">
          <ac:chgData name="Sophia BUI" userId="5388e7d4eb368e7c" providerId="LiveId" clId="{BE58550D-8E23-4583-8E07-07830BA2D7C5}" dt="2026-05-17T08:28:21.080" v="4058" actId="478"/>
          <ac:spMkLst>
            <pc:docMk/>
            <pc:sldMk cId="3995475201" sldId="321"/>
            <ac:spMk id="261" creationId="{04E50033-BC6B-0F79-CBC3-FAD1A59DD0FB}"/>
          </ac:spMkLst>
        </pc:spChg>
        <pc:spChg chg="mod">
          <ac:chgData name="Sophia BUI" userId="5388e7d4eb368e7c" providerId="LiveId" clId="{BE58550D-8E23-4583-8E07-07830BA2D7C5}" dt="2026-05-17T08:46:21.302" v="4699" actId="1076"/>
          <ac:spMkLst>
            <pc:docMk/>
            <pc:sldMk cId="3995475201" sldId="321"/>
            <ac:spMk id="278" creationId="{1EF36FFF-75E2-2A46-D174-2FD342FBF8E7}"/>
          </ac:spMkLst>
        </pc:spChg>
        <pc:spChg chg="del">
          <ac:chgData name="Sophia BUI" userId="5388e7d4eb368e7c" providerId="LiveId" clId="{BE58550D-8E23-4583-8E07-07830BA2D7C5}" dt="2026-05-17T08:33:40.348" v="4629" actId="478"/>
          <ac:spMkLst>
            <pc:docMk/>
            <pc:sldMk cId="3995475201" sldId="321"/>
            <ac:spMk id="280" creationId="{5ECDA47E-7331-325F-F34E-E8EEC10DC507}"/>
          </ac:spMkLst>
        </pc:spChg>
        <pc:grpChg chg="add mod">
          <ac:chgData name="Sophia BUI" userId="5388e7d4eb368e7c" providerId="LiveId" clId="{BE58550D-8E23-4583-8E07-07830BA2D7C5}" dt="2026-05-17T08:30:55.798" v="4079" actId="554"/>
          <ac:grpSpMkLst>
            <pc:docMk/>
            <pc:sldMk cId="3995475201" sldId="321"/>
            <ac:grpSpMk id="6" creationId="{F34E0D22-9369-70CD-85BE-FB48E0890A55}"/>
          </ac:grpSpMkLst>
        </pc:grpChg>
        <pc:grpChg chg="add mod">
          <ac:chgData name="Sophia BUI" userId="5388e7d4eb368e7c" providerId="LiveId" clId="{BE58550D-8E23-4583-8E07-07830BA2D7C5}" dt="2026-05-17T08:35:43.184" v="4641" actId="1076"/>
          <ac:grpSpMkLst>
            <pc:docMk/>
            <pc:sldMk cId="3995475201" sldId="321"/>
            <ac:grpSpMk id="7" creationId="{AF442C09-D1C5-3ABA-B0EA-66EB38499A3C}"/>
          </ac:grpSpMkLst>
        </pc:grpChg>
        <pc:grpChg chg="add mod">
          <ac:chgData name="Sophia BUI" userId="5388e7d4eb368e7c" providerId="LiveId" clId="{BE58550D-8E23-4583-8E07-07830BA2D7C5}" dt="2026-05-17T08:34:35.220" v="4635"/>
          <ac:grpSpMkLst>
            <pc:docMk/>
            <pc:sldMk cId="3995475201" sldId="321"/>
            <ac:grpSpMk id="12" creationId="{60AC509F-0A92-44E5-709C-EFDFD67045C7}"/>
          </ac:grpSpMkLst>
        </pc:grpChg>
        <pc:grpChg chg="add mod">
          <ac:chgData name="Sophia BUI" userId="5388e7d4eb368e7c" providerId="LiveId" clId="{BE58550D-8E23-4583-8E07-07830BA2D7C5}" dt="2026-05-17T08:34:46.185" v="4636"/>
          <ac:grpSpMkLst>
            <pc:docMk/>
            <pc:sldMk cId="3995475201" sldId="321"/>
            <ac:grpSpMk id="17" creationId="{D261F493-8471-03DF-1F50-E4D4BE2A980C}"/>
          </ac:grpSpMkLst>
        </pc:grpChg>
        <pc:picChg chg="del">
          <ac:chgData name="Sophia BUI" userId="5388e7d4eb368e7c" providerId="LiveId" clId="{BE58550D-8E23-4583-8E07-07830BA2D7C5}" dt="2026-05-17T08:28:30.057" v="4060" actId="478"/>
          <ac:picMkLst>
            <pc:docMk/>
            <pc:sldMk cId="3995475201" sldId="321"/>
            <ac:picMk id="2" creationId="{5260D48F-D838-71E3-BD43-951870098F3D}"/>
          </ac:picMkLst>
        </pc:picChg>
        <pc:picChg chg="mod">
          <ac:chgData name="Sophia BUI" userId="5388e7d4eb368e7c" providerId="LiveId" clId="{BE58550D-8E23-4583-8E07-07830BA2D7C5}" dt="2026-05-17T08:34:26.895" v="4634"/>
          <ac:picMkLst>
            <pc:docMk/>
            <pc:sldMk cId="3995475201" sldId="321"/>
            <ac:picMk id="8" creationId="{D1297C93-85B7-06B3-F860-3566CE05384E}"/>
          </ac:picMkLst>
        </pc:picChg>
        <pc:picChg chg="mod">
          <ac:chgData name="Sophia BUI" userId="5388e7d4eb368e7c" providerId="LiveId" clId="{BE58550D-8E23-4583-8E07-07830BA2D7C5}" dt="2026-05-17T08:34:35.220" v="4635"/>
          <ac:picMkLst>
            <pc:docMk/>
            <pc:sldMk cId="3995475201" sldId="321"/>
            <ac:picMk id="13" creationId="{7A7A7DE1-D380-4CAB-E97E-912902EE5111}"/>
          </ac:picMkLst>
        </pc:picChg>
        <pc:picChg chg="mod">
          <ac:chgData name="Sophia BUI" userId="5388e7d4eb368e7c" providerId="LiveId" clId="{BE58550D-8E23-4583-8E07-07830BA2D7C5}" dt="2026-05-17T08:34:46.185" v="4636"/>
          <ac:picMkLst>
            <pc:docMk/>
            <pc:sldMk cId="3995475201" sldId="321"/>
            <ac:picMk id="18" creationId="{81BEF407-A9E7-25B8-DD24-A4554A2087A9}"/>
          </ac:picMkLst>
        </pc:picChg>
        <pc:picChg chg="mod">
          <ac:chgData name="Sophia BUI" userId="5388e7d4eb368e7c" providerId="LiveId" clId="{BE58550D-8E23-4583-8E07-07830BA2D7C5}" dt="2026-05-17T08:46:10.129" v="4698" actId="1076"/>
          <ac:picMkLst>
            <pc:docMk/>
            <pc:sldMk cId="3995475201" sldId="321"/>
            <ac:picMk id="253" creationId="{A0D7DA50-0E4C-14FE-5E8E-9EC110CD1DA0}"/>
          </ac:picMkLst>
        </pc:picChg>
        <pc:picChg chg="mod">
          <ac:chgData name="Sophia BUI" userId="5388e7d4eb368e7c" providerId="LiveId" clId="{BE58550D-8E23-4583-8E07-07830BA2D7C5}" dt="2026-05-17T08:30:30.309" v="4074" actId="164"/>
          <ac:picMkLst>
            <pc:docMk/>
            <pc:sldMk cId="3995475201" sldId="321"/>
            <ac:picMk id="254" creationId="{94040BBF-2E92-1225-9B8A-0153F239358A}"/>
          </ac:picMkLst>
        </pc:picChg>
        <pc:picChg chg="del">
          <ac:chgData name="Sophia BUI" userId="5388e7d4eb368e7c" providerId="LiveId" clId="{BE58550D-8E23-4583-8E07-07830BA2D7C5}" dt="2026-05-17T08:28:24.998" v="4059" actId="478"/>
          <ac:picMkLst>
            <pc:docMk/>
            <pc:sldMk cId="3995475201" sldId="321"/>
            <ac:picMk id="255" creationId="{4F0AABC2-B64B-5F86-16B0-955F7ABB3005}"/>
          </ac:picMkLst>
        </pc:picChg>
      </pc:sldChg>
      <pc:sldChg chg="addSp delSp modSp add mod">
        <pc:chgData name="Sophia BUI" userId="5388e7d4eb368e7c" providerId="LiveId" clId="{BE58550D-8E23-4583-8E07-07830BA2D7C5}" dt="2026-05-17T09:12:59.414" v="5361" actId="14100"/>
        <pc:sldMkLst>
          <pc:docMk/>
          <pc:sldMk cId="2502559364" sldId="322"/>
        </pc:sldMkLst>
        <pc:spChg chg="add mod">
          <ac:chgData name="Sophia BUI" userId="5388e7d4eb368e7c" providerId="LiveId" clId="{BE58550D-8E23-4583-8E07-07830BA2D7C5}" dt="2026-05-17T09:12:59.414" v="5361" actId="14100"/>
          <ac:spMkLst>
            <pc:docMk/>
            <pc:sldMk cId="2502559364" sldId="322"/>
            <ac:spMk id="3" creationId="{F6712C8A-E89D-D371-AB30-B18933743735}"/>
          </ac:spMkLst>
        </pc:spChg>
        <pc:spChg chg="mod">
          <ac:chgData name="Sophia BUI" userId="5388e7d4eb368e7c" providerId="LiveId" clId="{BE58550D-8E23-4583-8E07-07830BA2D7C5}" dt="2026-05-17T09:12:02.065" v="5357" actId="554"/>
          <ac:spMkLst>
            <pc:docMk/>
            <pc:sldMk cId="2502559364" sldId="322"/>
            <ac:spMk id="5" creationId="{A19D4115-9032-6CB1-1ECD-AAF954CE799F}"/>
          </ac:spMkLst>
        </pc:spChg>
        <pc:spChg chg="add mod">
          <ac:chgData name="Sophia BUI" userId="5388e7d4eb368e7c" providerId="LiveId" clId="{BE58550D-8E23-4583-8E07-07830BA2D7C5}" dt="2026-05-17T09:12:47.255" v="5360" actId="14100"/>
          <ac:spMkLst>
            <pc:docMk/>
            <pc:sldMk cId="2502559364" sldId="322"/>
            <ac:spMk id="6" creationId="{4679D76A-94F5-8C03-4E83-363EE6A61320}"/>
          </ac:spMkLst>
        </pc:spChg>
        <pc:spChg chg="mod">
          <ac:chgData name="Sophia BUI" userId="5388e7d4eb368e7c" providerId="LiveId" clId="{BE58550D-8E23-4583-8E07-07830BA2D7C5}" dt="2026-05-17T09:12:10.043" v="5358" actId="554"/>
          <ac:spMkLst>
            <pc:docMk/>
            <pc:sldMk cId="2502559364" sldId="322"/>
            <ac:spMk id="7" creationId="{07A5EF5B-6F24-A400-BAF2-CEE3046C4EE0}"/>
          </ac:spMkLst>
        </pc:spChg>
        <pc:spChg chg="del">
          <ac:chgData name="Sophia BUI" userId="5388e7d4eb368e7c" providerId="LiveId" clId="{BE58550D-8E23-4583-8E07-07830BA2D7C5}" dt="2026-05-17T08:57:19.137" v="4874" actId="478"/>
          <ac:spMkLst>
            <pc:docMk/>
            <pc:sldMk cId="2502559364" sldId="322"/>
            <ac:spMk id="9" creationId="{80885671-52AA-6561-A8BF-75439928D5D1}"/>
          </ac:spMkLst>
        </pc:spChg>
        <pc:spChg chg="del">
          <ac:chgData name="Sophia BUI" userId="5388e7d4eb368e7c" providerId="LiveId" clId="{BE58550D-8E23-4583-8E07-07830BA2D7C5}" dt="2026-05-17T08:57:19.137" v="4874" actId="478"/>
          <ac:spMkLst>
            <pc:docMk/>
            <pc:sldMk cId="2502559364" sldId="322"/>
            <ac:spMk id="10" creationId="{F97677FE-0C61-33C8-1DAE-4C8C125C6F58}"/>
          </ac:spMkLst>
        </pc:spChg>
        <pc:spChg chg="mod">
          <ac:chgData name="Sophia BUI" userId="5388e7d4eb368e7c" providerId="LiveId" clId="{BE58550D-8E23-4583-8E07-07830BA2D7C5}" dt="2026-05-17T09:12:02.065" v="5357" actId="554"/>
          <ac:spMkLst>
            <pc:docMk/>
            <pc:sldMk cId="2502559364" sldId="322"/>
            <ac:spMk id="15" creationId="{ADFBAD79-0D6B-D758-8468-6C30968B20ED}"/>
          </ac:spMkLst>
        </pc:spChg>
        <pc:spChg chg="mod">
          <ac:chgData name="Sophia BUI" userId="5388e7d4eb368e7c" providerId="LiveId" clId="{BE58550D-8E23-4583-8E07-07830BA2D7C5}" dt="2026-05-17T09:12:10.043" v="5358" actId="554"/>
          <ac:spMkLst>
            <pc:docMk/>
            <pc:sldMk cId="2502559364" sldId="322"/>
            <ac:spMk id="16" creationId="{860ED89D-E2BA-8021-273D-C4214A057ECB}"/>
          </ac:spMkLst>
        </pc:spChg>
        <pc:spChg chg="del">
          <ac:chgData name="Sophia BUI" userId="5388e7d4eb368e7c" providerId="LiveId" clId="{BE58550D-8E23-4583-8E07-07830BA2D7C5}" dt="2026-05-17T08:58:27.406" v="4880" actId="478"/>
          <ac:spMkLst>
            <pc:docMk/>
            <pc:sldMk cId="2502559364" sldId="322"/>
            <ac:spMk id="553" creationId="{C16649F3-E2EE-DE4F-E948-9A6907193B73}"/>
          </ac:spMkLst>
        </pc:spChg>
        <pc:spChg chg="mod">
          <ac:chgData name="Sophia BUI" userId="5388e7d4eb368e7c" providerId="LiveId" clId="{BE58550D-8E23-4583-8E07-07830BA2D7C5}" dt="2026-05-17T09:04:06.898" v="4922" actId="20577"/>
          <ac:spMkLst>
            <pc:docMk/>
            <pc:sldMk cId="2502559364" sldId="322"/>
            <ac:spMk id="561" creationId="{6F169106-5760-12D5-DD0C-6AD2B8B66648}"/>
          </ac:spMkLst>
        </pc:spChg>
        <pc:picChg chg="add del mod">
          <ac:chgData name="Sophia BUI" userId="5388e7d4eb368e7c" providerId="LiveId" clId="{BE58550D-8E23-4583-8E07-07830BA2D7C5}" dt="2026-05-17T09:11:10.124" v="5204" actId="478"/>
          <ac:picMkLst>
            <pc:docMk/>
            <pc:sldMk cId="2502559364" sldId="322"/>
            <ac:picMk id="2" creationId="{EDB8E85D-698E-DEE7-367A-6488CF4E93AA}"/>
          </ac:picMkLst>
        </pc:picChg>
        <pc:picChg chg="mod">
          <ac:chgData name="Sophia BUI" userId="5388e7d4eb368e7c" providerId="LiveId" clId="{BE58550D-8E23-4583-8E07-07830BA2D7C5}" dt="2026-05-17T09:11:54.881" v="5356" actId="554"/>
          <ac:picMkLst>
            <pc:docMk/>
            <pc:sldMk cId="2502559364" sldId="322"/>
            <ac:picMk id="4" creationId="{61B44E1B-C8C5-CAE0-840A-18DE5EF7B4F9}"/>
          </ac:picMkLst>
        </pc:picChg>
        <pc:picChg chg="del">
          <ac:chgData name="Sophia BUI" userId="5388e7d4eb368e7c" providerId="LiveId" clId="{BE58550D-8E23-4583-8E07-07830BA2D7C5}" dt="2026-05-17T08:57:19.137" v="4874" actId="478"/>
          <ac:picMkLst>
            <pc:docMk/>
            <pc:sldMk cId="2502559364" sldId="322"/>
            <ac:picMk id="8" creationId="{3444A9FA-2890-62C2-30F9-A71B2F378529}"/>
          </ac:picMkLst>
        </pc:picChg>
        <pc:picChg chg="mod">
          <ac:chgData name="Sophia BUI" userId="5388e7d4eb368e7c" providerId="LiveId" clId="{BE58550D-8E23-4583-8E07-07830BA2D7C5}" dt="2026-05-17T09:11:54.881" v="5356" actId="554"/>
          <ac:picMkLst>
            <pc:docMk/>
            <pc:sldMk cId="2502559364" sldId="322"/>
            <ac:picMk id="14" creationId="{F42065C5-6FF3-F84B-ED5B-6B5ACCC12325}"/>
          </ac:picMkLst>
        </pc:picChg>
        <pc:picChg chg="mod">
          <ac:chgData name="Sophia BUI" userId="5388e7d4eb368e7c" providerId="LiveId" clId="{BE58550D-8E23-4583-8E07-07830BA2D7C5}" dt="2026-05-17T09:01:48.188" v="4898" actId="1076"/>
          <ac:picMkLst>
            <pc:docMk/>
            <pc:sldMk cId="2502559364" sldId="322"/>
            <ac:picMk id="547" creationId="{BFE5A109-9376-68C8-B892-C49DEAB45127}"/>
          </ac:picMkLst>
        </pc:picChg>
      </pc:sldChg>
      <pc:sldChg chg="addSp delSp modSp add mod">
        <pc:chgData name="Sophia BUI" userId="5388e7d4eb368e7c" providerId="LiveId" clId="{BE58550D-8E23-4583-8E07-07830BA2D7C5}" dt="2026-05-17T09:24:19.975" v="5505" actId="20577"/>
        <pc:sldMkLst>
          <pc:docMk/>
          <pc:sldMk cId="1344946764" sldId="323"/>
        </pc:sldMkLst>
        <pc:spChg chg="add mod">
          <ac:chgData name="Sophia BUI" userId="5388e7d4eb368e7c" providerId="LiveId" clId="{BE58550D-8E23-4583-8E07-07830BA2D7C5}" dt="2026-05-17T09:14:38.594" v="5380" actId="1036"/>
          <ac:spMkLst>
            <pc:docMk/>
            <pc:sldMk cId="1344946764" sldId="323"/>
            <ac:spMk id="2" creationId="{5674FD43-94E2-2B8F-7935-D4145FFCC35E}"/>
          </ac:spMkLst>
        </pc:spChg>
        <pc:spChg chg="add mod">
          <ac:chgData name="Sophia BUI" userId="5388e7d4eb368e7c" providerId="LiveId" clId="{BE58550D-8E23-4583-8E07-07830BA2D7C5}" dt="2026-05-17T09:14:38.594" v="5380" actId="1036"/>
          <ac:spMkLst>
            <pc:docMk/>
            <pc:sldMk cId="1344946764" sldId="323"/>
            <ac:spMk id="3" creationId="{E46AFA74-D24D-7C17-DF5A-88C96266775B}"/>
          </ac:spMkLst>
        </pc:spChg>
        <pc:spChg chg="add mod">
          <ac:chgData name="Sophia BUI" userId="5388e7d4eb368e7c" providerId="LiveId" clId="{BE58550D-8E23-4583-8E07-07830BA2D7C5}" dt="2026-05-17T09:14:38.594" v="5380" actId="1036"/>
          <ac:spMkLst>
            <pc:docMk/>
            <pc:sldMk cId="1344946764" sldId="323"/>
            <ac:spMk id="4" creationId="{10728233-7EA8-4354-706A-448BC2853B0E}"/>
          </ac:spMkLst>
        </pc:spChg>
        <pc:spChg chg="add mod">
          <ac:chgData name="Sophia BUI" userId="5388e7d4eb368e7c" providerId="LiveId" clId="{BE58550D-8E23-4583-8E07-07830BA2D7C5}" dt="2026-05-17T09:14:38.594" v="5380" actId="1036"/>
          <ac:spMkLst>
            <pc:docMk/>
            <pc:sldMk cId="1344946764" sldId="323"/>
            <ac:spMk id="5" creationId="{D34FD06E-690D-A2B1-425D-08CBAB79D78E}"/>
          </ac:spMkLst>
        </pc:spChg>
        <pc:spChg chg="mod">
          <ac:chgData name="Sophia BUI" userId="5388e7d4eb368e7c" providerId="LiveId" clId="{BE58550D-8E23-4583-8E07-07830BA2D7C5}" dt="2026-05-17T09:06:10.525" v="4962"/>
          <ac:spMkLst>
            <pc:docMk/>
            <pc:sldMk cId="1344946764" sldId="323"/>
            <ac:spMk id="9" creationId="{6704C3C6-01C5-4FAC-9EF2-0146101C2A18}"/>
          </ac:spMkLst>
        </pc:spChg>
        <pc:spChg chg="mod">
          <ac:chgData name="Sophia BUI" userId="5388e7d4eb368e7c" providerId="LiveId" clId="{BE58550D-8E23-4583-8E07-07830BA2D7C5}" dt="2026-05-17T09:24:19.975" v="5505" actId="20577"/>
          <ac:spMkLst>
            <pc:docMk/>
            <pc:sldMk cId="1344946764" sldId="323"/>
            <ac:spMk id="11" creationId="{8F7C9A06-89A9-31A0-8F0E-3BF27CF7E3D6}"/>
          </ac:spMkLst>
        </pc:spChg>
        <pc:spChg chg="mod">
          <ac:chgData name="Sophia BUI" userId="5388e7d4eb368e7c" providerId="LiveId" clId="{BE58550D-8E23-4583-8E07-07830BA2D7C5}" dt="2026-05-17T09:07:01.757" v="4967"/>
          <ac:spMkLst>
            <pc:docMk/>
            <pc:sldMk cId="1344946764" sldId="323"/>
            <ac:spMk id="14" creationId="{0E98BF9C-6ED2-E25E-8B21-5B1D7AE1056A}"/>
          </ac:spMkLst>
        </pc:spChg>
        <pc:spChg chg="mod">
          <ac:chgData name="Sophia BUI" userId="5388e7d4eb368e7c" providerId="LiveId" clId="{BE58550D-8E23-4583-8E07-07830BA2D7C5}" dt="2026-05-17T09:24:06.545" v="5493" actId="20577"/>
          <ac:spMkLst>
            <pc:docMk/>
            <pc:sldMk cId="1344946764" sldId="323"/>
            <ac:spMk id="16" creationId="{95AA5D0A-2B1E-BDBC-2754-F49ECC9623F2}"/>
          </ac:spMkLst>
        </pc:spChg>
        <pc:spChg chg="mod">
          <ac:chgData name="Sophia BUI" userId="5388e7d4eb368e7c" providerId="LiveId" clId="{BE58550D-8E23-4583-8E07-07830BA2D7C5}" dt="2026-05-17T09:07:34.551" v="4970" actId="20577"/>
          <ac:spMkLst>
            <pc:docMk/>
            <pc:sldMk cId="1344946764" sldId="323"/>
            <ac:spMk id="19" creationId="{C686E6F3-F815-E06A-795B-AC9FC519E7E2}"/>
          </ac:spMkLst>
        </pc:spChg>
        <pc:spChg chg="mod">
          <ac:chgData name="Sophia BUI" userId="5388e7d4eb368e7c" providerId="LiveId" clId="{BE58550D-8E23-4583-8E07-07830BA2D7C5}" dt="2026-05-17T09:23:29.925" v="5487" actId="403"/>
          <ac:spMkLst>
            <pc:docMk/>
            <pc:sldMk cId="1344946764" sldId="323"/>
            <ac:spMk id="21" creationId="{FC7F8784-92B9-36C4-5D97-51C952FBC975}"/>
          </ac:spMkLst>
        </pc:spChg>
        <pc:spChg chg="mod">
          <ac:chgData name="Sophia BUI" userId="5388e7d4eb368e7c" providerId="LiveId" clId="{BE58550D-8E23-4583-8E07-07830BA2D7C5}" dt="2026-05-17T09:05:20.910" v="4957"/>
          <ac:spMkLst>
            <pc:docMk/>
            <pc:sldMk cId="1344946764" sldId="323"/>
            <ac:spMk id="256" creationId="{27D8B74F-ABBA-CC98-ED36-5F1D210D830B}"/>
          </ac:spMkLst>
        </pc:spChg>
        <pc:spChg chg="mod">
          <ac:chgData name="Sophia BUI" userId="5388e7d4eb368e7c" providerId="LiveId" clId="{BE58550D-8E23-4583-8E07-07830BA2D7C5}" dt="2026-05-17T09:24:15.412" v="5501" actId="20577"/>
          <ac:spMkLst>
            <pc:docMk/>
            <pc:sldMk cId="1344946764" sldId="323"/>
            <ac:spMk id="258" creationId="{FE8B46C1-24FD-FB22-AED2-FB5C53487D57}"/>
          </ac:spMkLst>
        </pc:spChg>
        <pc:spChg chg="mod">
          <ac:chgData name="Sophia BUI" userId="5388e7d4eb368e7c" providerId="LiveId" clId="{BE58550D-8E23-4583-8E07-07830BA2D7C5}" dt="2026-05-17T09:05:00.797" v="4956" actId="20577"/>
          <ac:spMkLst>
            <pc:docMk/>
            <pc:sldMk cId="1344946764" sldId="323"/>
            <ac:spMk id="278" creationId="{182A377E-7B36-4AF2-ED76-D0788AB7FCCF}"/>
          </ac:spMkLst>
        </pc:spChg>
        <pc:grpChg chg="mod">
          <ac:chgData name="Sophia BUI" userId="5388e7d4eb368e7c" providerId="LiveId" clId="{BE58550D-8E23-4583-8E07-07830BA2D7C5}" dt="2026-05-17T09:23:12.476" v="5483" actId="14100"/>
          <ac:grpSpMkLst>
            <pc:docMk/>
            <pc:sldMk cId="1344946764" sldId="323"/>
            <ac:grpSpMk id="6" creationId="{25244D10-2279-BE9C-00CA-470CE2592539}"/>
          </ac:grpSpMkLst>
        </pc:grpChg>
        <pc:grpChg chg="mod">
          <ac:chgData name="Sophia BUI" userId="5388e7d4eb368e7c" providerId="LiveId" clId="{BE58550D-8E23-4583-8E07-07830BA2D7C5}" dt="2026-05-17T09:23:12.476" v="5483" actId="14100"/>
          <ac:grpSpMkLst>
            <pc:docMk/>
            <pc:sldMk cId="1344946764" sldId="323"/>
            <ac:grpSpMk id="7" creationId="{05E08A3E-6BE9-EECB-43E4-9167733E462B}"/>
          </ac:grpSpMkLst>
        </pc:grpChg>
        <pc:grpChg chg="mod">
          <ac:chgData name="Sophia BUI" userId="5388e7d4eb368e7c" providerId="LiveId" clId="{BE58550D-8E23-4583-8E07-07830BA2D7C5}" dt="2026-05-17T09:23:12.476" v="5483" actId="14100"/>
          <ac:grpSpMkLst>
            <pc:docMk/>
            <pc:sldMk cId="1344946764" sldId="323"/>
            <ac:grpSpMk id="12" creationId="{6A6289BE-C9F8-E962-E027-E357F925C386}"/>
          </ac:grpSpMkLst>
        </pc:grpChg>
        <pc:grpChg chg="mod">
          <ac:chgData name="Sophia BUI" userId="5388e7d4eb368e7c" providerId="LiveId" clId="{BE58550D-8E23-4583-8E07-07830BA2D7C5}" dt="2026-05-17T09:23:12.476" v="5483" actId="14100"/>
          <ac:grpSpMkLst>
            <pc:docMk/>
            <pc:sldMk cId="1344946764" sldId="323"/>
            <ac:grpSpMk id="17" creationId="{5432C804-C9CE-7DEE-9897-A839F680F9C1}"/>
          </ac:grpSpMkLst>
        </pc:grpChg>
        <pc:picChg chg="add del mod">
          <ac:chgData name="Sophia BUI" userId="5388e7d4eb368e7c" providerId="LiveId" clId="{BE58550D-8E23-4583-8E07-07830BA2D7C5}" dt="2026-05-17T09:21:11.317" v="5482" actId="478"/>
          <ac:picMkLst>
            <pc:docMk/>
            <pc:sldMk cId="1344946764" sldId="323"/>
            <ac:picMk id="10" creationId="{3D854C37-7445-1F7B-E05F-E69D91928B9C}"/>
          </ac:picMkLst>
        </pc:picChg>
      </pc:sldChg>
      <pc:sldChg chg="addSp delSp modSp add mod">
        <pc:chgData name="Sophia BUI" userId="5388e7d4eb368e7c" providerId="LiveId" clId="{BE58550D-8E23-4583-8E07-07830BA2D7C5}" dt="2026-05-17T09:44:05.893" v="5671" actId="1076"/>
        <pc:sldMkLst>
          <pc:docMk/>
          <pc:sldMk cId="2336959354" sldId="324"/>
        </pc:sldMkLst>
        <pc:spChg chg="del">
          <ac:chgData name="Sophia BUI" userId="5388e7d4eb368e7c" providerId="LiveId" clId="{BE58550D-8E23-4583-8E07-07830BA2D7C5}" dt="2026-05-17T09:27:25.258" v="5526" actId="478"/>
          <ac:spMkLst>
            <pc:docMk/>
            <pc:sldMk cId="2336959354" sldId="324"/>
            <ac:spMk id="2" creationId="{77122CF7-9719-D76D-192E-C32865238ED2}"/>
          </ac:spMkLst>
        </pc:spChg>
        <pc:spChg chg="del">
          <ac:chgData name="Sophia BUI" userId="5388e7d4eb368e7c" providerId="LiveId" clId="{BE58550D-8E23-4583-8E07-07830BA2D7C5}" dt="2026-05-17T09:27:25.258" v="5526" actId="478"/>
          <ac:spMkLst>
            <pc:docMk/>
            <pc:sldMk cId="2336959354" sldId="324"/>
            <ac:spMk id="3" creationId="{82667DEE-8182-416E-C168-740789F545B1}"/>
          </ac:spMkLst>
        </pc:spChg>
        <pc:spChg chg="del">
          <ac:chgData name="Sophia BUI" userId="5388e7d4eb368e7c" providerId="LiveId" clId="{BE58550D-8E23-4583-8E07-07830BA2D7C5}" dt="2026-05-17T09:27:25.258" v="5526" actId="478"/>
          <ac:spMkLst>
            <pc:docMk/>
            <pc:sldMk cId="2336959354" sldId="324"/>
            <ac:spMk id="4" creationId="{47096870-4CAC-420A-2A0D-2397D15DCFB4}"/>
          </ac:spMkLst>
        </pc:spChg>
        <pc:spChg chg="del">
          <ac:chgData name="Sophia BUI" userId="5388e7d4eb368e7c" providerId="LiveId" clId="{BE58550D-8E23-4583-8E07-07830BA2D7C5}" dt="2026-05-17T09:27:25.258" v="5526" actId="478"/>
          <ac:spMkLst>
            <pc:docMk/>
            <pc:sldMk cId="2336959354" sldId="324"/>
            <ac:spMk id="5" creationId="{5D832105-76FA-DC2B-632E-108F2BA9E935}"/>
          </ac:spMkLst>
        </pc:spChg>
        <pc:spChg chg="del">
          <ac:chgData name="Sophia BUI" userId="5388e7d4eb368e7c" providerId="LiveId" clId="{BE58550D-8E23-4583-8E07-07830BA2D7C5}" dt="2026-05-17T09:26:58.618" v="5522" actId="478"/>
          <ac:spMkLst>
            <pc:docMk/>
            <pc:sldMk cId="2336959354" sldId="324"/>
            <ac:spMk id="11" creationId="{05954856-0853-4E44-4BFF-D3DD0A71FA9F}"/>
          </ac:spMkLst>
        </pc:spChg>
        <pc:spChg chg="del">
          <ac:chgData name="Sophia BUI" userId="5388e7d4eb368e7c" providerId="LiveId" clId="{BE58550D-8E23-4583-8E07-07830BA2D7C5}" dt="2026-05-17T09:27:03.529" v="5523" actId="478"/>
          <ac:spMkLst>
            <pc:docMk/>
            <pc:sldMk cId="2336959354" sldId="324"/>
            <ac:spMk id="16" creationId="{86801E05-97E7-F00F-AA4B-7A394988E4C0}"/>
          </ac:spMkLst>
        </pc:spChg>
        <pc:spChg chg="del">
          <ac:chgData name="Sophia BUI" userId="5388e7d4eb368e7c" providerId="LiveId" clId="{BE58550D-8E23-4583-8E07-07830BA2D7C5}" dt="2026-05-17T09:27:09.416" v="5524" actId="478"/>
          <ac:spMkLst>
            <pc:docMk/>
            <pc:sldMk cId="2336959354" sldId="324"/>
            <ac:spMk id="21" creationId="{5212C3C1-F743-9DB2-7FC1-D467139BA399}"/>
          </ac:spMkLst>
        </pc:spChg>
        <pc:spChg chg="del">
          <ac:chgData name="Sophia BUI" userId="5388e7d4eb368e7c" providerId="LiveId" clId="{BE58550D-8E23-4583-8E07-07830BA2D7C5}" dt="2026-05-17T09:26:54.604" v="5521" actId="478"/>
          <ac:spMkLst>
            <pc:docMk/>
            <pc:sldMk cId="2336959354" sldId="324"/>
            <ac:spMk id="258" creationId="{7499537E-BAA9-8E34-0666-3C0395FAE686}"/>
          </ac:spMkLst>
        </pc:spChg>
        <pc:spChg chg="mod">
          <ac:chgData name="Sophia BUI" userId="5388e7d4eb368e7c" providerId="LiveId" clId="{BE58550D-8E23-4583-8E07-07830BA2D7C5}" dt="2026-05-17T09:31:10.964" v="5606" actId="20577"/>
          <ac:spMkLst>
            <pc:docMk/>
            <pc:sldMk cId="2336959354" sldId="324"/>
            <ac:spMk id="278" creationId="{1052B0BD-ADBC-437E-E141-40C04EC3980C}"/>
          </ac:spMkLst>
        </pc:spChg>
        <pc:grpChg chg="del mod">
          <ac:chgData name="Sophia BUI" userId="5388e7d4eb368e7c" providerId="LiveId" clId="{BE58550D-8E23-4583-8E07-07830BA2D7C5}" dt="2026-05-17T09:28:29.628" v="5572" actId="478"/>
          <ac:grpSpMkLst>
            <pc:docMk/>
            <pc:sldMk cId="2336959354" sldId="324"/>
            <ac:grpSpMk id="6" creationId="{C87A63BD-554E-B635-E4FE-7994E36E6198}"/>
          </ac:grpSpMkLst>
        </pc:grpChg>
        <pc:grpChg chg="del mod">
          <ac:chgData name="Sophia BUI" userId="5388e7d4eb368e7c" providerId="LiveId" clId="{BE58550D-8E23-4583-8E07-07830BA2D7C5}" dt="2026-05-17T09:28:38.077" v="5574" actId="478"/>
          <ac:grpSpMkLst>
            <pc:docMk/>
            <pc:sldMk cId="2336959354" sldId="324"/>
            <ac:grpSpMk id="7" creationId="{B724945F-976F-2B36-8B3C-538D27AA4B4B}"/>
          </ac:grpSpMkLst>
        </pc:grpChg>
        <pc:grpChg chg="del mod">
          <ac:chgData name="Sophia BUI" userId="5388e7d4eb368e7c" providerId="LiveId" clId="{BE58550D-8E23-4583-8E07-07830BA2D7C5}" dt="2026-05-17T09:28:38.077" v="5574" actId="478"/>
          <ac:grpSpMkLst>
            <pc:docMk/>
            <pc:sldMk cId="2336959354" sldId="324"/>
            <ac:grpSpMk id="12" creationId="{D3FDAD90-2D58-AF2C-2F0D-5849594FAFF9}"/>
          </ac:grpSpMkLst>
        </pc:grpChg>
        <pc:grpChg chg="del mod">
          <ac:chgData name="Sophia BUI" userId="5388e7d4eb368e7c" providerId="LiveId" clId="{BE58550D-8E23-4583-8E07-07830BA2D7C5}" dt="2026-05-17T09:28:38.077" v="5574" actId="478"/>
          <ac:grpSpMkLst>
            <pc:docMk/>
            <pc:sldMk cId="2336959354" sldId="324"/>
            <ac:grpSpMk id="17" creationId="{079A2BE2-6121-1971-1103-D06CDF4CBB85}"/>
          </ac:grpSpMkLst>
        </pc:grpChg>
        <pc:picChg chg="add mod">
          <ac:chgData name="Sophia BUI" userId="5388e7d4eb368e7c" providerId="LiveId" clId="{BE58550D-8E23-4583-8E07-07830BA2D7C5}" dt="2026-05-17T09:44:05.893" v="5671" actId="1076"/>
          <ac:picMkLst>
            <pc:docMk/>
            <pc:sldMk cId="2336959354" sldId="324"/>
            <ac:picMk id="15" creationId="{243BE937-A4FD-829D-C493-96A7DF4B37A8}"/>
          </ac:picMkLst>
        </pc:picChg>
        <pc:picChg chg="add mod">
          <ac:chgData name="Sophia BUI" userId="5388e7d4eb368e7c" providerId="LiveId" clId="{BE58550D-8E23-4583-8E07-07830BA2D7C5}" dt="2026-05-17T09:44:05.893" v="5671" actId="1076"/>
          <ac:picMkLst>
            <pc:docMk/>
            <pc:sldMk cId="2336959354" sldId="324"/>
            <ac:picMk id="22" creationId="{87DD6528-4A14-8163-504F-BE4E58B4E745}"/>
          </ac:picMkLst>
        </pc:picChg>
      </pc:sldChg>
      <pc:sldChg chg="addSp delSp modSp add mod">
        <pc:chgData name="Sophia BUI" userId="5388e7d4eb368e7c" providerId="LiveId" clId="{BE58550D-8E23-4583-8E07-07830BA2D7C5}" dt="2026-05-17T09:39:50.439" v="5635" actId="1076"/>
        <pc:sldMkLst>
          <pc:docMk/>
          <pc:sldMk cId="1946968853" sldId="325"/>
        </pc:sldMkLst>
        <pc:spChg chg="mod">
          <ac:chgData name="Sophia BUI" userId="5388e7d4eb368e7c" providerId="LiveId" clId="{BE58550D-8E23-4583-8E07-07830BA2D7C5}" dt="2026-05-17T09:39:36.968" v="5631" actId="6549"/>
          <ac:spMkLst>
            <pc:docMk/>
            <pc:sldMk cId="1946968853" sldId="325"/>
            <ac:spMk id="278" creationId="{1E0BBADD-637B-9F53-2450-4050C6D7B8F5}"/>
          </ac:spMkLst>
        </pc:spChg>
        <pc:picChg chg="add mod">
          <ac:chgData name="Sophia BUI" userId="5388e7d4eb368e7c" providerId="LiveId" clId="{BE58550D-8E23-4583-8E07-07830BA2D7C5}" dt="2026-05-17T09:39:50.439" v="5635" actId="1076"/>
          <ac:picMkLst>
            <pc:docMk/>
            <pc:sldMk cId="1946968853" sldId="325"/>
            <ac:picMk id="2" creationId="{F76AE295-922F-8A14-5ED3-A1D2FFC3F150}"/>
          </ac:picMkLst>
        </pc:picChg>
        <pc:picChg chg="del">
          <ac:chgData name="Sophia BUI" userId="5388e7d4eb368e7c" providerId="LiveId" clId="{BE58550D-8E23-4583-8E07-07830BA2D7C5}" dt="2026-05-17T09:39:16.298" v="5608" actId="478"/>
          <ac:picMkLst>
            <pc:docMk/>
            <pc:sldMk cId="1946968853" sldId="325"/>
            <ac:picMk id="15" creationId="{44008D20-5481-C25C-819A-AAC103F90FF5}"/>
          </ac:picMkLst>
        </pc:picChg>
        <pc:picChg chg="del">
          <ac:chgData name="Sophia BUI" userId="5388e7d4eb368e7c" providerId="LiveId" clId="{BE58550D-8E23-4583-8E07-07830BA2D7C5}" dt="2026-05-17T09:39:18.720" v="5609" actId="478"/>
          <ac:picMkLst>
            <pc:docMk/>
            <pc:sldMk cId="1946968853" sldId="325"/>
            <ac:picMk id="22" creationId="{4FC28443-45E8-95E2-79BF-7E6D3990ECC0}"/>
          </ac:picMkLst>
        </pc:picChg>
      </pc:sldChg>
      <pc:sldChg chg="add setBg">
        <pc:chgData name="Sophia BUI" userId="5388e7d4eb368e7c" providerId="LiveId" clId="{BE58550D-8E23-4583-8E07-07830BA2D7C5}" dt="2026-05-17T09:51:24.832" v="5726"/>
        <pc:sldMkLst>
          <pc:docMk/>
          <pc:sldMk cId="0" sldId="326"/>
        </pc:sldMkLst>
      </pc:sldChg>
      <pc:sldMasterChg chg="delSldLayout">
        <pc:chgData name="Sophia BUI" userId="5388e7d4eb368e7c" providerId="LiveId" clId="{BE58550D-8E23-4583-8E07-07830BA2D7C5}" dt="2026-05-16T08:49:48.390" v="503" actId="2696"/>
        <pc:sldMasterMkLst>
          <pc:docMk/>
          <pc:sldMasterMk cId="0" sldId="2147483659"/>
        </pc:sldMasterMkLst>
        <pc:sldLayoutChg chg="del">
          <pc:chgData name="Sophia BUI" userId="5388e7d4eb368e7c" providerId="LiveId" clId="{BE58550D-8E23-4583-8E07-07830BA2D7C5}" dt="2026-05-16T08:49:48.390" v="503" actId="2696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0E75AF6-50AA-EEF3-94DE-4D6DBC8E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F607395-903B-C174-04FE-BD6C104F5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A476468-DA6E-E41E-4E66-218459EC0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6131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031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8589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475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978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9633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3920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4536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976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BD4403E5-4947-0DDD-C3B4-296198CB9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655D067A-A0EA-E2F3-6F10-DBBAD3B5D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>
            <a:extLst>
              <a:ext uri="{FF2B5EF4-FFF2-40B4-BE49-F238E27FC236}">
                <a16:creationId xmlns:a16="http://schemas.microsoft.com/office/drawing/2014/main" id="{F7086760-0416-C355-8CF0-699D29A84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6134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8D21C53-440A-2C6E-5FC3-D4E0D484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E473E0F-59DA-8F01-5A88-E1F062C88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25B1851-4B1A-57DE-23A5-CD70A9BB6E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00329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22C12A1-0D2A-0F01-BEF2-5C666F8A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E1EC9EC-E123-0D08-4153-66307D154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F545255-2D43-3461-BB3F-DFDFF2CAA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03379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B638F74-9A0B-653F-BCEF-82EA862A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830DDFD-6A6A-9F95-0F9A-FB5141A69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0329CB5-37E1-20AE-C123-CB507292A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29190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00226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E11FE67-2AA8-501D-AF50-2F1E7967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7958B43-48E2-C8B5-E04D-0115749F5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36312E8-1A27-AA1D-4400-E5E666E41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97195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26090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66701195-96A4-EFD2-C4D9-6BEF0A1D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B1B2E3F7-4A28-08A4-7D14-7F3DC2787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B377471A-7E20-DB21-CA67-88CB9C55D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58282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44F83837-C734-B9FA-97C1-F6D39397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5AA39C77-1427-6EB5-3B31-13485F80A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8DB8B028-36ED-563B-0DF9-543BE1CF3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8592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" name="Google Shape;2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69852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>
          <a:extLst>
            <a:ext uri="{FF2B5EF4-FFF2-40B4-BE49-F238E27FC236}">
              <a16:creationId xmlns:a16="http://schemas.microsoft.com/office/drawing/2014/main" id="{61143983-95BA-45E7-BAD7-75719A195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:notes">
            <a:extLst>
              <a:ext uri="{FF2B5EF4-FFF2-40B4-BE49-F238E27FC236}">
                <a16:creationId xmlns:a16="http://schemas.microsoft.com/office/drawing/2014/main" id="{A1CF29CE-89D2-8CE1-A008-52EE0ECD9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4:notes">
            <a:extLst>
              <a:ext uri="{FF2B5EF4-FFF2-40B4-BE49-F238E27FC236}">
                <a16:creationId xmlns:a16="http://schemas.microsoft.com/office/drawing/2014/main" id="{65580013-C1AC-709A-A217-B07714B8E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42069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>
          <a:extLst>
            <a:ext uri="{FF2B5EF4-FFF2-40B4-BE49-F238E27FC236}">
              <a16:creationId xmlns:a16="http://schemas.microsoft.com/office/drawing/2014/main" id="{889D48FC-4C3C-16A5-F0D5-8623A6E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:notes">
            <a:extLst>
              <a:ext uri="{FF2B5EF4-FFF2-40B4-BE49-F238E27FC236}">
                <a16:creationId xmlns:a16="http://schemas.microsoft.com/office/drawing/2014/main" id="{7813A53F-D33F-E4EA-B02D-E646CAFEE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4:notes">
            <a:extLst>
              <a:ext uri="{FF2B5EF4-FFF2-40B4-BE49-F238E27FC236}">
                <a16:creationId xmlns:a16="http://schemas.microsoft.com/office/drawing/2014/main" id="{E133D176-59B6-8BC1-0ED2-3312809DF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39745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88AC9041-3128-3F66-0EA7-3BDD4321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7FE4D925-88AA-548D-ACBB-EE5AE38DD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04EE9995-E5C2-34D2-DE3B-8831F5805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8630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3E19A2BB-E0BA-B886-E439-47361377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B05EBAF0-C193-F8FF-C3AA-37B8A9276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7D4C47B1-E7AC-F085-CAAA-6F999FA63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30937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CA4BDF0-1993-F3B6-81DA-27BC9C4A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68519303-F55E-E55C-A6C8-A47A78CAC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79808B89-1A1E-6718-5835-6C52DE424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17078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1912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>
          <a:extLst>
            <a:ext uri="{FF2B5EF4-FFF2-40B4-BE49-F238E27FC236}">
              <a16:creationId xmlns:a16="http://schemas.microsoft.com/office/drawing/2014/main" id="{6B244B1B-E3DA-7352-EB27-154242CF0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>
            <a:extLst>
              <a:ext uri="{FF2B5EF4-FFF2-40B4-BE49-F238E27FC236}">
                <a16:creationId xmlns:a16="http://schemas.microsoft.com/office/drawing/2014/main" id="{D4ECBF60-38BE-9809-5F80-93EE454AB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5:notes">
            <a:extLst>
              <a:ext uri="{FF2B5EF4-FFF2-40B4-BE49-F238E27FC236}">
                <a16:creationId xmlns:a16="http://schemas.microsoft.com/office/drawing/2014/main" id="{10F593CF-8FB1-424C-F07E-FE779C023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02405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>
          <a:extLst>
            <a:ext uri="{FF2B5EF4-FFF2-40B4-BE49-F238E27FC236}">
              <a16:creationId xmlns:a16="http://schemas.microsoft.com/office/drawing/2014/main" id="{535ED060-961C-1B4B-91ED-763DFFD85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>
            <a:extLst>
              <a:ext uri="{FF2B5EF4-FFF2-40B4-BE49-F238E27FC236}">
                <a16:creationId xmlns:a16="http://schemas.microsoft.com/office/drawing/2014/main" id="{4A5620F8-CA97-6A89-55AF-D09EC941B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5:notes">
            <a:extLst>
              <a:ext uri="{FF2B5EF4-FFF2-40B4-BE49-F238E27FC236}">
                <a16:creationId xmlns:a16="http://schemas.microsoft.com/office/drawing/2014/main" id="{6D3EDC84-03C5-FA2B-0E27-8199B75FF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85153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912771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759254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500" y="2482704"/>
            <a:ext cx="11811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5: UI/</a:t>
            </a:r>
            <a:r>
              <a:rPr lang="en-US" sz="60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UX</a:t>
            </a: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Design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672767" y="3586392"/>
            <a:ext cx="6972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Introduction to Software Engineering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71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381000" y="4716809"/>
            <a:ext cx="5524500" cy="9715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23875" y="4859684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Case: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The 1993 Warsaw plane crash was partially attributed to an interface not clearly communicating system assumptions during landing. 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381000" y="4716809"/>
            <a:ext cx="47625" cy="9715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30891" y="1730079"/>
            <a:ext cx="557460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 Perspective: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Users judge system quality based on their interaction experience, not internal code.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System Success: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poor interface is the leading cause for systems being discarded by users.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Error Prevention: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Effective UI design minimizes catastrophic human errors in critical systems.</a:t>
            </a:r>
            <a:endParaRPr lang="en-US" sz="1600" dirty="0"/>
          </a:p>
          <a:p>
            <a:pPr marL="285750" marR="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Value: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Enhances productivity by aligning software behavior with human cognitive limits.</a:t>
            </a:r>
            <a:endParaRPr sz="1600"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Role of UI/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UX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in Software Quality</a:t>
            </a:r>
            <a:endParaRPr dirty="0"/>
          </a:p>
        </p:txBody>
      </p:sp>
      <p:sp>
        <p:nvSpPr>
          <p:cNvPr id="108" name="Google Shape;108;p14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1F1E3-63E1-6F5E-2B25-49E778D4A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290" y="1733638"/>
            <a:ext cx="5154185" cy="40828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14">
            <a:extLst>
              <a:ext uri="{FF2B5EF4-FFF2-40B4-BE49-F238E27FC236}">
                <a16:creationId xmlns:a16="http://schemas.microsoft.com/office/drawing/2014/main" id="{31203EA7-7C9E-3E3E-E598-AC37F638CAA8}"/>
              </a:ext>
            </a:extLst>
          </p:cNvPr>
          <p:cNvSpPr/>
          <p:nvPr/>
        </p:nvSpPr>
        <p:spPr>
          <a:xfrm>
            <a:off x="381000" y="5877339"/>
            <a:ext cx="11430000" cy="761586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703337"/>
            <a:ext cx="5619750" cy="375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703337"/>
            <a:ext cx="5619750" cy="375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81025" y="1903362"/>
            <a:ext cx="548068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User Interface (UI)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2198637"/>
            <a:ext cx="52197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391275" y="1903362"/>
            <a:ext cx="548068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User Experience (UX)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391275" y="2198637"/>
            <a:ext cx="52197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2416480"/>
            <a:ext cx="5100637" cy="239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Focuses on the visual elements of the product </a:t>
            </a:r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Includes layouts, colors, fonts, and interaction buttons.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bridge between humans and digital circuits.</a:t>
            </a:r>
            <a:endParaRPr lang="en-US" sz="18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Visual appeal and technical clarity.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6381750" y="2416480"/>
            <a:ext cx="5155924" cy="239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overall feeling of the interaction process.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Focuses on task flows, ease of use, and emotional satisfaction.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Holistic journey from startup to task completion.</a:t>
            </a:r>
            <a:endParaRPr lang="en-US" sz="18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Effectiveness and user delight.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Defining UI and UX Concepts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 rot="10800000" flipV="1">
            <a:off x="654326" y="6038849"/>
            <a:ext cx="108833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b="1" i="1" dirty="0"/>
              <a:t>Impact on Costs</a:t>
            </a:r>
            <a:r>
              <a:rPr lang="en-US" sz="1600" i="1" dirty="0"/>
              <a:t>: Proper UI/</a:t>
            </a:r>
            <a:r>
              <a:rPr lang="en-US" sz="1600" i="1" dirty="0" err="1"/>
              <a:t>UX</a:t>
            </a:r>
            <a:r>
              <a:rPr lang="en-US" sz="1600" i="1" dirty="0"/>
              <a:t> design during early process phases significantly decreases late-stage code modification and testing rework.</a:t>
            </a:r>
            <a:endParaRPr sz="16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6DEE00D-0438-BD43-9811-E88844FB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3CF3461-6F63-090A-19B6-A741E993F4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6442DD97-D935-19F4-490D-9C97867527C5}"/>
              </a:ext>
            </a:extLst>
          </p:cNvPr>
          <p:cNvSpPr txBox="1"/>
          <p:nvPr/>
        </p:nvSpPr>
        <p:spPr>
          <a:xfrm>
            <a:off x="720328" y="1783556"/>
            <a:ext cx="10751343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UI/</a:t>
            </a:r>
            <a:r>
              <a:rPr lang="en-US" sz="33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UX</a:t>
            </a:r>
            <a:r>
              <a:rPr lang="en-US" sz="33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Design Pipeline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D9EC7C29-DCAE-692F-9A64-6B1E1682B1F4}"/>
              </a:ext>
            </a:extLst>
          </p:cNvPr>
          <p:cNvSpPr/>
          <p:nvPr/>
        </p:nvSpPr>
        <p:spPr>
          <a:xfrm>
            <a:off x="976312" y="2355056"/>
            <a:ext cx="10239375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364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9"/>
          <p:cNvSpPr/>
          <p:nvPr/>
        </p:nvSpPr>
        <p:spPr>
          <a:xfrm>
            <a:off x="381000" y="4716809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9"/>
          <p:cNvSpPr txBox="1"/>
          <p:nvPr/>
        </p:nvSpPr>
        <p:spPr>
          <a:xfrm>
            <a:off x="523875" y="4859684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Framework:</a:t>
            </a:r>
            <a:r>
              <a:rPr lang="en-US" sz="1350" b="0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"Double Diamond" model separates divergent thinking (discovery) from convergent implementation. </a:t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381000" y="4716809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380770" y="1953127"/>
            <a:ext cx="5286375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Iterative Nature:</a:t>
            </a: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Design is never "one and done." It cycles through feedback.</a:t>
            </a:r>
            <a:endParaRPr lang="en-US" sz="18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Human-Centered:</a:t>
            </a: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Design revolves around user needs, not developer convenience.</a:t>
            </a:r>
            <a:endParaRPr lang="en-US" sz="1800" dirty="0"/>
          </a:p>
          <a:p>
            <a:pPr marL="285750" marR="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Consistency: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process ensures logic is carried from abstract to concrete.</a:t>
            </a:r>
            <a:endParaRPr sz="1800" dirty="0"/>
          </a:p>
        </p:txBody>
      </p:sp>
      <p:sp>
        <p:nvSpPr>
          <p:cNvPr id="421" name="Google Shape;421;p29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Iterative UI/</a:t>
            </a:r>
            <a:r>
              <a:rPr lang="en-US" sz="36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UX</a:t>
            </a:r>
            <a:r>
              <a:rPr lang="en-US" sz="36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Design Pipeline</a:t>
            </a:r>
            <a:endParaRPr dirty="0"/>
          </a:p>
        </p:txBody>
      </p:sp>
      <p:sp>
        <p:nvSpPr>
          <p:cNvPr id="422" name="Google Shape;422;p29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11BD4-E929-2758-FB3F-FAEE6F860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19" y="1850022"/>
            <a:ext cx="5405711" cy="362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5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0"/>
          <p:cNvSpPr/>
          <p:nvPr/>
        </p:nvSpPr>
        <p:spPr>
          <a:xfrm>
            <a:off x="381000" y="5221290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0"/>
          <p:cNvSpPr txBox="1"/>
          <p:nvPr/>
        </p:nvSpPr>
        <p:spPr>
          <a:xfrm>
            <a:off x="523875" y="5364165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Technique: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"Shadowing" involves watching users work in their actual environment to find pain points. </a:t>
            </a:r>
            <a:endParaRPr dirty="0"/>
          </a:p>
        </p:txBody>
      </p:sp>
      <p:sp>
        <p:nvSpPr>
          <p:cNvPr id="439" name="Google Shape;439;p30"/>
          <p:cNvSpPr txBox="1"/>
          <p:nvPr/>
        </p:nvSpPr>
        <p:spPr>
          <a:xfrm>
            <a:off x="381000" y="1777271"/>
            <a:ext cx="5524500" cy="3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Understand user roles, workflow tasks, and environmental constraints.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 Profiles: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Based on requirements, identify who will use the system (Persona Development).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Task Analysis: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Based on Use case Specs, Activity Diagram, understand the sequence of actions to reach a goal.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Environment: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Design for Web/Mobile/Specific device</a:t>
            </a:r>
            <a:endParaRPr lang="en-US" sz="1600" dirty="0"/>
          </a:p>
          <a:p>
            <a:pPr marL="285750" marR="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Requirements: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Distinguish between "must have" and "nice to have" UI features.</a:t>
            </a:r>
            <a:endParaRPr sz="1600" dirty="0"/>
          </a:p>
        </p:txBody>
      </p:sp>
      <p:pic>
        <p:nvPicPr>
          <p:cNvPr id="440" name="Google Shape;44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0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1: User Research &amp; Analysis</a:t>
            </a:r>
            <a:endParaRPr/>
          </a:p>
        </p:txBody>
      </p:sp>
      <p:sp>
        <p:nvSpPr>
          <p:cNvPr id="442" name="Google Shape;442;p30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0637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1"/>
          <p:cNvSpPr/>
          <p:nvPr/>
        </p:nvSpPr>
        <p:spPr>
          <a:xfrm>
            <a:off x="390525" y="5885730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1"/>
          <p:cNvSpPr txBox="1"/>
          <p:nvPr/>
        </p:nvSpPr>
        <p:spPr>
          <a:xfrm>
            <a:off x="533400" y="6028605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Technique: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"Card Sorting" allows users to group functionality themselves to see what's logical. </a:t>
            </a:r>
            <a:endParaRPr dirty="0"/>
          </a:p>
        </p:txBody>
      </p:sp>
      <p:sp>
        <p:nvSpPr>
          <p:cNvPr id="459" name="Google Shape;459;p31"/>
          <p:cNvSpPr txBox="1"/>
          <p:nvPr/>
        </p:nvSpPr>
        <p:spPr>
          <a:xfrm>
            <a:off x="381000" y="1701896"/>
            <a:ext cx="5524500" cy="283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Hierarchy: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Organising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information so users know where to find what they need.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Navigation: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Designing menus, sitemaps, and search pathways.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Grouping: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Sorting functions by object (Patient, Doctor) or by task (Report, Search) or by business (sale, marketing, …).</a:t>
            </a:r>
            <a:endParaRPr lang="en-US" sz="1600" dirty="0"/>
          </a:p>
          <a:p>
            <a:pPr marL="285750" marR="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Sitemap: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visual map showing the structure of all screens.</a:t>
            </a:r>
            <a:endParaRPr sz="1600" dirty="0"/>
          </a:p>
        </p:txBody>
      </p:sp>
      <p:pic>
        <p:nvPicPr>
          <p:cNvPr id="460" name="Google Shape;460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1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2: Information Architecture</a:t>
            </a:r>
            <a:endParaRPr dirty="0"/>
          </a:p>
        </p:txBody>
      </p:sp>
      <p:sp>
        <p:nvSpPr>
          <p:cNvPr id="462" name="Google Shape;462;p31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902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2"/>
          <p:cNvSpPr/>
          <p:nvPr/>
        </p:nvSpPr>
        <p:spPr>
          <a:xfrm>
            <a:off x="381000" y="6298798"/>
            <a:ext cx="11429999" cy="38098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 txBox="1"/>
          <p:nvPr/>
        </p:nvSpPr>
        <p:spPr>
          <a:xfrm>
            <a:off x="510431" y="6377968"/>
            <a:ext cx="11045273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Mindset: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Spending 1 hour on paper sketches can save 100 hours of coding the wrong thing. </a:t>
            </a:r>
            <a:endParaRPr dirty="0"/>
          </a:p>
        </p:txBody>
      </p:sp>
      <p:sp>
        <p:nvSpPr>
          <p:cNvPr id="479" name="Google Shape;479;p32"/>
          <p:cNvSpPr txBox="1"/>
          <p:nvPr/>
        </p:nvSpPr>
        <p:spPr>
          <a:xfrm>
            <a:off x="381001" y="1709333"/>
            <a:ext cx="5234608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Translate structural abstract models into physical screen layouts.</a:t>
            </a:r>
            <a:endParaRPr lang="en-US" sz="1800" b="1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Sketching: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Quick, hand-drawn paper designs to explore layout options.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Focus: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Content placement and functionality, NOT aesthetics or colors.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Speed: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Allows for rapid iteration and discarding of bad ideas early.</a:t>
            </a:r>
            <a:endParaRPr lang="en-US" sz="1600" dirty="0"/>
          </a:p>
          <a:p>
            <a:pPr marL="285750" marR="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Feedback: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Best for getting user feedback on structure without distractions.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sym typeface="DM Sans"/>
              </a:rPr>
              <a:t>Tools</a:t>
            </a:r>
            <a:r>
              <a:rPr lang="en-US" sz="1600" dirty="0">
                <a:solidFill>
                  <a:srgbClr val="334155"/>
                </a:solidFill>
                <a:latin typeface="DM Sans"/>
                <a:sym typeface="DM Sans"/>
              </a:rPr>
              <a:t>: </a:t>
            </a:r>
            <a:r>
              <a:rPr lang="en-US" sz="1600" dirty="0">
                <a:solidFill>
                  <a:srgbClr val="334155"/>
                </a:solidFill>
                <a:latin typeface="DM Sans"/>
              </a:rPr>
              <a:t>Often performed using pen and paper, whiteboards, or digital wireframing tools (Balsamiq, Miro)</a:t>
            </a:r>
            <a:endParaRPr sz="160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481" name="Google Shape;481;p32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3: Low-Fidelity Wireframing</a:t>
            </a:r>
            <a:endParaRPr dirty="0"/>
          </a:p>
        </p:txBody>
      </p:sp>
      <p:sp>
        <p:nvSpPr>
          <p:cNvPr id="482" name="Google Shape;482;p32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8811F7-CCE5-721D-72FF-66757DC97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119" y="1787348"/>
            <a:ext cx="5845881" cy="384206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906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3"/>
          <p:cNvSpPr/>
          <p:nvPr/>
        </p:nvSpPr>
        <p:spPr>
          <a:xfrm>
            <a:off x="381000" y="6097638"/>
            <a:ext cx="11430000" cy="5334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452437" y="6202737"/>
            <a:ext cx="112871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Case: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High-fi prototypes are often mistaken for the real app, proving their effectiveness for testing. </a:t>
            </a:r>
            <a:endParaRPr dirty="0"/>
          </a:p>
        </p:txBody>
      </p:sp>
      <p:sp>
        <p:nvSpPr>
          <p:cNvPr id="499" name="Google Shape;499;p33"/>
          <p:cNvSpPr txBox="1"/>
          <p:nvPr/>
        </p:nvSpPr>
        <p:spPr>
          <a:xfrm>
            <a:off x="381000" y="1698815"/>
            <a:ext cx="5447306" cy="400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Build executable or interactive simulations to evaluate against user expectations.</a:t>
            </a:r>
            <a:endParaRPr lang="en-US" sz="1800" b="1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Mockups: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Digital designs that look exactly like the final product.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Interactive: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Buttons and links actually work to simulate the task flow.</a:t>
            </a:r>
            <a:endParaRPr lang="en-US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Stakeholder Buy-in: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Best for showing management or clients exactly what they will get.</a:t>
            </a:r>
            <a:endParaRPr lang="en-US" sz="1600" dirty="0"/>
          </a:p>
          <a:p>
            <a:pPr marL="285750" marR="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Handoff: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Serves as the blueprint for the development team.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</a:rPr>
              <a:t>Industry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334155"/>
                </a:solidFill>
                <a:latin typeface="DM Sans"/>
              </a:rPr>
              <a:t>Standards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334155"/>
                </a:solidFill>
                <a:latin typeface="DM Sans"/>
              </a:rPr>
              <a:t>Primarily developed using specialized design systems in Figma or Adobe XD</a:t>
            </a:r>
            <a:endParaRPr sz="160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501" name="Google Shape;501;p33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4: High-Fidelity Prototyping</a:t>
            </a:r>
            <a:endParaRPr dirty="0"/>
          </a:p>
        </p:txBody>
      </p:sp>
      <p:sp>
        <p:nvSpPr>
          <p:cNvPr id="502" name="Google Shape;502;p33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87ECD-30E4-E311-5DC0-042206C2D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897" y="1699041"/>
            <a:ext cx="5722103" cy="376071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34176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87;p33" descr="image.png">
            <a:extLst>
              <a:ext uri="{FF2B5EF4-FFF2-40B4-BE49-F238E27FC236}">
                <a16:creationId xmlns:a16="http://schemas.microsoft.com/office/drawing/2014/main" id="{971BC3FB-B317-B920-0EF5-72C5BA6C8C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4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513" name="Google Shape;513;p34"/>
          <p:cNvSpPr txBox="1"/>
          <p:nvPr/>
        </p:nvSpPr>
        <p:spPr>
          <a:xfrm>
            <a:off x="381000" y="1885729"/>
            <a:ext cx="5524500" cy="285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Evolution: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Sketch (Ideation) → Wireframe (Structure) → Prototype (Simulation).</a:t>
            </a: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Level of Detail:</a:t>
            </a:r>
            <a:r>
              <a:rPr lang="en-US" sz="16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Low-fi is abstract; High-fi is concrete.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Cost:</a:t>
            </a:r>
            <a:r>
              <a:rPr lang="en-US" sz="16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Low-fi is cheap; High-fi requires specialized tools and time.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Interactivity:</a:t>
            </a:r>
            <a:r>
              <a:rPr lang="en-US" sz="16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Moving from static images to dynamic, clickable screens.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20" name="Google Shape;520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4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5088"/>
                </a:solidFill>
                <a:latin typeface="Merriweather"/>
                <a:sym typeface="Merriweather"/>
              </a:rPr>
              <a:t>Transition: Low-Fi vs. High-Fi</a:t>
            </a:r>
            <a:endParaRPr sz="3600" b="1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09;p34"/>
          <p:cNvSpPr/>
          <p:nvPr/>
        </p:nvSpPr>
        <p:spPr>
          <a:xfrm>
            <a:off x="450572" y="5186624"/>
            <a:ext cx="5567571" cy="793438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10;p34"/>
          <p:cNvSpPr txBox="1"/>
          <p:nvPr/>
        </p:nvSpPr>
        <p:spPr>
          <a:xfrm>
            <a:off x="665507" y="5345937"/>
            <a:ext cx="527959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Industry Rule:</a:t>
            </a:r>
            <a:r>
              <a:rPr lang="en-US" sz="1350" b="0" i="1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Never start high-fi before the low-fi logic is agreed upon to avoid expensive rework.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6847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1"/>
          <p:cNvSpPr/>
          <p:nvPr/>
        </p:nvSpPr>
        <p:spPr>
          <a:xfrm>
            <a:off x="428624" y="6078451"/>
            <a:ext cx="11382375" cy="58668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1"/>
          <p:cNvSpPr txBox="1"/>
          <p:nvPr/>
        </p:nvSpPr>
        <p:spPr>
          <a:xfrm>
            <a:off x="571499" y="6221326"/>
            <a:ext cx="1079363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Golden Rule: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Test early and test often. Problems found during design are cheap to fix. </a:t>
            </a:r>
            <a:endParaRPr dirty="0"/>
          </a:p>
        </p:txBody>
      </p:sp>
      <p:sp>
        <p:nvSpPr>
          <p:cNvPr id="659" name="Google Shape;659;p41"/>
          <p:cNvSpPr txBox="1"/>
          <p:nvPr/>
        </p:nvSpPr>
        <p:spPr>
          <a:xfrm>
            <a:off x="381000" y="1712862"/>
            <a:ext cx="5286375" cy="363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Continuous Feedback</a:t>
            </a:r>
            <a:r>
              <a:rPr lang="en-US" sz="18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: The outputs of usability testing constantly trigger refactoring of the user requirements and architectural models.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Heuristic Evaluation: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Fast and low-cost check by UI experts.</a:t>
            </a:r>
            <a:endParaRPr lang="en-US" sz="18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Usability Testing: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Watching real users perform tasks to find friction.</a:t>
            </a:r>
            <a:endParaRPr lang="en-US" sz="18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Cognitive Walkthrough: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Simulating a user's first-time experience.</a:t>
            </a:r>
            <a:endParaRPr lang="en-US" sz="1800" dirty="0"/>
          </a:p>
          <a:p>
            <a:pPr marL="285750" marR="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A/B Testing: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Comparing two versions to see which performs better.</a:t>
            </a:r>
            <a:endParaRPr dirty="0"/>
          </a:p>
        </p:txBody>
      </p:sp>
      <p:pic>
        <p:nvPicPr>
          <p:cNvPr id="660" name="Google Shape;660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1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5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Evaluating UI: Methods &amp; Metrics</a:t>
            </a:r>
            <a:endParaRPr dirty="0"/>
          </a:p>
        </p:txBody>
      </p:sp>
      <p:sp>
        <p:nvSpPr>
          <p:cNvPr id="662" name="Google Shape;662;p41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566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20328" y="1783556"/>
            <a:ext cx="1075134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Design Principles &amp; Jakob Nielsen's Heuristics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912702" y="3015014"/>
            <a:ext cx="10239375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5646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381000" y="1942654"/>
            <a:ext cx="11430000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Usability: 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The ease with which users can learn to operate the system and achieve their operational goals.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Accessibility: 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Designing interfaces inclusive of users with visual, auditory, cognitive, or physical impairments (e.g., meeting </a:t>
            </a:r>
            <a:r>
              <a:rPr lang="en-US" sz="1800" dirty="0" err="1">
                <a:solidFill>
                  <a:srgbClr val="334155"/>
                </a:solidFill>
                <a:latin typeface="DM Sans"/>
              </a:rPr>
              <a:t>WCAG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 color contrast standards).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Consistency: 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Utilizing identical command structures, menu locations, icons, and messaging layouts across all modules to reduce learning curves.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Efficiency &amp; Performance: 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Minimizing user effort (mouse clicks, keystrokes) to complete repetitive task workflows.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Core Philosophy: 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A professional user interface should remain invisible; users must focus completely on completing their real-world task, not on navigating the software mechanics.</a:t>
            </a:r>
          </a:p>
        </p:txBody>
      </p:sp>
      <p:sp>
        <p:nvSpPr>
          <p:cNvPr id="181" name="Google Shape;181;p17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UI Design Principles</a:t>
            </a:r>
            <a:endParaRPr lang="en-US" dirty="0"/>
          </a:p>
        </p:txBody>
      </p:sp>
      <p:sp>
        <p:nvSpPr>
          <p:cNvPr id="182" name="Google Shape;182;p17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4">
          <a:extLst>
            <a:ext uri="{FF2B5EF4-FFF2-40B4-BE49-F238E27FC236}">
              <a16:creationId xmlns:a16="http://schemas.microsoft.com/office/drawing/2014/main" id="{25E327E5-0714-7B87-1A87-AF25CC56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>
            <a:extLst>
              <a:ext uri="{FF2B5EF4-FFF2-40B4-BE49-F238E27FC236}">
                <a16:creationId xmlns:a16="http://schemas.microsoft.com/office/drawing/2014/main" id="{AA47ED30-307D-517F-ED59-30CA396565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3090E5F6-95C1-61C7-F51D-B97F1BE6FAC8}"/>
              </a:ext>
            </a:extLst>
          </p:cNvPr>
          <p:cNvSpPr/>
          <p:nvPr/>
        </p:nvSpPr>
        <p:spPr>
          <a:xfrm>
            <a:off x="381000" y="5446365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1C64D5B0-3293-B164-5076-FA611379023C}"/>
              </a:ext>
            </a:extLst>
          </p:cNvPr>
          <p:cNvSpPr txBox="1"/>
          <p:nvPr/>
        </p:nvSpPr>
        <p:spPr>
          <a:xfrm>
            <a:off x="523875" y="5589240"/>
            <a:ext cx="52387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Case: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Amazon's "1-Click" ordering is a classic example of maximizing operability and user engagement. </a:t>
            </a:r>
            <a:endParaRPr dirty="0"/>
          </a:p>
        </p:txBody>
      </p: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3114AC57-A9E6-6BAD-0003-80E744488A05}"/>
              </a:ext>
            </a:extLst>
          </p:cNvPr>
          <p:cNvSpPr/>
          <p:nvPr/>
        </p:nvSpPr>
        <p:spPr>
          <a:xfrm>
            <a:off x="381000" y="5446365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11B2C5B5-C059-870C-0165-BFF87EE8CF9E}"/>
              </a:ext>
            </a:extLst>
          </p:cNvPr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1" name="Google Shape;171;p17">
            <a:extLst>
              <a:ext uri="{FF2B5EF4-FFF2-40B4-BE49-F238E27FC236}">
                <a16:creationId xmlns:a16="http://schemas.microsoft.com/office/drawing/2014/main" id="{27DF8B5B-0866-2B27-8BFF-88F48A1B9D80}"/>
              </a:ext>
            </a:extLst>
          </p:cNvPr>
          <p:cNvSpPr txBox="1"/>
          <p:nvPr/>
        </p:nvSpPr>
        <p:spPr>
          <a:xfrm>
            <a:off x="619125" y="170333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Learnability: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Time required for a user to learn the system functions.</a:t>
            </a:r>
            <a:endParaRPr dirty="0"/>
          </a:p>
        </p:txBody>
      </p:sp>
      <p:sp>
        <p:nvSpPr>
          <p:cNvPr id="172" name="Google Shape;172;p17">
            <a:extLst>
              <a:ext uri="{FF2B5EF4-FFF2-40B4-BE49-F238E27FC236}">
                <a16:creationId xmlns:a16="http://schemas.microsoft.com/office/drawing/2014/main" id="{EB8C1926-A3B8-EF56-FBD8-919D9323AB8F}"/>
              </a:ext>
            </a:extLst>
          </p:cNvPr>
          <p:cNvSpPr txBox="1"/>
          <p:nvPr/>
        </p:nvSpPr>
        <p:spPr>
          <a:xfrm>
            <a:off x="542925" y="243194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814BE1E5-8996-AF2A-A7C9-2C1300809220}"/>
              </a:ext>
            </a:extLst>
          </p:cNvPr>
          <p:cNvSpPr txBox="1"/>
          <p:nvPr/>
        </p:nvSpPr>
        <p:spPr>
          <a:xfrm>
            <a:off x="619125" y="2432893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Features that make it easy to control and navigate.</a:t>
            </a:r>
            <a:endParaRPr/>
          </a:p>
        </p:txBody>
      </p:sp>
      <p:sp>
        <p:nvSpPr>
          <p:cNvPr id="174" name="Google Shape;174;p17">
            <a:extLst>
              <a:ext uri="{FF2B5EF4-FFF2-40B4-BE49-F238E27FC236}">
                <a16:creationId xmlns:a16="http://schemas.microsoft.com/office/drawing/2014/main" id="{658EBFDC-4336-0C39-B1B8-9E1C0D1E1FC4}"/>
              </a:ext>
            </a:extLst>
          </p:cNvPr>
          <p:cNvSpPr txBox="1"/>
          <p:nvPr/>
        </p:nvSpPr>
        <p:spPr>
          <a:xfrm>
            <a:off x="542925" y="316149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17">
            <a:extLst>
              <a:ext uri="{FF2B5EF4-FFF2-40B4-BE49-F238E27FC236}">
                <a16:creationId xmlns:a16="http://schemas.microsoft.com/office/drawing/2014/main" id="{33B03BA8-0A98-376F-871E-23BF5CCFF21E}"/>
              </a:ext>
            </a:extLst>
          </p:cNvPr>
          <p:cNvSpPr txBox="1"/>
          <p:nvPr/>
        </p:nvSpPr>
        <p:spPr>
          <a:xfrm>
            <a:off x="619125" y="3162448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 Error Protection: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Preventing user mistakes before they occur.</a:t>
            </a:r>
            <a:endParaRPr/>
          </a:p>
        </p:txBody>
      </p:sp>
      <p:sp>
        <p:nvSpPr>
          <p:cNvPr id="176" name="Google Shape;176;p17">
            <a:extLst>
              <a:ext uri="{FF2B5EF4-FFF2-40B4-BE49-F238E27FC236}">
                <a16:creationId xmlns:a16="http://schemas.microsoft.com/office/drawing/2014/main" id="{EFAB20DD-DADC-BC7F-37C6-239B71E25F74}"/>
              </a:ext>
            </a:extLst>
          </p:cNvPr>
          <p:cNvSpPr txBox="1"/>
          <p:nvPr/>
        </p:nvSpPr>
        <p:spPr>
          <a:xfrm>
            <a:off x="542925" y="389105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338916EF-5213-6336-5F65-686C1EC50028}"/>
              </a:ext>
            </a:extLst>
          </p:cNvPr>
          <p:cNvSpPr txBox="1"/>
          <p:nvPr/>
        </p:nvSpPr>
        <p:spPr>
          <a:xfrm>
            <a:off x="619125" y="3892004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Inclusivity/Accessibility: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Usable by people with a wide range of capabilities.</a:t>
            </a:r>
            <a:endParaRPr/>
          </a:p>
        </p:txBody>
      </p:sp>
      <p:sp>
        <p:nvSpPr>
          <p:cNvPr id="178" name="Google Shape;178;p17">
            <a:extLst>
              <a:ext uri="{FF2B5EF4-FFF2-40B4-BE49-F238E27FC236}">
                <a16:creationId xmlns:a16="http://schemas.microsoft.com/office/drawing/2014/main" id="{502AF54D-DFE4-158A-B291-471A1FD97C16}"/>
              </a:ext>
            </a:extLst>
          </p:cNvPr>
          <p:cNvSpPr txBox="1"/>
          <p:nvPr/>
        </p:nvSpPr>
        <p:spPr>
          <a:xfrm>
            <a:off x="542925" y="4620607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8752F799-0763-95B7-172C-73F2EEF36B27}"/>
              </a:ext>
            </a:extLst>
          </p:cNvPr>
          <p:cNvSpPr txBox="1"/>
          <p:nvPr/>
        </p:nvSpPr>
        <p:spPr>
          <a:xfrm>
            <a:off x="619125" y="4621559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Appropriateness: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How well the UI fits the context of use.</a:t>
            </a:r>
            <a:endParaRPr dirty="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EE17CEF0-A41D-2403-1260-287CBB37414B}"/>
              </a:ext>
            </a:extLst>
          </p:cNvPr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Usability: The Core Quality Pillar</a:t>
            </a:r>
            <a:endParaRPr lang="en-US" dirty="0"/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CF440E54-0096-E94C-3D5E-4286BC8297A2}"/>
              </a:ext>
            </a:extLst>
          </p:cNvPr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AF9CC-1F43-76AC-87DA-2D7D49B7C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62213"/>
            <a:ext cx="58102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36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/>
          <p:nvPr/>
        </p:nvSpPr>
        <p:spPr>
          <a:xfrm>
            <a:off x="428625" y="5360710"/>
            <a:ext cx="6666526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5503585"/>
            <a:ext cx="642473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Method:</a:t>
            </a:r>
            <a:r>
              <a:rPr lang="en-US" sz="1350" b="0" i="1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"Heuristic Evaluation" involves experts checking the UI against these 10 benchmarks. </a:t>
            </a:r>
            <a:endParaRPr dirty="0"/>
          </a:p>
        </p:txBody>
      </p:sp>
      <p:sp>
        <p:nvSpPr>
          <p:cNvPr id="199" name="Google Shape;199;p18"/>
          <p:cNvSpPr txBox="1"/>
          <p:nvPr/>
        </p:nvSpPr>
        <p:spPr>
          <a:xfrm>
            <a:off x="381000" y="2036792"/>
            <a:ext cx="6775174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Foundational "rules of thumb" for usable interface design.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Developed by Nielsen and Molich in 1990.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Used to evaluate systems quickly without formal user testing.</a:t>
            </a:r>
            <a:endParaRPr lang="en-US" sz="20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Focused on cognitive science and human-computer interaction (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HCI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sz="1600" dirty="0"/>
          </a:p>
        </p:txBody>
      </p:sp>
      <p:sp>
        <p:nvSpPr>
          <p:cNvPr id="201" name="Google Shape;201;p18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Jakob Nielsen’s 10 Heuristics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ADEE35-56DA-918B-E88D-9BF03CD6C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109" y="38101"/>
            <a:ext cx="5008933" cy="6751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/>
          <p:nvPr/>
        </p:nvSpPr>
        <p:spPr>
          <a:xfrm>
            <a:off x="381000" y="4716809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523875" y="4859684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Example: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Gmail shows "Sending message..." and then "Message sent" to confirm status. 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381000" y="4716809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19125" y="170333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system should always keep users informed about what is going on.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42925" y="243194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19125" y="2432893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Feedback: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appropriate feedback within a reasonable timeframe.</a:t>
            </a:r>
            <a:endParaRPr dirty="0"/>
          </a:p>
        </p:txBody>
      </p:sp>
      <p:sp>
        <p:nvSpPr>
          <p:cNvPr id="216" name="Google Shape;216;p19"/>
          <p:cNvSpPr txBox="1"/>
          <p:nvPr/>
        </p:nvSpPr>
        <p:spPr>
          <a:xfrm>
            <a:off x="542925" y="316149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19125" y="3162448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Components: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Progress bars, loading spinners, and breadcrumbs.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542925" y="389105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19125" y="3892004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Confidence: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Reduces user anxiety by confirming the system received the input.</a:t>
            </a:r>
            <a:endParaRPr dirty="0"/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H1: Visibility of System Status</a:t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/>
          <p:nvPr/>
        </p:nvSpPr>
        <p:spPr>
          <a:xfrm>
            <a:off x="381000" y="4716809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523875" y="4859684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Bad Example: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Showing error codes like "Exception 0x8004" instead of "File Not Found." 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381000" y="4716809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19125" y="170333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Terminology: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words and concepts familiar to the user, not internal system jargon.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42925" y="243194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19125" y="2432893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Mental Models: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Follow real-world conventions and logical order.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542925" y="316149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19125" y="3162448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Metaphors: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"Trash can" for deletion; "Folder" for storage.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42925" y="389105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19125" y="3892004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Mapping: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Controls should look like what they do (e.g., switches for on/off).</a:t>
            </a:r>
            <a:endParaRPr/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H2: Match System to Real World</a:t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/>
          <p:nvPr/>
        </p:nvSpPr>
        <p:spPr>
          <a:xfrm>
            <a:off x="381000" y="5010150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23875" y="5153025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Example: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MS Word's extensive undo history allows designers to experiment without fear of loss. 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381000" y="5010150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19125" y="1703337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Emergency Exit: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Users often perform actions by mistake; they need a clear way to leave unwanted states.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42925" y="272528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19125" y="2726233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Undo/Redo: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Support multi-level undo/redo to allow safe exploration.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542925" y="345483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19125" y="3455789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Navigation: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Always allow a way "Back" or "Home" without getting trapped in a wizard.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42925" y="4184392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19125" y="4185344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Autonomy: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Give the user power over their own workflow.</a:t>
            </a:r>
            <a:endParaRPr/>
          </a:p>
        </p:txBody>
      </p:sp>
      <p:pic>
        <p:nvPicPr>
          <p:cNvPr id="260" name="Google Shape;26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H3: User Control and Freedom</a:t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/>
          <p:nvPr/>
        </p:nvSpPr>
        <p:spPr>
          <a:xfrm>
            <a:off x="381000" y="4716809"/>
            <a:ext cx="5634947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523875" y="4859684"/>
            <a:ext cx="53434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Case: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All major web browsers place the "Address Bar" at the very top for consistency. 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381000" y="4716809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19125" y="1703337"/>
            <a:ext cx="5392061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Internal Consistency: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Same words/actions should mean the same thing within your app.</a:t>
            </a:r>
            <a:endParaRPr dirty="0"/>
          </a:p>
        </p:txBody>
      </p:sp>
      <p:sp>
        <p:nvSpPr>
          <p:cNvPr id="274" name="Google Shape;274;p22"/>
          <p:cNvSpPr txBox="1"/>
          <p:nvPr/>
        </p:nvSpPr>
        <p:spPr>
          <a:xfrm>
            <a:off x="542925" y="243194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19125" y="2432893"/>
            <a:ext cx="5392061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External Consistency: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Follow platform and industry standards (Material Design, Apple HIG).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542925" y="316149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19125" y="3162448"/>
            <a:ext cx="5392061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Layout Stability: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Keep navigation and primary actions in consistent locations.</a:t>
            </a:r>
            <a:endParaRPr dirty="0"/>
          </a:p>
        </p:txBody>
      </p:sp>
      <p:sp>
        <p:nvSpPr>
          <p:cNvPr id="278" name="Google Shape;278;p22"/>
          <p:cNvSpPr txBox="1"/>
          <p:nvPr/>
        </p:nvSpPr>
        <p:spPr>
          <a:xfrm>
            <a:off x="542925" y="389105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619125" y="3892004"/>
            <a:ext cx="5392061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Predictability: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Reduces the user's cognitive load and learning curve.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H4: Consistency and Standards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D052F-4D0C-177B-1230-30030C1E9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65944"/>
            <a:ext cx="5523455" cy="42858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EE09AB-F520-82F8-EAC4-2DB5BEC2F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661" y="1702385"/>
            <a:ext cx="2739913" cy="42209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/>
          <p:nvPr/>
        </p:nvSpPr>
        <p:spPr>
          <a:xfrm>
            <a:off x="381000" y="4716809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523875" y="4859684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Google Search's "Did you mean..." prevents mistakes caused by typos. 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381000" y="4716809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19125" y="170333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Slips vs. Mistakes: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Prevent accidental clicks (slips) and mental misunderstandings (mistakes).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542925" y="243194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19125" y="2432893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Confirmation: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Ask for confirmation before high-impact or destructive actions (e.g., Delete).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542925" y="316149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19125" y="3162448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Constraints: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Disable invalid options (e.g., graying out unavailable dates).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542925" y="389105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19125" y="3892004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Input Masks: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Guide users into the correct data format (e.g., phone numbers).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H5: Error Prevention Strategies</a:t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6B5AD-8EE5-658A-B791-71830CCAE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1731870"/>
            <a:ext cx="578167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/>
          <p:nvPr/>
        </p:nvSpPr>
        <p:spPr>
          <a:xfrm>
            <a:off x="381000" y="5814537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523875" y="5957412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Example: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Netflix's "Continue Watching" row uses recognition to speed up the UX. 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381000" y="1814958"/>
            <a:ext cx="5524500" cy="345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Memory Limits: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Don't force users to remember information from one part of the app to another.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Visible Options: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Make actions and choices visible so users can recognize them.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Search History: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Show recent items to help users pick up where they left off.</a:t>
            </a:r>
            <a:endParaRPr lang="en-US" sz="18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Contextual Help: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instructions exactly where the action happens.</a:t>
            </a:r>
            <a:endParaRPr dirty="0"/>
          </a:p>
        </p:txBody>
      </p:sp>
      <p:sp>
        <p:nvSpPr>
          <p:cNvPr id="321" name="Google Shape;321;p24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H6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Recognition rather than Recall</a:t>
            </a:r>
            <a:endParaRPr dirty="0"/>
          </a:p>
        </p:txBody>
      </p:sp>
      <p:sp>
        <p:nvSpPr>
          <p:cNvPr id="322" name="Google Shape;322;p24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AC4AA-6646-BF9B-906D-FB3389679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611" y="1702385"/>
            <a:ext cx="5524501" cy="42536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/>
          <p:nvPr/>
        </p:nvSpPr>
        <p:spPr>
          <a:xfrm>
            <a:off x="428625" y="5851879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 txBox="1"/>
          <p:nvPr/>
        </p:nvSpPr>
        <p:spPr>
          <a:xfrm>
            <a:off x="571500" y="5994754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Adobe Photoshop's customizable toolbar supports both beginners and veterans. </a:t>
            </a:r>
            <a:endParaRPr dirty="0"/>
          </a:p>
        </p:txBody>
      </p:sp>
      <p:sp>
        <p:nvSpPr>
          <p:cNvPr id="339" name="Google Shape;339;p25"/>
          <p:cNvSpPr txBox="1"/>
          <p:nvPr/>
        </p:nvSpPr>
        <p:spPr>
          <a:xfrm>
            <a:off x="381000" y="1849513"/>
            <a:ext cx="5572125" cy="345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Accelerators: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shortcuts (like </a:t>
            </a:r>
            <a:r>
              <a:rPr lang="en-US" sz="1650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Ctrl+C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hidden from novices but used by experts.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Customization: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Allow users to tailor frequent actions or dashboard layouts.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Default Values: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Prefill information based on sensible defaults to save user effort.</a:t>
            </a:r>
            <a:endParaRPr lang="en-US" sz="18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Batch Actions: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Allow users to perform the same action on multiple items.</a:t>
            </a:r>
            <a:endParaRPr dirty="0"/>
          </a:p>
        </p:txBody>
      </p:sp>
      <p:sp>
        <p:nvSpPr>
          <p:cNvPr id="341" name="Google Shape;341;p25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H7: Flexibility and Efficiency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903538-7814-93D1-A2DA-01C5B8ACC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1702385"/>
            <a:ext cx="5467350" cy="426118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/>
          <p:nvPr/>
        </p:nvSpPr>
        <p:spPr>
          <a:xfrm>
            <a:off x="390525" y="5814537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533400" y="5957412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Standard: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Google's search homepage is the gold standard for minimalist functional design. 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380998" y="1809988"/>
            <a:ext cx="5524501" cy="345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Signal vs. Noise: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Every extra unit of information competes with relevant info.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 Hierarchy: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size, color, and weight to draw attention to critical elements.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Whitespace: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"negative space" to prevent clutter and group related items.</a:t>
            </a:r>
            <a:endParaRPr lang="en-US" sz="18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Essentials Only: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Remove decorative elements that distract from primary tasks.</a:t>
            </a:r>
            <a:endParaRPr dirty="0"/>
          </a:p>
        </p:txBody>
      </p:sp>
      <p:pic>
        <p:nvPicPr>
          <p:cNvPr id="360" name="Google Shape;36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H8: Aesthetic &amp; Minimalist Design</a:t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7"/>
          <p:cNvSpPr/>
          <p:nvPr/>
        </p:nvSpPr>
        <p:spPr>
          <a:xfrm>
            <a:off x="428625" y="5916185"/>
            <a:ext cx="4812196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571500" y="6059060"/>
            <a:ext cx="45632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Bad Example: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"Database Error: -1004" | </a:t>
            </a: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Good Example: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"The server is busy. Please try again in 5 mins." </a:t>
            </a:r>
            <a:endParaRPr dirty="0"/>
          </a:p>
        </p:txBody>
      </p:sp>
      <p:sp>
        <p:nvSpPr>
          <p:cNvPr id="379" name="Google Shape;379;p27"/>
          <p:cNvSpPr txBox="1"/>
          <p:nvPr/>
        </p:nvSpPr>
        <p:spPr>
          <a:xfrm>
            <a:off x="381001" y="1739568"/>
            <a:ext cx="4859820" cy="345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Plain Language: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Explain the problem without using scary system error codes.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Precise Indications: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State exactly what went wrong (e.g., "Password must be 8+ chars").</a:t>
            </a:r>
            <a:endParaRPr lang="en-US" sz="18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Constructive Solutions: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Suggest how the user can fix the error immediately.</a:t>
            </a:r>
            <a:endParaRPr lang="en-US" sz="18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 Blame: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Don't make the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feel like they "broke" the system.</a:t>
            </a:r>
            <a:endParaRPr dirty="0"/>
          </a:p>
        </p:txBody>
      </p:sp>
      <p:sp>
        <p:nvSpPr>
          <p:cNvPr id="381" name="Google Shape;381;p27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H9: Help with Error Recovery</a:t>
            </a:r>
            <a:endParaRPr/>
          </a:p>
        </p:txBody>
      </p:sp>
      <p:sp>
        <p:nvSpPr>
          <p:cNvPr id="382" name="Google Shape;382;p27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EFC071-D208-ACFD-D650-6140E0406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734" y="1835966"/>
            <a:ext cx="6769363" cy="3590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8"/>
          <p:cNvSpPr/>
          <p:nvPr/>
        </p:nvSpPr>
        <p:spPr>
          <a:xfrm>
            <a:off x="380999" y="5907677"/>
            <a:ext cx="11429999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523875" y="6050552"/>
            <a:ext cx="1083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Case: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Slack's "Help Bot" provides instant, searchable context within the app interface. </a:t>
            </a:r>
            <a:endParaRPr dirty="0"/>
          </a:p>
        </p:txBody>
      </p:sp>
      <p:sp>
        <p:nvSpPr>
          <p:cNvPr id="399" name="Google Shape;399;p28"/>
          <p:cNvSpPr txBox="1"/>
          <p:nvPr/>
        </p:nvSpPr>
        <p:spPr>
          <a:xfrm>
            <a:off x="380999" y="1745031"/>
            <a:ext cx="4707836" cy="317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Last Resort: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Ideally the system is so intuitive it needs no help.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Searchable: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Users should be able to find answers to specific tasks quickly.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Concrete Steps: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numbered steps to guide through complex operations.</a:t>
            </a:r>
            <a:endParaRPr lang="en-US" sz="1600" dirty="0"/>
          </a:p>
          <a:p>
            <a:pPr marL="285750" marR="0" lvl="0" indent="-285750" algn="l" rtl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Context-Sensitive: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Tooltips and info icons provided at the point of action.</a:t>
            </a:r>
            <a:endParaRPr sz="1600" dirty="0"/>
          </a:p>
        </p:txBody>
      </p:sp>
      <p:sp>
        <p:nvSpPr>
          <p:cNvPr id="401" name="Google Shape;401;p28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H10: Help and Documentation</a:t>
            </a: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C05CC5-D973-7F03-3282-48C30AB80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862" y="1922133"/>
            <a:ext cx="6808137" cy="28950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3289224-54CE-F57B-C248-CCC52B42D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2C508184-B73A-82D4-697C-ED4AA40DEE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15480C75-3DE9-B93F-FC85-9127E51D0D84}"/>
              </a:ext>
            </a:extLst>
          </p:cNvPr>
          <p:cNvSpPr txBox="1"/>
          <p:nvPr/>
        </p:nvSpPr>
        <p:spPr>
          <a:xfrm>
            <a:off x="68321" y="1470676"/>
            <a:ext cx="10751343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3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Part 3: UI </a:t>
            </a:r>
            <a:r>
              <a:rPr lang="en-US" sz="3300" b="1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for Quality Metrics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F40AFFE5-8D50-089B-8AC5-B9F416631939}"/>
              </a:ext>
            </a:extLst>
          </p:cNvPr>
          <p:cNvSpPr/>
          <p:nvPr/>
        </p:nvSpPr>
        <p:spPr>
          <a:xfrm>
            <a:off x="976312" y="2355056"/>
            <a:ext cx="10239375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369497-BA46-AE25-28FF-F2A7C191C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638" y="2638423"/>
            <a:ext cx="4415489" cy="401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43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999" y="1576536"/>
            <a:ext cx="11429999" cy="125114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428624" y="5770996"/>
            <a:ext cx="11382373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42925" y="6006078"/>
            <a:ext cx="1105007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Rule: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If a field exists in the DB but not on the screen, a business process is likely broken. </a:t>
            </a:r>
            <a:endParaRPr sz="1800"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542925" y="1738461"/>
            <a:ext cx="66808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OBJECTIVE</a:t>
            </a:r>
            <a:endParaRPr dirty="0"/>
          </a:p>
        </p:txBody>
      </p:sp>
      <p:sp>
        <p:nvSpPr>
          <p:cNvPr id="155" name="Google Shape;155;p16"/>
          <p:cNvSpPr txBox="1"/>
          <p:nvPr/>
        </p:nvSpPr>
        <p:spPr>
          <a:xfrm>
            <a:off x="542925" y="2253585"/>
            <a:ext cx="1105007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 all business data requirements are present and functionally accurate.</a:t>
            </a:r>
            <a:endParaRPr sz="1800" dirty="0"/>
          </a:p>
        </p:txBody>
      </p:sp>
      <p:sp>
        <p:nvSpPr>
          <p:cNvPr id="161" name="Google Shape;161;p16"/>
          <p:cNvSpPr txBox="1"/>
          <p:nvPr/>
        </p:nvSpPr>
        <p:spPr>
          <a:xfrm>
            <a:off x="381000" y="3168274"/>
            <a:ext cx="1142999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Mapping:</a:t>
            </a: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Cross-check screen fields against the Database Schema (ERD) and User Form.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Mandatory Data:</a:t>
            </a: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Identify "Required" fields based on business rules.</a:t>
            </a:r>
            <a:endParaRPr lang="en-US" sz="1800"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Integrity: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Ensure correct types (Number, String) are used for inputs.</a:t>
            </a:r>
            <a:endParaRPr sz="1800"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381000" y="728811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Design for Correctness</a:t>
            </a:r>
            <a:endParaRPr dirty="0"/>
          </a:p>
        </p:txBody>
      </p:sp>
      <p:sp>
        <p:nvSpPr>
          <p:cNvPr id="164" name="Google Shape;164;p16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999" y="1576536"/>
            <a:ext cx="11429999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476250" y="4957614"/>
            <a:ext cx="11334748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90549" y="5071914"/>
            <a:ext cx="109472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UX</a:t>
            </a:r>
            <a:r>
              <a:rPr lang="en-US" sz="160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Tip: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Grouping information reduces the time users spend scanning the screen for the next step. </a:t>
            </a:r>
            <a:endParaRPr sz="1600"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542925" y="1738461"/>
            <a:ext cx="109228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OBJECTIVE</a:t>
            </a:r>
            <a:endParaRPr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542925" y="2119461"/>
            <a:ext cx="1092285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Enhance user comfort through natural logical flow and familiar layouts.</a:t>
            </a:r>
            <a:endParaRPr sz="1800" dirty="0"/>
          </a:p>
        </p:txBody>
      </p:sp>
      <p:sp>
        <p:nvSpPr>
          <p:cNvPr id="182" name="Google Shape;182;p17"/>
          <p:cNvSpPr txBox="1"/>
          <p:nvPr/>
        </p:nvSpPr>
        <p:spPr>
          <a:xfrm>
            <a:off x="380999" y="2954268"/>
            <a:ext cx="1119187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Contextual Grouping: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Cluster related fields together (e.g., Billing Address block).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Terminology: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human language, not technical database field names.</a:t>
            </a:r>
            <a:endParaRPr lang="en-US" sz="1600"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 Hierarchy: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Make primary actions (e.g., "Submit") stand out visually.</a:t>
            </a:r>
            <a:endParaRPr sz="1600" dirty="0"/>
          </a:p>
        </p:txBody>
      </p:sp>
      <p:sp>
        <p:nvSpPr>
          <p:cNvPr id="184" name="Google Shape;184;p17"/>
          <p:cNvSpPr txBox="1"/>
          <p:nvPr/>
        </p:nvSpPr>
        <p:spPr>
          <a:xfrm>
            <a:off x="381000" y="728811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Design for Usability</a:t>
            </a:r>
            <a:endParaRPr dirty="0"/>
          </a:p>
        </p:txBody>
      </p:sp>
      <p:sp>
        <p:nvSpPr>
          <p:cNvPr id="185" name="Google Shape;185;p17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76536"/>
            <a:ext cx="6686550" cy="1166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3300" y="1576536"/>
            <a:ext cx="44577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/>
          <p:nvPr/>
        </p:nvSpPr>
        <p:spPr>
          <a:xfrm>
            <a:off x="380999" y="5918285"/>
            <a:ext cx="11429999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495300" y="6032585"/>
            <a:ext cx="110392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Amazon saves card details (Default Values) to achieve "1-Click" shopping efficiency. </a:t>
            </a:r>
            <a:endParaRPr sz="1600"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542925" y="1738461"/>
            <a:ext cx="66808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OBJECTIVE</a:t>
            </a:r>
            <a:endParaRPr sz="1800"/>
          </a:p>
        </p:txBody>
      </p:sp>
      <p:sp>
        <p:nvSpPr>
          <p:cNvPr id="197" name="Google Shape;197;p18"/>
          <p:cNvSpPr txBox="1"/>
          <p:nvPr/>
        </p:nvSpPr>
        <p:spPr>
          <a:xfrm>
            <a:off x="542925" y="2119461"/>
            <a:ext cx="6362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Minimize user effort and maximize system performance throughput.</a:t>
            </a:r>
            <a:endParaRPr sz="1800" dirty="0"/>
          </a:p>
        </p:txBody>
      </p:sp>
      <p:sp>
        <p:nvSpPr>
          <p:cNvPr id="205" name="Google Shape;205;p18"/>
          <p:cNvSpPr txBox="1"/>
          <p:nvPr/>
        </p:nvSpPr>
        <p:spPr>
          <a:xfrm>
            <a:off x="380999" y="3090123"/>
            <a:ext cx="6686550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Default Values: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Predict inputs based on most common user behavior.</a:t>
            </a:r>
            <a:endParaRPr lang="en-US" sz="16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Auto-focus: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Place the cursor automatically in the first required field.</a:t>
            </a:r>
            <a:endParaRPr lang="en-US" sz="16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Shortcuts: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Implement keyboard accelerators for experienced power users.</a:t>
            </a:r>
            <a:endParaRPr lang="en-US" sz="16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Batch Processing: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Allow multiple data changes in a single action.</a:t>
            </a:r>
            <a:endParaRPr sz="1600" dirty="0"/>
          </a:p>
        </p:txBody>
      </p:sp>
      <p:pic>
        <p:nvPicPr>
          <p:cNvPr id="206" name="Google Shape;20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2825" y="1586061"/>
            <a:ext cx="44386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381000" y="728811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Design for Efficiency</a:t>
            </a:r>
            <a:endParaRPr dirty="0"/>
          </a:p>
        </p:txBody>
      </p:sp>
      <p:sp>
        <p:nvSpPr>
          <p:cNvPr id="208" name="Google Shape;208;p18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4CE53A5-9849-AE40-2AD6-C5112C8A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8B7077C6-B0C3-689D-EA58-929739FD1C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F74110B6-1958-BE80-9D8C-698E6FB5E308}"/>
              </a:ext>
            </a:extLst>
          </p:cNvPr>
          <p:cNvSpPr txBox="1"/>
          <p:nvPr/>
        </p:nvSpPr>
        <p:spPr>
          <a:xfrm>
            <a:off x="720328" y="1783556"/>
            <a:ext cx="1075134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UI Design Deliverables &amp; Design Steps of Specific Screens 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10D4C9AB-0F96-2565-BDC4-D1B9FB3BDFC9}"/>
              </a:ext>
            </a:extLst>
          </p:cNvPr>
          <p:cNvSpPr/>
          <p:nvPr/>
        </p:nvSpPr>
        <p:spPr>
          <a:xfrm>
            <a:off x="1063776" y="3118381"/>
            <a:ext cx="10239375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7419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D022DDBE-D34F-20BF-E560-47DC2E03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6F09CC2A-1139-09F7-AF61-87B3F81391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762E06C-62AE-DC3F-E4FC-2C3A9222D43C}"/>
              </a:ext>
            </a:extLst>
          </p:cNvPr>
          <p:cNvSpPr/>
          <p:nvPr/>
        </p:nvSpPr>
        <p:spPr>
          <a:xfrm>
            <a:off x="466724" y="5689833"/>
            <a:ext cx="6686550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5C68EBE3-A03C-E1A0-3335-AB62B57AAB27}"/>
              </a:ext>
            </a:extLst>
          </p:cNvPr>
          <p:cNvSpPr txBox="1"/>
          <p:nvPr/>
        </p:nvSpPr>
        <p:spPr>
          <a:xfrm>
            <a:off x="581024" y="5804133"/>
            <a:ext cx="64579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Standard:</a:t>
            </a:r>
            <a:r>
              <a:rPr lang="en-US" sz="1275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Deliverables must be clear enough for a backend developer to build logic and a frontend developer to build the view. 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0E507BEA-8A68-0130-7EF7-87520F5B4BF7}"/>
              </a:ext>
            </a:extLst>
          </p:cNvPr>
          <p:cNvSpPr txBox="1"/>
          <p:nvPr/>
        </p:nvSpPr>
        <p:spPr>
          <a:xfrm>
            <a:off x="381001" y="1725097"/>
            <a:ext cx="665321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Screen Map (Sitemap):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Visualizes the hierarchy and navigation paths between all screens.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Detailed Screen Specification: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Describes every data element, button, and logic for each individual screen.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Attribute Table: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Defines data types, constraints, and sources for every field (e.g., Mandatory vs. Optional).</a:t>
            </a:r>
            <a:endParaRPr lang="en-US"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Interaction Logic: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Maps user actions (clicks, swipes) to system responses (queries, messages).</a:t>
            </a:r>
            <a:endParaRPr sz="1600" dirty="0"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005D3A05-BDDD-F199-9524-6E832A67FA7A}"/>
              </a:ext>
            </a:extLst>
          </p:cNvPr>
          <p:cNvSpPr txBox="1"/>
          <p:nvPr/>
        </p:nvSpPr>
        <p:spPr>
          <a:xfrm>
            <a:off x="381000" y="728811"/>
            <a:ext cx="118110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Deliverables of UI Design</a:t>
            </a:r>
            <a:endParaRPr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50B3ADE1-95EC-DEF6-6C72-F4145FE3A746}"/>
              </a:ext>
            </a:extLst>
          </p:cNvPr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D8CEB7-9F68-09CF-8903-6CABE5039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735" y="0"/>
            <a:ext cx="4475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48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76535"/>
            <a:ext cx="3682900" cy="422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1576535"/>
            <a:ext cx="3683049" cy="422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576535"/>
            <a:ext cx="3682900" cy="42247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1776561"/>
            <a:ext cx="34469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Input Data</a:t>
            </a:r>
            <a:endParaRPr sz="1600"/>
          </a:p>
        </p:txBody>
      </p:sp>
      <p:sp>
        <p:nvSpPr>
          <p:cNvPr id="118" name="Google Shape;118;p15"/>
          <p:cNvSpPr/>
          <p:nvPr/>
        </p:nvSpPr>
        <p:spPr>
          <a:xfrm>
            <a:off x="581025" y="2100411"/>
            <a:ext cx="32828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454425" y="1776561"/>
            <a:ext cx="34471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Output Data</a:t>
            </a:r>
            <a:endParaRPr sz="1600"/>
          </a:p>
        </p:txBody>
      </p:sp>
      <p:sp>
        <p:nvSpPr>
          <p:cNvPr id="120" name="Google Shape;120;p15"/>
          <p:cNvSpPr/>
          <p:nvPr/>
        </p:nvSpPr>
        <p:spPr>
          <a:xfrm>
            <a:off x="4454425" y="2100411"/>
            <a:ext cx="3282999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327975" y="1776561"/>
            <a:ext cx="34469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Control Elements</a:t>
            </a:r>
            <a:endParaRPr sz="1600" dirty="0"/>
          </a:p>
        </p:txBody>
      </p:sp>
      <p:sp>
        <p:nvSpPr>
          <p:cNvPr id="122" name="Google Shape;122;p15"/>
          <p:cNvSpPr/>
          <p:nvPr/>
        </p:nvSpPr>
        <p:spPr>
          <a:xfrm>
            <a:off x="8327975" y="2100411"/>
            <a:ext cx="328285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52475" y="2329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19150" y="2329011"/>
            <a:ext cx="30447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 text fields.</a:t>
            </a:r>
            <a:endParaRPr sz="1600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752475" y="2710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19150" y="2710011"/>
            <a:ext cx="30447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Selection boxes (Combo, List).</a:t>
            </a:r>
            <a:endParaRPr sz="1600"/>
          </a:p>
        </p:txBody>
      </p:sp>
      <p:sp>
        <p:nvSpPr>
          <p:cNvPr id="127" name="Google Shape;127;p15"/>
          <p:cNvSpPr txBox="1"/>
          <p:nvPr/>
        </p:nvSpPr>
        <p:spPr>
          <a:xfrm>
            <a:off x="752475" y="3091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19150" y="3091011"/>
            <a:ext cx="30447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Date/Time pickers.</a:t>
            </a:r>
            <a:endParaRPr sz="1600"/>
          </a:p>
        </p:txBody>
      </p:sp>
      <p:sp>
        <p:nvSpPr>
          <p:cNvPr id="129" name="Google Shape;129;p15"/>
          <p:cNvSpPr txBox="1"/>
          <p:nvPr/>
        </p:nvSpPr>
        <p:spPr>
          <a:xfrm>
            <a:off x="4625875" y="2329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92550" y="2329011"/>
            <a:ext cx="304487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Calculated values.</a:t>
            </a:r>
            <a:endParaRPr sz="1600"/>
          </a:p>
        </p:txBody>
      </p:sp>
      <p:sp>
        <p:nvSpPr>
          <p:cNvPr id="131" name="Google Shape;131;p15"/>
          <p:cNvSpPr txBox="1"/>
          <p:nvPr/>
        </p:nvSpPr>
        <p:spPr>
          <a:xfrm>
            <a:off x="4625875" y="2710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92550" y="2710011"/>
            <a:ext cx="304487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Database query results.</a:t>
            </a:r>
            <a:endParaRPr sz="1600"/>
          </a:p>
        </p:txBody>
      </p:sp>
      <p:sp>
        <p:nvSpPr>
          <p:cNvPr id="133" name="Google Shape;133;p15"/>
          <p:cNvSpPr txBox="1"/>
          <p:nvPr/>
        </p:nvSpPr>
        <p:spPr>
          <a:xfrm>
            <a:off x="4625875" y="3091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692550" y="3091011"/>
            <a:ext cx="304487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Status labels.</a:t>
            </a:r>
            <a:endParaRPr sz="1600"/>
          </a:p>
        </p:txBody>
      </p:sp>
      <p:sp>
        <p:nvSpPr>
          <p:cNvPr id="135" name="Google Shape;135;p15"/>
          <p:cNvSpPr txBox="1"/>
          <p:nvPr/>
        </p:nvSpPr>
        <p:spPr>
          <a:xfrm>
            <a:off x="8499425" y="2329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566100" y="2329011"/>
            <a:ext cx="30447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Action Buttons (Save, Delete).</a:t>
            </a:r>
            <a:endParaRPr sz="1600"/>
          </a:p>
        </p:txBody>
      </p:sp>
      <p:sp>
        <p:nvSpPr>
          <p:cNvPr id="137" name="Google Shape;137;p15"/>
          <p:cNvSpPr txBox="1"/>
          <p:nvPr/>
        </p:nvSpPr>
        <p:spPr>
          <a:xfrm>
            <a:off x="8499425" y="2710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566100" y="2710011"/>
            <a:ext cx="30447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Navigation Links.</a:t>
            </a:r>
            <a:endParaRPr sz="1600"/>
          </a:p>
        </p:txBody>
      </p:sp>
      <p:sp>
        <p:nvSpPr>
          <p:cNvPr id="139" name="Google Shape;139;p15"/>
          <p:cNvSpPr txBox="1"/>
          <p:nvPr/>
        </p:nvSpPr>
        <p:spPr>
          <a:xfrm>
            <a:off x="8499425" y="3091011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566100" y="3091011"/>
            <a:ext cx="30447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Hotkeys &amp; Shortcuts.</a:t>
            </a:r>
            <a:endParaRPr sz="1600"/>
          </a:p>
        </p:txBody>
      </p:sp>
      <p:sp>
        <p:nvSpPr>
          <p:cNvPr id="141" name="Google Shape;141;p15"/>
          <p:cNvSpPr txBox="1"/>
          <p:nvPr/>
        </p:nvSpPr>
        <p:spPr>
          <a:xfrm>
            <a:off x="381000" y="728811"/>
            <a:ext cx="118110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Components of a Screen Specification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157681" y="6196920"/>
            <a:ext cx="989481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Each component must be mapped to the Use case, Activity/Sequence Diagram, Class Diagram (session 3), Data Model (session 4).</a:t>
            </a:r>
            <a:endParaRPr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095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37EA2E9-0281-B4FE-A3B7-BB4C9ED1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9650638F-C606-182C-0F41-428B28EFF6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EA6EB89D-F94F-F42D-C6DC-3A330526410D}"/>
              </a:ext>
            </a:extLst>
          </p:cNvPr>
          <p:cNvSpPr txBox="1"/>
          <p:nvPr/>
        </p:nvSpPr>
        <p:spPr>
          <a:xfrm>
            <a:off x="381000" y="728811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Seven basic screen types</a:t>
            </a:r>
            <a:endParaRPr lang="en-US" sz="3600" dirty="0"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5BEEFAAC-DE15-51AE-9EFB-325EE5B3B2A7}"/>
              </a:ext>
            </a:extLst>
          </p:cNvPr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AC7040-AD61-9454-71FD-CB35ABDA3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55811"/>
              </p:ext>
            </p:extLst>
          </p:nvPr>
        </p:nvGraphicFramePr>
        <p:xfrm>
          <a:off x="381000" y="2301012"/>
          <a:ext cx="11429999" cy="3969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651">
                  <a:extLst>
                    <a:ext uri="{9D8B030D-6E8A-4147-A177-3AD203B41FA5}">
                      <a16:colId xmlns:a16="http://schemas.microsoft.com/office/drawing/2014/main" val="2595094418"/>
                    </a:ext>
                  </a:extLst>
                </a:gridCol>
                <a:gridCol w="2315361">
                  <a:extLst>
                    <a:ext uri="{9D8B030D-6E8A-4147-A177-3AD203B41FA5}">
                      <a16:colId xmlns:a16="http://schemas.microsoft.com/office/drawing/2014/main" val="2928958793"/>
                    </a:ext>
                  </a:extLst>
                </a:gridCol>
                <a:gridCol w="5761487">
                  <a:extLst>
                    <a:ext uri="{9D8B030D-6E8A-4147-A177-3AD203B41FA5}">
                      <a16:colId xmlns:a16="http://schemas.microsoft.com/office/drawing/2014/main" val="368986359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27099549"/>
                    </a:ext>
                  </a:extLst>
                </a:gridCol>
              </a:tblGrid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652450"/>
                  </a:ext>
                </a:extLst>
              </a:tr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Main Screen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 users to select the task they want to perform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 of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119982"/>
                  </a:ext>
                </a:extLst>
              </a:tr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Entry Screen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 users to create and save information generated in the real world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 to be saved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442106"/>
                  </a:ext>
                </a:extLst>
              </a:tr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Processing Screen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 users to provide the information required to perform a specific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 that must be provided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541083"/>
                  </a:ext>
                </a:extLst>
              </a:tr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Search &amp; Query Screen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 users to search for information that has already been stored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Search criteria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580313"/>
                  </a:ext>
                </a:extLst>
              </a:tr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Report Screen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 reports summarized by a certain time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Report templates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159984"/>
                  </a:ext>
                </a:extLst>
              </a:tr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Result Screen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 the results of performing a specific task (search, processing, report, 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006773"/>
                  </a:ext>
                </a:extLst>
              </a:tr>
              <a:tr h="488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Notification Screen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Notify and remind users of a process they need to perform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Notifications &amp;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8484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552DBD-569F-1AA8-9B0B-9E445F1D8B6F}"/>
              </a:ext>
            </a:extLst>
          </p:cNvPr>
          <p:cNvSpPr txBox="1"/>
          <p:nvPr/>
        </p:nvSpPr>
        <p:spPr>
          <a:xfrm>
            <a:off x="381000" y="1811564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user screen is a combined of some basic screen types below.</a:t>
            </a:r>
          </a:p>
        </p:txBody>
      </p:sp>
    </p:spTree>
    <p:extLst>
      <p:ext uri="{BB962C8B-B14F-4D97-AF65-F5344CB8AC3E}">
        <p14:creationId xmlns:p14="http://schemas.microsoft.com/office/powerpoint/2010/main" val="218609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5"/>
          <p:cNvSpPr/>
          <p:nvPr/>
        </p:nvSpPr>
        <p:spPr>
          <a:xfrm>
            <a:off x="6286499" y="5883246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5"/>
          <p:cNvSpPr txBox="1"/>
          <p:nvPr/>
        </p:nvSpPr>
        <p:spPr>
          <a:xfrm>
            <a:off x="6429374" y="6026121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hospital dashboard showing "Urgent Lab Results" and "Today's Schedule." </a:t>
            </a:r>
            <a:endParaRPr dirty="0"/>
          </a:p>
        </p:txBody>
      </p:sp>
      <p:sp>
        <p:nvSpPr>
          <p:cNvPr id="533" name="Google Shape;533;p35"/>
          <p:cNvSpPr txBox="1"/>
          <p:nvPr/>
        </p:nvSpPr>
        <p:spPr>
          <a:xfrm>
            <a:off x="428624" y="1824971"/>
            <a:ext cx="5524500" cy="420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entry point of an application that organizes access to all underlying sub-systems and business capabilities.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Purpose: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Overview of current status and starting point for all tasks.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Efficiency: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Highlight the most common or urgent functions.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Aesthetics: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Balanced layout to prevent overwhelming the user.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Personalization: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Show info relevant to the specific user role (Admin vs. Guest).</a:t>
            </a:r>
            <a:endParaRPr lang="en-US" sz="1600" dirty="0"/>
          </a:p>
        </p:txBody>
      </p:sp>
      <p:sp>
        <p:nvSpPr>
          <p:cNvPr id="541" name="Google Shape;541;p35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</a:t>
            </a:r>
            <a:endParaRPr dirty="0"/>
          </a:p>
        </p:txBody>
      </p:sp>
      <p:sp>
        <p:nvSpPr>
          <p:cNvPr id="542" name="Google Shape;542;p35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FE846-3F00-97A3-382A-5C533B98F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7" y="1526650"/>
            <a:ext cx="5572122" cy="417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6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3945B77D-DDDB-0860-2DB9-F8DAF7A9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1" descr="image.png">
            <a:extLst>
              <a:ext uri="{FF2B5EF4-FFF2-40B4-BE49-F238E27FC236}">
                <a16:creationId xmlns:a16="http://schemas.microsoft.com/office/drawing/2014/main" id="{A0D7DA50-0E4C-14FE-5E8E-9EC110CD1D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169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4E0D22-9369-70CD-85BE-FB48E0890A55}"/>
              </a:ext>
            </a:extLst>
          </p:cNvPr>
          <p:cNvGrpSpPr/>
          <p:nvPr/>
        </p:nvGrpSpPr>
        <p:grpSpPr>
          <a:xfrm>
            <a:off x="381000" y="1564054"/>
            <a:ext cx="2680982" cy="4073694"/>
            <a:chOff x="381000" y="1564054"/>
            <a:chExt cx="2680982" cy="4073694"/>
          </a:xfrm>
        </p:grpSpPr>
        <p:pic>
          <p:nvPicPr>
            <p:cNvPr id="254" name="Google Shape;254;p21" descr="image.png">
              <a:extLst>
                <a:ext uri="{FF2B5EF4-FFF2-40B4-BE49-F238E27FC236}">
                  <a16:creationId xmlns:a16="http://schemas.microsoft.com/office/drawing/2014/main" id="{94040BBF-2E92-1225-9B8A-0153F239358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1">
              <a:extLst>
                <a:ext uri="{FF2B5EF4-FFF2-40B4-BE49-F238E27FC236}">
                  <a16:creationId xmlns:a16="http://schemas.microsoft.com/office/drawing/2014/main" id="{55EC272B-080F-6E53-F994-17D127C0C785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600" b="1" dirty="0">
                  <a:solidFill>
                    <a:srgbClr val="334155"/>
                  </a:solidFill>
                  <a:latin typeface="DM Sans"/>
                </a:rPr>
                <a:t>Menu-Driven Structure</a:t>
              </a:r>
              <a:endParaRPr sz="1200" dirty="0"/>
            </a:p>
          </p:txBody>
        </p:sp>
        <p:sp>
          <p:nvSpPr>
            <p:cNvPr id="258" name="Google Shape;258;p21">
              <a:extLst>
                <a:ext uri="{FF2B5EF4-FFF2-40B4-BE49-F238E27FC236}">
                  <a16:creationId xmlns:a16="http://schemas.microsoft.com/office/drawing/2014/main" id="{8293951A-1B1C-973D-A951-C762E9E2B506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1231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Textual or hierarchical lists where related operations are structured into logical groups. </a:t>
              </a:r>
            </a:p>
          </p:txBody>
        </p:sp>
      </p:grpSp>
      <p:sp>
        <p:nvSpPr>
          <p:cNvPr id="274" name="Google Shape;274;p21">
            <a:extLst>
              <a:ext uri="{FF2B5EF4-FFF2-40B4-BE49-F238E27FC236}">
                <a16:creationId xmlns:a16="http://schemas.microsoft.com/office/drawing/2014/main" id="{2686EC56-A859-BA24-132E-BCBFC78A8210}"/>
              </a:ext>
            </a:extLst>
          </p:cNvPr>
          <p:cNvSpPr txBox="1"/>
          <p:nvPr/>
        </p:nvSpPr>
        <p:spPr>
          <a:xfrm>
            <a:off x="752475" y="6577161"/>
            <a:ext cx="6667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21">
            <a:extLst>
              <a:ext uri="{FF2B5EF4-FFF2-40B4-BE49-F238E27FC236}">
                <a16:creationId xmlns:a16="http://schemas.microsoft.com/office/drawing/2014/main" id="{1EF36FFF-75E2-2A46-D174-2FD342FBF8E7}"/>
              </a:ext>
            </a:extLst>
          </p:cNvPr>
          <p:cNvSpPr txBox="1"/>
          <p:nvPr/>
        </p:nvSpPr>
        <p:spPr>
          <a:xfrm>
            <a:off x="381000" y="718135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Screen: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Menu-Driven Style</a:t>
            </a:r>
            <a:endParaRPr sz="1050" dirty="0"/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2D8FA3CC-9BAA-5EF7-FD4A-B8EA2F5E8F62}"/>
              </a:ext>
            </a:extLst>
          </p:cNvPr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442C09-D1C5-3ABA-B0EA-66EB38499A3C}"/>
              </a:ext>
            </a:extLst>
          </p:cNvPr>
          <p:cNvGrpSpPr/>
          <p:nvPr/>
        </p:nvGrpSpPr>
        <p:grpSpPr>
          <a:xfrm>
            <a:off x="3264021" y="1564054"/>
            <a:ext cx="2680982" cy="4073694"/>
            <a:chOff x="381000" y="1564054"/>
            <a:chExt cx="2680982" cy="4073694"/>
          </a:xfrm>
        </p:grpSpPr>
        <p:pic>
          <p:nvPicPr>
            <p:cNvPr id="8" name="Google Shape;254;p21" descr="image.png">
              <a:extLst>
                <a:ext uri="{FF2B5EF4-FFF2-40B4-BE49-F238E27FC236}">
                  <a16:creationId xmlns:a16="http://schemas.microsoft.com/office/drawing/2014/main" id="{D1297C93-85B7-06B3-F860-3566CE05384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256;p21">
              <a:extLst>
                <a:ext uri="{FF2B5EF4-FFF2-40B4-BE49-F238E27FC236}">
                  <a16:creationId xmlns:a16="http://schemas.microsoft.com/office/drawing/2014/main" id="{ECA5F3F9-1DD0-2838-0DE0-B4B632CA0314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600" b="1" dirty="0">
                  <a:solidFill>
                    <a:srgbClr val="334155"/>
                  </a:solidFill>
                  <a:latin typeface="DM Sans"/>
                </a:rPr>
                <a:t>Iconic Interface</a:t>
              </a:r>
              <a:endParaRPr sz="1200" dirty="0"/>
            </a:p>
          </p:txBody>
        </p:sp>
        <p:sp>
          <p:nvSpPr>
            <p:cNvPr id="11" name="Google Shape;258;p21">
              <a:extLst>
                <a:ext uri="{FF2B5EF4-FFF2-40B4-BE49-F238E27FC236}">
                  <a16:creationId xmlns:a16="http://schemas.microsoft.com/office/drawing/2014/main" id="{505165F0-69ED-42CA-6C97-3341CA4C4B84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107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Commands and navigation pathways are represented entirely via visual, metaphoric images.</a:t>
              </a:r>
              <a:endParaRPr sz="16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AC509F-0A92-44E5-709C-EFDFD67045C7}"/>
              </a:ext>
            </a:extLst>
          </p:cNvPr>
          <p:cNvGrpSpPr/>
          <p:nvPr/>
        </p:nvGrpSpPr>
        <p:grpSpPr>
          <a:xfrm>
            <a:off x="6163804" y="1564054"/>
            <a:ext cx="2680982" cy="4073694"/>
            <a:chOff x="381000" y="1564054"/>
            <a:chExt cx="2680982" cy="4073694"/>
          </a:xfrm>
        </p:grpSpPr>
        <p:pic>
          <p:nvPicPr>
            <p:cNvPr id="13" name="Google Shape;254;p21" descr="image.png">
              <a:extLst>
                <a:ext uri="{FF2B5EF4-FFF2-40B4-BE49-F238E27FC236}">
                  <a16:creationId xmlns:a16="http://schemas.microsoft.com/office/drawing/2014/main" id="{7A7A7DE1-D380-4CAB-E97E-912902EE511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256;p21">
              <a:extLst>
                <a:ext uri="{FF2B5EF4-FFF2-40B4-BE49-F238E27FC236}">
                  <a16:creationId xmlns:a16="http://schemas.microsoft.com/office/drawing/2014/main" id="{57B5F5E3-BA55-8266-9AAE-C170E5066CAB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507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600" b="1" dirty="0">
                  <a:solidFill>
                    <a:srgbClr val="334155"/>
                  </a:solidFill>
                  <a:latin typeface="DM Sans"/>
                </a:rPr>
                <a:t>Diagrammatic Interface</a:t>
              </a:r>
              <a:endParaRPr sz="1200" dirty="0"/>
            </a:p>
          </p:txBody>
        </p:sp>
        <p:sp>
          <p:nvSpPr>
            <p:cNvPr id="16" name="Google Shape;258;p21">
              <a:extLst>
                <a:ext uri="{FF2B5EF4-FFF2-40B4-BE49-F238E27FC236}">
                  <a16:creationId xmlns:a16="http://schemas.microsoft.com/office/drawing/2014/main" id="{5D666E6A-B9BC-5BF5-7E00-00E93EB3EA9E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18158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Displays an interactive flowchart or topology map representing major system objects. </a:t>
              </a:r>
            </a:p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Users trigger tasks by clicking components within the workflow.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261F493-8471-03DF-1F50-E4D4BE2A980C}"/>
              </a:ext>
            </a:extLst>
          </p:cNvPr>
          <p:cNvGrpSpPr/>
          <p:nvPr/>
        </p:nvGrpSpPr>
        <p:grpSpPr>
          <a:xfrm>
            <a:off x="9080374" y="1564054"/>
            <a:ext cx="2680982" cy="4073694"/>
            <a:chOff x="381000" y="1564054"/>
            <a:chExt cx="2680982" cy="4073694"/>
          </a:xfrm>
        </p:grpSpPr>
        <p:pic>
          <p:nvPicPr>
            <p:cNvPr id="18" name="Google Shape;254;p21" descr="image.png">
              <a:extLst>
                <a:ext uri="{FF2B5EF4-FFF2-40B4-BE49-F238E27FC236}">
                  <a16:creationId xmlns:a16="http://schemas.microsoft.com/office/drawing/2014/main" id="{81BEF407-A9E7-25B8-DD24-A4554A2087A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256;p21">
              <a:extLst>
                <a:ext uri="{FF2B5EF4-FFF2-40B4-BE49-F238E27FC236}">
                  <a16:creationId xmlns:a16="http://schemas.microsoft.com/office/drawing/2014/main" id="{3C11EF9E-9FA3-165C-778E-3752BDE1ED40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600" b="1" dirty="0">
                  <a:solidFill>
                    <a:srgbClr val="334155"/>
                  </a:solidFill>
                  <a:latin typeface="DM Sans"/>
                </a:rPr>
                <a:t>Integrated Interface</a:t>
              </a:r>
              <a:endParaRPr sz="1200" dirty="0"/>
            </a:p>
          </p:txBody>
        </p:sp>
        <p:sp>
          <p:nvSpPr>
            <p:cNvPr id="21" name="Google Shape;258;p21">
              <a:extLst>
                <a:ext uri="{FF2B5EF4-FFF2-40B4-BE49-F238E27FC236}">
                  <a16:creationId xmlns:a16="http://schemas.microsoft.com/office/drawing/2014/main" id="{9A00D040-6E40-6E04-321D-0A322542440A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203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DM Sans"/>
                  <a:sym typeface="DM Sans"/>
                </a:rPr>
                <a:t>A combination of multiple formats. 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DM Sans"/>
                  <a:sym typeface="DM Sans"/>
                </a:rPr>
                <a:t>Typically utilizes a primary menu frame combined with real-time iconic or diagrammatic dashboards.</a:t>
              </a:r>
              <a:endParaRPr dirty="0">
                <a:latin typeface="DM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475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381000" y="3363993"/>
            <a:ext cx="11430000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39197" y="3589739"/>
            <a:ext cx="10080931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Standard:</a:t>
            </a:r>
            <a:r>
              <a:rPr lang="en-US" sz="1275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Most modern Web Apps use a hybrid: Horizontal Top Bar + Vertical Sidebar. </a:t>
            </a:r>
            <a:endParaRPr dirty="0"/>
          </a:p>
        </p:txBody>
      </p:sp>
      <p:sp>
        <p:nvSpPr>
          <p:cNvPr id="245" name="Google Shape;245;p20"/>
          <p:cNvSpPr txBox="1"/>
          <p:nvPr/>
        </p:nvSpPr>
        <p:spPr>
          <a:xfrm>
            <a:off x="381000" y="1723097"/>
            <a:ext cx="1036916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Vertical Menus: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Ideal for systems with many sub-categories (Sidebars).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Horizontal Menus: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Best for high-level module navigation (Top bars).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Mega Menus: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Used in complex systems like ERPs to show all options at once.</a:t>
            </a:r>
            <a:endParaRPr lang="en-US"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Drop-downs: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Keep the interface clean while hiding deep functionality.</a:t>
            </a:r>
            <a:endParaRPr dirty="0"/>
          </a:p>
        </p:txBody>
      </p:sp>
      <p:sp>
        <p:nvSpPr>
          <p:cNvPr id="247" name="Google Shape;247;p20"/>
          <p:cNvSpPr txBox="1"/>
          <p:nvPr/>
        </p:nvSpPr>
        <p:spPr>
          <a:xfrm>
            <a:off x="381000" y="735835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Screen: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Menu-Driven Styles</a:t>
            </a:r>
            <a:endParaRPr sz="1050" dirty="0"/>
          </a:p>
        </p:txBody>
      </p:sp>
      <p:sp>
        <p:nvSpPr>
          <p:cNvPr id="248" name="Google Shape;248;p20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EC4CCA-FD35-A9F5-9F03-222D8CAB3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401" y="4164872"/>
            <a:ext cx="4947974" cy="25156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0F96DB-12BF-27DD-3F42-142184610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967" y="4164871"/>
            <a:ext cx="4257261" cy="25156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64054"/>
            <a:ext cx="3614292" cy="4073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3594" y="1564054"/>
            <a:ext cx="3670780" cy="407369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581025" y="1764079"/>
            <a:ext cx="32434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Function-Oriented Menu</a:t>
            </a:r>
            <a:endParaRPr dirty="0"/>
          </a:p>
        </p:txBody>
      </p:sp>
      <p:sp>
        <p:nvSpPr>
          <p:cNvPr id="257" name="Google Shape;257;p21"/>
          <p:cNvSpPr/>
          <p:nvPr/>
        </p:nvSpPr>
        <p:spPr>
          <a:xfrm>
            <a:off x="581025" y="2100411"/>
            <a:ext cx="3089032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81025" y="2356082"/>
            <a:ext cx="3089032" cy="2139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Grouped by system actions: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CRUD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Search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Calculation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Administration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59" name="Google Shape;259;p21"/>
          <p:cNvSpPr txBox="1"/>
          <p:nvPr/>
        </p:nvSpPr>
        <p:spPr>
          <a:xfrm>
            <a:off x="4473618" y="1764079"/>
            <a:ext cx="32434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Object-Oriented Menu</a:t>
            </a:r>
            <a:endParaRPr dirty="0"/>
          </a:p>
        </p:txBody>
      </p:sp>
      <p:sp>
        <p:nvSpPr>
          <p:cNvPr id="260" name="Google Shape;260;p21"/>
          <p:cNvSpPr/>
          <p:nvPr/>
        </p:nvSpPr>
        <p:spPr>
          <a:xfrm>
            <a:off x="4473618" y="2133748"/>
            <a:ext cx="3177209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473618" y="2356082"/>
            <a:ext cx="3243481" cy="297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Grouped by critical domain entities, business entities or DB models: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Patient Management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Medication Records</a:t>
            </a:r>
            <a:endParaRPr lang="en-US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Consultation History</a:t>
            </a:r>
            <a:endParaRPr lang="en-US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Inventory Status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latin typeface="DM Sans"/>
              </a:rPr>
              <a:t>All storage, search, and reporting mechanisms for that entity are kept inside that single group</a:t>
            </a:r>
          </a:p>
        </p:txBody>
      </p:sp>
      <p:sp>
        <p:nvSpPr>
          <p:cNvPr id="274" name="Google Shape;274;p21"/>
          <p:cNvSpPr txBox="1"/>
          <p:nvPr/>
        </p:nvSpPr>
        <p:spPr>
          <a:xfrm>
            <a:off x="752475" y="6577161"/>
            <a:ext cx="6667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21"/>
          <p:cNvSpPr txBox="1"/>
          <p:nvPr/>
        </p:nvSpPr>
        <p:spPr>
          <a:xfrm>
            <a:off x="381000" y="703876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Screen: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Menu-Driven Style</a:t>
            </a:r>
            <a:endParaRPr sz="1050" dirty="0"/>
          </a:p>
        </p:txBody>
      </p:sp>
      <p:sp>
        <p:nvSpPr>
          <p:cNvPr id="279" name="Google Shape;279;p21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55;p21" descr="image.png">
            <a:extLst>
              <a:ext uri="{FF2B5EF4-FFF2-40B4-BE49-F238E27FC236}">
                <a16:creationId xmlns:a16="http://schemas.microsoft.com/office/drawing/2014/main" id="{76770209-FF3A-4686-1CDE-FF051703D8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6709" y="1564054"/>
            <a:ext cx="3614292" cy="407369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59;p21">
            <a:extLst>
              <a:ext uri="{FF2B5EF4-FFF2-40B4-BE49-F238E27FC236}">
                <a16:creationId xmlns:a16="http://schemas.microsoft.com/office/drawing/2014/main" id="{FBE5683F-8F21-02D0-31CF-FBD7D84D41D2}"/>
              </a:ext>
            </a:extLst>
          </p:cNvPr>
          <p:cNvSpPr txBox="1"/>
          <p:nvPr/>
        </p:nvSpPr>
        <p:spPr>
          <a:xfrm>
            <a:off x="8341123" y="1764079"/>
            <a:ext cx="338748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Business Process-Oriented Menu</a:t>
            </a:r>
            <a:endParaRPr dirty="0"/>
          </a:p>
        </p:txBody>
      </p:sp>
      <p:sp>
        <p:nvSpPr>
          <p:cNvPr id="4" name="Google Shape;260;p21">
            <a:extLst>
              <a:ext uri="{FF2B5EF4-FFF2-40B4-BE49-F238E27FC236}">
                <a16:creationId xmlns:a16="http://schemas.microsoft.com/office/drawing/2014/main" id="{43702113-731C-B1CF-9CDA-89FC15253343}"/>
              </a:ext>
            </a:extLst>
          </p:cNvPr>
          <p:cNvSpPr/>
          <p:nvPr/>
        </p:nvSpPr>
        <p:spPr>
          <a:xfrm>
            <a:off x="8495858" y="2087929"/>
            <a:ext cx="3115117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61;p21">
            <a:extLst>
              <a:ext uri="{FF2B5EF4-FFF2-40B4-BE49-F238E27FC236}">
                <a16:creationId xmlns:a16="http://schemas.microsoft.com/office/drawing/2014/main" id="{981A474A-AA1D-B23F-440E-225D3A4AA012}"/>
              </a:ext>
            </a:extLst>
          </p:cNvPr>
          <p:cNvSpPr txBox="1"/>
          <p:nvPr/>
        </p:nvSpPr>
        <p:spPr>
          <a:xfrm>
            <a:off x="8384796" y="2356082"/>
            <a:ext cx="3287719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DM Sans"/>
                <a:sym typeface="DM Sans"/>
              </a:rPr>
              <a:t>Arranged chronologically based on real-world steps of an industrial operation: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Organization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Planning</a:t>
            </a:r>
            <a:endParaRPr lang="en-US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Ingestion/Reception</a:t>
            </a:r>
            <a:endParaRPr lang="en-US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Execution/Operation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sym typeface="DM Sans"/>
              </a:rPr>
              <a:t>Synthesis/Summary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405677F0-E7EF-6DEF-54D5-136CA89B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1" descr="image.png">
            <a:extLst>
              <a:ext uri="{FF2B5EF4-FFF2-40B4-BE49-F238E27FC236}">
                <a16:creationId xmlns:a16="http://schemas.microsoft.com/office/drawing/2014/main" id="{0B4731F9-88D8-4D44-1B08-321158BBAE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>
            <a:extLst>
              <a:ext uri="{FF2B5EF4-FFF2-40B4-BE49-F238E27FC236}">
                <a16:creationId xmlns:a16="http://schemas.microsoft.com/office/drawing/2014/main" id="{3D6F71D7-C971-B8FF-4556-AA254255F819}"/>
              </a:ext>
            </a:extLst>
          </p:cNvPr>
          <p:cNvSpPr txBox="1"/>
          <p:nvPr/>
        </p:nvSpPr>
        <p:spPr>
          <a:xfrm>
            <a:off x="752475" y="6577161"/>
            <a:ext cx="6667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21">
            <a:extLst>
              <a:ext uri="{FF2B5EF4-FFF2-40B4-BE49-F238E27FC236}">
                <a16:creationId xmlns:a16="http://schemas.microsoft.com/office/drawing/2014/main" id="{8F29BB82-5B80-8674-D93C-002C153EC369}"/>
              </a:ext>
            </a:extLst>
          </p:cNvPr>
          <p:cNvSpPr txBox="1"/>
          <p:nvPr/>
        </p:nvSpPr>
        <p:spPr>
          <a:xfrm>
            <a:off x="381000" y="722468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Screen: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Menu-driven Style</a:t>
            </a:r>
            <a:endParaRPr sz="1050" dirty="0"/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D4341875-F0D5-8093-DD80-D0BD4D4959E8}"/>
              </a:ext>
            </a:extLst>
          </p:cNvPr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CDA52D-F1D6-D10D-B539-9DC6E9638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113966"/>
              </p:ext>
            </p:extLst>
          </p:nvPr>
        </p:nvGraphicFramePr>
        <p:xfrm>
          <a:off x="381000" y="1630017"/>
          <a:ext cx="11429999" cy="3039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085">
                  <a:extLst>
                    <a:ext uri="{9D8B030D-6E8A-4147-A177-3AD203B41FA5}">
                      <a16:colId xmlns:a16="http://schemas.microsoft.com/office/drawing/2014/main" val="2595094418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2928958793"/>
                    </a:ext>
                  </a:extLst>
                </a:gridCol>
                <a:gridCol w="3689405">
                  <a:extLst>
                    <a:ext uri="{9D8B030D-6E8A-4147-A177-3AD203B41FA5}">
                      <a16:colId xmlns:a16="http://schemas.microsoft.com/office/drawing/2014/main" val="3689863593"/>
                    </a:ext>
                  </a:extLst>
                </a:gridCol>
                <a:gridCol w="4646874">
                  <a:extLst>
                    <a:ext uri="{9D8B030D-6E8A-4147-A177-3AD203B41FA5}">
                      <a16:colId xmlns:a16="http://schemas.microsoft.com/office/drawing/2014/main" val="3927099549"/>
                    </a:ext>
                  </a:extLst>
                </a:gridCol>
              </a:tblGrid>
              <a:tr h="75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Menu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652450"/>
                  </a:ext>
                </a:extLst>
              </a:tr>
              <a:tr h="75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Function-Oriented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System/Technical 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Developer Tools, System Admin Utilities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119982"/>
                  </a:ext>
                </a:extLst>
              </a:tr>
              <a:tr h="75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2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Object-Oriented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Domain Models / Class Diagrams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Complex ERP, Hospital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442106"/>
                  </a:ext>
                </a:extLst>
              </a:tr>
              <a:tr h="75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3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Process-Oriented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Real-world Lifecycle 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Supply Chain Logistics, Banking Loan Approvals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541083"/>
                  </a:ext>
                </a:extLst>
              </a:tr>
            </a:tbl>
          </a:graphicData>
        </a:graphic>
      </p:graphicFrame>
      <p:sp>
        <p:nvSpPr>
          <p:cNvPr id="11" name="Google Shape;280;p21"/>
          <p:cNvSpPr txBox="1"/>
          <p:nvPr/>
        </p:nvSpPr>
        <p:spPr>
          <a:xfrm>
            <a:off x="485030" y="6196161"/>
            <a:ext cx="1118748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Case/Example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An e-commerce fulfillment dashboard or an academic management platform: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Admissions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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Enrollment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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Course Delivery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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Examination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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Graduation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708632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/>
          <p:nvPr/>
        </p:nvSpPr>
        <p:spPr>
          <a:xfrm>
            <a:off x="464890" y="5937851"/>
            <a:ext cx="6296637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579190" y="6052151"/>
            <a:ext cx="622008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1275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Supply chain software showing the flow from "Order" to "Warehouse" to "Shipping." </a:t>
            </a:r>
            <a:endParaRPr dirty="0"/>
          </a:p>
        </p:txBody>
      </p:sp>
      <p:sp>
        <p:nvSpPr>
          <p:cNvPr id="317" name="Google Shape;317;p23"/>
          <p:cNvSpPr txBox="1"/>
          <p:nvPr/>
        </p:nvSpPr>
        <p:spPr>
          <a:xfrm>
            <a:off x="342289" y="1618341"/>
            <a:ext cx="6226292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Workflow Guidance: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UI looks like a flowchart of the business process.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Step-by-Step: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Directs users through a mandatory sequence (1 -&gt; 2 -&gt; 3).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Status Visualization: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color to show which steps are "Complete" or "Pending."</a:t>
            </a:r>
            <a:endParaRPr lang="en-US"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Training: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Extremely effective for reducing training time for complex industrial software.</a:t>
            </a:r>
            <a:endParaRPr sz="1600" dirty="0"/>
          </a:p>
        </p:txBody>
      </p:sp>
      <p:sp>
        <p:nvSpPr>
          <p:cNvPr id="319" name="Google Shape;319;p23"/>
          <p:cNvSpPr txBox="1"/>
          <p:nvPr/>
        </p:nvSpPr>
        <p:spPr>
          <a:xfrm>
            <a:off x="381000" y="712889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</a:t>
            </a:r>
            <a:r>
              <a:rPr lang="en-US" sz="33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Diagram/Process-Based Style</a:t>
            </a:r>
            <a:endParaRPr sz="1050" dirty="0"/>
          </a:p>
        </p:txBody>
      </p:sp>
      <p:sp>
        <p:nvSpPr>
          <p:cNvPr id="320" name="Google Shape;320;p23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6F8969-0C7C-675A-E805-89EF6B775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057" y="1475666"/>
            <a:ext cx="4462942" cy="25104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910F9C-266B-FFDD-8CD0-AD6F87928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057" y="4104053"/>
            <a:ext cx="4462943" cy="25104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1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/>
          <p:nvPr/>
        </p:nvSpPr>
        <p:spPr>
          <a:xfrm>
            <a:off x="381000" y="4612140"/>
            <a:ext cx="5730319" cy="75864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95300" y="4726440"/>
            <a:ext cx="5534411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Case:</a:t>
            </a:r>
            <a:r>
              <a:rPr lang="en-US" sz="1275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Windows 11 Start Menu and Mobile App Drawers use this style for high </a:t>
            </a:r>
            <a:r>
              <a:rPr lang="en-US" sz="1275" b="0" i="1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scanability</a:t>
            </a:r>
            <a:r>
              <a:rPr lang="en-US" sz="1275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dirty="0"/>
          </a:p>
        </p:txBody>
      </p:sp>
      <p:sp>
        <p:nvSpPr>
          <p:cNvPr id="297" name="Google Shape;297;p22"/>
          <p:cNvSpPr txBox="1"/>
          <p:nvPr/>
        </p:nvSpPr>
        <p:spPr>
          <a:xfrm>
            <a:off x="381000" y="1548292"/>
            <a:ext cx="5730319" cy="275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 Metaphors: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Icons act as international language shortcuts.</a:t>
            </a:r>
            <a:endParaRPr lang="en-US" sz="16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Touch-Friendly: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Large tiles are ideal for mobile and tablet interfaces.</a:t>
            </a:r>
            <a:endParaRPr lang="en-US" sz="16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Focus: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Best for systems with 4-8 primary high-level tasks.</a:t>
            </a:r>
            <a:endParaRPr lang="en-US" sz="16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Consistency: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Icons must have standard meanings (Home, Gear for Settings).</a:t>
            </a:r>
            <a:endParaRPr sz="1600" dirty="0"/>
          </a:p>
        </p:txBody>
      </p:sp>
      <p:sp>
        <p:nvSpPr>
          <p:cNvPr id="299" name="Google Shape;299;p22"/>
          <p:cNvSpPr txBox="1"/>
          <p:nvPr/>
        </p:nvSpPr>
        <p:spPr>
          <a:xfrm>
            <a:off x="381000" y="687539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Screen: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Icon-Based (Tiles)</a:t>
            </a:r>
            <a:endParaRPr dirty="0"/>
          </a:p>
        </p:txBody>
      </p:sp>
      <p:sp>
        <p:nvSpPr>
          <p:cNvPr id="300" name="Google Shape;300;p22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5CE5C5-0AB1-C9BB-14D7-862225029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789" y="1669409"/>
            <a:ext cx="5501211" cy="366489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/>
          <p:nvPr/>
        </p:nvSpPr>
        <p:spPr>
          <a:xfrm>
            <a:off x="381000" y="5805339"/>
            <a:ext cx="6686550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495300" y="5919639"/>
            <a:ext cx="64579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Design Goal:</a:t>
            </a:r>
            <a:r>
              <a:rPr lang="en-US" sz="1275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Balance the "Signal to Noise" ratio so users aren't overwhelmed by data. </a:t>
            </a:r>
            <a:endParaRPr dirty="0"/>
          </a:p>
        </p:txBody>
      </p:sp>
      <p:sp>
        <p:nvSpPr>
          <p:cNvPr id="332" name="Google Shape;332;p24"/>
          <p:cNvSpPr txBox="1"/>
          <p:nvPr/>
        </p:nvSpPr>
        <p:spPr>
          <a:xfrm>
            <a:off x="552450" y="1957536"/>
            <a:ext cx="666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24"/>
          <p:cNvSpPr txBox="1"/>
          <p:nvPr/>
        </p:nvSpPr>
        <p:spPr>
          <a:xfrm>
            <a:off x="552450" y="2338536"/>
            <a:ext cx="666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7" name="Google Shape;337;p24"/>
          <p:cNvSpPr txBox="1"/>
          <p:nvPr/>
        </p:nvSpPr>
        <p:spPr>
          <a:xfrm>
            <a:off x="334861" y="1656109"/>
            <a:ext cx="5591961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Combination: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Merges Menus, Icons, and Real-time Widgets.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Information Rich: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Shows data summaries (Charts) alongside navigation.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Primary &amp; Secondary: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Sidebar for navigation + Top bar for user info + Center for dashboard.</a:t>
            </a:r>
            <a:endParaRPr lang="en-US"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Versatility: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modern standard for Enterprise SaaS (e.g., Salesforce, Jira).</a:t>
            </a:r>
            <a:endParaRPr dirty="0"/>
          </a:p>
        </p:txBody>
      </p:sp>
      <p:sp>
        <p:nvSpPr>
          <p:cNvPr id="339" name="Google Shape;339;p24"/>
          <p:cNvSpPr txBox="1"/>
          <p:nvPr/>
        </p:nvSpPr>
        <p:spPr>
          <a:xfrm>
            <a:off x="381000" y="728811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 Screen: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Integrated Hub Style</a:t>
            </a:r>
            <a:endParaRPr dirty="0"/>
          </a:p>
        </p:txBody>
      </p:sp>
      <p:sp>
        <p:nvSpPr>
          <p:cNvPr id="340" name="Google Shape;340;p24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7CA68B-1BE2-1E17-E49B-11CA8CFB5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839" y="1645518"/>
            <a:ext cx="5759161" cy="356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5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6"/>
          <p:cNvSpPr txBox="1"/>
          <p:nvPr/>
        </p:nvSpPr>
        <p:spPr>
          <a:xfrm>
            <a:off x="381000" y="1732381"/>
            <a:ext cx="11430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334155"/>
                </a:solidFill>
                <a:latin typeface="DM Sans"/>
              </a:rPr>
              <a:t>Acts as the primary interface enabling users to digitize real-world recording, tracking, and transactional tasks into the system database.</a:t>
            </a:r>
          </a:p>
        </p:txBody>
      </p:sp>
      <p:sp>
        <p:nvSpPr>
          <p:cNvPr id="561" name="Google Shape;561;p36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Entry Screen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4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- Content</a:t>
            </a:r>
            <a:endParaRPr dirty="0"/>
          </a:p>
        </p:txBody>
      </p:sp>
      <p:sp>
        <p:nvSpPr>
          <p:cNvPr id="562" name="Google Shape;562;p36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54;p21" descr="image.png">
            <a:extLst>
              <a:ext uri="{FF2B5EF4-FFF2-40B4-BE49-F238E27FC236}">
                <a16:creationId xmlns:a16="http://schemas.microsoft.com/office/drawing/2014/main" id="{6DAB2CAD-5BC6-C9BF-6576-1B7DAD69E4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045898"/>
            <a:ext cx="3614292" cy="27982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56;p21">
            <a:extLst>
              <a:ext uri="{FF2B5EF4-FFF2-40B4-BE49-F238E27FC236}">
                <a16:creationId xmlns:a16="http://schemas.microsoft.com/office/drawing/2014/main" id="{05AE4172-41EB-86BA-48BF-572AE162C8DE}"/>
              </a:ext>
            </a:extLst>
          </p:cNvPr>
          <p:cNvSpPr txBox="1"/>
          <p:nvPr/>
        </p:nvSpPr>
        <p:spPr>
          <a:xfrm>
            <a:off x="581025" y="3245923"/>
            <a:ext cx="324348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User-Inputted Data (Direct Input)</a:t>
            </a:r>
            <a:endParaRPr dirty="0"/>
          </a:p>
        </p:txBody>
      </p:sp>
      <p:sp>
        <p:nvSpPr>
          <p:cNvPr id="7" name="Google Shape;258;p21">
            <a:extLst>
              <a:ext uri="{FF2B5EF4-FFF2-40B4-BE49-F238E27FC236}">
                <a16:creationId xmlns:a16="http://schemas.microsoft.com/office/drawing/2014/main" id="{8F5E54C8-A9D8-0CE7-ED22-FB18ADBC40D1}"/>
              </a:ext>
            </a:extLst>
          </p:cNvPr>
          <p:cNvSpPr txBox="1"/>
          <p:nvPr/>
        </p:nvSpPr>
        <p:spPr>
          <a:xfrm>
            <a:off x="581025" y="3837926"/>
            <a:ext cx="308903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Values manually entered by the user.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software must automatically validate these inputs against predefined business constraints to ensure data integrity.</a:t>
            </a:r>
          </a:p>
        </p:txBody>
      </p:sp>
      <p:pic>
        <p:nvPicPr>
          <p:cNvPr id="8" name="Google Shape;254;p21" descr="image.png">
            <a:extLst>
              <a:ext uri="{FF2B5EF4-FFF2-40B4-BE49-F238E27FC236}">
                <a16:creationId xmlns:a16="http://schemas.microsoft.com/office/drawing/2014/main" id="{D339969F-E52A-D413-6DE3-92D63304B7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5317" y="3049604"/>
            <a:ext cx="3614292" cy="279822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56;p21">
            <a:extLst>
              <a:ext uri="{FF2B5EF4-FFF2-40B4-BE49-F238E27FC236}">
                <a16:creationId xmlns:a16="http://schemas.microsoft.com/office/drawing/2014/main" id="{E22B2FC5-921E-CA1C-E5DD-5CD2FA4BDE92}"/>
              </a:ext>
            </a:extLst>
          </p:cNvPr>
          <p:cNvSpPr txBox="1"/>
          <p:nvPr/>
        </p:nvSpPr>
        <p:spPr>
          <a:xfrm>
            <a:off x="4395342" y="3249629"/>
            <a:ext cx="32434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Computed Data (Derived Input)</a:t>
            </a:r>
            <a:endParaRPr dirty="0"/>
          </a:p>
        </p:txBody>
      </p:sp>
      <p:sp>
        <p:nvSpPr>
          <p:cNvPr id="10" name="Google Shape;258;p21">
            <a:extLst>
              <a:ext uri="{FF2B5EF4-FFF2-40B4-BE49-F238E27FC236}">
                <a16:creationId xmlns:a16="http://schemas.microsoft.com/office/drawing/2014/main" id="{735F138E-C51F-6FF6-599A-8D7102BC4295}"/>
              </a:ext>
            </a:extLst>
          </p:cNvPr>
          <p:cNvSpPr txBox="1"/>
          <p:nvPr/>
        </p:nvSpPr>
        <p:spPr>
          <a:xfrm>
            <a:off x="4395342" y="3841632"/>
            <a:ext cx="308903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Read-only values calculated and displayed automatically by the system (e.g., age based on date of birth, line-item subtotal) to speed up data entry and minimize cognitive load.</a:t>
            </a:r>
          </a:p>
        </p:txBody>
      </p:sp>
      <p:pic>
        <p:nvPicPr>
          <p:cNvPr id="14" name="Google Shape;254;p21" descr="image.png">
            <a:extLst>
              <a:ext uri="{FF2B5EF4-FFF2-40B4-BE49-F238E27FC236}">
                <a16:creationId xmlns:a16="http://schemas.microsoft.com/office/drawing/2014/main" id="{F9968EFD-3CD5-A505-C2AE-497E085EE1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9634" y="3045898"/>
            <a:ext cx="3614292" cy="2798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56;p21">
            <a:extLst>
              <a:ext uri="{FF2B5EF4-FFF2-40B4-BE49-F238E27FC236}">
                <a16:creationId xmlns:a16="http://schemas.microsoft.com/office/drawing/2014/main" id="{91D37514-8B33-AE43-7847-E652BE28103B}"/>
              </a:ext>
            </a:extLst>
          </p:cNvPr>
          <p:cNvSpPr txBox="1"/>
          <p:nvPr/>
        </p:nvSpPr>
        <p:spPr>
          <a:xfrm>
            <a:off x="8209659" y="3245923"/>
            <a:ext cx="32434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Design Imperative</a:t>
            </a:r>
            <a:endParaRPr dirty="0"/>
          </a:p>
        </p:txBody>
      </p:sp>
      <p:sp>
        <p:nvSpPr>
          <p:cNvPr id="16" name="Google Shape;258;p21">
            <a:extLst>
              <a:ext uri="{FF2B5EF4-FFF2-40B4-BE49-F238E27FC236}">
                <a16:creationId xmlns:a16="http://schemas.microsoft.com/office/drawing/2014/main" id="{4D4FAC70-9325-B2A2-6A15-7C4866684266}"/>
              </a:ext>
            </a:extLst>
          </p:cNvPr>
          <p:cNvSpPr txBox="1"/>
          <p:nvPr/>
        </p:nvSpPr>
        <p:spPr>
          <a:xfrm>
            <a:off x="8209659" y="3837926"/>
            <a:ext cx="308903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Prioritize data entry efficiency, reduce physical input fatigue, and enforce automated real-time error prevention.</a:t>
            </a:r>
          </a:p>
        </p:txBody>
      </p:sp>
      <p:sp>
        <p:nvSpPr>
          <p:cNvPr id="17" name="Google Shape;257;p21">
            <a:extLst>
              <a:ext uri="{FF2B5EF4-FFF2-40B4-BE49-F238E27FC236}">
                <a16:creationId xmlns:a16="http://schemas.microsoft.com/office/drawing/2014/main" id="{8ACA6426-E15C-090B-DD32-1AAE88C9DF33}"/>
              </a:ext>
            </a:extLst>
          </p:cNvPr>
          <p:cNvSpPr/>
          <p:nvPr/>
        </p:nvSpPr>
        <p:spPr>
          <a:xfrm>
            <a:off x="581025" y="3748830"/>
            <a:ext cx="3089032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60;p21">
            <a:extLst>
              <a:ext uri="{FF2B5EF4-FFF2-40B4-BE49-F238E27FC236}">
                <a16:creationId xmlns:a16="http://schemas.microsoft.com/office/drawing/2014/main" id="{51978F7B-BDC2-475E-E48D-7E318F9848D3}"/>
              </a:ext>
            </a:extLst>
          </p:cNvPr>
          <p:cNvSpPr/>
          <p:nvPr/>
        </p:nvSpPr>
        <p:spPr>
          <a:xfrm>
            <a:off x="4473618" y="3782167"/>
            <a:ext cx="3177209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60;p21">
            <a:extLst>
              <a:ext uri="{FF2B5EF4-FFF2-40B4-BE49-F238E27FC236}">
                <a16:creationId xmlns:a16="http://schemas.microsoft.com/office/drawing/2014/main" id="{836DBB98-DB22-CFF3-A2F0-9B3DF1568F08}"/>
              </a:ext>
            </a:extLst>
          </p:cNvPr>
          <p:cNvSpPr/>
          <p:nvPr/>
        </p:nvSpPr>
        <p:spPr>
          <a:xfrm>
            <a:off x="8256782" y="3736348"/>
            <a:ext cx="3115117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52735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6A97FB44-690A-49D6-0E5B-E82A11DB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6" descr="image.png">
            <a:extLst>
              <a:ext uri="{FF2B5EF4-FFF2-40B4-BE49-F238E27FC236}">
                <a16:creationId xmlns:a16="http://schemas.microsoft.com/office/drawing/2014/main" id="{82945D48-EABF-5070-F805-79349D5B79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51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6" descr="image.png">
            <a:extLst>
              <a:ext uri="{FF2B5EF4-FFF2-40B4-BE49-F238E27FC236}">
                <a16:creationId xmlns:a16="http://schemas.microsoft.com/office/drawing/2014/main" id="{7F6A6D31-C4F5-D659-4E5F-E4499F1E09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6">
            <a:extLst>
              <a:ext uri="{FF2B5EF4-FFF2-40B4-BE49-F238E27FC236}">
                <a16:creationId xmlns:a16="http://schemas.microsoft.com/office/drawing/2014/main" id="{60D4A461-4755-7751-9ADC-B43D6382D135}"/>
              </a:ext>
            </a:extLst>
          </p:cNvPr>
          <p:cNvSpPr/>
          <p:nvPr/>
        </p:nvSpPr>
        <p:spPr>
          <a:xfrm>
            <a:off x="447923" y="6173838"/>
            <a:ext cx="11353552" cy="617218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6">
            <a:extLst>
              <a:ext uri="{FF2B5EF4-FFF2-40B4-BE49-F238E27FC236}">
                <a16:creationId xmlns:a16="http://schemas.microsoft.com/office/drawing/2014/main" id="{AF1F2283-BBE6-150A-719D-00F434F7868E}"/>
              </a:ext>
            </a:extLst>
          </p:cNvPr>
          <p:cNvSpPr txBox="1"/>
          <p:nvPr/>
        </p:nvSpPr>
        <p:spPr>
          <a:xfrm>
            <a:off x="630554" y="6343189"/>
            <a:ext cx="107662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Design Rule: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Use "Steppers" for very long forms to prevent user fatigue. </a:t>
            </a:r>
            <a:endParaRPr dirty="0"/>
          </a:p>
        </p:txBody>
      </p:sp>
      <p:sp>
        <p:nvSpPr>
          <p:cNvPr id="553" name="Google Shape;553;p36">
            <a:extLst>
              <a:ext uri="{FF2B5EF4-FFF2-40B4-BE49-F238E27FC236}">
                <a16:creationId xmlns:a16="http://schemas.microsoft.com/office/drawing/2014/main" id="{D7EAC41E-997E-8F1C-2772-C7414D8ACBAF}"/>
              </a:ext>
            </a:extLst>
          </p:cNvPr>
          <p:cNvSpPr txBox="1"/>
          <p:nvPr/>
        </p:nvSpPr>
        <p:spPr>
          <a:xfrm>
            <a:off x="381000" y="1732381"/>
            <a:ext cx="5514975" cy="42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Design Rules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The Golden Rule: 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Minimize human typing error rates and prevent user fatigue.</a:t>
            </a:r>
            <a:endParaRPr lang="en-US" sz="180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Clarity: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Labels should be close to input fields to reduce scanning.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Logic: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Group related fields (e.g., Address info in one block).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Error Prevention: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appropriate controls (Dropdowns vs. Text boxes).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Feedback: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real-time validation (e.g., green checkmark for valid ID).</a:t>
            </a:r>
          </a:p>
        </p:txBody>
      </p:sp>
      <p:pic>
        <p:nvPicPr>
          <p:cNvPr id="560" name="Google Shape;560;p36" descr="image.png">
            <a:extLst>
              <a:ext uri="{FF2B5EF4-FFF2-40B4-BE49-F238E27FC236}">
                <a16:creationId xmlns:a16="http://schemas.microsoft.com/office/drawing/2014/main" id="{674997E1-25FB-BB6F-A48A-736F025284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6">
            <a:extLst>
              <a:ext uri="{FF2B5EF4-FFF2-40B4-BE49-F238E27FC236}">
                <a16:creationId xmlns:a16="http://schemas.microsoft.com/office/drawing/2014/main" id="{DE0184CB-B4E7-E98F-3FE5-BC5460BB7AC8}"/>
              </a:ext>
            </a:extLst>
          </p:cNvPr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Entry Screen –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Rules</a:t>
            </a:r>
            <a:endParaRPr dirty="0"/>
          </a:p>
        </p:txBody>
      </p:sp>
      <p:sp>
        <p:nvSpPr>
          <p:cNvPr id="562" name="Google Shape;562;p36">
            <a:extLst>
              <a:ext uri="{FF2B5EF4-FFF2-40B4-BE49-F238E27FC236}">
                <a16:creationId xmlns:a16="http://schemas.microsoft.com/office/drawing/2014/main" id="{4E85F8F7-99F1-4D77-3426-F6E4AA46F0FC}"/>
              </a:ext>
            </a:extLst>
          </p:cNvPr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84982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3428176A-3455-FAE9-AF6F-5F35F4FA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6" descr="image.png">
            <a:extLst>
              <a:ext uri="{FF2B5EF4-FFF2-40B4-BE49-F238E27FC236}">
                <a16:creationId xmlns:a16="http://schemas.microsoft.com/office/drawing/2014/main" id="{BFE5A109-9376-68C8-B892-C49DEAB451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370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6">
            <a:extLst>
              <a:ext uri="{FF2B5EF4-FFF2-40B4-BE49-F238E27FC236}">
                <a16:creationId xmlns:a16="http://schemas.microsoft.com/office/drawing/2014/main" id="{6F169106-5760-12D5-DD0C-6AD2B8B66648}"/>
              </a:ext>
            </a:extLst>
          </p:cNvPr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Entry Screen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4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– User Interactions</a:t>
            </a:r>
            <a:endParaRPr dirty="0"/>
          </a:p>
        </p:txBody>
      </p:sp>
      <p:sp>
        <p:nvSpPr>
          <p:cNvPr id="562" name="Google Shape;562;p36">
            <a:extLst>
              <a:ext uri="{FF2B5EF4-FFF2-40B4-BE49-F238E27FC236}">
                <a16:creationId xmlns:a16="http://schemas.microsoft.com/office/drawing/2014/main" id="{EA43CFB7-409D-85E5-B736-1A942F4E54CF}"/>
              </a:ext>
            </a:extLst>
          </p:cNvPr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54;p21" descr="image.png">
            <a:extLst>
              <a:ext uri="{FF2B5EF4-FFF2-40B4-BE49-F238E27FC236}">
                <a16:creationId xmlns:a16="http://schemas.microsoft.com/office/drawing/2014/main" id="{61B44E1B-C8C5-CAE0-840A-18DE5EF7B4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999" y="1925274"/>
            <a:ext cx="5524851" cy="391884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56;p21">
            <a:extLst>
              <a:ext uri="{FF2B5EF4-FFF2-40B4-BE49-F238E27FC236}">
                <a16:creationId xmlns:a16="http://schemas.microsoft.com/office/drawing/2014/main" id="{A19D4115-9032-6CB1-1ECD-AAF954CE799F}"/>
              </a:ext>
            </a:extLst>
          </p:cNvPr>
          <p:cNvSpPr txBox="1"/>
          <p:nvPr/>
        </p:nvSpPr>
        <p:spPr>
          <a:xfrm>
            <a:off x="618774" y="2199620"/>
            <a:ext cx="477358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Standard Operations</a:t>
            </a:r>
            <a:endParaRPr dirty="0"/>
          </a:p>
        </p:txBody>
      </p:sp>
      <p:sp>
        <p:nvSpPr>
          <p:cNvPr id="7" name="Google Shape;258;p21">
            <a:extLst>
              <a:ext uri="{FF2B5EF4-FFF2-40B4-BE49-F238E27FC236}">
                <a16:creationId xmlns:a16="http://schemas.microsoft.com/office/drawing/2014/main" id="{07A5EF5B-6F24-A400-BAF2-CEE3046C4EE0}"/>
              </a:ext>
            </a:extLst>
          </p:cNvPr>
          <p:cNvSpPr txBox="1"/>
          <p:nvPr/>
        </p:nvSpPr>
        <p:spPr>
          <a:xfrm>
            <a:off x="618773" y="2573510"/>
            <a:ext cx="4980877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Mutation</a:t>
            </a: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must support three foundational operations: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Save/Commit (persist new or modified records),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Delete (remove or soft-delete data),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Search/Refresh (fetch existing data for modification).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Contextual Feedback: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Providing clear visual cues (color-coded success toasts, modal confirmations for destructive actions like delete) to prevent accidental data loss.</a:t>
            </a:r>
          </a:p>
        </p:txBody>
      </p:sp>
      <p:pic>
        <p:nvPicPr>
          <p:cNvPr id="14" name="Google Shape;254;p21" descr="image.png">
            <a:extLst>
              <a:ext uri="{FF2B5EF4-FFF2-40B4-BE49-F238E27FC236}">
                <a16:creationId xmlns:a16="http://schemas.microsoft.com/office/drawing/2014/main" id="{F42065C5-6FF3-F84B-ED5B-6B5ACCC1232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1105" y="1925274"/>
            <a:ext cx="5489895" cy="39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56;p21">
            <a:extLst>
              <a:ext uri="{FF2B5EF4-FFF2-40B4-BE49-F238E27FC236}">
                <a16:creationId xmlns:a16="http://schemas.microsoft.com/office/drawing/2014/main" id="{ADFBAD79-0D6B-D758-8468-6C30968B20ED}"/>
              </a:ext>
            </a:extLst>
          </p:cNvPr>
          <p:cNvSpPr txBox="1"/>
          <p:nvPr/>
        </p:nvSpPr>
        <p:spPr>
          <a:xfrm>
            <a:off x="6602136" y="2199620"/>
            <a:ext cx="4900901" cy="26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50" b="1" dirty="0">
                <a:solidFill>
                  <a:srgbClr val="005088"/>
                </a:solidFill>
                <a:latin typeface="DM Sans"/>
              </a:rPr>
              <a:t>Advanced usability features</a:t>
            </a:r>
            <a:endParaRPr sz="1650" b="1" dirty="0">
              <a:solidFill>
                <a:srgbClr val="005088"/>
              </a:solidFill>
              <a:latin typeface="DM Sans"/>
            </a:endParaRPr>
          </a:p>
        </p:txBody>
      </p:sp>
      <p:sp>
        <p:nvSpPr>
          <p:cNvPr id="16" name="Google Shape;258;p21">
            <a:extLst>
              <a:ext uri="{FF2B5EF4-FFF2-40B4-BE49-F238E27FC236}">
                <a16:creationId xmlns:a16="http://schemas.microsoft.com/office/drawing/2014/main" id="{860ED89D-E2BA-8021-273D-C4214A057ECB}"/>
              </a:ext>
            </a:extLst>
          </p:cNvPr>
          <p:cNvSpPr txBox="1"/>
          <p:nvPr/>
        </p:nvSpPr>
        <p:spPr>
          <a:xfrm>
            <a:off x="6598474" y="2573510"/>
            <a:ext cx="4900901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Hotkeys: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Binding crucial actions to keyboard shortcuts (e.g., Ctrl + S to save, Esc to cancel) to allow power-users to navigate without touching the mouse.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Tab-Order &amp; Focus Management: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Ensuring logical, sequential navigation using the Tab key through form inputs, preventing erratic cursor jumping.</a:t>
            </a:r>
          </a:p>
        </p:txBody>
      </p:sp>
      <p:sp>
        <p:nvSpPr>
          <p:cNvPr id="3" name="Google Shape;257;p21">
            <a:extLst>
              <a:ext uri="{FF2B5EF4-FFF2-40B4-BE49-F238E27FC236}">
                <a16:creationId xmlns:a16="http://schemas.microsoft.com/office/drawing/2014/main" id="{F6712C8A-E89D-D371-AB30-B18933743735}"/>
              </a:ext>
            </a:extLst>
          </p:cNvPr>
          <p:cNvSpPr/>
          <p:nvPr/>
        </p:nvSpPr>
        <p:spPr>
          <a:xfrm>
            <a:off x="581024" y="2465318"/>
            <a:ext cx="5018626" cy="55574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60;p21">
            <a:extLst>
              <a:ext uri="{FF2B5EF4-FFF2-40B4-BE49-F238E27FC236}">
                <a16:creationId xmlns:a16="http://schemas.microsoft.com/office/drawing/2014/main" id="{4679D76A-94F5-8C03-4E83-363EE6A61320}"/>
              </a:ext>
            </a:extLst>
          </p:cNvPr>
          <p:cNvSpPr/>
          <p:nvPr/>
        </p:nvSpPr>
        <p:spPr>
          <a:xfrm>
            <a:off x="6579236" y="2465318"/>
            <a:ext cx="4920139" cy="55574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2559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C7B34518-9E74-820E-1030-6253F104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1" descr="image.png">
            <a:extLst>
              <a:ext uri="{FF2B5EF4-FFF2-40B4-BE49-F238E27FC236}">
                <a16:creationId xmlns:a16="http://schemas.microsoft.com/office/drawing/2014/main" id="{898BC910-0D63-B738-3F86-7FB46FAD8F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169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5244D10-2279-BE9C-00CA-470CE2592539}"/>
              </a:ext>
            </a:extLst>
          </p:cNvPr>
          <p:cNvGrpSpPr/>
          <p:nvPr/>
        </p:nvGrpSpPr>
        <p:grpSpPr>
          <a:xfrm>
            <a:off x="381000" y="1564054"/>
            <a:ext cx="2680982" cy="4849329"/>
            <a:chOff x="381000" y="1564054"/>
            <a:chExt cx="2680982" cy="4073694"/>
          </a:xfrm>
        </p:grpSpPr>
        <p:pic>
          <p:nvPicPr>
            <p:cNvPr id="254" name="Google Shape;254;p21" descr="image.png">
              <a:extLst>
                <a:ext uri="{FF2B5EF4-FFF2-40B4-BE49-F238E27FC236}">
                  <a16:creationId xmlns:a16="http://schemas.microsoft.com/office/drawing/2014/main" id="{BDF46C11-E4D6-4A9D-8668-E61BFA79C69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1">
              <a:extLst>
                <a:ext uri="{FF2B5EF4-FFF2-40B4-BE49-F238E27FC236}">
                  <a16:creationId xmlns:a16="http://schemas.microsoft.com/office/drawing/2014/main" id="{27D8B74F-ABBA-CC98-ED36-5F1D210D830B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600" b="1" dirty="0">
                  <a:solidFill>
                    <a:srgbClr val="334155"/>
                  </a:solidFill>
                  <a:latin typeface="DM Sans"/>
                </a:rPr>
                <a:t>List-Based Layout</a:t>
              </a:r>
              <a:endParaRPr sz="1200" dirty="0"/>
            </a:p>
          </p:txBody>
        </p:sp>
        <p:sp>
          <p:nvSpPr>
            <p:cNvPr id="258" name="Google Shape;258;p21">
              <a:extLst>
                <a:ext uri="{FF2B5EF4-FFF2-40B4-BE49-F238E27FC236}">
                  <a16:creationId xmlns:a16="http://schemas.microsoft.com/office/drawing/2014/main" id="{FE8B46C1-24FD-FB22-AED2-FB5C53487D57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3128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Structured as a continuous </a:t>
              </a:r>
              <a:r>
                <a:rPr lang="en-US" sz="1600" b="1" i="0" u="sng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tabular matrix 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or </a:t>
              </a:r>
              <a:r>
                <a:rPr lang="en-US" sz="1600" b="1" u="sng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data grid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; </a:t>
              </a: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deal for managing uniform, highly structured entities with few attributes </a:t>
              </a: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endParaRPr lang="en-US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>
                  <a:latin typeface="DM Sans"/>
                  <a:ea typeface="DM Sans"/>
                  <a:cs typeface="DM Sans"/>
                  <a:sym typeface="DM Sans"/>
                </a:rPr>
                <a:t>Examples:</a:t>
              </a:r>
            </a:p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DM Sans"/>
                  <a:ea typeface="DM Sans"/>
                  <a:cs typeface="DM Sans"/>
                  <a:sym typeface="DM Sans"/>
                </a:rPr>
                <a:t>C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onfiguring product categories, </a:t>
              </a:r>
            </a:p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DM Sans"/>
                  <a:ea typeface="DM Sans"/>
                  <a:cs typeface="DM Sans"/>
                  <a:sym typeface="DM Sans"/>
                </a:rPr>
                <a:t>Cl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ass rosters</a:t>
              </a:r>
            </a:p>
          </p:txBody>
        </p:sp>
      </p:grpSp>
      <p:sp>
        <p:nvSpPr>
          <p:cNvPr id="274" name="Google Shape;274;p21">
            <a:extLst>
              <a:ext uri="{FF2B5EF4-FFF2-40B4-BE49-F238E27FC236}">
                <a16:creationId xmlns:a16="http://schemas.microsoft.com/office/drawing/2014/main" id="{AA3DADC7-8BC2-898F-CB49-0408BAB96C11}"/>
              </a:ext>
            </a:extLst>
          </p:cNvPr>
          <p:cNvSpPr txBox="1"/>
          <p:nvPr/>
        </p:nvSpPr>
        <p:spPr>
          <a:xfrm>
            <a:off x="752475" y="6577161"/>
            <a:ext cx="6667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21">
            <a:extLst>
              <a:ext uri="{FF2B5EF4-FFF2-40B4-BE49-F238E27FC236}">
                <a16:creationId xmlns:a16="http://schemas.microsoft.com/office/drawing/2014/main" id="{182A377E-7B36-4AF2-ED76-D0788AB7FCCF}"/>
              </a:ext>
            </a:extLst>
          </p:cNvPr>
          <p:cNvSpPr txBox="1"/>
          <p:nvPr/>
        </p:nvSpPr>
        <p:spPr>
          <a:xfrm>
            <a:off x="381000" y="718135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Input Screen: </a:t>
            </a:r>
            <a:r>
              <a:rPr lang="en-US" sz="24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Layouts</a:t>
            </a:r>
            <a:endParaRPr sz="1050" dirty="0"/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ED44338B-AF77-701E-61FB-89F991EA2AB0}"/>
              </a:ext>
            </a:extLst>
          </p:cNvPr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E08A3E-6BE9-EECB-43E4-9167733E462B}"/>
              </a:ext>
            </a:extLst>
          </p:cNvPr>
          <p:cNvGrpSpPr/>
          <p:nvPr/>
        </p:nvGrpSpPr>
        <p:grpSpPr>
          <a:xfrm>
            <a:off x="3264021" y="1564054"/>
            <a:ext cx="2680982" cy="4849329"/>
            <a:chOff x="381000" y="1564054"/>
            <a:chExt cx="2680982" cy="4073694"/>
          </a:xfrm>
        </p:grpSpPr>
        <p:pic>
          <p:nvPicPr>
            <p:cNvPr id="8" name="Google Shape;254;p21" descr="image.png">
              <a:extLst>
                <a:ext uri="{FF2B5EF4-FFF2-40B4-BE49-F238E27FC236}">
                  <a16:creationId xmlns:a16="http://schemas.microsoft.com/office/drawing/2014/main" id="{EF75117B-3EA8-106E-20F2-46B19CB5FE7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256;p21">
              <a:extLst>
                <a:ext uri="{FF2B5EF4-FFF2-40B4-BE49-F238E27FC236}">
                  <a16:creationId xmlns:a16="http://schemas.microsoft.com/office/drawing/2014/main" id="{6704C3C6-01C5-4FAC-9EF2-0146101C2A18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vi-VN" sz="1600" b="1" dirty="0">
                  <a:solidFill>
                    <a:srgbClr val="334155"/>
                  </a:solidFill>
                  <a:latin typeface="DM Sans"/>
                </a:rPr>
                <a:t>Profile-Based Layout</a:t>
              </a:r>
              <a:endParaRPr sz="1200" dirty="0"/>
            </a:p>
          </p:txBody>
        </p:sp>
        <p:sp>
          <p:nvSpPr>
            <p:cNvPr id="11" name="Google Shape;258;p21">
              <a:extLst>
                <a:ext uri="{FF2B5EF4-FFF2-40B4-BE49-F238E27FC236}">
                  <a16:creationId xmlns:a16="http://schemas.microsoft.com/office/drawing/2014/main" id="{8F7C9A06-89A9-31A0-8F0E-3BF27CF7E3D6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3231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Structured around a </a:t>
              </a:r>
              <a:r>
                <a:rPr lang="en-US" sz="1600" b="1" i="0" u="sng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singular, highly detailed entity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; </a:t>
              </a: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latin typeface="DM Sans"/>
                  <a:ea typeface="DM Sans"/>
                  <a:cs typeface="DM Sans"/>
                  <a:sym typeface="DM Sans"/>
                </a:rPr>
                <a:t>G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roups broad attribute sets into clean sections or tabs </a:t>
              </a: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endParaRPr lang="en-US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endParaRPr lang="en-US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>
                  <a:latin typeface="DM Sans"/>
                  <a:ea typeface="DM Sans"/>
                  <a:cs typeface="DM Sans"/>
                  <a:sym typeface="DM Sans"/>
                </a:rPr>
                <a:t>Examples:</a:t>
              </a:r>
            </a:p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tudent profiles, </a:t>
              </a:r>
            </a:p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DM Sans"/>
                  <a:ea typeface="DM Sans"/>
                  <a:cs typeface="DM Sans"/>
                  <a:sym typeface="DM Sans"/>
                </a:rPr>
                <a:t>E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mployee medical histories.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6289BE-C9F8-E962-E027-E357F925C386}"/>
              </a:ext>
            </a:extLst>
          </p:cNvPr>
          <p:cNvGrpSpPr/>
          <p:nvPr/>
        </p:nvGrpSpPr>
        <p:grpSpPr>
          <a:xfrm>
            <a:off x="6163804" y="1564054"/>
            <a:ext cx="2680982" cy="4849329"/>
            <a:chOff x="381000" y="1564054"/>
            <a:chExt cx="2680982" cy="4073694"/>
          </a:xfrm>
        </p:grpSpPr>
        <p:pic>
          <p:nvPicPr>
            <p:cNvPr id="13" name="Google Shape;254;p21" descr="image.png">
              <a:extLst>
                <a:ext uri="{FF2B5EF4-FFF2-40B4-BE49-F238E27FC236}">
                  <a16:creationId xmlns:a16="http://schemas.microsoft.com/office/drawing/2014/main" id="{347E7519-A367-DFAE-FDDA-8D3371CAF9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256;p21">
              <a:extLst>
                <a:ext uri="{FF2B5EF4-FFF2-40B4-BE49-F238E27FC236}">
                  <a16:creationId xmlns:a16="http://schemas.microsoft.com/office/drawing/2014/main" id="{0E98BF9C-6ED2-E25E-8B21-5B1D7AE1056A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600" b="1" dirty="0">
                  <a:solidFill>
                    <a:srgbClr val="334155"/>
                  </a:solidFill>
                  <a:latin typeface="DM Sans"/>
                </a:rPr>
                <a:t>Form-Based Layout</a:t>
              </a:r>
              <a:endParaRPr sz="1200" dirty="0"/>
            </a:p>
          </p:txBody>
        </p:sp>
        <p:sp>
          <p:nvSpPr>
            <p:cNvPr id="16" name="Google Shape;258;p21">
              <a:extLst>
                <a:ext uri="{FF2B5EF4-FFF2-40B4-BE49-F238E27FC236}">
                  <a16:creationId xmlns:a16="http://schemas.microsoft.com/office/drawing/2014/main" id="{95AA5D0A-2B1E-BDBC-2754-F49ECC9623F2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3025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Mimics real-world paper forms, featuring a master header section linked to multiple line-item detail rows.</a:t>
              </a: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endParaRPr lang="en-US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endParaRPr lang="en-US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endParaRPr lang="en-US" dirty="0">
                <a:latin typeface="DM Sans"/>
                <a:ea typeface="DM Sans"/>
                <a:cs typeface="DM Sans"/>
                <a:sym typeface="DM Sans"/>
              </a:endParaRPr>
            </a:p>
            <a:p>
              <a:pPr marR="0" lvl="0" algn="l" rtl="0">
                <a:spcBef>
                  <a:spcPts val="600"/>
                </a:spcBef>
                <a:spcAft>
                  <a:spcPts val="600"/>
                </a:spcAft>
              </a:pPr>
              <a:r>
                <a:rPr lang="en-US" dirty="0">
                  <a:latin typeface="DM Sans"/>
                  <a:ea typeface="DM Sans"/>
                  <a:cs typeface="DM Sans"/>
                  <a:sym typeface="DM Sans"/>
                </a:rPr>
                <a:t>Examples:</a:t>
              </a:r>
            </a:p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Sales Invoices, </a:t>
              </a:r>
            </a:p>
            <a:p>
              <a:pPr marL="285750" marR="0" lvl="0" indent="-285750" algn="l" rtl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0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Purchase Orders.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32C804-C9CE-7DEE-9897-A839F680F9C1}"/>
              </a:ext>
            </a:extLst>
          </p:cNvPr>
          <p:cNvGrpSpPr/>
          <p:nvPr/>
        </p:nvGrpSpPr>
        <p:grpSpPr>
          <a:xfrm>
            <a:off x="9080374" y="1564054"/>
            <a:ext cx="2680982" cy="4849329"/>
            <a:chOff x="381000" y="1564054"/>
            <a:chExt cx="2680982" cy="4073694"/>
          </a:xfrm>
        </p:grpSpPr>
        <p:pic>
          <p:nvPicPr>
            <p:cNvPr id="18" name="Google Shape;254;p21" descr="image.png">
              <a:extLst>
                <a:ext uri="{FF2B5EF4-FFF2-40B4-BE49-F238E27FC236}">
                  <a16:creationId xmlns:a16="http://schemas.microsoft.com/office/drawing/2014/main" id="{6EEE845D-1775-366F-1D7F-B9196E150FC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1000" y="1564054"/>
              <a:ext cx="2680982" cy="4073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256;p21">
              <a:extLst>
                <a:ext uri="{FF2B5EF4-FFF2-40B4-BE49-F238E27FC236}">
                  <a16:creationId xmlns:a16="http://schemas.microsoft.com/office/drawing/2014/main" id="{C686E6F3-F815-E06A-795B-AC9FC519E7E2}"/>
                </a:ext>
              </a:extLst>
            </p:cNvPr>
            <p:cNvSpPr txBox="1"/>
            <p:nvPr/>
          </p:nvSpPr>
          <p:spPr>
            <a:xfrm>
              <a:off x="581025" y="1764078"/>
              <a:ext cx="23212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600" b="1" dirty="0">
                  <a:solidFill>
                    <a:srgbClr val="334155"/>
                  </a:solidFill>
                  <a:latin typeface="DM Sans"/>
                </a:rPr>
                <a:t>Hybrid Layout</a:t>
              </a:r>
              <a:endParaRPr sz="1200" dirty="0"/>
            </a:p>
          </p:txBody>
        </p:sp>
        <p:sp>
          <p:nvSpPr>
            <p:cNvPr id="21" name="Google Shape;258;p21">
              <a:extLst>
                <a:ext uri="{FF2B5EF4-FFF2-40B4-BE49-F238E27FC236}">
                  <a16:creationId xmlns:a16="http://schemas.microsoft.com/office/drawing/2014/main" id="{FC7F8784-92B9-36C4-5D97-51C952FBC975}"/>
                </a:ext>
              </a:extLst>
            </p:cNvPr>
            <p:cNvSpPr txBox="1"/>
            <p:nvPr/>
          </p:nvSpPr>
          <p:spPr>
            <a:xfrm>
              <a:off x="581025" y="2356082"/>
              <a:ext cx="2321201" cy="956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latin typeface="DM Sans"/>
                  <a:sym typeface="DM Sans"/>
                </a:rPr>
                <a:t>Blends the above layouts to accommodate complex business workflows.</a:t>
              </a:r>
              <a:endParaRPr sz="1600" dirty="0">
                <a:latin typeface="DM Sans"/>
              </a:endParaRPr>
            </a:p>
          </p:txBody>
        </p:sp>
      </p:grpSp>
      <p:sp>
        <p:nvSpPr>
          <p:cNvPr id="2" name="Google Shape;257;p21">
            <a:extLst>
              <a:ext uri="{FF2B5EF4-FFF2-40B4-BE49-F238E27FC236}">
                <a16:creationId xmlns:a16="http://schemas.microsoft.com/office/drawing/2014/main" id="{5674FD43-94E2-2B8F-7935-D4145FFCC35E}"/>
              </a:ext>
            </a:extLst>
          </p:cNvPr>
          <p:cNvSpPr/>
          <p:nvPr/>
        </p:nvSpPr>
        <p:spPr>
          <a:xfrm flipV="1">
            <a:off x="581025" y="2080053"/>
            <a:ext cx="2252352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57;p21">
            <a:extLst>
              <a:ext uri="{FF2B5EF4-FFF2-40B4-BE49-F238E27FC236}">
                <a16:creationId xmlns:a16="http://schemas.microsoft.com/office/drawing/2014/main" id="{E46AFA74-D24D-7C17-DF5A-88C96266775B}"/>
              </a:ext>
            </a:extLst>
          </p:cNvPr>
          <p:cNvSpPr/>
          <p:nvPr/>
        </p:nvSpPr>
        <p:spPr>
          <a:xfrm flipV="1">
            <a:off x="6363829" y="2080053"/>
            <a:ext cx="2252352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57;p21">
            <a:extLst>
              <a:ext uri="{FF2B5EF4-FFF2-40B4-BE49-F238E27FC236}">
                <a16:creationId xmlns:a16="http://schemas.microsoft.com/office/drawing/2014/main" id="{10728233-7EA8-4354-706A-448BC2853B0E}"/>
              </a:ext>
            </a:extLst>
          </p:cNvPr>
          <p:cNvSpPr/>
          <p:nvPr/>
        </p:nvSpPr>
        <p:spPr>
          <a:xfrm flipV="1">
            <a:off x="3462689" y="2080053"/>
            <a:ext cx="2252352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57;p21">
            <a:extLst>
              <a:ext uri="{FF2B5EF4-FFF2-40B4-BE49-F238E27FC236}">
                <a16:creationId xmlns:a16="http://schemas.microsoft.com/office/drawing/2014/main" id="{D34FD06E-690D-A2B1-425D-08CBAB79D78E}"/>
              </a:ext>
            </a:extLst>
          </p:cNvPr>
          <p:cNvSpPr/>
          <p:nvPr/>
        </p:nvSpPr>
        <p:spPr>
          <a:xfrm flipV="1">
            <a:off x="9263256" y="2080053"/>
            <a:ext cx="2252352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49467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15C437C6-16A2-A1A8-46EF-5D811F6E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1" descr="image.png">
            <a:extLst>
              <a:ext uri="{FF2B5EF4-FFF2-40B4-BE49-F238E27FC236}">
                <a16:creationId xmlns:a16="http://schemas.microsoft.com/office/drawing/2014/main" id="{07186B81-1446-9807-0840-3358290AB0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16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>
            <a:extLst>
              <a:ext uri="{FF2B5EF4-FFF2-40B4-BE49-F238E27FC236}">
                <a16:creationId xmlns:a16="http://schemas.microsoft.com/office/drawing/2014/main" id="{4ADA69DC-A871-D3D5-E7FE-28D8D4B406E0}"/>
              </a:ext>
            </a:extLst>
          </p:cNvPr>
          <p:cNvSpPr txBox="1"/>
          <p:nvPr/>
        </p:nvSpPr>
        <p:spPr>
          <a:xfrm>
            <a:off x="752475" y="6577161"/>
            <a:ext cx="6667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21">
            <a:extLst>
              <a:ext uri="{FF2B5EF4-FFF2-40B4-BE49-F238E27FC236}">
                <a16:creationId xmlns:a16="http://schemas.microsoft.com/office/drawing/2014/main" id="{1052B0BD-ADBC-437E-E141-40C04EC3980C}"/>
              </a:ext>
            </a:extLst>
          </p:cNvPr>
          <p:cNvSpPr txBox="1"/>
          <p:nvPr/>
        </p:nvSpPr>
        <p:spPr>
          <a:xfrm>
            <a:off x="381000" y="718135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Input Screen: </a:t>
            </a:r>
            <a:r>
              <a:rPr lang="en-US" sz="24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List-based &amp; Form-based layout’ examples</a:t>
            </a:r>
            <a:endParaRPr sz="1050" dirty="0"/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95F415B2-EE4A-CB94-C259-ABFA6CB06A93}"/>
              </a:ext>
            </a:extLst>
          </p:cNvPr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3BE937-A4FD-829D-C493-96A7DF4B3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1813172"/>
            <a:ext cx="5489420" cy="41416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DD6528-4A14-8163-504F-BE4E58B4E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40" y="1813171"/>
            <a:ext cx="4489867" cy="414167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69593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C9481FDA-A7B8-55A2-D82D-3DF5005A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1" descr="image.png">
            <a:extLst>
              <a:ext uri="{FF2B5EF4-FFF2-40B4-BE49-F238E27FC236}">
                <a16:creationId xmlns:a16="http://schemas.microsoft.com/office/drawing/2014/main" id="{93F046F5-B80A-93FE-AC85-95DAF62C23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16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>
            <a:extLst>
              <a:ext uri="{FF2B5EF4-FFF2-40B4-BE49-F238E27FC236}">
                <a16:creationId xmlns:a16="http://schemas.microsoft.com/office/drawing/2014/main" id="{D9FA5927-2B8E-C503-53A4-74128428679E}"/>
              </a:ext>
            </a:extLst>
          </p:cNvPr>
          <p:cNvSpPr txBox="1"/>
          <p:nvPr/>
        </p:nvSpPr>
        <p:spPr>
          <a:xfrm>
            <a:off x="752475" y="6577161"/>
            <a:ext cx="6667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21">
            <a:extLst>
              <a:ext uri="{FF2B5EF4-FFF2-40B4-BE49-F238E27FC236}">
                <a16:creationId xmlns:a16="http://schemas.microsoft.com/office/drawing/2014/main" id="{1E0BBADD-637B-9F53-2450-4050C6D7B8F5}"/>
              </a:ext>
            </a:extLst>
          </p:cNvPr>
          <p:cNvSpPr txBox="1"/>
          <p:nvPr/>
        </p:nvSpPr>
        <p:spPr>
          <a:xfrm>
            <a:off x="381000" y="718135"/>
            <a:ext cx="1181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Input Screen: </a:t>
            </a:r>
            <a:r>
              <a:rPr lang="en-US" sz="24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Profile-based layout example</a:t>
            </a:r>
            <a:endParaRPr sz="1050" dirty="0"/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3A72198C-FD0B-807D-5E5B-879E5F06E0C4}"/>
              </a:ext>
            </a:extLst>
          </p:cNvPr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6AE295-922F-8A14-5ED3-A1D2FFC3F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2" y="1603696"/>
            <a:ext cx="10457982" cy="509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688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7"/>
          <p:cNvSpPr/>
          <p:nvPr/>
        </p:nvSpPr>
        <p:spPr>
          <a:xfrm>
            <a:off x="452437" y="5354688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7"/>
          <p:cNvSpPr txBox="1"/>
          <p:nvPr/>
        </p:nvSpPr>
        <p:spPr>
          <a:xfrm>
            <a:off x="595312" y="5497563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The Spotify search bar updates instantly as you type each letter. </a:t>
            </a:r>
            <a:endParaRPr dirty="0"/>
          </a:p>
        </p:txBody>
      </p:sp>
      <p:sp>
        <p:nvSpPr>
          <p:cNvPr id="577" name="Google Shape;577;p37"/>
          <p:cNvSpPr txBox="1"/>
          <p:nvPr/>
        </p:nvSpPr>
        <p:spPr>
          <a:xfrm>
            <a:off x="381000" y="1941962"/>
            <a:ext cx="5286375" cy="302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Simplicity: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single, prominent search bar is often better than complex filters.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Helpfulness:</a:t>
            </a:r>
            <a:r>
              <a:rPr lang="en-US" sz="16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Support auto-suggestions and fuzzy matching for typos.</a:t>
            </a:r>
            <a:endParaRPr lang="en-US" sz="18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Transparency: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Clearly show the results found and the active filters.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"Zero State":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helpful feedback if no results are found.</a:t>
            </a:r>
            <a:endParaRPr lang="en-US" sz="1600" dirty="0"/>
          </a:p>
        </p:txBody>
      </p:sp>
      <p:sp>
        <p:nvSpPr>
          <p:cNvPr id="581" name="Google Shape;581;p37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Search &amp; Query Screens</a:t>
            </a:r>
            <a:endParaRPr dirty="0"/>
          </a:p>
        </p:txBody>
      </p:sp>
      <p:sp>
        <p:nvSpPr>
          <p:cNvPr id="582" name="Google Shape;582;p37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AB8A3F-07BF-31B1-ADC3-5E3DF4696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1581238"/>
            <a:ext cx="58388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331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>
          <a:extLst>
            <a:ext uri="{FF2B5EF4-FFF2-40B4-BE49-F238E27FC236}">
              <a16:creationId xmlns:a16="http://schemas.microsoft.com/office/drawing/2014/main" id="{629D53A5-67CE-1A21-6DE4-AE614155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7" descr="image.png">
            <a:extLst>
              <a:ext uri="{FF2B5EF4-FFF2-40B4-BE49-F238E27FC236}">
                <a16:creationId xmlns:a16="http://schemas.microsoft.com/office/drawing/2014/main" id="{372901CC-138D-A1CE-1370-B01681F56D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7">
            <a:extLst>
              <a:ext uri="{FF2B5EF4-FFF2-40B4-BE49-F238E27FC236}">
                <a16:creationId xmlns:a16="http://schemas.microsoft.com/office/drawing/2014/main" id="{EC0932F7-A8D8-65E5-CEB0-605F343D4BF8}"/>
              </a:ext>
            </a:extLst>
          </p:cNvPr>
          <p:cNvSpPr txBox="1"/>
          <p:nvPr/>
        </p:nvSpPr>
        <p:spPr>
          <a:xfrm>
            <a:off x="325342" y="1705451"/>
            <a:ext cx="11485658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/>
              <a:t>Input Standard Criteria</a:t>
            </a:r>
            <a:r>
              <a:rPr lang="vi-VN" sz="1800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i="1" dirty="0"/>
              <a:t>Logical Expression Search</a:t>
            </a:r>
            <a:r>
              <a:rPr lang="vi-VN" sz="1600" dirty="0"/>
              <a:t>: Provides combinations of criteria using operators (AND, OR, NOT) via dropdowns.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i="1" dirty="0"/>
              <a:t>Tree-Structured Search</a:t>
            </a:r>
            <a:r>
              <a:rPr lang="vi-VN" sz="1600" dirty="0"/>
              <a:t>: Hierarchical drill-downs, allowing users to browse down from categories to specific files.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i="1" dirty="0"/>
              <a:t>Integrated Search Form</a:t>
            </a:r>
            <a:r>
              <a:rPr lang="vi-VN" sz="1600" dirty="0"/>
              <a:t>: Offers a single global text bar combined with advanced multi-field filter panels.</a:t>
            </a:r>
          </a:p>
        </p:txBody>
      </p:sp>
      <p:sp>
        <p:nvSpPr>
          <p:cNvPr id="581" name="Google Shape;581;p37">
            <a:extLst>
              <a:ext uri="{FF2B5EF4-FFF2-40B4-BE49-F238E27FC236}">
                <a16:creationId xmlns:a16="http://schemas.microsoft.com/office/drawing/2014/main" id="{162EF2CF-D091-F85A-AE6A-6E2222F9B490}"/>
              </a:ext>
            </a:extLst>
          </p:cNvPr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Search &amp; Query Screens</a:t>
            </a:r>
            <a:endParaRPr dirty="0"/>
          </a:p>
        </p:txBody>
      </p:sp>
      <p:sp>
        <p:nvSpPr>
          <p:cNvPr id="582" name="Google Shape;582;p37">
            <a:extLst>
              <a:ext uri="{FF2B5EF4-FFF2-40B4-BE49-F238E27FC236}">
                <a16:creationId xmlns:a16="http://schemas.microsoft.com/office/drawing/2014/main" id="{B1A8B388-0D72-15E8-2071-5DB837275C31}"/>
              </a:ext>
            </a:extLst>
          </p:cNvPr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8F8EC-36AD-B8D6-3A02-56B5AB350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87" y="3516810"/>
            <a:ext cx="4638898" cy="3225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69219B-3C57-D55A-094C-46A19DB24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323" y="3516809"/>
            <a:ext cx="4638898" cy="322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90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>
          <a:extLst>
            <a:ext uri="{FF2B5EF4-FFF2-40B4-BE49-F238E27FC236}">
              <a16:creationId xmlns:a16="http://schemas.microsoft.com/office/drawing/2014/main" id="{89B2704A-9E16-9A0C-F9A0-D74CBEA6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7" descr="image.png">
            <a:extLst>
              <a:ext uri="{FF2B5EF4-FFF2-40B4-BE49-F238E27FC236}">
                <a16:creationId xmlns:a16="http://schemas.microsoft.com/office/drawing/2014/main" id="{5B2A0622-7B91-1A36-9D83-1A9992339D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7">
            <a:extLst>
              <a:ext uri="{FF2B5EF4-FFF2-40B4-BE49-F238E27FC236}">
                <a16:creationId xmlns:a16="http://schemas.microsoft.com/office/drawing/2014/main" id="{6535D56D-B505-8B41-D3E5-63C04A961EAC}"/>
              </a:ext>
            </a:extLst>
          </p:cNvPr>
          <p:cNvSpPr txBox="1"/>
          <p:nvPr/>
        </p:nvSpPr>
        <p:spPr>
          <a:xfrm>
            <a:off x="325341" y="1705451"/>
            <a:ext cx="7419229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/>
              <a:t>Results Grid Presentation (Phần màn hình kết xuất kết quả)</a:t>
            </a:r>
            <a:r>
              <a:rPr lang="vi-VN" sz="1800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i="1" dirty="0"/>
              <a:t>Notification Alert Style</a:t>
            </a:r>
            <a:r>
              <a:rPr lang="vi-VN" dirty="0"/>
              <a:t>: Displays a brief text message if zero or a singular record matches.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i="1" dirty="0"/>
              <a:t>Flat Data Table Grid</a:t>
            </a:r>
            <a:r>
              <a:rPr lang="vi-VN" dirty="0"/>
              <a:t>: Traditional row-and-column data grid with sorting and pagination controls</a:t>
            </a:r>
            <a:r>
              <a:rPr lang="en-US" dirty="0"/>
              <a:t>.</a:t>
            </a:r>
            <a:endParaRPr lang="vi-VN" dirty="0"/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i="1" dirty="0"/>
              <a:t>Relational Master-Detail List</a:t>
            </a:r>
            <a:r>
              <a:rPr lang="vi-VN" dirty="0"/>
              <a:t>: Selecting a row instantly expands its underlying, linked child datasets.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i="1" dirty="0"/>
              <a:t>Hierarchical Tree Grid </a:t>
            </a:r>
            <a:r>
              <a:rPr lang="vi-VN" dirty="0"/>
              <a:t>: Grouped, expandable parent-child structures.</a:t>
            </a:r>
          </a:p>
        </p:txBody>
      </p:sp>
      <p:sp>
        <p:nvSpPr>
          <p:cNvPr id="581" name="Google Shape;581;p37">
            <a:extLst>
              <a:ext uri="{FF2B5EF4-FFF2-40B4-BE49-F238E27FC236}">
                <a16:creationId xmlns:a16="http://schemas.microsoft.com/office/drawing/2014/main" id="{FC48A8E3-89E9-38B7-D6BE-82EEEAD6DD83}"/>
              </a:ext>
            </a:extLst>
          </p:cNvPr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Search &amp; Query Screens</a:t>
            </a:r>
            <a:endParaRPr dirty="0"/>
          </a:p>
        </p:txBody>
      </p:sp>
      <p:sp>
        <p:nvSpPr>
          <p:cNvPr id="582" name="Google Shape;582;p37">
            <a:extLst>
              <a:ext uri="{FF2B5EF4-FFF2-40B4-BE49-F238E27FC236}">
                <a16:creationId xmlns:a16="http://schemas.microsoft.com/office/drawing/2014/main" id="{C217B33B-0489-6CA9-D2CF-D9B401E18A44}"/>
              </a:ext>
            </a:extLst>
          </p:cNvPr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079BCC-EEF7-41B1-30B5-1FC372E69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37" y="4063388"/>
            <a:ext cx="3721873" cy="26057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6433C4-7232-0D0D-7F99-253244BA3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947" y="4063388"/>
            <a:ext cx="3068543" cy="2605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6633F5-F295-4081-4ADD-348E49AD5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3068" y="1699182"/>
            <a:ext cx="3943895" cy="496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263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8"/>
          <p:cNvSpPr/>
          <p:nvPr/>
        </p:nvSpPr>
        <p:spPr>
          <a:xfrm>
            <a:off x="438150" y="5246637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8"/>
          <p:cNvSpPr txBox="1"/>
          <p:nvPr/>
        </p:nvSpPr>
        <p:spPr>
          <a:xfrm>
            <a:off x="581025" y="5389512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Tip: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Ensure that the digital report remains readable when printed in grayscale. </a:t>
            </a:r>
            <a:endParaRPr dirty="0"/>
          </a:p>
        </p:txBody>
      </p:sp>
      <p:sp>
        <p:nvSpPr>
          <p:cNvPr id="599" name="Google Shape;599;p38"/>
          <p:cNvSpPr txBox="1"/>
          <p:nvPr/>
        </p:nvSpPr>
        <p:spPr>
          <a:xfrm>
            <a:off x="381000" y="1807159"/>
            <a:ext cx="528637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Scannability</a:t>
            </a: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Tables should have clear headers and row stripes.</a:t>
            </a: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Visualization: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charts (bar, pie, line) for trend analysis.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Actionable: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Reports should allow users to click through to details.</a:t>
            </a:r>
            <a:endParaRPr lang="en-US"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Exportability: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options for PDF or Excel versions.</a:t>
            </a:r>
            <a:endParaRPr sz="1200" dirty="0"/>
          </a:p>
        </p:txBody>
      </p:sp>
      <p:pic>
        <p:nvPicPr>
          <p:cNvPr id="600" name="Google Shape;600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8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Report &amp; Result Screens</a:t>
            </a:r>
            <a:endParaRPr dirty="0"/>
          </a:p>
        </p:txBody>
      </p:sp>
      <p:sp>
        <p:nvSpPr>
          <p:cNvPr id="602" name="Google Shape;602;p38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6382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9"/>
          <p:cNvSpPr/>
          <p:nvPr/>
        </p:nvSpPr>
        <p:spPr>
          <a:xfrm>
            <a:off x="435665" y="6097638"/>
            <a:ext cx="11430000" cy="578976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9"/>
          <p:cNvSpPr txBox="1"/>
          <p:nvPr/>
        </p:nvSpPr>
        <p:spPr>
          <a:xfrm>
            <a:off x="588478" y="6270352"/>
            <a:ext cx="10838793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Good Design:</a:t>
            </a:r>
            <a:r>
              <a:rPr lang="en-US" sz="1350" b="0" i="1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Notifications should not cover up critical navigation elements. </a:t>
            </a:r>
            <a:endParaRPr dirty="0"/>
          </a:p>
        </p:txBody>
      </p:sp>
      <p:sp>
        <p:nvSpPr>
          <p:cNvPr id="619" name="Google Shape;619;p39"/>
          <p:cNvSpPr txBox="1"/>
          <p:nvPr/>
        </p:nvSpPr>
        <p:spPr>
          <a:xfrm>
            <a:off x="381001" y="1866333"/>
            <a:ext cx="406676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Attention Levels: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 (Errors), Medium (Warnings), Low (Info).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Placement: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banners for site-wide info; toast alerts for actions.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Icons/Color: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color semantics consistently (Red=Error, Green=Success).</a:t>
            </a:r>
            <a:endParaRPr lang="en-US"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Dismissibility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Users must be able to dismiss notifications easily.</a:t>
            </a:r>
            <a:endParaRPr sz="1600" dirty="0"/>
          </a:p>
        </p:txBody>
      </p:sp>
      <p:sp>
        <p:nvSpPr>
          <p:cNvPr id="621" name="Google Shape;621;p39"/>
          <p:cNvSpPr txBox="1"/>
          <p:nvPr/>
        </p:nvSpPr>
        <p:spPr>
          <a:xfrm>
            <a:off x="381000" y="760362"/>
            <a:ext cx="1181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Notifications &amp; Feedback 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sym typeface="Merriweather"/>
              </a:rPr>
              <a:t>Screen</a:t>
            </a:r>
            <a:endParaRPr sz="3600" b="1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622" name="Google Shape;622;p39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47503-F0A3-93EF-2A13-D1532E46C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221" y="2021476"/>
            <a:ext cx="7621779" cy="362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919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/>
          <p:nvPr/>
        </p:nvSpPr>
        <p:spPr>
          <a:xfrm>
            <a:off x="381000" y="5945183"/>
            <a:ext cx="6686550" cy="6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495300" y="6059483"/>
            <a:ext cx="64579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HCI Rule:</a:t>
            </a:r>
            <a:r>
              <a:rPr lang="en-US" sz="1275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Never show an error message without a constructive suggestion on how to fix it. </a:t>
            </a:r>
            <a:endParaRPr/>
          </a:p>
        </p:txBody>
      </p:sp>
      <p:sp>
        <p:nvSpPr>
          <p:cNvPr id="357" name="Google Shape;357;p25"/>
          <p:cNvSpPr txBox="1"/>
          <p:nvPr/>
        </p:nvSpPr>
        <p:spPr>
          <a:xfrm>
            <a:off x="329706" y="1832128"/>
            <a:ext cx="3819882" cy="371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Types: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Informational, Success, Warning, Error.</a:t>
            </a:r>
            <a:endParaRPr lang="en-US" sz="16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Timing: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Show immediately after an action (Feedback).</a:t>
            </a:r>
            <a:endParaRPr lang="en-US" sz="1600" dirty="0"/>
          </a:p>
          <a:p>
            <a:pPr marL="285750" indent="-28575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Non-Intrusive: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"Toasts" for minor events; "Modals" for critical errors.</a:t>
            </a:r>
            <a:endParaRPr lang="en-US" sz="1600" dirty="0"/>
          </a:p>
          <a:p>
            <a:pPr marL="285750" marR="0" lvl="0" indent="-285750" algn="l" rt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Actionable: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Provide a way to resolve the problem within the alert.</a:t>
            </a:r>
            <a:endParaRPr sz="1600" dirty="0"/>
          </a:p>
        </p:txBody>
      </p:sp>
      <p:sp>
        <p:nvSpPr>
          <p:cNvPr id="359" name="Google Shape;359;p25"/>
          <p:cNvSpPr txBox="1"/>
          <p:nvPr/>
        </p:nvSpPr>
        <p:spPr>
          <a:xfrm>
            <a:off x="381000" y="728811"/>
            <a:ext cx="118110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Designing System Notifications</a:t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381000" y="1300311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580D7D-80D1-C5BA-9CAA-0F7241D6C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593" y="2019597"/>
            <a:ext cx="8071407" cy="332138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3337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42"/>
          <p:cNvSpPr/>
          <p:nvPr/>
        </p:nvSpPr>
        <p:spPr>
          <a:xfrm>
            <a:off x="381000" y="4716809"/>
            <a:ext cx="5524500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2"/>
          <p:cNvSpPr txBox="1"/>
          <p:nvPr/>
        </p:nvSpPr>
        <p:spPr>
          <a:xfrm>
            <a:off x="523875" y="4859684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Trend:</a:t>
            </a:r>
            <a:r>
              <a:rPr lang="en-US" sz="1350" b="0" i="1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Skeuomorphism (Real-world look) → Flat Design → Neumorphism (Soft UI). </a:t>
            </a:r>
            <a:endParaRPr/>
          </a:p>
        </p:txBody>
      </p:sp>
      <p:sp>
        <p:nvSpPr>
          <p:cNvPr id="671" name="Google Shape;671;p42"/>
          <p:cNvSpPr/>
          <p:nvPr/>
        </p:nvSpPr>
        <p:spPr>
          <a:xfrm>
            <a:off x="381000" y="4716809"/>
            <a:ext cx="47625" cy="7429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2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73" name="Google Shape;673;p42"/>
          <p:cNvSpPr txBox="1"/>
          <p:nvPr/>
        </p:nvSpPr>
        <p:spPr>
          <a:xfrm>
            <a:off x="619125" y="1703337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Responsive Design: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Interfaces that adapt perfectly from 4" screens to 40" screens.</a:t>
            </a:r>
            <a:endParaRPr/>
          </a:p>
        </p:txBody>
      </p:sp>
      <p:sp>
        <p:nvSpPr>
          <p:cNvPr id="674" name="Google Shape;674;p42"/>
          <p:cNvSpPr txBox="1"/>
          <p:nvPr/>
        </p:nvSpPr>
        <p:spPr>
          <a:xfrm>
            <a:off x="542925" y="243194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75" name="Google Shape;675;p42"/>
          <p:cNvSpPr txBox="1"/>
          <p:nvPr/>
        </p:nvSpPr>
        <p:spPr>
          <a:xfrm>
            <a:off x="619125" y="2432893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Dark Mode: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Focus on user comfort and energy efficiency.</a:t>
            </a:r>
            <a:endParaRPr/>
          </a:p>
        </p:txBody>
      </p:sp>
      <p:sp>
        <p:nvSpPr>
          <p:cNvPr id="676" name="Google Shape;676;p42"/>
          <p:cNvSpPr txBox="1"/>
          <p:nvPr/>
        </p:nvSpPr>
        <p:spPr>
          <a:xfrm>
            <a:off x="542925" y="316149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77" name="Google Shape;677;p42"/>
          <p:cNvSpPr txBox="1"/>
          <p:nvPr/>
        </p:nvSpPr>
        <p:spPr>
          <a:xfrm>
            <a:off x="619125" y="3162448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VUI (Voice User Interface):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Interacting via language (Siri, Alexa).</a:t>
            </a:r>
            <a:endParaRPr/>
          </a:p>
        </p:txBody>
      </p:sp>
      <p:sp>
        <p:nvSpPr>
          <p:cNvPr id="678" name="Google Shape;678;p42"/>
          <p:cNvSpPr txBox="1"/>
          <p:nvPr/>
        </p:nvSpPr>
        <p:spPr>
          <a:xfrm>
            <a:off x="542925" y="389105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79" name="Google Shape;679;p42"/>
          <p:cNvSpPr txBox="1"/>
          <p:nvPr/>
        </p:nvSpPr>
        <p:spPr>
          <a:xfrm>
            <a:off x="619125" y="3892004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AI-Driven UI: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Interfaces that anticipate user needs based on behavior patterns.</a:t>
            </a:r>
            <a:endParaRPr/>
          </a:p>
        </p:txBody>
      </p:sp>
      <p:pic>
        <p:nvPicPr>
          <p:cNvPr id="680" name="Google Shape;680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2862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2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Trends in Interaction</a:t>
            </a:r>
            <a:endParaRPr/>
          </a:p>
        </p:txBody>
      </p:sp>
      <p:sp>
        <p:nvSpPr>
          <p:cNvPr id="682" name="Google Shape;682;p42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7625" y="1703337"/>
            <a:ext cx="4143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3"/>
          <p:cNvSpPr txBox="1"/>
          <p:nvPr/>
        </p:nvSpPr>
        <p:spPr>
          <a:xfrm>
            <a:off x="542925" y="17023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90" name="Google Shape;690;p43"/>
          <p:cNvSpPr txBox="1"/>
          <p:nvPr/>
        </p:nvSpPr>
        <p:spPr>
          <a:xfrm>
            <a:off x="619125" y="1703337"/>
            <a:ext cx="66675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ISO 25010: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Usability, Reliability, and Performance are linked quality pillars.</a:t>
            </a:r>
            <a:endParaRPr dirty="0"/>
          </a:p>
        </p:txBody>
      </p:sp>
      <p:sp>
        <p:nvSpPr>
          <p:cNvPr id="691" name="Google Shape;691;p43"/>
          <p:cNvSpPr txBox="1"/>
          <p:nvPr/>
        </p:nvSpPr>
        <p:spPr>
          <a:xfrm>
            <a:off x="542925" y="243194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92" name="Google Shape;692;p43"/>
          <p:cNvSpPr txBox="1"/>
          <p:nvPr/>
        </p:nvSpPr>
        <p:spPr>
          <a:xfrm>
            <a:off x="619125" y="2432893"/>
            <a:ext cx="66675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Nielsen's Heuristics: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Use them as a constant compass for usable design.</a:t>
            </a:r>
            <a:endParaRPr/>
          </a:p>
        </p:txBody>
      </p:sp>
      <p:sp>
        <p:nvSpPr>
          <p:cNvPr id="693" name="Google Shape;693;p43"/>
          <p:cNvSpPr txBox="1"/>
          <p:nvPr/>
        </p:nvSpPr>
        <p:spPr>
          <a:xfrm>
            <a:off x="542925" y="316149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94" name="Google Shape;694;p43"/>
          <p:cNvSpPr txBox="1"/>
          <p:nvPr/>
        </p:nvSpPr>
        <p:spPr>
          <a:xfrm>
            <a:off x="619125" y="3162448"/>
            <a:ext cx="66675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Process Flow: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Move from low-fi sketches to high-fi interactive prototypes.</a:t>
            </a:r>
            <a:endParaRPr/>
          </a:p>
        </p:txBody>
      </p:sp>
      <p:sp>
        <p:nvSpPr>
          <p:cNvPr id="695" name="Google Shape;695;p43"/>
          <p:cNvSpPr txBox="1"/>
          <p:nvPr/>
        </p:nvSpPr>
        <p:spPr>
          <a:xfrm>
            <a:off x="542925" y="3891051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696" name="Google Shape;696;p43"/>
          <p:cNvSpPr txBox="1"/>
          <p:nvPr/>
        </p:nvSpPr>
        <p:spPr>
          <a:xfrm>
            <a:off x="619125" y="3892004"/>
            <a:ext cx="66675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Tooling: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Leverage modern tools like Figma for design and collaboration.</a:t>
            </a:r>
            <a:endParaRPr/>
          </a:p>
        </p:txBody>
      </p:sp>
      <p:pic>
        <p:nvPicPr>
          <p:cNvPr id="697" name="Google Shape;697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77150" y="1712862"/>
            <a:ext cx="41243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43"/>
          <p:cNvSpPr txBox="1"/>
          <p:nvPr/>
        </p:nvSpPr>
        <p:spPr>
          <a:xfrm>
            <a:off x="381000" y="760362"/>
            <a:ext cx="1181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5: Summary</a:t>
            </a:r>
            <a:endParaRPr/>
          </a:p>
        </p:txBody>
      </p:sp>
      <p:sp>
        <p:nvSpPr>
          <p:cNvPr id="699" name="Google Shape;699;p43"/>
          <p:cNvSpPr/>
          <p:nvPr/>
        </p:nvSpPr>
        <p:spPr>
          <a:xfrm>
            <a:off x="381000" y="1379487"/>
            <a:ext cx="11430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CAA0"/>
        </a:soli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332607"/>
            <a:ext cx="11430000" cy="4192637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4"/>
          <p:cNvSpPr txBox="1"/>
          <p:nvPr/>
        </p:nvSpPr>
        <p:spPr>
          <a:xfrm>
            <a:off x="695325" y="1904107"/>
            <a:ext cx="108013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Message</a:t>
            </a:r>
            <a:endParaRPr/>
          </a:p>
        </p:txBody>
      </p:sp>
      <p:sp>
        <p:nvSpPr>
          <p:cNvPr id="707" name="Google Shape;707;p44"/>
          <p:cNvSpPr txBox="1"/>
          <p:nvPr/>
        </p:nvSpPr>
        <p:spPr>
          <a:xfrm>
            <a:off x="952500" y="2711797"/>
            <a:ext cx="10287000" cy="15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User-centered design is not just about making software look good; it's about ensuring functionality is accessible, efficient, and consistent, ultimately determining the system's quality and success in the real world.</a:t>
            </a:r>
            <a:endParaRPr/>
          </a:p>
        </p:txBody>
      </p:sp>
      <p:sp>
        <p:nvSpPr>
          <p:cNvPr id="708" name="Google Shape;708;p44"/>
          <p:cNvSpPr txBox="1"/>
          <p:nvPr/>
        </p:nvSpPr>
        <p:spPr>
          <a:xfrm>
            <a:off x="952500" y="4601319"/>
            <a:ext cx="10287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End of Session 5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3"/>
          <p:cNvSpPr txBox="1"/>
          <p:nvPr/>
        </p:nvSpPr>
        <p:spPr>
          <a:xfrm>
            <a:off x="1365408" y="2272605"/>
            <a:ext cx="9461182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&amp; Answers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4263</Words>
  <Application>Microsoft Office PowerPoint</Application>
  <PresentationFormat>Widescreen</PresentationFormat>
  <Paragraphs>462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DM Sans Medium</vt:lpstr>
      <vt:lpstr>Merriweather</vt:lpstr>
      <vt:lpstr>DM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Sophia BUI</cp:lastModifiedBy>
  <cp:revision>1</cp:revision>
  <dcterms:modified xsi:type="dcterms:W3CDTF">2026-05-17T14:55:31Z</dcterms:modified>
</cp:coreProperties>
</file>