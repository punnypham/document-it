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307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310" r:id="rId17"/>
    <p:sldId id="311" r:id="rId18"/>
    <p:sldId id="312" r:id="rId19"/>
    <p:sldId id="315" r:id="rId20"/>
    <p:sldId id="308" r:id="rId21"/>
    <p:sldId id="270" r:id="rId22"/>
    <p:sldId id="271" r:id="rId23"/>
    <p:sldId id="293" r:id="rId24"/>
    <p:sldId id="294" r:id="rId25"/>
    <p:sldId id="295" r:id="rId26"/>
    <p:sldId id="296" r:id="rId27"/>
    <p:sldId id="297" r:id="rId28"/>
    <p:sldId id="298" r:id="rId29"/>
    <p:sldId id="272" r:id="rId30"/>
    <p:sldId id="286" r:id="rId31"/>
    <p:sldId id="273" r:id="rId32"/>
    <p:sldId id="287" r:id="rId33"/>
    <p:sldId id="288" r:id="rId34"/>
    <p:sldId id="289" r:id="rId35"/>
    <p:sldId id="290" r:id="rId36"/>
    <p:sldId id="291" r:id="rId37"/>
    <p:sldId id="299" r:id="rId38"/>
    <p:sldId id="300" r:id="rId39"/>
    <p:sldId id="301" r:id="rId40"/>
    <p:sldId id="274" r:id="rId41"/>
    <p:sldId id="302" r:id="rId42"/>
    <p:sldId id="303" r:id="rId43"/>
    <p:sldId id="304" r:id="rId44"/>
    <p:sldId id="306" r:id="rId45"/>
    <p:sldId id="275" r:id="rId46"/>
    <p:sldId id="343" r:id="rId47"/>
    <p:sldId id="334" r:id="rId48"/>
    <p:sldId id="335" r:id="rId49"/>
    <p:sldId id="336" r:id="rId50"/>
    <p:sldId id="337" r:id="rId51"/>
    <p:sldId id="339" r:id="rId52"/>
    <p:sldId id="340" r:id="rId53"/>
    <p:sldId id="341" r:id="rId54"/>
    <p:sldId id="342" r:id="rId55"/>
    <p:sldId id="333" r:id="rId56"/>
    <p:sldId id="317" r:id="rId57"/>
    <p:sldId id="318" r:id="rId58"/>
    <p:sldId id="319" r:id="rId59"/>
    <p:sldId id="320" r:id="rId60"/>
    <p:sldId id="321" r:id="rId61"/>
    <p:sldId id="325" r:id="rId62"/>
    <p:sldId id="329" r:id="rId63"/>
    <p:sldId id="332" r:id="rId64"/>
    <p:sldId id="324" r:id="rId65"/>
    <p:sldId id="344" r:id="rId66"/>
    <p:sldId id="345" r:id="rId67"/>
    <p:sldId id="346" r:id="rId68"/>
    <p:sldId id="316" r:id="rId69"/>
    <p:sldId id="276" r:id="rId70"/>
    <p:sldId id="277" r:id="rId71"/>
    <p:sldId id="278" r:id="rId72"/>
    <p:sldId id="279" r:id="rId73"/>
    <p:sldId id="280" r:id="rId74"/>
    <p:sldId id="281" r:id="rId75"/>
    <p:sldId id="282" r:id="rId76"/>
    <p:sldId id="283" r:id="rId77"/>
    <p:sldId id="284" r:id="rId78"/>
    <p:sldId id="285" r:id="rId79"/>
  </p:sldIdLst>
  <p:sldSz cx="12192000" cy="6858000"/>
  <p:notesSz cx="6858000" cy="9144000"/>
  <p:embeddedFontLst>
    <p:embeddedFont>
      <p:font typeface="DM Sans" pitchFamily="2" charset="0"/>
      <p:regular r:id="rId81"/>
      <p:bold r:id="rId82"/>
      <p:italic r:id="rId83"/>
      <p:boldItalic r:id="rId84"/>
    </p:embeddedFont>
    <p:embeddedFont>
      <p:font typeface="DM Sans Medium" pitchFamily="2" charset="0"/>
      <p:regular r:id="rId85"/>
      <p:bold r:id="rId86"/>
      <p:italic r:id="rId87"/>
      <p:boldItalic r:id="rId88"/>
    </p:embeddedFont>
    <p:embeddedFont>
      <p:font typeface="Lato" panose="020F0502020204030203" pitchFamily="34" charset="0"/>
      <p:regular r:id="rId89"/>
      <p:bold r:id="rId90"/>
      <p:italic r:id="rId91"/>
      <p:boldItalic r:id="rId92"/>
    </p:embeddedFont>
    <p:embeddedFont>
      <p:font typeface="Merriweather" panose="00000500000000000000" pitchFamily="2" charset="0"/>
      <p:regular r:id="rId93"/>
      <p:bold r:id="rId94"/>
      <p:italic r:id="rId95"/>
      <p:boldItalic r:id="rId96"/>
    </p:embeddedFont>
    <p:embeddedFont>
      <p:font typeface="Poppins" panose="00000500000000000000" pitchFamily="2" charset="0"/>
      <p:regular r:id="rId97"/>
      <p:bold r:id="rId98"/>
      <p:italic r:id="rId99"/>
      <p:boldItalic r:id="rId10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78B3D3-089B-4A4C-A000-CBF2EF5BA420}">
  <a:tblStyle styleId="{D178B3D3-089B-4A4C-A000-CBF2EF5BA42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32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4.fntdata"/><Relationship Id="rId89" Type="http://schemas.openxmlformats.org/officeDocument/2006/relationships/font" Target="fonts/font9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font" Target="fonts/font7.fntdata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font" Target="fonts/font2.fntdata"/><Relationship Id="rId90" Type="http://schemas.openxmlformats.org/officeDocument/2006/relationships/font" Target="fonts/font10.fntdata"/><Relationship Id="rId95" Type="http://schemas.openxmlformats.org/officeDocument/2006/relationships/font" Target="fonts/font1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font" Target="fonts/font20.fntdata"/><Relationship Id="rId105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font" Target="fonts/font5.fntdata"/><Relationship Id="rId93" Type="http://schemas.openxmlformats.org/officeDocument/2006/relationships/font" Target="fonts/font13.fntdata"/><Relationship Id="rId98" Type="http://schemas.openxmlformats.org/officeDocument/2006/relationships/font" Target="fonts/font1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3.fntdata"/><Relationship Id="rId88" Type="http://schemas.openxmlformats.org/officeDocument/2006/relationships/font" Target="fonts/font8.fntdata"/><Relationship Id="rId91" Type="http://schemas.openxmlformats.org/officeDocument/2006/relationships/font" Target="fonts/font11.fntdata"/><Relationship Id="rId96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font" Target="fonts/font1.fntdata"/><Relationship Id="rId86" Type="http://schemas.openxmlformats.org/officeDocument/2006/relationships/font" Target="fonts/font6.fntdata"/><Relationship Id="rId94" Type="http://schemas.openxmlformats.org/officeDocument/2006/relationships/font" Target="fonts/font14.fntdata"/><Relationship Id="rId99" Type="http://schemas.openxmlformats.org/officeDocument/2006/relationships/font" Target="fonts/font19.fntdata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7.fntdata"/><Relationship Id="rId10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ia BUI" userId="5388e7d4eb368e7c" providerId="LiveId" clId="{BE58550D-8E23-4583-8E07-07830BA2D7C5}"/>
    <pc:docChg chg="undo redo custSel addSld delSld modSld sldOrd">
      <pc:chgData name="Sophia BUI" userId="5388e7d4eb368e7c" providerId="LiveId" clId="{BE58550D-8E23-4583-8E07-07830BA2D7C5}" dt="2026-05-16T05:43:14.442" v="2533" actId="14100"/>
      <pc:docMkLst>
        <pc:docMk/>
      </pc:docMkLst>
      <pc:sldChg chg="modNotes">
        <pc:chgData name="Sophia BUI" userId="5388e7d4eb368e7c" providerId="LiveId" clId="{BE58550D-8E23-4583-8E07-07830BA2D7C5}" dt="2026-05-15T07:22:11.881" v="2221"/>
        <pc:sldMkLst>
          <pc:docMk/>
          <pc:sldMk cId="0" sldId="257"/>
        </pc:sldMkLst>
      </pc:sldChg>
      <pc:sldChg chg="delSp modSp mod">
        <pc:chgData name="Sophia BUI" userId="5388e7d4eb368e7c" providerId="LiveId" clId="{BE58550D-8E23-4583-8E07-07830BA2D7C5}" dt="2026-05-12T14:32:14.541" v="8" actId="14100"/>
        <pc:sldMkLst>
          <pc:docMk/>
          <pc:sldMk cId="0" sldId="258"/>
        </pc:sldMkLst>
        <pc:spChg chg="mod">
          <ac:chgData name="Sophia BUI" userId="5388e7d4eb368e7c" providerId="LiveId" clId="{BE58550D-8E23-4583-8E07-07830BA2D7C5}" dt="2026-05-12T14:31:47.358" v="2" actId="14100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Sophia BUI" userId="5388e7d4eb368e7c" providerId="LiveId" clId="{BE58550D-8E23-4583-8E07-07830BA2D7C5}" dt="2026-05-12T14:31:50.686" v="3" actId="14100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Sophia BUI" userId="5388e7d4eb368e7c" providerId="LiveId" clId="{BE58550D-8E23-4583-8E07-07830BA2D7C5}" dt="2026-05-12T14:31:53.734" v="4" actId="14100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Sophia BUI" userId="5388e7d4eb368e7c" providerId="LiveId" clId="{BE58550D-8E23-4583-8E07-07830BA2D7C5}" dt="2026-05-12T14:31:56.462" v="5" actId="14100"/>
          <ac:spMkLst>
            <pc:docMk/>
            <pc:sldMk cId="0" sldId="258"/>
            <ac:spMk id="122" creationId="{00000000-0000-0000-0000-000000000000}"/>
          </ac:spMkLst>
        </pc:spChg>
        <pc:spChg chg="mod">
          <ac:chgData name="Sophia BUI" userId="5388e7d4eb368e7c" providerId="LiveId" clId="{BE58550D-8E23-4583-8E07-07830BA2D7C5}" dt="2026-05-12T14:32:14.541" v="8" actId="14100"/>
          <ac:spMkLst>
            <pc:docMk/>
            <pc:sldMk cId="0" sldId="258"/>
            <ac:spMk id="124" creationId="{00000000-0000-0000-0000-000000000000}"/>
          </ac:spMkLst>
        </pc:spChg>
        <pc:picChg chg="mod">
          <ac:chgData name="Sophia BUI" userId="5388e7d4eb368e7c" providerId="LiveId" clId="{BE58550D-8E23-4583-8E07-07830BA2D7C5}" dt="2026-05-12T14:32:11.851" v="7" actId="14100"/>
          <ac:picMkLst>
            <pc:docMk/>
            <pc:sldMk cId="0" sldId="258"/>
            <ac:picMk id="113" creationId="{00000000-0000-0000-0000-000000000000}"/>
          </ac:picMkLst>
        </pc:picChg>
      </pc:sldChg>
      <pc:sldChg chg="modNotes">
        <pc:chgData name="Sophia BUI" userId="5388e7d4eb368e7c" providerId="LiveId" clId="{BE58550D-8E23-4583-8E07-07830BA2D7C5}" dt="2026-05-15T07:22:11.881" v="2221"/>
        <pc:sldMkLst>
          <pc:docMk/>
          <pc:sldMk cId="0" sldId="259"/>
        </pc:sldMkLst>
      </pc:sldChg>
      <pc:sldChg chg="delSp modSp mod">
        <pc:chgData name="Sophia BUI" userId="5388e7d4eb368e7c" providerId="LiveId" clId="{BE58550D-8E23-4583-8E07-07830BA2D7C5}" dt="2026-05-14T01:19:48.161" v="864" actId="14100"/>
        <pc:sldMkLst>
          <pc:docMk/>
          <pc:sldMk cId="0" sldId="260"/>
        </pc:sldMkLst>
        <pc:spChg chg="mod">
          <ac:chgData name="Sophia BUI" userId="5388e7d4eb368e7c" providerId="LiveId" clId="{BE58550D-8E23-4583-8E07-07830BA2D7C5}" dt="2026-05-14T01:17:42.662" v="820" actId="403"/>
          <ac:spMkLst>
            <pc:docMk/>
            <pc:sldMk cId="0" sldId="260"/>
            <ac:spMk id="143" creationId="{00000000-0000-0000-0000-000000000000}"/>
          </ac:spMkLst>
        </pc:spChg>
        <pc:spChg chg="mod">
          <ac:chgData name="Sophia BUI" userId="5388e7d4eb368e7c" providerId="LiveId" clId="{BE58550D-8E23-4583-8E07-07830BA2D7C5}" dt="2026-05-14T01:17:42.662" v="820" actId="403"/>
          <ac:spMkLst>
            <pc:docMk/>
            <pc:sldMk cId="0" sldId="260"/>
            <ac:spMk id="145" creationId="{00000000-0000-0000-0000-000000000000}"/>
          </ac:spMkLst>
        </pc:spChg>
        <pc:spChg chg="mod">
          <ac:chgData name="Sophia BUI" userId="5388e7d4eb368e7c" providerId="LiveId" clId="{BE58550D-8E23-4583-8E07-07830BA2D7C5}" dt="2026-05-14T01:19:31.559" v="862" actId="554"/>
          <ac:spMkLst>
            <pc:docMk/>
            <pc:sldMk cId="0" sldId="260"/>
            <ac:spMk id="147" creationId="{00000000-0000-0000-0000-000000000000}"/>
          </ac:spMkLst>
        </pc:spChg>
        <pc:spChg chg="mod">
          <ac:chgData name="Sophia BUI" userId="5388e7d4eb368e7c" providerId="LiveId" clId="{BE58550D-8E23-4583-8E07-07830BA2D7C5}" dt="2026-05-14T01:19:31.559" v="862" actId="554"/>
          <ac:spMkLst>
            <pc:docMk/>
            <pc:sldMk cId="0" sldId="260"/>
            <ac:spMk id="153" creationId="{00000000-0000-0000-0000-000000000000}"/>
          </ac:spMkLst>
        </pc:spChg>
        <pc:picChg chg="mod">
          <ac:chgData name="Sophia BUI" userId="5388e7d4eb368e7c" providerId="LiveId" clId="{BE58550D-8E23-4583-8E07-07830BA2D7C5}" dt="2026-05-14T01:19:48.161" v="864" actId="14100"/>
          <ac:picMkLst>
            <pc:docMk/>
            <pc:sldMk cId="0" sldId="260"/>
            <ac:picMk id="138" creationId="{00000000-0000-0000-0000-000000000000}"/>
          </ac:picMkLst>
        </pc:picChg>
        <pc:picChg chg="mod">
          <ac:chgData name="Sophia BUI" userId="5388e7d4eb368e7c" providerId="LiveId" clId="{BE58550D-8E23-4583-8E07-07830BA2D7C5}" dt="2026-05-14T01:19:48.161" v="864" actId="14100"/>
          <ac:picMkLst>
            <pc:docMk/>
            <pc:sldMk cId="0" sldId="260"/>
            <ac:picMk id="139" creationId="{00000000-0000-0000-0000-000000000000}"/>
          </ac:picMkLst>
        </pc:picChg>
      </pc:sldChg>
      <pc:sldChg chg="addSp modSp mod ord">
        <pc:chgData name="Sophia BUI" userId="5388e7d4eb368e7c" providerId="LiveId" clId="{BE58550D-8E23-4583-8E07-07830BA2D7C5}" dt="2026-05-14T01:30:56.391" v="934"/>
        <pc:sldMkLst>
          <pc:docMk/>
          <pc:sldMk cId="0" sldId="261"/>
        </pc:sldMkLst>
        <pc:spChg chg="mod">
          <ac:chgData name="Sophia BUI" userId="5388e7d4eb368e7c" providerId="LiveId" clId="{BE58550D-8E23-4583-8E07-07830BA2D7C5}" dt="2026-05-14T01:22:04.087" v="877" actId="1076"/>
          <ac:spMkLst>
            <pc:docMk/>
            <pc:sldMk cId="0" sldId="261"/>
            <ac:spMk id="167" creationId="{00000000-0000-0000-0000-000000000000}"/>
          </ac:spMkLst>
        </pc:spChg>
        <pc:spChg chg="mod">
          <ac:chgData name="Sophia BUI" userId="5388e7d4eb368e7c" providerId="LiveId" clId="{BE58550D-8E23-4583-8E07-07830BA2D7C5}" dt="2026-05-14T01:22:24.120" v="880" actId="1076"/>
          <ac:spMkLst>
            <pc:docMk/>
            <pc:sldMk cId="0" sldId="261"/>
            <ac:spMk id="168" creationId="{00000000-0000-0000-0000-000000000000}"/>
          </ac:spMkLst>
        </pc:spChg>
        <pc:spChg chg="mod">
          <ac:chgData name="Sophia BUI" userId="5388e7d4eb368e7c" providerId="LiveId" clId="{BE58550D-8E23-4583-8E07-07830BA2D7C5}" dt="2026-05-14T01:22:14.967" v="879" actId="1076"/>
          <ac:spMkLst>
            <pc:docMk/>
            <pc:sldMk cId="0" sldId="261"/>
            <ac:spMk id="169" creationId="{00000000-0000-0000-0000-000000000000}"/>
          </ac:spMkLst>
        </pc:spChg>
        <pc:spChg chg="mod">
          <ac:chgData name="Sophia BUI" userId="5388e7d4eb368e7c" providerId="LiveId" clId="{BE58550D-8E23-4583-8E07-07830BA2D7C5}" dt="2026-05-14T01:22:32.281" v="882" actId="14100"/>
          <ac:spMkLst>
            <pc:docMk/>
            <pc:sldMk cId="0" sldId="261"/>
            <ac:spMk id="170" creationId="{00000000-0000-0000-0000-000000000000}"/>
          </ac:spMkLst>
        </pc:spChg>
        <pc:spChg chg="mod">
          <ac:chgData name="Sophia BUI" userId="5388e7d4eb368e7c" providerId="LiveId" clId="{BE58550D-8E23-4583-8E07-07830BA2D7C5}" dt="2026-05-14T01:22:11.559" v="878" actId="1076"/>
          <ac:spMkLst>
            <pc:docMk/>
            <pc:sldMk cId="0" sldId="261"/>
            <ac:spMk id="171" creationId="{00000000-0000-0000-0000-000000000000}"/>
          </ac:spMkLst>
        </pc:spChg>
        <pc:spChg chg="mod">
          <ac:chgData name="Sophia BUI" userId="5388e7d4eb368e7c" providerId="LiveId" clId="{BE58550D-8E23-4583-8E07-07830BA2D7C5}" dt="2026-05-14T01:22:28.937" v="881" actId="14100"/>
          <ac:spMkLst>
            <pc:docMk/>
            <pc:sldMk cId="0" sldId="261"/>
            <ac:spMk id="172" creationId="{00000000-0000-0000-0000-000000000000}"/>
          </ac:spMkLst>
        </pc:spChg>
        <pc:picChg chg="add mod">
          <ac:chgData name="Sophia BUI" userId="5388e7d4eb368e7c" providerId="LiveId" clId="{BE58550D-8E23-4583-8E07-07830BA2D7C5}" dt="2026-05-14T01:23:00.647" v="886" actId="14100"/>
          <ac:picMkLst>
            <pc:docMk/>
            <pc:sldMk cId="0" sldId="261"/>
            <ac:picMk id="2" creationId="{9FB8E3CA-1A26-D2F3-5DCD-D4CB614EC500}"/>
          </ac:picMkLst>
        </pc:picChg>
        <pc:picChg chg="mod">
          <ac:chgData name="Sophia BUI" userId="5388e7d4eb368e7c" providerId="LiveId" clId="{BE58550D-8E23-4583-8E07-07830BA2D7C5}" dt="2026-05-14T01:22:37.783" v="883" actId="14100"/>
          <ac:picMkLst>
            <pc:docMk/>
            <pc:sldMk cId="0" sldId="261"/>
            <ac:picMk id="164" creationId="{00000000-0000-0000-0000-000000000000}"/>
          </ac:picMkLst>
        </pc:picChg>
        <pc:picChg chg="mod">
          <ac:chgData name="Sophia BUI" userId="5388e7d4eb368e7c" providerId="LiveId" clId="{BE58550D-8E23-4583-8E07-07830BA2D7C5}" dt="2026-05-14T01:22:37.783" v="883" actId="14100"/>
          <ac:picMkLst>
            <pc:docMk/>
            <pc:sldMk cId="0" sldId="261"/>
            <ac:picMk id="165" creationId="{00000000-0000-0000-0000-000000000000}"/>
          </ac:picMkLst>
        </pc:picChg>
        <pc:picChg chg="mod">
          <ac:chgData name="Sophia BUI" userId="5388e7d4eb368e7c" providerId="LiveId" clId="{BE58550D-8E23-4583-8E07-07830BA2D7C5}" dt="2026-05-14T01:22:37.783" v="883" actId="14100"/>
          <ac:picMkLst>
            <pc:docMk/>
            <pc:sldMk cId="0" sldId="261"/>
            <ac:picMk id="166" creationId="{00000000-0000-0000-0000-000000000000}"/>
          </ac:picMkLst>
        </pc:picChg>
      </pc:sldChg>
      <pc:sldChg chg="modSp mod">
        <pc:chgData name="Sophia BUI" userId="5388e7d4eb368e7c" providerId="LiveId" clId="{BE58550D-8E23-4583-8E07-07830BA2D7C5}" dt="2026-05-14T01:15:31.553" v="814" actId="122"/>
        <pc:sldMkLst>
          <pc:docMk/>
          <pc:sldMk cId="0" sldId="262"/>
        </pc:sldMkLst>
        <pc:spChg chg="mod">
          <ac:chgData name="Sophia BUI" userId="5388e7d4eb368e7c" providerId="LiveId" clId="{BE58550D-8E23-4583-8E07-07830BA2D7C5}" dt="2026-05-14T01:15:31.553" v="814" actId="122"/>
          <ac:spMkLst>
            <pc:docMk/>
            <pc:sldMk cId="0" sldId="262"/>
            <ac:spMk id="183" creationId="{00000000-0000-0000-0000-000000000000}"/>
          </ac:spMkLst>
        </pc:spChg>
      </pc:sldChg>
      <pc:sldChg chg="addSp delSp modSp mod modNotes">
        <pc:chgData name="Sophia BUI" userId="5388e7d4eb368e7c" providerId="LiveId" clId="{BE58550D-8E23-4583-8E07-07830BA2D7C5}" dt="2026-05-14T01:33:40.002" v="967" actId="14100"/>
        <pc:sldMkLst>
          <pc:docMk/>
          <pc:sldMk cId="0" sldId="263"/>
        </pc:sldMkLst>
        <pc:spChg chg="mod">
          <ac:chgData name="Sophia BUI" userId="5388e7d4eb368e7c" providerId="LiveId" clId="{BE58550D-8E23-4583-8E07-07830BA2D7C5}" dt="2026-05-14T01:33:07.460" v="966" actId="14100"/>
          <ac:spMkLst>
            <pc:docMk/>
            <pc:sldMk cId="0" sldId="263"/>
            <ac:spMk id="191" creationId="{00000000-0000-0000-0000-000000000000}"/>
          </ac:spMkLst>
        </pc:spChg>
        <pc:spChg chg="mod">
          <ac:chgData name="Sophia BUI" userId="5388e7d4eb368e7c" providerId="LiveId" clId="{BE58550D-8E23-4583-8E07-07830BA2D7C5}" dt="2026-05-14T01:32:00.727" v="939" actId="14100"/>
          <ac:spMkLst>
            <pc:docMk/>
            <pc:sldMk cId="0" sldId="263"/>
            <ac:spMk id="198" creationId="{00000000-0000-0000-0000-000000000000}"/>
          </ac:spMkLst>
        </pc:spChg>
        <pc:spChg chg="mod">
          <ac:chgData name="Sophia BUI" userId="5388e7d4eb368e7c" providerId="LiveId" clId="{BE58550D-8E23-4583-8E07-07830BA2D7C5}" dt="2026-05-14T01:32:00.727" v="939" actId="14100"/>
          <ac:spMkLst>
            <pc:docMk/>
            <pc:sldMk cId="0" sldId="263"/>
            <ac:spMk id="199" creationId="{00000000-0000-0000-0000-000000000000}"/>
          </ac:spMkLst>
        </pc:spChg>
        <pc:picChg chg="add mod">
          <ac:chgData name="Sophia BUI" userId="5388e7d4eb368e7c" providerId="LiveId" clId="{BE58550D-8E23-4583-8E07-07830BA2D7C5}" dt="2026-05-14T01:33:40.002" v="967" actId="14100"/>
          <ac:picMkLst>
            <pc:docMk/>
            <pc:sldMk cId="0" sldId="263"/>
            <ac:picMk id="2" creationId="{586F3F13-E132-E4E8-3BD6-7AE7262076F9}"/>
          </ac:picMkLst>
        </pc:picChg>
        <pc:picChg chg="mod">
          <ac:chgData name="Sophia BUI" userId="5388e7d4eb368e7c" providerId="LiveId" clId="{BE58550D-8E23-4583-8E07-07830BA2D7C5}" dt="2026-05-14T01:32:00.727" v="939" actId="14100"/>
          <ac:picMkLst>
            <pc:docMk/>
            <pc:sldMk cId="0" sldId="263"/>
            <ac:picMk id="188" creationId="{00000000-0000-0000-0000-000000000000}"/>
          </ac:picMkLst>
        </pc:picChg>
      </pc:sldChg>
      <pc:sldChg chg="modNotes">
        <pc:chgData name="Sophia BUI" userId="5388e7d4eb368e7c" providerId="LiveId" clId="{BE58550D-8E23-4583-8E07-07830BA2D7C5}" dt="2026-05-15T07:22:11.881" v="2221"/>
        <pc:sldMkLst>
          <pc:docMk/>
          <pc:sldMk cId="0" sldId="264"/>
        </pc:sldMkLst>
      </pc:sldChg>
      <pc:sldChg chg="addSp delSp modSp mod">
        <pc:chgData name="Sophia BUI" userId="5388e7d4eb368e7c" providerId="LiveId" clId="{BE58550D-8E23-4583-8E07-07830BA2D7C5}" dt="2026-05-14T01:37:06.201" v="1004" actId="1076"/>
        <pc:sldMkLst>
          <pc:docMk/>
          <pc:sldMk cId="0" sldId="265"/>
        </pc:sldMkLst>
        <pc:spChg chg="mod">
          <ac:chgData name="Sophia BUI" userId="5388e7d4eb368e7c" providerId="LiveId" clId="{BE58550D-8E23-4583-8E07-07830BA2D7C5}" dt="2026-05-14T01:35:14.255" v="997" actId="2710"/>
          <ac:spMkLst>
            <pc:docMk/>
            <pc:sldMk cId="0" sldId="265"/>
            <ac:spMk id="226" creationId="{00000000-0000-0000-0000-000000000000}"/>
          </ac:spMkLst>
        </pc:spChg>
        <pc:spChg chg="mod">
          <ac:chgData name="Sophia BUI" userId="5388e7d4eb368e7c" providerId="LiveId" clId="{BE58550D-8E23-4583-8E07-07830BA2D7C5}" dt="2026-05-14T01:34:06.218" v="968" actId="1076"/>
          <ac:spMkLst>
            <pc:docMk/>
            <pc:sldMk cId="0" sldId="265"/>
            <ac:spMk id="233" creationId="{00000000-0000-0000-0000-000000000000}"/>
          </ac:spMkLst>
        </pc:spChg>
        <pc:spChg chg="mod">
          <ac:chgData name="Sophia BUI" userId="5388e7d4eb368e7c" providerId="LiveId" clId="{BE58550D-8E23-4583-8E07-07830BA2D7C5}" dt="2026-05-14T01:34:06.218" v="968" actId="1076"/>
          <ac:spMkLst>
            <pc:docMk/>
            <pc:sldMk cId="0" sldId="265"/>
            <ac:spMk id="234" creationId="{00000000-0000-0000-0000-000000000000}"/>
          </ac:spMkLst>
        </pc:spChg>
        <pc:picChg chg="add mod">
          <ac:chgData name="Sophia BUI" userId="5388e7d4eb368e7c" providerId="LiveId" clId="{BE58550D-8E23-4583-8E07-07830BA2D7C5}" dt="2026-05-14T01:37:06.201" v="1004" actId="1076"/>
          <ac:picMkLst>
            <pc:docMk/>
            <pc:sldMk cId="0" sldId="265"/>
            <ac:picMk id="2" creationId="{B366B5A9-879C-A79C-307A-3D497031419A}"/>
          </ac:picMkLst>
        </pc:picChg>
        <pc:picChg chg="mod">
          <ac:chgData name="Sophia BUI" userId="5388e7d4eb368e7c" providerId="LiveId" clId="{BE58550D-8E23-4583-8E07-07830BA2D7C5}" dt="2026-05-14T01:34:06.218" v="968" actId="1076"/>
          <ac:picMkLst>
            <pc:docMk/>
            <pc:sldMk cId="0" sldId="265"/>
            <ac:picMk id="223" creationId="{00000000-0000-0000-0000-000000000000}"/>
          </ac:picMkLst>
        </pc:picChg>
      </pc:sldChg>
      <pc:sldChg chg="modNotes">
        <pc:chgData name="Sophia BUI" userId="5388e7d4eb368e7c" providerId="LiveId" clId="{BE58550D-8E23-4583-8E07-07830BA2D7C5}" dt="2026-05-15T07:22:11.881" v="2221"/>
        <pc:sldMkLst>
          <pc:docMk/>
          <pc:sldMk cId="0" sldId="266"/>
        </pc:sldMkLst>
      </pc:sldChg>
      <pc:sldChg chg="delSp modSp mod">
        <pc:chgData name="Sophia BUI" userId="5388e7d4eb368e7c" providerId="LiveId" clId="{BE58550D-8E23-4583-8E07-07830BA2D7C5}" dt="2026-05-14T01:43:00.147" v="1017" actId="14100"/>
        <pc:sldMkLst>
          <pc:docMk/>
          <pc:sldMk cId="0" sldId="267"/>
        </pc:sldMkLst>
        <pc:spChg chg="mod">
          <ac:chgData name="Sophia BUI" userId="5388e7d4eb368e7c" providerId="LiveId" clId="{BE58550D-8E23-4583-8E07-07830BA2D7C5}" dt="2026-05-14T01:42:05.821" v="1009" actId="1076"/>
          <ac:spMkLst>
            <pc:docMk/>
            <pc:sldMk cId="0" sldId="267"/>
            <ac:spMk id="250" creationId="{00000000-0000-0000-0000-000000000000}"/>
          </ac:spMkLst>
        </pc:spChg>
        <pc:spChg chg="mod">
          <ac:chgData name="Sophia BUI" userId="5388e7d4eb368e7c" providerId="LiveId" clId="{BE58550D-8E23-4583-8E07-07830BA2D7C5}" dt="2026-05-14T01:42:05.821" v="1009" actId="1076"/>
          <ac:spMkLst>
            <pc:docMk/>
            <pc:sldMk cId="0" sldId="267"/>
            <ac:spMk id="251" creationId="{00000000-0000-0000-0000-000000000000}"/>
          </ac:spMkLst>
        </pc:spChg>
        <pc:graphicFrameChg chg="mod modGraphic">
          <ac:chgData name="Sophia BUI" userId="5388e7d4eb368e7c" providerId="LiveId" clId="{BE58550D-8E23-4583-8E07-07830BA2D7C5}" dt="2026-05-14T01:43:00.147" v="1017" actId="14100"/>
          <ac:graphicFrameMkLst>
            <pc:docMk/>
            <pc:sldMk cId="0" sldId="267"/>
            <ac:graphicFrameMk id="249" creationId="{00000000-0000-0000-0000-000000000000}"/>
          </ac:graphicFrameMkLst>
        </pc:graphicFrameChg>
        <pc:picChg chg="mod">
          <ac:chgData name="Sophia BUI" userId="5388e7d4eb368e7c" providerId="LiveId" clId="{BE58550D-8E23-4583-8E07-07830BA2D7C5}" dt="2026-05-14T01:42:05.821" v="1009" actId="1076"/>
          <ac:picMkLst>
            <pc:docMk/>
            <pc:sldMk cId="0" sldId="267"/>
            <ac:picMk id="247" creationId="{00000000-0000-0000-0000-000000000000}"/>
          </ac:picMkLst>
        </pc:picChg>
      </pc:sldChg>
      <pc:sldChg chg="modSp mod">
        <pc:chgData name="Sophia BUI" userId="5388e7d4eb368e7c" providerId="LiveId" clId="{BE58550D-8E23-4583-8E07-07830BA2D7C5}" dt="2026-05-14T01:43:23.597" v="1019" actId="14100"/>
        <pc:sldMkLst>
          <pc:docMk/>
          <pc:sldMk cId="0" sldId="268"/>
        </pc:sldMkLst>
        <pc:picChg chg="mod">
          <ac:chgData name="Sophia BUI" userId="5388e7d4eb368e7c" providerId="LiveId" clId="{BE58550D-8E23-4583-8E07-07830BA2D7C5}" dt="2026-05-14T01:43:16.846" v="1018" actId="14100"/>
          <ac:picMkLst>
            <pc:docMk/>
            <pc:sldMk cId="0" sldId="268"/>
            <ac:picMk id="272" creationId="{00000000-0000-0000-0000-000000000000}"/>
          </ac:picMkLst>
        </pc:picChg>
        <pc:picChg chg="mod">
          <ac:chgData name="Sophia BUI" userId="5388e7d4eb368e7c" providerId="LiveId" clId="{BE58550D-8E23-4583-8E07-07830BA2D7C5}" dt="2026-05-14T01:43:23.597" v="1019" actId="14100"/>
          <ac:picMkLst>
            <pc:docMk/>
            <pc:sldMk cId="0" sldId="268"/>
            <ac:picMk id="273" creationId="{00000000-0000-0000-0000-000000000000}"/>
          </ac:picMkLst>
        </pc:picChg>
      </pc:sldChg>
      <pc:sldChg chg="addSp delSp modSp mod">
        <pc:chgData name="Sophia BUI" userId="5388e7d4eb368e7c" providerId="LiveId" clId="{BE58550D-8E23-4583-8E07-07830BA2D7C5}" dt="2026-05-14T02:10:53.763" v="1055" actId="22"/>
        <pc:sldMkLst>
          <pc:docMk/>
          <pc:sldMk cId="0" sldId="269"/>
        </pc:sldMkLst>
        <pc:spChg chg="mod">
          <ac:chgData name="Sophia BUI" userId="5388e7d4eb368e7c" providerId="LiveId" clId="{BE58550D-8E23-4583-8E07-07830BA2D7C5}" dt="2026-05-14T02:01:11.967" v="1053" actId="6549"/>
          <ac:spMkLst>
            <pc:docMk/>
            <pc:sldMk cId="0" sldId="269"/>
            <ac:spMk id="289" creationId="{00000000-0000-0000-0000-000000000000}"/>
          </ac:spMkLst>
        </pc:spChg>
      </pc:sldChg>
      <pc:sldChg chg="delSp modSp mod">
        <pc:chgData name="Sophia BUI" userId="5388e7d4eb368e7c" providerId="LiveId" clId="{BE58550D-8E23-4583-8E07-07830BA2D7C5}" dt="2026-05-14T02:53:41.225" v="1286" actId="207"/>
        <pc:sldMkLst>
          <pc:docMk/>
          <pc:sldMk cId="0" sldId="270"/>
        </pc:sldMkLst>
        <pc:spChg chg="mod">
          <ac:chgData name="Sophia BUI" userId="5388e7d4eb368e7c" providerId="LiveId" clId="{BE58550D-8E23-4583-8E07-07830BA2D7C5}" dt="2026-05-14T02:42:43.812" v="1199" actId="1076"/>
          <ac:spMkLst>
            <pc:docMk/>
            <pc:sldMk cId="0" sldId="270"/>
            <ac:spMk id="295" creationId="{00000000-0000-0000-0000-000000000000}"/>
          </ac:spMkLst>
        </pc:spChg>
        <pc:spChg chg="mod">
          <ac:chgData name="Sophia BUI" userId="5388e7d4eb368e7c" providerId="LiveId" clId="{BE58550D-8E23-4583-8E07-07830BA2D7C5}" dt="2026-05-14T02:53:41.225" v="1286" actId="207"/>
          <ac:spMkLst>
            <pc:docMk/>
            <pc:sldMk cId="0" sldId="270"/>
            <ac:spMk id="296" creationId="{00000000-0000-0000-0000-000000000000}"/>
          </ac:spMkLst>
        </pc:spChg>
        <pc:spChg chg="mod">
          <ac:chgData name="Sophia BUI" userId="5388e7d4eb368e7c" providerId="LiveId" clId="{BE58550D-8E23-4583-8E07-07830BA2D7C5}" dt="2026-05-14T02:53:37.861" v="1285" actId="207"/>
          <ac:spMkLst>
            <pc:docMk/>
            <pc:sldMk cId="0" sldId="270"/>
            <ac:spMk id="297" creationId="{00000000-0000-0000-0000-000000000000}"/>
          </ac:spMkLst>
        </pc:spChg>
        <pc:spChg chg="mod">
          <ac:chgData name="Sophia BUI" userId="5388e7d4eb368e7c" providerId="LiveId" clId="{BE58550D-8E23-4583-8E07-07830BA2D7C5}" dt="2026-05-14T02:51:58.280" v="1275" actId="14100"/>
          <ac:spMkLst>
            <pc:docMk/>
            <pc:sldMk cId="0" sldId="270"/>
            <ac:spMk id="300" creationId="{00000000-0000-0000-0000-000000000000}"/>
          </ac:spMkLst>
        </pc:spChg>
        <pc:spChg chg="mod">
          <ac:chgData name="Sophia BUI" userId="5388e7d4eb368e7c" providerId="LiveId" clId="{BE58550D-8E23-4583-8E07-07830BA2D7C5}" dt="2026-05-14T02:42:19.564" v="1198" actId="1076"/>
          <ac:spMkLst>
            <pc:docMk/>
            <pc:sldMk cId="0" sldId="270"/>
            <ac:spMk id="301" creationId="{00000000-0000-0000-0000-000000000000}"/>
          </ac:spMkLst>
        </pc:spChg>
        <pc:spChg chg="mod">
          <ac:chgData name="Sophia BUI" userId="5388e7d4eb368e7c" providerId="LiveId" clId="{BE58550D-8E23-4583-8E07-07830BA2D7C5}" dt="2026-05-14T02:42:19.564" v="1198" actId="1076"/>
          <ac:spMkLst>
            <pc:docMk/>
            <pc:sldMk cId="0" sldId="270"/>
            <ac:spMk id="302" creationId="{00000000-0000-0000-0000-000000000000}"/>
          </ac:spMkLst>
        </pc:spChg>
        <pc:picChg chg="mod">
          <ac:chgData name="Sophia BUI" userId="5388e7d4eb368e7c" providerId="LiveId" clId="{BE58550D-8E23-4583-8E07-07830BA2D7C5}" dt="2026-05-14T02:51:54.066" v="1274" actId="14100"/>
          <ac:picMkLst>
            <pc:docMk/>
            <pc:sldMk cId="0" sldId="270"/>
            <ac:picMk id="294" creationId="{00000000-0000-0000-0000-000000000000}"/>
          </ac:picMkLst>
        </pc:picChg>
      </pc:sldChg>
      <pc:sldChg chg="delSp modSp mod">
        <pc:chgData name="Sophia BUI" userId="5388e7d4eb368e7c" providerId="LiveId" clId="{BE58550D-8E23-4583-8E07-07830BA2D7C5}" dt="2026-05-14T02:53:26.497" v="1284" actId="20577"/>
        <pc:sldMkLst>
          <pc:docMk/>
          <pc:sldMk cId="0" sldId="271"/>
        </pc:sldMkLst>
        <pc:spChg chg="mod">
          <ac:chgData name="Sophia BUI" userId="5388e7d4eb368e7c" providerId="LiveId" clId="{BE58550D-8E23-4583-8E07-07830BA2D7C5}" dt="2026-05-14T02:45:38.507" v="1230" actId="1076"/>
          <ac:spMkLst>
            <pc:docMk/>
            <pc:sldMk cId="0" sldId="271"/>
            <ac:spMk id="309" creationId="{00000000-0000-0000-0000-000000000000}"/>
          </ac:spMkLst>
        </pc:spChg>
        <pc:spChg chg="mod">
          <ac:chgData name="Sophia BUI" userId="5388e7d4eb368e7c" providerId="LiveId" clId="{BE58550D-8E23-4583-8E07-07830BA2D7C5}" dt="2026-05-14T02:53:26.497" v="1284" actId="20577"/>
          <ac:spMkLst>
            <pc:docMk/>
            <pc:sldMk cId="0" sldId="271"/>
            <ac:spMk id="310" creationId="{00000000-0000-0000-0000-000000000000}"/>
          </ac:spMkLst>
        </pc:spChg>
        <pc:spChg chg="mod">
          <ac:chgData name="Sophia BUI" userId="5388e7d4eb368e7c" providerId="LiveId" clId="{BE58550D-8E23-4583-8E07-07830BA2D7C5}" dt="2026-05-14T02:45:13.275" v="1228" actId="1076"/>
          <ac:spMkLst>
            <pc:docMk/>
            <pc:sldMk cId="0" sldId="271"/>
            <ac:spMk id="317" creationId="{00000000-0000-0000-0000-000000000000}"/>
          </ac:spMkLst>
        </pc:spChg>
        <pc:spChg chg="mod">
          <ac:chgData name="Sophia BUI" userId="5388e7d4eb368e7c" providerId="LiveId" clId="{BE58550D-8E23-4583-8E07-07830BA2D7C5}" dt="2026-05-14T02:45:38.507" v="1230" actId="1076"/>
          <ac:spMkLst>
            <pc:docMk/>
            <pc:sldMk cId="0" sldId="271"/>
            <ac:spMk id="318" creationId="{00000000-0000-0000-0000-000000000000}"/>
          </ac:spMkLst>
        </pc:spChg>
        <pc:spChg chg="mod">
          <ac:chgData name="Sophia BUI" userId="5388e7d4eb368e7c" providerId="LiveId" clId="{BE58550D-8E23-4583-8E07-07830BA2D7C5}" dt="2026-05-14T02:45:38.507" v="1230" actId="1076"/>
          <ac:spMkLst>
            <pc:docMk/>
            <pc:sldMk cId="0" sldId="271"/>
            <ac:spMk id="319" creationId="{00000000-0000-0000-0000-000000000000}"/>
          </ac:spMkLst>
        </pc:spChg>
        <pc:picChg chg="mod">
          <ac:chgData name="Sophia BUI" userId="5388e7d4eb368e7c" providerId="LiveId" clId="{BE58550D-8E23-4583-8E07-07830BA2D7C5}" dt="2026-05-14T02:45:06.332" v="1226" actId="1076"/>
          <ac:picMkLst>
            <pc:docMk/>
            <pc:sldMk cId="0" sldId="271"/>
            <ac:picMk id="307" creationId="{00000000-0000-0000-0000-000000000000}"/>
          </ac:picMkLst>
        </pc:picChg>
        <pc:picChg chg="mod">
          <ac:chgData name="Sophia BUI" userId="5388e7d4eb368e7c" providerId="LiveId" clId="{BE58550D-8E23-4583-8E07-07830BA2D7C5}" dt="2026-05-14T02:45:06.332" v="1226" actId="1076"/>
          <ac:picMkLst>
            <pc:docMk/>
            <pc:sldMk cId="0" sldId="271"/>
            <ac:picMk id="308" creationId="{00000000-0000-0000-0000-000000000000}"/>
          </ac:picMkLst>
        </pc:picChg>
      </pc:sldChg>
      <pc:sldChg chg="modNotes">
        <pc:chgData name="Sophia BUI" userId="5388e7d4eb368e7c" providerId="LiveId" clId="{BE58550D-8E23-4583-8E07-07830BA2D7C5}" dt="2026-05-15T07:22:11.881" v="2221"/>
        <pc:sldMkLst>
          <pc:docMk/>
          <pc:sldMk cId="0" sldId="272"/>
        </pc:sldMkLst>
      </pc:sldChg>
      <pc:sldChg chg="delSp modSp mod ord modNotes">
        <pc:chgData name="Sophia BUI" userId="5388e7d4eb368e7c" providerId="LiveId" clId="{BE58550D-8E23-4583-8E07-07830BA2D7C5}" dt="2026-05-15T08:09:44.856" v="2361" actId="20577"/>
        <pc:sldMkLst>
          <pc:docMk/>
          <pc:sldMk cId="0" sldId="273"/>
        </pc:sldMkLst>
        <pc:spChg chg="mod">
          <ac:chgData name="Sophia BUI" userId="5388e7d4eb368e7c" providerId="LiveId" clId="{BE58550D-8E23-4583-8E07-07830BA2D7C5}" dt="2026-05-13T14:15:14.373" v="199" actId="1076"/>
          <ac:spMkLst>
            <pc:docMk/>
            <pc:sldMk cId="0" sldId="273"/>
            <ac:spMk id="332" creationId="{00000000-0000-0000-0000-000000000000}"/>
          </ac:spMkLst>
        </pc:spChg>
        <pc:spChg chg="mod">
          <ac:chgData name="Sophia BUI" userId="5388e7d4eb368e7c" providerId="LiveId" clId="{BE58550D-8E23-4583-8E07-07830BA2D7C5}" dt="2026-05-13T14:15:14.373" v="199" actId="1076"/>
          <ac:spMkLst>
            <pc:docMk/>
            <pc:sldMk cId="0" sldId="273"/>
            <ac:spMk id="333" creationId="{00000000-0000-0000-0000-000000000000}"/>
          </ac:spMkLst>
        </pc:spChg>
        <pc:spChg chg="mod">
          <ac:chgData name="Sophia BUI" userId="5388e7d4eb368e7c" providerId="LiveId" clId="{BE58550D-8E23-4583-8E07-07830BA2D7C5}" dt="2026-05-15T08:09:44.856" v="2361" actId="20577"/>
          <ac:spMkLst>
            <pc:docMk/>
            <pc:sldMk cId="0" sldId="273"/>
            <ac:spMk id="334" creationId="{00000000-0000-0000-0000-000000000000}"/>
          </ac:spMkLst>
        </pc:spChg>
        <pc:spChg chg="mod">
          <ac:chgData name="Sophia BUI" userId="5388e7d4eb368e7c" providerId="LiveId" clId="{BE58550D-8E23-4583-8E07-07830BA2D7C5}" dt="2026-05-13T14:13:46.934" v="181" actId="21"/>
          <ac:spMkLst>
            <pc:docMk/>
            <pc:sldMk cId="0" sldId="273"/>
            <ac:spMk id="339" creationId="{00000000-0000-0000-0000-000000000000}"/>
          </ac:spMkLst>
        </pc:spChg>
        <pc:spChg chg="mod">
          <ac:chgData name="Sophia BUI" userId="5388e7d4eb368e7c" providerId="LiveId" clId="{BE58550D-8E23-4583-8E07-07830BA2D7C5}" dt="2026-05-13T14:12:59.227" v="173" actId="404"/>
          <ac:spMkLst>
            <pc:docMk/>
            <pc:sldMk cId="0" sldId="273"/>
            <ac:spMk id="340" creationId="{00000000-0000-0000-0000-000000000000}"/>
          </ac:spMkLst>
        </pc:spChg>
        <pc:picChg chg="mod">
          <ac:chgData name="Sophia BUI" userId="5388e7d4eb368e7c" providerId="LiveId" clId="{BE58550D-8E23-4583-8E07-07830BA2D7C5}" dt="2026-05-13T14:15:14.373" v="199" actId="1076"/>
          <ac:picMkLst>
            <pc:docMk/>
            <pc:sldMk cId="0" sldId="273"/>
            <ac:picMk id="330" creationId="{00000000-0000-0000-0000-000000000000}"/>
          </ac:picMkLst>
        </pc:picChg>
        <pc:picChg chg="mod">
          <ac:chgData name="Sophia BUI" userId="5388e7d4eb368e7c" providerId="LiveId" clId="{BE58550D-8E23-4583-8E07-07830BA2D7C5}" dt="2026-05-13T14:15:02.643" v="198" actId="14100"/>
          <ac:picMkLst>
            <pc:docMk/>
            <pc:sldMk cId="0" sldId="273"/>
            <ac:picMk id="331" creationId="{00000000-0000-0000-0000-000000000000}"/>
          </ac:picMkLst>
        </pc:picChg>
      </pc:sldChg>
      <pc:sldChg chg="addSp modSp mod ord">
        <pc:chgData name="Sophia BUI" userId="5388e7d4eb368e7c" providerId="LiveId" clId="{BE58550D-8E23-4583-8E07-07830BA2D7C5}" dt="2026-05-13T23:51:26.896" v="729" actId="1076"/>
        <pc:sldMkLst>
          <pc:docMk/>
          <pc:sldMk cId="0" sldId="274"/>
        </pc:sldMkLst>
        <pc:spChg chg="add mod">
          <ac:chgData name="Sophia BUI" userId="5388e7d4eb368e7c" providerId="LiveId" clId="{BE58550D-8E23-4583-8E07-07830BA2D7C5}" dt="2026-05-13T23:51:26.896" v="729" actId="1076"/>
          <ac:spMkLst>
            <pc:docMk/>
            <pc:sldMk cId="0" sldId="274"/>
            <ac:spMk id="4" creationId="{55D55A5A-38BA-FC76-816F-1E3CE3FE0F95}"/>
          </ac:spMkLst>
        </pc:spChg>
        <pc:spChg chg="mod">
          <ac:chgData name="Sophia BUI" userId="5388e7d4eb368e7c" providerId="LiveId" clId="{BE58550D-8E23-4583-8E07-07830BA2D7C5}" dt="2026-05-13T14:23:18.145" v="221" actId="164"/>
          <ac:spMkLst>
            <pc:docMk/>
            <pc:sldMk cId="0" sldId="274"/>
            <ac:spMk id="350" creationId="{00000000-0000-0000-0000-000000000000}"/>
          </ac:spMkLst>
        </pc:spChg>
        <pc:spChg chg="mod">
          <ac:chgData name="Sophia BUI" userId="5388e7d4eb368e7c" providerId="LiveId" clId="{BE58550D-8E23-4583-8E07-07830BA2D7C5}" dt="2026-05-13T23:51:09.446" v="727" actId="403"/>
          <ac:spMkLst>
            <pc:docMk/>
            <pc:sldMk cId="0" sldId="274"/>
            <ac:spMk id="351" creationId="{00000000-0000-0000-0000-000000000000}"/>
          </ac:spMkLst>
        </pc:spChg>
        <pc:spChg chg="mod">
          <ac:chgData name="Sophia BUI" userId="5388e7d4eb368e7c" providerId="LiveId" clId="{BE58550D-8E23-4583-8E07-07830BA2D7C5}" dt="2026-05-13T14:23:18.145" v="221" actId="164"/>
          <ac:spMkLst>
            <pc:docMk/>
            <pc:sldMk cId="0" sldId="274"/>
            <ac:spMk id="352" creationId="{00000000-0000-0000-0000-000000000000}"/>
          </ac:spMkLst>
        </pc:spChg>
        <pc:spChg chg="mod">
          <ac:chgData name="Sophia BUI" userId="5388e7d4eb368e7c" providerId="LiveId" clId="{BE58550D-8E23-4583-8E07-07830BA2D7C5}" dt="2026-05-13T23:51:09.446" v="727" actId="403"/>
          <ac:spMkLst>
            <pc:docMk/>
            <pc:sldMk cId="0" sldId="274"/>
            <ac:spMk id="353" creationId="{00000000-0000-0000-0000-000000000000}"/>
          </ac:spMkLst>
        </pc:spChg>
        <pc:grpChg chg="add mod">
          <ac:chgData name="Sophia BUI" userId="5388e7d4eb368e7c" providerId="LiveId" clId="{BE58550D-8E23-4583-8E07-07830BA2D7C5}" dt="2026-05-13T14:23:18.145" v="221" actId="164"/>
          <ac:grpSpMkLst>
            <pc:docMk/>
            <pc:sldMk cId="0" sldId="274"/>
            <ac:grpSpMk id="2" creationId="{B8F7713F-2F17-D6A1-90D9-7BF3ABDCDCD4}"/>
          </ac:grpSpMkLst>
        </pc:grpChg>
        <pc:grpChg chg="add mod">
          <ac:chgData name="Sophia BUI" userId="5388e7d4eb368e7c" providerId="LiveId" clId="{BE58550D-8E23-4583-8E07-07830BA2D7C5}" dt="2026-05-13T14:23:22.264" v="222" actId="1076"/>
          <ac:grpSpMkLst>
            <pc:docMk/>
            <pc:sldMk cId="0" sldId="274"/>
            <ac:grpSpMk id="3" creationId="{24DE544F-EE10-8C6E-B212-B8A7F097823B}"/>
          </ac:grpSpMkLst>
        </pc:grpChg>
        <pc:picChg chg="mod">
          <ac:chgData name="Sophia BUI" userId="5388e7d4eb368e7c" providerId="LiveId" clId="{BE58550D-8E23-4583-8E07-07830BA2D7C5}" dt="2026-05-13T14:22:55.405" v="218" actId="164"/>
          <ac:picMkLst>
            <pc:docMk/>
            <pc:sldMk cId="0" sldId="274"/>
            <ac:picMk id="348" creationId="{00000000-0000-0000-0000-000000000000}"/>
          </ac:picMkLst>
        </pc:picChg>
        <pc:picChg chg="mod">
          <ac:chgData name="Sophia BUI" userId="5388e7d4eb368e7c" providerId="LiveId" clId="{BE58550D-8E23-4583-8E07-07830BA2D7C5}" dt="2026-05-13T14:22:55.405" v="218" actId="164"/>
          <ac:picMkLst>
            <pc:docMk/>
            <pc:sldMk cId="0" sldId="274"/>
            <ac:picMk id="349" creationId="{00000000-0000-0000-0000-000000000000}"/>
          </ac:picMkLst>
        </pc:picChg>
      </pc:sldChg>
      <pc:sldChg chg="addSp delSp modSp mod modNotes">
        <pc:chgData name="Sophia BUI" userId="5388e7d4eb368e7c" providerId="LiveId" clId="{BE58550D-8E23-4583-8E07-07830BA2D7C5}" dt="2026-05-16T02:37:04.584" v="2433" actId="20577"/>
        <pc:sldMkLst>
          <pc:docMk/>
          <pc:sldMk cId="0" sldId="275"/>
        </pc:sldMkLst>
        <pc:spChg chg="mod">
          <ac:chgData name="Sophia BUI" userId="5388e7d4eb368e7c" providerId="LiveId" clId="{BE58550D-8E23-4583-8E07-07830BA2D7C5}" dt="2026-05-16T02:37:04.584" v="2433" actId="20577"/>
          <ac:spMkLst>
            <pc:docMk/>
            <pc:sldMk cId="0" sldId="275"/>
            <ac:spMk id="361" creationId="{00000000-0000-0000-0000-000000000000}"/>
          </ac:spMkLst>
        </pc:spChg>
      </pc:sldChg>
      <pc:sldChg chg="addSp delSp modSp mod modNotes">
        <pc:chgData name="Sophia BUI" userId="5388e7d4eb368e7c" providerId="LiveId" clId="{BE58550D-8E23-4583-8E07-07830BA2D7C5}" dt="2026-05-13T23:45:21.430" v="714" actId="14100"/>
        <pc:sldMkLst>
          <pc:docMk/>
          <pc:sldMk cId="0" sldId="276"/>
        </pc:sldMkLst>
        <pc:spChg chg="mod">
          <ac:chgData name="Sophia BUI" userId="5388e7d4eb368e7c" providerId="LiveId" clId="{BE58550D-8E23-4583-8E07-07830BA2D7C5}" dt="2026-05-13T23:44:14.479" v="699" actId="403"/>
          <ac:spMkLst>
            <pc:docMk/>
            <pc:sldMk cId="0" sldId="276"/>
            <ac:spMk id="369" creationId="{00000000-0000-0000-0000-000000000000}"/>
          </ac:spMkLst>
        </pc:spChg>
        <pc:spChg chg="mod">
          <ac:chgData name="Sophia BUI" userId="5388e7d4eb368e7c" providerId="LiveId" clId="{BE58550D-8E23-4583-8E07-07830BA2D7C5}" dt="2026-05-13T23:45:21.430" v="714" actId="14100"/>
          <ac:spMkLst>
            <pc:docMk/>
            <pc:sldMk cId="0" sldId="276"/>
            <ac:spMk id="371" creationId="{00000000-0000-0000-0000-000000000000}"/>
          </ac:spMkLst>
        </pc:spChg>
        <pc:spChg chg="mod">
          <ac:chgData name="Sophia BUI" userId="5388e7d4eb368e7c" providerId="LiveId" clId="{BE58550D-8E23-4583-8E07-07830BA2D7C5}" dt="2026-05-13T23:45:21.430" v="714" actId="14100"/>
          <ac:spMkLst>
            <pc:docMk/>
            <pc:sldMk cId="0" sldId="276"/>
            <ac:spMk id="373" creationId="{00000000-0000-0000-0000-000000000000}"/>
          </ac:spMkLst>
        </pc:spChg>
        <pc:spChg chg="mod">
          <ac:chgData name="Sophia BUI" userId="5388e7d4eb368e7c" providerId="LiveId" clId="{BE58550D-8E23-4583-8E07-07830BA2D7C5}" dt="2026-05-13T23:45:21.430" v="714" actId="14100"/>
          <ac:spMkLst>
            <pc:docMk/>
            <pc:sldMk cId="0" sldId="276"/>
            <ac:spMk id="375" creationId="{00000000-0000-0000-0000-000000000000}"/>
          </ac:spMkLst>
        </pc:spChg>
        <pc:picChg chg="add mod">
          <ac:chgData name="Sophia BUI" userId="5388e7d4eb368e7c" providerId="LiveId" clId="{BE58550D-8E23-4583-8E07-07830BA2D7C5}" dt="2026-05-13T23:35:14.461" v="601" actId="14100"/>
          <ac:picMkLst>
            <pc:docMk/>
            <pc:sldMk cId="0" sldId="276"/>
            <ac:picMk id="2" creationId="{3BCA2B24-4CEB-BA91-780A-A92E64DFF6A5}"/>
          </ac:picMkLst>
        </pc:picChg>
      </pc:sldChg>
      <pc:sldChg chg="modSp mod">
        <pc:chgData name="Sophia BUI" userId="5388e7d4eb368e7c" providerId="LiveId" clId="{BE58550D-8E23-4583-8E07-07830BA2D7C5}" dt="2026-05-13T23:36:13.646" v="609" actId="1076"/>
        <pc:sldMkLst>
          <pc:docMk/>
          <pc:sldMk cId="0" sldId="277"/>
        </pc:sldMkLst>
        <pc:spChg chg="mod">
          <ac:chgData name="Sophia BUI" userId="5388e7d4eb368e7c" providerId="LiveId" clId="{BE58550D-8E23-4583-8E07-07830BA2D7C5}" dt="2026-05-13T23:36:13.646" v="609" actId="1076"/>
          <ac:spMkLst>
            <pc:docMk/>
            <pc:sldMk cId="0" sldId="277"/>
            <ac:spMk id="382" creationId="{00000000-0000-0000-0000-000000000000}"/>
          </ac:spMkLst>
        </pc:spChg>
        <pc:graphicFrameChg chg="modGraphic">
          <ac:chgData name="Sophia BUI" userId="5388e7d4eb368e7c" providerId="LiveId" clId="{BE58550D-8E23-4583-8E07-07830BA2D7C5}" dt="2026-05-13T23:35:56.329" v="605" actId="403"/>
          <ac:graphicFrameMkLst>
            <pc:docMk/>
            <pc:sldMk cId="0" sldId="277"/>
            <ac:graphicFrameMk id="384" creationId="{00000000-0000-0000-0000-000000000000}"/>
          </ac:graphicFrameMkLst>
        </pc:graphicFrameChg>
      </pc:sldChg>
      <pc:sldChg chg="modSp mod">
        <pc:chgData name="Sophia BUI" userId="5388e7d4eb368e7c" providerId="LiveId" clId="{BE58550D-8E23-4583-8E07-07830BA2D7C5}" dt="2026-05-13T23:36:44.865" v="612" actId="403"/>
        <pc:sldMkLst>
          <pc:docMk/>
          <pc:sldMk cId="0" sldId="278"/>
        </pc:sldMkLst>
        <pc:spChg chg="mod">
          <ac:chgData name="Sophia BUI" userId="5388e7d4eb368e7c" providerId="LiveId" clId="{BE58550D-8E23-4583-8E07-07830BA2D7C5}" dt="2026-05-13T23:36:44.865" v="612" actId="403"/>
          <ac:spMkLst>
            <pc:docMk/>
            <pc:sldMk cId="0" sldId="278"/>
            <ac:spMk id="403" creationId="{00000000-0000-0000-0000-000000000000}"/>
          </ac:spMkLst>
        </pc:spChg>
        <pc:spChg chg="mod">
          <ac:chgData name="Sophia BUI" userId="5388e7d4eb368e7c" providerId="LiveId" clId="{BE58550D-8E23-4583-8E07-07830BA2D7C5}" dt="2026-05-13T23:36:44.865" v="612" actId="403"/>
          <ac:spMkLst>
            <pc:docMk/>
            <pc:sldMk cId="0" sldId="278"/>
            <ac:spMk id="405" creationId="{00000000-0000-0000-0000-000000000000}"/>
          </ac:spMkLst>
        </pc:spChg>
        <pc:spChg chg="mod">
          <ac:chgData name="Sophia BUI" userId="5388e7d4eb368e7c" providerId="LiveId" clId="{BE58550D-8E23-4583-8E07-07830BA2D7C5}" dt="2026-05-13T23:36:44.865" v="612" actId="403"/>
          <ac:spMkLst>
            <pc:docMk/>
            <pc:sldMk cId="0" sldId="278"/>
            <ac:spMk id="407" creationId="{00000000-0000-0000-0000-000000000000}"/>
          </ac:spMkLst>
        </pc:spChg>
      </pc:sldChg>
      <pc:sldChg chg="delSp modSp mod">
        <pc:chgData name="Sophia BUI" userId="5388e7d4eb368e7c" providerId="LiveId" clId="{BE58550D-8E23-4583-8E07-07830BA2D7C5}" dt="2026-05-13T23:38:43.790" v="630" actId="1076"/>
        <pc:sldMkLst>
          <pc:docMk/>
          <pc:sldMk cId="0" sldId="279"/>
        </pc:sldMkLst>
        <pc:spChg chg="mod">
          <ac:chgData name="Sophia BUI" userId="5388e7d4eb368e7c" providerId="LiveId" clId="{BE58550D-8E23-4583-8E07-07830BA2D7C5}" dt="2026-05-13T23:38:43.790" v="630" actId="1076"/>
          <ac:spMkLst>
            <pc:docMk/>
            <pc:sldMk cId="0" sldId="279"/>
            <ac:spMk id="418" creationId="{00000000-0000-0000-0000-000000000000}"/>
          </ac:spMkLst>
        </pc:spChg>
        <pc:spChg chg="mod">
          <ac:chgData name="Sophia BUI" userId="5388e7d4eb368e7c" providerId="LiveId" clId="{BE58550D-8E23-4583-8E07-07830BA2D7C5}" dt="2026-05-13T23:38:43.790" v="630" actId="1076"/>
          <ac:spMkLst>
            <pc:docMk/>
            <pc:sldMk cId="0" sldId="279"/>
            <ac:spMk id="420" creationId="{00000000-0000-0000-0000-000000000000}"/>
          </ac:spMkLst>
        </pc:spChg>
        <pc:spChg chg="mod">
          <ac:chgData name="Sophia BUI" userId="5388e7d4eb368e7c" providerId="LiveId" clId="{BE58550D-8E23-4583-8E07-07830BA2D7C5}" dt="2026-05-13T23:38:43.790" v="630" actId="1076"/>
          <ac:spMkLst>
            <pc:docMk/>
            <pc:sldMk cId="0" sldId="279"/>
            <ac:spMk id="422" creationId="{00000000-0000-0000-0000-000000000000}"/>
          </ac:spMkLst>
        </pc:spChg>
      </pc:sldChg>
      <pc:sldChg chg="modSp mod">
        <pc:chgData name="Sophia BUI" userId="5388e7d4eb368e7c" providerId="LiveId" clId="{BE58550D-8E23-4583-8E07-07830BA2D7C5}" dt="2026-05-13T23:39:00.336" v="631" actId="403"/>
        <pc:sldMkLst>
          <pc:docMk/>
          <pc:sldMk cId="0" sldId="280"/>
        </pc:sldMkLst>
        <pc:spChg chg="mod">
          <ac:chgData name="Sophia BUI" userId="5388e7d4eb368e7c" providerId="LiveId" clId="{BE58550D-8E23-4583-8E07-07830BA2D7C5}" dt="2026-05-13T23:39:00.336" v="631" actId="403"/>
          <ac:spMkLst>
            <pc:docMk/>
            <pc:sldMk cId="0" sldId="280"/>
            <ac:spMk id="432" creationId="{00000000-0000-0000-0000-000000000000}"/>
          </ac:spMkLst>
        </pc:spChg>
        <pc:spChg chg="mod">
          <ac:chgData name="Sophia BUI" userId="5388e7d4eb368e7c" providerId="LiveId" clId="{BE58550D-8E23-4583-8E07-07830BA2D7C5}" dt="2026-05-13T23:39:00.336" v="631" actId="403"/>
          <ac:spMkLst>
            <pc:docMk/>
            <pc:sldMk cId="0" sldId="280"/>
            <ac:spMk id="434" creationId="{00000000-0000-0000-0000-000000000000}"/>
          </ac:spMkLst>
        </pc:spChg>
      </pc:sldChg>
      <pc:sldChg chg="modSp mod">
        <pc:chgData name="Sophia BUI" userId="5388e7d4eb368e7c" providerId="LiveId" clId="{BE58550D-8E23-4583-8E07-07830BA2D7C5}" dt="2026-05-13T23:39:31.180" v="634" actId="403"/>
        <pc:sldMkLst>
          <pc:docMk/>
          <pc:sldMk cId="0" sldId="281"/>
        </pc:sldMkLst>
        <pc:spChg chg="mod">
          <ac:chgData name="Sophia BUI" userId="5388e7d4eb368e7c" providerId="LiveId" clId="{BE58550D-8E23-4583-8E07-07830BA2D7C5}" dt="2026-05-13T23:39:31.180" v="634" actId="403"/>
          <ac:spMkLst>
            <pc:docMk/>
            <pc:sldMk cId="0" sldId="281"/>
            <ac:spMk id="445" creationId="{00000000-0000-0000-0000-000000000000}"/>
          </ac:spMkLst>
        </pc:spChg>
        <pc:spChg chg="mod">
          <ac:chgData name="Sophia BUI" userId="5388e7d4eb368e7c" providerId="LiveId" clId="{BE58550D-8E23-4583-8E07-07830BA2D7C5}" dt="2026-05-13T23:39:31.180" v="634" actId="403"/>
          <ac:spMkLst>
            <pc:docMk/>
            <pc:sldMk cId="0" sldId="281"/>
            <ac:spMk id="447" creationId="{00000000-0000-0000-0000-000000000000}"/>
          </ac:spMkLst>
        </pc:spChg>
        <pc:spChg chg="mod">
          <ac:chgData name="Sophia BUI" userId="5388e7d4eb368e7c" providerId="LiveId" clId="{BE58550D-8E23-4583-8E07-07830BA2D7C5}" dt="2026-05-13T23:39:31.180" v="634" actId="403"/>
          <ac:spMkLst>
            <pc:docMk/>
            <pc:sldMk cId="0" sldId="281"/>
            <ac:spMk id="449" creationId="{00000000-0000-0000-0000-000000000000}"/>
          </ac:spMkLst>
        </pc:spChg>
      </pc:sldChg>
      <pc:sldChg chg="delSp modSp mod">
        <pc:chgData name="Sophia BUI" userId="5388e7d4eb368e7c" providerId="LiveId" clId="{BE58550D-8E23-4583-8E07-07830BA2D7C5}" dt="2026-05-13T23:41:25.044" v="668" actId="1076"/>
        <pc:sldMkLst>
          <pc:docMk/>
          <pc:sldMk cId="0" sldId="282"/>
        </pc:sldMkLst>
        <pc:spChg chg="mod">
          <ac:chgData name="Sophia BUI" userId="5388e7d4eb368e7c" providerId="LiveId" clId="{BE58550D-8E23-4583-8E07-07830BA2D7C5}" dt="2026-05-13T23:41:12.988" v="667" actId="1076"/>
          <ac:spMkLst>
            <pc:docMk/>
            <pc:sldMk cId="0" sldId="282"/>
            <ac:spMk id="459" creationId="{00000000-0000-0000-0000-000000000000}"/>
          </ac:spMkLst>
        </pc:spChg>
        <pc:spChg chg="mod">
          <ac:chgData name="Sophia BUI" userId="5388e7d4eb368e7c" providerId="LiveId" clId="{BE58550D-8E23-4583-8E07-07830BA2D7C5}" dt="2026-05-13T23:41:25.044" v="668" actId="1076"/>
          <ac:spMkLst>
            <pc:docMk/>
            <pc:sldMk cId="0" sldId="282"/>
            <ac:spMk id="461" creationId="{00000000-0000-0000-0000-000000000000}"/>
          </ac:spMkLst>
        </pc:spChg>
      </pc:sldChg>
      <pc:sldChg chg="modSp mod">
        <pc:chgData name="Sophia BUI" userId="5388e7d4eb368e7c" providerId="LiveId" clId="{BE58550D-8E23-4583-8E07-07830BA2D7C5}" dt="2026-05-13T23:41:41.933" v="670" actId="1076"/>
        <pc:sldMkLst>
          <pc:docMk/>
          <pc:sldMk cId="0" sldId="283"/>
        </pc:sldMkLst>
        <pc:spChg chg="mod">
          <ac:chgData name="Sophia BUI" userId="5388e7d4eb368e7c" providerId="LiveId" clId="{BE58550D-8E23-4583-8E07-07830BA2D7C5}" dt="2026-05-13T23:41:41.933" v="670" actId="1076"/>
          <ac:spMkLst>
            <pc:docMk/>
            <pc:sldMk cId="0" sldId="283"/>
            <ac:spMk id="474" creationId="{00000000-0000-0000-0000-000000000000}"/>
          </ac:spMkLst>
        </pc:spChg>
        <pc:spChg chg="mod">
          <ac:chgData name="Sophia BUI" userId="5388e7d4eb368e7c" providerId="LiveId" clId="{BE58550D-8E23-4583-8E07-07830BA2D7C5}" dt="2026-05-13T23:41:41.933" v="670" actId="1076"/>
          <ac:spMkLst>
            <pc:docMk/>
            <pc:sldMk cId="0" sldId="283"/>
            <ac:spMk id="475" creationId="{00000000-0000-0000-0000-000000000000}"/>
          </ac:spMkLst>
        </pc:spChg>
        <pc:spChg chg="mod">
          <ac:chgData name="Sophia BUI" userId="5388e7d4eb368e7c" providerId="LiveId" clId="{BE58550D-8E23-4583-8E07-07830BA2D7C5}" dt="2026-05-13T23:41:41.933" v="670" actId="1076"/>
          <ac:spMkLst>
            <pc:docMk/>
            <pc:sldMk cId="0" sldId="283"/>
            <ac:spMk id="476" creationId="{00000000-0000-0000-0000-000000000000}"/>
          </ac:spMkLst>
        </pc:spChg>
        <pc:spChg chg="mod">
          <ac:chgData name="Sophia BUI" userId="5388e7d4eb368e7c" providerId="LiveId" clId="{BE58550D-8E23-4583-8E07-07830BA2D7C5}" dt="2026-05-13T23:41:41.933" v="670" actId="1076"/>
          <ac:spMkLst>
            <pc:docMk/>
            <pc:sldMk cId="0" sldId="283"/>
            <ac:spMk id="477" creationId="{00000000-0000-0000-0000-000000000000}"/>
          </ac:spMkLst>
        </pc:spChg>
      </pc:sldChg>
      <pc:sldChg chg="delSp modSp mod">
        <pc:chgData name="Sophia BUI" userId="5388e7d4eb368e7c" providerId="LiveId" clId="{BE58550D-8E23-4583-8E07-07830BA2D7C5}" dt="2026-05-13T23:43:11.591" v="697"/>
        <pc:sldMkLst>
          <pc:docMk/>
          <pc:sldMk cId="0" sldId="284"/>
        </pc:sldMkLst>
        <pc:spChg chg="mod">
          <ac:chgData name="Sophia BUI" userId="5388e7d4eb368e7c" providerId="LiveId" clId="{BE58550D-8E23-4583-8E07-07830BA2D7C5}" dt="2026-05-13T23:42:50.952" v="685" actId="2710"/>
          <ac:spMkLst>
            <pc:docMk/>
            <pc:sldMk cId="0" sldId="284"/>
            <ac:spMk id="493" creationId="{00000000-0000-0000-0000-000000000000}"/>
          </ac:spMkLst>
        </pc:spChg>
      </pc:sldChg>
      <pc:sldChg chg="delSp mod">
        <pc:chgData name="Sophia BUI" userId="5388e7d4eb368e7c" providerId="LiveId" clId="{BE58550D-8E23-4583-8E07-07830BA2D7C5}" dt="2026-05-13T23:43:23.992" v="698" actId="478"/>
        <pc:sldMkLst>
          <pc:docMk/>
          <pc:sldMk cId="0" sldId="285"/>
        </pc:sldMkLst>
      </pc:sldChg>
      <pc:sldChg chg="delSp modSp add mod setBg modNotes">
        <pc:chgData name="Sophia BUI" userId="5388e7d4eb368e7c" providerId="LiveId" clId="{BE58550D-8E23-4583-8E07-07830BA2D7C5}" dt="2026-05-15T08:09:24.365" v="2360"/>
        <pc:sldMkLst>
          <pc:docMk/>
          <pc:sldMk cId="0" sldId="286"/>
        </pc:sldMkLst>
        <pc:spChg chg="mod">
          <ac:chgData name="Sophia BUI" userId="5388e7d4eb368e7c" providerId="LiveId" clId="{BE58550D-8E23-4583-8E07-07830BA2D7C5}" dt="2026-05-15T08:08:43.557" v="2348" actId="1076"/>
          <ac:spMkLst>
            <pc:docMk/>
            <pc:sldMk cId="0" sldId="286"/>
            <ac:spMk id="95" creationId="{00000000-0000-0000-0000-000000000000}"/>
          </ac:spMkLst>
        </pc:spChg>
        <pc:spChg chg="mod">
          <ac:chgData name="Sophia BUI" userId="5388e7d4eb368e7c" providerId="LiveId" clId="{BE58550D-8E23-4583-8E07-07830BA2D7C5}" dt="2026-05-15T08:08:52.270" v="2349" actId="1076"/>
          <ac:spMkLst>
            <pc:docMk/>
            <pc:sldMk cId="0" sldId="286"/>
            <ac:spMk id="96" creationId="{00000000-0000-0000-0000-000000000000}"/>
          </ac:spMkLst>
        </pc:spChg>
        <pc:spChg chg="mod">
          <ac:chgData name="Sophia BUI" userId="5388e7d4eb368e7c" providerId="LiveId" clId="{BE58550D-8E23-4583-8E07-07830BA2D7C5}" dt="2026-05-15T08:08:43.557" v="2348" actId="1076"/>
          <ac:spMkLst>
            <pc:docMk/>
            <pc:sldMk cId="0" sldId="286"/>
            <ac:spMk id="97" creationId="{00000000-0000-0000-0000-000000000000}"/>
          </ac:spMkLst>
        </pc:spChg>
        <pc:spChg chg="mod">
          <ac:chgData name="Sophia BUI" userId="5388e7d4eb368e7c" providerId="LiveId" clId="{BE58550D-8E23-4583-8E07-07830BA2D7C5}" dt="2026-05-15T08:08:52.270" v="2349" actId="1076"/>
          <ac:spMkLst>
            <pc:docMk/>
            <pc:sldMk cId="0" sldId="286"/>
            <ac:spMk id="98" creationId="{00000000-0000-0000-0000-000000000000}"/>
          </ac:spMkLst>
        </pc:spChg>
        <pc:spChg chg="del mod">
          <ac:chgData name="Sophia BUI" userId="5388e7d4eb368e7c" providerId="LiveId" clId="{BE58550D-8E23-4583-8E07-07830BA2D7C5}" dt="2026-05-15T08:09:24.365" v="2360"/>
          <ac:spMkLst>
            <pc:docMk/>
            <pc:sldMk cId="0" sldId="286"/>
            <ac:spMk id="100" creationId="{00000000-0000-0000-0000-000000000000}"/>
          </ac:spMkLst>
        </pc:spChg>
        <pc:spChg chg="mod">
          <ac:chgData name="Sophia BUI" userId="5388e7d4eb368e7c" providerId="LiveId" clId="{BE58550D-8E23-4583-8E07-07830BA2D7C5}" dt="2026-05-15T08:09:08.136" v="2353" actId="12"/>
          <ac:spMkLst>
            <pc:docMk/>
            <pc:sldMk cId="0" sldId="286"/>
            <ac:spMk id="101" creationId="{00000000-0000-0000-0000-000000000000}"/>
          </ac:spMkLst>
        </pc:spChg>
        <pc:spChg chg="del mod">
          <ac:chgData name="Sophia BUI" userId="5388e7d4eb368e7c" providerId="LiveId" clId="{BE58550D-8E23-4583-8E07-07830BA2D7C5}" dt="2026-05-15T08:09:14.980" v="2356"/>
          <ac:spMkLst>
            <pc:docMk/>
            <pc:sldMk cId="0" sldId="286"/>
            <ac:spMk id="102" creationId="{00000000-0000-0000-0000-000000000000}"/>
          </ac:spMkLst>
        </pc:spChg>
        <pc:spChg chg="mod">
          <ac:chgData name="Sophia BUI" userId="5388e7d4eb368e7c" providerId="LiveId" clId="{BE58550D-8E23-4583-8E07-07830BA2D7C5}" dt="2026-05-15T08:09:18.784" v="2357" actId="1076"/>
          <ac:spMkLst>
            <pc:docMk/>
            <pc:sldMk cId="0" sldId="286"/>
            <ac:spMk id="103" creationId="{00000000-0000-0000-0000-000000000000}"/>
          </ac:spMkLst>
        </pc:spChg>
        <pc:spChg chg="mod">
          <ac:chgData name="Sophia BUI" userId="5388e7d4eb368e7c" providerId="LiveId" clId="{BE58550D-8E23-4583-8E07-07830BA2D7C5}" dt="2026-05-12T14:38:53.819" v="19" actId="6549"/>
          <ac:spMkLst>
            <pc:docMk/>
            <pc:sldMk cId="0" sldId="286"/>
            <ac:spMk id="105" creationId="{00000000-0000-0000-0000-000000000000}"/>
          </ac:spMkLst>
        </pc:spChg>
        <pc:picChg chg="mod">
          <ac:chgData name="Sophia BUI" userId="5388e7d4eb368e7c" providerId="LiveId" clId="{BE58550D-8E23-4583-8E07-07830BA2D7C5}" dt="2026-05-15T08:08:59.067" v="2351" actId="1076"/>
          <ac:picMkLst>
            <pc:docMk/>
            <pc:sldMk cId="0" sldId="286"/>
            <ac:picMk id="93" creationId="{00000000-0000-0000-0000-000000000000}"/>
          </ac:picMkLst>
        </pc:picChg>
        <pc:picChg chg="mod">
          <ac:chgData name="Sophia BUI" userId="5388e7d4eb368e7c" providerId="LiveId" clId="{BE58550D-8E23-4583-8E07-07830BA2D7C5}" dt="2026-05-15T08:08:43.557" v="2348" actId="1076"/>
          <ac:picMkLst>
            <pc:docMk/>
            <pc:sldMk cId="0" sldId="286"/>
            <ac:picMk id="99" creationId="{00000000-0000-0000-0000-000000000000}"/>
          </ac:picMkLst>
        </pc:picChg>
        <pc:picChg chg="mod">
          <ac:chgData name="Sophia BUI" userId="5388e7d4eb368e7c" providerId="LiveId" clId="{BE58550D-8E23-4583-8E07-07830BA2D7C5}" dt="2026-05-15T08:08:43.557" v="2348" actId="1076"/>
          <ac:picMkLst>
            <pc:docMk/>
            <pc:sldMk cId="0" sldId="286"/>
            <ac:picMk id="104" creationId="{00000000-0000-0000-0000-000000000000}"/>
          </ac:picMkLst>
        </pc:picChg>
      </pc:sldChg>
      <pc:sldChg chg="modSp add mod setBg modNotes">
        <pc:chgData name="Sophia BUI" userId="5388e7d4eb368e7c" providerId="LiveId" clId="{BE58550D-8E23-4583-8E07-07830BA2D7C5}" dt="2026-05-13T14:15:58.508" v="204" actId="1076"/>
        <pc:sldMkLst>
          <pc:docMk/>
          <pc:sldMk cId="0" sldId="287"/>
        </pc:sldMkLst>
        <pc:spChg chg="mod">
          <ac:chgData name="Sophia BUI" userId="5388e7d4eb368e7c" providerId="LiveId" clId="{BE58550D-8E23-4583-8E07-07830BA2D7C5}" dt="2026-05-13T14:15:58.508" v="204" actId="1076"/>
          <ac:spMkLst>
            <pc:docMk/>
            <pc:sldMk cId="0" sldId="287"/>
            <ac:spMk id="121" creationId="{00000000-0000-0000-0000-000000000000}"/>
          </ac:spMkLst>
        </pc:spChg>
        <pc:picChg chg="mod">
          <ac:chgData name="Sophia BUI" userId="5388e7d4eb368e7c" providerId="LiveId" clId="{BE58550D-8E23-4583-8E07-07830BA2D7C5}" dt="2026-05-13T14:15:40.468" v="201" actId="14100"/>
          <ac:picMkLst>
            <pc:docMk/>
            <pc:sldMk cId="0" sldId="287"/>
            <ac:picMk id="115" creationId="{00000000-0000-0000-0000-000000000000}"/>
          </ac:picMkLst>
        </pc:picChg>
        <pc:picChg chg="mod">
          <ac:chgData name="Sophia BUI" userId="5388e7d4eb368e7c" providerId="LiveId" clId="{BE58550D-8E23-4583-8E07-07830BA2D7C5}" dt="2026-05-13T14:15:47.588" v="203" actId="14100"/>
          <ac:picMkLst>
            <pc:docMk/>
            <pc:sldMk cId="0" sldId="287"/>
            <ac:picMk id="117" creationId="{00000000-0000-0000-0000-000000000000}"/>
          </ac:picMkLst>
        </pc:picChg>
      </pc:sldChg>
      <pc:sldChg chg="addSp delSp modSp add mod setBg modNotes">
        <pc:chgData name="Sophia BUI" userId="5388e7d4eb368e7c" providerId="LiveId" clId="{BE58550D-8E23-4583-8E07-07830BA2D7C5}" dt="2026-05-15T08:12:28.395" v="2399" actId="403"/>
        <pc:sldMkLst>
          <pc:docMk/>
          <pc:sldMk cId="0" sldId="288"/>
        </pc:sldMkLst>
        <pc:spChg chg="add mod">
          <ac:chgData name="Sophia BUI" userId="5388e7d4eb368e7c" providerId="LiveId" clId="{BE58550D-8E23-4583-8E07-07830BA2D7C5}" dt="2026-05-15T08:11:13.240" v="2370"/>
          <ac:spMkLst>
            <pc:docMk/>
            <pc:sldMk cId="0" sldId="288"/>
            <ac:spMk id="2" creationId="{00000000-0000-0000-0000-000000000000}"/>
          </ac:spMkLst>
        </pc:spChg>
        <pc:spChg chg="add mod">
          <ac:chgData name="Sophia BUI" userId="5388e7d4eb368e7c" providerId="LiveId" clId="{BE58550D-8E23-4583-8E07-07830BA2D7C5}" dt="2026-05-15T08:11:13.240" v="2370"/>
          <ac:spMkLst>
            <pc:docMk/>
            <pc:sldMk cId="0" sldId="288"/>
            <ac:spMk id="3" creationId="{00000000-0000-0000-0000-000000000000}"/>
          </ac:spMkLst>
        </pc:spChg>
        <pc:spChg chg="mod">
          <ac:chgData name="Sophia BUI" userId="5388e7d4eb368e7c" providerId="LiveId" clId="{BE58550D-8E23-4583-8E07-07830BA2D7C5}" dt="2026-05-15T08:12:28.395" v="2399" actId="403"/>
          <ac:spMkLst>
            <pc:docMk/>
            <pc:sldMk cId="0" sldId="288"/>
            <ac:spMk id="137" creationId="{00000000-0000-0000-0000-000000000000}"/>
          </ac:spMkLst>
        </pc:spChg>
        <pc:spChg chg="del mod">
          <ac:chgData name="Sophia BUI" userId="5388e7d4eb368e7c" providerId="LiveId" clId="{BE58550D-8E23-4583-8E07-07830BA2D7C5}" dt="2026-05-15T08:11:53.550" v="2385"/>
          <ac:spMkLst>
            <pc:docMk/>
            <pc:sldMk cId="0" sldId="288"/>
            <ac:spMk id="139" creationId="{00000000-0000-0000-0000-000000000000}"/>
          </ac:spMkLst>
        </pc:spChg>
        <pc:spChg chg="add del mod">
          <ac:chgData name="Sophia BUI" userId="5388e7d4eb368e7c" providerId="LiveId" clId="{BE58550D-8E23-4583-8E07-07830BA2D7C5}" dt="2026-05-15T08:11:28.483" v="2374" actId="478"/>
          <ac:spMkLst>
            <pc:docMk/>
            <pc:sldMk cId="0" sldId="288"/>
            <ac:spMk id="140" creationId="{00000000-0000-0000-0000-000000000000}"/>
          </ac:spMkLst>
        </pc:spChg>
        <pc:spChg chg="del mod">
          <ac:chgData name="Sophia BUI" userId="5388e7d4eb368e7c" providerId="LiveId" clId="{BE58550D-8E23-4583-8E07-07830BA2D7C5}" dt="2026-05-15T08:11:48.800" v="2382"/>
          <ac:spMkLst>
            <pc:docMk/>
            <pc:sldMk cId="0" sldId="288"/>
            <ac:spMk id="141" creationId="{00000000-0000-0000-0000-000000000000}"/>
          </ac:spMkLst>
        </pc:spChg>
        <pc:spChg chg="del mod">
          <ac:chgData name="Sophia BUI" userId="5388e7d4eb368e7c" providerId="LiveId" clId="{BE58550D-8E23-4583-8E07-07830BA2D7C5}" dt="2026-05-15T08:11:38.781" v="2378" actId="478"/>
          <ac:spMkLst>
            <pc:docMk/>
            <pc:sldMk cId="0" sldId="288"/>
            <ac:spMk id="142" creationId="{00000000-0000-0000-0000-000000000000}"/>
          </ac:spMkLst>
        </pc:spChg>
        <pc:spChg chg="del mod">
          <ac:chgData name="Sophia BUI" userId="5388e7d4eb368e7c" providerId="LiveId" clId="{BE58550D-8E23-4583-8E07-07830BA2D7C5}" dt="2026-05-15T08:11:58.021" v="2388"/>
          <ac:spMkLst>
            <pc:docMk/>
            <pc:sldMk cId="0" sldId="288"/>
            <ac:spMk id="143" creationId="{00000000-0000-0000-0000-000000000000}"/>
          </ac:spMkLst>
        </pc:spChg>
        <pc:spChg chg="add del mod">
          <ac:chgData name="Sophia BUI" userId="5388e7d4eb368e7c" providerId="LiveId" clId="{BE58550D-8E23-4583-8E07-07830BA2D7C5}" dt="2026-05-15T08:12:03.134" v="2390" actId="478"/>
          <ac:spMkLst>
            <pc:docMk/>
            <pc:sldMk cId="0" sldId="288"/>
            <ac:spMk id="144" creationId="{00000000-0000-0000-0000-000000000000}"/>
          </ac:spMkLst>
        </pc:spChg>
        <pc:spChg chg="mod">
          <ac:chgData name="Sophia BUI" userId="5388e7d4eb368e7c" providerId="LiveId" clId="{BE58550D-8E23-4583-8E07-07830BA2D7C5}" dt="2026-05-15T08:10:54.890" v="2366" actId="1076"/>
          <ac:spMkLst>
            <pc:docMk/>
            <pc:sldMk cId="0" sldId="288"/>
            <ac:spMk id="145" creationId="{00000000-0000-0000-0000-000000000000}"/>
          </ac:spMkLst>
        </pc:spChg>
        <pc:spChg chg="mod">
          <ac:chgData name="Sophia BUI" userId="5388e7d4eb368e7c" providerId="LiveId" clId="{BE58550D-8E23-4583-8E07-07830BA2D7C5}" dt="2026-05-15T08:10:54.890" v="2366" actId="1076"/>
          <ac:spMkLst>
            <pc:docMk/>
            <pc:sldMk cId="0" sldId="288"/>
            <ac:spMk id="146" creationId="{00000000-0000-0000-0000-000000000000}"/>
          </ac:spMkLst>
        </pc:spChg>
        <pc:picChg chg="mod">
          <ac:chgData name="Sophia BUI" userId="5388e7d4eb368e7c" providerId="LiveId" clId="{BE58550D-8E23-4583-8E07-07830BA2D7C5}" dt="2026-05-13T14:17:25.596" v="211" actId="14100"/>
          <ac:picMkLst>
            <pc:docMk/>
            <pc:sldMk cId="0" sldId="288"/>
            <ac:picMk id="134" creationId="{00000000-0000-0000-0000-000000000000}"/>
          </ac:picMkLst>
        </pc:picChg>
        <pc:picChg chg="mod">
          <ac:chgData name="Sophia BUI" userId="5388e7d4eb368e7c" providerId="LiveId" clId="{BE58550D-8E23-4583-8E07-07830BA2D7C5}" dt="2026-05-15T08:11:02.691" v="2367" actId="14100"/>
          <ac:picMkLst>
            <pc:docMk/>
            <pc:sldMk cId="0" sldId="288"/>
            <ac:picMk id="135" creationId="{00000000-0000-0000-0000-000000000000}"/>
          </ac:picMkLst>
        </pc:picChg>
        <pc:picChg chg="add del mod">
          <ac:chgData name="Sophia BUI" userId="5388e7d4eb368e7c" providerId="LiveId" clId="{BE58550D-8E23-4583-8E07-07830BA2D7C5}" dt="2026-05-15T08:10:20.896" v="2362" actId="478"/>
          <ac:picMkLst>
            <pc:docMk/>
            <pc:sldMk cId="0" sldId="288"/>
            <ac:picMk id="138" creationId="{00000000-0000-0000-0000-000000000000}"/>
          </ac:picMkLst>
        </pc:picChg>
      </pc:sldChg>
      <pc:sldChg chg="delSp modSp add mod setBg modNotes">
        <pc:chgData name="Sophia BUI" userId="5388e7d4eb368e7c" providerId="LiveId" clId="{BE58550D-8E23-4583-8E07-07830BA2D7C5}" dt="2026-05-13T23:57:47.919" v="811"/>
        <pc:sldMkLst>
          <pc:docMk/>
          <pc:sldMk cId="0" sldId="289"/>
        </pc:sldMkLst>
        <pc:spChg chg="mod">
          <ac:chgData name="Sophia BUI" userId="5388e7d4eb368e7c" providerId="LiveId" clId="{BE58550D-8E23-4583-8E07-07830BA2D7C5}" dt="2026-05-13T23:57:00.230" v="795" actId="403"/>
          <ac:spMkLst>
            <pc:docMk/>
            <pc:sldMk cId="0" sldId="289"/>
            <ac:spMk id="157" creationId="{00000000-0000-0000-0000-000000000000}"/>
          </ac:spMkLst>
        </pc:spChg>
        <pc:spChg chg="mod">
          <ac:chgData name="Sophia BUI" userId="5388e7d4eb368e7c" providerId="LiveId" clId="{BE58550D-8E23-4583-8E07-07830BA2D7C5}" dt="2026-05-13T23:57:38.640" v="806" actId="14100"/>
          <ac:spMkLst>
            <pc:docMk/>
            <pc:sldMk cId="0" sldId="289"/>
            <ac:spMk id="160" creationId="{00000000-0000-0000-0000-000000000000}"/>
          </ac:spMkLst>
        </pc:spChg>
        <pc:picChg chg="mod">
          <ac:chgData name="Sophia BUI" userId="5388e7d4eb368e7c" providerId="LiveId" clId="{BE58550D-8E23-4583-8E07-07830BA2D7C5}" dt="2026-05-13T23:57:45.751" v="807" actId="14100"/>
          <ac:picMkLst>
            <pc:docMk/>
            <pc:sldMk cId="0" sldId="289"/>
            <ac:picMk id="155" creationId="{00000000-0000-0000-0000-000000000000}"/>
          </ac:picMkLst>
        </pc:picChg>
      </pc:sldChg>
      <pc:sldChg chg="delSp modSp add mod setBg modNotes">
        <pc:chgData name="Sophia BUI" userId="5388e7d4eb368e7c" providerId="LiveId" clId="{BE58550D-8E23-4583-8E07-07830BA2D7C5}" dt="2026-05-13T23:56:50.593" v="794" actId="14100"/>
        <pc:sldMkLst>
          <pc:docMk/>
          <pc:sldMk cId="0" sldId="290"/>
        </pc:sldMkLst>
        <pc:spChg chg="mod">
          <ac:chgData name="Sophia BUI" userId="5388e7d4eb368e7c" providerId="LiveId" clId="{BE58550D-8E23-4583-8E07-07830BA2D7C5}" dt="2026-05-13T23:53:53.169" v="740" actId="554"/>
          <ac:spMkLst>
            <pc:docMk/>
            <pc:sldMk cId="0" sldId="290"/>
            <ac:spMk id="175" creationId="{00000000-0000-0000-0000-000000000000}"/>
          </ac:spMkLst>
        </pc:spChg>
        <pc:spChg chg="mod">
          <ac:chgData name="Sophia BUI" userId="5388e7d4eb368e7c" providerId="LiveId" clId="{BE58550D-8E23-4583-8E07-07830BA2D7C5}" dt="2026-05-13T23:53:53.169" v="740" actId="554"/>
          <ac:spMkLst>
            <pc:docMk/>
            <pc:sldMk cId="0" sldId="290"/>
            <ac:spMk id="177" creationId="{00000000-0000-0000-0000-000000000000}"/>
          </ac:spMkLst>
        </pc:spChg>
        <pc:spChg chg="mod">
          <ac:chgData name="Sophia BUI" userId="5388e7d4eb368e7c" providerId="LiveId" clId="{BE58550D-8E23-4583-8E07-07830BA2D7C5}" dt="2026-05-13T23:56:46.696" v="793" actId="14100"/>
          <ac:spMkLst>
            <pc:docMk/>
            <pc:sldMk cId="0" sldId="290"/>
            <ac:spMk id="179" creationId="{00000000-0000-0000-0000-000000000000}"/>
          </ac:spMkLst>
        </pc:spChg>
        <pc:spChg chg="mod">
          <ac:chgData name="Sophia BUI" userId="5388e7d4eb368e7c" providerId="LiveId" clId="{BE58550D-8E23-4583-8E07-07830BA2D7C5}" dt="2026-05-13T23:56:50.593" v="794" actId="14100"/>
          <ac:spMkLst>
            <pc:docMk/>
            <pc:sldMk cId="0" sldId="290"/>
            <ac:spMk id="185" creationId="{00000000-0000-0000-0000-000000000000}"/>
          </ac:spMkLst>
        </pc:spChg>
        <pc:picChg chg="mod">
          <ac:chgData name="Sophia BUI" userId="5388e7d4eb368e7c" providerId="LiveId" clId="{BE58550D-8E23-4583-8E07-07830BA2D7C5}" dt="2026-05-13T23:56:16.648" v="784" actId="555"/>
          <ac:picMkLst>
            <pc:docMk/>
            <pc:sldMk cId="0" sldId="290"/>
            <ac:picMk id="172" creationId="{00000000-0000-0000-0000-000000000000}"/>
          </ac:picMkLst>
        </pc:picChg>
        <pc:picChg chg="mod">
          <ac:chgData name="Sophia BUI" userId="5388e7d4eb368e7c" providerId="LiveId" clId="{BE58550D-8E23-4583-8E07-07830BA2D7C5}" dt="2026-05-13T23:56:16.648" v="784" actId="555"/>
          <ac:picMkLst>
            <pc:docMk/>
            <pc:sldMk cId="0" sldId="290"/>
            <ac:picMk id="173" creationId="{00000000-0000-0000-0000-000000000000}"/>
          </ac:picMkLst>
        </pc:picChg>
      </pc:sldChg>
      <pc:sldChg chg="modSp add mod ord setBg">
        <pc:chgData name="Sophia BUI" userId="5388e7d4eb368e7c" providerId="LiveId" clId="{BE58550D-8E23-4583-8E07-07830BA2D7C5}" dt="2026-05-14T15:08:05.520" v="1912" actId="1076"/>
        <pc:sldMkLst>
          <pc:docMk/>
          <pc:sldMk cId="0" sldId="291"/>
        </pc:sldMkLst>
        <pc:graphicFrameChg chg="mod modGraphic">
          <ac:chgData name="Sophia BUI" userId="5388e7d4eb368e7c" providerId="LiveId" clId="{BE58550D-8E23-4583-8E07-07830BA2D7C5}" dt="2026-05-14T15:08:05.520" v="1912" actId="1076"/>
          <ac:graphicFrameMkLst>
            <pc:docMk/>
            <pc:sldMk cId="0" sldId="291"/>
            <ac:graphicFrameMk id="197" creationId="{00000000-0000-0000-0000-000000000000}"/>
          </ac:graphicFrameMkLst>
        </pc:graphicFrameChg>
      </pc:sldChg>
      <pc:sldChg chg="add del setBg modNotes">
        <pc:chgData name="Sophia BUI" userId="5388e7d4eb368e7c" providerId="LiveId" clId="{BE58550D-8E23-4583-8E07-07830BA2D7C5}" dt="2026-05-13T14:58:35.040" v="288" actId="2696"/>
        <pc:sldMkLst>
          <pc:docMk/>
          <pc:sldMk cId="0" sldId="292"/>
        </pc:sldMkLst>
      </pc:sldChg>
      <pc:sldChg chg="delSp modSp add mod setBg modNotes">
        <pc:chgData name="Sophia BUI" userId="5388e7d4eb368e7c" providerId="LiveId" clId="{BE58550D-8E23-4583-8E07-07830BA2D7C5}" dt="2026-05-14T02:53:03.063" v="1280" actId="207"/>
        <pc:sldMkLst>
          <pc:docMk/>
          <pc:sldMk cId="0" sldId="293"/>
        </pc:sldMkLst>
        <pc:spChg chg="mod">
          <ac:chgData name="Sophia BUI" userId="5388e7d4eb368e7c" providerId="LiveId" clId="{BE58550D-8E23-4583-8E07-07830BA2D7C5}" dt="2026-05-14T02:53:03.063" v="1280" actId="207"/>
          <ac:spMkLst>
            <pc:docMk/>
            <pc:sldMk cId="0" sldId="293"/>
            <ac:spMk id="85" creationId="{00000000-0000-0000-0000-000000000000}"/>
          </ac:spMkLst>
        </pc:spChg>
        <pc:spChg chg="mod">
          <ac:chgData name="Sophia BUI" userId="5388e7d4eb368e7c" providerId="LiveId" clId="{BE58550D-8E23-4583-8E07-07830BA2D7C5}" dt="2026-05-13T14:04:16.369" v="85" actId="6549"/>
          <ac:spMkLst>
            <pc:docMk/>
            <pc:sldMk cId="0" sldId="293"/>
            <ac:spMk id="94" creationId="{00000000-0000-0000-0000-000000000000}"/>
          </ac:spMkLst>
        </pc:spChg>
      </pc:sldChg>
      <pc:sldChg chg="delSp modSp add mod setBg">
        <pc:chgData name="Sophia BUI" userId="5388e7d4eb368e7c" providerId="LiveId" clId="{BE58550D-8E23-4583-8E07-07830BA2D7C5}" dt="2026-05-14T02:50:46.620" v="1269" actId="403"/>
        <pc:sldMkLst>
          <pc:docMk/>
          <pc:sldMk cId="0" sldId="294"/>
        </pc:sldMkLst>
        <pc:spChg chg="mod">
          <ac:chgData name="Sophia BUI" userId="5388e7d4eb368e7c" providerId="LiveId" clId="{BE58550D-8E23-4583-8E07-07830BA2D7C5}" dt="2026-05-14T02:46:17.440" v="1232" actId="403"/>
          <ac:spMkLst>
            <pc:docMk/>
            <pc:sldMk cId="0" sldId="294"/>
            <ac:spMk id="106" creationId="{00000000-0000-0000-0000-000000000000}"/>
          </ac:spMkLst>
        </pc:spChg>
        <pc:spChg chg="mod">
          <ac:chgData name="Sophia BUI" userId="5388e7d4eb368e7c" providerId="LiveId" clId="{BE58550D-8E23-4583-8E07-07830BA2D7C5}" dt="2026-05-14T02:50:46.620" v="1269" actId="403"/>
          <ac:spMkLst>
            <pc:docMk/>
            <pc:sldMk cId="0" sldId="294"/>
            <ac:spMk id="111" creationId="{00000000-0000-0000-0000-000000000000}"/>
          </ac:spMkLst>
        </pc:spChg>
        <pc:spChg chg="mod">
          <ac:chgData name="Sophia BUI" userId="5388e7d4eb368e7c" providerId="LiveId" clId="{BE58550D-8E23-4583-8E07-07830BA2D7C5}" dt="2026-05-13T14:05:55.416" v="90" actId="1076"/>
          <ac:spMkLst>
            <pc:docMk/>
            <pc:sldMk cId="0" sldId="294"/>
            <ac:spMk id="112" creationId="{00000000-0000-0000-0000-000000000000}"/>
          </ac:spMkLst>
        </pc:spChg>
        <pc:graphicFrameChg chg="mod modGraphic">
          <ac:chgData name="Sophia BUI" userId="5388e7d4eb368e7c" providerId="LiveId" clId="{BE58550D-8E23-4583-8E07-07830BA2D7C5}" dt="2026-05-14T02:47:25.070" v="1241" actId="403"/>
          <ac:graphicFrameMkLst>
            <pc:docMk/>
            <pc:sldMk cId="0" sldId="294"/>
            <ac:graphicFrameMk id="103" creationId="{00000000-0000-0000-0000-000000000000}"/>
          </ac:graphicFrameMkLst>
        </pc:graphicFrameChg>
        <pc:picChg chg="mod">
          <ac:chgData name="Sophia BUI" userId="5388e7d4eb368e7c" providerId="LiveId" clId="{BE58550D-8E23-4583-8E07-07830BA2D7C5}" dt="2026-05-13T14:05:55.416" v="90" actId="1076"/>
          <ac:picMkLst>
            <pc:docMk/>
            <pc:sldMk cId="0" sldId="294"/>
            <ac:picMk id="100" creationId="{00000000-0000-0000-0000-000000000000}"/>
          </ac:picMkLst>
        </pc:picChg>
      </pc:sldChg>
      <pc:sldChg chg="modSp add mod setBg modNotes">
        <pc:chgData name="Sophia BUI" userId="5388e7d4eb368e7c" providerId="LiveId" clId="{BE58550D-8E23-4583-8E07-07830BA2D7C5}" dt="2026-05-14T02:50:36.395" v="1265" actId="403"/>
        <pc:sldMkLst>
          <pc:docMk/>
          <pc:sldMk cId="0" sldId="295"/>
        </pc:sldMkLst>
        <pc:spChg chg="mod">
          <ac:chgData name="Sophia BUI" userId="5388e7d4eb368e7c" providerId="LiveId" clId="{BE58550D-8E23-4583-8E07-07830BA2D7C5}" dt="2026-05-14T02:50:36.395" v="1265" actId="403"/>
          <ac:spMkLst>
            <pc:docMk/>
            <pc:sldMk cId="0" sldId="295"/>
            <ac:spMk id="135" creationId="{00000000-0000-0000-0000-000000000000}"/>
          </ac:spMkLst>
        </pc:spChg>
        <pc:spChg chg="mod">
          <ac:chgData name="Sophia BUI" userId="5388e7d4eb368e7c" providerId="LiveId" clId="{BE58550D-8E23-4583-8E07-07830BA2D7C5}" dt="2026-05-14T02:48:14.815" v="1243" actId="403"/>
          <ac:spMkLst>
            <pc:docMk/>
            <pc:sldMk cId="0" sldId="295"/>
            <ac:spMk id="138" creationId="{00000000-0000-0000-0000-000000000000}"/>
          </ac:spMkLst>
        </pc:spChg>
        <pc:spChg chg="mod">
          <ac:chgData name="Sophia BUI" userId="5388e7d4eb368e7c" providerId="LiveId" clId="{BE58550D-8E23-4583-8E07-07830BA2D7C5}" dt="2026-05-14T02:48:14.815" v="1243" actId="403"/>
          <ac:spMkLst>
            <pc:docMk/>
            <pc:sldMk cId="0" sldId="295"/>
            <ac:spMk id="140" creationId="{00000000-0000-0000-0000-000000000000}"/>
          </ac:spMkLst>
        </pc:spChg>
        <pc:spChg chg="mod">
          <ac:chgData name="Sophia BUI" userId="5388e7d4eb368e7c" providerId="LiveId" clId="{BE58550D-8E23-4583-8E07-07830BA2D7C5}" dt="2026-05-14T02:48:14.815" v="1243" actId="403"/>
          <ac:spMkLst>
            <pc:docMk/>
            <pc:sldMk cId="0" sldId="295"/>
            <ac:spMk id="142" creationId="{00000000-0000-0000-0000-000000000000}"/>
          </ac:spMkLst>
        </pc:spChg>
        <pc:picChg chg="mod">
          <ac:chgData name="Sophia BUI" userId="5388e7d4eb368e7c" providerId="LiveId" clId="{BE58550D-8E23-4583-8E07-07830BA2D7C5}" dt="2026-05-14T02:48:08.412" v="1242" actId="1076"/>
          <ac:picMkLst>
            <pc:docMk/>
            <pc:sldMk cId="0" sldId="295"/>
            <ac:picMk id="132" creationId="{00000000-0000-0000-0000-000000000000}"/>
          </ac:picMkLst>
        </pc:picChg>
        <pc:picChg chg="mod">
          <ac:chgData name="Sophia BUI" userId="5388e7d4eb368e7c" providerId="LiveId" clId="{BE58550D-8E23-4583-8E07-07830BA2D7C5}" dt="2026-05-14T02:48:08.412" v="1242" actId="1076"/>
          <ac:picMkLst>
            <pc:docMk/>
            <pc:sldMk cId="0" sldId="295"/>
            <ac:picMk id="133" creationId="{00000000-0000-0000-0000-000000000000}"/>
          </ac:picMkLst>
        </pc:picChg>
        <pc:picChg chg="mod">
          <ac:chgData name="Sophia BUI" userId="5388e7d4eb368e7c" providerId="LiveId" clId="{BE58550D-8E23-4583-8E07-07830BA2D7C5}" dt="2026-05-14T02:48:08.412" v="1242" actId="1076"/>
          <ac:picMkLst>
            <pc:docMk/>
            <pc:sldMk cId="0" sldId="295"/>
            <ac:picMk id="134" creationId="{00000000-0000-0000-0000-000000000000}"/>
          </ac:picMkLst>
        </pc:picChg>
      </pc:sldChg>
      <pc:sldChg chg="delSp modSp add mod setBg">
        <pc:chgData name="Sophia BUI" userId="5388e7d4eb368e7c" providerId="LiveId" clId="{BE58550D-8E23-4583-8E07-07830BA2D7C5}" dt="2026-05-14T02:49:15.521" v="1249" actId="1076"/>
        <pc:sldMkLst>
          <pc:docMk/>
          <pc:sldMk cId="0" sldId="296"/>
        </pc:sldMkLst>
        <pc:spChg chg="mod">
          <ac:chgData name="Sophia BUI" userId="5388e7d4eb368e7c" providerId="LiveId" clId="{BE58550D-8E23-4583-8E07-07830BA2D7C5}" dt="2026-05-14T02:49:03.120" v="1248" actId="554"/>
          <ac:spMkLst>
            <pc:docMk/>
            <pc:sldMk cId="0" sldId="296"/>
            <ac:spMk id="153" creationId="{00000000-0000-0000-0000-000000000000}"/>
          </ac:spMkLst>
        </pc:spChg>
        <pc:spChg chg="mod">
          <ac:chgData name="Sophia BUI" userId="5388e7d4eb368e7c" providerId="LiveId" clId="{BE58550D-8E23-4583-8E07-07830BA2D7C5}" dt="2026-05-14T02:49:03.120" v="1248" actId="554"/>
          <ac:spMkLst>
            <pc:docMk/>
            <pc:sldMk cId="0" sldId="296"/>
            <ac:spMk id="154" creationId="{00000000-0000-0000-0000-000000000000}"/>
          </ac:spMkLst>
        </pc:spChg>
        <pc:spChg chg="mod">
          <ac:chgData name="Sophia BUI" userId="5388e7d4eb368e7c" providerId="LiveId" clId="{BE58550D-8E23-4583-8E07-07830BA2D7C5}" dt="2026-05-14T02:49:15.521" v="1249" actId="1076"/>
          <ac:spMkLst>
            <pc:docMk/>
            <pc:sldMk cId="0" sldId="296"/>
            <ac:spMk id="155" creationId="{00000000-0000-0000-0000-000000000000}"/>
          </ac:spMkLst>
        </pc:spChg>
        <pc:spChg chg="mod">
          <ac:chgData name="Sophia BUI" userId="5388e7d4eb368e7c" providerId="LiveId" clId="{BE58550D-8E23-4583-8E07-07830BA2D7C5}" dt="2026-05-14T02:48:46.265" v="1247" actId="403"/>
          <ac:spMkLst>
            <pc:docMk/>
            <pc:sldMk cId="0" sldId="296"/>
            <ac:spMk id="161" creationId="{00000000-0000-0000-0000-000000000000}"/>
          </ac:spMkLst>
        </pc:spChg>
        <pc:graphicFrameChg chg="modGraphic">
          <ac:chgData name="Sophia BUI" userId="5388e7d4eb368e7c" providerId="LiveId" clId="{BE58550D-8E23-4583-8E07-07830BA2D7C5}" dt="2026-05-14T02:48:39.787" v="1246" actId="403"/>
          <ac:graphicFrameMkLst>
            <pc:docMk/>
            <pc:sldMk cId="0" sldId="296"/>
            <ac:graphicFrameMk id="152" creationId="{00000000-0000-0000-0000-000000000000}"/>
          </ac:graphicFrameMkLst>
        </pc:graphicFrameChg>
      </pc:sldChg>
      <pc:sldChg chg="modSp add mod setBg">
        <pc:chgData name="Sophia BUI" userId="5388e7d4eb368e7c" providerId="LiveId" clId="{BE58550D-8E23-4583-8E07-07830BA2D7C5}" dt="2026-05-14T02:50:21.777" v="1261" actId="14100"/>
        <pc:sldMkLst>
          <pc:docMk/>
          <pc:sldMk cId="0" sldId="297"/>
        </pc:sldMkLst>
        <pc:spChg chg="mod">
          <ac:chgData name="Sophia BUI" userId="5388e7d4eb368e7c" providerId="LiveId" clId="{BE58550D-8E23-4583-8E07-07830BA2D7C5}" dt="2026-05-14T02:50:21.777" v="1261" actId="14100"/>
          <ac:spMkLst>
            <pc:docMk/>
            <pc:sldMk cId="0" sldId="297"/>
            <ac:spMk id="175" creationId="{00000000-0000-0000-0000-000000000000}"/>
          </ac:spMkLst>
        </pc:spChg>
        <pc:spChg chg="mod">
          <ac:chgData name="Sophia BUI" userId="5388e7d4eb368e7c" providerId="LiveId" clId="{BE58550D-8E23-4583-8E07-07830BA2D7C5}" dt="2026-05-14T02:50:01.425" v="1256" actId="1076"/>
          <ac:spMkLst>
            <pc:docMk/>
            <pc:sldMk cId="0" sldId="297"/>
            <ac:spMk id="176" creationId="{00000000-0000-0000-0000-000000000000}"/>
          </ac:spMkLst>
        </pc:spChg>
        <pc:graphicFrameChg chg="modGraphic">
          <ac:chgData name="Sophia BUI" userId="5388e7d4eb368e7c" providerId="LiveId" clId="{BE58550D-8E23-4583-8E07-07830BA2D7C5}" dt="2026-05-14T02:49:39.429" v="1255" actId="403"/>
          <ac:graphicFrameMkLst>
            <pc:docMk/>
            <pc:sldMk cId="0" sldId="297"/>
            <ac:graphicFrameMk id="174" creationId="{00000000-0000-0000-0000-000000000000}"/>
          </ac:graphicFrameMkLst>
        </pc:graphicFrameChg>
        <pc:picChg chg="mod">
          <ac:chgData name="Sophia BUI" userId="5388e7d4eb368e7c" providerId="LiveId" clId="{BE58550D-8E23-4583-8E07-07830BA2D7C5}" dt="2026-05-14T02:50:01.425" v="1256" actId="1076"/>
          <ac:picMkLst>
            <pc:docMk/>
            <pc:sldMk cId="0" sldId="297"/>
            <ac:picMk id="172" creationId="{00000000-0000-0000-0000-000000000000}"/>
          </ac:picMkLst>
        </pc:picChg>
      </pc:sldChg>
      <pc:sldChg chg="delSp modSp add mod setBg">
        <pc:chgData name="Sophia BUI" userId="5388e7d4eb368e7c" providerId="LiveId" clId="{BE58550D-8E23-4583-8E07-07830BA2D7C5}" dt="2026-05-15T08:07:41.069" v="2341" actId="1076"/>
        <pc:sldMkLst>
          <pc:docMk/>
          <pc:sldMk cId="0" sldId="298"/>
        </pc:sldMkLst>
        <pc:spChg chg="mod">
          <ac:chgData name="Sophia BUI" userId="5388e7d4eb368e7c" providerId="LiveId" clId="{BE58550D-8E23-4583-8E07-07830BA2D7C5}" dt="2026-05-15T08:05:41.641" v="2319" actId="1076"/>
          <ac:spMkLst>
            <pc:docMk/>
            <pc:sldMk cId="0" sldId="298"/>
            <ac:spMk id="201" creationId="{00000000-0000-0000-0000-000000000000}"/>
          </ac:spMkLst>
        </pc:spChg>
        <pc:spChg chg="mod">
          <ac:chgData name="Sophia BUI" userId="5388e7d4eb368e7c" providerId="LiveId" clId="{BE58550D-8E23-4583-8E07-07830BA2D7C5}" dt="2026-05-15T08:05:52.886" v="2322" actId="1076"/>
          <ac:spMkLst>
            <pc:docMk/>
            <pc:sldMk cId="0" sldId="298"/>
            <ac:spMk id="202" creationId="{00000000-0000-0000-0000-000000000000}"/>
          </ac:spMkLst>
        </pc:spChg>
        <pc:spChg chg="del">
          <ac:chgData name="Sophia BUI" userId="5388e7d4eb368e7c" providerId="LiveId" clId="{BE58550D-8E23-4583-8E07-07830BA2D7C5}" dt="2026-05-15T08:06:18.590" v="2327" actId="478"/>
          <ac:spMkLst>
            <pc:docMk/>
            <pc:sldMk cId="0" sldId="298"/>
            <ac:spMk id="203" creationId="{00000000-0000-0000-0000-000000000000}"/>
          </ac:spMkLst>
        </pc:spChg>
        <pc:spChg chg="mod">
          <ac:chgData name="Sophia BUI" userId="5388e7d4eb368e7c" providerId="LiveId" clId="{BE58550D-8E23-4583-8E07-07830BA2D7C5}" dt="2026-05-15T08:06:14.808" v="2326" actId="14100"/>
          <ac:spMkLst>
            <pc:docMk/>
            <pc:sldMk cId="0" sldId="298"/>
            <ac:spMk id="204" creationId="{00000000-0000-0000-0000-000000000000}"/>
          </ac:spMkLst>
        </pc:spChg>
        <pc:spChg chg="del mod">
          <ac:chgData name="Sophia BUI" userId="5388e7d4eb368e7c" providerId="LiveId" clId="{BE58550D-8E23-4583-8E07-07830BA2D7C5}" dt="2026-05-15T08:06:23.965" v="2330"/>
          <ac:spMkLst>
            <pc:docMk/>
            <pc:sldMk cId="0" sldId="298"/>
            <ac:spMk id="205" creationId="{00000000-0000-0000-0000-000000000000}"/>
          </ac:spMkLst>
        </pc:spChg>
        <pc:spChg chg="mod">
          <ac:chgData name="Sophia BUI" userId="5388e7d4eb368e7c" providerId="LiveId" clId="{BE58550D-8E23-4583-8E07-07830BA2D7C5}" dt="2026-05-15T08:06:14.808" v="2326" actId="14100"/>
          <ac:spMkLst>
            <pc:docMk/>
            <pc:sldMk cId="0" sldId="298"/>
            <ac:spMk id="206" creationId="{00000000-0000-0000-0000-000000000000}"/>
          </ac:spMkLst>
        </pc:spChg>
        <pc:spChg chg="mod">
          <ac:chgData name="Sophia BUI" userId="5388e7d4eb368e7c" providerId="LiveId" clId="{BE58550D-8E23-4583-8E07-07830BA2D7C5}" dt="2026-05-15T08:07:41.069" v="2341" actId="1076"/>
          <ac:spMkLst>
            <pc:docMk/>
            <pc:sldMk cId="0" sldId="298"/>
            <ac:spMk id="207" creationId="{00000000-0000-0000-0000-000000000000}"/>
          </ac:spMkLst>
        </pc:spChg>
        <pc:spChg chg="mod">
          <ac:chgData name="Sophia BUI" userId="5388e7d4eb368e7c" providerId="LiveId" clId="{BE58550D-8E23-4583-8E07-07830BA2D7C5}" dt="2026-05-15T08:07:41.069" v="2341" actId="1076"/>
          <ac:spMkLst>
            <pc:docMk/>
            <pc:sldMk cId="0" sldId="298"/>
            <ac:spMk id="208" creationId="{00000000-0000-0000-0000-000000000000}"/>
          </ac:spMkLst>
        </pc:spChg>
        <pc:picChg chg="mod">
          <ac:chgData name="Sophia BUI" userId="5388e7d4eb368e7c" providerId="LiveId" clId="{BE58550D-8E23-4583-8E07-07830BA2D7C5}" dt="2026-05-15T08:07:41.069" v="2341" actId="1076"/>
          <ac:picMkLst>
            <pc:docMk/>
            <pc:sldMk cId="0" sldId="298"/>
            <ac:picMk id="199" creationId="{00000000-0000-0000-0000-000000000000}"/>
          </ac:picMkLst>
        </pc:picChg>
      </pc:sldChg>
      <pc:sldChg chg="addSp delSp modSp add mod">
        <pc:chgData name="Sophia BUI" userId="5388e7d4eb368e7c" providerId="LiveId" clId="{BE58550D-8E23-4583-8E07-07830BA2D7C5}" dt="2026-05-13T14:45:14.089" v="287" actId="1076"/>
        <pc:sldMkLst>
          <pc:docMk/>
          <pc:sldMk cId="2827628272" sldId="299"/>
        </pc:sldMkLst>
        <pc:spChg chg="mod">
          <ac:chgData name="Sophia BUI" userId="5388e7d4eb368e7c" providerId="LiveId" clId="{BE58550D-8E23-4583-8E07-07830BA2D7C5}" dt="2026-05-13T14:44:48.823" v="286" actId="20577"/>
          <ac:spMkLst>
            <pc:docMk/>
            <pc:sldMk cId="2827628272" sldId="299"/>
            <ac:spMk id="210" creationId="{58FC38E4-A07C-8961-306E-1DF675E8F35C}"/>
          </ac:spMkLst>
        </pc:spChg>
        <pc:picChg chg="add mod">
          <ac:chgData name="Sophia BUI" userId="5388e7d4eb368e7c" providerId="LiveId" clId="{BE58550D-8E23-4583-8E07-07830BA2D7C5}" dt="2026-05-13T14:45:14.089" v="287" actId="1076"/>
          <ac:picMkLst>
            <pc:docMk/>
            <pc:sldMk cId="2827628272" sldId="299"/>
            <ac:picMk id="4" creationId="{1EC0884B-BB3C-1826-8CAD-6808BF3E1DBC}"/>
          </ac:picMkLst>
        </pc:picChg>
      </pc:sldChg>
      <pc:sldChg chg="modSp add mod ord">
        <pc:chgData name="Sophia BUI" userId="5388e7d4eb368e7c" providerId="LiveId" clId="{BE58550D-8E23-4583-8E07-07830BA2D7C5}" dt="2026-05-13T15:00:35.204" v="330" actId="20577"/>
        <pc:sldMkLst>
          <pc:docMk/>
          <pc:sldMk cId="1944998242" sldId="300"/>
        </pc:sldMkLst>
        <pc:spChg chg="mod">
          <ac:chgData name="Sophia BUI" userId="5388e7d4eb368e7c" providerId="LiveId" clId="{BE58550D-8E23-4583-8E07-07830BA2D7C5}" dt="2026-05-13T15:00:35.204" v="330" actId="20577"/>
          <ac:spMkLst>
            <pc:docMk/>
            <pc:sldMk cId="1944998242" sldId="300"/>
            <ac:spMk id="325" creationId="{7410C3DD-762D-65BE-58F7-181A12CB9F29}"/>
          </ac:spMkLst>
        </pc:spChg>
      </pc:sldChg>
      <pc:sldChg chg="addSp delSp modSp add mod ord">
        <pc:chgData name="Sophia BUI" userId="5388e7d4eb368e7c" providerId="LiveId" clId="{BE58550D-8E23-4583-8E07-07830BA2D7C5}" dt="2026-05-13T23:51:45.990" v="730" actId="113"/>
        <pc:sldMkLst>
          <pc:docMk/>
          <pc:sldMk cId="1072417765" sldId="301"/>
        </pc:sldMkLst>
        <pc:spChg chg="mod">
          <ac:chgData name="Sophia BUI" userId="5388e7d4eb368e7c" providerId="LiveId" clId="{BE58550D-8E23-4583-8E07-07830BA2D7C5}" dt="2026-05-13T23:51:45.990" v="730" actId="113"/>
          <ac:spMkLst>
            <pc:docMk/>
            <pc:sldMk cId="1072417765" sldId="301"/>
            <ac:spMk id="137" creationId="{0F178E15-DFEC-3298-A311-BC7E7B1C6524}"/>
          </ac:spMkLst>
        </pc:spChg>
        <pc:spChg chg="mod">
          <ac:chgData name="Sophia BUI" userId="5388e7d4eb368e7c" providerId="LiveId" clId="{BE58550D-8E23-4583-8E07-07830BA2D7C5}" dt="2026-05-13T15:14:07.527" v="505" actId="6549"/>
          <ac:spMkLst>
            <pc:docMk/>
            <pc:sldMk cId="1072417765" sldId="301"/>
            <ac:spMk id="147" creationId="{A41086CE-67B7-2036-F52B-265FB98827CD}"/>
          </ac:spMkLst>
        </pc:spChg>
      </pc:sldChg>
      <pc:sldChg chg="modSp add mod ord">
        <pc:chgData name="Sophia BUI" userId="5388e7d4eb368e7c" providerId="LiveId" clId="{BE58550D-8E23-4583-8E07-07830BA2D7C5}" dt="2026-05-13T15:17:03.447" v="540" actId="20577"/>
        <pc:sldMkLst>
          <pc:docMk/>
          <pc:sldMk cId="3544102074" sldId="302"/>
        </pc:sldMkLst>
        <pc:spChg chg="mod">
          <ac:chgData name="Sophia BUI" userId="5388e7d4eb368e7c" providerId="LiveId" clId="{BE58550D-8E23-4583-8E07-07830BA2D7C5}" dt="2026-05-13T15:17:03.447" v="540" actId="20577"/>
          <ac:spMkLst>
            <pc:docMk/>
            <pc:sldMk cId="3544102074" sldId="302"/>
            <ac:spMk id="137" creationId="{33D8ECBF-928F-B624-7432-BA2714142982}"/>
          </ac:spMkLst>
        </pc:spChg>
        <pc:spChg chg="mod">
          <ac:chgData name="Sophia BUI" userId="5388e7d4eb368e7c" providerId="LiveId" clId="{BE58550D-8E23-4583-8E07-07830BA2D7C5}" dt="2026-05-13T15:15:43.723" v="518" actId="20577"/>
          <ac:spMkLst>
            <pc:docMk/>
            <pc:sldMk cId="3544102074" sldId="302"/>
            <ac:spMk id="147" creationId="{B8FB77DB-A183-D16D-AFC0-1386830A91F5}"/>
          </ac:spMkLst>
        </pc:spChg>
      </pc:sldChg>
      <pc:sldChg chg="modSp add mod">
        <pc:chgData name="Sophia BUI" userId="5388e7d4eb368e7c" providerId="LiveId" clId="{BE58550D-8E23-4583-8E07-07830BA2D7C5}" dt="2026-05-13T15:18:48.457" v="552" actId="404"/>
        <pc:sldMkLst>
          <pc:docMk/>
          <pc:sldMk cId="4131794515" sldId="303"/>
        </pc:sldMkLst>
        <pc:spChg chg="mod">
          <ac:chgData name="Sophia BUI" userId="5388e7d4eb368e7c" providerId="LiveId" clId="{BE58550D-8E23-4583-8E07-07830BA2D7C5}" dt="2026-05-13T15:18:48.457" v="552" actId="404"/>
          <ac:spMkLst>
            <pc:docMk/>
            <pc:sldMk cId="4131794515" sldId="303"/>
            <ac:spMk id="137" creationId="{368EF1C1-9F61-543D-7E8D-25FA3F0DE233}"/>
          </ac:spMkLst>
        </pc:spChg>
      </pc:sldChg>
      <pc:sldChg chg="modSp add mod">
        <pc:chgData name="Sophia BUI" userId="5388e7d4eb368e7c" providerId="LiveId" clId="{BE58550D-8E23-4583-8E07-07830BA2D7C5}" dt="2026-05-13T15:20:26.117" v="561" actId="404"/>
        <pc:sldMkLst>
          <pc:docMk/>
          <pc:sldMk cId="3569784021" sldId="304"/>
        </pc:sldMkLst>
        <pc:spChg chg="mod">
          <ac:chgData name="Sophia BUI" userId="5388e7d4eb368e7c" providerId="LiveId" clId="{BE58550D-8E23-4583-8E07-07830BA2D7C5}" dt="2026-05-13T15:20:26.117" v="561" actId="404"/>
          <ac:spMkLst>
            <pc:docMk/>
            <pc:sldMk cId="3569784021" sldId="304"/>
            <ac:spMk id="137" creationId="{987DD601-B895-B980-9640-BD10D6A5D63A}"/>
          </ac:spMkLst>
        </pc:spChg>
      </pc:sldChg>
      <pc:sldChg chg="modSp add del mod">
        <pc:chgData name="Sophia BUI" userId="5388e7d4eb368e7c" providerId="LiveId" clId="{BE58550D-8E23-4583-8E07-07830BA2D7C5}" dt="2026-05-13T15:33:23.110" v="597" actId="2696"/>
        <pc:sldMkLst>
          <pc:docMk/>
          <pc:sldMk cId="2558735847" sldId="305"/>
        </pc:sldMkLst>
      </pc:sldChg>
      <pc:sldChg chg="addSp delSp modSp add mod setBg modNotes">
        <pc:chgData name="Sophia BUI" userId="5388e7d4eb368e7c" providerId="LiveId" clId="{BE58550D-8E23-4583-8E07-07830BA2D7C5}" dt="2026-05-13T23:50:15.913" v="725" actId="554"/>
        <pc:sldMkLst>
          <pc:docMk/>
          <pc:sldMk cId="0" sldId="306"/>
        </pc:sldMkLst>
        <pc:spChg chg="mod">
          <ac:chgData name="Sophia BUI" userId="5388e7d4eb368e7c" providerId="LiveId" clId="{BE58550D-8E23-4583-8E07-07830BA2D7C5}" dt="2026-05-13T23:45:39.392" v="715" actId="403"/>
          <ac:spMkLst>
            <pc:docMk/>
            <pc:sldMk cId="0" sldId="306"/>
            <ac:spMk id="117" creationId="{00000000-0000-0000-0000-000000000000}"/>
          </ac:spMkLst>
        </pc:spChg>
        <pc:spChg chg="mod">
          <ac:chgData name="Sophia BUI" userId="5388e7d4eb368e7c" providerId="LiveId" clId="{BE58550D-8E23-4583-8E07-07830BA2D7C5}" dt="2026-05-13T23:49:52.887" v="721" actId="1076"/>
          <ac:spMkLst>
            <pc:docMk/>
            <pc:sldMk cId="0" sldId="306"/>
            <ac:spMk id="118" creationId="{00000000-0000-0000-0000-000000000000}"/>
          </ac:spMkLst>
        </pc:spChg>
        <pc:spChg chg="mod">
          <ac:chgData name="Sophia BUI" userId="5388e7d4eb368e7c" providerId="LiveId" clId="{BE58550D-8E23-4583-8E07-07830BA2D7C5}" dt="2026-05-13T23:45:39.392" v="715" actId="403"/>
          <ac:spMkLst>
            <pc:docMk/>
            <pc:sldMk cId="0" sldId="306"/>
            <ac:spMk id="120" creationId="{00000000-0000-0000-0000-000000000000}"/>
          </ac:spMkLst>
        </pc:spChg>
        <pc:spChg chg="mod">
          <ac:chgData name="Sophia BUI" userId="5388e7d4eb368e7c" providerId="LiveId" clId="{BE58550D-8E23-4583-8E07-07830BA2D7C5}" dt="2026-05-13T23:50:03.185" v="724" actId="1076"/>
          <ac:spMkLst>
            <pc:docMk/>
            <pc:sldMk cId="0" sldId="306"/>
            <ac:spMk id="121" creationId="{00000000-0000-0000-0000-000000000000}"/>
          </ac:spMkLst>
        </pc:spChg>
        <pc:spChg chg="mod">
          <ac:chgData name="Sophia BUI" userId="5388e7d4eb368e7c" providerId="LiveId" clId="{BE58550D-8E23-4583-8E07-07830BA2D7C5}" dt="2026-05-13T15:32:26.273" v="596" actId="20577"/>
          <ac:spMkLst>
            <pc:docMk/>
            <pc:sldMk cId="0" sldId="306"/>
            <ac:spMk id="124" creationId="{00000000-0000-0000-0000-000000000000}"/>
          </ac:spMkLst>
        </pc:spChg>
        <pc:picChg chg="add mod">
          <ac:chgData name="Sophia BUI" userId="5388e7d4eb368e7c" providerId="LiveId" clId="{BE58550D-8E23-4583-8E07-07830BA2D7C5}" dt="2026-05-13T23:50:15.913" v="725" actId="554"/>
          <ac:picMkLst>
            <pc:docMk/>
            <pc:sldMk cId="0" sldId="306"/>
            <ac:picMk id="2" creationId="{A4EAEFF0-988D-6D41-0864-658CABE067CF}"/>
          </ac:picMkLst>
        </pc:picChg>
        <pc:picChg chg="mod">
          <ac:chgData name="Sophia BUI" userId="5388e7d4eb368e7c" providerId="LiveId" clId="{BE58550D-8E23-4583-8E07-07830BA2D7C5}" dt="2026-05-13T23:49:56.902" v="723" actId="1076"/>
          <ac:picMkLst>
            <pc:docMk/>
            <pc:sldMk cId="0" sldId="306"/>
            <ac:picMk id="111" creationId="{00000000-0000-0000-0000-000000000000}"/>
          </ac:picMkLst>
        </pc:picChg>
        <pc:picChg chg="mod">
          <ac:chgData name="Sophia BUI" userId="5388e7d4eb368e7c" providerId="LiveId" clId="{BE58550D-8E23-4583-8E07-07830BA2D7C5}" dt="2026-05-13T23:50:15.913" v="725" actId="554"/>
          <ac:picMkLst>
            <pc:docMk/>
            <pc:sldMk cId="0" sldId="306"/>
            <ac:picMk id="113" creationId="{00000000-0000-0000-0000-000000000000}"/>
          </ac:picMkLst>
        </pc:picChg>
      </pc:sldChg>
      <pc:sldChg chg="addSp delSp modSp add mod ord">
        <pc:chgData name="Sophia BUI" userId="5388e7d4eb368e7c" providerId="LiveId" clId="{BE58550D-8E23-4583-8E07-07830BA2D7C5}" dt="2026-05-14T01:30:37.711" v="932"/>
        <pc:sldMkLst>
          <pc:docMk/>
          <pc:sldMk cId="2283747616" sldId="307"/>
        </pc:sldMkLst>
        <pc:spChg chg="mod">
          <ac:chgData name="Sophia BUI" userId="5388e7d4eb368e7c" providerId="LiveId" clId="{BE58550D-8E23-4583-8E07-07830BA2D7C5}" dt="2026-05-14T01:28:54.077" v="928" actId="20577"/>
          <ac:spMkLst>
            <pc:docMk/>
            <pc:sldMk cId="2283747616" sldId="307"/>
            <ac:spMk id="176" creationId="{75467A72-EDAF-12AE-726C-F405F22CD1AC}"/>
          </ac:spMkLst>
        </pc:spChg>
        <pc:graphicFrameChg chg="add mod modGraphic">
          <ac:chgData name="Sophia BUI" userId="5388e7d4eb368e7c" providerId="LiveId" clId="{BE58550D-8E23-4583-8E07-07830BA2D7C5}" dt="2026-05-14T01:30:17.750" v="930" actId="403"/>
          <ac:graphicFrameMkLst>
            <pc:docMk/>
            <pc:sldMk cId="2283747616" sldId="307"/>
            <ac:graphicFrameMk id="3" creationId="{78AD27E2-13F6-E0A8-D0D4-FA2CEBF25567}"/>
          </ac:graphicFrameMkLst>
        </pc:graphicFrameChg>
      </pc:sldChg>
      <pc:sldChg chg="modSp add mod">
        <pc:chgData name="Sophia BUI" userId="5388e7d4eb368e7c" providerId="LiveId" clId="{BE58550D-8E23-4583-8E07-07830BA2D7C5}" dt="2026-05-14T14:17:22.952" v="1633" actId="20577"/>
        <pc:sldMkLst>
          <pc:docMk/>
          <pc:sldMk cId="1688898511" sldId="308"/>
        </pc:sldMkLst>
        <pc:spChg chg="mod">
          <ac:chgData name="Sophia BUI" userId="5388e7d4eb368e7c" providerId="LiveId" clId="{BE58550D-8E23-4583-8E07-07830BA2D7C5}" dt="2026-05-14T14:17:22.952" v="1633" actId="20577"/>
          <ac:spMkLst>
            <pc:docMk/>
            <pc:sldMk cId="1688898511" sldId="308"/>
            <ac:spMk id="289" creationId="{EB451794-E1DA-885D-CFB8-41118A68BFC0}"/>
          </ac:spMkLst>
        </pc:spChg>
      </pc:sldChg>
      <pc:sldChg chg="add del setBg modNotes">
        <pc:chgData name="Sophia BUI" userId="5388e7d4eb368e7c" providerId="LiveId" clId="{BE58550D-8E23-4583-8E07-07830BA2D7C5}" dt="2026-05-14T02:17:24.488" v="1057" actId="2696"/>
        <pc:sldMkLst>
          <pc:docMk/>
          <pc:sldMk cId="0" sldId="309"/>
        </pc:sldMkLst>
      </pc:sldChg>
      <pc:sldChg chg="add setBg modNotes">
        <pc:chgData name="Sophia BUI" userId="5388e7d4eb368e7c" providerId="LiveId" clId="{BE58550D-8E23-4583-8E07-07830BA2D7C5}" dt="2026-05-14T02:16:25.720" v="1056"/>
        <pc:sldMkLst>
          <pc:docMk/>
          <pc:sldMk cId="0" sldId="310"/>
        </pc:sldMkLst>
      </pc:sldChg>
      <pc:sldChg chg="addSp delSp modSp add mod setBg modNotes">
        <pc:chgData name="Sophia BUI" userId="5388e7d4eb368e7c" providerId="LiveId" clId="{BE58550D-8E23-4583-8E07-07830BA2D7C5}" dt="2026-05-14T03:34:59.770" v="1443" actId="478"/>
        <pc:sldMkLst>
          <pc:docMk/>
          <pc:sldMk cId="0" sldId="311"/>
        </pc:sldMkLst>
        <pc:spChg chg="mod">
          <ac:chgData name="Sophia BUI" userId="5388e7d4eb368e7c" providerId="LiveId" clId="{BE58550D-8E23-4583-8E07-07830BA2D7C5}" dt="2026-05-14T03:15:23.819" v="1295" actId="2710"/>
          <ac:spMkLst>
            <pc:docMk/>
            <pc:sldMk cId="0" sldId="311"/>
            <ac:spMk id="127" creationId="{00000000-0000-0000-0000-000000000000}"/>
          </ac:spMkLst>
        </pc:spChg>
        <pc:picChg chg="add mod">
          <ac:chgData name="Sophia BUI" userId="5388e7d4eb368e7c" providerId="LiveId" clId="{BE58550D-8E23-4583-8E07-07830BA2D7C5}" dt="2026-05-14T03:15:06.633" v="1292" actId="1076"/>
          <ac:picMkLst>
            <pc:docMk/>
            <pc:sldMk cId="0" sldId="311"/>
            <ac:picMk id="2" creationId="{EB524F68-236A-49C1-96A3-13EFD62361A9}"/>
          </ac:picMkLst>
        </pc:picChg>
      </pc:sldChg>
      <pc:sldChg chg="addSp delSp modSp add mod setBg modNotes">
        <pc:chgData name="Sophia BUI" userId="5388e7d4eb368e7c" providerId="LiveId" clId="{BE58550D-8E23-4583-8E07-07830BA2D7C5}" dt="2026-05-14T03:35:03.956" v="1444" actId="478"/>
        <pc:sldMkLst>
          <pc:docMk/>
          <pc:sldMk cId="0" sldId="312"/>
        </pc:sldMkLst>
        <pc:spChg chg="mod">
          <ac:chgData name="Sophia BUI" userId="5388e7d4eb368e7c" providerId="LiveId" clId="{BE58550D-8E23-4583-8E07-07830BA2D7C5}" dt="2026-05-14T02:41:01.502" v="1197" actId="2710"/>
          <ac:spMkLst>
            <pc:docMk/>
            <pc:sldMk cId="0" sldId="312"/>
            <ac:spMk id="144" creationId="{00000000-0000-0000-0000-000000000000}"/>
          </ac:spMkLst>
        </pc:spChg>
      </pc:sldChg>
      <pc:sldChg chg="delSp add del mod setBg modNotes">
        <pc:chgData name="Sophia BUI" userId="5388e7d4eb368e7c" providerId="LiveId" clId="{BE58550D-8E23-4583-8E07-07830BA2D7C5}" dt="2026-05-14T02:35:47.077" v="1174" actId="47"/>
        <pc:sldMkLst>
          <pc:docMk/>
          <pc:sldMk cId="0" sldId="313"/>
        </pc:sldMkLst>
      </pc:sldChg>
      <pc:sldChg chg="modSp add del mod">
        <pc:chgData name="Sophia BUI" userId="5388e7d4eb368e7c" providerId="LiveId" clId="{BE58550D-8E23-4583-8E07-07830BA2D7C5}" dt="2026-05-14T02:35:47.077" v="1174" actId="47"/>
        <pc:sldMkLst>
          <pc:docMk/>
          <pc:sldMk cId="3707393530" sldId="314"/>
        </pc:sldMkLst>
      </pc:sldChg>
      <pc:sldChg chg="delSp modSp add mod">
        <pc:chgData name="Sophia BUI" userId="5388e7d4eb368e7c" providerId="LiveId" clId="{BE58550D-8E23-4583-8E07-07830BA2D7C5}" dt="2026-05-14T03:35:07.186" v="1445" actId="478"/>
        <pc:sldMkLst>
          <pc:docMk/>
          <pc:sldMk cId="860179840" sldId="315"/>
        </pc:sldMkLst>
        <pc:spChg chg="mod">
          <ac:chgData name="Sophia BUI" userId="5388e7d4eb368e7c" providerId="LiveId" clId="{BE58550D-8E23-4583-8E07-07830BA2D7C5}" dt="2026-05-14T02:35:06.951" v="1173" actId="1076"/>
          <ac:spMkLst>
            <pc:docMk/>
            <pc:sldMk cId="860179840" sldId="315"/>
            <ac:spMk id="144" creationId="{203BD2B3-6CC3-CA2E-FDDB-2501DEC2E2A9}"/>
          </ac:spMkLst>
        </pc:spChg>
        <pc:spChg chg="mod">
          <ac:chgData name="Sophia BUI" userId="5388e7d4eb368e7c" providerId="LiveId" clId="{BE58550D-8E23-4583-8E07-07830BA2D7C5}" dt="2026-05-14T02:31:19.833" v="1154"/>
          <ac:spMkLst>
            <pc:docMk/>
            <pc:sldMk cId="860179840" sldId="315"/>
            <ac:spMk id="152" creationId="{E72BB283-9A73-3BED-5785-58D5E64AC388}"/>
          </ac:spMkLst>
        </pc:spChg>
      </pc:sldChg>
      <pc:sldChg chg="modSp add mod">
        <pc:chgData name="Sophia BUI" userId="5388e7d4eb368e7c" providerId="LiveId" clId="{BE58550D-8E23-4583-8E07-07830BA2D7C5}" dt="2026-05-16T02:38:21.354" v="2437" actId="20577"/>
        <pc:sldMkLst>
          <pc:docMk/>
          <pc:sldMk cId="1672590297" sldId="316"/>
        </pc:sldMkLst>
        <pc:spChg chg="mod">
          <ac:chgData name="Sophia BUI" userId="5388e7d4eb368e7c" providerId="LiveId" clId="{BE58550D-8E23-4583-8E07-07830BA2D7C5}" dt="2026-05-16T02:38:21.354" v="2437" actId="20577"/>
          <ac:spMkLst>
            <pc:docMk/>
            <pc:sldMk cId="1672590297" sldId="316"/>
            <ac:spMk id="361" creationId="{B8B607B4-BCC4-3FAE-5D43-59B7907891F0}"/>
          </ac:spMkLst>
        </pc:spChg>
      </pc:sldChg>
      <pc:sldChg chg="add del">
        <pc:chgData name="Sophia BUI" userId="5388e7d4eb368e7c" providerId="LiveId" clId="{BE58550D-8E23-4583-8E07-07830BA2D7C5}" dt="2026-05-14T03:16:12.359" v="1296" actId="2696"/>
        <pc:sldMkLst>
          <pc:docMk/>
          <pc:sldMk cId="3789071667" sldId="316"/>
        </pc:sldMkLst>
      </pc:sldChg>
      <pc:sldChg chg="addSp delSp modSp add mod">
        <pc:chgData name="Sophia BUI" userId="5388e7d4eb368e7c" providerId="LiveId" clId="{BE58550D-8E23-4583-8E07-07830BA2D7C5}" dt="2026-05-15T06:55:10.935" v="2024" actId="1076"/>
        <pc:sldMkLst>
          <pc:docMk/>
          <pc:sldMk cId="3070046821" sldId="317"/>
        </pc:sldMkLst>
        <pc:spChg chg="mod">
          <ac:chgData name="Sophia BUI" userId="5388e7d4eb368e7c" providerId="LiveId" clId="{BE58550D-8E23-4583-8E07-07830BA2D7C5}" dt="2026-05-14T14:32:32.768" v="1831" actId="20577"/>
          <ac:spMkLst>
            <pc:docMk/>
            <pc:sldMk cId="3070046821" sldId="317"/>
            <ac:spMk id="137" creationId="{E5BE3728-1721-FBA3-3D8C-92EAF7B422DC}"/>
          </ac:spMkLst>
        </pc:spChg>
        <pc:spChg chg="mod">
          <ac:chgData name="Sophia BUI" userId="5388e7d4eb368e7c" providerId="LiveId" clId="{BE58550D-8E23-4583-8E07-07830BA2D7C5}" dt="2026-05-14T14:30:14.994" v="1739" actId="20577"/>
          <ac:spMkLst>
            <pc:docMk/>
            <pc:sldMk cId="3070046821" sldId="317"/>
            <ac:spMk id="147" creationId="{6B1F73B4-0096-D06A-F23A-6C291C19F451}"/>
          </ac:spMkLst>
        </pc:spChg>
        <pc:grpChg chg="add del mod">
          <ac:chgData name="Sophia BUI" userId="5388e7d4eb368e7c" providerId="LiveId" clId="{BE58550D-8E23-4583-8E07-07830BA2D7C5}" dt="2026-05-15T06:55:03.376" v="2022" actId="478"/>
          <ac:grpSpMkLst>
            <pc:docMk/>
            <pc:sldMk cId="3070046821" sldId="317"/>
            <ac:grpSpMk id="6" creationId="{FA064188-9068-5276-1AEC-0614286672D5}"/>
          </ac:grpSpMkLst>
        </pc:grpChg>
        <pc:picChg chg="add del mod">
          <ac:chgData name="Sophia BUI" userId="5388e7d4eb368e7c" providerId="LiveId" clId="{BE58550D-8E23-4583-8E07-07830BA2D7C5}" dt="2026-05-15T06:51:27.548" v="2021" actId="164"/>
          <ac:picMkLst>
            <pc:docMk/>
            <pc:sldMk cId="3070046821" sldId="317"/>
            <ac:picMk id="2" creationId="{2BDDB6EF-E08B-238F-D4D9-94F30FA9CFA9}"/>
          </ac:picMkLst>
        </pc:picChg>
        <pc:picChg chg="add mod">
          <ac:chgData name="Sophia BUI" userId="5388e7d4eb368e7c" providerId="LiveId" clId="{BE58550D-8E23-4583-8E07-07830BA2D7C5}" dt="2026-05-15T06:51:27.548" v="2021" actId="164"/>
          <ac:picMkLst>
            <pc:docMk/>
            <pc:sldMk cId="3070046821" sldId="317"/>
            <ac:picMk id="3" creationId="{785822BD-1329-F47E-CD77-6869A58CD459}"/>
          </ac:picMkLst>
        </pc:picChg>
        <pc:picChg chg="add mod">
          <ac:chgData name="Sophia BUI" userId="5388e7d4eb368e7c" providerId="LiveId" clId="{BE58550D-8E23-4583-8E07-07830BA2D7C5}" dt="2026-05-15T06:51:27.548" v="2021" actId="164"/>
          <ac:picMkLst>
            <pc:docMk/>
            <pc:sldMk cId="3070046821" sldId="317"/>
            <ac:picMk id="4" creationId="{9D3A3B19-D61B-6EA0-43CA-892609868B18}"/>
          </ac:picMkLst>
        </pc:picChg>
        <pc:picChg chg="add mod">
          <ac:chgData name="Sophia BUI" userId="5388e7d4eb368e7c" providerId="LiveId" clId="{BE58550D-8E23-4583-8E07-07830BA2D7C5}" dt="2026-05-15T06:51:27.548" v="2021" actId="164"/>
          <ac:picMkLst>
            <pc:docMk/>
            <pc:sldMk cId="3070046821" sldId="317"/>
            <ac:picMk id="5" creationId="{42D9CB16-46FE-536E-EE61-0D2EDA25AEF0}"/>
          </ac:picMkLst>
        </pc:picChg>
        <pc:picChg chg="add mod">
          <ac:chgData name="Sophia BUI" userId="5388e7d4eb368e7c" providerId="LiveId" clId="{BE58550D-8E23-4583-8E07-07830BA2D7C5}" dt="2026-05-15T06:55:10.935" v="2024" actId="1076"/>
          <ac:picMkLst>
            <pc:docMk/>
            <pc:sldMk cId="3070046821" sldId="317"/>
            <ac:picMk id="7" creationId="{9467282E-60A6-A3BD-B1FE-D601ADB41BAF}"/>
          </ac:picMkLst>
        </pc:picChg>
      </pc:sldChg>
      <pc:sldChg chg="addSp delSp modSp add mod">
        <pc:chgData name="Sophia BUI" userId="5388e7d4eb368e7c" providerId="LiveId" clId="{BE58550D-8E23-4583-8E07-07830BA2D7C5}" dt="2026-05-14T14:43:04.853" v="1844" actId="20577"/>
        <pc:sldMkLst>
          <pc:docMk/>
          <pc:sldMk cId="3226865196" sldId="318"/>
        </pc:sldMkLst>
        <pc:spChg chg="mod">
          <ac:chgData name="Sophia BUI" userId="5388e7d4eb368e7c" providerId="LiveId" clId="{BE58550D-8E23-4583-8E07-07830BA2D7C5}" dt="2026-05-14T14:43:04.853" v="1844" actId="20577"/>
          <ac:spMkLst>
            <pc:docMk/>
            <pc:sldMk cId="3226865196" sldId="318"/>
            <ac:spMk id="147" creationId="{56D21630-44E6-90B3-F5A3-808B2BC48B17}"/>
          </ac:spMkLst>
        </pc:spChg>
        <pc:picChg chg="add mod">
          <ac:chgData name="Sophia BUI" userId="5388e7d4eb368e7c" providerId="LiveId" clId="{BE58550D-8E23-4583-8E07-07830BA2D7C5}" dt="2026-05-14T14:30:44.255" v="1778" actId="14100"/>
          <ac:picMkLst>
            <pc:docMk/>
            <pc:sldMk cId="3226865196" sldId="318"/>
            <ac:picMk id="6" creationId="{452C27F7-8B9F-86B4-1DB3-9E8BA0571F2A}"/>
          </ac:picMkLst>
        </pc:picChg>
      </pc:sldChg>
      <pc:sldChg chg="addSp delSp modSp add mod">
        <pc:chgData name="Sophia BUI" userId="5388e7d4eb368e7c" providerId="LiveId" clId="{BE58550D-8E23-4583-8E07-07830BA2D7C5}" dt="2026-05-14T14:42:59.245" v="1840" actId="20577"/>
        <pc:sldMkLst>
          <pc:docMk/>
          <pc:sldMk cId="2693649056" sldId="319"/>
        </pc:sldMkLst>
        <pc:spChg chg="mod">
          <ac:chgData name="Sophia BUI" userId="5388e7d4eb368e7c" providerId="LiveId" clId="{BE58550D-8E23-4583-8E07-07830BA2D7C5}" dt="2026-05-14T14:42:59.245" v="1840" actId="20577"/>
          <ac:spMkLst>
            <pc:docMk/>
            <pc:sldMk cId="2693649056" sldId="319"/>
            <ac:spMk id="147" creationId="{C9C93DE6-F1D2-993B-2120-05C458204743}"/>
          </ac:spMkLst>
        </pc:spChg>
        <pc:picChg chg="add mod">
          <ac:chgData name="Sophia BUI" userId="5388e7d4eb368e7c" providerId="LiveId" clId="{BE58550D-8E23-4583-8E07-07830BA2D7C5}" dt="2026-05-14T14:42:50.170" v="1836" actId="1076"/>
          <ac:picMkLst>
            <pc:docMk/>
            <pc:sldMk cId="2693649056" sldId="319"/>
            <ac:picMk id="2" creationId="{4E6D73FA-3954-C324-5BCC-686DA1C6596E}"/>
          </ac:picMkLst>
        </pc:picChg>
      </pc:sldChg>
      <pc:sldChg chg="addSp delSp modSp add mod">
        <pc:chgData name="Sophia BUI" userId="5388e7d4eb368e7c" providerId="LiveId" clId="{BE58550D-8E23-4583-8E07-07830BA2D7C5}" dt="2026-05-14T14:59:17.891" v="1857" actId="1076"/>
        <pc:sldMkLst>
          <pc:docMk/>
          <pc:sldMk cId="1734947355" sldId="320"/>
        </pc:sldMkLst>
        <pc:spChg chg="mod">
          <ac:chgData name="Sophia BUI" userId="5388e7d4eb368e7c" providerId="LiveId" clId="{BE58550D-8E23-4583-8E07-07830BA2D7C5}" dt="2026-05-14T14:59:09.843" v="1854" actId="20577"/>
          <ac:spMkLst>
            <pc:docMk/>
            <pc:sldMk cId="1734947355" sldId="320"/>
            <ac:spMk id="147" creationId="{BC0A4B26-8B17-5137-2E7C-CF3F2832AA70}"/>
          </ac:spMkLst>
        </pc:spChg>
        <pc:picChg chg="add mod">
          <ac:chgData name="Sophia BUI" userId="5388e7d4eb368e7c" providerId="LiveId" clId="{BE58550D-8E23-4583-8E07-07830BA2D7C5}" dt="2026-05-14T14:59:17.891" v="1857" actId="1076"/>
          <ac:picMkLst>
            <pc:docMk/>
            <pc:sldMk cId="1734947355" sldId="320"/>
            <ac:picMk id="3" creationId="{5FC86E2F-9F6C-4FCD-048C-F9B24BA762E4}"/>
          </ac:picMkLst>
        </pc:picChg>
      </pc:sldChg>
      <pc:sldChg chg="modSp add mod ord">
        <pc:chgData name="Sophia BUI" userId="5388e7d4eb368e7c" providerId="LiveId" clId="{BE58550D-8E23-4583-8E07-07830BA2D7C5}" dt="2026-05-14T15:13:50.908" v="1975" actId="20577"/>
        <pc:sldMkLst>
          <pc:docMk/>
          <pc:sldMk cId="3574928926" sldId="321"/>
        </pc:sldMkLst>
        <pc:spChg chg="mod">
          <ac:chgData name="Sophia BUI" userId="5388e7d4eb368e7c" providerId="LiveId" clId="{BE58550D-8E23-4583-8E07-07830BA2D7C5}" dt="2026-05-14T15:13:50.908" v="1975" actId="20577"/>
          <ac:spMkLst>
            <pc:docMk/>
            <pc:sldMk cId="3574928926" sldId="321"/>
            <ac:spMk id="210" creationId="{E5049B50-FE91-98B2-2ABB-CC3236B9C753}"/>
          </ac:spMkLst>
        </pc:spChg>
        <pc:graphicFrameChg chg="mod modGraphic">
          <ac:chgData name="Sophia BUI" userId="5388e7d4eb368e7c" providerId="LiveId" clId="{BE58550D-8E23-4583-8E07-07830BA2D7C5}" dt="2026-05-14T15:13:20.310" v="1964" actId="403"/>
          <ac:graphicFrameMkLst>
            <pc:docMk/>
            <pc:sldMk cId="3574928926" sldId="321"/>
            <ac:graphicFrameMk id="197" creationId="{CB3CB0E2-5B6A-7A46-1E45-6417DB087815}"/>
          </ac:graphicFrameMkLst>
        </pc:graphicFrameChg>
      </pc:sldChg>
      <pc:sldChg chg="addSp delSp modSp add del mod ord">
        <pc:chgData name="Sophia BUI" userId="5388e7d4eb368e7c" providerId="LiveId" clId="{BE58550D-8E23-4583-8E07-07830BA2D7C5}" dt="2026-05-15T07:03:39.176" v="2053" actId="47"/>
        <pc:sldMkLst>
          <pc:docMk/>
          <pc:sldMk cId="394723814" sldId="322"/>
        </pc:sldMkLst>
        <pc:spChg chg="add del mod">
          <ac:chgData name="Sophia BUI" userId="5388e7d4eb368e7c" providerId="LiveId" clId="{BE58550D-8E23-4583-8E07-07830BA2D7C5}" dt="2026-05-15T06:58:15.369" v="2030"/>
          <ac:spMkLst>
            <pc:docMk/>
            <pc:sldMk cId="394723814" sldId="322"/>
            <ac:spMk id="3" creationId="{BDD34D1C-97F4-FE7E-14D1-53C5E85ABF71}"/>
          </ac:spMkLst>
        </pc:spChg>
        <pc:spChg chg="del">
          <ac:chgData name="Sophia BUI" userId="5388e7d4eb368e7c" providerId="LiveId" clId="{BE58550D-8E23-4583-8E07-07830BA2D7C5}" dt="2026-05-15T06:58:57.327" v="2032" actId="478"/>
          <ac:spMkLst>
            <pc:docMk/>
            <pc:sldMk cId="394723814" sldId="322"/>
            <ac:spMk id="198" creationId="{FFAA3123-1A85-221E-3DC1-D64B17805E8A}"/>
          </ac:spMkLst>
        </pc:spChg>
        <pc:spChg chg="del">
          <ac:chgData name="Sophia BUI" userId="5388e7d4eb368e7c" providerId="LiveId" clId="{BE58550D-8E23-4583-8E07-07830BA2D7C5}" dt="2026-05-15T06:58:57.327" v="2032" actId="478"/>
          <ac:spMkLst>
            <pc:docMk/>
            <pc:sldMk cId="394723814" sldId="322"/>
            <ac:spMk id="199" creationId="{520EC15D-23C2-C20B-430E-B9A48312D310}"/>
          </ac:spMkLst>
        </pc:spChg>
        <pc:spChg chg="del">
          <ac:chgData name="Sophia BUI" userId="5388e7d4eb368e7c" providerId="LiveId" clId="{BE58550D-8E23-4583-8E07-07830BA2D7C5}" dt="2026-05-15T06:58:57.327" v="2032" actId="478"/>
          <ac:spMkLst>
            <pc:docMk/>
            <pc:sldMk cId="394723814" sldId="322"/>
            <ac:spMk id="200" creationId="{1C41CE41-2EC0-34D1-4A5E-561A8D1DF447}"/>
          </ac:spMkLst>
        </pc:spChg>
        <pc:spChg chg="del">
          <ac:chgData name="Sophia BUI" userId="5388e7d4eb368e7c" providerId="LiveId" clId="{BE58550D-8E23-4583-8E07-07830BA2D7C5}" dt="2026-05-15T06:59:06.280" v="2033" actId="478"/>
          <ac:spMkLst>
            <pc:docMk/>
            <pc:sldMk cId="394723814" sldId="322"/>
            <ac:spMk id="201" creationId="{208D0639-0FCD-A355-8313-FC82ECCC29F6}"/>
          </ac:spMkLst>
        </pc:spChg>
        <pc:spChg chg="del">
          <ac:chgData name="Sophia BUI" userId="5388e7d4eb368e7c" providerId="LiveId" clId="{BE58550D-8E23-4583-8E07-07830BA2D7C5}" dt="2026-05-15T06:59:15.664" v="2034" actId="478"/>
          <ac:spMkLst>
            <pc:docMk/>
            <pc:sldMk cId="394723814" sldId="322"/>
            <ac:spMk id="203" creationId="{A1178D94-592C-29CC-7903-056E59A02557}"/>
          </ac:spMkLst>
        </pc:spChg>
        <pc:spChg chg="del">
          <ac:chgData name="Sophia BUI" userId="5388e7d4eb368e7c" providerId="LiveId" clId="{BE58550D-8E23-4583-8E07-07830BA2D7C5}" dt="2026-05-15T06:59:06.280" v="2033" actId="478"/>
          <ac:spMkLst>
            <pc:docMk/>
            <pc:sldMk cId="394723814" sldId="322"/>
            <ac:spMk id="204" creationId="{0061F3AF-E5C8-B4C8-5437-CAF7339BB4A0}"/>
          </ac:spMkLst>
        </pc:spChg>
        <pc:graphicFrameChg chg="del">
          <ac:chgData name="Sophia BUI" userId="5388e7d4eb368e7c" providerId="LiveId" clId="{BE58550D-8E23-4583-8E07-07830BA2D7C5}" dt="2026-05-15T02:05:38.776" v="1993" actId="478"/>
          <ac:graphicFrameMkLst>
            <pc:docMk/>
            <pc:sldMk cId="394723814" sldId="322"/>
            <ac:graphicFrameMk id="197" creationId="{F0461B98-B0FF-857F-76B8-059A69AD4508}"/>
          </ac:graphicFrameMkLst>
        </pc:graphicFrameChg>
        <pc:picChg chg="add del mod">
          <ac:chgData name="Sophia BUI" userId="5388e7d4eb368e7c" providerId="LiveId" clId="{BE58550D-8E23-4583-8E07-07830BA2D7C5}" dt="2026-05-15T06:56:05.614" v="2026" actId="478"/>
          <ac:picMkLst>
            <pc:docMk/>
            <pc:sldMk cId="394723814" sldId="322"/>
            <ac:picMk id="2" creationId="{242C361D-547F-5989-D333-283C648F8541}"/>
          </ac:picMkLst>
        </pc:picChg>
      </pc:sldChg>
      <pc:sldChg chg="add del">
        <pc:chgData name="Sophia BUI" userId="5388e7d4eb368e7c" providerId="LiveId" clId="{BE58550D-8E23-4583-8E07-07830BA2D7C5}" dt="2026-05-15T06:56:10.988" v="2027" actId="2696"/>
        <pc:sldMkLst>
          <pc:docMk/>
          <pc:sldMk cId="2642792710" sldId="323"/>
        </pc:sldMkLst>
      </pc:sldChg>
      <pc:sldChg chg="addSp modSp add mod">
        <pc:chgData name="Sophia BUI" userId="5388e7d4eb368e7c" providerId="LiveId" clId="{BE58550D-8E23-4583-8E07-07830BA2D7C5}" dt="2026-05-15T07:24:07.944" v="2251" actId="20577"/>
        <pc:sldMkLst>
          <pc:docMk/>
          <pc:sldMk cId="2517710175" sldId="324"/>
        </pc:sldMkLst>
        <pc:spChg chg="add mod">
          <ac:chgData name="Sophia BUI" userId="5388e7d4eb368e7c" providerId="LiveId" clId="{BE58550D-8E23-4583-8E07-07830BA2D7C5}" dt="2026-05-15T07:24:07.944" v="2251" actId="20577"/>
          <ac:spMkLst>
            <pc:docMk/>
            <pc:sldMk cId="2517710175" sldId="324"/>
            <ac:spMk id="3" creationId="{700AEB02-F300-F4FD-B553-A31AC6FEFC83}"/>
          </ac:spMkLst>
        </pc:spChg>
        <pc:spChg chg="mod">
          <ac:chgData name="Sophia BUI" userId="5388e7d4eb368e7c" providerId="LiveId" clId="{BE58550D-8E23-4583-8E07-07830BA2D7C5}" dt="2026-05-15T07:22:19.244" v="2225" actId="20577"/>
          <ac:spMkLst>
            <pc:docMk/>
            <pc:sldMk cId="2517710175" sldId="324"/>
            <ac:spMk id="210" creationId="{63949CD5-F88C-4758-BC41-47FCAE9CACFB}"/>
          </ac:spMkLst>
        </pc:spChg>
        <pc:picChg chg="mod">
          <ac:chgData name="Sophia BUI" userId="5388e7d4eb368e7c" providerId="LiveId" clId="{BE58550D-8E23-4583-8E07-07830BA2D7C5}" dt="2026-05-15T07:23:52.703" v="2242" actId="1076"/>
          <ac:picMkLst>
            <pc:docMk/>
            <pc:sldMk cId="2517710175" sldId="324"/>
            <ac:picMk id="2" creationId="{A4F5E890-C969-082D-7D25-7B7FC3C57287}"/>
          </ac:picMkLst>
        </pc:picChg>
      </pc:sldChg>
      <pc:sldChg chg="addSp delSp modSp add mod setBg modNotes">
        <pc:chgData name="Sophia BUI" userId="5388e7d4eb368e7c" providerId="LiveId" clId="{BE58550D-8E23-4583-8E07-07830BA2D7C5}" dt="2026-05-15T08:13:25.240" v="2400" actId="478"/>
        <pc:sldMkLst>
          <pc:docMk/>
          <pc:sldMk cId="0" sldId="325"/>
        </pc:sldMkLst>
        <pc:spChg chg="add mod">
          <ac:chgData name="Sophia BUI" userId="5388e7d4eb368e7c" providerId="LiveId" clId="{BE58550D-8E23-4583-8E07-07830BA2D7C5}" dt="2026-05-15T07:08:17.179" v="2111" actId="20577"/>
          <ac:spMkLst>
            <pc:docMk/>
            <pc:sldMk cId="0" sldId="325"/>
            <ac:spMk id="2" creationId="{F25C90F8-9A78-9D93-8CD3-001482107409}"/>
          </ac:spMkLst>
        </pc:spChg>
        <pc:spChg chg="add mod">
          <ac:chgData name="Sophia BUI" userId="5388e7d4eb368e7c" providerId="LiveId" clId="{BE58550D-8E23-4583-8E07-07830BA2D7C5}" dt="2026-05-15T07:02:43.962" v="2041"/>
          <ac:spMkLst>
            <pc:docMk/>
            <pc:sldMk cId="0" sldId="325"/>
            <ac:spMk id="3" creationId="{94BAB103-2F66-BE28-9D70-EDD4B78DA9EA}"/>
          </ac:spMkLst>
        </pc:spChg>
        <pc:spChg chg="mod">
          <ac:chgData name="Sophia BUI" userId="5388e7d4eb368e7c" providerId="LiveId" clId="{BE58550D-8E23-4583-8E07-07830BA2D7C5}" dt="2026-05-15T07:10:34.642" v="2135"/>
          <ac:spMkLst>
            <pc:docMk/>
            <pc:sldMk cId="0" sldId="325"/>
            <ac:spMk id="10" creationId="{8B21A773-05D4-FE23-D35C-198571AE4A18}"/>
          </ac:spMkLst>
        </pc:spChg>
        <pc:spChg chg="mod">
          <ac:chgData name="Sophia BUI" userId="5388e7d4eb368e7c" providerId="LiveId" clId="{BE58550D-8E23-4583-8E07-07830BA2D7C5}" dt="2026-05-15T07:10:34.642" v="2135"/>
          <ac:spMkLst>
            <pc:docMk/>
            <pc:sldMk cId="0" sldId="325"/>
            <ac:spMk id="11" creationId="{F56F551B-2125-2B6F-6A9F-A975FCB06F0B}"/>
          </ac:spMkLst>
        </pc:spChg>
        <pc:spChg chg="mod">
          <ac:chgData name="Sophia BUI" userId="5388e7d4eb368e7c" providerId="LiveId" clId="{BE58550D-8E23-4583-8E07-07830BA2D7C5}" dt="2026-05-15T07:10:34.642" v="2135"/>
          <ac:spMkLst>
            <pc:docMk/>
            <pc:sldMk cId="0" sldId="325"/>
            <ac:spMk id="13" creationId="{3BAA5BE4-DA36-E696-C6C7-24AC52A92E33}"/>
          </ac:spMkLst>
        </pc:spChg>
        <pc:spChg chg="mod">
          <ac:chgData name="Sophia BUI" userId="5388e7d4eb368e7c" providerId="LiveId" clId="{BE58550D-8E23-4583-8E07-07830BA2D7C5}" dt="2026-05-15T07:10:34.642" v="2135"/>
          <ac:spMkLst>
            <pc:docMk/>
            <pc:sldMk cId="0" sldId="325"/>
            <ac:spMk id="14" creationId="{EE80BD28-C4A2-AE80-2022-28BF0B33A9C8}"/>
          </ac:spMkLst>
        </pc:spChg>
        <pc:spChg chg="add mod">
          <ac:chgData name="Sophia BUI" userId="5388e7d4eb368e7c" providerId="LiveId" clId="{BE58550D-8E23-4583-8E07-07830BA2D7C5}" dt="2026-05-15T07:15:39.795" v="2181" actId="1076"/>
          <ac:spMkLst>
            <pc:docMk/>
            <pc:sldMk cId="0" sldId="325"/>
            <ac:spMk id="17" creationId="{D61CF404-CB97-39E0-C887-F9F645D3CFAF}"/>
          </ac:spMkLst>
        </pc:spChg>
        <pc:spChg chg="add mod">
          <ac:chgData name="Sophia BUI" userId="5388e7d4eb368e7c" providerId="LiveId" clId="{BE58550D-8E23-4583-8E07-07830BA2D7C5}" dt="2026-05-15T07:15:39.795" v="2181" actId="1076"/>
          <ac:spMkLst>
            <pc:docMk/>
            <pc:sldMk cId="0" sldId="325"/>
            <ac:spMk id="18" creationId="{8644FC38-992F-9691-C825-3088314AA937}"/>
          </ac:spMkLst>
        </pc:spChg>
        <pc:spChg chg="mod">
          <ac:chgData name="Sophia BUI" userId="5388e7d4eb368e7c" providerId="LiveId" clId="{BE58550D-8E23-4583-8E07-07830BA2D7C5}" dt="2026-05-15T07:14:00.087" v="2166" actId="20577"/>
          <ac:spMkLst>
            <pc:docMk/>
            <pc:sldMk cId="0" sldId="325"/>
            <ac:spMk id="94" creationId="{00000000-0000-0000-0000-000000000000}"/>
          </ac:spMkLst>
        </pc:spChg>
        <pc:spChg chg="del">
          <ac:chgData name="Sophia BUI" userId="5388e7d4eb368e7c" providerId="LiveId" clId="{BE58550D-8E23-4583-8E07-07830BA2D7C5}" dt="2026-05-15T07:06:47.055" v="2100" actId="478"/>
          <ac:spMkLst>
            <pc:docMk/>
            <pc:sldMk cId="0" sldId="325"/>
            <ac:spMk id="95" creationId="{00000000-0000-0000-0000-000000000000}"/>
          </ac:spMkLst>
        </pc:spChg>
        <pc:spChg chg="del mod">
          <ac:chgData name="Sophia BUI" userId="5388e7d4eb368e7c" providerId="LiveId" clId="{BE58550D-8E23-4583-8E07-07830BA2D7C5}" dt="2026-05-15T07:03:36.661" v="2052" actId="478"/>
          <ac:spMkLst>
            <pc:docMk/>
            <pc:sldMk cId="0" sldId="325"/>
            <ac:spMk id="96" creationId="{00000000-0000-0000-0000-000000000000}"/>
          </ac:spMkLst>
        </pc:spChg>
        <pc:spChg chg="add mod ord">
          <ac:chgData name="Sophia BUI" userId="5388e7d4eb368e7c" providerId="LiveId" clId="{BE58550D-8E23-4583-8E07-07830BA2D7C5}" dt="2026-05-15T07:16:36.123" v="2191" actId="1076"/>
          <ac:spMkLst>
            <pc:docMk/>
            <pc:sldMk cId="0" sldId="325"/>
            <ac:spMk id="106" creationId="{00000000-0000-0000-0000-000000000000}"/>
          </ac:spMkLst>
        </pc:spChg>
        <pc:spChg chg="mod">
          <ac:chgData name="Sophia BUI" userId="5388e7d4eb368e7c" providerId="LiveId" clId="{BE58550D-8E23-4583-8E07-07830BA2D7C5}" dt="2026-05-15T07:10:05.173" v="2129"/>
          <ac:spMkLst>
            <pc:docMk/>
            <pc:sldMk cId="0" sldId="325"/>
            <ac:spMk id="120" creationId="{00000000-0000-0000-0000-000000000000}"/>
          </ac:spMkLst>
        </pc:spChg>
        <pc:spChg chg="mod">
          <ac:chgData name="Sophia BUI" userId="5388e7d4eb368e7c" providerId="LiveId" clId="{BE58550D-8E23-4583-8E07-07830BA2D7C5}" dt="2026-05-15T07:10:05.173" v="2129"/>
          <ac:spMkLst>
            <pc:docMk/>
            <pc:sldMk cId="0" sldId="325"/>
            <ac:spMk id="121" creationId="{00000000-0000-0000-0000-000000000000}"/>
          </ac:spMkLst>
        </pc:spChg>
        <pc:grpChg chg="add mod">
          <ac:chgData name="Sophia BUI" userId="5388e7d4eb368e7c" providerId="LiveId" clId="{BE58550D-8E23-4583-8E07-07830BA2D7C5}" dt="2026-05-15T07:10:05.173" v="2129"/>
          <ac:grpSpMkLst>
            <pc:docMk/>
            <pc:sldMk cId="0" sldId="325"/>
            <ac:grpSpMk id="4" creationId="{7BB09B0D-024E-8FC5-E513-A9DB296629DC}"/>
          </ac:grpSpMkLst>
        </pc:grpChg>
        <pc:grpChg chg="mod">
          <ac:chgData name="Sophia BUI" userId="5388e7d4eb368e7c" providerId="LiveId" clId="{BE58550D-8E23-4583-8E07-07830BA2D7C5}" dt="2026-05-15T07:10:43.520" v="2136" actId="1076"/>
          <ac:grpSpMkLst>
            <pc:docMk/>
            <pc:sldMk cId="0" sldId="325"/>
            <ac:grpSpMk id="5" creationId="{28C56C53-9A24-8257-4630-2A328D30DC3D}"/>
          </ac:grpSpMkLst>
        </pc:grpChg>
        <pc:grpChg chg="mod">
          <ac:chgData name="Sophia BUI" userId="5388e7d4eb368e7c" providerId="LiveId" clId="{BE58550D-8E23-4583-8E07-07830BA2D7C5}" dt="2026-05-15T07:10:34.642" v="2135"/>
          <ac:grpSpMkLst>
            <pc:docMk/>
            <pc:sldMk cId="0" sldId="325"/>
            <ac:grpSpMk id="7" creationId="{993ADF02-4F36-5DED-2314-B5AE2FDC6675}"/>
          </ac:grpSpMkLst>
        </pc:grpChg>
        <pc:grpChg chg="mod">
          <ac:chgData name="Sophia BUI" userId="5388e7d4eb368e7c" providerId="LiveId" clId="{BE58550D-8E23-4583-8E07-07830BA2D7C5}" dt="2026-05-15T07:10:34.642" v="2135"/>
          <ac:grpSpMkLst>
            <pc:docMk/>
            <pc:sldMk cId="0" sldId="325"/>
            <ac:grpSpMk id="8" creationId="{7367A610-048B-CC79-4C1F-64B80CA6DF9B}"/>
          </ac:grpSpMkLst>
        </pc:grpChg>
        <pc:grpChg chg="add mod ord">
          <ac:chgData name="Sophia BUI" userId="5388e7d4eb368e7c" providerId="LiveId" clId="{BE58550D-8E23-4583-8E07-07830BA2D7C5}" dt="2026-05-15T07:16:55.340" v="2195" actId="1076"/>
          <ac:grpSpMkLst>
            <pc:docMk/>
            <pc:sldMk cId="0" sldId="325"/>
            <ac:grpSpMk id="20" creationId="{7C2A061B-80FE-34C9-F85F-EBE3FD6E11B4}"/>
          </ac:grpSpMkLst>
        </pc:grpChg>
        <pc:picChg chg="mod">
          <ac:chgData name="Sophia BUI" userId="5388e7d4eb368e7c" providerId="LiveId" clId="{BE58550D-8E23-4583-8E07-07830BA2D7C5}" dt="2026-05-15T07:10:34.642" v="2135"/>
          <ac:picMkLst>
            <pc:docMk/>
            <pc:sldMk cId="0" sldId="325"/>
            <ac:picMk id="6" creationId="{68D89E23-4122-0CF6-D1A8-E4399760ABB5}"/>
          </ac:picMkLst>
        </pc:picChg>
        <pc:picChg chg="mod">
          <ac:chgData name="Sophia BUI" userId="5388e7d4eb368e7c" providerId="LiveId" clId="{BE58550D-8E23-4583-8E07-07830BA2D7C5}" dt="2026-05-15T07:10:34.642" v="2135"/>
          <ac:picMkLst>
            <pc:docMk/>
            <pc:sldMk cId="0" sldId="325"/>
            <ac:picMk id="9" creationId="{944B3ABE-E9AB-1225-BA28-F0E3B54DDC2E}"/>
          </ac:picMkLst>
        </pc:picChg>
        <pc:picChg chg="mod">
          <ac:chgData name="Sophia BUI" userId="5388e7d4eb368e7c" providerId="LiveId" clId="{BE58550D-8E23-4583-8E07-07830BA2D7C5}" dt="2026-05-15T07:10:34.642" v="2135"/>
          <ac:picMkLst>
            <pc:docMk/>
            <pc:sldMk cId="0" sldId="325"/>
            <ac:picMk id="12" creationId="{5143F91E-CAAD-649A-9748-11E2A305C996}"/>
          </ac:picMkLst>
        </pc:picChg>
        <pc:picChg chg="mod">
          <ac:chgData name="Sophia BUI" userId="5388e7d4eb368e7c" providerId="LiveId" clId="{BE58550D-8E23-4583-8E07-07830BA2D7C5}" dt="2026-05-15T07:10:34.642" v="2135"/>
          <ac:picMkLst>
            <pc:docMk/>
            <pc:sldMk cId="0" sldId="325"/>
            <ac:picMk id="15" creationId="{3B736E20-BC4D-C54D-9DC6-A389C2CD0FA9}"/>
          </ac:picMkLst>
        </pc:picChg>
        <pc:picChg chg="add mod">
          <ac:chgData name="Sophia BUI" userId="5388e7d4eb368e7c" providerId="LiveId" clId="{BE58550D-8E23-4583-8E07-07830BA2D7C5}" dt="2026-05-15T07:16:27.192" v="2190" actId="1076"/>
          <ac:picMkLst>
            <pc:docMk/>
            <pc:sldMk cId="0" sldId="325"/>
            <ac:picMk id="16" creationId="{E949DB37-F0A4-1810-D7B4-2E7EAC65FEDD}"/>
          </ac:picMkLst>
        </pc:picChg>
        <pc:picChg chg="add mod">
          <ac:chgData name="Sophia BUI" userId="5388e7d4eb368e7c" providerId="LiveId" clId="{BE58550D-8E23-4583-8E07-07830BA2D7C5}" dt="2026-05-15T07:15:39.795" v="2181" actId="1076"/>
          <ac:picMkLst>
            <pc:docMk/>
            <pc:sldMk cId="0" sldId="325"/>
            <ac:picMk id="19" creationId="{1A383343-94E4-404F-9CD8-6ED0086D7F14}"/>
          </ac:picMkLst>
        </pc:picChg>
        <pc:picChg chg="del mod">
          <ac:chgData name="Sophia BUI" userId="5388e7d4eb368e7c" providerId="LiveId" clId="{BE58550D-8E23-4583-8E07-07830BA2D7C5}" dt="2026-05-15T08:13:25.240" v="2400" actId="478"/>
          <ac:picMkLst>
            <pc:docMk/>
            <pc:sldMk cId="0" sldId="325"/>
            <ac:picMk id="93" creationId="{00000000-0000-0000-0000-000000000000}"/>
          </ac:picMkLst>
        </pc:picChg>
        <pc:picChg chg="add mod">
          <ac:chgData name="Sophia BUI" userId="5388e7d4eb368e7c" providerId="LiveId" clId="{BE58550D-8E23-4583-8E07-07830BA2D7C5}" dt="2026-05-15T07:15:02.756" v="2175" actId="164"/>
          <ac:picMkLst>
            <pc:docMk/>
            <pc:sldMk cId="0" sldId="325"/>
            <ac:picMk id="103" creationId="{00000000-0000-0000-0000-000000000000}"/>
          </ac:picMkLst>
        </pc:picChg>
        <pc:picChg chg="add mod">
          <ac:chgData name="Sophia BUI" userId="5388e7d4eb368e7c" providerId="LiveId" clId="{BE58550D-8E23-4583-8E07-07830BA2D7C5}" dt="2026-05-15T07:15:02.756" v="2175" actId="164"/>
          <ac:picMkLst>
            <pc:docMk/>
            <pc:sldMk cId="0" sldId="325"/>
            <ac:picMk id="108" creationId="{00000000-0000-0000-0000-000000000000}"/>
          </ac:picMkLst>
        </pc:picChg>
        <pc:picChg chg="add mod">
          <ac:chgData name="Sophia BUI" userId="5388e7d4eb368e7c" providerId="LiveId" clId="{BE58550D-8E23-4583-8E07-07830BA2D7C5}" dt="2026-05-15T07:10:12.469" v="2132" actId="962"/>
          <ac:picMkLst>
            <pc:docMk/>
            <pc:sldMk cId="0" sldId="325"/>
            <ac:picMk id="116" creationId="{00000000-0000-0000-0000-000000000000}"/>
          </ac:picMkLst>
        </pc:picChg>
        <pc:picChg chg="mod">
          <ac:chgData name="Sophia BUI" userId="5388e7d4eb368e7c" providerId="LiveId" clId="{BE58550D-8E23-4583-8E07-07830BA2D7C5}" dt="2026-05-15T07:10:05.173" v="2129"/>
          <ac:picMkLst>
            <pc:docMk/>
            <pc:sldMk cId="0" sldId="325"/>
            <ac:picMk id="117" creationId="{00000000-0000-0000-0000-000000000000}"/>
          </ac:picMkLst>
        </pc:picChg>
        <pc:picChg chg="mod">
          <ac:chgData name="Sophia BUI" userId="5388e7d4eb368e7c" providerId="LiveId" clId="{BE58550D-8E23-4583-8E07-07830BA2D7C5}" dt="2026-05-15T07:10:05.173" v="2129"/>
          <ac:picMkLst>
            <pc:docMk/>
            <pc:sldMk cId="0" sldId="325"/>
            <ac:picMk id="123" creationId="{00000000-0000-0000-0000-000000000000}"/>
          </ac:picMkLst>
        </pc:picChg>
      </pc:sldChg>
      <pc:sldChg chg="delSp add del mod setBg modNotes">
        <pc:chgData name="Sophia BUI" userId="5388e7d4eb368e7c" providerId="LiveId" clId="{BE58550D-8E23-4583-8E07-07830BA2D7C5}" dt="2026-05-15T07:14:39.713" v="2172" actId="2696"/>
        <pc:sldMkLst>
          <pc:docMk/>
          <pc:sldMk cId="0" sldId="326"/>
        </pc:sldMkLst>
        <pc:spChg chg="del">
          <ac:chgData name="Sophia BUI" userId="5388e7d4eb368e7c" providerId="LiveId" clId="{BE58550D-8E23-4583-8E07-07830BA2D7C5}" dt="2026-05-15T07:08:02.438" v="2105" actId="21"/>
          <ac:spMkLst>
            <pc:docMk/>
            <pc:sldMk cId="0" sldId="326"/>
            <ac:spMk id="106" creationId="{00000000-0000-0000-0000-000000000000}"/>
          </ac:spMkLst>
        </pc:spChg>
        <pc:picChg chg="del">
          <ac:chgData name="Sophia BUI" userId="5388e7d4eb368e7c" providerId="LiveId" clId="{BE58550D-8E23-4583-8E07-07830BA2D7C5}" dt="2026-05-15T07:03:45.818" v="2054" actId="478"/>
          <ac:picMkLst>
            <pc:docMk/>
            <pc:sldMk cId="0" sldId="326"/>
            <ac:picMk id="102" creationId="{00000000-0000-0000-0000-000000000000}"/>
          </ac:picMkLst>
        </pc:picChg>
        <pc:picChg chg="del">
          <ac:chgData name="Sophia BUI" userId="5388e7d4eb368e7c" providerId="LiveId" clId="{BE58550D-8E23-4583-8E07-07830BA2D7C5}" dt="2026-05-15T07:08:02.438" v="2105" actId="21"/>
          <ac:picMkLst>
            <pc:docMk/>
            <pc:sldMk cId="0" sldId="326"/>
            <ac:picMk id="103" creationId="{00000000-0000-0000-0000-000000000000}"/>
          </ac:picMkLst>
        </pc:picChg>
        <pc:picChg chg="del">
          <ac:chgData name="Sophia BUI" userId="5388e7d4eb368e7c" providerId="LiveId" clId="{BE58550D-8E23-4583-8E07-07830BA2D7C5}" dt="2026-05-15T07:03:51.267" v="2055" actId="478"/>
          <ac:picMkLst>
            <pc:docMk/>
            <pc:sldMk cId="0" sldId="326"/>
            <ac:picMk id="107" creationId="{00000000-0000-0000-0000-000000000000}"/>
          </ac:picMkLst>
        </pc:picChg>
        <pc:picChg chg="del">
          <ac:chgData name="Sophia BUI" userId="5388e7d4eb368e7c" providerId="LiveId" clId="{BE58550D-8E23-4583-8E07-07830BA2D7C5}" dt="2026-05-15T07:08:02.438" v="2105" actId="21"/>
          <ac:picMkLst>
            <pc:docMk/>
            <pc:sldMk cId="0" sldId="326"/>
            <ac:picMk id="108" creationId="{00000000-0000-0000-0000-000000000000}"/>
          </ac:picMkLst>
        </pc:picChg>
      </pc:sldChg>
      <pc:sldChg chg="addSp delSp modSp add del mod setBg modNotes">
        <pc:chgData name="Sophia BUI" userId="5388e7d4eb368e7c" providerId="LiveId" clId="{BE58550D-8E23-4583-8E07-07830BA2D7C5}" dt="2026-05-15T07:14:44.316" v="2173" actId="2696"/>
        <pc:sldMkLst>
          <pc:docMk/>
          <pc:sldMk cId="0" sldId="327"/>
        </pc:sldMkLst>
        <pc:spChg chg="mod">
          <ac:chgData name="Sophia BUI" userId="5388e7d4eb368e7c" providerId="LiveId" clId="{BE58550D-8E23-4583-8E07-07830BA2D7C5}" dt="2026-05-15T07:09:58.051" v="2127" actId="164"/>
          <ac:spMkLst>
            <pc:docMk/>
            <pc:sldMk cId="0" sldId="327"/>
            <ac:spMk id="118" creationId="{00000000-0000-0000-0000-000000000000}"/>
          </ac:spMkLst>
        </pc:spChg>
        <pc:spChg chg="mod">
          <ac:chgData name="Sophia BUI" userId="5388e7d4eb368e7c" providerId="LiveId" clId="{BE58550D-8E23-4583-8E07-07830BA2D7C5}" dt="2026-05-15T07:09:58.051" v="2127" actId="164"/>
          <ac:spMkLst>
            <pc:docMk/>
            <pc:sldMk cId="0" sldId="327"/>
            <ac:spMk id="119" creationId="{00000000-0000-0000-0000-000000000000}"/>
          </ac:spMkLst>
        </pc:spChg>
        <pc:spChg chg="mod">
          <ac:chgData name="Sophia BUI" userId="5388e7d4eb368e7c" providerId="LiveId" clId="{BE58550D-8E23-4583-8E07-07830BA2D7C5}" dt="2026-05-15T07:09:44.351" v="2125" actId="164"/>
          <ac:spMkLst>
            <pc:docMk/>
            <pc:sldMk cId="0" sldId="327"/>
            <ac:spMk id="120" creationId="{00000000-0000-0000-0000-000000000000}"/>
          </ac:spMkLst>
        </pc:spChg>
        <pc:spChg chg="mod">
          <ac:chgData name="Sophia BUI" userId="5388e7d4eb368e7c" providerId="LiveId" clId="{BE58550D-8E23-4583-8E07-07830BA2D7C5}" dt="2026-05-15T07:09:44.351" v="2125" actId="164"/>
          <ac:spMkLst>
            <pc:docMk/>
            <pc:sldMk cId="0" sldId="327"/>
            <ac:spMk id="121" creationId="{00000000-0000-0000-0000-000000000000}"/>
          </ac:spMkLst>
        </pc:spChg>
        <pc:grpChg chg="add del mod">
          <ac:chgData name="Sophia BUI" userId="5388e7d4eb368e7c" providerId="LiveId" clId="{BE58550D-8E23-4583-8E07-07830BA2D7C5}" dt="2026-05-15T07:10:25.189" v="2134" actId="164"/>
          <ac:grpSpMkLst>
            <pc:docMk/>
            <pc:sldMk cId="0" sldId="327"/>
            <ac:grpSpMk id="2" creationId="{7BB09B0D-024E-8FC5-E513-A9DB296629DC}"/>
          </ac:grpSpMkLst>
        </pc:grpChg>
        <pc:grpChg chg="add mod">
          <ac:chgData name="Sophia BUI" userId="5388e7d4eb368e7c" providerId="LiveId" clId="{BE58550D-8E23-4583-8E07-07830BA2D7C5}" dt="2026-05-15T07:10:25.189" v="2134" actId="164"/>
          <ac:grpSpMkLst>
            <pc:docMk/>
            <pc:sldMk cId="0" sldId="327"/>
            <ac:grpSpMk id="3" creationId="{97E0F4B6-2E9D-F5D2-7ED8-F90289BF21D3}"/>
          </ac:grpSpMkLst>
        </pc:grpChg>
        <pc:grpChg chg="add mod">
          <ac:chgData name="Sophia BUI" userId="5388e7d4eb368e7c" providerId="LiveId" clId="{BE58550D-8E23-4583-8E07-07830BA2D7C5}" dt="2026-05-15T07:10:25.189" v="2134" actId="164"/>
          <ac:grpSpMkLst>
            <pc:docMk/>
            <pc:sldMk cId="0" sldId="327"/>
            <ac:grpSpMk id="4" creationId="{996E8BE7-1736-D35C-0EDA-D42DF6ED2D4F}"/>
          </ac:grpSpMkLst>
        </pc:grpChg>
        <pc:picChg chg="add del mod">
          <ac:chgData name="Sophia BUI" userId="5388e7d4eb368e7c" providerId="LiveId" clId="{BE58550D-8E23-4583-8E07-07830BA2D7C5}" dt="2026-05-15T07:10:25.189" v="2134" actId="164"/>
          <ac:picMkLst>
            <pc:docMk/>
            <pc:sldMk cId="0" sldId="327"/>
            <ac:picMk id="116" creationId="{00000000-0000-0000-0000-000000000000}"/>
          </ac:picMkLst>
        </pc:picChg>
        <pc:picChg chg="mod">
          <ac:chgData name="Sophia BUI" userId="5388e7d4eb368e7c" providerId="LiveId" clId="{BE58550D-8E23-4583-8E07-07830BA2D7C5}" dt="2026-05-15T07:09:44.351" v="2125" actId="164"/>
          <ac:picMkLst>
            <pc:docMk/>
            <pc:sldMk cId="0" sldId="327"/>
            <ac:picMk id="117" creationId="{00000000-0000-0000-0000-000000000000}"/>
          </ac:picMkLst>
        </pc:picChg>
        <pc:picChg chg="mod">
          <ac:chgData name="Sophia BUI" userId="5388e7d4eb368e7c" providerId="LiveId" clId="{BE58550D-8E23-4583-8E07-07830BA2D7C5}" dt="2026-05-15T07:09:58.051" v="2127" actId="164"/>
          <ac:picMkLst>
            <pc:docMk/>
            <pc:sldMk cId="0" sldId="327"/>
            <ac:picMk id="122" creationId="{00000000-0000-0000-0000-000000000000}"/>
          </ac:picMkLst>
        </pc:picChg>
        <pc:picChg chg="mod">
          <ac:chgData name="Sophia BUI" userId="5388e7d4eb368e7c" providerId="LiveId" clId="{BE58550D-8E23-4583-8E07-07830BA2D7C5}" dt="2026-05-15T07:09:44.351" v="2125" actId="164"/>
          <ac:picMkLst>
            <pc:docMk/>
            <pc:sldMk cId="0" sldId="327"/>
            <ac:picMk id="123" creationId="{00000000-0000-0000-0000-000000000000}"/>
          </ac:picMkLst>
        </pc:picChg>
      </pc:sldChg>
      <pc:sldChg chg="add del setBg modNotes">
        <pc:chgData name="Sophia BUI" userId="5388e7d4eb368e7c" providerId="LiveId" clId="{BE58550D-8E23-4583-8E07-07830BA2D7C5}" dt="2026-05-15T07:21:12.362" v="2214" actId="2696"/>
        <pc:sldMkLst>
          <pc:docMk/>
          <pc:sldMk cId="0" sldId="328"/>
        </pc:sldMkLst>
      </pc:sldChg>
      <pc:sldChg chg="addSp delSp modSp add mod setBg modNotes">
        <pc:chgData name="Sophia BUI" userId="5388e7d4eb368e7c" providerId="LiveId" clId="{BE58550D-8E23-4583-8E07-07830BA2D7C5}" dt="2026-05-16T02:45:25.941" v="2463" actId="1076"/>
        <pc:sldMkLst>
          <pc:docMk/>
          <pc:sldMk cId="0" sldId="329"/>
        </pc:sldMkLst>
        <pc:spChg chg="add mod">
          <ac:chgData name="Sophia BUI" userId="5388e7d4eb368e7c" providerId="LiveId" clId="{BE58550D-8E23-4583-8E07-07830BA2D7C5}" dt="2026-05-15T07:18:58.319" v="2202" actId="20577"/>
          <ac:spMkLst>
            <pc:docMk/>
            <pc:sldMk cId="0" sldId="329"/>
            <ac:spMk id="2" creationId="{0B0277E4-F8D6-8203-2C98-364D307D2B89}"/>
          </ac:spMkLst>
        </pc:spChg>
        <pc:spChg chg="add mod">
          <ac:chgData name="Sophia BUI" userId="5388e7d4eb368e7c" providerId="LiveId" clId="{BE58550D-8E23-4583-8E07-07830BA2D7C5}" dt="2026-05-15T07:18:55.407" v="2200"/>
          <ac:spMkLst>
            <pc:docMk/>
            <pc:sldMk cId="0" sldId="329"/>
            <ac:spMk id="3" creationId="{2BED39F7-B376-ECC0-F868-D61654B63FD9}"/>
          </ac:spMkLst>
        </pc:spChg>
        <pc:spChg chg="add mod">
          <ac:chgData name="Sophia BUI" userId="5388e7d4eb368e7c" providerId="LiveId" clId="{BE58550D-8E23-4583-8E07-07830BA2D7C5}" dt="2026-05-16T02:45:13.421" v="2462" actId="113"/>
          <ac:spMkLst>
            <pc:docMk/>
            <pc:sldMk cId="0" sldId="329"/>
            <ac:spMk id="5" creationId="{4C0C5BC6-536F-05A9-6A7F-C1C637F55518}"/>
          </ac:spMkLst>
        </pc:spChg>
        <pc:spChg chg="add del mod">
          <ac:chgData name="Sophia BUI" userId="5388e7d4eb368e7c" providerId="LiveId" clId="{BE58550D-8E23-4583-8E07-07830BA2D7C5}" dt="2026-05-16T02:44:53.928" v="2456" actId="478"/>
          <ac:spMkLst>
            <pc:docMk/>
            <pc:sldMk cId="0" sldId="329"/>
            <ac:spMk id="6" creationId="{25286EA8-33B9-6B9C-58D7-ECC944727B7B}"/>
          </ac:spMkLst>
        </pc:spChg>
        <pc:spChg chg="add mod">
          <ac:chgData name="Sophia BUI" userId="5388e7d4eb368e7c" providerId="LiveId" clId="{BE58550D-8E23-4583-8E07-07830BA2D7C5}" dt="2026-05-16T02:45:25.941" v="2463" actId="1076"/>
          <ac:spMkLst>
            <pc:docMk/>
            <pc:sldMk cId="0" sldId="329"/>
            <ac:spMk id="7" creationId="{C140F325-B9A5-334E-2648-773ED07D121E}"/>
          </ac:spMkLst>
        </pc:spChg>
        <pc:spChg chg="add mod">
          <ac:chgData name="Sophia BUI" userId="5388e7d4eb368e7c" providerId="LiveId" clId="{BE58550D-8E23-4583-8E07-07830BA2D7C5}" dt="2026-05-16T02:44:29.752" v="2453" actId="1076"/>
          <ac:spMkLst>
            <pc:docMk/>
            <pc:sldMk cId="0" sldId="329"/>
            <ac:spMk id="9" creationId="{FB0210BA-AFA9-0CFB-5150-71E04A769320}"/>
          </ac:spMkLst>
        </pc:spChg>
        <pc:spChg chg="mod">
          <ac:chgData name="Sophia BUI" userId="5388e7d4eb368e7c" providerId="LiveId" clId="{BE58550D-8E23-4583-8E07-07830BA2D7C5}" dt="2026-05-16T02:44:29.752" v="2453" actId="1076"/>
          <ac:spMkLst>
            <pc:docMk/>
            <pc:sldMk cId="0" sldId="329"/>
            <ac:spMk id="147" creationId="{00000000-0000-0000-0000-000000000000}"/>
          </ac:spMkLst>
        </pc:spChg>
        <pc:picChg chg="add mod">
          <ac:chgData name="Sophia BUI" userId="5388e7d4eb368e7c" providerId="LiveId" clId="{BE58550D-8E23-4583-8E07-07830BA2D7C5}" dt="2026-05-16T02:45:25.941" v="2463" actId="1076"/>
          <ac:picMkLst>
            <pc:docMk/>
            <pc:sldMk cId="0" sldId="329"/>
            <ac:picMk id="4" creationId="{14227283-13DC-7EFE-B7AD-457F432F2759}"/>
          </ac:picMkLst>
        </pc:picChg>
        <pc:picChg chg="add mod">
          <ac:chgData name="Sophia BUI" userId="5388e7d4eb368e7c" providerId="LiveId" clId="{BE58550D-8E23-4583-8E07-07830BA2D7C5}" dt="2026-05-16T02:45:25.941" v="2463" actId="1076"/>
          <ac:picMkLst>
            <pc:docMk/>
            <pc:sldMk cId="0" sldId="329"/>
            <ac:picMk id="8" creationId="{61BA55CD-B565-6C27-5463-C5FD040B8BFC}"/>
          </ac:picMkLst>
        </pc:picChg>
        <pc:picChg chg="del">
          <ac:chgData name="Sophia BUI" userId="5388e7d4eb368e7c" providerId="LiveId" clId="{BE58550D-8E23-4583-8E07-07830BA2D7C5}" dt="2026-05-15T08:13:29.220" v="2401" actId="478"/>
          <ac:picMkLst>
            <pc:docMk/>
            <pc:sldMk cId="0" sldId="329"/>
            <ac:picMk id="138" creationId="{00000000-0000-0000-0000-000000000000}"/>
          </ac:picMkLst>
        </pc:picChg>
        <pc:picChg chg="del">
          <ac:chgData name="Sophia BUI" userId="5388e7d4eb368e7c" providerId="LiveId" clId="{BE58550D-8E23-4583-8E07-07830BA2D7C5}" dt="2026-05-15T07:18:29.680" v="2196" actId="478"/>
          <ac:picMkLst>
            <pc:docMk/>
            <pc:sldMk cId="0" sldId="329"/>
            <ac:picMk id="139" creationId="{00000000-0000-0000-0000-000000000000}"/>
          </ac:picMkLst>
        </pc:picChg>
        <pc:picChg chg="del">
          <ac:chgData name="Sophia BUI" userId="5388e7d4eb368e7c" providerId="LiveId" clId="{BE58550D-8E23-4583-8E07-07830BA2D7C5}" dt="2026-05-15T07:18:32.163" v="2197" actId="478"/>
          <ac:picMkLst>
            <pc:docMk/>
            <pc:sldMk cId="0" sldId="329"/>
            <ac:picMk id="140" creationId="{00000000-0000-0000-0000-000000000000}"/>
          </ac:picMkLst>
        </pc:picChg>
      </pc:sldChg>
      <pc:sldChg chg="delSp modSp add del mod setBg modNotes">
        <pc:chgData name="Sophia BUI" userId="5388e7d4eb368e7c" providerId="LiveId" clId="{BE58550D-8E23-4583-8E07-07830BA2D7C5}" dt="2026-05-15T07:21:06.495" v="2213" actId="2696"/>
        <pc:sldMkLst>
          <pc:docMk/>
          <pc:sldMk cId="0" sldId="330"/>
        </pc:sldMkLst>
        <pc:spChg chg="mod">
          <ac:chgData name="Sophia BUI" userId="5388e7d4eb368e7c" providerId="LiveId" clId="{BE58550D-8E23-4583-8E07-07830BA2D7C5}" dt="2026-05-15T07:19:36.298" v="2205" actId="1076"/>
          <ac:spMkLst>
            <pc:docMk/>
            <pc:sldMk cId="0" sldId="330"/>
            <ac:spMk id="161" creationId="{00000000-0000-0000-0000-000000000000}"/>
          </ac:spMkLst>
        </pc:spChg>
        <pc:picChg chg="del">
          <ac:chgData name="Sophia BUI" userId="5388e7d4eb368e7c" providerId="LiveId" clId="{BE58550D-8E23-4583-8E07-07830BA2D7C5}" dt="2026-05-15T07:19:23.466" v="2203" actId="478"/>
          <ac:picMkLst>
            <pc:docMk/>
            <pc:sldMk cId="0" sldId="330"/>
            <ac:picMk id="156" creationId="{00000000-0000-0000-0000-000000000000}"/>
          </ac:picMkLst>
        </pc:picChg>
      </pc:sldChg>
      <pc:sldChg chg="add del setBg modNotes">
        <pc:chgData name="Sophia BUI" userId="5388e7d4eb368e7c" providerId="LiveId" clId="{BE58550D-8E23-4583-8E07-07830BA2D7C5}" dt="2026-05-15T07:21:32.678" v="2215" actId="2696"/>
        <pc:sldMkLst>
          <pc:docMk/>
          <pc:sldMk cId="0" sldId="331"/>
        </pc:sldMkLst>
      </pc:sldChg>
      <pc:sldChg chg="addSp delSp modSp add mod setBg modNotes">
        <pc:chgData name="Sophia BUI" userId="5388e7d4eb368e7c" providerId="LiveId" clId="{BE58550D-8E23-4583-8E07-07830BA2D7C5}" dt="2026-05-15T08:13:33.515" v="2402" actId="478"/>
        <pc:sldMkLst>
          <pc:docMk/>
          <pc:sldMk cId="0" sldId="332"/>
        </pc:sldMkLst>
        <pc:spChg chg="add mod">
          <ac:chgData name="Sophia BUI" userId="5388e7d4eb368e7c" providerId="LiveId" clId="{BE58550D-8E23-4583-8E07-07830BA2D7C5}" dt="2026-05-15T07:22:32.412" v="2227"/>
          <ac:spMkLst>
            <pc:docMk/>
            <pc:sldMk cId="0" sldId="332"/>
            <ac:spMk id="2" creationId="{B10C7A06-645E-F335-F122-C6DB182C08F8}"/>
          </ac:spMkLst>
        </pc:spChg>
        <pc:spChg chg="add mod">
          <ac:chgData name="Sophia BUI" userId="5388e7d4eb368e7c" providerId="LiveId" clId="{BE58550D-8E23-4583-8E07-07830BA2D7C5}" dt="2026-05-15T07:22:44.609" v="2230" actId="20577"/>
          <ac:spMkLst>
            <pc:docMk/>
            <pc:sldMk cId="0" sldId="332"/>
            <ac:spMk id="3" creationId="{64DFCC1D-1217-A3A5-912F-7CEFAC9F9D43}"/>
          </ac:spMkLst>
        </pc:spChg>
        <pc:spChg chg="add mod">
          <ac:chgData name="Sophia BUI" userId="5388e7d4eb368e7c" providerId="LiveId" clId="{BE58550D-8E23-4583-8E07-07830BA2D7C5}" dt="2026-05-15T07:22:41.858" v="2228"/>
          <ac:spMkLst>
            <pc:docMk/>
            <pc:sldMk cId="0" sldId="332"/>
            <ac:spMk id="4" creationId="{8EDB095D-2A3C-342F-2450-399AE3E36860}"/>
          </ac:spMkLst>
        </pc:spChg>
        <pc:spChg chg="mod">
          <ac:chgData name="Sophia BUI" userId="5388e7d4eb368e7c" providerId="LiveId" clId="{BE58550D-8E23-4583-8E07-07830BA2D7C5}" dt="2026-05-15T07:23:10.297" v="2237" actId="1076"/>
          <ac:spMkLst>
            <pc:docMk/>
            <pc:sldMk cId="0" sldId="332"/>
            <ac:spMk id="201" creationId="{00000000-0000-0000-0000-000000000000}"/>
          </ac:spMkLst>
        </pc:spChg>
        <pc:graphicFrameChg chg="mod modGraphic">
          <ac:chgData name="Sophia BUI" userId="5388e7d4eb368e7c" providerId="LiveId" clId="{BE58550D-8E23-4583-8E07-07830BA2D7C5}" dt="2026-05-15T07:23:42.146" v="2241" actId="403"/>
          <ac:graphicFrameMkLst>
            <pc:docMk/>
            <pc:sldMk cId="0" sldId="332"/>
            <ac:graphicFrameMk id="188" creationId="{00000000-0000-0000-0000-000000000000}"/>
          </ac:graphicFrameMkLst>
        </pc:graphicFrameChg>
        <pc:picChg chg="del">
          <ac:chgData name="Sophia BUI" userId="5388e7d4eb368e7c" providerId="LiveId" clId="{BE58550D-8E23-4583-8E07-07830BA2D7C5}" dt="2026-05-15T08:13:33.515" v="2402" actId="478"/>
          <ac:picMkLst>
            <pc:docMk/>
            <pc:sldMk cId="0" sldId="332"/>
            <ac:picMk id="186" creationId="{00000000-0000-0000-0000-000000000000}"/>
          </ac:picMkLst>
        </pc:picChg>
      </pc:sldChg>
      <pc:sldChg chg="modSp add mod">
        <pc:chgData name="Sophia BUI" userId="5388e7d4eb368e7c" providerId="LiveId" clId="{BE58550D-8E23-4583-8E07-07830BA2D7C5}" dt="2026-05-16T02:37:39.211" v="2435" actId="20577"/>
        <pc:sldMkLst>
          <pc:docMk/>
          <pc:sldMk cId="1192851258" sldId="333"/>
        </pc:sldMkLst>
        <pc:spChg chg="mod">
          <ac:chgData name="Sophia BUI" userId="5388e7d4eb368e7c" providerId="LiveId" clId="{BE58550D-8E23-4583-8E07-07830BA2D7C5}" dt="2026-05-16T02:37:39.211" v="2435" actId="20577"/>
          <ac:spMkLst>
            <pc:docMk/>
            <pc:sldMk cId="1192851258" sldId="333"/>
            <ac:spMk id="361" creationId="{524E0DCE-38AD-F787-05D7-0F6BF9E909D5}"/>
          </ac:spMkLst>
        </pc:spChg>
      </pc:sldChg>
      <pc:sldChg chg="delSp modSp add mod setBg modNotes">
        <pc:chgData name="Sophia BUI" userId="5388e7d4eb368e7c" providerId="LiveId" clId="{BE58550D-8E23-4583-8E07-07830BA2D7C5}" dt="2026-05-15T08:15:35.194" v="2426" actId="478"/>
        <pc:sldMkLst>
          <pc:docMk/>
          <pc:sldMk cId="0" sldId="334"/>
        </pc:sldMkLst>
        <pc:spChg chg="mod">
          <ac:chgData name="Sophia BUI" userId="5388e7d4eb368e7c" providerId="LiveId" clId="{BE58550D-8E23-4583-8E07-07830BA2D7C5}" dt="2026-05-15T07:54:43.950" v="2318" actId="403"/>
          <ac:spMkLst>
            <pc:docMk/>
            <pc:sldMk cId="0" sldId="334"/>
            <ac:spMk id="93" creationId="{00000000-0000-0000-0000-000000000000}"/>
          </ac:spMkLst>
        </pc:spChg>
        <pc:spChg chg="mod">
          <ac:chgData name="Sophia BUI" userId="5388e7d4eb368e7c" providerId="LiveId" clId="{BE58550D-8E23-4583-8E07-07830BA2D7C5}" dt="2026-05-15T07:54:26.442" v="2314" actId="403"/>
          <ac:spMkLst>
            <pc:docMk/>
            <pc:sldMk cId="0" sldId="334"/>
            <ac:spMk id="94" creationId="{00000000-0000-0000-0000-000000000000}"/>
          </ac:spMkLst>
        </pc:spChg>
        <pc:spChg chg="mod">
          <ac:chgData name="Sophia BUI" userId="5388e7d4eb368e7c" providerId="LiveId" clId="{BE58550D-8E23-4583-8E07-07830BA2D7C5}" dt="2026-05-15T07:54:26.442" v="2314" actId="403"/>
          <ac:spMkLst>
            <pc:docMk/>
            <pc:sldMk cId="0" sldId="334"/>
            <ac:spMk id="95" creationId="{00000000-0000-0000-0000-000000000000}"/>
          </ac:spMkLst>
        </pc:spChg>
        <pc:picChg chg="del mod">
          <ac:chgData name="Sophia BUI" userId="5388e7d4eb368e7c" providerId="LiveId" clId="{BE58550D-8E23-4583-8E07-07830BA2D7C5}" dt="2026-05-15T08:15:35.194" v="2426" actId="478"/>
          <ac:picMkLst>
            <pc:docMk/>
            <pc:sldMk cId="0" sldId="334"/>
            <ac:picMk id="92" creationId="{00000000-0000-0000-0000-000000000000}"/>
          </ac:picMkLst>
        </pc:picChg>
      </pc:sldChg>
      <pc:sldChg chg="delSp add mod setBg modNotes">
        <pc:chgData name="Sophia BUI" userId="5388e7d4eb368e7c" providerId="LiveId" clId="{BE58550D-8E23-4583-8E07-07830BA2D7C5}" dt="2026-05-15T08:15:30.355" v="2425" actId="478"/>
        <pc:sldMkLst>
          <pc:docMk/>
          <pc:sldMk cId="0" sldId="335"/>
        </pc:sldMkLst>
        <pc:picChg chg="del">
          <ac:chgData name="Sophia BUI" userId="5388e7d4eb368e7c" providerId="LiveId" clId="{BE58550D-8E23-4583-8E07-07830BA2D7C5}" dt="2026-05-15T08:15:30.355" v="2425" actId="478"/>
          <ac:picMkLst>
            <pc:docMk/>
            <pc:sldMk cId="0" sldId="335"/>
            <ac:picMk id="108" creationId="{00000000-0000-0000-0000-000000000000}"/>
          </ac:picMkLst>
        </pc:picChg>
      </pc:sldChg>
      <pc:sldChg chg="delSp modSp add mod setBg modNotes">
        <pc:chgData name="Sophia BUI" userId="5388e7d4eb368e7c" providerId="LiveId" clId="{BE58550D-8E23-4583-8E07-07830BA2D7C5}" dt="2026-05-15T08:15:26.152" v="2424" actId="478"/>
        <pc:sldMkLst>
          <pc:docMk/>
          <pc:sldMk cId="0" sldId="336"/>
        </pc:sldMkLst>
        <pc:spChg chg="mod">
          <ac:chgData name="Sophia BUI" userId="5388e7d4eb368e7c" providerId="LiveId" clId="{BE58550D-8E23-4583-8E07-07830BA2D7C5}" dt="2026-05-15T07:53:05.931" v="2308" actId="20577"/>
          <ac:spMkLst>
            <pc:docMk/>
            <pc:sldMk cId="0" sldId="336"/>
            <ac:spMk id="130" creationId="{00000000-0000-0000-0000-000000000000}"/>
          </ac:spMkLst>
        </pc:spChg>
        <pc:spChg chg="mod">
          <ac:chgData name="Sophia BUI" userId="5388e7d4eb368e7c" providerId="LiveId" clId="{BE58550D-8E23-4583-8E07-07830BA2D7C5}" dt="2026-05-15T07:53:17.213" v="2310" actId="12"/>
          <ac:spMkLst>
            <pc:docMk/>
            <pc:sldMk cId="0" sldId="336"/>
            <ac:spMk id="132" creationId="{00000000-0000-0000-0000-000000000000}"/>
          </ac:spMkLst>
        </pc:spChg>
        <pc:spChg chg="mod">
          <ac:chgData name="Sophia BUI" userId="5388e7d4eb368e7c" providerId="LiveId" clId="{BE58550D-8E23-4583-8E07-07830BA2D7C5}" dt="2026-05-15T07:53:17.213" v="2310" actId="12"/>
          <ac:spMkLst>
            <pc:docMk/>
            <pc:sldMk cId="0" sldId="336"/>
            <ac:spMk id="133" creationId="{00000000-0000-0000-0000-000000000000}"/>
          </ac:spMkLst>
        </pc:spChg>
        <pc:spChg chg="mod">
          <ac:chgData name="Sophia BUI" userId="5388e7d4eb368e7c" providerId="LiveId" clId="{BE58550D-8E23-4583-8E07-07830BA2D7C5}" dt="2026-05-15T07:53:17.213" v="2310" actId="12"/>
          <ac:spMkLst>
            <pc:docMk/>
            <pc:sldMk cId="0" sldId="336"/>
            <ac:spMk id="134" creationId="{00000000-0000-0000-0000-000000000000}"/>
          </ac:spMkLst>
        </pc:spChg>
        <pc:picChg chg="del">
          <ac:chgData name="Sophia BUI" userId="5388e7d4eb368e7c" providerId="LiveId" clId="{BE58550D-8E23-4583-8E07-07830BA2D7C5}" dt="2026-05-15T08:15:26.152" v="2424" actId="478"/>
          <ac:picMkLst>
            <pc:docMk/>
            <pc:sldMk cId="0" sldId="336"/>
            <ac:picMk id="127" creationId="{00000000-0000-0000-0000-000000000000}"/>
          </ac:picMkLst>
        </pc:picChg>
      </pc:sldChg>
      <pc:sldChg chg="delSp add mod setBg">
        <pc:chgData name="Sophia BUI" userId="5388e7d4eb368e7c" providerId="LiveId" clId="{BE58550D-8E23-4583-8E07-07830BA2D7C5}" dt="2026-05-15T08:15:22.706" v="2423" actId="478"/>
        <pc:sldMkLst>
          <pc:docMk/>
          <pc:sldMk cId="0" sldId="337"/>
        </pc:sldMkLst>
        <pc:picChg chg="del">
          <ac:chgData name="Sophia BUI" userId="5388e7d4eb368e7c" providerId="LiveId" clId="{BE58550D-8E23-4583-8E07-07830BA2D7C5}" dt="2026-05-15T08:15:22.706" v="2423" actId="478"/>
          <ac:picMkLst>
            <pc:docMk/>
            <pc:sldMk cId="0" sldId="337"/>
            <ac:picMk id="141" creationId="{00000000-0000-0000-0000-000000000000}"/>
          </ac:picMkLst>
        </pc:picChg>
      </pc:sldChg>
      <pc:sldChg chg="delSp add del mod setBg modNotes">
        <pc:chgData name="Sophia BUI" userId="5388e7d4eb368e7c" providerId="LiveId" clId="{BE58550D-8E23-4583-8E07-07830BA2D7C5}" dt="2026-05-15T08:15:19.404" v="2422" actId="2696"/>
        <pc:sldMkLst>
          <pc:docMk/>
          <pc:sldMk cId="0" sldId="338"/>
        </pc:sldMkLst>
        <pc:spChg chg="del">
          <ac:chgData name="Sophia BUI" userId="5388e7d4eb368e7c" providerId="LiveId" clId="{BE58550D-8E23-4583-8E07-07830BA2D7C5}" dt="2026-05-15T08:15:03.649" v="2417" actId="21"/>
          <ac:spMkLst>
            <pc:docMk/>
            <pc:sldMk cId="0" sldId="338"/>
            <ac:spMk id="168" creationId="{00000000-0000-0000-0000-000000000000}"/>
          </ac:spMkLst>
        </pc:spChg>
      </pc:sldChg>
      <pc:sldChg chg="addSp delSp modSp add mod setBg modNotes">
        <pc:chgData name="Sophia BUI" userId="5388e7d4eb368e7c" providerId="LiveId" clId="{BE58550D-8E23-4583-8E07-07830BA2D7C5}" dt="2026-05-15T08:15:15.076" v="2421" actId="120"/>
        <pc:sldMkLst>
          <pc:docMk/>
          <pc:sldMk cId="0" sldId="339"/>
        </pc:sldMkLst>
        <pc:spChg chg="add mod">
          <ac:chgData name="Sophia BUI" userId="5388e7d4eb368e7c" providerId="LiveId" clId="{BE58550D-8E23-4583-8E07-07830BA2D7C5}" dt="2026-05-15T08:15:15.076" v="2421" actId="120"/>
          <ac:spMkLst>
            <pc:docMk/>
            <pc:sldMk cId="0" sldId="339"/>
            <ac:spMk id="168" creationId="{00000000-0000-0000-0000-000000000000}"/>
          </ac:spMkLst>
        </pc:spChg>
        <pc:spChg chg="mod">
          <ac:chgData name="Sophia BUI" userId="5388e7d4eb368e7c" providerId="LiveId" clId="{BE58550D-8E23-4583-8E07-07830BA2D7C5}" dt="2026-05-15T08:14:54.188" v="2416" actId="1076"/>
          <ac:spMkLst>
            <pc:docMk/>
            <pc:sldMk cId="0" sldId="339"/>
            <ac:spMk id="180" creationId="{00000000-0000-0000-0000-000000000000}"/>
          </ac:spMkLst>
        </pc:spChg>
        <pc:picChg chg="add mod">
          <ac:chgData name="Sophia BUI" userId="5388e7d4eb368e7c" providerId="LiveId" clId="{BE58550D-8E23-4583-8E07-07830BA2D7C5}" dt="2026-05-15T07:47:21.950" v="2290" actId="1076"/>
          <ac:picMkLst>
            <pc:docMk/>
            <pc:sldMk cId="0" sldId="339"/>
            <ac:picMk id="2" creationId="{144D18FF-C95A-56F3-8A1D-154A05F69DF3}"/>
          </ac:picMkLst>
        </pc:picChg>
        <pc:picChg chg="del">
          <ac:chgData name="Sophia BUI" userId="5388e7d4eb368e7c" providerId="LiveId" clId="{BE58550D-8E23-4583-8E07-07830BA2D7C5}" dt="2026-05-15T08:14:16.352" v="2406" actId="478"/>
          <ac:picMkLst>
            <pc:docMk/>
            <pc:sldMk cId="0" sldId="339"/>
            <ac:picMk id="174" creationId="{00000000-0000-0000-0000-000000000000}"/>
          </ac:picMkLst>
        </pc:picChg>
        <pc:picChg chg="del">
          <ac:chgData name="Sophia BUI" userId="5388e7d4eb368e7c" providerId="LiveId" clId="{BE58550D-8E23-4583-8E07-07830BA2D7C5}" dt="2026-05-15T07:44:36.851" v="2287" actId="478"/>
          <ac:picMkLst>
            <pc:docMk/>
            <pc:sldMk cId="0" sldId="339"/>
            <ac:picMk id="175" creationId="{00000000-0000-0000-0000-000000000000}"/>
          </ac:picMkLst>
        </pc:picChg>
        <pc:picChg chg="del">
          <ac:chgData name="Sophia BUI" userId="5388e7d4eb368e7c" providerId="LiveId" clId="{BE58550D-8E23-4583-8E07-07830BA2D7C5}" dt="2026-05-15T07:44:39.449" v="2288" actId="478"/>
          <ac:picMkLst>
            <pc:docMk/>
            <pc:sldMk cId="0" sldId="339"/>
            <ac:picMk id="176" creationId="{00000000-0000-0000-0000-000000000000}"/>
          </ac:picMkLst>
        </pc:picChg>
      </pc:sldChg>
      <pc:sldChg chg="delSp add mod setBg modNotes">
        <pc:chgData name="Sophia BUI" userId="5388e7d4eb368e7c" providerId="LiveId" clId="{BE58550D-8E23-4583-8E07-07830BA2D7C5}" dt="2026-05-15T08:14:12.780" v="2405" actId="478"/>
        <pc:sldMkLst>
          <pc:docMk/>
          <pc:sldMk cId="0" sldId="340"/>
        </pc:sldMkLst>
        <pc:picChg chg="del">
          <ac:chgData name="Sophia BUI" userId="5388e7d4eb368e7c" providerId="LiveId" clId="{BE58550D-8E23-4583-8E07-07830BA2D7C5}" dt="2026-05-15T08:14:12.780" v="2405" actId="478"/>
          <ac:picMkLst>
            <pc:docMk/>
            <pc:sldMk cId="0" sldId="340"/>
            <ac:picMk id="186" creationId="{00000000-0000-0000-0000-000000000000}"/>
          </ac:picMkLst>
        </pc:picChg>
      </pc:sldChg>
      <pc:sldChg chg="addSp delSp modSp add mod setBg modNotes">
        <pc:chgData name="Sophia BUI" userId="5388e7d4eb368e7c" providerId="LiveId" clId="{BE58550D-8E23-4583-8E07-07830BA2D7C5}" dt="2026-05-15T08:14:09.831" v="2404" actId="478"/>
        <pc:sldMkLst>
          <pc:docMk/>
          <pc:sldMk cId="0" sldId="341"/>
        </pc:sldMkLst>
        <pc:picChg chg="add mod">
          <ac:chgData name="Sophia BUI" userId="5388e7d4eb368e7c" providerId="LiveId" clId="{BE58550D-8E23-4583-8E07-07830BA2D7C5}" dt="2026-05-15T07:49:32.100" v="2294" actId="1076"/>
          <ac:picMkLst>
            <pc:docMk/>
            <pc:sldMk cId="0" sldId="341"/>
            <ac:picMk id="3" creationId="{642BD333-0E64-9D57-6CA3-5FEE87805A39}"/>
          </ac:picMkLst>
        </pc:picChg>
        <pc:picChg chg="del">
          <ac:chgData name="Sophia BUI" userId="5388e7d4eb368e7c" providerId="LiveId" clId="{BE58550D-8E23-4583-8E07-07830BA2D7C5}" dt="2026-05-15T08:14:09.831" v="2404" actId="478"/>
          <ac:picMkLst>
            <pc:docMk/>
            <pc:sldMk cId="0" sldId="341"/>
            <ac:picMk id="195" creationId="{00000000-0000-0000-0000-000000000000}"/>
          </ac:picMkLst>
        </pc:picChg>
        <pc:picChg chg="del">
          <ac:chgData name="Sophia BUI" userId="5388e7d4eb368e7c" providerId="LiveId" clId="{BE58550D-8E23-4583-8E07-07830BA2D7C5}" dt="2026-05-15T07:49:26.364" v="2293" actId="478"/>
          <ac:picMkLst>
            <pc:docMk/>
            <pc:sldMk cId="0" sldId="341"/>
            <ac:picMk id="200" creationId="{00000000-0000-0000-0000-000000000000}"/>
          </ac:picMkLst>
        </pc:picChg>
      </pc:sldChg>
      <pc:sldChg chg="addSp delSp modSp add mod setBg modNotes">
        <pc:chgData name="Sophia BUI" userId="5388e7d4eb368e7c" providerId="LiveId" clId="{BE58550D-8E23-4583-8E07-07830BA2D7C5}" dt="2026-05-15T08:14:06.703" v="2403" actId="478"/>
        <pc:sldMkLst>
          <pc:docMk/>
          <pc:sldMk cId="0" sldId="342"/>
        </pc:sldMkLst>
        <pc:spChg chg="mod">
          <ac:chgData name="Sophia BUI" userId="5388e7d4eb368e7c" providerId="LiveId" clId="{BE58550D-8E23-4583-8E07-07830BA2D7C5}" dt="2026-05-15T07:50:23.651" v="2295" actId="164"/>
          <ac:spMkLst>
            <pc:docMk/>
            <pc:sldMk cId="0" sldId="342"/>
            <ac:spMk id="213" creationId="{00000000-0000-0000-0000-000000000000}"/>
          </ac:spMkLst>
        </pc:spChg>
        <pc:spChg chg="mod">
          <ac:chgData name="Sophia BUI" userId="5388e7d4eb368e7c" providerId="LiveId" clId="{BE58550D-8E23-4583-8E07-07830BA2D7C5}" dt="2026-05-15T07:50:23.651" v="2295" actId="164"/>
          <ac:spMkLst>
            <pc:docMk/>
            <pc:sldMk cId="0" sldId="342"/>
            <ac:spMk id="214" creationId="{00000000-0000-0000-0000-000000000000}"/>
          </ac:spMkLst>
        </pc:spChg>
        <pc:spChg chg="mod">
          <ac:chgData name="Sophia BUI" userId="5388e7d4eb368e7c" providerId="LiveId" clId="{BE58550D-8E23-4583-8E07-07830BA2D7C5}" dt="2026-05-15T07:50:34.020" v="2296" actId="164"/>
          <ac:spMkLst>
            <pc:docMk/>
            <pc:sldMk cId="0" sldId="342"/>
            <ac:spMk id="216" creationId="{00000000-0000-0000-0000-000000000000}"/>
          </ac:spMkLst>
        </pc:spChg>
        <pc:spChg chg="mod">
          <ac:chgData name="Sophia BUI" userId="5388e7d4eb368e7c" providerId="LiveId" clId="{BE58550D-8E23-4583-8E07-07830BA2D7C5}" dt="2026-05-15T07:50:34.020" v="2296" actId="164"/>
          <ac:spMkLst>
            <pc:docMk/>
            <pc:sldMk cId="0" sldId="342"/>
            <ac:spMk id="217" creationId="{00000000-0000-0000-0000-000000000000}"/>
          </ac:spMkLst>
        </pc:spChg>
        <pc:spChg chg="mod">
          <ac:chgData name="Sophia BUI" userId="5388e7d4eb368e7c" providerId="LiveId" clId="{BE58550D-8E23-4583-8E07-07830BA2D7C5}" dt="2026-05-15T07:50:39.711" v="2297" actId="164"/>
          <ac:spMkLst>
            <pc:docMk/>
            <pc:sldMk cId="0" sldId="342"/>
            <ac:spMk id="219" creationId="{00000000-0000-0000-0000-000000000000}"/>
          </ac:spMkLst>
        </pc:spChg>
        <pc:spChg chg="mod">
          <ac:chgData name="Sophia BUI" userId="5388e7d4eb368e7c" providerId="LiveId" clId="{BE58550D-8E23-4583-8E07-07830BA2D7C5}" dt="2026-05-15T07:50:39.711" v="2297" actId="164"/>
          <ac:spMkLst>
            <pc:docMk/>
            <pc:sldMk cId="0" sldId="342"/>
            <ac:spMk id="220" creationId="{00000000-0000-0000-0000-000000000000}"/>
          </ac:spMkLst>
        </pc:spChg>
        <pc:spChg chg="mod">
          <ac:chgData name="Sophia BUI" userId="5388e7d4eb368e7c" providerId="LiveId" clId="{BE58550D-8E23-4583-8E07-07830BA2D7C5}" dt="2026-05-15T07:50:45.806" v="2298" actId="164"/>
          <ac:spMkLst>
            <pc:docMk/>
            <pc:sldMk cId="0" sldId="342"/>
            <ac:spMk id="222" creationId="{00000000-0000-0000-0000-000000000000}"/>
          </ac:spMkLst>
        </pc:spChg>
        <pc:spChg chg="mod">
          <ac:chgData name="Sophia BUI" userId="5388e7d4eb368e7c" providerId="LiveId" clId="{BE58550D-8E23-4583-8E07-07830BA2D7C5}" dt="2026-05-15T07:50:45.806" v="2298" actId="164"/>
          <ac:spMkLst>
            <pc:docMk/>
            <pc:sldMk cId="0" sldId="342"/>
            <ac:spMk id="223" creationId="{00000000-0000-0000-0000-000000000000}"/>
          </ac:spMkLst>
        </pc:spChg>
        <pc:grpChg chg="add mod">
          <ac:chgData name="Sophia BUI" userId="5388e7d4eb368e7c" providerId="LiveId" clId="{BE58550D-8E23-4583-8E07-07830BA2D7C5}" dt="2026-05-15T07:50:23.651" v="2295" actId="164"/>
          <ac:grpSpMkLst>
            <pc:docMk/>
            <pc:sldMk cId="0" sldId="342"/>
            <ac:grpSpMk id="2" creationId="{67B5F21A-B4C4-3BF6-20CB-4E3A442BE866}"/>
          </ac:grpSpMkLst>
        </pc:grpChg>
        <pc:grpChg chg="add mod">
          <ac:chgData name="Sophia BUI" userId="5388e7d4eb368e7c" providerId="LiveId" clId="{BE58550D-8E23-4583-8E07-07830BA2D7C5}" dt="2026-05-15T07:50:34.020" v="2296" actId="164"/>
          <ac:grpSpMkLst>
            <pc:docMk/>
            <pc:sldMk cId="0" sldId="342"/>
            <ac:grpSpMk id="3" creationId="{0FDA70B4-4B75-3675-A6C5-42A6503F627A}"/>
          </ac:grpSpMkLst>
        </pc:grpChg>
        <pc:grpChg chg="add mod">
          <ac:chgData name="Sophia BUI" userId="5388e7d4eb368e7c" providerId="LiveId" clId="{BE58550D-8E23-4583-8E07-07830BA2D7C5}" dt="2026-05-15T07:50:39.711" v="2297" actId="164"/>
          <ac:grpSpMkLst>
            <pc:docMk/>
            <pc:sldMk cId="0" sldId="342"/>
            <ac:grpSpMk id="4" creationId="{979B0E1F-2DD6-A5FC-D105-66AD4C04330E}"/>
          </ac:grpSpMkLst>
        </pc:grpChg>
        <pc:grpChg chg="add mod">
          <ac:chgData name="Sophia BUI" userId="5388e7d4eb368e7c" providerId="LiveId" clId="{BE58550D-8E23-4583-8E07-07830BA2D7C5}" dt="2026-05-15T07:50:45.806" v="2298" actId="164"/>
          <ac:grpSpMkLst>
            <pc:docMk/>
            <pc:sldMk cId="0" sldId="342"/>
            <ac:grpSpMk id="5" creationId="{5C1FAF98-1E36-6D5D-B0E7-EB6F83538B71}"/>
          </ac:grpSpMkLst>
        </pc:grpChg>
        <pc:picChg chg="del">
          <ac:chgData name="Sophia BUI" userId="5388e7d4eb368e7c" providerId="LiveId" clId="{BE58550D-8E23-4583-8E07-07830BA2D7C5}" dt="2026-05-15T08:14:06.703" v="2403" actId="478"/>
          <ac:picMkLst>
            <pc:docMk/>
            <pc:sldMk cId="0" sldId="342"/>
            <ac:picMk id="206" creationId="{00000000-0000-0000-0000-000000000000}"/>
          </ac:picMkLst>
        </pc:picChg>
        <pc:picChg chg="mod">
          <ac:chgData name="Sophia BUI" userId="5388e7d4eb368e7c" providerId="LiveId" clId="{BE58550D-8E23-4583-8E07-07830BA2D7C5}" dt="2026-05-15T07:50:23.651" v="2295" actId="164"/>
          <ac:picMkLst>
            <pc:docMk/>
            <pc:sldMk cId="0" sldId="342"/>
            <ac:picMk id="207" creationId="{00000000-0000-0000-0000-000000000000}"/>
          </ac:picMkLst>
        </pc:picChg>
        <pc:picChg chg="mod">
          <ac:chgData name="Sophia BUI" userId="5388e7d4eb368e7c" providerId="LiveId" clId="{BE58550D-8E23-4583-8E07-07830BA2D7C5}" dt="2026-05-15T07:50:34.020" v="2296" actId="164"/>
          <ac:picMkLst>
            <pc:docMk/>
            <pc:sldMk cId="0" sldId="342"/>
            <ac:picMk id="208" creationId="{00000000-0000-0000-0000-000000000000}"/>
          </ac:picMkLst>
        </pc:picChg>
        <pc:picChg chg="mod">
          <ac:chgData name="Sophia BUI" userId="5388e7d4eb368e7c" providerId="LiveId" clId="{BE58550D-8E23-4583-8E07-07830BA2D7C5}" dt="2026-05-15T07:50:39.711" v="2297" actId="164"/>
          <ac:picMkLst>
            <pc:docMk/>
            <pc:sldMk cId="0" sldId="342"/>
            <ac:picMk id="209" creationId="{00000000-0000-0000-0000-000000000000}"/>
          </ac:picMkLst>
        </pc:picChg>
        <pc:picChg chg="mod">
          <ac:chgData name="Sophia BUI" userId="5388e7d4eb368e7c" providerId="LiveId" clId="{BE58550D-8E23-4583-8E07-07830BA2D7C5}" dt="2026-05-15T07:50:45.806" v="2298" actId="164"/>
          <ac:picMkLst>
            <pc:docMk/>
            <pc:sldMk cId="0" sldId="342"/>
            <ac:picMk id="210" creationId="{00000000-0000-0000-0000-000000000000}"/>
          </ac:picMkLst>
        </pc:picChg>
      </pc:sldChg>
      <pc:sldChg chg="delSp modSp add mod ord setBg modNotes">
        <pc:chgData name="Sophia BUI" userId="5388e7d4eb368e7c" providerId="LiveId" clId="{BE58550D-8E23-4583-8E07-07830BA2D7C5}" dt="2026-05-15T08:16:06.948" v="2429" actId="1076"/>
        <pc:sldMkLst>
          <pc:docMk/>
          <pc:sldMk cId="0" sldId="343"/>
        </pc:sldMkLst>
        <pc:picChg chg="del">
          <ac:chgData name="Sophia BUI" userId="5388e7d4eb368e7c" providerId="LiveId" clId="{BE58550D-8E23-4583-8E07-07830BA2D7C5}" dt="2026-05-15T08:15:39.382" v="2427" actId="478"/>
          <ac:picMkLst>
            <pc:docMk/>
            <pc:sldMk cId="0" sldId="343"/>
            <ac:picMk id="230" creationId="{00000000-0000-0000-0000-000000000000}"/>
          </ac:picMkLst>
        </pc:picChg>
        <pc:picChg chg="mod">
          <ac:chgData name="Sophia BUI" userId="5388e7d4eb368e7c" providerId="LiveId" clId="{BE58550D-8E23-4583-8E07-07830BA2D7C5}" dt="2026-05-15T08:16:06.948" v="2429" actId="1076"/>
          <ac:picMkLst>
            <pc:docMk/>
            <pc:sldMk cId="0" sldId="343"/>
            <ac:picMk id="232" creationId="{00000000-0000-0000-0000-000000000000}"/>
          </ac:picMkLst>
        </pc:picChg>
      </pc:sldChg>
      <pc:sldChg chg="add del setBg modNotes">
        <pc:chgData name="Sophia BUI" userId="5388e7d4eb368e7c" providerId="LiveId" clId="{BE58550D-8E23-4583-8E07-07830BA2D7C5}" dt="2026-05-15T07:51:09.612" v="2299" actId="2696"/>
        <pc:sldMkLst>
          <pc:docMk/>
          <pc:sldMk cId="0" sldId="344"/>
        </pc:sldMkLst>
      </pc:sldChg>
      <pc:sldChg chg="addSp modSp add mod">
        <pc:chgData name="Sophia BUI" userId="5388e7d4eb368e7c" providerId="LiveId" clId="{BE58550D-8E23-4583-8E07-07830BA2D7C5}" dt="2026-05-16T02:38:49.432" v="2441" actId="20577"/>
        <pc:sldMkLst>
          <pc:docMk/>
          <pc:sldMk cId="779034323" sldId="344"/>
        </pc:sldMkLst>
        <pc:spChg chg="add mod">
          <ac:chgData name="Sophia BUI" userId="5388e7d4eb368e7c" providerId="LiveId" clId="{BE58550D-8E23-4583-8E07-07830BA2D7C5}" dt="2026-05-16T02:38:49.432" v="2441" actId="20577"/>
          <ac:spMkLst>
            <pc:docMk/>
            <pc:sldMk cId="779034323" sldId="344"/>
            <ac:spMk id="2" creationId="{6F4E716C-74CC-FFEB-661E-9D4DB5C4053A}"/>
          </ac:spMkLst>
        </pc:spChg>
        <pc:spChg chg="add mod">
          <ac:chgData name="Sophia BUI" userId="5388e7d4eb368e7c" providerId="LiveId" clId="{BE58550D-8E23-4583-8E07-07830BA2D7C5}" dt="2026-05-15T08:33:39.334" v="2431"/>
          <ac:spMkLst>
            <pc:docMk/>
            <pc:sldMk cId="779034323" sldId="344"/>
            <ac:spMk id="3" creationId="{35E9B56C-4568-C5C9-3D89-F7398D04FAF3}"/>
          </ac:spMkLst>
        </pc:spChg>
      </pc:sldChg>
      <pc:sldChg chg="add del setBg modNotes">
        <pc:chgData name="Sophia BUI" userId="5388e7d4eb368e7c" providerId="LiveId" clId="{BE58550D-8E23-4583-8E07-07830BA2D7C5}" dt="2026-05-15T07:51:13.226" v="2300" actId="2696"/>
        <pc:sldMkLst>
          <pc:docMk/>
          <pc:sldMk cId="0" sldId="345"/>
        </pc:sldMkLst>
      </pc:sldChg>
      <pc:sldChg chg="modSp add mod">
        <pc:chgData name="Sophia BUI" userId="5388e7d4eb368e7c" providerId="LiveId" clId="{BE58550D-8E23-4583-8E07-07830BA2D7C5}" dt="2026-05-16T02:38:55.579" v="2445" actId="20577"/>
        <pc:sldMkLst>
          <pc:docMk/>
          <pc:sldMk cId="2486585363" sldId="345"/>
        </pc:sldMkLst>
        <pc:spChg chg="mod">
          <ac:chgData name="Sophia BUI" userId="5388e7d4eb368e7c" providerId="LiveId" clId="{BE58550D-8E23-4583-8E07-07830BA2D7C5}" dt="2026-05-16T02:38:55.579" v="2445" actId="20577"/>
          <ac:spMkLst>
            <pc:docMk/>
            <pc:sldMk cId="2486585363" sldId="345"/>
            <ac:spMk id="2" creationId="{89EE5075-DE7A-C41A-8498-504164BD6C5A}"/>
          </ac:spMkLst>
        </pc:spChg>
      </pc:sldChg>
      <pc:sldChg chg="addSp delSp modSp add mod ord">
        <pc:chgData name="Sophia BUI" userId="5388e7d4eb368e7c" providerId="LiveId" clId="{BE58550D-8E23-4583-8E07-07830BA2D7C5}" dt="2026-05-16T05:43:14.442" v="2533" actId="14100"/>
        <pc:sldMkLst>
          <pc:docMk/>
          <pc:sldMk cId="731280989" sldId="346"/>
        </pc:sldMkLst>
        <pc:spChg chg="mod">
          <ac:chgData name="Sophia BUI" userId="5388e7d4eb368e7c" providerId="LiveId" clId="{BE58550D-8E23-4583-8E07-07830BA2D7C5}" dt="2026-05-16T02:39:09.027" v="2448" actId="20577"/>
          <ac:spMkLst>
            <pc:docMk/>
            <pc:sldMk cId="731280989" sldId="346"/>
            <ac:spMk id="2" creationId="{228C68F3-8E71-C7BB-5052-7DD77ED81800}"/>
          </ac:spMkLst>
        </pc:spChg>
        <pc:spChg chg="del">
          <ac:chgData name="Sophia BUI" userId="5388e7d4eb368e7c" providerId="LiveId" clId="{BE58550D-8E23-4583-8E07-07830BA2D7C5}" dt="2026-05-16T02:46:23.064" v="2502" actId="478"/>
          <ac:spMkLst>
            <pc:docMk/>
            <pc:sldMk cId="731280989" sldId="346"/>
            <ac:spMk id="130" creationId="{B4608894-E3C3-E36D-FD21-831AC203AE7B}"/>
          </ac:spMkLst>
        </pc:spChg>
        <pc:spChg chg="del">
          <ac:chgData name="Sophia BUI" userId="5388e7d4eb368e7c" providerId="LiveId" clId="{BE58550D-8E23-4583-8E07-07830BA2D7C5}" dt="2026-05-16T02:46:26.786" v="2503" actId="478"/>
          <ac:spMkLst>
            <pc:docMk/>
            <pc:sldMk cId="731280989" sldId="346"/>
            <ac:spMk id="132" creationId="{B156EE57-2CF6-BC88-C2CD-D1992D157B8C}"/>
          </ac:spMkLst>
        </pc:spChg>
        <pc:spChg chg="del">
          <ac:chgData name="Sophia BUI" userId="5388e7d4eb368e7c" providerId="LiveId" clId="{BE58550D-8E23-4583-8E07-07830BA2D7C5}" dt="2026-05-16T02:46:26.786" v="2503" actId="478"/>
          <ac:spMkLst>
            <pc:docMk/>
            <pc:sldMk cId="731280989" sldId="346"/>
            <ac:spMk id="133" creationId="{1E88F958-8A84-443F-93F2-7C4E31EF9E13}"/>
          </ac:spMkLst>
        </pc:spChg>
        <pc:spChg chg="del">
          <ac:chgData name="Sophia BUI" userId="5388e7d4eb368e7c" providerId="LiveId" clId="{BE58550D-8E23-4583-8E07-07830BA2D7C5}" dt="2026-05-16T02:46:26.786" v="2503" actId="478"/>
          <ac:spMkLst>
            <pc:docMk/>
            <pc:sldMk cId="731280989" sldId="346"/>
            <ac:spMk id="134" creationId="{0EEB3BDB-8D39-4155-88DA-DB44DF27CB95}"/>
          </ac:spMkLst>
        </pc:spChg>
        <pc:spChg chg="mod">
          <ac:chgData name="Sophia BUI" userId="5388e7d4eb368e7c" providerId="LiveId" clId="{BE58550D-8E23-4583-8E07-07830BA2D7C5}" dt="2026-05-16T02:47:23.942" v="2523" actId="20577"/>
          <ac:spMkLst>
            <pc:docMk/>
            <pc:sldMk cId="731280989" sldId="346"/>
            <ac:spMk id="135" creationId="{73864641-CECC-EAD0-6A21-74A5ED8718B0}"/>
          </ac:spMkLst>
        </pc:spChg>
        <pc:picChg chg="add del mod">
          <ac:chgData name="Sophia BUI" userId="5388e7d4eb368e7c" providerId="LiveId" clId="{BE58550D-8E23-4583-8E07-07830BA2D7C5}" dt="2026-05-16T03:11:53.963" v="2524" actId="478"/>
          <ac:picMkLst>
            <pc:docMk/>
            <pc:sldMk cId="731280989" sldId="346"/>
            <ac:picMk id="4" creationId="{4AACA997-B13F-48D1-4245-B3BD9D0AD348}"/>
          </ac:picMkLst>
        </pc:picChg>
        <pc:picChg chg="add del mod">
          <ac:chgData name="Sophia BUI" userId="5388e7d4eb368e7c" providerId="LiveId" clId="{BE58550D-8E23-4583-8E07-07830BA2D7C5}" dt="2026-05-16T05:42:58.005" v="2529" actId="478"/>
          <ac:picMkLst>
            <pc:docMk/>
            <pc:sldMk cId="731280989" sldId="346"/>
            <ac:picMk id="5" creationId="{88DEA81B-E00A-F327-8D24-0790E80DA4F0}"/>
          </ac:picMkLst>
        </pc:picChg>
        <pc:picChg chg="add mod">
          <ac:chgData name="Sophia BUI" userId="5388e7d4eb368e7c" providerId="LiveId" clId="{BE58550D-8E23-4583-8E07-07830BA2D7C5}" dt="2026-05-16T05:43:14.442" v="2533" actId="14100"/>
          <ac:picMkLst>
            <pc:docMk/>
            <pc:sldMk cId="731280989" sldId="346"/>
            <ac:picMk id="6" creationId="{260B565B-8BF3-5967-A98E-E853093DB1C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A3BEC854-FCA5-8FC2-E1D0-2E8C47B5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>
            <a:extLst>
              <a:ext uri="{FF2B5EF4-FFF2-40B4-BE49-F238E27FC236}">
                <a16:creationId xmlns:a16="http://schemas.microsoft.com/office/drawing/2014/main" id="{26F982EF-B3BB-6A1F-8F5B-F03729FA7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>
            <a:extLst>
              <a:ext uri="{FF2B5EF4-FFF2-40B4-BE49-F238E27FC236}">
                <a16:creationId xmlns:a16="http://schemas.microsoft.com/office/drawing/2014/main" id="{3E941195-640D-C38A-E256-BA8378C0C6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9615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46AA3DEF-51DC-90A2-14F5-F3D46521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95DF1C74-8B4C-C008-7F4C-591BD5A0E3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>
            <a:extLst>
              <a:ext uri="{FF2B5EF4-FFF2-40B4-BE49-F238E27FC236}">
                <a16:creationId xmlns:a16="http://schemas.microsoft.com/office/drawing/2014/main" id="{B76DD6E3-2A92-EB98-15B6-C0D0834EC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66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>
          <a:extLst>
            <a:ext uri="{FF2B5EF4-FFF2-40B4-BE49-F238E27FC236}">
              <a16:creationId xmlns:a16="http://schemas.microsoft.com/office/drawing/2014/main" id="{643B97BB-F314-9232-2341-33406B853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>
            <a:extLst>
              <a:ext uri="{FF2B5EF4-FFF2-40B4-BE49-F238E27FC236}">
                <a16:creationId xmlns:a16="http://schemas.microsoft.com/office/drawing/2014/main" id="{BEA91C50-725B-209F-852A-F3474A574C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4:notes">
            <a:extLst>
              <a:ext uri="{FF2B5EF4-FFF2-40B4-BE49-F238E27FC236}">
                <a16:creationId xmlns:a16="http://schemas.microsoft.com/office/drawing/2014/main" id="{3AE85FC1-EF25-F087-2A60-00467864EC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62564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F44FB617-CB15-3629-25F2-38C8CF7EC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>
            <a:extLst>
              <a:ext uri="{FF2B5EF4-FFF2-40B4-BE49-F238E27FC236}">
                <a16:creationId xmlns:a16="http://schemas.microsoft.com/office/drawing/2014/main" id="{E5DDC853-D055-E358-0D1D-2EE7496A77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>
            <a:extLst>
              <a:ext uri="{FF2B5EF4-FFF2-40B4-BE49-F238E27FC236}">
                <a16:creationId xmlns:a16="http://schemas.microsoft.com/office/drawing/2014/main" id="{1F46199D-DD59-7650-D732-412371B18D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28832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7A3DC6BA-9C1D-3721-AB2C-43286E02A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:notes">
            <a:extLst>
              <a:ext uri="{FF2B5EF4-FFF2-40B4-BE49-F238E27FC236}">
                <a16:creationId xmlns:a16="http://schemas.microsoft.com/office/drawing/2014/main" id="{47F2B90B-1B03-F70D-CC95-71955CD067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7:notes">
            <a:extLst>
              <a:ext uri="{FF2B5EF4-FFF2-40B4-BE49-F238E27FC236}">
                <a16:creationId xmlns:a16="http://schemas.microsoft.com/office/drawing/2014/main" id="{F9C1D737-7945-167A-F88A-CF65D0D055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26320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EF163F1B-1616-8E7D-85FE-C7751D9B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FEAFB3AB-F13E-A83E-9F75-57E0D3375D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96FAA4AB-5EDC-EF5F-FE86-DD4AF1BFE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94066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0BEE92CF-C444-10A7-6C96-AE9039EDF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509F4152-5884-A6BE-0043-DFE41C29BA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1A85D7EB-5ABE-0A10-2A50-B14CA9F755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725449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A9DDCB85-D3BF-004D-90D5-79E60317E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8E6E75F4-24AD-F9CC-AD40-7FA7ED1C7F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63A31BA7-D84C-511E-AE01-0593574BCE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24992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7C260310-6326-DF5C-79C1-5FF51DE14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BFFB8749-E433-D556-EB82-8BE595FD09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C71700B0-1136-D15C-CBC7-85F907EF0A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86212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FBE42FC0-82A4-6162-F799-5BA8D83DA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:notes">
            <a:extLst>
              <a:ext uri="{FF2B5EF4-FFF2-40B4-BE49-F238E27FC236}">
                <a16:creationId xmlns:a16="http://schemas.microsoft.com/office/drawing/2014/main" id="{880E458A-0F3C-34F1-59A5-87F413C6D3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0:notes">
            <a:extLst>
              <a:ext uri="{FF2B5EF4-FFF2-40B4-BE49-F238E27FC236}">
                <a16:creationId xmlns:a16="http://schemas.microsoft.com/office/drawing/2014/main" id="{824EA67C-D1D5-92E1-5459-D52043AAB0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549346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E6978BC5-7619-E04F-4092-EAE150227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D896DC86-9173-D390-1045-5686B015FD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C854334B-1FAE-5CA2-EEA1-DDAF1A172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182753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315120F9-A2CC-4BDD-C675-DAC4EFA0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B2DD13F7-E9B4-B87C-8729-C2145C6B8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B34A9F4F-31B8-8E69-D665-F5304FDA3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879106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D72662AD-C047-792C-C726-E85F89AD7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4C446AA2-62C4-2820-E5EF-4A888B2C8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C280FB0A-C408-2A4C-EBEE-3E070B544F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460501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905F0846-4B68-B7C8-CEC7-D89DE2974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5FF671AE-D6C2-5195-F37B-C8E6499629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CCBE6233-6C52-D426-D3C5-564E478514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212893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2163830D-F227-CC86-06A1-6EC8341D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>
            <a:extLst>
              <a:ext uri="{FF2B5EF4-FFF2-40B4-BE49-F238E27FC236}">
                <a16:creationId xmlns:a16="http://schemas.microsoft.com/office/drawing/2014/main" id="{21F9490B-DE35-DAEE-8B3D-074B09D99B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>
            <a:extLst>
              <a:ext uri="{FF2B5EF4-FFF2-40B4-BE49-F238E27FC236}">
                <a16:creationId xmlns:a16="http://schemas.microsoft.com/office/drawing/2014/main" id="{88A3E06C-28E8-3863-BD62-FE1CB733D3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583547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D32131DE-40B8-A715-87B1-ED06F7AC8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>
            <a:extLst>
              <a:ext uri="{FF2B5EF4-FFF2-40B4-BE49-F238E27FC236}">
                <a16:creationId xmlns:a16="http://schemas.microsoft.com/office/drawing/2014/main" id="{406BB821-7C9B-6604-DC07-B2D53F4770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>
            <a:extLst>
              <a:ext uri="{FF2B5EF4-FFF2-40B4-BE49-F238E27FC236}">
                <a16:creationId xmlns:a16="http://schemas.microsoft.com/office/drawing/2014/main" id="{8BBC52FF-DB1F-8624-5FC6-B696DC31AE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476533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91A5D47-C013-B2FC-8C84-2A55D10E1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>
            <a:extLst>
              <a:ext uri="{FF2B5EF4-FFF2-40B4-BE49-F238E27FC236}">
                <a16:creationId xmlns:a16="http://schemas.microsoft.com/office/drawing/2014/main" id="{7ACB1069-AF02-A6D4-2895-C0757ACFDF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>
            <a:extLst>
              <a:ext uri="{FF2B5EF4-FFF2-40B4-BE49-F238E27FC236}">
                <a16:creationId xmlns:a16="http://schemas.microsoft.com/office/drawing/2014/main" id="{3DFC4D84-CD7A-3846-0FEC-A225038CC6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346841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F15DC68A-99EA-6889-9A7E-2F6ABFFFB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46DCA1FE-CCAE-DC54-6E4F-2D7878A2E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>
            <a:extLst>
              <a:ext uri="{FF2B5EF4-FFF2-40B4-BE49-F238E27FC236}">
                <a16:creationId xmlns:a16="http://schemas.microsoft.com/office/drawing/2014/main" id="{D6287E99-CF09-3C57-215C-7B95CCD4E1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174964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F11E6BFB-44DA-4A02-E101-3515EC0DF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>
            <a:extLst>
              <a:ext uri="{FF2B5EF4-FFF2-40B4-BE49-F238E27FC236}">
                <a16:creationId xmlns:a16="http://schemas.microsoft.com/office/drawing/2014/main" id="{45DDAD02-30FE-A213-C995-0599E15362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>
            <a:extLst>
              <a:ext uri="{FF2B5EF4-FFF2-40B4-BE49-F238E27FC236}">
                <a16:creationId xmlns:a16="http://schemas.microsoft.com/office/drawing/2014/main" id="{98BE08AD-35FF-D890-690F-CFF7A6CF22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061223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9FADA83B-2AA7-03DF-15F9-668DA579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:notes">
            <a:extLst>
              <a:ext uri="{FF2B5EF4-FFF2-40B4-BE49-F238E27FC236}">
                <a16:creationId xmlns:a16="http://schemas.microsoft.com/office/drawing/2014/main" id="{A19A22C8-047E-B939-B45B-23C4C92092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0:notes">
            <a:extLst>
              <a:ext uri="{FF2B5EF4-FFF2-40B4-BE49-F238E27FC236}">
                <a16:creationId xmlns:a16="http://schemas.microsoft.com/office/drawing/2014/main" id="{D90DEED8-D0A5-2B8E-D614-49DF7F73A6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752469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1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2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1.png"/><Relationship Id="rId7" Type="http://schemas.openxmlformats.org/officeDocument/2006/relationships/image" Target="../media/image12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7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612333" y="830781"/>
            <a:ext cx="8681085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04: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Data Modeling in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Software Engineering</a:t>
            </a:r>
            <a:endParaRPr dirty="0"/>
          </a:p>
        </p:txBody>
      </p:sp>
      <p:sp>
        <p:nvSpPr>
          <p:cNvPr id="85" name="Google Shape;85;p13"/>
          <p:cNvSpPr txBox="1"/>
          <p:nvPr/>
        </p:nvSpPr>
        <p:spPr>
          <a:xfrm>
            <a:off x="2957885" y="4020893"/>
            <a:ext cx="63899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DD6E2"/>
                </a:solidFill>
                <a:latin typeface="DM Sans Medium"/>
                <a:sym typeface="DM Sans Medium"/>
              </a:rPr>
              <a:t>From Requirements to Databases</a:t>
            </a:r>
            <a:endParaRPr sz="2400" dirty="0">
              <a:solidFill>
                <a:srgbClr val="CDD6E2"/>
              </a:solidFill>
              <a:latin typeface="DM Sans Medium"/>
            </a:endParaRPr>
          </a:p>
        </p:txBody>
      </p:sp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CE718FDE-5290-FBCB-DCAA-113498BCF353}"/>
              </a:ext>
            </a:extLst>
          </p:cNvPr>
          <p:cNvSpPr txBox="1"/>
          <p:nvPr/>
        </p:nvSpPr>
        <p:spPr>
          <a:xfrm>
            <a:off x="3493605" y="5044900"/>
            <a:ext cx="475090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Introduction to Software Engineering | </a:t>
            </a:r>
            <a:r>
              <a:rPr lang="en-US" b="0" i="0" u="none" strike="noStrike" cap="none" dirty="0" err="1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HUFLIT</a:t>
            </a:r>
            <a:r>
              <a:rPr lang="en-US" b="0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 University</a:t>
            </a:r>
            <a:endParaRPr sz="2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640734"/>
            <a:ext cx="11049000" cy="836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019175"/>
            <a:ext cx="3555950" cy="4431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019175"/>
            <a:ext cx="3555950" cy="4431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019175"/>
            <a:ext cx="3555950" cy="443105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09625" y="5783609"/>
            <a:ext cx="14382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CORE MESSAGE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6059834"/>
            <a:ext cx="10620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Data modeling is not just about drawing tables; it's about structuring information to solve complex business problems reliably.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2266950"/>
            <a:ext cx="31136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Foundations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2962275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Understand the shift from abstract requirements to concrete data structures.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13225" y="2266950"/>
            <a:ext cx="31136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Modeling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13225" y="2962275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Master the levels of data modeling: Conceptual, Logical, and Physical.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359675" y="2266950"/>
            <a:ext cx="31136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Quality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359675" y="2962275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Ensure data integrity, evolution support, and high performance.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3620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136207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13620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Objectives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499" y="4043362"/>
            <a:ext cx="10385397" cy="111055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76300" y="1172527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1171575"/>
            <a:ext cx="812789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Abstraction: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Hides technical complexity from stakeholders.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876300" y="1842849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52499" y="1841896"/>
            <a:ext cx="8430039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Blueprinting: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Serves as a guide for DB Administrators and Developers.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876300" y="251317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52500" y="2512218"/>
            <a:ext cx="72771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Efficiency: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Prevents redundant data and logic bottlenecks.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876300" y="318349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52500" y="3182540"/>
            <a:ext cx="7364564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Stability: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Ensures the system survives changing business rules.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809625" y="4186237"/>
            <a:ext cx="1447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INDUSTRY CASE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09624" y="4462462"/>
            <a:ext cx="9527071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Financial apps (like Finacle) require rigorous modeling to ensure no cent is lost across millions of transactions.</a:t>
            </a:r>
            <a:endParaRPr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Why Data Modeling Matters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/>
          <p:nvPr/>
        </p:nvSpPr>
        <p:spPr>
          <a:xfrm>
            <a:off x="5619750" y="2938462"/>
            <a:ext cx="9525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2600325" y="3281362"/>
            <a:ext cx="7340917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1: Storage Strategies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640734"/>
            <a:ext cx="11049000" cy="836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019175"/>
            <a:ext cx="5334000" cy="4431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019175"/>
            <a:ext cx="5334000" cy="443105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809625" y="5783609"/>
            <a:ext cx="1666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INDUSTRY CHOICE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09625" y="6059834"/>
            <a:ext cx="10620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While Dropbox uses files for blobs, it uses massive databases for metadata and user permissions.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66775" y="1581150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File-Based Storage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66775" y="2276475"/>
            <a:ext cx="4743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Best for specific data types like games or simple local configurations.</a:t>
            </a:r>
            <a:endParaRPr sz="1600"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6581775" y="1581150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Database Storage (RDBMS)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581775" y="2276475"/>
            <a:ext cx="4743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Standard for Enterprise and Information Systems.</a:t>
            </a:r>
            <a:endParaRPr sz="1600"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866775" y="3308746"/>
            <a:ext cx="474345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Focused on UI/Display logic.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Fast access for static content.</a:t>
            </a:r>
            <a:endParaRPr lang="en-US" sz="1600" dirty="0"/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No complex management overhead.</a:t>
            </a:r>
            <a:endParaRPr lang="en-US" sz="1600"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6581775" y="3308746"/>
            <a:ext cx="474345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Handles large, related data sets.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Supports multi-user concurrency.</a:t>
            </a:r>
            <a:endParaRPr lang="en-US" sz="1600" dirty="0"/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Ensures ACID properties.</a:t>
            </a:r>
            <a:endParaRPr lang="en-US" sz="1600" dirty="0"/>
          </a:p>
        </p:txBody>
      </p:sp>
      <p:sp>
        <p:nvSpPr>
          <p:cNvPr id="158" name="Google Shape;158;p17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Choosing a Storage Strategy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/>
          <p:nvPr/>
        </p:nvSpPr>
        <p:spPr>
          <a:xfrm>
            <a:off x="5619750" y="2938462"/>
            <a:ext cx="9525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1341783" y="3281362"/>
            <a:ext cx="9283147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2: Entity Relationship Diagrams (ERD)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019176"/>
            <a:ext cx="3555950" cy="2355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1019176"/>
            <a:ext cx="3555950" cy="2355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1019176"/>
            <a:ext cx="3555950" cy="235515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1399335" y="1349251"/>
            <a:ext cx="31136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Conceptual</a:t>
            </a:r>
            <a:endParaRPr dirty="0"/>
          </a:p>
        </p:txBody>
      </p:sp>
      <p:sp>
        <p:nvSpPr>
          <p:cNvPr id="168" name="Google Shape;168;p18"/>
          <p:cNvSpPr txBox="1"/>
          <p:nvPr/>
        </p:nvSpPr>
        <p:spPr>
          <a:xfrm>
            <a:off x="866775" y="1955150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High-level business entities and their links (Stakeholder focus).</a:t>
            </a:r>
            <a:endParaRPr dirty="0"/>
          </a:p>
        </p:txBody>
      </p:sp>
      <p:sp>
        <p:nvSpPr>
          <p:cNvPr id="169" name="Google Shape;169;p18"/>
          <p:cNvSpPr txBox="1"/>
          <p:nvPr/>
        </p:nvSpPr>
        <p:spPr>
          <a:xfrm>
            <a:off x="5098368" y="1349251"/>
            <a:ext cx="31136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Logical</a:t>
            </a:r>
            <a:endParaRPr dirty="0"/>
          </a:p>
        </p:txBody>
      </p:sp>
      <p:sp>
        <p:nvSpPr>
          <p:cNvPr id="170" name="Google Shape;170;p18"/>
          <p:cNvSpPr txBox="1"/>
          <p:nvPr/>
        </p:nvSpPr>
        <p:spPr>
          <a:xfrm>
            <a:off x="4613225" y="1955150"/>
            <a:ext cx="309293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Normalized attributes and mapping relationships (Designer focus).</a:t>
            </a:r>
            <a:endParaRPr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8864925" y="1349251"/>
            <a:ext cx="31136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Physical</a:t>
            </a:r>
            <a:endParaRPr dirty="0"/>
          </a:p>
        </p:txBody>
      </p:sp>
      <p:sp>
        <p:nvSpPr>
          <p:cNvPr id="172" name="Google Shape;172;p18"/>
          <p:cNvSpPr txBox="1"/>
          <p:nvPr/>
        </p:nvSpPr>
        <p:spPr>
          <a:xfrm>
            <a:off x="8359675" y="1955150"/>
            <a:ext cx="3055416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SQL schemas, indexes, and storage paths (Implementation focus).</a:t>
            </a:r>
            <a:endParaRPr dirty="0"/>
          </a:p>
        </p:txBody>
      </p:sp>
      <p:pic>
        <p:nvPicPr>
          <p:cNvPr id="173" name="Google Shape;17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13620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13225" y="13620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59675" y="13620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Data Modeling Lifecycle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B8E3CA-1A26-D2F3-5DCD-D4CB614EC5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9759" y="3564836"/>
            <a:ext cx="9744636" cy="3129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>
          <a:extLst>
            <a:ext uri="{FF2B5EF4-FFF2-40B4-BE49-F238E27FC236}">
              <a16:creationId xmlns:a16="http://schemas.microsoft.com/office/drawing/2014/main" id="{71D83750-DE36-618D-8BDF-D50F2C663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>
            <a:extLst>
              <a:ext uri="{FF2B5EF4-FFF2-40B4-BE49-F238E27FC236}">
                <a16:creationId xmlns:a16="http://schemas.microsoft.com/office/drawing/2014/main" id="{75467A72-EDAF-12AE-726C-F405F22CD1AC}"/>
              </a:ext>
            </a:extLst>
          </p:cNvPr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ERD Types</a:t>
            </a:r>
            <a:endParaRPr dirty="0"/>
          </a:p>
        </p:txBody>
      </p:sp>
      <p:sp>
        <p:nvSpPr>
          <p:cNvPr id="177" name="Google Shape;177;p18">
            <a:extLst>
              <a:ext uri="{FF2B5EF4-FFF2-40B4-BE49-F238E27FC236}">
                <a16:creationId xmlns:a16="http://schemas.microsoft.com/office/drawing/2014/main" id="{166F6548-9AFA-17EE-C06C-E716566D546E}"/>
              </a:ext>
            </a:extLst>
          </p:cNvPr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249;p24">
            <a:extLst>
              <a:ext uri="{FF2B5EF4-FFF2-40B4-BE49-F238E27FC236}">
                <a16:creationId xmlns:a16="http://schemas.microsoft.com/office/drawing/2014/main" id="{78AD27E2-13F6-E0A8-D0D4-FA2CEBF255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5088815"/>
              </p:ext>
            </p:extLst>
          </p:nvPr>
        </p:nvGraphicFramePr>
        <p:xfrm>
          <a:off x="571500" y="1679714"/>
          <a:ext cx="11049001" cy="3774636"/>
        </p:xfrm>
        <a:graphic>
          <a:graphicData uri="http://schemas.openxmlformats.org/drawingml/2006/table">
            <a:tbl>
              <a:tblPr firstRow="1" bandRow="1">
                <a:noFill/>
                <a:tableStyleId>{D178B3D3-089B-4A4C-A000-CBF2EF5BA420}</a:tableStyleId>
              </a:tblPr>
              <a:tblGrid>
                <a:gridCol w="1396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8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1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4592">
                  <a:extLst>
                    <a:ext uri="{9D8B030D-6E8A-4147-A177-3AD203B41FA5}">
                      <a16:colId xmlns:a16="http://schemas.microsoft.com/office/drawing/2014/main" val="1384796138"/>
                    </a:ext>
                  </a:extLst>
                </a:gridCol>
              </a:tblGrid>
              <a:tr h="73562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ERD Type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Focus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Level of Detail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Audience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Use Case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09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>
                          <a:solidFill>
                            <a:srgbClr val="14282E"/>
                          </a:solidFill>
                          <a:effectLst/>
                        </a:rPr>
                        <a:t>Conceptual</a:t>
                      </a:r>
                    </a:p>
                  </a:txBody>
                  <a:tcPr marL="47625" marR="47625" marT="95250" marB="952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solidFill>
                            <a:srgbClr val="14282E"/>
                          </a:solidFill>
                          <a:effectLst/>
                        </a:rPr>
                        <a:t>High-level entities 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800" dirty="0">
                          <a:solidFill>
                            <a:srgbClr val="14282E"/>
                          </a:solidFill>
                          <a:effectLst/>
                        </a:rPr>
                        <a:t>&amp; relationships</a:t>
                      </a:r>
                    </a:p>
                  </a:txBody>
                  <a:tcPr marL="47625" marR="47625" marT="95250" marB="952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solidFill>
                            <a:srgbClr val="14282E"/>
                          </a:solidFill>
                          <a:effectLst/>
                        </a:rPr>
                        <a:t>Abstract 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800" dirty="0">
                          <a:solidFill>
                            <a:srgbClr val="14282E"/>
                          </a:solidFill>
                          <a:effectLst/>
                        </a:rPr>
                        <a:t>(no attributes or keys)</a:t>
                      </a:r>
                    </a:p>
                  </a:txBody>
                  <a:tcPr marL="47625" marR="47625" marT="95250" marB="952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solidFill>
                            <a:srgbClr val="14282E"/>
                          </a:solidFill>
                          <a:effectLst/>
                        </a:rPr>
                        <a:t>Business users, 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800" dirty="0">
                          <a:solidFill>
                            <a:srgbClr val="14282E"/>
                          </a:solidFill>
                          <a:effectLst/>
                        </a:rPr>
                        <a:t>analysts</a:t>
                      </a:r>
                    </a:p>
                  </a:txBody>
                  <a:tcPr marL="47625" marR="47625" marT="95250" marB="952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14282E"/>
                          </a:solidFill>
                          <a:effectLst/>
                        </a:rPr>
                        <a:t>Brainstorming, scoping, stakeholder discussions</a:t>
                      </a:r>
                    </a:p>
                  </a:txBody>
                  <a:tcPr marL="47625" marR="47625" marT="95250" marB="95250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209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>
                          <a:solidFill>
                            <a:srgbClr val="14282E"/>
                          </a:solidFill>
                          <a:effectLst/>
                        </a:rPr>
                        <a:t>Logical</a:t>
                      </a:r>
                    </a:p>
                  </a:txBody>
                  <a:tcPr marL="47625" marR="47625" marT="95250" marB="952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14282E"/>
                          </a:solidFill>
                          <a:effectLst/>
                        </a:rPr>
                        <a:t>Attributes, keys, relationships</a:t>
                      </a:r>
                    </a:p>
                  </a:txBody>
                  <a:tcPr marL="47625" marR="47625" marT="95250" marB="952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solidFill>
                            <a:srgbClr val="14282E"/>
                          </a:solidFill>
                          <a:effectLst/>
                        </a:rPr>
                        <a:t>Detailed 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800" dirty="0">
                          <a:solidFill>
                            <a:srgbClr val="14282E"/>
                          </a:solidFill>
                          <a:effectLst/>
                        </a:rPr>
                        <a:t>(normalized)</a:t>
                      </a:r>
                    </a:p>
                  </a:txBody>
                  <a:tcPr marL="47625" marR="47625" marT="95250" marB="952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solidFill>
                            <a:srgbClr val="14282E"/>
                          </a:solidFill>
                          <a:effectLst/>
                        </a:rPr>
                        <a:t>Analysts, 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800" dirty="0">
                          <a:solidFill>
                            <a:srgbClr val="14282E"/>
                          </a:solidFill>
                          <a:effectLst/>
                        </a:rPr>
                        <a:t>designers</a:t>
                      </a:r>
                    </a:p>
                  </a:txBody>
                  <a:tcPr marL="47625" marR="47625" marT="95250" marB="952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14282E"/>
                          </a:solidFill>
                          <a:effectLst/>
                        </a:rPr>
                        <a:t>Data modeling, preparing for implementation</a:t>
                      </a:r>
                    </a:p>
                  </a:txBody>
                  <a:tcPr marL="47625" marR="47625" marT="95250" marB="95250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209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dirty="0">
                          <a:solidFill>
                            <a:srgbClr val="14282E"/>
                          </a:solidFill>
                          <a:effectLst/>
                        </a:rPr>
                        <a:t>Physical</a:t>
                      </a:r>
                    </a:p>
                  </a:txBody>
                  <a:tcPr marL="47625" marR="47625" marT="95250" marB="952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1800">
                          <a:solidFill>
                            <a:srgbClr val="14282E"/>
                          </a:solidFill>
                          <a:effectLst/>
                        </a:rPr>
                        <a:t>Tables, columns, data types, constraints</a:t>
                      </a:r>
                    </a:p>
                  </a:txBody>
                  <a:tcPr marL="47625" marR="47625" marT="95250" marB="952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solidFill>
                            <a:srgbClr val="14282E"/>
                          </a:solidFill>
                          <a:effectLst/>
                        </a:rPr>
                        <a:t>Very detailed 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800" dirty="0">
                          <a:solidFill>
                            <a:srgbClr val="14282E"/>
                          </a:solidFill>
                          <a:effectLst/>
                        </a:rPr>
                        <a:t>(DBMS-specific)</a:t>
                      </a:r>
                    </a:p>
                  </a:txBody>
                  <a:tcPr marL="47625" marR="47625" marT="95250" marB="952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solidFill>
                            <a:srgbClr val="14282E"/>
                          </a:solidFill>
                          <a:effectLst/>
                        </a:rPr>
                        <a:t>Developers, 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800" dirty="0" err="1">
                          <a:solidFill>
                            <a:srgbClr val="14282E"/>
                          </a:solidFill>
                          <a:effectLst/>
                        </a:rPr>
                        <a:t>DBAs</a:t>
                      </a:r>
                      <a:endParaRPr lang="en-US" sz="1800" dirty="0">
                        <a:solidFill>
                          <a:srgbClr val="14282E"/>
                        </a:solidFill>
                        <a:effectLst/>
                      </a:endParaRPr>
                    </a:p>
                  </a:txBody>
                  <a:tcPr marL="47625" marR="47625" marT="95250" marB="952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solidFill>
                            <a:srgbClr val="14282E"/>
                          </a:solidFill>
                          <a:effectLst/>
                        </a:rPr>
                        <a:t>Implementation and performance optimization</a:t>
                      </a:r>
                    </a:p>
                  </a:txBody>
                  <a:tcPr marL="47625" marR="47625" marT="95250" marB="95250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747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5617" y="5219518"/>
            <a:ext cx="5334000" cy="111055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571500" y="1171575"/>
            <a:ext cx="5334000" cy="354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Entity: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 real-world object (e.g., Student, Course).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Attribute: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Properties of the entity (e.g., Name, ID).</a:t>
            </a:r>
            <a:endParaRPr lang="en-US" sz="1800" dirty="0"/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Relationship: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Interactions between entities (e.g., Enrollment).</a:t>
            </a:r>
            <a:endParaRPr lang="en-US" sz="1800" dirty="0"/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Key: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Unique identifiers (Primary Key, Foreign Key).</a:t>
            </a:r>
            <a:endParaRPr lang="en-US" sz="1800" dirty="0"/>
          </a:p>
        </p:txBody>
      </p:sp>
      <p:sp>
        <p:nvSpPr>
          <p:cNvPr id="198" name="Google Shape;198;p20"/>
          <p:cNvSpPr txBox="1"/>
          <p:nvPr/>
        </p:nvSpPr>
        <p:spPr>
          <a:xfrm>
            <a:off x="953742" y="5362393"/>
            <a:ext cx="11049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SE MINDSET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953742" y="5638618"/>
            <a:ext cx="4905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Entities should represent "Stable Abstractions" that do not change when technology shifts.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ERD Core Components</a:t>
            </a:r>
            <a:endParaRPr dirty="0"/>
          </a:p>
        </p:txBody>
      </p:sp>
      <p:sp>
        <p:nvSpPr>
          <p:cNvPr id="201" name="Google Shape;201;p20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6F3F13-E132-E4E8-3BD6-7AE726207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875" y="754546"/>
            <a:ext cx="5005180" cy="5005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019175"/>
            <a:ext cx="3555950" cy="4722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1019175"/>
            <a:ext cx="3555950" cy="4722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1019175"/>
            <a:ext cx="3555950" cy="472261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571500" y="593228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* Note: M:N relationships must be resolved into associative entities in Logical Design.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866775" y="1581150"/>
            <a:ext cx="31136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One-to-One (1:1)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66775" y="2276475"/>
            <a:ext cx="29654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 User has one Passport; A Passport belongs to one User.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4613225" y="1581150"/>
            <a:ext cx="31136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One-to-Many (1:N)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4613225" y="2276475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 Department has many Employees; An Employee works in one Dept.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8359675" y="1581150"/>
            <a:ext cx="31136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Many-to-Many (M:N)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8359675" y="2276475"/>
            <a:ext cx="29654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Students take many Courses; Courses have many Students.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Multiplicity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5953" y="5356920"/>
            <a:ext cx="5334000" cy="111055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6375953" y="1171575"/>
            <a:ext cx="5244547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Classes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map to 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Tables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Attributes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map to </a:t>
            </a: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Columns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Associations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map to </a:t>
            </a: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Foreign Keys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Operations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are </a:t>
            </a: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NOT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stored in DB (they go in logic layers).</a:t>
            </a:r>
            <a:endParaRPr lang="en-US" sz="1800" dirty="0"/>
          </a:p>
        </p:txBody>
      </p:sp>
      <p:sp>
        <p:nvSpPr>
          <p:cNvPr id="233" name="Google Shape;233;p22"/>
          <p:cNvSpPr txBox="1"/>
          <p:nvPr/>
        </p:nvSpPr>
        <p:spPr>
          <a:xfrm>
            <a:off x="6614078" y="5499795"/>
            <a:ext cx="828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TECH TIP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614078" y="5776020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Modern Frameworks use ORM (Object-Relational Mapping) like Hibernate or Entity Framework to automate this.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Class Diagram to ERD Mapping</a:t>
            </a:r>
            <a:endParaRPr dirty="0"/>
          </a:p>
        </p:txBody>
      </p:sp>
      <p:sp>
        <p:nvSpPr>
          <p:cNvPr id="236" name="Google Shape;236;p22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66B5A9-879C-A79C-307A-3D4970314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94" y="1407359"/>
            <a:ext cx="5203554" cy="409243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/>
          <p:nvPr/>
        </p:nvSpPr>
        <p:spPr>
          <a:xfrm>
            <a:off x="5619750" y="2938462"/>
            <a:ext cx="9525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1795462" y="3281362"/>
            <a:ext cx="9031128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3: Attribute Specifications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640735"/>
            <a:ext cx="11049000" cy="8362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9" name="Google Shape;249;p24"/>
          <p:cNvGraphicFramePr/>
          <p:nvPr>
            <p:extLst>
              <p:ext uri="{D42A27DB-BD31-4B8C-83A1-F6EECF244321}">
                <p14:modId xmlns:p14="http://schemas.microsoft.com/office/powerpoint/2010/main" val="3299391095"/>
              </p:ext>
            </p:extLst>
          </p:nvPr>
        </p:nvGraphicFramePr>
        <p:xfrm>
          <a:off x="571500" y="1751253"/>
          <a:ext cx="11049000" cy="3009592"/>
        </p:xfrm>
        <a:graphic>
          <a:graphicData uri="http://schemas.openxmlformats.org/drawingml/2006/table">
            <a:tbl>
              <a:tblPr firstRow="1" bandRow="1">
                <a:noFill/>
                <a:tableStyleId>{D178B3D3-089B-4A4C-A000-CBF2EF5BA420}</a:tableStyleId>
              </a:tblPr>
              <a:tblGrid>
                <a:gridCol w="174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23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Attribute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Type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Constraints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3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AccountID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String(10)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PK, Not Null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Unique identifier for customer account.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3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Balance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Decimal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Min: 0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Current available funds in local currency.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3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Enum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Active, Inactive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Account operational state.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0" name="Google Shape;250;p24"/>
          <p:cNvSpPr txBox="1"/>
          <p:nvPr/>
        </p:nvSpPr>
        <p:spPr>
          <a:xfrm>
            <a:off x="809625" y="5783610"/>
            <a:ext cx="1114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QUALITY TIP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809625" y="6059835"/>
            <a:ext cx="10620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Always specify "Not Null" for critical business identifiers to prevent orphan records.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Data Dictionary</a:t>
            </a: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019175"/>
            <a:ext cx="5334000" cy="54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019175"/>
            <a:ext cx="5334000" cy="54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3346846"/>
            <a:ext cx="4743450" cy="1746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3346846"/>
            <a:ext cx="4743450" cy="174695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866775" y="1581150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Primary Key (PK)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866775" y="2276475"/>
            <a:ext cx="4743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"ID Card" of a record. Must be unique and non-null.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6581775" y="1581150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Foreign Key (FK)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6581775" y="2276475"/>
            <a:ext cx="4743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 reference to a PK in another table. Defines the link.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104900" y="3489721"/>
            <a:ext cx="7048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ADVICE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1104900" y="3765946"/>
            <a:ext cx="43148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Use UUIDs or Serial Integers rather than meaningful strings (like SSN) to avoid rework if SSN formats change.</a:t>
            </a:r>
            <a:endParaRPr dirty="0"/>
          </a:p>
        </p:txBody>
      </p:sp>
      <p:sp>
        <p:nvSpPr>
          <p:cNvPr id="280" name="Google Shape;280;p25"/>
          <p:cNvSpPr txBox="1"/>
          <p:nvPr/>
        </p:nvSpPr>
        <p:spPr>
          <a:xfrm>
            <a:off x="6819900" y="3489721"/>
            <a:ext cx="96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INTEGRITY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6819900" y="3765946"/>
            <a:ext cx="43148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Enforce "Cascading Deletes" carefully to avoid accidentally wiping out related business data.</a:t>
            </a:r>
            <a:endParaRPr dirty="0"/>
          </a:p>
        </p:txBody>
      </p:sp>
      <p:sp>
        <p:nvSpPr>
          <p:cNvPr id="282" name="Google Shape;282;p25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Primary Keys vs. Foreign Keys</a:t>
            </a: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/>
          <p:nvPr/>
        </p:nvSpPr>
        <p:spPr>
          <a:xfrm>
            <a:off x="5619750" y="2938462"/>
            <a:ext cx="9525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 txBox="1"/>
          <p:nvPr/>
        </p:nvSpPr>
        <p:spPr>
          <a:xfrm>
            <a:off x="1738312" y="3281362"/>
            <a:ext cx="9151143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4: Data Designing Process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1250"/>
            <a:ext cx="3492549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81250"/>
            <a:ext cx="3492549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81250"/>
            <a:ext cx="3492549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794225" y="3686175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1. Correctness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66775" y="4191000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Focuses on logical validity and mapping real-world entities accurately.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572524" y="3686175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2. Quality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45074" y="4191000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Ensures integrity, security, and the non-functional excellence of data.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350824" y="3686175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3. System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23374" y="4191000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Aligns design with hardware, scale, and performance requirements.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3862" y="2838450"/>
            <a:ext cx="4476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825" y="2838450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17124" y="2838450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6858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The Three Major Stages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1818746"/>
            <a:ext cx="4413194" cy="4108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This phase translates functional requirements into a logical data model</a:t>
            </a:r>
            <a:r>
              <a:rPr lang="en-US" sz="18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1800" b="1" dirty="0"/>
              <a:t>Key Principles:</a:t>
            </a:r>
            <a:endParaRPr lang="en-US" sz="1800" b="1" i="0" u="none" strike="noStrike" cap="none" dirty="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Establishing entities and relationships.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Applying normalization rules (</a:t>
            </a:r>
            <a:r>
              <a:rPr lang="en-US" sz="1600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1NF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600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2NF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600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3NF</a:t>
            </a: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Ensuring the schema supports all required business logic transactions.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Outcome</a:t>
            </a:r>
            <a:r>
              <a:rPr lang="en-US" sz="1800" dirty="0"/>
              <a:t>: </a:t>
            </a:r>
            <a:r>
              <a:rPr lang="en-US" sz="1800" dirty="0">
                <a:solidFill>
                  <a:srgbClr val="334155"/>
                </a:solidFill>
                <a:latin typeface="DM Sans"/>
              </a:rPr>
              <a:t>A baseline schema that functions correctly but may not yet be optimized for high-scale performance.</a:t>
            </a:r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6858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Step 1: Designing for Correctness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524F68-236A-49C1-96A3-13EFD6236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255" y="1864714"/>
            <a:ext cx="6846184" cy="373732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1976854"/>
            <a:ext cx="11048999" cy="355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Quality design addresses non-functional requirements to ensure reliability:</a:t>
            </a:r>
          </a:p>
          <a:p>
            <a:pPr lvl="0">
              <a:lnSpc>
                <a:spcPct val="150000"/>
              </a:lnSpc>
            </a:pPr>
            <a:r>
              <a:rPr lang="en-US" sz="1800" b="1" dirty="0">
                <a:solidFill>
                  <a:srgbClr val="334155"/>
                </a:solidFill>
                <a:latin typeface="DM Sans"/>
              </a:rPr>
              <a:t>Objective</a:t>
            </a:r>
            <a:r>
              <a:rPr lang="en-US" sz="1800" dirty="0">
                <a:solidFill>
                  <a:srgbClr val="334155"/>
                </a:solidFill>
                <a:latin typeface="DM Sans"/>
              </a:rPr>
              <a:t>: Maintain correctness while satisfying additional "Quality of Service" (QoS) requirements.</a:t>
            </a:r>
          </a:p>
          <a:p>
            <a:pPr lvl="0">
              <a:lnSpc>
                <a:spcPct val="150000"/>
              </a:lnSpc>
            </a:pPr>
            <a:r>
              <a:rPr lang="en-US" sz="1800" b="1" dirty="0">
                <a:solidFill>
                  <a:srgbClr val="334155"/>
                </a:solidFill>
                <a:latin typeface="DM Sans"/>
              </a:rPr>
              <a:t>Key Quality Metrics</a:t>
            </a:r>
            <a:r>
              <a:rPr lang="en-US" sz="1800" dirty="0">
                <a:solidFill>
                  <a:srgbClr val="334155"/>
                </a:solidFill>
                <a:latin typeface="DM Sans"/>
              </a:rPr>
              <a:t>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</a:rPr>
              <a:t>Performance</a:t>
            </a:r>
            <a:r>
              <a:rPr lang="en-US" sz="1600" dirty="0">
                <a:solidFill>
                  <a:srgbClr val="334155"/>
                </a:solidFill>
                <a:latin typeface="DM Sans"/>
              </a:rPr>
              <a:t>: Designing for faster query execution and response times.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</a:rPr>
              <a:t>Storage Optimization</a:t>
            </a:r>
            <a:r>
              <a:rPr lang="en-US" sz="1600" dirty="0">
                <a:solidFill>
                  <a:srgbClr val="334155"/>
                </a:solidFill>
                <a:latin typeface="DM Sans"/>
              </a:rPr>
              <a:t>: Reducing redundancy through normalization (e.g., splitting tables like the BORROW example).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4155"/>
                </a:solidFill>
                <a:latin typeface="DM Sans"/>
              </a:rPr>
              <a:t>Evolutionary Capability</a:t>
            </a:r>
            <a:r>
              <a:rPr lang="en-US" sz="1600" dirty="0">
                <a:solidFill>
                  <a:srgbClr val="334155"/>
                </a:solidFill>
                <a:latin typeface="DM Sans"/>
              </a:rPr>
              <a:t>: Ensuring the schema can adapt to future business changes easily.</a:t>
            </a:r>
          </a:p>
          <a:p>
            <a:pPr lvl="0">
              <a:lnSpc>
                <a:spcPct val="150000"/>
              </a:lnSpc>
            </a:pPr>
            <a:r>
              <a:rPr lang="en-US" sz="1800" b="1" dirty="0">
                <a:solidFill>
                  <a:srgbClr val="334155"/>
                </a:solidFill>
                <a:latin typeface="DM Sans"/>
              </a:rPr>
              <a:t>Critical Reminder</a:t>
            </a:r>
            <a:r>
              <a:rPr lang="en-US" sz="1800" dirty="0">
                <a:solidFill>
                  <a:srgbClr val="334155"/>
                </a:solidFill>
                <a:latin typeface="DM Sans"/>
              </a:rPr>
              <a:t>: Improving the logical schema must never compromise the underlying correctness of the data.</a:t>
            </a:r>
            <a:endParaRPr sz="1800"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6858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Step 2: Designing for Quality</a:t>
            </a:r>
            <a:endParaRPr dirty="0"/>
          </a:p>
        </p:txBody>
      </p:sp>
      <p:sp>
        <p:nvSpPr>
          <p:cNvPr id="153" name="Google Shape;153;p17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3766A17C-85D4-12DB-0B17-658E65FA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>
            <a:extLst>
              <a:ext uri="{FF2B5EF4-FFF2-40B4-BE49-F238E27FC236}">
                <a16:creationId xmlns:a16="http://schemas.microsoft.com/office/drawing/2014/main" id="{65EEB0DA-D762-220E-DBFB-DCD7B359E64E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>
            <a:extLst>
              <a:ext uri="{FF2B5EF4-FFF2-40B4-BE49-F238E27FC236}">
                <a16:creationId xmlns:a16="http://schemas.microsoft.com/office/drawing/2014/main" id="{203BD2B3-6CC3-CA2E-FDDB-2501DEC2E2A9}"/>
              </a:ext>
            </a:extLst>
          </p:cNvPr>
          <p:cNvSpPr txBox="1"/>
          <p:nvPr/>
        </p:nvSpPr>
        <p:spPr>
          <a:xfrm>
            <a:off x="571500" y="1835155"/>
            <a:ext cx="11048999" cy="418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Finalizing the physical model based on the target environment:</a:t>
            </a:r>
            <a:endParaRPr lang="en-US" sz="1800"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Objective: </a:t>
            </a:r>
            <a:r>
              <a:rPr lang="en-US" sz="1800" dirty="0"/>
              <a:t>Incorporate technical and environmental constraints while preserving integrity and quality.</a:t>
            </a: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Key System Requirements:</a:t>
            </a: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Security &amp; Permissions</a:t>
            </a:r>
            <a:r>
              <a:rPr lang="en-US" sz="1600" dirty="0"/>
              <a:t>: Defining access control roles (</a:t>
            </a:r>
            <a:r>
              <a:rPr lang="en-US" sz="1600" dirty="0" err="1"/>
              <a:t>RBAC</a:t>
            </a:r>
            <a:r>
              <a:rPr lang="en-US" sz="1600" dirty="0"/>
              <a:t>) and data privacy.</a:t>
            </a: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Hardware Configuration</a:t>
            </a:r>
            <a:r>
              <a:rPr lang="en-US" sz="1600" dirty="0"/>
              <a:t>: Tailoring the design to specific server specs, storage types (SSD/HDD), and memory limits.</a:t>
            </a: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Software Environment</a:t>
            </a:r>
            <a:r>
              <a:rPr lang="en-US" sz="1600" dirty="0"/>
              <a:t>: Compatibility with specific DBMS versions, OS platforms, and integration with other middleware.</a:t>
            </a: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Outcome</a:t>
            </a:r>
            <a:r>
              <a:rPr lang="en-US" sz="1800" dirty="0"/>
              <a:t>: A "Production-Ready" database architecture fully aligned with the technical ecosystem.</a:t>
            </a:r>
            <a:endParaRPr sz="1800" dirty="0"/>
          </a:p>
        </p:txBody>
      </p:sp>
      <p:sp>
        <p:nvSpPr>
          <p:cNvPr id="152" name="Google Shape;152;p17">
            <a:extLst>
              <a:ext uri="{FF2B5EF4-FFF2-40B4-BE49-F238E27FC236}">
                <a16:creationId xmlns:a16="http://schemas.microsoft.com/office/drawing/2014/main" id="{E72BB283-9A73-3BED-5785-58D5E64AC388}"/>
              </a:ext>
            </a:extLst>
          </p:cNvPr>
          <p:cNvSpPr txBox="1"/>
          <p:nvPr/>
        </p:nvSpPr>
        <p:spPr>
          <a:xfrm>
            <a:off x="571500" y="6858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b="1" dirty="0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Step 3: System Requirements Design</a:t>
            </a:r>
            <a:endParaRPr lang="en-US" sz="3200" dirty="0"/>
          </a:p>
        </p:txBody>
      </p:sp>
      <p:sp>
        <p:nvSpPr>
          <p:cNvPr id="153" name="Google Shape;153;p17">
            <a:extLst>
              <a:ext uri="{FF2B5EF4-FFF2-40B4-BE49-F238E27FC236}">
                <a16:creationId xmlns:a16="http://schemas.microsoft.com/office/drawing/2014/main" id="{6DBAE7B0-760A-D08F-8044-9EF7A48F0A72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0179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87">
          <a:extLst>
            <a:ext uri="{FF2B5EF4-FFF2-40B4-BE49-F238E27FC236}">
              <a16:creationId xmlns:a16="http://schemas.microsoft.com/office/drawing/2014/main" id="{5D315C9B-8038-A7AD-86B5-FB3A0AA23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>
            <a:extLst>
              <a:ext uri="{FF2B5EF4-FFF2-40B4-BE49-F238E27FC236}">
                <a16:creationId xmlns:a16="http://schemas.microsoft.com/office/drawing/2014/main" id="{0D7ABE4A-C154-0D60-B19C-7B23BB14B901}"/>
              </a:ext>
            </a:extLst>
          </p:cNvPr>
          <p:cNvSpPr/>
          <p:nvPr/>
        </p:nvSpPr>
        <p:spPr>
          <a:xfrm>
            <a:off x="5619750" y="2938462"/>
            <a:ext cx="9525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>
            <a:extLst>
              <a:ext uri="{FF2B5EF4-FFF2-40B4-BE49-F238E27FC236}">
                <a16:creationId xmlns:a16="http://schemas.microsoft.com/office/drawing/2014/main" id="{EB451794-E1DA-885D-CFB8-41118A68BFC0}"/>
              </a:ext>
            </a:extLst>
          </p:cNvPr>
          <p:cNvSpPr txBox="1"/>
          <p:nvPr/>
        </p:nvSpPr>
        <p:spPr>
          <a:xfrm>
            <a:off x="1446144" y="3281362"/>
            <a:ext cx="9443312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4: Designing for Evolution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8898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382815"/>
            <a:ext cx="10972800" cy="111055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7"/>
          <p:cNvSpPr txBox="1"/>
          <p:nvPr/>
        </p:nvSpPr>
        <p:spPr>
          <a:xfrm>
            <a:off x="571500" y="1680568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Using Parameter Tables</a:t>
            </a:r>
            <a:endParaRPr dirty="0"/>
          </a:p>
        </p:txBody>
      </p:sp>
      <p:sp>
        <p:nvSpPr>
          <p:cNvPr id="296" name="Google Shape;296;p27"/>
          <p:cNvSpPr txBox="1"/>
          <p:nvPr/>
        </p:nvSpPr>
        <p:spPr>
          <a:xfrm>
            <a:off x="571499" y="2375893"/>
            <a:ext cx="1102746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Hard-coding business rules (like "Late Fee = $5") is a maintenance nightmare.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97" name="Google Shape;297;p27"/>
          <p:cNvSpPr txBox="1"/>
          <p:nvPr/>
        </p:nvSpPr>
        <p:spPr>
          <a:xfrm>
            <a:off x="582267" y="3077687"/>
            <a:ext cx="1102746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Software Engineers use </a:t>
            </a:r>
            <a:r>
              <a:rPr lang="en-US" sz="1650" b="1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Parameter Tables</a:t>
            </a:r>
            <a:r>
              <a:rPr lang="en-US" sz="165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 to store these values, allowing administrators to change rules via UI without a single line of code redeployment.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99" name="Google Shape;299;p27"/>
          <p:cNvSpPr txBox="1"/>
          <p:nvPr/>
        </p:nvSpPr>
        <p:spPr>
          <a:xfrm>
            <a:off x="809625" y="5525690"/>
            <a:ext cx="8667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EXAMPLE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809625" y="5801915"/>
            <a:ext cx="10366927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E-commerce tax rates vary by state. Instead of if-else in code, use a lookup table.</a:t>
            </a:r>
            <a:endParaRPr dirty="0"/>
          </a:p>
        </p:txBody>
      </p:sp>
      <p:sp>
        <p:nvSpPr>
          <p:cNvPr id="301" name="Google Shape;301;p27"/>
          <p:cNvSpPr txBox="1"/>
          <p:nvPr/>
        </p:nvSpPr>
        <p:spPr>
          <a:xfrm>
            <a:off x="762000" y="656035"/>
            <a:ext cx="448056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Supporting Evolution</a:t>
            </a:r>
            <a:endParaRPr dirty="0"/>
          </a:p>
        </p:txBody>
      </p:sp>
      <p:sp>
        <p:nvSpPr>
          <p:cNvPr id="302" name="Google Shape;302;p27"/>
          <p:cNvSpPr/>
          <p:nvPr/>
        </p:nvSpPr>
        <p:spPr>
          <a:xfrm>
            <a:off x="571500" y="656035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1088" y="1648591"/>
            <a:ext cx="3340542" cy="3101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74873" y="2197231"/>
            <a:ext cx="2115047" cy="209156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8"/>
          <p:cNvSpPr txBox="1"/>
          <p:nvPr/>
        </p:nvSpPr>
        <p:spPr>
          <a:xfrm>
            <a:off x="547646" y="1500560"/>
            <a:ext cx="5600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Avoid Enums for Content</a:t>
            </a:r>
            <a:endParaRPr sz="1600" dirty="0"/>
          </a:p>
        </p:txBody>
      </p:sp>
      <p:sp>
        <p:nvSpPr>
          <p:cNvPr id="310" name="Google Shape;310;p28"/>
          <p:cNvSpPr txBox="1"/>
          <p:nvPr/>
        </p:nvSpPr>
        <p:spPr>
          <a:xfrm>
            <a:off x="547646" y="2327092"/>
            <a:ext cx="6195060" cy="26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Instead of restricting "Book Category" in code, create a </a:t>
            </a:r>
            <a:r>
              <a:rPr lang="en-US" sz="2000" b="1" i="0" u="none" strike="noStrike" cap="none" dirty="0" err="1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CATEGORY_TABLE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b="0" i="0" u="none" strike="noStrike" cap="none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Dynamic addition of new types.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Centralized naming (no typos).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Allows translations for multi-language apps.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17" name="Google Shape;317;p28"/>
          <p:cNvSpPr txBox="1"/>
          <p:nvPr/>
        </p:nvSpPr>
        <p:spPr>
          <a:xfrm>
            <a:off x="9004852" y="2452985"/>
            <a:ext cx="14550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BOOK_CAT</a:t>
            </a:r>
            <a:endParaRPr sz="2000" dirty="0"/>
          </a:p>
        </p:txBody>
      </p:sp>
      <p:sp>
        <p:nvSpPr>
          <p:cNvPr id="318" name="Google Shape;318;p28"/>
          <p:cNvSpPr txBox="1"/>
          <p:nvPr/>
        </p:nvSpPr>
        <p:spPr>
          <a:xfrm>
            <a:off x="738146" y="595685"/>
            <a:ext cx="1132141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Handling </a:t>
            </a:r>
            <a:r>
              <a:rPr lang="en-US" sz="320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Discrete</a:t>
            </a:r>
            <a:r>
              <a:rPr lang="en-US" sz="285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Values</a:t>
            </a:r>
            <a:endParaRPr dirty="0"/>
          </a:p>
        </p:txBody>
      </p:sp>
      <p:sp>
        <p:nvSpPr>
          <p:cNvPr id="319" name="Google Shape;319;p28"/>
          <p:cNvSpPr/>
          <p:nvPr/>
        </p:nvSpPr>
        <p:spPr>
          <a:xfrm>
            <a:off x="547646" y="595685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1285875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Definition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1907071"/>
            <a:ext cx="5849178" cy="3508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A specialized data structure used to store constants, thresholds, and business rules that are subject to change over time.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Soft-coding: </a:t>
            </a:r>
            <a:r>
              <a:rPr lang="en-US" sz="160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Moving logic from code to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Evolution: </a:t>
            </a:r>
            <a:r>
              <a:rPr lang="en-US" sz="160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Change system behavior without recompiling or redeploying code.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Administrative Control: </a:t>
            </a:r>
            <a:r>
              <a:rPr lang="en-US" sz="160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Allows non-technical staff to update settings via a UI.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39125" y="2557462"/>
            <a:ext cx="142875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534150" y="4100512"/>
            <a:ext cx="48387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"The Database is the Control Panel of the Application"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Concept: Parameter Tables</a:t>
            </a:r>
            <a:endParaRPr dirty="0"/>
          </a:p>
        </p:txBody>
      </p:sp>
      <p:sp>
        <p:nvSpPr>
          <p:cNvPr id="95" name="Google Shape;95;p13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826793"/>
            <a:ext cx="11049000" cy="118586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1285875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Structure: PARAM_TABLE</a:t>
            </a:r>
            <a:endParaRPr/>
          </a:p>
        </p:txBody>
      </p:sp>
      <p:graphicFrame>
        <p:nvGraphicFramePr>
          <p:cNvPr id="103" name="Google Shape;103;p14"/>
          <p:cNvGraphicFramePr/>
          <p:nvPr>
            <p:extLst>
              <p:ext uri="{D42A27DB-BD31-4B8C-83A1-F6EECF244321}">
                <p14:modId xmlns:p14="http://schemas.microsoft.com/office/powerpoint/2010/main" val="2692524669"/>
              </p:ext>
            </p:extLst>
          </p:nvPr>
        </p:nvGraphicFramePr>
        <p:xfrm>
          <a:off x="609600" y="1981288"/>
          <a:ext cx="5334000" cy="249299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99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5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324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ParamID</a:t>
                      </a: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(PK)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Value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24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TS1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18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Min age for members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24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TS2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1000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Fine per day (VND)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24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TS3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Max books borrowed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" name="Google Shape;104;p14"/>
          <p:cNvSpPr txBox="1"/>
          <p:nvPr/>
        </p:nvSpPr>
        <p:spPr>
          <a:xfrm>
            <a:off x="6286500" y="1285875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Characteristics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286500" y="1781175"/>
            <a:ext cx="5334000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Flexibility: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Add as many parameters as needed without changing schema.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Data Type: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Value is usually stored as a </a:t>
            </a:r>
            <a:r>
              <a:rPr lang="en-US" sz="18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String (VARCHAR)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Trade-off: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Requires data type conversion (casting) in the application layer.</a:t>
            </a:r>
            <a:endParaRPr lang="en-US" sz="1800"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762000" y="5022954"/>
            <a:ext cx="218992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WARNING</a:t>
            </a:r>
            <a:endParaRPr sz="2000"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762001" y="5407817"/>
            <a:ext cx="106680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Validation must be done in the Application Layer to prevent "Text" being saved where a "Number" is expected.</a:t>
            </a:r>
            <a:endParaRPr dirty="0"/>
          </a:p>
        </p:txBody>
      </p:sp>
      <p:sp>
        <p:nvSpPr>
          <p:cNvPr id="122" name="Google Shape;122;p14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Type 1: Generic Vertical Table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229225"/>
            <a:ext cx="11049000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019175"/>
            <a:ext cx="355595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019175"/>
            <a:ext cx="355595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019175"/>
            <a:ext cx="355595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225" y="3810001"/>
            <a:ext cx="30606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65675" y="3810001"/>
            <a:ext cx="30606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12125" y="3810001"/>
            <a:ext cx="30606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809624" y="5372100"/>
            <a:ext cx="117820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BENEFIT</a:t>
            </a:r>
            <a:endParaRPr sz="2000"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809625" y="5810250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Maintains </a:t>
            </a: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Data Integrity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at the database level. Prevents illegal values from being saved into specific slots.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19150" y="1533525"/>
            <a:ext cx="321368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PARAM_INT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19150" y="2181225"/>
            <a:ext cx="30606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Stores integer settings like age limits or counts.</a:t>
            </a:r>
            <a:endParaRPr sz="1600" dirty="0"/>
          </a:p>
        </p:txBody>
      </p:sp>
      <p:sp>
        <p:nvSpPr>
          <p:cNvPr id="139" name="Google Shape;139;p15"/>
          <p:cNvSpPr txBox="1"/>
          <p:nvPr/>
        </p:nvSpPr>
        <p:spPr>
          <a:xfrm>
            <a:off x="4565600" y="1533525"/>
            <a:ext cx="321368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PARAM_STR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4565600" y="2181225"/>
            <a:ext cx="30606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Stores text settings like default messages or URLs.</a:t>
            </a:r>
            <a:endParaRPr sz="1600"/>
          </a:p>
        </p:txBody>
      </p:sp>
      <p:sp>
        <p:nvSpPr>
          <p:cNvPr id="141" name="Google Shape;141;p15"/>
          <p:cNvSpPr txBox="1"/>
          <p:nvPr/>
        </p:nvSpPr>
        <p:spPr>
          <a:xfrm>
            <a:off x="8312050" y="1533525"/>
            <a:ext cx="321368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PARAM_DATE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8312050" y="2181225"/>
            <a:ext cx="30606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Stores dates like fiscal year starts or deadlines.</a:t>
            </a:r>
            <a:endParaRPr sz="1600"/>
          </a:p>
        </p:txBody>
      </p:sp>
      <p:sp>
        <p:nvSpPr>
          <p:cNvPr id="143" name="Google Shape;143;p15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Type 2: Typed Vertical Tables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933700"/>
            <a:ext cx="533400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571500" y="1285875"/>
            <a:ext cx="116014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Structure: APP_CONFIG (Single Row)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71500" y="1724025"/>
            <a:ext cx="11049000" cy="9239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16"/>
          <p:cNvGraphicFramePr/>
          <p:nvPr>
            <p:extLst>
              <p:ext uri="{D42A27DB-BD31-4B8C-83A1-F6EECF244321}">
                <p14:modId xmlns:p14="http://schemas.microsoft.com/office/powerpoint/2010/main" val="3434405184"/>
              </p:ext>
            </p:extLst>
          </p:nvPr>
        </p:nvGraphicFramePr>
        <p:xfrm>
          <a:off x="571500" y="1724025"/>
          <a:ext cx="11048975" cy="9239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15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MinAge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MaxAge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FineRate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MaxBorrowCount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18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55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1000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3" name="Google Shape;153;p16"/>
          <p:cNvSpPr txBox="1"/>
          <p:nvPr/>
        </p:nvSpPr>
        <p:spPr>
          <a:xfrm>
            <a:off x="571500" y="3200400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Characteristics</a:t>
            </a:r>
            <a:endParaRPr dirty="0"/>
          </a:p>
        </p:txBody>
      </p:sp>
      <p:sp>
        <p:nvSpPr>
          <p:cNvPr id="154" name="Google Shape;154;p16"/>
          <p:cNvSpPr txBox="1"/>
          <p:nvPr/>
        </p:nvSpPr>
        <p:spPr>
          <a:xfrm>
            <a:off x="6534150" y="3200400"/>
            <a:ext cx="508063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F4444"/>
                </a:solidFill>
                <a:latin typeface="Merriweather"/>
                <a:ea typeface="Merriweather"/>
                <a:cs typeface="Merriweather"/>
                <a:sym typeface="Merriweather"/>
              </a:rPr>
              <a:t>Significant Drawback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534150" y="3695700"/>
            <a:ext cx="48387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Adding a new parameter requires an 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ALTER TABLE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command (Schema change), which can be risky for live systems.</a:t>
            </a:r>
            <a:endParaRPr dirty="0"/>
          </a:p>
        </p:txBody>
      </p:sp>
      <p:sp>
        <p:nvSpPr>
          <p:cNvPr id="156" name="Google Shape;156;p16"/>
          <p:cNvSpPr/>
          <p:nvPr/>
        </p:nvSpPr>
        <p:spPr>
          <a:xfrm>
            <a:off x="571500" y="2633662"/>
            <a:ext cx="21575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2729061" y="2633662"/>
            <a:ext cx="22761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5005238" y="2633662"/>
            <a:ext cx="24183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7423546" y="2633662"/>
            <a:ext cx="41969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571500" y="3695700"/>
            <a:ext cx="5334000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Format: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Only one row exists in the entire table.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Usage: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Each column is a specific named parameter.</a:t>
            </a:r>
            <a:endParaRPr lang="en-US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Ease of Use: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No type conversion needed; clean SQL queries.</a:t>
            </a:r>
            <a:endParaRPr lang="en-US" sz="1800" dirty="0"/>
          </a:p>
        </p:txBody>
      </p:sp>
      <p:sp>
        <p:nvSpPr>
          <p:cNvPr id="166" name="Google Shape;166;p16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Type 3: Horizontal Config Table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870380"/>
            <a:ext cx="1104900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/>
          <p:nvPr/>
        </p:nvSpPr>
        <p:spPr>
          <a:xfrm>
            <a:off x="571500" y="1709737"/>
            <a:ext cx="11049000" cy="23241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4" name="Google Shape;174;p17"/>
          <p:cNvGraphicFramePr/>
          <p:nvPr>
            <p:extLst>
              <p:ext uri="{D42A27DB-BD31-4B8C-83A1-F6EECF244321}">
                <p14:modId xmlns:p14="http://schemas.microsoft.com/office/powerpoint/2010/main" val="1944807227"/>
              </p:ext>
            </p:extLst>
          </p:nvPr>
        </p:nvGraphicFramePr>
        <p:xfrm>
          <a:off x="571500" y="1709737"/>
          <a:ext cx="11048975" cy="23241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5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7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Criteria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Generic Vertical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Typed Vertical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Horizontal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Adding new params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Very Easy (Insert)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Easy (Insert)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Difficult (Alter)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Integrity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 (All are strings)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 (Native types)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 (Native types)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App Complexity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Medium (Casting)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 (Multi-table)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 (Direct mapping)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Recommendation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Small/Medium Apps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Enterprise Apps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Static Global Settings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5" name="Google Shape;175;p17"/>
          <p:cNvSpPr txBox="1"/>
          <p:nvPr/>
        </p:nvSpPr>
        <p:spPr>
          <a:xfrm>
            <a:off x="809624" y="5013255"/>
            <a:ext cx="30716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CASE STUDY: GAME DESIGN</a:t>
            </a:r>
            <a:endParaRPr sz="2000" dirty="0"/>
          </a:p>
        </p:txBody>
      </p:sp>
      <p:sp>
        <p:nvSpPr>
          <p:cNvPr id="176" name="Google Shape;176;p17"/>
          <p:cNvSpPr txBox="1"/>
          <p:nvPr/>
        </p:nvSpPr>
        <p:spPr>
          <a:xfrm>
            <a:off x="809625" y="5451405"/>
            <a:ext cx="10620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Games often use Vertical Parameter tables to balance unit stats (Health, Speed) without needing a new game update for every patch.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571500" y="2619375"/>
            <a:ext cx="28545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3426023" y="2619375"/>
            <a:ext cx="26982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6124277" y="2619375"/>
            <a:ext cx="25988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8723114" y="2619375"/>
            <a:ext cx="28973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571500" y="3086100"/>
            <a:ext cx="28545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3426023" y="3086100"/>
            <a:ext cx="26982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6124277" y="3086100"/>
            <a:ext cx="25988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8723114" y="3086100"/>
            <a:ext cx="28973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571500" y="3552825"/>
            <a:ext cx="28545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3426023" y="3552825"/>
            <a:ext cx="26982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6124277" y="3552825"/>
            <a:ext cx="25988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8723114" y="3552825"/>
            <a:ext cx="28973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571500" y="4019550"/>
            <a:ext cx="28545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3426023" y="4019550"/>
            <a:ext cx="26982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124277" y="4019550"/>
            <a:ext cx="25988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8723114" y="4019550"/>
            <a:ext cx="28973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Selection Criteria</a:t>
            </a:r>
            <a:endParaRPr/>
          </a:p>
        </p:txBody>
      </p:sp>
      <p:sp>
        <p:nvSpPr>
          <p:cNvPr id="194" name="Google Shape;194;p17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7700" y="4914900"/>
            <a:ext cx="10972800" cy="149583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609600" y="1474719"/>
            <a:ext cx="52006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Category / Lookup Tables</a:t>
            </a:r>
            <a:endParaRPr dirty="0"/>
          </a:p>
        </p:txBody>
      </p:sp>
      <p:sp>
        <p:nvSpPr>
          <p:cNvPr id="202" name="Google Shape;202;p18"/>
          <p:cNvSpPr txBox="1"/>
          <p:nvPr/>
        </p:nvSpPr>
        <p:spPr>
          <a:xfrm>
            <a:off x="647700" y="2105152"/>
            <a:ext cx="110109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Used when parameters are not single values but lists of options.</a:t>
            </a:r>
            <a:endParaRPr dirty="0"/>
          </a:p>
        </p:txBody>
      </p:sp>
      <p:sp>
        <p:nvSpPr>
          <p:cNvPr id="204" name="Google Shape;204;p18"/>
          <p:cNvSpPr txBox="1"/>
          <p:nvPr/>
        </p:nvSpPr>
        <p:spPr>
          <a:xfrm>
            <a:off x="609599" y="2716282"/>
            <a:ext cx="4951343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READER_TYPE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(Guest, VIP, Staff)</a:t>
            </a:r>
            <a:endParaRPr dirty="0"/>
          </a:p>
        </p:txBody>
      </p:sp>
      <p:sp>
        <p:nvSpPr>
          <p:cNvPr id="206" name="Google Shape;206;p18"/>
          <p:cNvSpPr txBox="1"/>
          <p:nvPr/>
        </p:nvSpPr>
        <p:spPr>
          <a:xfrm>
            <a:off x="609599" y="3185492"/>
            <a:ext cx="4951343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BOOK_STATUS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(Available, Borrowed, Lost)</a:t>
            </a:r>
            <a:endParaRPr dirty="0"/>
          </a:p>
        </p:txBody>
      </p:sp>
      <p:sp>
        <p:nvSpPr>
          <p:cNvPr id="207" name="Google Shape;207;p18"/>
          <p:cNvSpPr txBox="1"/>
          <p:nvPr/>
        </p:nvSpPr>
        <p:spPr>
          <a:xfrm>
            <a:off x="1024112" y="5106705"/>
            <a:ext cx="35386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RULE OF THUMB</a:t>
            </a:r>
            <a:endParaRPr sz="1800" dirty="0"/>
          </a:p>
        </p:txBody>
      </p:sp>
      <p:sp>
        <p:nvSpPr>
          <p:cNvPr id="208" name="Google Shape;208;p18"/>
          <p:cNvSpPr txBox="1"/>
          <p:nvPr/>
        </p:nvSpPr>
        <p:spPr>
          <a:xfrm>
            <a:off x="1024112" y="5513714"/>
            <a:ext cx="10023231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If a value is used in a drop-down menu in your UI, it should probably be a </a:t>
            </a:r>
            <a:r>
              <a:rPr lang="en-US" sz="16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Category Table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in your database.</a:t>
            </a:r>
            <a:endParaRPr dirty="0"/>
          </a:p>
        </p:txBody>
      </p:sp>
      <p:sp>
        <p:nvSpPr>
          <p:cNvPr id="209" name="Google Shape;209;p18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Special Case: Discrete Category Tables</a:t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9"/>
          <p:cNvSpPr/>
          <p:nvPr/>
        </p:nvSpPr>
        <p:spPr>
          <a:xfrm>
            <a:off x="5619750" y="2938462"/>
            <a:ext cx="9525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9"/>
          <p:cNvSpPr txBox="1"/>
          <p:nvPr/>
        </p:nvSpPr>
        <p:spPr>
          <a:xfrm>
            <a:off x="1285875" y="3281362"/>
            <a:ext cx="10101262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5: Designing for Performance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994743"/>
            <a:ext cx="5476875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94743"/>
            <a:ext cx="547687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238250" y="2436911"/>
            <a:ext cx="455458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Definition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676275" y="3242667"/>
            <a:ext cx="48863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Attributes that are not stored as "base" data but are derived using a formula or logic based on other existing attributes.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7168805" y="2436911"/>
            <a:ext cx="44199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SE Challenge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6629400" y="3242667"/>
            <a:ext cx="48863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engineer must decide whether to calculate these at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runtime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(Virtual) or store them in the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database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(Physical).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" y="2436911"/>
            <a:ext cx="3238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19125" y="4587498"/>
            <a:ext cx="450532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Known as 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Derived Attributes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619124" y="5135628"/>
            <a:ext cx="450532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Represented with a 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(/)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prefix in UML.</a:t>
            </a:r>
            <a:endParaRPr dirty="0"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36834" y="2436911"/>
            <a:ext cx="3238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Calculated Attributes</a:t>
            </a:r>
            <a:endParaRPr dirty="0"/>
          </a:p>
        </p:txBody>
      </p:sp>
      <p:sp>
        <p:nvSpPr>
          <p:cNvPr id="106" name="Google Shape;106;p14"/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252144"/>
            <a:ext cx="11049000" cy="836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019176"/>
            <a:ext cx="5334000" cy="329043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 txBox="1"/>
          <p:nvPr/>
        </p:nvSpPr>
        <p:spPr>
          <a:xfrm>
            <a:off x="809625" y="5395019"/>
            <a:ext cx="1447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INDUSTRY CASE</a:t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809625" y="5671244"/>
            <a:ext cx="10620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Uber stores pre-calculated rider ratings to show them instantly without scanning millions of trip records.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571500" y="1228725"/>
            <a:ext cx="5334000" cy="318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Pure Normalization: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Calculate "Total Price" by summing items every time.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50" b="0" i="0" u="none" strike="noStrike" cap="none" dirty="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Design for Speed:</a:t>
            </a: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Store "</a:t>
            </a:r>
            <a:r>
              <a:rPr lang="en-US" sz="1600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TotalBalance</a:t>
            </a: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" directly in the Account table.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Increases </a:t>
            </a:r>
            <a:r>
              <a:rPr lang="en-US" sz="16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Read</a:t>
            </a: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speed dramatically.</a:t>
            </a:r>
            <a:endParaRPr lang="en-US" sz="1600" dirty="0"/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Requires careful </a:t>
            </a:r>
            <a:r>
              <a:rPr lang="en-US" sz="16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Write</a:t>
            </a: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triggers to maintain consistency.</a:t>
            </a:r>
            <a:endParaRPr sz="1600" dirty="0"/>
          </a:p>
        </p:txBody>
      </p:sp>
      <p:sp>
        <p:nvSpPr>
          <p:cNvPr id="339" name="Google Shape;339;p30"/>
          <p:cNvSpPr txBox="1"/>
          <p:nvPr/>
        </p:nvSpPr>
        <p:spPr>
          <a:xfrm>
            <a:off x="952500" y="3323629"/>
            <a:ext cx="49530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340" name="Google Shape;340;p30"/>
          <p:cNvSpPr txBox="1"/>
          <p:nvPr/>
        </p:nvSpPr>
        <p:spPr>
          <a:xfrm>
            <a:off x="6581775" y="1475184"/>
            <a:ext cx="194310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10x</a:t>
            </a:r>
            <a:endParaRPr sz="1200" dirty="0"/>
          </a:p>
        </p:txBody>
      </p:sp>
      <p:sp>
        <p:nvSpPr>
          <p:cNvPr id="341" name="Google Shape;341;p30"/>
          <p:cNvSpPr txBox="1"/>
          <p:nvPr/>
        </p:nvSpPr>
        <p:spPr>
          <a:xfrm>
            <a:off x="8905875" y="1524000"/>
            <a:ext cx="24193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Faster queries when using pre-calculated redundant data for large reports.</a:t>
            </a: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Calculated Attributes</a:t>
            </a:r>
            <a:endParaRPr/>
          </a:p>
        </p:txBody>
      </p:sp>
      <p:sp>
        <p:nvSpPr>
          <p:cNvPr id="343" name="Google Shape;343;p30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832818"/>
            <a:ext cx="3683049" cy="43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4549" y="1832818"/>
            <a:ext cx="3683049" cy="43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832818"/>
            <a:ext cx="3683049" cy="43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275" y="4804618"/>
            <a:ext cx="3092499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49824" y="4804618"/>
            <a:ext cx="3092499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226" y="4804618"/>
            <a:ext cx="3092499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676275" y="2994868"/>
            <a:ext cx="32471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Regulatory Logic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676275" y="3585418"/>
            <a:ext cx="3092499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Rules often dictate math: "Late fee is 10,000 VND per day."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549824" y="2994868"/>
            <a:ext cx="3247124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Business Constraints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549824" y="3585418"/>
            <a:ext cx="3092499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"Silver members get 5% discount, Gold get 10%."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8423374" y="2994868"/>
            <a:ext cx="32471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Validation Rules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423374" y="3585418"/>
            <a:ext cx="3092499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Rules checking for eligibility based on age or tenure.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6275" y="2185243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49824" y="2185243"/>
            <a:ext cx="323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23374" y="2185243"/>
            <a:ext cx="3714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Deriving from Business Rules (BR)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94085"/>
            <a:ext cx="5476875" cy="522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5063986"/>
            <a:ext cx="11430000" cy="165932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381000" y="1798885"/>
            <a:ext cx="575071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Feature-Driven Attributes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381000" y="2389435"/>
            <a:ext cx="1143000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FRs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describe the system outputs. If a feature requires showing a "Summary," "Total," or "Average," you have identified a calculated attribute.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Reports:</a:t>
            </a: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"Monthly Revenue Summary."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Dashboards:</a:t>
            </a: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"Active User Count.“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Profile:</a:t>
            </a: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"Total Credits Earned."</a:t>
            </a:r>
            <a:endParaRPr lang="en-US" sz="1600" dirty="0"/>
          </a:p>
        </p:txBody>
      </p:sp>
      <p:sp>
        <p:nvSpPr>
          <p:cNvPr id="145" name="Google Shape;145;p16"/>
          <p:cNvSpPr txBox="1"/>
          <p:nvPr/>
        </p:nvSpPr>
        <p:spPr>
          <a:xfrm>
            <a:off x="674100" y="5306891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Case Point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74100" y="5764091"/>
            <a:ext cx="10915236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 a Library System, the FR "Show the total number of books currently borrowed" leads to the attribute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currentBorrowCount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47" name="Google Shape;147;p16"/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Deriving from Functional Requirements (FR)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94085"/>
            <a:ext cx="5476875" cy="523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870174"/>
            <a:ext cx="5476875" cy="186266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381000" y="1798885"/>
            <a:ext cx="575071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Performance Penalty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381000" y="2389435"/>
            <a:ext cx="54768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Non-Functional Requirements for "Speed" or "Throughput" force us to store calculated data.</a:t>
            </a:r>
            <a:endParaRPr sz="1600" dirty="0"/>
          </a:p>
        </p:txBody>
      </p:sp>
      <p:pic>
        <p:nvPicPr>
          <p:cNvPr id="158" name="Google Shape;15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1503610"/>
            <a:ext cx="5457825" cy="52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390526" y="3227635"/>
            <a:ext cx="54673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NFR</a:t>
            </a:r>
            <a:r>
              <a:rPr lang="en-US" sz="16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"Search results must return in &lt;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200ms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Strategy:</a:t>
            </a: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Denormalization</a:t>
            </a: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 Store the pre-calculated value to avoid expensive SQL SUM() or JOIN operations at runtime.</a:t>
            </a:r>
            <a:endParaRPr lang="en-US" sz="1600" dirty="0"/>
          </a:p>
        </p:txBody>
      </p:sp>
      <p:sp>
        <p:nvSpPr>
          <p:cNvPr id="163" name="Google Shape;163;p17"/>
          <p:cNvSpPr txBox="1"/>
          <p:nvPr/>
        </p:nvSpPr>
        <p:spPr>
          <a:xfrm>
            <a:off x="619125" y="4932610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Industry Case: Uber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19125" y="5389810"/>
            <a:ext cx="50482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Uber stores pre-calculated rider ratings to show them instantly instead of averaging millions of rows every time a profile loads.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Influence of NFRs: Performance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041" y="2118568"/>
            <a:ext cx="5476875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18568"/>
            <a:ext cx="54768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676275" y="2718643"/>
            <a:ext cx="513064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Virtual (On-the-Fly)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76275" y="3309193"/>
            <a:ext cx="48863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Calculated in Code or SQL Views.</a:t>
            </a:r>
            <a:endParaRPr sz="1600" dirty="0"/>
          </a:p>
        </p:txBody>
      </p:sp>
      <p:sp>
        <p:nvSpPr>
          <p:cNvPr id="176" name="Google Shape;176;p18"/>
          <p:cNvSpPr txBox="1"/>
          <p:nvPr/>
        </p:nvSpPr>
        <p:spPr>
          <a:xfrm>
            <a:off x="6629400" y="2718643"/>
            <a:ext cx="513064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Physical (Stored)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629400" y="3309193"/>
            <a:ext cx="48863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Saved in a Database column.</a:t>
            </a:r>
            <a:endParaRPr sz="1600"/>
          </a:p>
        </p:txBody>
      </p:sp>
      <p:sp>
        <p:nvSpPr>
          <p:cNvPr id="179" name="Google Shape;179;p18"/>
          <p:cNvSpPr txBox="1"/>
          <p:nvPr/>
        </p:nvSpPr>
        <p:spPr>
          <a:xfrm>
            <a:off x="676275" y="3829632"/>
            <a:ext cx="474552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Pro: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Saves disk space; data is never "stale.“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Con:</a:t>
            </a: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High CPU load on every read.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Use for:</a:t>
            </a: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Simple math, low-frequency data.</a:t>
            </a:r>
            <a:endParaRPr lang="en-US" sz="1600" dirty="0"/>
          </a:p>
        </p:txBody>
      </p:sp>
      <p:sp>
        <p:nvSpPr>
          <p:cNvPr id="185" name="Google Shape;185;p18"/>
          <p:cNvSpPr txBox="1"/>
          <p:nvPr/>
        </p:nvSpPr>
        <p:spPr>
          <a:xfrm>
            <a:off x="6629399" y="3833068"/>
            <a:ext cx="4835387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Pro: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Instant retrieval (High performance).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Con:</a:t>
            </a: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Risk of inconsistency if base data changes.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Use for:</a:t>
            </a: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Complex math, big data, </a:t>
            </a:r>
            <a:r>
              <a:rPr lang="en-US" sz="1600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NFR</a:t>
            </a:r>
            <a:r>
              <a:rPr lang="en-US" sz="16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speed needs.</a:t>
            </a:r>
            <a:endParaRPr lang="en-US" sz="1600" dirty="0"/>
          </a:p>
        </p:txBody>
      </p:sp>
      <p:sp>
        <p:nvSpPr>
          <p:cNvPr id="190" name="Google Shape;190;p18"/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Design Choice: Virtual vs. Physical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" name="Google Shape;197;p19"/>
          <p:cNvGraphicFramePr/>
          <p:nvPr>
            <p:extLst>
              <p:ext uri="{D42A27DB-BD31-4B8C-83A1-F6EECF244321}">
                <p14:modId xmlns:p14="http://schemas.microsoft.com/office/powerpoint/2010/main" val="3998998566"/>
              </p:ext>
            </p:extLst>
          </p:nvPr>
        </p:nvGraphicFramePr>
        <p:xfrm>
          <a:off x="428625" y="2161669"/>
          <a:ext cx="11429975" cy="360989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96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197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Requirement Type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Example Source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Calculated Attribute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97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BR</a:t>
                      </a:r>
                      <a:r>
                        <a:rPr lang="en-US" sz="18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(Logic)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"Discount is based on total points."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DiscountRate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97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</a:t>
                      </a:r>
                      <a:r>
                        <a:rPr lang="en-US" sz="18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(Feature)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"System must export average monthly sales."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AvgMonthlySales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97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NFR</a:t>
                      </a:r>
                      <a:r>
                        <a:rPr lang="en-US" sz="18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(Speed)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"Top products must load instantly."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TotalSalesCount (Stored)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97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NFR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(Integrity)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"Must preserve the price at time of sale."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SnapshotPrice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(Stored)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8" name="Google Shape;198;p19"/>
          <p:cNvSpPr/>
          <p:nvPr/>
        </p:nvSpPr>
        <p:spPr>
          <a:xfrm>
            <a:off x="381000" y="3794968"/>
            <a:ext cx="2964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3345507" y="3794968"/>
            <a:ext cx="519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8545115" y="3794968"/>
            <a:ext cx="32658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381000" y="4404568"/>
            <a:ext cx="2964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3345507" y="4404568"/>
            <a:ext cx="519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8545115" y="4404568"/>
            <a:ext cx="32658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381000" y="5014168"/>
            <a:ext cx="2964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3345507" y="5014168"/>
            <a:ext cx="519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8545115" y="5014168"/>
            <a:ext cx="32658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381000" y="5623768"/>
            <a:ext cx="2964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3345507" y="5623768"/>
            <a:ext cx="519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8545115" y="5623768"/>
            <a:ext cx="32658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Requirement to Attribute Mapping</a:t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6AB62A1E-00CD-952A-E81C-CE76F209E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 descr="image.png">
            <a:extLst>
              <a:ext uri="{FF2B5EF4-FFF2-40B4-BE49-F238E27FC236}">
                <a16:creationId xmlns:a16="http://schemas.microsoft.com/office/drawing/2014/main" id="{9D59A5BE-2085-51BB-0E26-53805D5923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>
            <a:extLst>
              <a:ext uri="{FF2B5EF4-FFF2-40B4-BE49-F238E27FC236}">
                <a16:creationId xmlns:a16="http://schemas.microsoft.com/office/drawing/2014/main" id="{01176F9E-C380-B7B8-2848-0E4580A93876}"/>
              </a:ext>
            </a:extLst>
          </p:cNvPr>
          <p:cNvSpPr/>
          <p:nvPr/>
        </p:nvSpPr>
        <p:spPr>
          <a:xfrm>
            <a:off x="381000" y="3794968"/>
            <a:ext cx="2964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>
            <a:extLst>
              <a:ext uri="{FF2B5EF4-FFF2-40B4-BE49-F238E27FC236}">
                <a16:creationId xmlns:a16="http://schemas.microsoft.com/office/drawing/2014/main" id="{03E02D29-0A8E-4998-89E8-B8908795A0EB}"/>
              </a:ext>
            </a:extLst>
          </p:cNvPr>
          <p:cNvSpPr/>
          <p:nvPr/>
        </p:nvSpPr>
        <p:spPr>
          <a:xfrm>
            <a:off x="3345507" y="3794968"/>
            <a:ext cx="519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>
            <a:extLst>
              <a:ext uri="{FF2B5EF4-FFF2-40B4-BE49-F238E27FC236}">
                <a16:creationId xmlns:a16="http://schemas.microsoft.com/office/drawing/2014/main" id="{A565B28F-9D69-DFB7-1A01-9D1BB77D1328}"/>
              </a:ext>
            </a:extLst>
          </p:cNvPr>
          <p:cNvSpPr/>
          <p:nvPr/>
        </p:nvSpPr>
        <p:spPr>
          <a:xfrm>
            <a:off x="8545115" y="3794968"/>
            <a:ext cx="32658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ECF86968-E1E2-F139-1B69-46BA1AC26C81}"/>
              </a:ext>
            </a:extLst>
          </p:cNvPr>
          <p:cNvSpPr/>
          <p:nvPr/>
        </p:nvSpPr>
        <p:spPr>
          <a:xfrm>
            <a:off x="381000" y="4404568"/>
            <a:ext cx="2964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>
            <a:extLst>
              <a:ext uri="{FF2B5EF4-FFF2-40B4-BE49-F238E27FC236}">
                <a16:creationId xmlns:a16="http://schemas.microsoft.com/office/drawing/2014/main" id="{8957D3AE-64F0-9FC9-E858-FFD31CD629BB}"/>
              </a:ext>
            </a:extLst>
          </p:cNvPr>
          <p:cNvSpPr/>
          <p:nvPr/>
        </p:nvSpPr>
        <p:spPr>
          <a:xfrm>
            <a:off x="3345507" y="4404568"/>
            <a:ext cx="519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>
            <a:extLst>
              <a:ext uri="{FF2B5EF4-FFF2-40B4-BE49-F238E27FC236}">
                <a16:creationId xmlns:a16="http://schemas.microsoft.com/office/drawing/2014/main" id="{B3D3A407-4918-7A05-8881-B6F98B954755}"/>
              </a:ext>
            </a:extLst>
          </p:cNvPr>
          <p:cNvSpPr/>
          <p:nvPr/>
        </p:nvSpPr>
        <p:spPr>
          <a:xfrm>
            <a:off x="8545115" y="4404568"/>
            <a:ext cx="32658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>
            <a:extLst>
              <a:ext uri="{FF2B5EF4-FFF2-40B4-BE49-F238E27FC236}">
                <a16:creationId xmlns:a16="http://schemas.microsoft.com/office/drawing/2014/main" id="{4F18BE6B-E990-6BAE-C551-BB9DA9A9515E}"/>
              </a:ext>
            </a:extLst>
          </p:cNvPr>
          <p:cNvSpPr/>
          <p:nvPr/>
        </p:nvSpPr>
        <p:spPr>
          <a:xfrm>
            <a:off x="381000" y="5014168"/>
            <a:ext cx="2964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14658AAD-0262-9A98-500B-A3993E22909D}"/>
              </a:ext>
            </a:extLst>
          </p:cNvPr>
          <p:cNvSpPr/>
          <p:nvPr/>
        </p:nvSpPr>
        <p:spPr>
          <a:xfrm>
            <a:off x="3345507" y="5014168"/>
            <a:ext cx="519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>
            <a:extLst>
              <a:ext uri="{FF2B5EF4-FFF2-40B4-BE49-F238E27FC236}">
                <a16:creationId xmlns:a16="http://schemas.microsoft.com/office/drawing/2014/main" id="{899EA9CA-C590-C18E-B20E-EA2C912E7B46}"/>
              </a:ext>
            </a:extLst>
          </p:cNvPr>
          <p:cNvSpPr/>
          <p:nvPr/>
        </p:nvSpPr>
        <p:spPr>
          <a:xfrm>
            <a:off x="8545115" y="5014168"/>
            <a:ext cx="32658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>
            <a:extLst>
              <a:ext uri="{FF2B5EF4-FFF2-40B4-BE49-F238E27FC236}">
                <a16:creationId xmlns:a16="http://schemas.microsoft.com/office/drawing/2014/main" id="{E412FB1A-F1C4-3CDF-0C37-3C67663E52EB}"/>
              </a:ext>
            </a:extLst>
          </p:cNvPr>
          <p:cNvSpPr/>
          <p:nvPr/>
        </p:nvSpPr>
        <p:spPr>
          <a:xfrm>
            <a:off x="381000" y="5623768"/>
            <a:ext cx="2964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>
            <a:extLst>
              <a:ext uri="{FF2B5EF4-FFF2-40B4-BE49-F238E27FC236}">
                <a16:creationId xmlns:a16="http://schemas.microsoft.com/office/drawing/2014/main" id="{919E5A3C-1EA3-2111-6B36-9DEC242D62B0}"/>
              </a:ext>
            </a:extLst>
          </p:cNvPr>
          <p:cNvSpPr/>
          <p:nvPr/>
        </p:nvSpPr>
        <p:spPr>
          <a:xfrm>
            <a:off x="3345507" y="5623768"/>
            <a:ext cx="519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>
            <a:extLst>
              <a:ext uri="{FF2B5EF4-FFF2-40B4-BE49-F238E27FC236}">
                <a16:creationId xmlns:a16="http://schemas.microsoft.com/office/drawing/2014/main" id="{41AD479D-90B1-B6BB-E9C6-7761CA386EB5}"/>
              </a:ext>
            </a:extLst>
          </p:cNvPr>
          <p:cNvSpPr/>
          <p:nvPr/>
        </p:nvSpPr>
        <p:spPr>
          <a:xfrm>
            <a:off x="8545115" y="5623768"/>
            <a:ext cx="32658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>
            <a:extLst>
              <a:ext uri="{FF2B5EF4-FFF2-40B4-BE49-F238E27FC236}">
                <a16:creationId xmlns:a16="http://schemas.microsoft.com/office/drawing/2014/main" id="{58FC38E4-A07C-8961-306E-1DF675E8F35C}"/>
              </a:ext>
            </a:extLst>
          </p:cNvPr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Calculated Attribute Description: Example</a:t>
            </a:r>
            <a:endParaRPr dirty="0"/>
          </a:p>
        </p:txBody>
      </p:sp>
      <p:sp>
        <p:nvSpPr>
          <p:cNvPr id="211" name="Google Shape;211;p19">
            <a:extLst>
              <a:ext uri="{FF2B5EF4-FFF2-40B4-BE49-F238E27FC236}">
                <a16:creationId xmlns:a16="http://schemas.microsoft.com/office/drawing/2014/main" id="{FBCA4B28-5DDB-8E59-F783-D9E114848CC2}"/>
              </a:ext>
            </a:extLst>
          </p:cNvPr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C0884B-BB3C-1826-8CAD-6808BF3E1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731" y="1394402"/>
            <a:ext cx="9956537" cy="482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6282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3">
          <a:extLst>
            <a:ext uri="{FF2B5EF4-FFF2-40B4-BE49-F238E27FC236}">
              <a16:creationId xmlns:a16="http://schemas.microsoft.com/office/drawing/2014/main" id="{CBEFA952-5609-3285-2812-A8D6DB389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9">
            <a:extLst>
              <a:ext uri="{FF2B5EF4-FFF2-40B4-BE49-F238E27FC236}">
                <a16:creationId xmlns:a16="http://schemas.microsoft.com/office/drawing/2014/main" id="{CDC01FE3-0D0B-C0C4-CE8C-B27EFAF294A8}"/>
              </a:ext>
            </a:extLst>
          </p:cNvPr>
          <p:cNvSpPr/>
          <p:nvPr/>
        </p:nvSpPr>
        <p:spPr>
          <a:xfrm>
            <a:off x="5619750" y="2938462"/>
            <a:ext cx="9525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9">
            <a:extLst>
              <a:ext uri="{FF2B5EF4-FFF2-40B4-BE49-F238E27FC236}">
                <a16:creationId xmlns:a16="http://schemas.microsoft.com/office/drawing/2014/main" id="{7410C3DD-762D-65BE-58F7-181A12CB9F29}"/>
              </a:ext>
            </a:extLst>
          </p:cNvPr>
          <p:cNvSpPr txBox="1"/>
          <p:nvPr/>
        </p:nvSpPr>
        <p:spPr>
          <a:xfrm>
            <a:off x="1285875" y="3281362"/>
            <a:ext cx="10101262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6: Designing for </a:t>
            </a:r>
            <a:r>
              <a:rPr lang="en-US" sz="45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Storage Efficiency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49982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071E7821-67C8-B311-A59B-0A1240970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88A576C3-AEDB-A9BB-5ACC-5479C47831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0F178E15-DFEC-3298-A311-BC7E7B1C6524}"/>
              </a:ext>
            </a:extLst>
          </p:cNvPr>
          <p:cNvSpPr txBox="1"/>
          <p:nvPr/>
        </p:nvSpPr>
        <p:spPr>
          <a:xfrm>
            <a:off x="381000" y="1760785"/>
            <a:ext cx="10909852" cy="3570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Optimize storage by reorganizing database structure</a:t>
            </a: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Focus on tables that cause high storage consumption</a:t>
            </a: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Other techniques (compression, encryption…) are out of scope</a:t>
            </a: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Target Tables for Optimization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Large, high-frequency insertion tables: Example: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BOOK_IMPORTING</a:t>
            </a:r>
            <a:endParaRPr lang="en-US" sz="1800" b="0" i="0" u="none" strike="noStrike" cap="none" dirty="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ables with composite (multi-column) primary keys: Examples: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BOOK,_BORROWING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, INVOICE</a:t>
            </a:r>
            <a:endParaRPr sz="1600" dirty="0"/>
          </a:p>
        </p:txBody>
      </p:sp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A41086CE-67B7-2036-F52B-265FB98827CD}"/>
              </a:ext>
            </a:extLst>
          </p:cNvPr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Storage Efficiency Optimization</a:t>
            </a:r>
            <a:endParaRPr dirty="0"/>
          </a:p>
        </p:txBody>
      </p:sp>
      <p:sp>
        <p:nvSpPr>
          <p:cNvPr id="148" name="Google Shape;148;p16">
            <a:extLst>
              <a:ext uri="{FF2B5EF4-FFF2-40B4-BE49-F238E27FC236}">
                <a16:creationId xmlns:a16="http://schemas.microsoft.com/office/drawing/2014/main" id="{43182455-75EB-4F27-609B-8D4898B01BC2}"/>
              </a:ext>
            </a:extLst>
          </p:cNvPr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24177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4DE544F-EE10-8C6E-B212-B8A7F097823B}"/>
              </a:ext>
            </a:extLst>
          </p:cNvPr>
          <p:cNvGrpSpPr/>
          <p:nvPr/>
        </p:nvGrpSpPr>
        <p:grpSpPr>
          <a:xfrm>
            <a:off x="609600" y="3301200"/>
            <a:ext cx="11049000" cy="2598668"/>
            <a:chOff x="571500" y="1019175"/>
            <a:chExt cx="11049000" cy="259866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8F7713F-2F17-D6A1-90D9-7BF3ABDCDCD4}"/>
                </a:ext>
              </a:extLst>
            </p:cNvPr>
            <p:cNvGrpSpPr/>
            <p:nvPr/>
          </p:nvGrpSpPr>
          <p:grpSpPr>
            <a:xfrm>
              <a:off x="571500" y="1019175"/>
              <a:ext cx="11049000" cy="2598668"/>
              <a:chOff x="571500" y="1019175"/>
              <a:chExt cx="11049000" cy="2598668"/>
            </a:xfrm>
          </p:grpSpPr>
          <p:pic>
            <p:nvPicPr>
              <p:cNvPr id="348" name="Google Shape;348;p31" descr="image.png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71500" y="1019175"/>
                <a:ext cx="5429250" cy="25986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9" name="Google Shape;349;p31" descr="image.png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191250" y="1019175"/>
                <a:ext cx="5429250" cy="25986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50" name="Google Shape;350;p31"/>
            <p:cNvSpPr txBox="1"/>
            <p:nvPr/>
          </p:nvSpPr>
          <p:spPr>
            <a:xfrm>
              <a:off x="866775" y="1581150"/>
              <a:ext cx="5080635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 dirty="0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Vertical Split</a:t>
              </a:r>
              <a:endParaRPr dirty="0"/>
            </a:p>
          </p:txBody>
        </p:sp>
        <p:sp>
          <p:nvSpPr>
            <p:cNvPr id="351" name="Google Shape;351;p31"/>
            <p:cNvSpPr txBox="1"/>
            <p:nvPr/>
          </p:nvSpPr>
          <p:spPr>
            <a:xfrm>
              <a:off x="866775" y="2276475"/>
              <a:ext cx="4838700" cy="8863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Separate frequently accessed columns (User, </a:t>
              </a:r>
              <a:r>
                <a:rPr lang="en-US" sz="1800" b="0" i="0" u="none" strike="noStrike" cap="none" dirty="0" err="1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Pwd</a:t>
              </a:r>
              <a:r>
                <a:rPr lang="en-US" sz="1800" b="0" i="0" u="none" strike="noStrike" cap="none" dirty="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) from rarely used blobs (Avatar, Bio).</a:t>
              </a:r>
              <a:endParaRPr sz="1600" dirty="0"/>
            </a:p>
          </p:txBody>
        </p:sp>
        <p:sp>
          <p:nvSpPr>
            <p:cNvPr id="352" name="Google Shape;352;p31"/>
            <p:cNvSpPr txBox="1"/>
            <p:nvPr/>
          </p:nvSpPr>
          <p:spPr>
            <a:xfrm>
              <a:off x="6486525" y="1581150"/>
              <a:ext cx="5080635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Horizontal Split</a:t>
              </a:r>
              <a:endParaRPr/>
            </a:p>
          </p:txBody>
        </p:sp>
        <p:sp>
          <p:nvSpPr>
            <p:cNvPr id="353" name="Google Shape;353;p31"/>
            <p:cNvSpPr txBox="1"/>
            <p:nvPr/>
          </p:nvSpPr>
          <p:spPr>
            <a:xfrm>
              <a:off x="6486525" y="2276475"/>
              <a:ext cx="4838700" cy="8863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Partition data by year (e.g., 2023 orders vs 2024) to keep search indexes small and fast.</a:t>
              </a:r>
              <a:endParaRPr sz="1600"/>
            </a:p>
          </p:txBody>
        </p:sp>
      </p:grpSp>
      <p:sp>
        <p:nvSpPr>
          <p:cNvPr id="354" name="Google Shape;354;p31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Horizontal and Vertical Splitting</a:t>
            </a:r>
            <a:endParaRPr/>
          </a:p>
        </p:txBody>
      </p:sp>
      <p:sp>
        <p:nvSpPr>
          <p:cNvPr id="355" name="Google Shape;355;p31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55A5A-38BA-FC76-816F-1E3CE3FE0F95}"/>
              </a:ext>
            </a:extLst>
          </p:cNvPr>
          <p:cNvSpPr txBox="1"/>
          <p:nvPr/>
        </p:nvSpPr>
        <p:spPr>
          <a:xfrm>
            <a:off x="609600" y="1556475"/>
            <a:ext cx="11010900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Concept</a:t>
            </a:r>
            <a:r>
              <a:rPr lang="en-US" sz="2000" dirty="0"/>
              <a:t>: Splitting a massive table into smaller, manageable pieces based on a criteria (e.g., Year).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Benefit</a:t>
            </a:r>
            <a:r>
              <a:rPr lang="en-US" sz="2000" dirty="0"/>
              <a:t>: Faster queries and easier backups.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AD90FA93-C3BA-D46A-48F8-E421F9482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E78D1580-4A36-8F31-4BA2-5703D9C502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33D8ECBF-928F-B624-7432-BA2714142982}"/>
              </a:ext>
            </a:extLst>
          </p:cNvPr>
          <p:cNvSpPr txBox="1"/>
          <p:nvPr/>
        </p:nvSpPr>
        <p:spPr>
          <a:xfrm>
            <a:off x="381000" y="1760785"/>
            <a:ext cx="10909852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Step 1: Identify Tables to Optimize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List all tables that need storage optimization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Focus on: </a:t>
            </a:r>
          </a:p>
          <a:p>
            <a:pPr marL="3429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High-frequency transactional tables (daily/weekly data)</a:t>
            </a:r>
          </a:p>
          <a:p>
            <a:pPr marL="3429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Tables with composite (multi-column) primary keys</a:t>
            </a:r>
            <a:endParaRPr sz="1600" dirty="0"/>
          </a:p>
        </p:txBody>
      </p:sp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B8FB77DB-A183-D16D-AFC0-1386830A91F5}"/>
              </a:ext>
            </a:extLst>
          </p:cNvPr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Storage Efficiency Optimization Steps</a:t>
            </a:r>
            <a:endParaRPr dirty="0"/>
          </a:p>
        </p:txBody>
      </p:sp>
      <p:sp>
        <p:nvSpPr>
          <p:cNvPr id="148" name="Google Shape;148;p16">
            <a:extLst>
              <a:ext uri="{FF2B5EF4-FFF2-40B4-BE49-F238E27FC236}">
                <a16:creationId xmlns:a16="http://schemas.microsoft.com/office/drawing/2014/main" id="{413E9214-A5B3-20FA-0380-C61ACD506F7A}"/>
              </a:ext>
            </a:extLst>
          </p:cNvPr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4102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1232324F-DF29-755C-E3D2-2F634AA1B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B381F045-4144-67A4-BB02-C995B4C03E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368EF1C1-9F61-543D-7E8D-25FA3F0DE233}"/>
              </a:ext>
            </a:extLst>
          </p:cNvPr>
          <p:cNvSpPr txBox="1"/>
          <p:nvPr/>
        </p:nvSpPr>
        <p:spPr>
          <a:xfrm>
            <a:off x="381000" y="1760785"/>
            <a:ext cx="10909852" cy="381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Step 2: Optimize Large Tables (Attribute Level)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Identify attributes with inefficient storage (especially long text fields)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Common case: Repeating string values across records</a:t>
            </a:r>
          </a:p>
          <a:p>
            <a:pPr marL="3429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Example: Author, Publisher in BOOK table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Solution: Create new lookup tables (AUTHOR, PUBLISHER) and replace with foreign keys (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AuthorID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PublisherID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600" dirty="0"/>
          </a:p>
        </p:txBody>
      </p:sp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9C883409-DE67-87EE-F9AF-5F42171E209C}"/>
              </a:ext>
            </a:extLst>
          </p:cNvPr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Storage Efficiency Optimization Steps</a:t>
            </a:r>
            <a:endParaRPr dirty="0"/>
          </a:p>
        </p:txBody>
      </p:sp>
      <p:sp>
        <p:nvSpPr>
          <p:cNvPr id="148" name="Google Shape;148;p16">
            <a:extLst>
              <a:ext uri="{FF2B5EF4-FFF2-40B4-BE49-F238E27FC236}">
                <a16:creationId xmlns:a16="http://schemas.microsoft.com/office/drawing/2014/main" id="{5DFBDAC7-3DC7-E1B0-5701-1B2E6F030384}"/>
              </a:ext>
            </a:extLst>
          </p:cNvPr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17945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D4A5D075-55FD-05C7-B2B0-9DDFEC89B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F4EE5AAB-7B3E-09CF-CCBB-8D54F89A2A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987DD601-B895-B980-9640-BD10D6A5D63A}"/>
              </a:ext>
            </a:extLst>
          </p:cNvPr>
          <p:cNvSpPr txBox="1"/>
          <p:nvPr/>
        </p:nvSpPr>
        <p:spPr>
          <a:xfrm>
            <a:off x="381000" y="1760785"/>
            <a:ext cx="10909852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Step 3: Optimize Tables with Composite Keys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Split table A into two tables B and C: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Table B: Contains repeating attributes + new primary key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Table C: Contains remaining attributes + foreign key to B</a:t>
            </a:r>
            <a:endParaRPr dirty="0"/>
          </a:p>
        </p:txBody>
      </p:sp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1DB32B3F-68C4-073F-DD06-C6BD6F09DF69}"/>
              </a:ext>
            </a:extLst>
          </p:cNvPr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Storage Efficiency Optimization Steps</a:t>
            </a:r>
            <a:endParaRPr dirty="0"/>
          </a:p>
        </p:txBody>
      </p:sp>
      <p:sp>
        <p:nvSpPr>
          <p:cNvPr id="148" name="Google Shape;148;p16">
            <a:extLst>
              <a:ext uri="{FF2B5EF4-FFF2-40B4-BE49-F238E27FC236}">
                <a16:creationId xmlns:a16="http://schemas.microsoft.com/office/drawing/2014/main" id="{5033873D-FFF4-8356-7C4C-28B5640C60EE}"/>
              </a:ext>
            </a:extLst>
          </p:cNvPr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97840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2209"/>
            <a:ext cx="5238750" cy="3701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02209"/>
            <a:ext cx="5238750" cy="3701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19900" y="3621434"/>
            <a:ext cx="44196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19900" y="4354859"/>
            <a:ext cx="441960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009650" y="2583209"/>
            <a:ext cx="464058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Before (Flat)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09650" y="3173759"/>
            <a:ext cx="44196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One table handles everything:</a:t>
            </a:r>
            <a:endParaRPr sz="1600"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1009650" y="4791224"/>
            <a:ext cx="4419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Primary key must be a composite of all fields, leading to heavy duplication.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6819900" y="2583209"/>
            <a:ext cx="464058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After (Normalized)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819900" y="3173759"/>
            <a:ext cx="44196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Split into Parent and Child tables:</a:t>
            </a:r>
            <a:endParaRPr sz="1600"/>
          </a:p>
        </p:txBody>
      </p:sp>
      <p:sp>
        <p:nvSpPr>
          <p:cNvPr id="121" name="Google Shape;121;p15"/>
          <p:cNvSpPr txBox="1"/>
          <p:nvPr/>
        </p:nvSpPr>
        <p:spPr>
          <a:xfrm>
            <a:off x="6819900" y="5491237"/>
            <a:ext cx="4419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Linked via </a:t>
            </a:r>
            <a:r>
              <a:rPr lang="en-US" sz="12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BorrowID</a:t>
            </a:r>
            <a:r>
              <a:rPr lang="en-US" sz="12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2640359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19900" y="264035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66675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Storage Efficiency Optimization </a:t>
            </a:r>
            <a:r>
              <a:rPr lang="en-US" sz="3300" b="1" i="0" u="none" strike="noStrike" cap="none" dirty="0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3600" b="1" dirty="0">
                <a:solidFill>
                  <a:srgbClr val="005088"/>
                </a:solidFill>
                <a:latin typeface="Merriweather"/>
                <a:ea typeface="Poppins"/>
                <a:cs typeface="Poppins"/>
                <a:sym typeface="Poppins"/>
              </a:rPr>
              <a:t>Example</a:t>
            </a:r>
            <a:endParaRPr sz="3600" b="1" dirty="0">
              <a:solidFill>
                <a:srgbClr val="005088"/>
              </a:solidFill>
              <a:latin typeface="Merriweather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71500" y="14287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EAEFF0-988D-6D41-0864-658CABE067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3621434"/>
            <a:ext cx="4516848" cy="79397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2"/>
          <p:cNvSpPr/>
          <p:nvPr/>
        </p:nvSpPr>
        <p:spPr>
          <a:xfrm>
            <a:off x="5619750" y="2938462"/>
            <a:ext cx="9525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2"/>
          <p:cNvSpPr txBox="1"/>
          <p:nvPr/>
        </p:nvSpPr>
        <p:spPr>
          <a:xfrm>
            <a:off x="1909762" y="3281362"/>
            <a:ext cx="8791098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7: Data Design for Security &amp; Permissions</a:t>
            </a:r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03835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19800" y="1823001"/>
            <a:ext cx="5600700" cy="417402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1000125" y="3205162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Storage Layer: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Transparent Data Encryption (TDE).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1000125" y="374808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Schema Layer: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Constraints, Triggers, and Role checks.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1000125" y="4291012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Application Layer: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Sanitzing inputs to prevent SQLi.</a:t>
            </a:r>
            <a:endParaRPr/>
          </a:p>
        </p:txBody>
      </p:sp>
      <p:pic>
        <p:nvPicPr>
          <p:cNvPr id="236" name="Google Shape;23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432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861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291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Systemic Security Architecture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C5A0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571500" y="1856988"/>
            <a:ext cx="55006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Safety vs. Security</a:t>
            </a:r>
            <a:endParaRPr sz="2000"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514600"/>
            <a:ext cx="523875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Systemic design goes beyond simple storage. It incorporates </a:t>
            </a: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Safety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(data integrity and reliability) and </a:t>
            </a: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Security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(protection against unauthorized access).</a:t>
            </a:r>
            <a:endParaRPr sz="1600"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6381750" y="2514600"/>
            <a:ext cx="523875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By defining </a:t>
            </a:r>
            <a:r>
              <a:rPr lang="en-US" sz="16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Calculated Attributes</a:t>
            </a: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16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RBAC Roles</a:t>
            </a:r>
            <a:r>
              <a:rPr lang="en-US" sz="16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we ensure the system is both performant and resilient to errors.</a:t>
            </a:r>
            <a:endParaRPr sz="1600"/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393382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Confidentiality: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Encrypting sensitive PII.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447675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Integrity: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Using Calculated Attributes.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501967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Authorization: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RBAC Role implementation.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9719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148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0577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Pillars of Secure Architecture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C5A0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24100"/>
            <a:ext cx="3492549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324100"/>
            <a:ext cx="3492549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324100"/>
            <a:ext cx="3492549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94237" y="3533775"/>
            <a:ext cx="284707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Encryption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62025" y="4067175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Applying AES-256 to sensitive reader fields (FullName, Address) at rest.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72537" y="3533775"/>
            <a:ext cx="284707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Password Hashing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740324" y="4067175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Using Salted BCrypt/Argon2. Never store passwords in plain text.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50836" y="3533775"/>
            <a:ext cx="284707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Masking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518624" y="4067175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Partial display of sensitive data (Email/ID) for non-admin roles.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08150" y="2771775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86450" y="2771775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74262" y="2771775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Data Protection Strategies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C5A0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0383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203835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Field-Level Encryption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2447925"/>
            <a:ext cx="52387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Personally Identifiable Information (PII) in the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READER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table must be encrypted to comply with privacy regulations (GDPR/Personal Privacy Law).</a:t>
            </a:r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1275" y="20478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81025" y="3746421"/>
            <a:ext cx="4810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FullName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Encrypted using app-level keys.</a:t>
            </a:r>
            <a:endParaRPr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581025" y="4289346"/>
            <a:ext cx="4810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Address &amp; Email: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Masked and Encrypted.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81025" y="4832271"/>
            <a:ext cx="4810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TotalDebt: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Integrity verified via logs.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Protecting PII: Reader Schema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C5A0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/>
          <p:nvPr/>
        </p:nvSpPr>
        <p:spPr>
          <a:xfrm>
            <a:off x="571500" y="2305050"/>
            <a:ext cx="11049000" cy="3276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17"/>
          <p:cNvGraphicFramePr/>
          <p:nvPr/>
        </p:nvGraphicFramePr>
        <p:xfrm>
          <a:off x="571500" y="2305050"/>
          <a:ext cx="11049000" cy="32766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4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Field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Security 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Logic / Algorithm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PasswordHash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Hashing + Salt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BCrypt / Argon2id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FullName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Encryption at 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AES-256-GCM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Address / Email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Encryption at 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AES-256-GCM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PARAMS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Integrity Check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Digital Signature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4" name="Google Shape;144;p17"/>
          <p:cNvSpPr/>
          <p:nvPr/>
        </p:nvSpPr>
        <p:spPr>
          <a:xfrm>
            <a:off x="571500" y="3595687"/>
            <a:ext cx="1849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2420689" y="3595687"/>
            <a:ext cx="28052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225950" y="3595687"/>
            <a:ext cx="3212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8438703" y="3595687"/>
            <a:ext cx="31817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71500" y="4252912"/>
            <a:ext cx="1849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2420689" y="4252912"/>
            <a:ext cx="28052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225950" y="4252912"/>
            <a:ext cx="3212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8438703" y="4252912"/>
            <a:ext cx="31817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71500" y="4910137"/>
            <a:ext cx="1849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2420689" y="4910137"/>
            <a:ext cx="28052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225950" y="4910137"/>
            <a:ext cx="3212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8438703" y="4910137"/>
            <a:ext cx="31817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71500" y="5567362"/>
            <a:ext cx="1849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2420689" y="5567362"/>
            <a:ext cx="28052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5225950" y="5567362"/>
            <a:ext cx="3212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8438703" y="5567362"/>
            <a:ext cx="31817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Sensitive Field Encryption Matrix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C5A0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/>
        </p:nvSpPr>
        <p:spPr>
          <a:xfrm>
            <a:off x="6810375" y="219075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Separation of Concerns: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Separating the 'USER' (Auth) from the 'READER' (Entity).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810375" y="303847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Many-to-Many: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Using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USER_ROLE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as a bridge between users and roles.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810375" y="388620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Granular Control: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Defining specific permissions for Librarians, Admins, and Guests.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810375" y="1724134"/>
            <a:ext cx="50088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Role-Based Access Control (</a:t>
            </a:r>
            <a:r>
              <a:rPr lang="en-US" sz="2000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RBAC</a:t>
            </a:r>
            <a:r>
              <a:rPr lang="en-US" sz="20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sz="1000" dirty="0"/>
          </a:p>
        </p:txBody>
      </p:sp>
      <p:sp>
        <p:nvSpPr>
          <p:cNvPr id="181" name="Google Shape;181;p19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C5A0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4D18FF-C95A-56F3-8A1D-154A05F69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38325"/>
            <a:ext cx="5724525" cy="3829050"/>
          </a:xfrm>
          <a:prstGeom prst="rect">
            <a:avLst/>
          </a:prstGeom>
        </p:spPr>
      </p:pic>
      <p:sp>
        <p:nvSpPr>
          <p:cNvPr id="168" name="Google Shape;168;p18"/>
          <p:cNvSpPr txBox="1"/>
          <p:nvPr/>
        </p:nvSpPr>
        <p:spPr>
          <a:xfrm>
            <a:off x="406657" y="328667"/>
            <a:ext cx="11213843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Identity &amp; Access Control</a:t>
            </a:r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00200"/>
            <a:ext cx="1104900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71500" y="47910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Impact of systemic security implementation on unauthorized access prevention.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Risk Mitigation Effectiveness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C5A0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490912"/>
            <a:ext cx="49530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571500" y="1004887"/>
            <a:ext cx="52006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USER Entity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571500" y="219551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USER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table acts as the gateway to the system. It contains credentials and status tracking independently from business records.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71500" y="50530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Security is ensured via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PasswordHash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preventing plain-text exposure during database leaks.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09625" y="3871912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Attributes: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UserID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Username,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PasswordHash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Status (Active/Locked),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CreatedAt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2BD333-0E64-9D57-6CA3-5FEE87805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275" y="0"/>
            <a:ext cx="614918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/>
          <p:nvPr/>
        </p:nvSpPr>
        <p:spPr>
          <a:xfrm>
            <a:off x="571500" y="3943350"/>
            <a:ext cx="1104900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1710630" y="38671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C5A021"/>
          </a:solidFill>
          <a:ln w="28575" cap="flat" cmpd="sng">
            <a:solidFill>
              <a:srgbClr val="FDF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B5F21A-B4C4-3BF6-20CB-4E3A442BE866}"/>
              </a:ext>
            </a:extLst>
          </p:cNvPr>
          <p:cNvGrpSpPr/>
          <p:nvPr/>
        </p:nvGrpSpPr>
        <p:grpSpPr>
          <a:xfrm>
            <a:off x="571500" y="3138487"/>
            <a:ext cx="2430660" cy="1609725"/>
            <a:chOff x="571500" y="3138487"/>
            <a:chExt cx="2430660" cy="1609725"/>
          </a:xfrm>
        </p:grpSpPr>
        <p:pic>
          <p:nvPicPr>
            <p:cNvPr id="207" name="Google Shape;207;p22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1500" y="3138487"/>
              <a:ext cx="2430660" cy="1609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22"/>
            <p:cNvSpPr txBox="1"/>
            <p:nvPr/>
          </p:nvSpPr>
          <p:spPr>
            <a:xfrm>
              <a:off x="720759" y="3338512"/>
              <a:ext cx="2132141" cy="219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4" b="1" i="0" u="none" strike="noStrike" cap="none" dirty="0">
                  <a:solidFill>
                    <a:srgbClr val="003366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Input</a:t>
              </a:r>
              <a:endParaRPr dirty="0"/>
            </a:p>
          </p:txBody>
        </p:sp>
        <p:sp>
          <p:nvSpPr>
            <p:cNvPr id="214" name="Google Shape;214;p22"/>
            <p:cNvSpPr txBox="1"/>
            <p:nvPr/>
          </p:nvSpPr>
          <p:spPr>
            <a:xfrm>
              <a:off x="771525" y="3748087"/>
              <a:ext cx="203061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Username and password entered.</a:t>
              </a:r>
              <a:endParaRPr/>
            </a:p>
          </p:txBody>
        </p:sp>
      </p:grpSp>
      <p:sp>
        <p:nvSpPr>
          <p:cNvPr id="215" name="Google Shape;215;p22"/>
          <p:cNvSpPr/>
          <p:nvPr/>
        </p:nvSpPr>
        <p:spPr>
          <a:xfrm>
            <a:off x="4583310" y="38671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C5A021"/>
          </a:solidFill>
          <a:ln w="28575" cap="flat" cmpd="sng">
            <a:solidFill>
              <a:srgbClr val="FDF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DA70B4-4B75-3675-A6C5-42A6503F627A}"/>
              </a:ext>
            </a:extLst>
          </p:cNvPr>
          <p:cNvGrpSpPr/>
          <p:nvPr/>
        </p:nvGrpSpPr>
        <p:grpSpPr>
          <a:xfrm>
            <a:off x="3444180" y="3138487"/>
            <a:ext cx="2430660" cy="1609725"/>
            <a:chOff x="3444180" y="3138487"/>
            <a:chExt cx="2430660" cy="1609725"/>
          </a:xfrm>
        </p:grpSpPr>
        <p:pic>
          <p:nvPicPr>
            <p:cNvPr id="208" name="Google Shape;208;p22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44180" y="3138487"/>
              <a:ext cx="2430660" cy="1609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22"/>
            <p:cNvSpPr txBox="1"/>
            <p:nvPr/>
          </p:nvSpPr>
          <p:spPr>
            <a:xfrm>
              <a:off x="3593440" y="3338512"/>
              <a:ext cx="2132141" cy="219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4" b="1" i="0" u="none" strike="noStrike" cap="none" dirty="0">
                  <a:solidFill>
                    <a:srgbClr val="003366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Verification</a:t>
              </a:r>
              <a:endParaRPr dirty="0"/>
            </a:p>
          </p:txBody>
        </p:sp>
        <p:sp>
          <p:nvSpPr>
            <p:cNvPr id="217" name="Google Shape;217;p22"/>
            <p:cNvSpPr txBox="1"/>
            <p:nvPr/>
          </p:nvSpPr>
          <p:spPr>
            <a:xfrm>
              <a:off x="3644205" y="3748087"/>
              <a:ext cx="203061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Hash comparison with Salt.</a:t>
              </a:r>
              <a:endParaRPr/>
            </a:p>
          </p:txBody>
        </p:sp>
      </p:grpSp>
      <p:sp>
        <p:nvSpPr>
          <p:cNvPr id="218" name="Google Shape;218;p22"/>
          <p:cNvSpPr/>
          <p:nvPr/>
        </p:nvSpPr>
        <p:spPr>
          <a:xfrm>
            <a:off x="7455991" y="38671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C5A021"/>
          </a:solidFill>
          <a:ln w="28575" cap="flat" cmpd="sng">
            <a:solidFill>
              <a:srgbClr val="FDF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9B0E1F-2DD6-A5FC-D105-66AD4C04330E}"/>
              </a:ext>
            </a:extLst>
          </p:cNvPr>
          <p:cNvGrpSpPr/>
          <p:nvPr/>
        </p:nvGrpSpPr>
        <p:grpSpPr>
          <a:xfrm>
            <a:off x="6316860" y="3138487"/>
            <a:ext cx="2430660" cy="1609725"/>
            <a:chOff x="6316860" y="3138487"/>
            <a:chExt cx="2430660" cy="1609725"/>
          </a:xfrm>
        </p:grpSpPr>
        <p:pic>
          <p:nvPicPr>
            <p:cNvPr id="209" name="Google Shape;209;p22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16860" y="3138487"/>
              <a:ext cx="2430660" cy="1609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22"/>
            <p:cNvSpPr txBox="1"/>
            <p:nvPr/>
          </p:nvSpPr>
          <p:spPr>
            <a:xfrm>
              <a:off x="6466120" y="3338512"/>
              <a:ext cx="2132141" cy="219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4" b="1" i="0" u="none" strike="noStrike" cap="none" dirty="0">
                  <a:solidFill>
                    <a:srgbClr val="003366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Role Mapping</a:t>
              </a:r>
              <a:endParaRPr dirty="0"/>
            </a:p>
          </p:txBody>
        </p:sp>
        <p:sp>
          <p:nvSpPr>
            <p:cNvPr id="220" name="Google Shape;220;p22"/>
            <p:cNvSpPr txBox="1"/>
            <p:nvPr/>
          </p:nvSpPr>
          <p:spPr>
            <a:xfrm>
              <a:off x="6516885" y="3748087"/>
              <a:ext cx="203061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Check USER_ROLE for permissions.</a:t>
              </a:r>
              <a:endParaRPr/>
            </a:p>
          </p:txBody>
        </p:sp>
      </p:grpSp>
      <p:sp>
        <p:nvSpPr>
          <p:cNvPr id="221" name="Google Shape;221;p22"/>
          <p:cNvSpPr/>
          <p:nvPr/>
        </p:nvSpPr>
        <p:spPr>
          <a:xfrm>
            <a:off x="10328671" y="38671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C5A021"/>
          </a:solidFill>
          <a:ln w="28575" cap="flat" cmpd="sng">
            <a:solidFill>
              <a:srgbClr val="FDF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C1FAF98-1E36-6D5D-B0E7-EB6F83538B71}"/>
              </a:ext>
            </a:extLst>
          </p:cNvPr>
          <p:cNvGrpSpPr/>
          <p:nvPr/>
        </p:nvGrpSpPr>
        <p:grpSpPr>
          <a:xfrm>
            <a:off x="9189541" y="3138487"/>
            <a:ext cx="2430660" cy="1609725"/>
            <a:chOff x="9189541" y="3138487"/>
            <a:chExt cx="2430660" cy="1609725"/>
          </a:xfrm>
        </p:grpSpPr>
        <p:pic>
          <p:nvPicPr>
            <p:cNvPr id="210" name="Google Shape;210;p22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189541" y="3138487"/>
              <a:ext cx="2430660" cy="1609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" name="Google Shape;222;p22"/>
            <p:cNvSpPr txBox="1"/>
            <p:nvPr/>
          </p:nvSpPr>
          <p:spPr>
            <a:xfrm>
              <a:off x="9338801" y="3338512"/>
              <a:ext cx="2132141" cy="219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4" b="1" i="0" u="none" strike="noStrike" cap="none" dirty="0">
                  <a:solidFill>
                    <a:srgbClr val="003366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Access</a:t>
              </a:r>
              <a:endParaRPr dirty="0"/>
            </a:p>
          </p:txBody>
        </p:sp>
        <p:sp>
          <p:nvSpPr>
            <p:cNvPr id="223" name="Google Shape;223;p22"/>
            <p:cNvSpPr txBox="1"/>
            <p:nvPr/>
          </p:nvSpPr>
          <p:spPr>
            <a:xfrm>
              <a:off x="9389566" y="3748087"/>
              <a:ext cx="203061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Session token generated for scope.</a:t>
              </a:r>
              <a:endParaRPr dirty="0"/>
            </a:p>
          </p:txBody>
        </p:sp>
      </p:grpSp>
      <p:sp>
        <p:nvSpPr>
          <p:cNvPr id="224" name="Google Shape;224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Secure Authentication Flow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C5A0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59">
          <a:extLst>
            <a:ext uri="{FF2B5EF4-FFF2-40B4-BE49-F238E27FC236}">
              <a16:creationId xmlns:a16="http://schemas.microsoft.com/office/drawing/2014/main" id="{CC3AB469-652F-C728-0600-CD0382EB8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2">
            <a:extLst>
              <a:ext uri="{FF2B5EF4-FFF2-40B4-BE49-F238E27FC236}">
                <a16:creationId xmlns:a16="http://schemas.microsoft.com/office/drawing/2014/main" id="{7DA2DE5D-B73D-9A31-2BFB-7B825CD17A58}"/>
              </a:ext>
            </a:extLst>
          </p:cNvPr>
          <p:cNvSpPr/>
          <p:nvPr/>
        </p:nvSpPr>
        <p:spPr>
          <a:xfrm>
            <a:off x="5619750" y="2938462"/>
            <a:ext cx="9525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2">
            <a:extLst>
              <a:ext uri="{FF2B5EF4-FFF2-40B4-BE49-F238E27FC236}">
                <a16:creationId xmlns:a16="http://schemas.microsoft.com/office/drawing/2014/main" id="{524E0DCE-38AD-F787-05D7-0F6BF9E909D5}"/>
              </a:ext>
            </a:extLst>
          </p:cNvPr>
          <p:cNvSpPr txBox="1"/>
          <p:nvPr/>
        </p:nvSpPr>
        <p:spPr>
          <a:xfrm>
            <a:off x="1909762" y="3281362"/>
            <a:ext cx="8791098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7: Sample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28512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88F9F41C-AABB-4A80-0BA8-5276E4849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36CB5CAF-E3F2-F3B0-34D8-950D8CEF0C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E5BE3728-1721-FBA3-3D8C-92EAF7B422DC}"/>
              </a:ext>
            </a:extLst>
          </p:cNvPr>
          <p:cNvSpPr txBox="1"/>
          <p:nvPr/>
        </p:nvSpPr>
        <p:spPr>
          <a:xfrm>
            <a:off x="381000" y="1760785"/>
            <a:ext cx="4632463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Consider a library management software with the following 4 requirements: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Create Reader Card </a:t>
            </a:r>
            <a:r>
              <a:rPr lang="en-US" sz="1600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Wingdings" panose="05000000000000000000" pitchFamily="2" charset="2"/>
              </a:rPr>
              <a:t> READER CARD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Import New Books </a:t>
            </a:r>
            <a:r>
              <a:rPr lang="en-US" sz="1600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Wingdings" panose="05000000000000000000" pitchFamily="2" charset="2"/>
              </a:rPr>
              <a:t> BOOK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Borrow Books </a:t>
            </a:r>
            <a:r>
              <a:rPr lang="en-US" sz="1600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Wingdings" panose="05000000000000000000" pitchFamily="2" charset="2"/>
              </a:rPr>
              <a:t> BOOK </a:t>
            </a:r>
            <a:r>
              <a:rPr lang="en-US" sz="1600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BORROW</a:t>
            </a:r>
            <a:r>
              <a:rPr lang="en-US" sz="1600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RECORD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Return Books </a:t>
            </a:r>
            <a:r>
              <a:rPr lang="en-US" sz="1600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Wingdings" panose="05000000000000000000" pitchFamily="2" charset="2"/>
              </a:rPr>
              <a:t> </a:t>
            </a:r>
            <a:r>
              <a:rPr lang="en-US" sz="1600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BOOK RETURN</a:t>
            </a:r>
            <a:r>
              <a:rPr lang="en-US" sz="1600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>
                <a:solidFill>
                  <a:schemeClr val="bg2"/>
                </a:solidFill>
                <a:latin typeface="DM Sans"/>
                <a:ea typeface="DM Sans"/>
                <a:cs typeface="DM Sans"/>
                <a:sym typeface="DM Sans"/>
              </a:rPr>
              <a:t>RECORD</a:t>
            </a:r>
            <a:endParaRPr sz="1050" dirty="0"/>
          </a:p>
        </p:txBody>
      </p:sp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6B1F73B4-0096-D06A-F23A-6C291C19F451}"/>
              </a:ext>
            </a:extLst>
          </p:cNvPr>
          <p:cNvSpPr txBox="1"/>
          <p:nvPr/>
        </p:nvSpPr>
        <p:spPr>
          <a:xfrm>
            <a:off x="619125" y="713035"/>
            <a:ext cx="1157287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5088"/>
                </a:solidFill>
                <a:latin typeface="Merriweather"/>
                <a:sym typeface="Merriweather"/>
              </a:rPr>
              <a:t>Sample</a:t>
            </a:r>
            <a:endParaRPr dirty="0"/>
          </a:p>
        </p:txBody>
      </p:sp>
      <p:sp>
        <p:nvSpPr>
          <p:cNvPr id="148" name="Google Shape;148;p16">
            <a:extLst>
              <a:ext uri="{FF2B5EF4-FFF2-40B4-BE49-F238E27FC236}">
                <a16:creationId xmlns:a16="http://schemas.microsoft.com/office/drawing/2014/main" id="{A86040B3-7203-3B6D-9654-42526DA180EC}"/>
              </a:ext>
            </a:extLst>
          </p:cNvPr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67282E-60A6-A3BD-B1FE-D601ADB41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254" y="0"/>
            <a:ext cx="6516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0468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D3CA141B-11EB-1995-0837-ED2C01966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3F7DCA8B-0126-BEE7-52CB-0CB2FE095D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56D21630-44E6-90B3-F5A3-808B2BC48B17}"/>
              </a:ext>
            </a:extLst>
          </p:cNvPr>
          <p:cNvSpPr txBox="1"/>
          <p:nvPr/>
        </p:nvSpPr>
        <p:spPr>
          <a:xfrm>
            <a:off x="619125" y="713035"/>
            <a:ext cx="1157287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5088"/>
                </a:solidFill>
                <a:latin typeface="Merriweather"/>
                <a:sym typeface="Merriweather"/>
              </a:rPr>
              <a:t>Sample: Designing for Correctness (1)</a:t>
            </a:r>
            <a:endParaRPr dirty="0"/>
          </a:p>
        </p:txBody>
      </p:sp>
      <p:sp>
        <p:nvSpPr>
          <p:cNvPr id="148" name="Google Shape;148;p16">
            <a:extLst>
              <a:ext uri="{FF2B5EF4-FFF2-40B4-BE49-F238E27FC236}">
                <a16:creationId xmlns:a16="http://schemas.microsoft.com/office/drawing/2014/main" id="{44415ADA-D1FB-FDA6-B8D8-AD9048A76EF3}"/>
              </a:ext>
            </a:extLst>
          </p:cNvPr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2C27F7-8B9F-86B4-1DB3-9E8BA0571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656" y="1495839"/>
            <a:ext cx="8418045" cy="459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651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10BDD67A-50F1-4EF7-0AA3-62527F2FE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F4E3A1E3-1685-932C-4DE4-7C2D8BA91C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C9C93DE6-F1D2-993B-2120-05C458204743}"/>
              </a:ext>
            </a:extLst>
          </p:cNvPr>
          <p:cNvSpPr txBox="1"/>
          <p:nvPr/>
        </p:nvSpPr>
        <p:spPr>
          <a:xfrm>
            <a:off x="619125" y="713035"/>
            <a:ext cx="1157287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5088"/>
                </a:solidFill>
                <a:latin typeface="Merriweather"/>
                <a:sym typeface="Merriweather"/>
              </a:rPr>
              <a:t>Sample: Designing for Correctness (2)</a:t>
            </a:r>
            <a:endParaRPr dirty="0"/>
          </a:p>
        </p:txBody>
      </p:sp>
      <p:sp>
        <p:nvSpPr>
          <p:cNvPr id="148" name="Google Shape;148;p16">
            <a:extLst>
              <a:ext uri="{FF2B5EF4-FFF2-40B4-BE49-F238E27FC236}">
                <a16:creationId xmlns:a16="http://schemas.microsoft.com/office/drawing/2014/main" id="{B629B618-FAC8-8D8F-47BC-0B6DAE39EC9E}"/>
              </a:ext>
            </a:extLst>
          </p:cNvPr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6D73FA-3954-C324-5BCC-686DA1C65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979" y="1365654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6490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EDEBF30D-52DC-8C62-9CF8-455F706BE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9B258A28-8B8B-7471-79F0-37265D32A7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BC0A4B26-8B17-5137-2E7C-CF3F2832AA70}"/>
              </a:ext>
            </a:extLst>
          </p:cNvPr>
          <p:cNvSpPr txBox="1"/>
          <p:nvPr/>
        </p:nvSpPr>
        <p:spPr>
          <a:xfrm>
            <a:off x="619125" y="713035"/>
            <a:ext cx="115728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b="1" dirty="0">
                <a:solidFill>
                  <a:srgbClr val="005088"/>
                </a:solidFill>
                <a:latin typeface="Merriweather"/>
                <a:sym typeface="Merriweather"/>
              </a:rPr>
              <a:t>Sample: Designing for </a:t>
            </a:r>
            <a:r>
              <a:rPr lang="en-US" sz="32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Storage Efficiency</a:t>
            </a:r>
            <a:endParaRPr dirty="0"/>
          </a:p>
        </p:txBody>
      </p:sp>
      <p:sp>
        <p:nvSpPr>
          <p:cNvPr id="148" name="Google Shape;148;p16">
            <a:extLst>
              <a:ext uri="{FF2B5EF4-FFF2-40B4-BE49-F238E27FC236}">
                <a16:creationId xmlns:a16="http://schemas.microsoft.com/office/drawing/2014/main" id="{0D6DCEC0-C96B-7D19-E106-0FE0134861E2}"/>
              </a:ext>
            </a:extLst>
          </p:cNvPr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C86E2F-9F6C-4FCD-048C-F9B24BA76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080" y="1369501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473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C518A523-C72E-5F5C-A3B5-3035826E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 descr="image.png">
            <a:extLst>
              <a:ext uri="{FF2B5EF4-FFF2-40B4-BE49-F238E27FC236}">
                <a16:creationId xmlns:a16="http://schemas.microsoft.com/office/drawing/2014/main" id="{6DF4AA02-F175-6D6E-ABB3-6434081D2A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" name="Google Shape;197;p19">
            <a:extLst>
              <a:ext uri="{FF2B5EF4-FFF2-40B4-BE49-F238E27FC236}">
                <a16:creationId xmlns:a16="http://schemas.microsoft.com/office/drawing/2014/main" id="{CB3CB0E2-5B6A-7A46-1E45-6417DB0878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7881374"/>
              </p:ext>
            </p:extLst>
          </p:nvPr>
        </p:nvGraphicFramePr>
        <p:xfrm>
          <a:off x="428625" y="1843832"/>
          <a:ext cx="10989448" cy="425382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69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7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7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7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</a:rPr>
                        <a:t>ParamID</a:t>
                      </a:r>
                      <a:endParaRPr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Note</a:t>
                      </a:r>
                      <a:endParaRPr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7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/>
                        <a:t>PR1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18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Minimum age of reader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7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/>
                        <a:t>PR2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55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Maximum age of reader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7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/>
                        <a:t>PR3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8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Maximum years since publication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7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/>
                        <a:t>PR4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5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Maximum books allowed for borrowing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7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/>
                        <a:t>PR5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4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Maximum borrowing days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875390"/>
                  </a:ext>
                </a:extLst>
              </a:tr>
              <a:tr h="5317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/>
                        <a:t>PR6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10000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Daily fine rate for overdue books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4360459"/>
                  </a:ext>
                </a:extLst>
              </a:tr>
              <a:tr h="5317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/>
                        <a:t>PR7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100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Number of authors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564403"/>
                  </a:ext>
                </a:extLst>
              </a:tr>
            </a:tbl>
          </a:graphicData>
        </a:graphic>
      </p:graphicFrame>
      <p:sp>
        <p:nvSpPr>
          <p:cNvPr id="198" name="Google Shape;198;p19">
            <a:extLst>
              <a:ext uri="{FF2B5EF4-FFF2-40B4-BE49-F238E27FC236}">
                <a16:creationId xmlns:a16="http://schemas.microsoft.com/office/drawing/2014/main" id="{3F3EA442-A4B5-09BD-9883-276D2F5A9CDE}"/>
              </a:ext>
            </a:extLst>
          </p:cNvPr>
          <p:cNvSpPr/>
          <p:nvPr/>
        </p:nvSpPr>
        <p:spPr>
          <a:xfrm>
            <a:off x="381000" y="3794968"/>
            <a:ext cx="2964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>
            <a:extLst>
              <a:ext uri="{FF2B5EF4-FFF2-40B4-BE49-F238E27FC236}">
                <a16:creationId xmlns:a16="http://schemas.microsoft.com/office/drawing/2014/main" id="{B352E69E-C9EB-01DA-2315-9961F2E2FE31}"/>
              </a:ext>
            </a:extLst>
          </p:cNvPr>
          <p:cNvSpPr/>
          <p:nvPr/>
        </p:nvSpPr>
        <p:spPr>
          <a:xfrm>
            <a:off x="3345507" y="3794968"/>
            <a:ext cx="519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>
            <a:extLst>
              <a:ext uri="{FF2B5EF4-FFF2-40B4-BE49-F238E27FC236}">
                <a16:creationId xmlns:a16="http://schemas.microsoft.com/office/drawing/2014/main" id="{6224EA90-00C3-FFDF-64D7-628611B23F42}"/>
              </a:ext>
            </a:extLst>
          </p:cNvPr>
          <p:cNvSpPr/>
          <p:nvPr/>
        </p:nvSpPr>
        <p:spPr>
          <a:xfrm>
            <a:off x="8545115" y="3794968"/>
            <a:ext cx="32658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BE6108AF-0327-6247-3822-B2A028AC58BE}"/>
              </a:ext>
            </a:extLst>
          </p:cNvPr>
          <p:cNvSpPr/>
          <p:nvPr/>
        </p:nvSpPr>
        <p:spPr>
          <a:xfrm>
            <a:off x="381000" y="4404568"/>
            <a:ext cx="2964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>
            <a:extLst>
              <a:ext uri="{FF2B5EF4-FFF2-40B4-BE49-F238E27FC236}">
                <a16:creationId xmlns:a16="http://schemas.microsoft.com/office/drawing/2014/main" id="{26BDCE77-2164-E8B4-EDC2-E6FDF9D8C893}"/>
              </a:ext>
            </a:extLst>
          </p:cNvPr>
          <p:cNvSpPr/>
          <p:nvPr/>
        </p:nvSpPr>
        <p:spPr>
          <a:xfrm>
            <a:off x="3345507" y="4404568"/>
            <a:ext cx="519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>
            <a:extLst>
              <a:ext uri="{FF2B5EF4-FFF2-40B4-BE49-F238E27FC236}">
                <a16:creationId xmlns:a16="http://schemas.microsoft.com/office/drawing/2014/main" id="{B2E6276F-7D55-B6F0-2A43-D4DEC69D47BB}"/>
              </a:ext>
            </a:extLst>
          </p:cNvPr>
          <p:cNvSpPr/>
          <p:nvPr/>
        </p:nvSpPr>
        <p:spPr>
          <a:xfrm>
            <a:off x="8545115" y="4404568"/>
            <a:ext cx="32658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>
            <a:extLst>
              <a:ext uri="{FF2B5EF4-FFF2-40B4-BE49-F238E27FC236}">
                <a16:creationId xmlns:a16="http://schemas.microsoft.com/office/drawing/2014/main" id="{458E91FA-652A-AF8D-48D7-99A663BEC0FF}"/>
              </a:ext>
            </a:extLst>
          </p:cNvPr>
          <p:cNvSpPr/>
          <p:nvPr/>
        </p:nvSpPr>
        <p:spPr>
          <a:xfrm>
            <a:off x="381000" y="5014168"/>
            <a:ext cx="2964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353697FB-809A-1815-CDE9-100A49EA3998}"/>
              </a:ext>
            </a:extLst>
          </p:cNvPr>
          <p:cNvSpPr/>
          <p:nvPr/>
        </p:nvSpPr>
        <p:spPr>
          <a:xfrm>
            <a:off x="3345507" y="5014168"/>
            <a:ext cx="519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>
            <a:extLst>
              <a:ext uri="{FF2B5EF4-FFF2-40B4-BE49-F238E27FC236}">
                <a16:creationId xmlns:a16="http://schemas.microsoft.com/office/drawing/2014/main" id="{A59585CB-948D-1F93-C18E-CA1C52042FED}"/>
              </a:ext>
            </a:extLst>
          </p:cNvPr>
          <p:cNvSpPr/>
          <p:nvPr/>
        </p:nvSpPr>
        <p:spPr>
          <a:xfrm>
            <a:off x="8545115" y="5014168"/>
            <a:ext cx="32658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>
            <a:extLst>
              <a:ext uri="{FF2B5EF4-FFF2-40B4-BE49-F238E27FC236}">
                <a16:creationId xmlns:a16="http://schemas.microsoft.com/office/drawing/2014/main" id="{C0A1C408-9C88-E844-1FDC-ADF92FF9E667}"/>
              </a:ext>
            </a:extLst>
          </p:cNvPr>
          <p:cNvSpPr/>
          <p:nvPr/>
        </p:nvSpPr>
        <p:spPr>
          <a:xfrm>
            <a:off x="381000" y="5623768"/>
            <a:ext cx="2964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>
            <a:extLst>
              <a:ext uri="{FF2B5EF4-FFF2-40B4-BE49-F238E27FC236}">
                <a16:creationId xmlns:a16="http://schemas.microsoft.com/office/drawing/2014/main" id="{FF8D11A0-3EC4-BCC6-A7FE-C755E336114E}"/>
              </a:ext>
            </a:extLst>
          </p:cNvPr>
          <p:cNvSpPr/>
          <p:nvPr/>
        </p:nvSpPr>
        <p:spPr>
          <a:xfrm>
            <a:off x="3345507" y="5623768"/>
            <a:ext cx="519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>
            <a:extLst>
              <a:ext uri="{FF2B5EF4-FFF2-40B4-BE49-F238E27FC236}">
                <a16:creationId xmlns:a16="http://schemas.microsoft.com/office/drawing/2014/main" id="{D720C398-8688-DD0F-468E-E78338638259}"/>
              </a:ext>
            </a:extLst>
          </p:cNvPr>
          <p:cNvSpPr/>
          <p:nvPr/>
        </p:nvSpPr>
        <p:spPr>
          <a:xfrm>
            <a:off x="8545115" y="5623768"/>
            <a:ext cx="32658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>
            <a:extLst>
              <a:ext uri="{FF2B5EF4-FFF2-40B4-BE49-F238E27FC236}">
                <a16:creationId xmlns:a16="http://schemas.microsoft.com/office/drawing/2014/main" id="{E5049B50-FE91-98B2-2ABB-CC3236B9C753}"/>
              </a:ext>
            </a:extLst>
          </p:cNvPr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b="1" dirty="0">
                <a:solidFill>
                  <a:srgbClr val="005088"/>
                </a:solidFill>
                <a:latin typeface="Merriweather"/>
                <a:sym typeface="Merriweather"/>
              </a:rPr>
              <a:t>Sample: Designing for Evolution</a:t>
            </a:r>
            <a:endParaRPr dirty="0"/>
          </a:p>
        </p:txBody>
      </p:sp>
      <p:sp>
        <p:nvSpPr>
          <p:cNvPr id="211" name="Google Shape;211;p19">
            <a:extLst>
              <a:ext uri="{FF2B5EF4-FFF2-40B4-BE49-F238E27FC236}">
                <a16:creationId xmlns:a16="http://schemas.microsoft.com/office/drawing/2014/main" id="{58C53433-33A6-F161-D736-8529F5B764D0}"/>
              </a:ext>
            </a:extLst>
          </p:cNvPr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49289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381000" y="1767481"/>
            <a:ext cx="517000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Reader Table Enhancements</a:t>
            </a:r>
          </a:p>
          <a:p>
            <a:r>
              <a:rPr lang="en-US" sz="16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Optimizing reader profile tracking with pre-calculated logic:</a:t>
            </a:r>
            <a:endParaRPr lang="en-US" sz="1600"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2" name="Google Shape;210;p19">
            <a:extLst>
              <a:ext uri="{FF2B5EF4-FFF2-40B4-BE49-F238E27FC236}">
                <a16:creationId xmlns:a16="http://schemas.microsoft.com/office/drawing/2014/main" id="{F25C90F8-9A78-9D93-8CD3-001482107409}"/>
              </a:ext>
            </a:extLst>
          </p:cNvPr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b="1" dirty="0">
                <a:solidFill>
                  <a:srgbClr val="005088"/>
                </a:solidFill>
                <a:latin typeface="Merriweather"/>
                <a:sym typeface="Merriweather"/>
              </a:rPr>
              <a:t>Sample: Designing for Performance (1)</a:t>
            </a:r>
            <a:endParaRPr dirty="0"/>
          </a:p>
        </p:txBody>
      </p:sp>
      <p:sp>
        <p:nvSpPr>
          <p:cNvPr id="3" name="Google Shape;211;p19">
            <a:extLst>
              <a:ext uri="{FF2B5EF4-FFF2-40B4-BE49-F238E27FC236}">
                <a16:creationId xmlns:a16="http://schemas.microsoft.com/office/drawing/2014/main" id="{94BAB103-2F66-BE28-9D70-EDD4B78DA9EA}"/>
              </a:ext>
            </a:extLst>
          </p:cNvPr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C56C53-9A24-8257-4630-2A328D30DC3D}"/>
              </a:ext>
            </a:extLst>
          </p:cNvPr>
          <p:cNvGrpSpPr/>
          <p:nvPr/>
        </p:nvGrpSpPr>
        <p:grpSpPr>
          <a:xfrm>
            <a:off x="6286499" y="1629170"/>
            <a:ext cx="5381626" cy="4770160"/>
            <a:chOff x="521803" y="1547396"/>
            <a:chExt cx="5381626" cy="4770160"/>
          </a:xfrm>
        </p:grpSpPr>
        <p:pic>
          <p:nvPicPr>
            <p:cNvPr id="6" name="Google Shape;116;p16" descr="image.png">
              <a:extLst>
                <a:ext uri="{FF2B5EF4-FFF2-40B4-BE49-F238E27FC236}">
                  <a16:creationId xmlns:a16="http://schemas.microsoft.com/office/drawing/2014/main" id="{68D89E23-4122-0CF6-D1A8-E4399760ABB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1804" y="1547396"/>
              <a:ext cx="5381625" cy="224955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93ADF02-4F36-5DED-2314-B5AE2FDC6675}"/>
                </a:ext>
              </a:extLst>
            </p:cNvPr>
            <p:cNvGrpSpPr/>
            <p:nvPr/>
          </p:nvGrpSpPr>
          <p:grpSpPr>
            <a:xfrm>
              <a:off x="857663" y="1788005"/>
              <a:ext cx="4850482" cy="1585913"/>
              <a:chOff x="857663" y="1788005"/>
              <a:chExt cx="4850482" cy="1585913"/>
            </a:xfrm>
          </p:grpSpPr>
          <p:sp>
            <p:nvSpPr>
              <p:cNvPr id="13" name="Google Shape;118;p16">
                <a:extLst>
                  <a:ext uri="{FF2B5EF4-FFF2-40B4-BE49-F238E27FC236}">
                    <a16:creationId xmlns:a16="http://schemas.microsoft.com/office/drawing/2014/main" id="{3BAA5BE4-DA36-E696-C6C7-24AC52A92E33}"/>
                  </a:ext>
                </a:extLst>
              </p:cNvPr>
              <p:cNvSpPr txBox="1"/>
              <p:nvPr/>
            </p:nvSpPr>
            <p:spPr>
              <a:xfrm>
                <a:off x="1654865" y="1935643"/>
                <a:ext cx="4053280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00" b="1" i="0" u="none" strike="noStrike" cap="none" dirty="0" err="1">
                    <a:solidFill>
                      <a:srgbClr val="005088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TotalBorrow</a:t>
                </a:r>
                <a:endParaRPr dirty="0"/>
              </a:p>
            </p:txBody>
          </p:sp>
          <p:sp>
            <p:nvSpPr>
              <p:cNvPr id="14" name="Google Shape;119;p16">
                <a:extLst>
                  <a:ext uri="{FF2B5EF4-FFF2-40B4-BE49-F238E27FC236}">
                    <a16:creationId xmlns:a16="http://schemas.microsoft.com/office/drawing/2014/main" id="{EE80BD28-C4A2-AE80-2022-28BF0B33A9C8}"/>
                  </a:ext>
                </a:extLst>
              </p:cNvPr>
              <p:cNvSpPr txBox="1"/>
              <p:nvPr/>
            </p:nvSpPr>
            <p:spPr>
              <a:xfrm>
                <a:off x="912329" y="2516668"/>
                <a:ext cx="4600575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 dirty="0">
                    <a:solidFill>
                      <a:srgbClr val="33415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Accumulates the total number of books borrowed throughout the reader's history. Essential for "Loyal Reader" analytics and tier rewards.</a:t>
                </a:r>
                <a:endParaRPr dirty="0"/>
              </a:p>
            </p:txBody>
          </p:sp>
          <p:pic>
            <p:nvPicPr>
              <p:cNvPr id="15" name="Google Shape;122;p16" descr="image.png">
                <a:extLst>
                  <a:ext uri="{FF2B5EF4-FFF2-40B4-BE49-F238E27FC236}">
                    <a16:creationId xmlns:a16="http://schemas.microsoft.com/office/drawing/2014/main" id="{3B736E20-BC4D-C54D-9DC6-A389C2CD0FA9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57663" y="1788005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367A610-048B-CC79-4C1F-64B80CA6DF9B}"/>
                </a:ext>
              </a:extLst>
            </p:cNvPr>
            <p:cNvGrpSpPr/>
            <p:nvPr/>
          </p:nvGrpSpPr>
          <p:grpSpPr>
            <a:xfrm>
              <a:off x="521803" y="4067999"/>
              <a:ext cx="5381625" cy="2249557"/>
              <a:chOff x="6238875" y="3140764"/>
              <a:chExt cx="5381625" cy="2249557"/>
            </a:xfrm>
          </p:grpSpPr>
          <p:pic>
            <p:nvPicPr>
              <p:cNvPr id="9" name="Google Shape;117;p16" descr="image.png">
                <a:extLst>
                  <a:ext uri="{FF2B5EF4-FFF2-40B4-BE49-F238E27FC236}">
                    <a16:creationId xmlns:a16="http://schemas.microsoft.com/office/drawing/2014/main" id="{944B3ABE-E9AB-1225-BA28-F0E3B54DDC2E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238875" y="3140764"/>
                <a:ext cx="5381625" cy="224955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" name="Google Shape;120;p16">
                <a:extLst>
                  <a:ext uri="{FF2B5EF4-FFF2-40B4-BE49-F238E27FC236}">
                    <a16:creationId xmlns:a16="http://schemas.microsoft.com/office/drawing/2014/main" id="{8B21A773-05D4-FE23-D35C-198571AE4A18}"/>
                  </a:ext>
                </a:extLst>
              </p:cNvPr>
              <p:cNvSpPr txBox="1"/>
              <p:nvPr/>
            </p:nvSpPr>
            <p:spPr>
              <a:xfrm>
                <a:off x="7240657" y="3529012"/>
                <a:ext cx="3936081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00" b="1" i="0" u="none" strike="noStrike" cap="none" dirty="0" err="1">
                    <a:solidFill>
                      <a:srgbClr val="005088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LastReturnDate</a:t>
                </a:r>
                <a:endParaRPr dirty="0"/>
              </a:p>
            </p:txBody>
          </p:sp>
          <p:sp>
            <p:nvSpPr>
              <p:cNvPr id="11" name="Google Shape;121;p16">
                <a:extLst>
                  <a:ext uri="{FF2B5EF4-FFF2-40B4-BE49-F238E27FC236}">
                    <a16:creationId xmlns:a16="http://schemas.microsoft.com/office/drawing/2014/main" id="{F56F551B-2125-2B6F-6A9F-A975FCB06F0B}"/>
                  </a:ext>
                </a:extLst>
              </p:cNvPr>
              <p:cNvSpPr txBox="1"/>
              <p:nvPr/>
            </p:nvSpPr>
            <p:spPr>
              <a:xfrm>
                <a:off x="6629400" y="4110037"/>
                <a:ext cx="4600575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rgbClr val="33415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Automatically updates to the timestamp of the reader's most recent book return. Used to identify active vs. inactive accounts.</a:t>
                </a:r>
                <a:endParaRPr/>
              </a:p>
            </p:txBody>
          </p:sp>
          <p:pic>
            <p:nvPicPr>
              <p:cNvPr id="12" name="Google Shape;123;p16" descr="image.png">
                <a:extLst>
                  <a:ext uri="{FF2B5EF4-FFF2-40B4-BE49-F238E27FC236}">
                    <a16:creationId xmlns:a16="http://schemas.microsoft.com/office/drawing/2014/main" id="{5143F91E-CAAD-649A-9748-11E2A305C996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585688" y="3509619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6" name="Google Shape;116;p16" descr="image.png">
            <a:extLst>
              <a:ext uri="{FF2B5EF4-FFF2-40B4-BE49-F238E27FC236}">
                <a16:creationId xmlns:a16="http://schemas.microsoft.com/office/drawing/2014/main" id="{E949DB37-F0A4-1810-D7B4-2E7EAC65FE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0997" y="2909634"/>
            <a:ext cx="5381625" cy="346729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18;p16">
            <a:extLst>
              <a:ext uri="{FF2B5EF4-FFF2-40B4-BE49-F238E27FC236}">
                <a16:creationId xmlns:a16="http://schemas.microsoft.com/office/drawing/2014/main" id="{D61CF404-CB97-39E0-C887-F9F645D3CFAF}"/>
              </a:ext>
            </a:extLst>
          </p:cNvPr>
          <p:cNvSpPr txBox="1"/>
          <p:nvPr/>
        </p:nvSpPr>
        <p:spPr>
          <a:xfrm>
            <a:off x="1514059" y="3281997"/>
            <a:ext cx="405328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Card Validity Management</a:t>
            </a:r>
            <a:endParaRPr dirty="0"/>
          </a:p>
        </p:txBody>
      </p:sp>
      <p:sp>
        <p:nvSpPr>
          <p:cNvPr id="18" name="Google Shape;119;p16">
            <a:extLst>
              <a:ext uri="{FF2B5EF4-FFF2-40B4-BE49-F238E27FC236}">
                <a16:creationId xmlns:a16="http://schemas.microsoft.com/office/drawing/2014/main" id="{8644FC38-992F-9691-C825-3088314AA937}"/>
              </a:ext>
            </a:extLst>
          </p:cNvPr>
          <p:cNvSpPr txBox="1"/>
          <p:nvPr/>
        </p:nvSpPr>
        <p:spPr>
          <a:xfrm>
            <a:off x="771523" y="3863022"/>
            <a:ext cx="460057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OverdueDate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represents the expiration date of the Reader Card. It is calculated automatically at the time of card issuance.</a:t>
            </a:r>
          </a:p>
        </p:txBody>
      </p:sp>
      <p:pic>
        <p:nvPicPr>
          <p:cNvPr id="19" name="Google Shape;122;p16" descr="image.png">
            <a:extLst>
              <a:ext uri="{FF2B5EF4-FFF2-40B4-BE49-F238E27FC236}">
                <a16:creationId xmlns:a16="http://schemas.microsoft.com/office/drawing/2014/main" id="{1A383343-94E4-404F-9CD8-6ED0086D7F1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857" y="313435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16857" y="5867966"/>
            <a:ext cx="46581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*</a:t>
            </a:r>
            <a:r>
              <a:rPr lang="en-US" sz="1200" b="0" i="1" u="none" strike="noStrike" cap="none" dirty="0" err="1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BR1</a:t>
            </a:r>
            <a:r>
              <a:rPr lang="en-US" sz="1200" b="0" i="1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: Business Rule defining card validity period (e.g., 6 months).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C2A061B-80FE-34C9-F85F-EBE3FD6E11B4}"/>
              </a:ext>
            </a:extLst>
          </p:cNvPr>
          <p:cNvGrpSpPr/>
          <p:nvPr/>
        </p:nvGrpSpPr>
        <p:grpSpPr>
          <a:xfrm>
            <a:off x="771523" y="5094838"/>
            <a:ext cx="4658139" cy="551028"/>
            <a:chOff x="381000" y="3337975"/>
            <a:chExt cx="4658139" cy="676275"/>
          </a:xfrm>
        </p:grpSpPr>
        <p:pic>
          <p:nvPicPr>
            <p:cNvPr id="103" name="Google Shape;103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81000" y="3337975"/>
              <a:ext cx="4658139" cy="676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95325" y="3614200"/>
              <a:ext cx="2447227" cy="1492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1047750" y="2419350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Dynamic Availability: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Tracks whether a book is currently on the shelf or with a reader.</a:t>
            </a:r>
            <a:endParaRPr dirty="0"/>
          </a:p>
        </p:txBody>
      </p:sp>
      <p:sp>
        <p:nvSpPr>
          <p:cNvPr id="142" name="Google Shape;142;p18"/>
          <p:cNvSpPr txBox="1"/>
          <p:nvPr/>
        </p:nvSpPr>
        <p:spPr>
          <a:xfrm>
            <a:off x="1047750" y="3390900"/>
            <a:ext cx="48101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Redundancy Control: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Stored to eliminate expensive JOIN operations during search queries.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1047750" y="4705350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Auto-Update: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Triggered by the creation of a Borrow Record or Return Record.</a:t>
            </a:r>
            <a:endParaRPr/>
          </a:p>
        </p:txBody>
      </p:sp>
      <p:pic>
        <p:nvPicPr>
          <p:cNvPr id="144" name="Google Shape;14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1458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86137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00587"/>
            <a:ext cx="2857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71500" y="1828844"/>
            <a:ext cx="536216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Attribute: </a:t>
            </a:r>
            <a:r>
              <a:rPr lang="en-US" sz="20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BorrowState</a:t>
            </a:r>
            <a:endParaRPr sz="1000" dirty="0"/>
          </a:p>
        </p:txBody>
      </p:sp>
      <p:sp>
        <p:nvSpPr>
          <p:cNvPr id="148" name="Google Shape;148;p18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10;p19">
            <a:extLst>
              <a:ext uri="{FF2B5EF4-FFF2-40B4-BE49-F238E27FC236}">
                <a16:creationId xmlns:a16="http://schemas.microsoft.com/office/drawing/2014/main" id="{0B0277E4-F8D6-8203-2C98-364D307D2B89}"/>
              </a:ext>
            </a:extLst>
          </p:cNvPr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b="1" dirty="0">
                <a:solidFill>
                  <a:srgbClr val="005088"/>
                </a:solidFill>
                <a:latin typeface="Merriweather"/>
                <a:sym typeface="Merriweather"/>
              </a:rPr>
              <a:t>Sample: Designing for Performance (2)</a:t>
            </a:r>
            <a:endParaRPr dirty="0"/>
          </a:p>
        </p:txBody>
      </p:sp>
      <p:sp>
        <p:nvSpPr>
          <p:cNvPr id="3" name="Google Shape;211;p19">
            <a:extLst>
              <a:ext uri="{FF2B5EF4-FFF2-40B4-BE49-F238E27FC236}">
                <a16:creationId xmlns:a16="http://schemas.microsoft.com/office/drawing/2014/main" id="{2BED39F7-B376-ECC0-F868-D61654B63FD9}"/>
              </a:ext>
            </a:extLst>
          </p:cNvPr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155;p19" descr="image.png">
            <a:extLst>
              <a:ext uri="{FF2B5EF4-FFF2-40B4-BE49-F238E27FC236}">
                <a16:creationId xmlns:a16="http://schemas.microsoft.com/office/drawing/2014/main" id="{14227283-13DC-7EFE-B7AD-457F432F275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7" y="3574774"/>
            <a:ext cx="528637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57;p19">
            <a:extLst>
              <a:ext uri="{FF2B5EF4-FFF2-40B4-BE49-F238E27FC236}">
                <a16:creationId xmlns:a16="http://schemas.microsoft.com/office/drawing/2014/main" id="{4C0C5BC6-536F-05A9-6A7F-C1C637F55518}"/>
              </a:ext>
            </a:extLst>
          </p:cNvPr>
          <p:cNvSpPr txBox="1"/>
          <p:nvPr/>
        </p:nvSpPr>
        <p:spPr>
          <a:xfrm>
            <a:off x="6334127" y="2515374"/>
            <a:ext cx="555069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 b="1" dirty="0">
                <a:solidFill>
                  <a:srgbClr val="334155"/>
                </a:solidFill>
                <a:latin typeface="DM Sans"/>
                <a:sym typeface="Merriweather"/>
              </a:rPr>
              <a:t>Financial Penalties: </a:t>
            </a:r>
            <a:r>
              <a:rPr lang="en-US" sz="1800" dirty="0">
                <a:solidFill>
                  <a:srgbClr val="334155"/>
                </a:solidFill>
                <a:latin typeface="DM Sans"/>
                <a:sym typeface="DM Sans"/>
              </a:rPr>
              <a:t>Stored in the </a:t>
            </a:r>
            <a:r>
              <a:rPr lang="en-US" sz="1800" b="1" dirty="0" err="1">
                <a:solidFill>
                  <a:srgbClr val="334155"/>
                </a:solidFill>
                <a:latin typeface="DM Sans"/>
                <a:sym typeface="DM Sans"/>
              </a:rPr>
              <a:t>BORROW_RECORD</a:t>
            </a:r>
            <a:r>
              <a:rPr lang="en-US" sz="1800" b="1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sz="1800" dirty="0">
                <a:solidFill>
                  <a:srgbClr val="334155"/>
                </a:solidFill>
                <a:latin typeface="DM Sans"/>
                <a:sym typeface="DM Sans"/>
              </a:rPr>
              <a:t>table to log the financial penalty associated with a specific transaction.</a:t>
            </a:r>
            <a:endParaRPr lang="en-US" sz="1800"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7" name="Google Shape;159;p19">
            <a:extLst>
              <a:ext uri="{FF2B5EF4-FFF2-40B4-BE49-F238E27FC236}">
                <a16:creationId xmlns:a16="http://schemas.microsoft.com/office/drawing/2014/main" id="{C140F325-B9A5-334E-2648-773ED07D121E}"/>
              </a:ext>
            </a:extLst>
          </p:cNvPr>
          <p:cNvSpPr txBox="1"/>
          <p:nvPr/>
        </p:nvSpPr>
        <p:spPr>
          <a:xfrm>
            <a:off x="6334127" y="4441549"/>
            <a:ext cx="5286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*TS6: System parameter for the daily fine rate.</a:t>
            </a:r>
            <a:endParaRPr/>
          </a:p>
        </p:txBody>
      </p:sp>
      <p:pic>
        <p:nvPicPr>
          <p:cNvPr id="8" name="Google Shape;160;p19" descr="image.png">
            <a:extLst>
              <a:ext uri="{FF2B5EF4-FFF2-40B4-BE49-F238E27FC236}">
                <a16:creationId xmlns:a16="http://schemas.microsoft.com/office/drawing/2014/main" id="{61BA55CD-B565-6C27-5463-C5FD040B8BF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8330" y="3855761"/>
            <a:ext cx="2987538" cy="17183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61;p19">
            <a:extLst>
              <a:ext uri="{FF2B5EF4-FFF2-40B4-BE49-F238E27FC236}">
                <a16:creationId xmlns:a16="http://schemas.microsoft.com/office/drawing/2014/main" id="{FB0210BA-AFA9-0CFB-5150-71E04A769320}"/>
              </a:ext>
            </a:extLst>
          </p:cNvPr>
          <p:cNvSpPr txBox="1"/>
          <p:nvPr/>
        </p:nvSpPr>
        <p:spPr>
          <a:xfrm>
            <a:off x="6334127" y="1828844"/>
            <a:ext cx="59361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Attribute: </a:t>
            </a:r>
            <a:r>
              <a:rPr lang="en-US" sz="20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FineAmount</a:t>
            </a:r>
            <a:endParaRPr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/>
          <p:nvPr/>
        </p:nvSpPr>
        <p:spPr>
          <a:xfrm>
            <a:off x="571500" y="2081212"/>
            <a:ext cx="11049000" cy="37814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8" name="Google Shape;188;p21"/>
          <p:cNvGraphicFramePr/>
          <p:nvPr>
            <p:extLst>
              <p:ext uri="{D42A27DB-BD31-4B8C-83A1-F6EECF244321}">
                <p14:modId xmlns:p14="http://schemas.microsoft.com/office/powerpoint/2010/main" val="1085379167"/>
              </p:ext>
            </p:extLst>
          </p:nvPr>
        </p:nvGraphicFramePr>
        <p:xfrm>
          <a:off x="581037" y="2081212"/>
          <a:ext cx="11048975" cy="37813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27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Table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New Attribute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Calculation Source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READER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OverdueDate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CardCreationDate + BR1 (Validity)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READER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TotalBorrow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COUNT(BORROW_RECORD)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BOOK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BorrowState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Flag (Borrowed/Available)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BORROW_RECORD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FineAmount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Overdue Days × Daily Rate (</a:t>
                      </a: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TS6</a:t>
                      </a: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9" name="Google Shape;189;p21"/>
          <p:cNvSpPr/>
          <p:nvPr/>
        </p:nvSpPr>
        <p:spPr>
          <a:xfrm>
            <a:off x="571500" y="2847975"/>
            <a:ext cx="32783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3849885" y="2847975"/>
            <a:ext cx="2817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6667797" y="2847975"/>
            <a:ext cx="49527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71500" y="3600450"/>
            <a:ext cx="32783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3849885" y="3600450"/>
            <a:ext cx="2817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6667797" y="3600450"/>
            <a:ext cx="49527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571500" y="4352925"/>
            <a:ext cx="32783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3849885" y="4352925"/>
            <a:ext cx="2817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6667797" y="4352925"/>
            <a:ext cx="49527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71500" y="5105400"/>
            <a:ext cx="32783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849885" y="5105400"/>
            <a:ext cx="2817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6667797" y="5105400"/>
            <a:ext cx="49527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581037" y="1626691"/>
            <a:ext cx="110489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Calculated Fields Mapping</a:t>
            </a:r>
            <a:endParaRPr sz="1000" dirty="0"/>
          </a:p>
        </p:txBody>
      </p:sp>
      <p:sp>
        <p:nvSpPr>
          <p:cNvPr id="202" name="Google Shape;202;p21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10;p19">
            <a:extLst>
              <a:ext uri="{FF2B5EF4-FFF2-40B4-BE49-F238E27FC236}">
                <a16:creationId xmlns:a16="http://schemas.microsoft.com/office/drawing/2014/main" id="{64DFCC1D-1217-A3A5-912F-7CEFAC9F9D43}"/>
              </a:ext>
            </a:extLst>
          </p:cNvPr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b="1" dirty="0">
                <a:solidFill>
                  <a:srgbClr val="005088"/>
                </a:solidFill>
                <a:latin typeface="Merriweather"/>
                <a:sym typeface="Merriweather"/>
              </a:rPr>
              <a:t>Sample: Designing for Performance (3)</a:t>
            </a:r>
            <a:endParaRPr dirty="0"/>
          </a:p>
        </p:txBody>
      </p:sp>
      <p:sp>
        <p:nvSpPr>
          <p:cNvPr id="4" name="Google Shape;211;p19">
            <a:extLst>
              <a:ext uri="{FF2B5EF4-FFF2-40B4-BE49-F238E27FC236}">
                <a16:creationId xmlns:a16="http://schemas.microsoft.com/office/drawing/2014/main" id="{8EDB095D-2A3C-342F-2450-399AE3E36860}"/>
              </a:ext>
            </a:extLst>
          </p:cNvPr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F516BF9D-4662-8EF2-1009-E2890B457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 descr="image.png">
            <a:extLst>
              <a:ext uri="{FF2B5EF4-FFF2-40B4-BE49-F238E27FC236}">
                <a16:creationId xmlns:a16="http://schemas.microsoft.com/office/drawing/2014/main" id="{2539FA3A-1049-298A-8A16-F1CCDA5C56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>
            <a:extLst>
              <a:ext uri="{FF2B5EF4-FFF2-40B4-BE49-F238E27FC236}">
                <a16:creationId xmlns:a16="http://schemas.microsoft.com/office/drawing/2014/main" id="{F6E1500C-30A0-46DC-C6DF-36A48F264086}"/>
              </a:ext>
            </a:extLst>
          </p:cNvPr>
          <p:cNvSpPr/>
          <p:nvPr/>
        </p:nvSpPr>
        <p:spPr>
          <a:xfrm>
            <a:off x="381000" y="3794968"/>
            <a:ext cx="2964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>
            <a:extLst>
              <a:ext uri="{FF2B5EF4-FFF2-40B4-BE49-F238E27FC236}">
                <a16:creationId xmlns:a16="http://schemas.microsoft.com/office/drawing/2014/main" id="{3E46AF36-C45D-160D-BE8F-92089BCF5C26}"/>
              </a:ext>
            </a:extLst>
          </p:cNvPr>
          <p:cNvSpPr/>
          <p:nvPr/>
        </p:nvSpPr>
        <p:spPr>
          <a:xfrm>
            <a:off x="3345507" y="3794968"/>
            <a:ext cx="519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>
            <a:extLst>
              <a:ext uri="{FF2B5EF4-FFF2-40B4-BE49-F238E27FC236}">
                <a16:creationId xmlns:a16="http://schemas.microsoft.com/office/drawing/2014/main" id="{59E7FFC8-3024-30D8-C85C-918CA7337BFB}"/>
              </a:ext>
            </a:extLst>
          </p:cNvPr>
          <p:cNvSpPr/>
          <p:nvPr/>
        </p:nvSpPr>
        <p:spPr>
          <a:xfrm>
            <a:off x="8545115" y="3794968"/>
            <a:ext cx="32658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CA65186E-9752-9159-79B9-06DE5A5DC806}"/>
              </a:ext>
            </a:extLst>
          </p:cNvPr>
          <p:cNvSpPr/>
          <p:nvPr/>
        </p:nvSpPr>
        <p:spPr>
          <a:xfrm>
            <a:off x="381000" y="4404568"/>
            <a:ext cx="2964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>
            <a:extLst>
              <a:ext uri="{FF2B5EF4-FFF2-40B4-BE49-F238E27FC236}">
                <a16:creationId xmlns:a16="http://schemas.microsoft.com/office/drawing/2014/main" id="{2EA74585-D73C-0AA3-0C7A-C7488C275389}"/>
              </a:ext>
            </a:extLst>
          </p:cNvPr>
          <p:cNvSpPr/>
          <p:nvPr/>
        </p:nvSpPr>
        <p:spPr>
          <a:xfrm>
            <a:off x="3345507" y="4404568"/>
            <a:ext cx="519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>
            <a:extLst>
              <a:ext uri="{FF2B5EF4-FFF2-40B4-BE49-F238E27FC236}">
                <a16:creationId xmlns:a16="http://schemas.microsoft.com/office/drawing/2014/main" id="{A27FC579-47C1-515E-8612-18D2F446BD46}"/>
              </a:ext>
            </a:extLst>
          </p:cNvPr>
          <p:cNvSpPr/>
          <p:nvPr/>
        </p:nvSpPr>
        <p:spPr>
          <a:xfrm>
            <a:off x="8545115" y="4404568"/>
            <a:ext cx="32658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>
            <a:extLst>
              <a:ext uri="{FF2B5EF4-FFF2-40B4-BE49-F238E27FC236}">
                <a16:creationId xmlns:a16="http://schemas.microsoft.com/office/drawing/2014/main" id="{4CC9D817-7F51-73FC-A398-13DCDF53DE36}"/>
              </a:ext>
            </a:extLst>
          </p:cNvPr>
          <p:cNvSpPr/>
          <p:nvPr/>
        </p:nvSpPr>
        <p:spPr>
          <a:xfrm>
            <a:off x="381000" y="5014168"/>
            <a:ext cx="2964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69A7DB1F-CC42-5DE7-4648-77E5EE9999D0}"/>
              </a:ext>
            </a:extLst>
          </p:cNvPr>
          <p:cNvSpPr/>
          <p:nvPr/>
        </p:nvSpPr>
        <p:spPr>
          <a:xfrm>
            <a:off x="3345507" y="5014168"/>
            <a:ext cx="519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>
            <a:extLst>
              <a:ext uri="{FF2B5EF4-FFF2-40B4-BE49-F238E27FC236}">
                <a16:creationId xmlns:a16="http://schemas.microsoft.com/office/drawing/2014/main" id="{935E4B7F-1A84-465C-2675-2CF1C3002DA3}"/>
              </a:ext>
            </a:extLst>
          </p:cNvPr>
          <p:cNvSpPr/>
          <p:nvPr/>
        </p:nvSpPr>
        <p:spPr>
          <a:xfrm>
            <a:off x="8545115" y="5014168"/>
            <a:ext cx="32658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>
            <a:extLst>
              <a:ext uri="{FF2B5EF4-FFF2-40B4-BE49-F238E27FC236}">
                <a16:creationId xmlns:a16="http://schemas.microsoft.com/office/drawing/2014/main" id="{F54E6921-BA2B-EE94-3793-B04E31C4DD92}"/>
              </a:ext>
            </a:extLst>
          </p:cNvPr>
          <p:cNvSpPr/>
          <p:nvPr/>
        </p:nvSpPr>
        <p:spPr>
          <a:xfrm>
            <a:off x="381000" y="5623768"/>
            <a:ext cx="29645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>
            <a:extLst>
              <a:ext uri="{FF2B5EF4-FFF2-40B4-BE49-F238E27FC236}">
                <a16:creationId xmlns:a16="http://schemas.microsoft.com/office/drawing/2014/main" id="{C1B1AF35-0D50-891D-999A-1DA2DF09D2BA}"/>
              </a:ext>
            </a:extLst>
          </p:cNvPr>
          <p:cNvSpPr/>
          <p:nvPr/>
        </p:nvSpPr>
        <p:spPr>
          <a:xfrm>
            <a:off x="3345507" y="5623768"/>
            <a:ext cx="51996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>
            <a:extLst>
              <a:ext uri="{FF2B5EF4-FFF2-40B4-BE49-F238E27FC236}">
                <a16:creationId xmlns:a16="http://schemas.microsoft.com/office/drawing/2014/main" id="{85D92C1A-A7DD-4E89-0282-2F481D30DEB0}"/>
              </a:ext>
            </a:extLst>
          </p:cNvPr>
          <p:cNvSpPr/>
          <p:nvPr/>
        </p:nvSpPr>
        <p:spPr>
          <a:xfrm>
            <a:off x="8545115" y="5623768"/>
            <a:ext cx="32658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>
            <a:extLst>
              <a:ext uri="{FF2B5EF4-FFF2-40B4-BE49-F238E27FC236}">
                <a16:creationId xmlns:a16="http://schemas.microsoft.com/office/drawing/2014/main" id="{63949CD5-F88C-4758-BC41-47FCAE9CACFB}"/>
              </a:ext>
            </a:extLst>
          </p:cNvPr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b="1" dirty="0">
                <a:solidFill>
                  <a:srgbClr val="005088"/>
                </a:solidFill>
                <a:latin typeface="Merriweather"/>
                <a:sym typeface="Merriweather"/>
              </a:rPr>
              <a:t>Sample: Designing for Performance (4)</a:t>
            </a:r>
            <a:endParaRPr dirty="0"/>
          </a:p>
        </p:txBody>
      </p:sp>
      <p:sp>
        <p:nvSpPr>
          <p:cNvPr id="211" name="Google Shape;211;p19">
            <a:extLst>
              <a:ext uri="{FF2B5EF4-FFF2-40B4-BE49-F238E27FC236}">
                <a16:creationId xmlns:a16="http://schemas.microsoft.com/office/drawing/2014/main" id="{83ED8CB3-C543-1D72-5C31-8EFA0015DE6A}"/>
              </a:ext>
            </a:extLst>
          </p:cNvPr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F5E890-C969-082D-7D25-7B7FC3C57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954" y="1454510"/>
            <a:ext cx="9811403" cy="5359559"/>
          </a:xfrm>
          <a:prstGeom prst="rect">
            <a:avLst/>
          </a:prstGeom>
        </p:spPr>
      </p:pic>
      <p:sp>
        <p:nvSpPr>
          <p:cNvPr id="3" name="Google Shape;201;p21">
            <a:extLst>
              <a:ext uri="{FF2B5EF4-FFF2-40B4-BE49-F238E27FC236}">
                <a16:creationId xmlns:a16="http://schemas.microsoft.com/office/drawing/2014/main" id="{700AEB02-F300-F4FD-B553-A31AC6FEFC83}"/>
              </a:ext>
            </a:extLst>
          </p:cNvPr>
          <p:cNvSpPr txBox="1"/>
          <p:nvPr/>
        </p:nvSpPr>
        <p:spPr>
          <a:xfrm>
            <a:off x="571512" y="1359023"/>
            <a:ext cx="110489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5088"/>
                </a:solidFill>
                <a:latin typeface="Merriweather"/>
                <a:sym typeface="Merriweather"/>
              </a:rPr>
              <a:t>ERD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5177101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55D850AD-6959-9C4D-4E44-2BDE387F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>
            <a:extLst>
              <a:ext uri="{FF2B5EF4-FFF2-40B4-BE49-F238E27FC236}">
                <a16:creationId xmlns:a16="http://schemas.microsoft.com/office/drawing/2014/main" id="{1253E916-0ECB-3EE5-95B6-8501D16DFCB2}"/>
              </a:ext>
            </a:extLst>
          </p:cNvPr>
          <p:cNvSpPr txBox="1"/>
          <p:nvPr/>
        </p:nvSpPr>
        <p:spPr>
          <a:xfrm>
            <a:off x="571500" y="2447925"/>
            <a:ext cx="11049000" cy="1132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Field-Level Encryption</a:t>
            </a:r>
            <a:endParaRPr lang="en-US" sz="1600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Personally Identifiable Information (PII) in the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READER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table must be encrypted to comply with privacy regulations (GDPR/Personal Privacy Law).</a:t>
            </a:r>
          </a:p>
        </p:txBody>
      </p:sp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D5E3153E-3874-05B1-381F-D8AB2EC66E60}"/>
              </a:ext>
            </a:extLst>
          </p:cNvPr>
          <p:cNvSpPr txBox="1"/>
          <p:nvPr/>
        </p:nvSpPr>
        <p:spPr>
          <a:xfrm>
            <a:off x="581025" y="3746421"/>
            <a:ext cx="4810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FullName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Encrypted using app-level keys.</a:t>
            </a:r>
            <a:endParaRPr dirty="0"/>
          </a:p>
        </p:txBody>
      </p:sp>
      <p:sp>
        <p:nvSpPr>
          <p:cNvPr id="133" name="Google Shape;133;p16">
            <a:extLst>
              <a:ext uri="{FF2B5EF4-FFF2-40B4-BE49-F238E27FC236}">
                <a16:creationId xmlns:a16="http://schemas.microsoft.com/office/drawing/2014/main" id="{CDA381F7-2CED-712C-E6AD-0B6F2A80F78F}"/>
              </a:ext>
            </a:extLst>
          </p:cNvPr>
          <p:cNvSpPr txBox="1"/>
          <p:nvPr/>
        </p:nvSpPr>
        <p:spPr>
          <a:xfrm>
            <a:off x="581025" y="4289346"/>
            <a:ext cx="4810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Address &amp; Email: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Masked and Encrypted.</a:t>
            </a:r>
            <a:endParaRPr/>
          </a:p>
        </p:txBody>
      </p:sp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B0FD96F3-D466-B9AF-A06E-FB8645CB0290}"/>
              </a:ext>
            </a:extLst>
          </p:cNvPr>
          <p:cNvSpPr txBox="1"/>
          <p:nvPr/>
        </p:nvSpPr>
        <p:spPr>
          <a:xfrm>
            <a:off x="581025" y="4832271"/>
            <a:ext cx="4810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TotalDebt: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Integrity verified via logs.</a:t>
            </a:r>
            <a:endParaRPr/>
          </a:p>
        </p:txBody>
      </p:sp>
      <p:sp>
        <p:nvSpPr>
          <p:cNvPr id="135" name="Google Shape;135;p16">
            <a:extLst>
              <a:ext uri="{FF2B5EF4-FFF2-40B4-BE49-F238E27FC236}">
                <a16:creationId xmlns:a16="http://schemas.microsoft.com/office/drawing/2014/main" id="{AA7F6148-2FDC-6F3D-7A78-F79F5151FE85}"/>
              </a:ext>
            </a:extLst>
          </p:cNvPr>
          <p:cNvSpPr txBox="1"/>
          <p:nvPr/>
        </p:nvSpPr>
        <p:spPr>
          <a:xfrm>
            <a:off x="526774" y="14097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Protecting PII: Reader Schema</a:t>
            </a:r>
            <a:endParaRPr dirty="0"/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00C3771A-4529-15A0-CF42-275945CE3FE9}"/>
              </a:ext>
            </a:extLst>
          </p:cNvPr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C5A0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10;p19">
            <a:extLst>
              <a:ext uri="{FF2B5EF4-FFF2-40B4-BE49-F238E27FC236}">
                <a16:creationId xmlns:a16="http://schemas.microsoft.com/office/drawing/2014/main" id="{6F4E716C-74CC-FFEB-661E-9D4DB5C4053A}"/>
              </a:ext>
            </a:extLst>
          </p:cNvPr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b="1" dirty="0">
                <a:solidFill>
                  <a:srgbClr val="005088"/>
                </a:solidFill>
                <a:latin typeface="Merriweather"/>
                <a:sym typeface="Merriweather"/>
              </a:rPr>
              <a:t>Sample: Designing for Security &amp; Permission (1)</a:t>
            </a:r>
            <a:endParaRPr dirty="0"/>
          </a:p>
        </p:txBody>
      </p:sp>
      <p:sp>
        <p:nvSpPr>
          <p:cNvPr id="3" name="Google Shape;211;p19">
            <a:extLst>
              <a:ext uri="{FF2B5EF4-FFF2-40B4-BE49-F238E27FC236}">
                <a16:creationId xmlns:a16="http://schemas.microsoft.com/office/drawing/2014/main" id="{35E9B56C-4568-C5C9-3D89-F7398D04FAF3}"/>
              </a:ext>
            </a:extLst>
          </p:cNvPr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90343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D8E49A55-A60C-62FD-08A6-6BBB2BBD0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>
            <a:extLst>
              <a:ext uri="{FF2B5EF4-FFF2-40B4-BE49-F238E27FC236}">
                <a16:creationId xmlns:a16="http://schemas.microsoft.com/office/drawing/2014/main" id="{C7080EFC-DE20-2857-BB21-9D455283C742}"/>
              </a:ext>
            </a:extLst>
          </p:cNvPr>
          <p:cNvSpPr/>
          <p:nvPr/>
        </p:nvSpPr>
        <p:spPr>
          <a:xfrm>
            <a:off x="571500" y="2305050"/>
            <a:ext cx="11049000" cy="3276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17">
            <a:extLst>
              <a:ext uri="{FF2B5EF4-FFF2-40B4-BE49-F238E27FC236}">
                <a16:creationId xmlns:a16="http://schemas.microsoft.com/office/drawing/2014/main" id="{26F59891-6759-A938-0429-20A74265D45B}"/>
              </a:ext>
            </a:extLst>
          </p:cNvPr>
          <p:cNvGraphicFramePr/>
          <p:nvPr/>
        </p:nvGraphicFramePr>
        <p:xfrm>
          <a:off x="571500" y="2305050"/>
          <a:ext cx="11049000" cy="32766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4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Field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Security 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Logic / Algorithm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PasswordHash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Hashing + Salt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BCrypt / Argon2id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FullName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Encryption at 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AES-256-GCM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Address / Email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Encryption at 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AES-256-GCM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PARAMS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Integrity Check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Digital Signature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4" name="Google Shape;144;p17">
            <a:extLst>
              <a:ext uri="{FF2B5EF4-FFF2-40B4-BE49-F238E27FC236}">
                <a16:creationId xmlns:a16="http://schemas.microsoft.com/office/drawing/2014/main" id="{0CBD1461-1DA5-117A-5806-7A2495C605AF}"/>
              </a:ext>
            </a:extLst>
          </p:cNvPr>
          <p:cNvSpPr/>
          <p:nvPr/>
        </p:nvSpPr>
        <p:spPr>
          <a:xfrm>
            <a:off x="571500" y="3595687"/>
            <a:ext cx="1849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>
            <a:extLst>
              <a:ext uri="{FF2B5EF4-FFF2-40B4-BE49-F238E27FC236}">
                <a16:creationId xmlns:a16="http://schemas.microsoft.com/office/drawing/2014/main" id="{4738DA4A-FCAC-E6B9-7424-1FB9DA89C7FF}"/>
              </a:ext>
            </a:extLst>
          </p:cNvPr>
          <p:cNvSpPr/>
          <p:nvPr/>
        </p:nvSpPr>
        <p:spPr>
          <a:xfrm>
            <a:off x="2420689" y="3595687"/>
            <a:ext cx="28052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>
            <a:extLst>
              <a:ext uri="{FF2B5EF4-FFF2-40B4-BE49-F238E27FC236}">
                <a16:creationId xmlns:a16="http://schemas.microsoft.com/office/drawing/2014/main" id="{EAF4876A-9C50-5F3E-626F-343DC1CCF30C}"/>
              </a:ext>
            </a:extLst>
          </p:cNvPr>
          <p:cNvSpPr/>
          <p:nvPr/>
        </p:nvSpPr>
        <p:spPr>
          <a:xfrm>
            <a:off x="5225950" y="3595687"/>
            <a:ext cx="3212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>
            <a:extLst>
              <a:ext uri="{FF2B5EF4-FFF2-40B4-BE49-F238E27FC236}">
                <a16:creationId xmlns:a16="http://schemas.microsoft.com/office/drawing/2014/main" id="{0BC88222-E43C-980D-F664-BE22965A8BCF}"/>
              </a:ext>
            </a:extLst>
          </p:cNvPr>
          <p:cNvSpPr/>
          <p:nvPr/>
        </p:nvSpPr>
        <p:spPr>
          <a:xfrm>
            <a:off x="8438703" y="3595687"/>
            <a:ext cx="31817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>
            <a:extLst>
              <a:ext uri="{FF2B5EF4-FFF2-40B4-BE49-F238E27FC236}">
                <a16:creationId xmlns:a16="http://schemas.microsoft.com/office/drawing/2014/main" id="{864B74D7-D8AF-2D81-0EE0-641AF842878F}"/>
              </a:ext>
            </a:extLst>
          </p:cNvPr>
          <p:cNvSpPr/>
          <p:nvPr/>
        </p:nvSpPr>
        <p:spPr>
          <a:xfrm>
            <a:off x="571500" y="4252912"/>
            <a:ext cx="1849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233C7C09-5837-BE21-FAE2-5B47033DC02A}"/>
              </a:ext>
            </a:extLst>
          </p:cNvPr>
          <p:cNvSpPr/>
          <p:nvPr/>
        </p:nvSpPr>
        <p:spPr>
          <a:xfrm>
            <a:off x="2420689" y="4252912"/>
            <a:ext cx="28052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>
            <a:extLst>
              <a:ext uri="{FF2B5EF4-FFF2-40B4-BE49-F238E27FC236}">
                <a16:creationId xmlns:a16="http://schemas.microsoft.com/office/drawing/2014/main" id="{513D7B80-4F2C-78E5-5A90-3CAE4455B510}"/>
              </a:ext>
            </a:extLst>
          </p:cNvPr>
          <p:cNvSpPr/>
          <p:nvPr/>
        </p:nvSpPr>
        <p:spPr>
          <a:xfrm>
            <a:off x="5225950" y="4252912"/>
            <a:ext cx="3212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>
            <a:extLst>
              <a:ext uri="{FF2B5EF4-FFF2-40B4-BE49-F238E27FC236}">
                <a16:creationId xmlns:a16="http://schemas.microsoft.com/office/drawing/2014/main" id="{5F9216BA-42AE-7EC5-EC9C-CED76A836BA5}"/>
              </a:ext>
            </a:extLst>
          </p:cNvPr>
          <p:cNvSpPr/>
          <p:nvPr/>
        </p:nvSpPr>
        <p:spPr>
          <a:xfrm>
            <a:off x="8438703" y="4252912"/>
            <a:ext cx="31817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>
            <a:extLst>
              <a:ext uri="{FF2B5EF4-FFF2-40B4-BE49-F238E27FC236}">
                <a16:creationId xmlns:a16="http://schemas.microsoft.com/office/drawing/2014/main" id="{F9E659AD-0542-01D1-24EA-4425E70DD4F0}"/>
              </a:ext>
            </a:extLst>
          </p:cNvPr>
          <p:cNvSpPr/>
          <p:nvPr/>
        </p:nvSpPr>
        <p:spPr>
          <a:xfrm>
            <a:off x="571500" y="4910137"/>
            <a:ext cx="1849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>
            <a:extLst>
              <a:ext uri="{FF2B5EF4-FFF2-40B4-BE49-F238E27FC236}">
                <a16:creationId xmlns:a16="http://schemas.microsoft.com/office/drawing/2014/main" id="{581DC7B9-3C06-E19A-B95C-3B560796C0B5}"/>
              </a:ext>
            </a:extLst>
          </p:cNvPr>
          <p:cNvSpPr/>
          <p:nvPr/>
        </p:nvSpPr>
        <p:spPr>
          <a:xfrm>
            <a:off x="2420689" y="4910137"/>
            <a:ext cx="28052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F2DB7C88-E696-B228-6876-C4A26BB6C1DC}"/>
              </a:ext>
            </a:extLst>
          </p:cNvPr>
          <p:cNvSpPr/>
          <p:nvPr/>
        </p:nvSpPr>
        <p:spPr>
          <a:xfrm>
            <a:off x="5225950" y="4910137"/>
            <a:ext cx="3212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22BAEDB3-ADE2-EF93-622C-6994304A7FDD}"/>
              </a:ext>
            </a:extLst>
          </p:cNvPr>
          <p:cNvSpPr/>
          <p:nvPr/>
        </p:nvSpPr>
        <p:spPr>
          <a:xfrm>
            <a:off x="8438703" y="4910137"/>
            <a:ext cx="31817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>
            <a:extLst>
              <a:ext uri="{FF2B5EF4-FFF2-40B4-BE49-F238E27FC236}">
                <a16:creationId xmlns:a16="http://schemas.microsoft.com/office/drawing/2014/main" id="{6E2139A4-95E1-C52E-34BE-048EED69B3F7}"/>
              </a:ext>
            </a:extLst>
          </p:cNvPr>
          <p:cNvSpPr/>
          <p:nvPr/>
        </p:nvSpPr>
        <p:spPr>
          <a:xfrm>
            <a:off x="571500" y="5567362"/>
            <a:ext cx="1849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071D6CB3-2543-73D5-4B37-2E4E248C95E3}"/>
              </a:ext>
            </a:extLst>
          </p:cNvPr>
          <p:cNvSpPr/>
          <p:nvPr/>
        </p:nvSpPr>
        <p:spPr>
          <a:xfrm>
            <a:off x="2420689" y="5567362"/>
            <a:ext cx="28052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>
            <a:extLst>
              <a:ext uri="{FF2B5EF4-FFF2-40B4-BE49-F238E27FC236}">
                <a16:creationId xmlns:a16="http://schemas.microsoft.com/office/drawing/2014/main" id="{9EF0BE45-8B19-63E9-A017-8DE5E89FACC6}"/>
              </a:ext>
            </a:extLst>
          </p:cNvPr>
          <p:cNvSpPr/>
          <p:nvPr/>
        </p:nvSpPr>
        <p:spPr>
          <a:xfrm>
            <a:off x="5225950" y="5567362"/>
            <a:ext cx="3212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>
            <a:extLst>
              <a:ext uri="{FF2B5EF4-FFF2-40B4-BE49-F238E27FC236}">
                <a16:creationId xmlns:a16="http://schemas.microsoft.com/office/drawing/2014/main" id="{423F6694-48CA-173D-E528-7CF8D6016838}"/>
              </a:ext>
            </a:extLst>
          </p:cNvPr>
          <p:cNvSpPr/>
          <p:nvPr/>
        </p:nvSpPr>
        <p:spPr>
          <a:xfrm>
            <a:off x="8438703" y="5567362"/>
            <a:ext cx="31817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>
            <a:extLst>
              <a:ext uri="{FF2B5EF4-FFF2-40B4-BE49-F238E27FC236}">
                <a16:creationId xmlns:a16="http://schemas.microsoft.com/office/drawing/2014/main" id="{E486E419-CB3E-C17E-4E71-885FFB5D6C48}"/>
              </a:ext>
            </a:extLst>
          </p:cNvPr>
          <p:cNvSpPr txBox="1"/>
          <p:nvPr/>
        </p:nvSpPr>
        <p:spPr>
          <a:xfrm>
            <a:off x="571500" y="1831478"/>
            <a:ext cx="110489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Sensitive Field Encryption Matrix</a:t>
            </a:r>
            <a:endParaRPr sz="1000" dirty="0"/>
          </a:p>
        </p:txBody>
      </p:sp>
      <p:sp>
        <p:nvSpPr>
          <p:cNvPr id="161" name="Google Shape;161;p17">
            <a:extLst>
              <a:ext uri="{FF2B5EF4-FFF2-40B4-BE49-F238E27FC236}">
                <a16:creationId xmlns:a16="http://schemas.microsoft.com/office/drawing/2014/main" id="{713B0196-A966-C869-CE62-E9445088CEE2}"/>
              </a:ext>
            </a:extLst>
          </p:cNvPr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C5A0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10;p19">
            <a:extLst>
              <a:ext uri="{FF2B5EF4-FFF2-40B4-BE49-F238E27FC236}">
                <a16:creationId xmlns:a16="http://schemas.microsoft.com/office/drawing/2014/main" id="{89EE5075-DE7A-C41A-8498-504164BD6C5A}"/>
              </a:ext>
            </a:extLst>
          </p:cNvPr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b="1" dirty="0">
                <a:solidFill>
                  <a:srgbClr val="005088"/>
                </a:solidFill>
                <a:latin typeface="Merriweather"/>
                <a:sym typeface="Merriweather"/>
              </a:rPr>
              <a:t>Sample: Designing for Security &amp; Permission (2)</a:t>
            </a:r>
            <a:endParaRPr dirty="0"/>
          </a:p>
        </p:txBody>
      </p:sp>
      <p:sp>
        <p:nvSpPr>
          <p:cNvPr id="3" name="Google Shape;211;p19">
            <a:extLst>
              <a:ext uri="{FF2B5EF4-FFF2-40B4-BE49-F238E27FC236}">
                <a16:creationId xmlns:a16="http://schemas.microsoft.com/office/drawing/2014/main" id="{A5E6236D-066C-C529-0418-8775994115E6}"/>
              </a:ext>
            </a:extLst>
          </p:cNvPr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65853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2FF9CC38-17AB-DF31-0263-F8D92F9AC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>
            <a:extLst>
              <a:ext uri="{FF2B5EF4-FFF2-40B4-BE49-F238E27FC236}">
                <a16:creationId xmlns:a16="http://schemas.microsoft.com/office/drawing/2014/main" id="{73864641-CECC-EAD0-6A21-74A5ED8718B0}"/>
              </a:ext>
            </a:extLst>
          </p:cNvPr>
          <p:cNvSpPr txBox="1"/>
          <p:nvPr/>
        </p:nvSpPr>
        <p:spPr>
          <a:xfrm>
            <a:off x="555349" y="1535597"/>
            <a:ext cx="10988951" cy="31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Add User, Role and </a:t>
            </a:r>
            <a:r>
              <a:rPr lang="en-US" sz="2000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UserRole</a:t>
            </a:r>
            <a:r>
              <a:rPr lang="en-US" sz="20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tables</a:t>
            </a:r>
            <a:endParaRPr sz="1000" dirty="0"/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13015BCE-6B93-06A2-5D26-6A325DCC1C2D}"/>
              </a:ext>
            </a:extLst>
          </p:cNvPr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C5A0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10;p19">
            <a:extLst>
              <a:ext uri="{FF2B5EF4-FFF2-40B4-BE49-F238E27FC236}">
                <a16:creationId xmlns:a16="http://schemas.microsoft.com/office/drawing/2014/main" id="{228C68F3-8E71-C7BB-5052-7DD77ED81800}"/>
              </a:ext>
            </a:extLst>
          </p:cNvPr>
          <p:cNvSpPr txBox="1"/>
          <p:nvPr/>
        </p:nvSpPr>
        <p:spPr>
          <a:xfrm>
            <a:off x="619125" y="713035"/>
            <a:ext cx="11572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b="1" dirty="0">
                <a:solidFill>
                  <a:srgbClr val="005088"/>
                </a:solidFill>
                <a:latin typeface="Merriweather"/>
                <a:sym typeface="Merriweather"/>
              </a:rPr>
              <a:t>Sample: Designing for Security &amp; Permission (3)</a:t>
            </a:r>
            <a:endParaRPr dirty="0"/>
          </a:p>
        </p:txBody>
      </p:sp>
      <p:sp>
        <p:nvSpPr>
          <p:cNvPr id="3" name="Google Shape;211;p19">
            <a:extLst>
              <a:ext uri="{FF2B5EF4-FFF2-40B4-BE49-F238E27FC236}">
                <a16:creationId xmlns:a16="http://schemas.microsoft.com/office/drawing/2014/main" id="{7E0A06E3-F6CB-923F-CC43-F7E9BC6FD9D2}"/>
              </a:ext>
            </a:extLst>
          </p:cNvPr>
          <p:cNvSpPr/>
          <p:nvPr/>
        </p:nvSpPr>
        <p:spPr>
          <a:xfrm>
            <a:off x="381000" y="713035"/>
            <a:ext cx="9525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0B565B-8BF3-5967-A98E-E853093DB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039" y="2056465"/>
            <a:ext cx="8331380" cy="454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2809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59">
          <a:extLst>
            <a:ext uri="{FF2B5EF4-FFF2-40B4-BE49-F238E27FC236}">
              <a16:creationId xmlns:a16="http://schemas.microsoft.com/office/drawing/2014/main" id="{9F86B823-CCDB-3525-6C10-63E265F7C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2">
            <a:extLst>
              <a:ext uri="{FF2B5EF4-FFF2-40B4-BE49-F238E27FC236}">
                <a16:creationId xmlns:a16="http://schemas.microsoft.com/office/drawing/2014/main" id="{33982D8B-F6AF-B704-5D71-311A71ACFE88}"/>
              </a:ext>
            </a:extLst>
          </p:cNvPr>
          <p:cNvSpPr/>
          <p:nvPr/>
        </p:nvSpPr>
        <p:spPr>
          <a:xfrm>
            <a:off x="5619750" y="2938462"/>
            <a:ext cx="9525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2">
            <a:extLst>
              <a:ext uri="{FF2B5EF4-FFF2-40B4-BE49-F238E27FC236}">
                <a16:creationId xmlns:a16="http://schemas.microsoft.com/office/drawing/2014/main" id="{B8B607B4-BCC4-3FAE-5D43-59B7907891F0}"/>
              </a:ext>
            </a:extLst>
          </p:cNvPr>
          <p:cNvSpPr txBox="1"/>
          <p:nvPr/>
        </p:nvSpPr>
        <p:spPr>
          <a:xfrm>
            <a:off x="1909762" y="3281362"/>
            <a:ext cx="8791098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Part 8: From Objects to Tables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25902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019175"/>
            <a:ext cx="5334000" cy="54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3"/>
          <p:cNvSpPr txBox="1"/>
          <p:nvPr/>
        </p:nvSpPr>
        <p:spPr>
          <a:xfrm>
            <a:off x="6286500" y="1285875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Challenge</a:t>
            </a:r>
            <a:endParaRPr/>
          </a:p>
        </p:txBody>
      </p:sp>
      <p:sp>
        <p:nvSpPr>
          <p:cNvPr id="369" name="Google Shape;369;p33"/>
          <p:cNvSpPr txBox="1"/>
          <p:nvPr/>
        </p:nvSpPr>
        <p:spPr>
          <a:xfrm>
            <a:off x="6286500" y="1838325"/>
            <a:ext cx="53340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Objects are graphs of pointers; Databases are flat tables. This "Impedance Mismatch" requires a mapping layer.</a:t>
            </a:r>
            <a:endParaRPr sz="1600" dirty="0"/>
          </a:p>
        </p:txBody>
      </p:sp>
      <p:sp>
        <p:nvSpPr>
          <p:cNvPr id="371" name="Google Shape;371;p33"/>
          <p:cNvSpPr txBox="1"/>
          <p:nvPr/>
        </p:nvSpPr>
        <p:spPr>
          <a:xfrm>
            <a:off x="6286499" y="3283816"/>
            <a:ext cx="5283613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Identity: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Map object hashes to Primary Keys.</a:t>
            </a:r>
            <a:endParaRPr dirty="0"/>
          </a:p>
        </p:txBody>
      </p:sp>
      <p:sp>
        <p:nvSpPr>
          <p:cNvPr id="373" name="Google Shape;373;p33"/>
          <p:cNvSpPr txBox="1"/>
          <p:nvPr/>
        </p:nvSpPr>
        <p:spPr>
          <a:xfrm>
            <a:off x="6286499" y="3743217"/>
            <a:ext cx="5283613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Inheritance: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Table per class vs. Table per hierarchy.</a:t>
            </a:r>
            <a:endParaRPr dirty="0"/>
          </a:p>
        </p:txBody>
      </p:sp>
      <p:sp>
        <p:nvSpPr>
          <p:cNvPr id="375" name="Google Shape;375;p33"/>
          <p:cNvSpPr txBox="1"/>
          <p:nvPr/>
        </p:nvSpPr>
        <p:spPr>
          <a:xfrm>
            <a:off x="6286499" y="4608662"/>
            <a:ext cx="5283613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Persistence: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Ensuring the object state saves when the app closes.</a:t>
            </a:r>
            <a:endParaRPr dirty="0"/>
          </a:p>
        </p:txBody>
      </p:sp>
      <p:sp>
        <p:nvSpPr>
          <p:cNvPr id="376" name="Google Shape;376;p33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Object-Relational Mapping (ORM)</a:t>
            </a:r>
            <a:endParaRPr dirty="0"/>
          </a:p>
        </p:txBody>
      </p:sp>
      <p:sp>
        <p:nvSpPr>
          <p:cNvPr id="377" name="Google Shape;377;p33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CA2B24-4CEB-BA91-780A-A92E64DFF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87" y="1936467"/>
            <a:ext cx="5240425" cy="294364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4"/>
          <p:cNvSpPr txBox="1"/>
          <p:nvPr/>
        </p:nvSpPr>
        <p:spPr>
          <a:xfrm>
            <a:off x="571499" y="2110489"/>
            <a:ext cx="110490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Combining all concepts into one logic:</a:t>
            </a:r>
            <a:endParaRPr sz="2000" dirty="0"/>
          </a:p>
        </p:txBody>
      </p:sp>
      <p:sp>
        <p:nvSpPr>
          <p:cNvPr id="383" name="Google Shape;383;p34"/>
          <p:cNvSpPr/>
          <p:nvPr/>
        </p:nvSpPr>
        <p:spPr>
          <a:xfrm>
            <a:off x="571500" y="2891730"/>
            <a:ext cx="11049000" cy="24669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4" name="Google Shape;384;p34"/>
          <p:cNvGraphicFramePr/>
          <p:nvPr>
            <p:extLst>
              <p:ext uri="{D42A27DB-BD31-4B8C-83A1-F6EECF244321}">
                <p14:modId xmlns:p14="http://schemas.microsoft.com/office/powerpoint/2010/main" val="2461930880"/>
              </p:ext>
            </p:extLst>
          </p:nvPr>
        </p:nvGraphicFramePr>
        <p:xfrm>
          <a:off x="571500" y="2891730"/>
          <a:ext cx="11049000" cy="2467000"/>
        </p:xfrm>
        <a:graphic>
          <a:graphicData uri="http://schemas.openxmlformats.org/drawingml/2006/table">
            <a:tbl>
              <a:tblPr firstRow="1" bandRow="1">
                <a:noFill/>
                <a:tableStyleId>{D178B3D3-089B-4A4C-A000-CBF2EF5BA420}</a:tableStyleId>
              </a:tblPr>
              <a:tblGrid>
                <a:gridCol w="521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Requirement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 Decision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reader can borrow many books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One-to-Many Relationship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System must support new genres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Category Table for Book Genre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Need fast check of late readers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"HasOverdue" Boolean in Reader table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Change fine amount annually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Parameter Table (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Fine_Rate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5" name="Google Shape;385;p34"/>
          <p:cNvSpPr/>
          <p:nvPr/>
        </p:nvSpPr>
        <p:spPr>
          <a:xfrm>
            <a:off x="571500" y="3858517"/>
            <a:ext cx="52128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5784353" y="3858517"/>
            <a:ext cx="5836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571500" y="4353817"/>
            <a:ext cx="52128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4"/>
          <p:cNvSpPr/>
          <p:nvPr/>
        </p:nvSpPr>
        <p:spPr>
          <a:xfrm>
            <a:off x="5784353" y="4353817"/>
            <a:ext cx="5836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4"/>
          <p:cNvSpPr/>
          <p:nvPr/>
        </p:nvSpPr>
        <p:spPr>
          <a:xfrm>
            <a:off x="571500" y="4849117"/>
            <a:ext cx="52128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4"/>
          <p:cNvSpPr/>
          <p:nvPr/>
        </p:nvSpPr>
        <p:spPr>
          <a:xfrm>
            <a:off x="5784353" y="4849117"/>
            <a:ext cx="5836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4"/>
          <p:cNvSpPr/>
          <p:nvPr/>
        </p:nvSpPr>
        <p:spPr>
          <a:xfrm>
            <a:off x="571500" y="5344417"/>
            <a:ext cx="52128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4"/>
          <p:cNvSpPr/>
          <p:nvPr/>
        </p:nvSpPr>
        <p:spPr>
          <a:xfrm>
            <a:off x="5784353" y="5344417"/>
            <a:ext cx="5836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4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Case: Library Management System</a:t>
            </a:r>
            <a:endParaRPr/>
          </a:p>
        </p:txBody>
      </p:sp>
      <p:sp>
        <p:nvSpPr>
          <p:cNvPr id="394" name="Google Shape;394;p34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019175"/>
            <a:ext cx="3555950" cy="54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1019175"/>
            <a:ext cx="3555950" cy="54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1019175"/>
            <a:ext cx="3555950" cy="54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5"/>
          <p:cNvSpPr txBox="1"/>
          <p:nvPr/>
        </p:nvSpPr>
        <p:spPr>
          <a:xfrm>
            <a:off x="866775" y="1581150"/>
            <a:ext cx="31136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Domain Integrity</a:t>
            </a:r>
            <a:endParaRPr/>
          </a:p>
        </p:txBody>
      </p:sp>
      <p:sp>
        <p:nvSpPr>
          <p:cNvPr id="403" name="Google Shape;403;p35"/>
          <p:cNvSpPr txBox="1"/>
          <p:nvPr/>
        </p:nvSpPr>
        <p:spPr>
          <a:xfrm>
            <a:off x="866775" y="2276475"/>
            <a:ext cx="2965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Check constraints (e.g., GPA must be 0 to 4.0).</a:t>
            </a:r>
            <a:endParaRPr sz="1600" dirty="0"/>
          </a:p>
        </p:txBody>
      </p:sp>
      <p:sp>
        <p:nvSpPr>
          <p:cNvPr id="404" name="Google Shape;404;p35"/>
          <p:cNvSpPr txBox="1"/>
          <p:nvPr/>
        </p:nvSpPr>
        <p:spPr>
          <a:xfrm>
            <a:off x="4613225" y="1581150"/>
            <a:ext cx="31136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Referential Integrity</a:t>
            </a:r>
            <a:endParaRPr/>
          </a:p>
        </p:txBody>
      </p:sp>
      <p:sp>
        <p:nvSpPr>
          <p:cNvPr id="405" name="Google Shape;405;p35"/>
          <p:cNvSpPr txBox="1"/>
          <p:nvPr/>
        </p:nvSpPr>
        <p:spPr>
          <a:xfrm>
            <a:off x="4613225" y="2276475"/>
            <a:ext cx="2965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Ensure Foreign Keys point to existing Primary Keys.</a:t>
            </a:r>
            <a:endParaRPr sz="1600"/>
          </a:p>
        </p:txBody>
      </p:sp>
      <p:sp>
        <p:nvSpPr>
          <p:cNvPr id="406" name="Google Shape;406;p35"/>
          <p:cNvSpPr txBox="1"/>
          <p:nvPr/>
        </p:nvSpPr>
        <p:spPr>
          <a:xfrm>
            <a:off x="8359675" y="1581150"/>
            <a:ext cx="31136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Entity Integrity</a:t>
            </a:r>
            <a:endParaRPr/>
          </a:p>
        </p:txBody>
      </p:sp>
      <p:sp>
        <p:nvSpPr>
          <p:cNvPr id="407" name="Google Shape;407;p35"/>
          <p:cNvSpPr txBox="1"/>
          <p:nvPr/>
        </p:nvSpPr>
        <p:spPr>
          <a:xfrm>
            <a:off x="8359675" y="2276475"/>
            <a:ext cx="2965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Primary keys are never Null and always unique.</a:t>
            </a:r>
            <a:endParaRPr sz="1600" dirty="0"/>
          </a:p>
        </p:txBody>
      </p:sp>
      <p:sp>
        <p:nvSpPr>
          <p:cNvPr id="408" name="Google Shape;408;p35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Ensuring Data Integrity</a:t>
            </a:r>
            <a:endParaRPr/>
          </a:p>
        </p:txBody>
      </p:sp>
      <p:sp>
        <p:nvSpPr>
          <p:cNvPr id="409" name="Google Shape;409;p35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209675"/>
            <a:ext cx="5334000" cy="526732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6"/>
          <p:cNvSpPr txBox="1"/>
          <p:nvPr/>
        </p:nvSpPr>
        <p:spPr>
          <a:xfrm>
            <a:off x="6524625" y="1352550"/>
            <a:ext cx="1409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BEST PRACTICE</a:t>
            </a:r>
            <a:endParaRPr/>
          </a:p>
        </p:txBody>
      </p:sp>
      <p:sp>
        <p:nvSpPr>
          <p:cNvPr id="416" name="Google Shape;416;p36"/>
          <p:cNvSpPr txBox="1"/>
          <p:nvPr/>
        </p:nvSpPr>
        <p:spPr>
          <a:xfrm>
            <a:off x="6524625" y="1628775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Never store plain-text passwords. Use Hashing + Salting strategies in your data model.</a:t>
            </a:r>
            <a:endParaRPr/>
          </a:p>
        </p:txBody>
      </p:sp>
      <p:sp>
        <p:nvSpPr>
          <p:cNvPr id="418" name="Google Shape;418;p36"/>
          <p:cNvSpPr txBox="1"/>
          <p:nvPr/>
        </p:nvSpPr>
        <p:spPr>
          <a:xfrm>
            <a:off x="647700" y="1222510"/>
            <a:ext cx="49530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Data Encryption: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Encrypt sensitive fields (Passwords, Credit Cards) at rest.</a:t>
            </a:r>
            <a:endParaRPr dirty="0"/>
          </a:p>
        </p:txBody>
      </p:sp>
      <p:sp>
        <p:nvSpPr>
          <p:cNvPr id="420" name="Google Shape;420;p36"/>
          <p:cNvSpPr txBox="1"/>
          <p:nvPr/>
        </p:nvSpPr>
        <p:spPr>
          <a:xfrm>
            <a:off x="647700" y="2176366"/>
            <a:ext cx="49530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Views: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Create specific DB views for different roles (User, Admin).</a:t>
            </a:r>
            <a:endParaRPr lang="en-US" dirty="0"/>
          </a:p>
        </p:txBody>
      </p:sp>
      <p:sp>
        <p:nvSpPr>
          <p:cNvPr id="422" name="Google Shape;422;p36"/>
          <p:cNvSpPr txBox="1"/>
          <p:nvPr/>
        </p:nvSpPr>
        <p:spPr>
          <a:xfrm>
            <a:off x="647700" y="3130222"/>
            <a:ext cx="49530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Audit Logs: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Maintain a history of WHO changed WHAT and WHEN.</a:t>
            </a:r>
            <a:endParaRPr dirty="0"/>
          </a:p>
        </p:txBody>
      </p:sp>
      <p:sp>
        <p:nvSpPr>
          <p:cNvPr id="423" name="Google Shape;423;p36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Security and Access Control</a:t>
            </a:r>
            <a:endParaRPr/>
          </a:p>
        </p:txBody>
      </p:sp>
      <p:sp>
        <p:nvSpPr>
          <p:cNvPr id="424" name="Google Shape;424;p36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019175"/>
            <a:ext cx="5334000" cy="54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019175"/>
            <a:ext cx="5334000" cy="54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7"/>
          <p:cNvSpPr txBox="1"/>
          <p:nvPr/>
        </p:nvSpPr>
        <p:spPr>
          <a:xfrm>
            <a:off x="866775" y="1581150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F4444"/>
                </a:solidFill>
                <a:latin typeface="Merriweather"/>
                <a:ea typeface="Merriweather"/>
                <a:cs typeface="Merriweather"/>
                <a:sym typeface="Merriweather"/>
              </a:rPr>
              <a:t>The Over-Normalizer</a:t>
            </a:r>
            <a:endParaRPr/>
          </a:p>
        </p:txBody>
      </p:sp>
      <p:sp>
        <p:nvSpPr>
          <p:cNvPr id="432" name="Google Shape;432;p37"/>
          <p:cNvSpPr txBox="1"/>
          <p:nvPr/>
        </p:nvSpPr>
        <p:spPr>
          <a:xfrm>
            <a:off x="866775" y="2276475"/>
            <a:ext cx="4743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Splitting every tiny detail into a new table, making simple queries extremely slow due to many Joins.</a:t>
            </a:r>
            <a:endParaRPr sz="1600" dirty="0"/>
          </a:p>
        </p:txBody>
      </p:sp>
      <p:sp>
        <p:nvSpPr>
          <p:cNvPr id="433" name="Google Shape;433;p37"/>
          <p:cNvSpPr txBox="1"/>
          <p:nvPr/>
        </p:nvSpPr>
        <p:spPr>
          <a:xfrm>
            <a:off x="6581775" y="1581150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F4444"/>
                </a:solidFill>
                <a:latin typeface="Merriweather"/>
                <a:ea typeface="Merriweather"/>
                <a:cs typeface="Merriweather"/>
                <a:sym typeface="Merriweather"/>
              </a:rPr>
              <a:t>The Hard-Coder</a:t>
            </a:r>
            <a:endParaRPr/>
          </a:p>
        </p:txBody>
      </p:sp>
      <p:sp>
        <p:nvSpPr>
          <p:cNvPr id="434" name="Google Shape;434;p37"/>
          <p:cNvSpPr txBox="1"/>
          <p:nvPr/>
        </p:nvSpPr>
        <p:spPr>
          <a:xfrm>
            <a:off x="6581775" y="2276475"/>
            <a:ext cx="4743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Hard-coding business rules in stored procedures, making the system rigid and hard to adapt.</a:t>
            </a:r>
            <a:endParaRPr sz="1600"/>
          </a:p>
        </p:txBody>
      </p:sp>
      <p:sp>
        <p:nvSpPr>
          <p:cNvPr id="435" name="Google Shape;435;p37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Common Data Design Pitfalls</a:t>
            </a:r>
            <a:endParaRPr/>
          </a:p>
        </p:txBody>
      </p:sp>
      <p:sp>
        <p:nvSpPr>
          <p:cNvPr id="436" name="Google Shape;436;p37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019175"/>
            <a:ext cx="3555950" cy="54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1019175"/>
            <a:ext cx="3555950" cy="54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1019175"/>
            <a:ext cx="3555950" cy="54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8"/>
          <p:cNvSpPr txBox="1"/>
          <p:nvPr/>
        </p:nvSpPr>
        <p:spPr>
          <a:xfrm>
            <a:off x="866775" y="2266950"/>
            <a:ext cx="31136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ERWin / PowerDesigner</a:t>
            </a:r>
            <a:endParaRPr/>
          </a:p>
        </p:txBody>
      </p:sp>
      <p:sp>
        <p:nvSpPr>
          <p:cNvPr id="445" name="Google Shape;445;p38"/>
          <p:cNvSpPr txBox="1"/>
          <p:nvPr/>
        </p:nvSpPr>
        <p:spPr>
          <a:xfrm>
            <a:off x="866775" y="3234930"/>
            <a:ext cx="29654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Professional high-end tools for enterprise data architects.</a:t>
            </a:r>
            <a:endParaRPr sz="1600" dirty="0"/>
          </a:p>
        </p:txBody>
      </p:sp>
      <p:sp>
        <p:nvSpPr>
          <p:cNvPr id="446" name="Google Shape;446;p38"/>
          <p:cNvSpPr txBox="1"/>
          <p:nvPr/>
        </p:nvSpPr>
        <p:spPr>
          <a:xfrm>
            <a:off x="4613225" y="2266950"/>
            <a:ext cx="31136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MySQL Workbench</a:t>
            </a:r>
            <a:endParaRPr/>
          </a:p>
        </p:txBody>
      </p:sp>
      <p:sp>
        <p:nvSpPr>
          <p:cNvPr id="447" name="Google Shape;447;p38"/>
          <p:cNvSpPr txBox="1"/>
          <p:nvPr/>
        </p:nvSpPr>
        <p:spPr>
          <a:xfrm>
            <a:off x="4613225" y="3234930"/>
            <a:ext cx="2965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Accessible, powerful visual modeler for most students.</a:t>
            </a:r>
            <a:endParaRPr sz="1600"/>
          </a:p>
        </p:txBody>
      </p:sp>
      <p:sp>
        <p:nvSpPr>
          <p:cNvPr id="448" name="Google Shape;448;p38"/>
          <p:cNvSpPr txBox="1"/>
          <p:nvPr/>
        </p:nvSpPr>
        <p:spPr>
          <a:xfrm>
            <a:off x="8359675" y="2266950"/>
            <a:ext cx="31136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Draw.io / LucidChart</a:t>
            </a:r>
            <a:endParaRPr/>
          </a:p>
        </p:txBody>
      </p:sp>
      <p:sp>
        <p:nvSpPr>
          <p:cNvPr id="449" name="Google Shape;449;p38"/>
          <p:cNvSpPr txBox="1"/>
          <p:nvPr/>
        </p:nvSpPr>
        <p:spPr>
          <a:xfrm>
            <a:off x="8359675" y="3234930"/>
            <a:ext cx="29654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Fast for sketching conceptual and logical models.</a:t>
            </a:r>
            <a:endParaRPr sz="1600"/>
          </a:p>
        </p:txBody>
      </p:sp>
      <p:pic>
        <p:nvPicPr>
          <p:cNvPr id="450" name="Google Shape;450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13620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13225" y="13620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59675" y="13620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8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Tools of the Trade</a:t>
            </a:r>
            <a:endParaRPr/>
          </a:p>
        </p:txBody>
      </p:sp>
      <p:sp>
        <p:nvSpPr>
          <p:cNvPr id="454" name="Google Shape;454;p38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9"/>
          <p:cNvSpPr txBox="1"/>
          <p:nvPr/>
        </p:nvSpPr>
        <p:spPr>
          <a:xfrm>
            <a:off x="571500" y="1758903"/>
            <a:ext cx="11049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 complete data design document must include:</a:t>
            </a:r>
            <a:endParaRPr sz="1800" dirty="0"/>
          </a:p>
        </p:txBody>
      </p:sp>
      <p:sp>
        <p:nvSpPr>
          <p:cNvPr id="461" name="Google Shape;461;p39"/>
          <p:cNvSpPr txBox="1"/>
          <p:nvPr/>
        </p:nvSpPr>
        <p:spPr>
          <a:xfrm>
            <a:off x="808383" y="2495770"/>
            <a:ext cx="1066800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ERD Diagram: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High level relationship overview.</a:t>
            </a:r>
          </a:p>
          <a:p>
            <a:pPr marL="342900" indent="-342900">
              <a:lnSpc>
                <a:spcPct val="160000"/>
              </a:lnSpc>
              <a:buFont typeface="+mj-lt"/>
              <a:buAutoNum type="arabicPeriod"/>
            </a:pP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Data Dictionary: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Definition of every column, type, and constraint.</a:t>
            </a:r>
            <a:endParaRPr lang="en-US" sz="1800" dirty="0"/>
          </a:p>
          <a:p>
            <a:pPr marL="342900" indent="-342900">
              <a:lnSpc>
                <a:spcPct val="160000"/>
              </a:lnSpc>
              <a:buFont typeface="+mj-lt"/>
              <a:buAutoNum type="arabicPeriod"/>
            </a:pP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Business Rule Mapping: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How rules are reflected in the data structure.</a:t>
            </a:r>
            <a:endParaRPr lang="en-US" sz="1800" dirty="0"/>
          </a:p>
          <a:p>
            <a:pPr marL="342900" indent="-342900">
              <a:lnSpc>
                <a:spcPct val="160000"/>
              </a:lnSpc>
              <a:buFont typeface="+mj-lt"/>
              <a:buAutoNum type="arabicPeriod"/>
            </a:pP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Migration Plan: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How to move data from the old system to the new one.</a:t>
            </a:r>
            <a:endParaRPr lang="en-US" sz="1800" dirty="0"/>
          </a:p>
        </p:txBody>
      </p:sp>
      <p:sp>
        <p:nvSpPr>
          <p:cNvPr id="468" name="Google Shape;468;p39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Documenting Data Designs</a:t>
            </a:r>
            <a:endParaRPr/>
          </a:p>
        </p:txBody>
      </p:sp>
      <p:sp>
        <p:nvSpPr>
          <p:cNvPr id="469" name="Google Shape;469;p39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0"/>
          <p:cNvSpPr txBox="1"/>
          <p:nvPr/>
        </p:nvSpPr>
        <p:spPr>
          <a:xfrm>
            <a:off x="781050" y="2669018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Are primary keys indexed by default?</a:t>
            </a:r>
            <a:endParaRPr sz="1600" dirty="0"/>
          </a:p>
        </p:txBody>
      </p:sp>
      <p:sp>
        <p:nvSpPr>
          <p:cNvPr id="475" name="Google Shape;475;p40"/>
          <p:cNvSpPr txBox="1"/>
          <p:nvPr/>
        </p:nvSpPr>
        <p:spPr>
          <a:xfrm>
            <a:off x="781050" y="3213729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Are frequently searched columns (e.g. Email) indexed?</a:t>
            </a:r>
            <a:endParaRPr sz="1600"/>
          </a:p>
        </p:txBody>
      </p:sp>
      <p:sp>
        <p:nvSpPr>
          <p:cNvPr id="476" name="Google Shape;476;p40"/>
          <p:cNvSpPr txBox="1"/>
          <p:nvPr/>
        </p:nvSpPr>
        <p:spPr>
          <a:xfrm>
            <a:off x="781050" y="3758440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Have we used appropriate data types (e.g. Int instead of String for IDs)?</a:t>
            </a:r>
            <a:endParaRPr sz="1600"/>
          </a:p>
        </p:txBody>
      </p:sp>
      <p:sp>
        <p:nvSpPr>
          <p:cNvPr id="477" name="Google Shape;477;p40"/>
          <p:cNvSpPr txBox="1"/>
          <p:nvPr/>
        </p:nvSpPr>
        <p:spPr>
          <a:xfrm>
            <a:off x="781050" y="4303151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Are large text blocks moved to separate tables if not searched?</a:t>
            </a:r>
            <a:endParaRPr sz="1600"/>
          </a:p>
        </p:txBody>
      </p:sp>
      <p:pic>
        <p:nvPicPr>
          <p:cNvPr id="478" name="Google Shape;478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2059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365301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1001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54723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0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Performance Checklist</a:t>
            </a:r>
            <a:endParaRPr/>
          </a:p>
        </p:txBody>
      </p:sp>
      <p:sp>
        <p:nvSpPr>
          <p:cNvPr id="483" name="Google Shape;483;p40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019175"/>
            <a:ext cx="11049000" cy="4335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640734"/>
            <a:ext cx="11049000" cy="83626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1"/>
          <p:cNvSpPr txBox="1"/>
          <p:nvPr/>
        </p:nvSpPr>
        <p:spPr>
          <a:xfrm>
            <a:off x="809625" y="5783609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CORE MESSAGE FOR STUDENTS</a:t>
            </a:r>
            <a:endParaRPr/>
          </a:p>
        </p:txBody>
      </p:sp>
      <p:sp>
        <p:nvSpPr>
          <p:cNvPr id="491" name="Google Shape;491;p41"/>
          <p:cNvSpPr txBox="1"/>
          <p:nvPr/>
        </p:nvSpPr>
        <p:spPr>
          <a:xfrm>
            <a:off x="809625" y="6059834"/>
            <a:ext cx="10620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Good data design makes programming easy. Bad data design makes the entire software fragile. Think before you CREATE TABLE.</a:t>
            </a:r>
            <a:endParaRPr/>
          </a:p>
        </p:txBody>
      </p:sp>
      <p:sp>
        <p:nvSpPr>
          <p:cNvPr id="493" name="Google Shape;493;p41"/>
          <p:cNvSpPr txBox="1"/>
          <p:nvPr/>
        </p:nvSpPr>
        <p:spPr>
          <a:xfrm>
            <a:off x="1247775" y="1466850"/>
            <a:ext cx="1007745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Design Strategy: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Choose DB over files for multi-user information systems.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Layers: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Move from Conceptual (meaning) to Physical (implementation).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Keys: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Use Primary Keys for identity and Foreign Keys for links.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Quality:</a:t>
            </a:r>
            <a:r>
              <a:rPr lang="en-US" sz="180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Optimize for Evolution (parameters) and Performance (pre-calculation).</a:t>
            </a:r>
            <a:endParaRPr lang="en-US" sz="1800" dirty="0"/>
          </a:p>
        </p:txBody>
      </p:sp>
      <p:sp>
        <p:nvSpPr>
          <p:cNvPr id="500" name="Google Shape;500;p41"/>
          <p:cNvSpPr txBox="1"/>
          <p:nvPr/>
        </p:nvSpPr>
        <p:spPr>
          <a:xfrm>
            <a:off x="762000" y="381000"/>
            <a:ext cx="113214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 and Key Takeaways</a:t>
            </a:r>
            <a:endParaRPr/>
          </a:p>
        </p:txBody>
      </p:sp>
      <p:sp>
        <p:nvSpPr>
          <p:cNvPr id="501" name="Google Shape;501;p41"/>
          <p:cNvSpPr/>
          <p:nvPr/>
        </p:nvSpPr>
        <p:spPr>
          <a:xfrm>
            <a:off x="571500" y="3810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CAA0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2"/>
          <p:cNvSpPr txBox="1"/>
          <p:nvPr/>
        </p:nvSpPr>
        <p:spPr>
          <a:xfrm>
            <a:off x="3070621" y="2366069"/>
            <a:ext cx="6050756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3270</TotalTime>
  <Words>3886</Words>
  <Application>Microsoft Office PowerPoint</Application>
  <PresentationFormat>Widescreen</PresentationFormat>
  <Paragraphs>594</Paragraphs>
  <Slides>78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6" baseType="lpstr">
      <vt:lpstr>Calibri</vt:lpstr>
      <vt:lpstr>Poppins</vt:lpstr>
      <vt:lpstr>Arial</vt:lpstr>
      <vt:lpstr>DM Sans Medium</vt:lpstr>
      <vt:lpstr>DM Sans</vt:lpstr>
      <vt:lpstr>Lato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XPS 9370</dc:creator>
  <cp:lastModifiedBy>Sophia BUI</cp:lastModifiedBy>
  <cp:revision>2</cp:revision>
  <dcterms:modified xsi:type="dcterms:W3CDTF">2026-05-16T05:43:41Z</dcterms:modified>
</cp:coreProperties>
</file>