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1" r:id="rId17"/>
    <p:sldId id="298" r:id="rId18"/>
    <p:sldId id="299" r:id="rId19"/>
    <p:sldId id="309" r:id="rId20"/>
    <p:sldId id="310" r:id="rId21"/>
    <p:sldId id="312" r:id="rId22"/>
    <p:sldId id="313" r:id="rId23"/>
    <p:sldId id="296" r:id="rId24"/>
    <p:sldId id="271" r:id="rId25"/>
    <p:sldId id="301" r:id="rId26"/>
    <p:sldId id="305" r:id="rId27"/>
    <p:sldId id="300" r:id="rId28"/>
    <p:sldId id="304" r:id="rId29"/>
    <p:sldId id="302" r:id="rId30"/>
    <p:sldId id="303" r:id="rId31"/>
    <p:sldId id="272" r:id="rId32"/>
    <p:sldId id="306" r:id="rId33"/>
    <p:sldId id="292" r:id="rId34"/>
    <p:sldId id="315" r:id="rId35"/>
    <p:sldId id="293" r:id="rId36"/>
    <p:sldId id="294" r:id="rId37"/>
    <p:sldId id="295" r:id="rId38"/>
    <p:sldId id="318" r:id="rId39"/>
    <p:sldId id="319" r:id="rId40"/>
    <p:sldId id="320" r:id="rId41"/>
    <p:sldId id="321" r:id="rId42"/>
    <p:sldId id="273" r:id="rId43"/>
    <p:sldId id="322" r:id="rId44"/>
    <p:sldId id="274" r:id="rId45"/>
    <p:sldId id="323" r:id="rId46"/>
    <p:sldId id="277" r:id="rId47"/>
    <p:sldId id="278" r:id="rId48"/>
    <p:sldId id="279" r:id="rId49"/>
    <p:sldId id="275" r:id="rId50"/>
    <p:sldId id="324" r:id="rId51"/>
    <p:sldId id="325" r:id="rId52"/>
    <p:sldId id="326" r:id="rId53"/>
    <p:sldId id="280" r:id="rId54"/>
    <p:sldId id="281" r:id="rId55"/>
    <p:sldId id="282" r:id="rId56"/>
    <p:sldId id="283" r:id="rId57"/>
    <p:sldId id="284" r:id="rId58"/>
    <p:sldId id="285" r:id="rId59"/>
    <p:sldId id="286" r:id="rId60"/>
    <p:sldId id="287" r:id="rId61"/>
    <p:sldId id="288" r:id="rId62"/>
    <p:sldId id="289" r:id="rId63"/>
  </p:sldIdLst>
  <p:sldSz cx="12192000" cy="6858000"/>
  <p:notesSz cx="6858000" cy="9144000"/>
  <p:embeddedFontLst>
    <p:embeddedFont>
      <p:font typeface="DM Sans" pitchFamily="2" charset="0"/>
      <p:regular r:id="rId65"/>
      <p:bold r:id="rId66"/>
      <p:italic r:id="rId67"/>
      <p:boldItalic r:id="rId68"/>
    </p:embeddedFont>
    <p:embeddedFont>
      <p:font typeface="DM Sans Medium" pitchFamily="2" charset="0"/>
      <p:regular r:id="rId69"/>
      <p:bold r:id="rId70"/>
      <p:italic r:id="rId71"/>
      <p:boldItalic r:id="rId72"/>
    </p:embeddedFont>
    <p:embeddedFont>
      <p:font typeface="Merriweather" panose="00000500000000000000" pitchFamily="2" charset="0"/>
      <p:regular r:id="rId73"/>
      <p:bold r:id="rId74"/>
      <p:italic r:id="rId75"/>
      <p:boldItalic r:id="rId76"/>
    </p:embeddedFont>
    <p:embeddedFont>
      <p:font typeface="Urbanist"/>
      <p:regular r:id="rId77"/>
      <p:bold r:id="rId78"/>
      <p:italic r:id="rId79"/>
      <p:boldItalic r:id="rId80"/>
    </p:embeddedFont>
    <p:embeddedFont>
      <p:font typeface="Urbanist Medium"/>
      <p:regular r:id="rId81"/>
      <p:bold r:id="rId82"/>
      <p:italic r:id="rId83"/>
      <p:boldItalic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76" Type="http://schemas.openxmlformats.org/officeDocument/2006/relationships/font" Target="fonts/font12.fntdata"/><Relationship Id="rId84" Type="http://schemas.openxmlformats.org/officeDocument/2006/relationships/font" Target="fonts/font20.fntdata"/><Relationship Id="rId89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79" Type="http://schemas.openxmlformats.org/officeDocument/2006/relationships/font" Target="fonts/font15.fntdata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18.fntdata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font" Target="fonts/font16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83" Type="http://schemas.openxmlformats.org/officeDocument/2006/relationships/font" Target="fonts/font19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font" Target="fonts/font14.fntdata"/><Relationship Id="rId81" Type="http://schemas.openxmlformats.org/officeDocument/2006/relationships/font" Target="fonts/font17.fntdata"/><Relationship Id="rId86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BE58550D-8E23-4583-8E07-07830BA2D7C5}"/>
    <pc:docChg chg="undo redo custSel addSld delSld modSld sldOrd">
      <pc:chgData name="Sophia BUI" userId="5388e7d4eb368e7c" providerId="LiveId" clId="{BE58550D-8E23-4583-8E07-07830BA2D7C5}" dt="2026-05-12T13:38:31.133" v="2241"/>
      <pc:docMkLst>
        <pc:docMk/>
      </pc:docMkLst>
      <pc:sldChg chg="modSp mod">
        <pc:chgData name="Sophia BUI" userId="5388e7d4eb368e7c" providerId="LiveId" clId="{BE58550D-8E23-4583-8E07-07830BA2D7C5}" dt="2026-05-12T10:48:52.734" v="2003" actId="1076"/>
        <pc:sldMkLst>
          <pc:docMk/>
          <pc:sldMk cId="0" sldId="256"/>
        </pc:sldMkLst>
        <pc:spChg chg="mod">
          <ac:chgData name="Sophia BUI" userId="5388e7d4eb368e7c" providerId="LiveId" clId="{BE58550D-8E23-4583-8E07-07830BA2D7C5}" dt="2026-05-12T10:48:52.734" v="2003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Sophia BUI" userId="5388e7d4eb368e7c" providerId="LiveId" clId="{BE58550D-8E23-4583-8E07-07830BA2D7C5}" dt="2026-05-12T10:48:24.183" v="2000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Sophia BUI" userId="5388e7d4eb368e7c" providerId="LiveId" clId="{BE58550D-8E23-4583-8E07-07830BA2D7C5}" dt="2026-05-12T10:47:58.593" v="1970" actId="207"/>
          <ac:spMkLst>
            <pc:docMk/>
            <pc:sldMk cId="0" sldId="256"/>
            <ac:spMk id="88" creationId="{00000000-0000-0000-0000-000000000000}"/>
          </ac:spMkLst>
        </pc:spChg>
        <pc:picChg chg="mod">
          <ac:chgData name="Sophia BUI" userId="5388e7d4eb368e7c" providerId="LiveId" clId="{BE58550D-8E23-4583-8E07-07830BA2D7C5}" dt="2026-05-12T10:48:40.372" v="2001" actId="1076"/>
          <ac:picMkLst>
            <pc:docMk/>
            <pc:sldMk cId="0" sldId="256"/>
            <ac:picMk id="85" creationId="{00000000-0000-0000-0000-000000000000}"/>
          </ac:picMkLst>
        </pc:picChg>
      </pc:sldChg>
      <pc:sldChg chg="delSp modSp mod">
        <pc:chgData name="Sophia BUI" userId="5388e7d4eb368e7c" providerId="LiveId" clId="{BE58550D-8E23-4583-8E07-07830BA2D7C5}" dt="2026-05-12T10:54:15.540" v="2061" actId="20577"/>
        <pc:sldMkLst>
          <pc:docMk/>
          <pc:sldMk cId="0" sldId="257"/>
        </pc:sldMkLst>
        <pc:spChg chg="del mod">
          <ac:chgData name="Sophia BUI" userId="5388e7d4eb368e7c" providerId="LiveId" clId="{BE58550D-8E23-4583-8E07-07830BA2D7C5}" dt="2026-05-12T08:09:10.831" v="28"/>
          <ac:spMkLst>
            <pc:docMk/>
            <pc:sldMk cId="0" sldId="257"/>
            <ac:spMk id="95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4:15.540" v="2061" actId="20577"/>
          <ac:spMkLst>
            <pc:docMk/>
            <pc:sldMk cId="0" sldId="257"/>
            <ac:spMk id="9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9:10.831" v="30"/>
          <ac:spMkLst>
            <pc:docMk/>
            <pc:sldMk cId="0" sldId="257"/>
            <ac:spMk id="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7:45.988" v="9" actId="478"/>
          <ac:spMkLst>
            <pc:docMk/>
            <pc:sldMk cId="0" sldId="257"/>
            <ac:spMk id="98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9:10.832" v="34"/>
          <ac:spMkLst>
            <pc:docMk/>
            <pc:sldMk cId="0" sldId="257"/>
            <ac:spMk id="99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7:53.632" v="12" actId="478"/>
          <ac:spMkLst>
            <pc:docMk/>
            <pc:sldMk cId="0" sldId="257"/>
            <ac:spMk id="100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9:10.832" v="32"/>
          <ac:spMkLst>
            <pc:docMk/>
            <pc:sldMk cId="0" sldId="257"/>
            <ac:spMk id="101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8:01.638" v="15" actId="478"/>
          <ac:spMkLst>
            <pc:docMk/>
            <pc:sldMk cId="0" sldId="257"/>
            <ac:spMk id="102" creationId="{00000000-0000-0000-0000-000000000000}"/>
          </ac:spMkLst>
        </pc:spChg>
        <pc:picChg chg="del">
          <ac:chgData name="Sophia BUI" userId="5388e7d4eb368e7c" providerId="LiveId" clId="{BE58550D-8E23-4583-8E07-07830BA2D7C5}" dt="2026-05-12T10:53:52.628" v="2042" actId="478"/>
          <ac:picMkLst>
            <pc:docMk/>
            <pc:sldMk cId="0" sldId="257"/>
            <ac:picMk id="94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0:53:50.411" v="2041" actId="478"/>
          <ac:picMkLst>
            <pc:docMk/>
            <pc:sldMk cId="0" sldId="257"/>
            <ac:picMk id="103" creationId="{00000000-0000-0000-0000-000000000000}"/>
          </ac:picMkLst>
        </pc:picChg>
      </pc:sldChg>
      <pc:sldChg chg="delSp modSp mod">
        <pc:chgData name="Sophia BUI" userId="5388e7d4eb368e7c" providerId="LiveId" clId="{BE58550D-8E23-4583-8E07-07830BA2D7C5}" dt="2026-05-12T08:10:37.529" v="52"/>
        <pc:sldMkLst>
          <pc:docMk/>
          <pc:sldMk cId="0" sldId="258"/>
        </pc:sldMkLst>
        <pc:spChg chg="mod">
          <ac:chgData name="Sophia BUI" userId="5388e7d4eb368e7c" providerId="LiveId" clId="{BE58550D-8E23-4583-8E07-07830BA2D7C5}" dt="2026-05-12T08:09:30.538" v="37" actId="403"/>
          <ac:spMkLst>
            <pc:docMk/>
            <pc:sldMk cId="0" sldId="258"/>
            <ac:spMk id="111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0:37.528" v="50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Sophia BUI" userId="5388e7d4eb368e7c" providerId="LiveId" clId="{BE58550D-8E23-4583-8E07-07830BA2D7C5}" dt="2026-05-12T08:10:34.774" v="48" actId="1076"/>
          <ac:spMkLst>
            <pc:docMk/>
            <pc:sldMk cId="0" sldId="258"/>
            <ac:spMk id="1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0:37.529" v="52"/>
          <ac:spMkLst>
            <pc:docMk/>
            <pc:sldMk cId="0" sldId="258"/>
            <ac:spMk id="114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09:51.837" v="39" actId="478"/>
          <ac:spMkLst>
            <pc:docMk/>
            <pc:sldMk cId="0" sldId="258"/>
            <ac:spMk id="115" creationId="{00000000-0000-0000-0000-000000000000}"/>
          </ac:spMkLst>
        </pc:spChg>
        <pc:picChg chg="mod">
          <ac:chgData name="Sophia BUI" userId="5388e7d4eb368e7c" providerId="LiveId" clId="{BE58550D-8E23-4583-8E07-07830BA2D7C5}" dt="2026-05-12T08:09:18.581" v="35" actId="1076"/>
          <ac:picMkLst>
            <pc:docMk/>
            <pc:sldMk cId="0" sldId="258"/>
            <ac:picMk id="110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59"/>
        </pc:sldMkLst>
      </pc:sldChg>
      <pc:sldChg chg="modSp mod">
        <pc:chgData name="Sophia BUI" userId="5388e7d4eb368e7c" providerId="LiveId" clId="{BE58550D-8E23-4583-8E07-07830BA2D7C5}" dt="2026-05-12T08:11:44.994" v="54" actId="403"/>
        <pc:sldMkLst>
          <pc:docMk/>
          <pc:sldMk cId="0" sldId="260"/>
        </pc:sldMkLst>
        <pc:spChg chg="mod">
          <ac:chgData name="Sophia BUI" userId="5388e7d4eb368e7c" providerId="LiveId" clId="{BE58550D-8E23-4583-8E07-07830BA2D7C5}" dt="2026-05-12T08:11:44.994" v="54" actId="403"/>
          <ac:spMkLst>
            <pc:docMk/>
            <pc:sldMk cId="0" sldId="260"/>
            <ac:spMk id="132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2T08:12:07.753" v="56" actId="403"/>
        <pc:sldMkLst>
          <pc:docMk/>
          <pc:sldMk cId="0" sldId="261"/>
        </pc:sldMkLst>
        <pc:spChg chg="mod">
          <ac:chgData name="Sophia BUI" userId="5388e7d4eb368e7c" providerId="LiveId" clId="{BE58550D-8E23-4583-8E07-07830BA2D7C5}" dt="2026-05-12T08:12:07.753" v="56" actId="403"/>
          <ac:spMkLst>
            <pc:docMk/>
            <pc:sldMk cId="0" sldId="261"/>
            <ac:spMk id="147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2T08:12:21.558" v="58" actId="403"/>
        <pc:sldMkLst>
          <pc:docMk/>
          <pc:sldMk cId="0" sldId="262"/>
        </pc:sldMkLst>
        <pc:spChg chg="mod">
          <ac:chgData name="Sophia BUI" userId="5388e7d4eb368e7c" providerId="LiveId" clId="{BE58550D-8E23-4583-8E07-07830BA2D7C5}" dt="2026-05-12T08:12:21.558" v="58" actId="403"/>
          <ac:spMkLst>
            <pc:docMk/>
            <pc:sldMk cId="0" sldId="262"/>
            <ac:spMk id="161" creationId="{00000000-0000-0000-0000-000000000000}"/>
          </ac:spMkLst>
        </pc:spChg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63"/>
        </pc:sldMkLst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64"/>
        </pc:sldMkLst>
      </pc:sldChg>
      <pc:sldChg chg="addSp delSp modSp mod">
        <pc:chgData name="Sophia BUI" userId="5388e7d4eb368e7c" providerId="LiveId" clId="{BE58550D-8E23-4583-8E07-07830BA2D7C5}" dt="2026-05-12T10:58:52.856" v="2102" actId="1076"/>
        <pc:sldMkLst>
          <pc:docMk/>
          <pc:sldMk cId="0" sldId="265"/>
        </pc:sldMkLst>
        <pc:spChg chg="del mod">
          <ac:chgData name="Sophia BUI" userId="5388e7d4eb368e7c" providerId="LiveId" clId="{BE58550D-8E23-4583-8E07-07830BA2D7C5}" dt="2026-05-12T10:58:45.083" v="2094"/>
          <ac:spMkLst>
            <pc:docMk/>
            <pc:sldMk cId="0" sldId="265"/>
            <ac:spMk id="201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0:58:45.084" v="2096"/>
          <ac:spMkLst>
            <pc:docMk/>
            <pc:sldMk cId="0" sldId="265"/>
            <ac:spMk id="20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0:58:45.084" v="2098"/>
          <ac:spMkLst>
            <pc:docMk/>
            <pc:sldMk cId="0" sldId="265"/>
            <ac:spMk id="205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8:29.562" v="2088" actId="1076"/>
          <ac:spMkLst>
            <pc:docMk/>
            <pc:sldMk cId="0" sldId="265"/>
            <ac:spMk id="20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0:58:45.084" v="2100"/>
          <ac:spMkLst>
            <pc:docMk/>
            <pc:sldMk cId="0" sldId="265"/>
            <ac:spMk id="207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8:29.562" v="2088" actId="1076"/>
          <ac:spMkLst>
            <pc:docMk/>
            <pc:sldMk cId="0" sldId="265"/>
            <ac:spMk id="208" creationId="{00000000-0000-0000-0000-000000000000}"/>
          </ac:spMkLst>
        </pc:spChg>
        <pc:spChg chg="mod">
          <ac:chgData name="Sophia BUI" userId="5388e7d4eb368e7c" providerId="LiveId" clId="{BE58550D-8E23-4583-8E07-07830BA2D7C5}" dt="2026-05-12T08:13:26.991" v="82" actId="20577"/>
          <ac:spMkLst>
            <pc:docMk/>
            <pc:sldMk cId="0" sldId="265"/>
            <ac:spMk id="210" creationId="{00000000-0000-0000-0000-000000000000}"/>
          </ac:spMkLst>
        </pc:spChg>
        <pc:picChg chg="del mod">
          <ac:chgData name="Sophia BUI" userId="5388e7d4eb368e7c" providerId="LiveId" clId="{BE58550D-8E23-4583-8E07-07830BA2D7C5}" dt="2026-05-12T10:55:51.265" v="2075" actId="478"/>
          <ac:picMkLst>
            <pc:docMk/>
            <pc:sldMk cId="0" sldId="265"/>
            <ac:picMk id="200" creationId="{00000000-0000-0000-0000-000000000000}"/>
          </ac:picMkLst>
        </pc:picChg>
        <pc:picChg chg="add del mod">
          <ac:chgData name="Sophia BUI" userId="5388e7d4eb368e7c" providerId="LiveId" clId="{BE58550D-8E23-4583-8E07-07830BA2D7C5}" dt="2026-05-12T10:57:53.448" v="2080" actId="478"/>
          <ac:picMkLst>
            <pc:docMk/>
            <pc:sldMk cId="0" sldId="265"/>
            <ac:picMk id="209" creationId="{00000000-0000-0000-0000-000000000000}"/>
          </ac:picMkLst>
        </pc:picChg>
        <pc:picChg chg="add mod">
          <ac:chgData name="Sophia BUI" userId="5388e7d4eb368e7c" providerId="LiveId" clId="{BE58550D-8E23-4583-8E07-07830BA2D7C5}" dt="2026-05-12T10:58:52.856" v="2102" actId="1076"/>
          <ac:picMkLst>
            <pc:docMk/>
            <pc:sldMk cId="0" sldId="265"/>
            <ac:picMk id="3074" creationId="{F666E5F6-C42F-07A1-74E6-06A61B5B0E81}"/>
          </ac:picMkLst>
        </pc:picChg>
      </pc:sldChg>
      <pc:sldChg chg="modSp mod">
        <pc:chgData name="Sophia BUI" userId="5388e7d4eb368e7c" providerId="LiveId" clId="{BE58550D-8E23-4583-8E07-07830BA2D7C5}" dt="2026-05-12T08:05:42.163" v="4" actId="20577"/>
        <pc:sldMkLst>
          <pc:docMk/>
          <pc:sldMk cId="0" sldId="266"/>
        </pc:sldMkLst>
        <pc:spChg chg="mod">
          <ac:chgData name="Sophia BUI" userId="5388e7d4eb368e7c" providerId="LiveId" clId="{BE58550D-8E23-4583-8E07-07830BA2D7C5}" dt="2026-05-12T08:05:42.163" v="4" actId="20577"/>
          <ac:spMkLst>
            <pc:docMk/>
            <pc:sldMk cId="0" sldId="266"/>
            <ac:spMk id="228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2T08:13:50.827" v="103" actId="20577"/>
        <pc:sldMkLst>
          <pc:docMk/>
          <pc:sldMk cId="0" sldId="267"/>
        </pc:sldMkLst>
        <pc:spChg chg="mod">
          <ac:chgData name="Sophia BUI" userId="5388e7d4eb368e7c" providerId="LiveId" clId="{BE58550D-8E23-4583-8E07-07830BA2D7C5}" dt="2026-05-12T08:13:50.827" v="103" actId="20577"/>
          <ac:spMkLst>
            <pc:docMk/>
            <pc:sldMk cId="0" sldId="267"/>
            <ac:spMk id="241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2T08:14:10.165" v="105" actId="14100"/>
        <pc:sldMkLst>
          <pc:docMk/>
          <pc:sldMk cId="0" sldId="268"/>
        </pc:sldMkLst>
        <pc:spChg chg="mod">
          <ac:chgData name="Sophia BUI" userId="5388e7d4eb368e7c" providerId="LiveId" clId="{BE58550D-8E23-4583-8E07-07830BA2D7C5}" dt="2026-05-12T08:14:10.165" v="105" actId="14100"/>
          <ac:spMkLst>
            <pc:docMk/>
            <pc:sldMk cId="0" sldId="268"/>
            <ac:spMk id="249" creationId="{00000000-0000-0000-0000-000000000000}"/>
          </ac:spMkLst>
        </pc:spChg>
      </pc:sldChg>
      <pc:sldChg chg="addSp delSp modSp mod">
        <pc:chgData name="Sophia BUI" userId="5388e7d4eb368e7c" providerId="LiveId" clId="{BE58550D-8E23-4583-8E07-07830BA2D7C5}" dt="2026-05-12T10:38:12.184" v="1789" actId="1076"/>
        <pc:sldMkLst>
          <pc:docMk/>
          <pc:sldMk cId="0" sldId="269"/>
        </pc:sldMkLst>
        <pc:spChg chg="mod">
          <ac:chgData name="Sophia BUI" userId="5388e7d4eb368e7c" providerId="LiveId" clId="{BE58550D-8E23-4583-8E07-07830BA2D7C5}" dt="2026-05-12T08:14:26.856" v="107" actId="403"/>
          <ac:spMkLst>
            <pc:docMk/>
            <pc:sldMk cId="0" sldId="269"/>
            <ac:spMk id="25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3:50.428" v="157"/>
          <ac:spMkLst>
            <pc:docMk/>
            <pc:sldMk cId="0" sldId="269"/>
            <ac:spMk id="257" creationId="{00000000-0000-0000-0000-000000000000}"/>
          </ac:spMkLst>
        </pc:spChg>
        <pc:spChg chg="mod">
          <ac:chgData name="Sophia BUI" userId="5388e7d4eb368e7c" providerId="LiveId" clId="{BE58550D-8E23-4583-8E07-07830BA2D7C5}" dt="2026-05-12T10:34:15.816" v="1786" actId="20577"/>
          <ac:spMkLst>
            <pc:docMk/>
            <pc:sldMk cId="0" sldId="269"/>
            <ac:spMk id="258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3:50.429" v="159"/>
          <ac:spMkLst>
            <pc:docMk/>
            <pc:sldMk cId="0" sldId="269"/>
            <ac:spMk id="259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2:42.619" v="134" actId="478"/>
          <ac:spMkLst>
            <pc:docMk/>
            <pc:sldMk cId="0" sldId="269"/>
            <ac:spMk id="260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3:50.429" v="161"/>
          <ac:spMkLst>
            <pc:docMk/>
            <pc:sldMk cId="0" sldId="269"/>
            <ac:spMk id="261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2:53.731" v="138" actId="478"/>
          <ac:spMkLst>
            <pc:docMk/>
            <pc:sldMk cId="0" sldId="269"/>
            <ac:spMk id="262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3:50.430" v="163"/>
          <ac:spMkLst>
            <pc:docMk/>
            <pc:sldMk cId="0" sldId="269"/>
            <ac:spMk id="26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23:01.018" v="141" actId="478"/>
          <ac:spMkLst>
            <pc:docMk/>
            <pc:sldMk cId="0" sldId="269"/>
            <ac:spMk id="264" creationId="{00000000-0000-0000-0000-000000000000}"/>
          </ac:spMkLst>
        </pc:spChg>
        <pc:picChg chg="del">
          <ac:chgData name="Sophia BUI" userId="5388e7d4eb368e7c" providerId="LiveId" clId="{BE58550D-8E23-4583-8E07-07830BA2D7C5}" dt="2026-05-12T10:32:55.648" v="1766" actId="478"/>
          <ac:picMkLst>
            <pc:docMk/>
            <pc:sldMk cId="0" sldId="269"/>
            <ac:picMk id="255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0:38:04.145" v="1787" actId="478"/>
          <ac:picMkLst>
            <pc:docMk/>
            <pc:sldMk cId="0" sldId="269"/>
            <ac:picMk id="265" creationId="{00000000-0000-0000-0000-000000000000}"/>
          </ac:picMkLst>
        </pc:picChg>
        <pc:picChg chg="add mod">
          <ac:chgData name="Sophia BUI" userId="5388e7d4eb368e7c" providerId="LiveId" clId="{BE58550D-8E23-4583-8E07-07830BA2D7C5}" dt="2026-05-12T10:38:12.184" v="1789" actId="1076"/>
          <ac:picMkLst>
            <pc:docMk/>
            <pc:sldMk cId="0" sldId="269"/>
            <ac:picMk id="1026" creationId="{7A14648D-E081-8914-E343-D01469AE43E0}"/>
          </ac:picMkLst>
        </pc:picChg>
      </pc:sldChg>
      <pc:sldChg chg="addSp delSp modSp mod">
        <pc:chgData name="Sophia BUI" userId="5388e7d4eb368e7c" providerId="LiveId" clId="{BE58550D-8E23-4583-8E07-07830BA2D7C5}" dt="2026-05-12T11:01:01.027" v="2105" actId="14100"/>
        <pc:sldMkLst>
          <pc:docMk/>
          <pc:sldMk cId="0" sldId="270"/>
        </pc:sldMkLst>
        <pc:spChg chg="mod">
          <ac:chgData name="Sophia BUI" userId="5388e7d4eb368e7c" providerId="LiveId" clId="{BE58550D-8E23-4583-8E07-07830BA2D7C5}" dt="2026-05-12T11:00:56.746" v="2104" actId="14100"/>
          <ac:spMkLst>
            <pc:docMk/>
            <pc:sldMk cId="0" sldId="270"/>
            <ac:spMk id="27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5:57.257" v="128"/>
          <ac:spMkLst>
            <pc:docMk/>
            <pc:sldMk cId="0" sldId="270"/>
            <ac:spMk id="274" creationId="{00000000-0000-0000-0000-000000000000}"/>
          </ac:spMkLst>
        </pc:spChg>
        <pc:spChg chg="mod">
          <ac:chgData name="Sophia BUI" userId="5388e7d4eb368e7c" providerId="LiveId" clId="{BE58550D-8E23-4583-8E07-07830BA2D7C5}" dt="2026-05-12T11:01:01.027" v="2105" actId="14100"/>
          <ac:spMkLst>
            <pc:docMk/>
            <pc:sldMk cId="0" sldId="270"/>
            <ac:spMk id="275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5:57.258" v="130"/>
          <ac:spMkLst>
            <pc:docMk/>
            <pc:sldMk cId="0" sldId="270"/>
            <ac:spMk id="27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5:01.314" v="113" actId="478"/>
          <ac:spMkLst>
            <pc:docMk/>
            <pc:sldMk cId="0" sldId="270"/>
            <ac:spMk id="277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5:57.258" v="132"/>
          <ac:spMkLst>
            <pc:docMk/>
            <pc:sldMk cId="0" sldId="270"/>
            <ac:spMk id="278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15:12.967" v="117" actId="478"/>
          <ac:spMkLst>
            <pc:docMk/>
            <pc:sldMk cId="0" sldId="270"/>
            <ac:spMk id="279" creationId="{00000000-0000-0000-0000-000000000000}"/>
          </ac:spMkLst>
        </pc:spChg>
        <pc:spChg chg="mod">
          <ac:chgData name="Sophia BUI" userId="5388e7d4eb368e7c" providerId="LiveId" clId="{BE58550D-8E23-4583-8E07-07830BA2D7C5}" dt="2026-05-12T10:21:24.083" v="1624" actId="20577"/>
          <ac:spMkLst>
            <pc:docMk/>
            <pc:sldMk cId="0" sldId="270"/>
            <ac:spMk id="281" creationId="{00000000-0000-0000-0000-000000000000}"/>
          </ac:spMkLst>
        </pc:spChg>
        <pc:picChg chg="del">
          <ac:chgData name="Sophia BUI" userId="5388e7d4eb368e7c" providerId="LiveId" clId="{BE58550D-8E23-4583-8E07-07830BA2D7C5}" dt="2026-05-12T08:27:30.604" v="173" actId="478"/>
          <ac:picMkLst>
            <pc:docMk/>
            <pc:sldMk cId="0" sldId="270"/>
            <ac:picMk id="3" creationId="{95257883-268D-CDA4-658B-D924372AF6E3}"/>
          </ac:picMkLst>
        </pc:picChg>
        <pc:picChg chg="add del mod">
          <ac:chgData name="Sophia BUI" userId="5388e7d4eb368e7c" providerId="LiveId" clId="{BE58550D-8E23-4583-8E07-07830BA2D7C5}" dt="2026-05-12T11:00:49.883" v="2103" actId="478"/>
          <ac:picMkLst>
            <pc:docMk/>
            <pc:sldMk cId="0" sldId="270"/>
            <ac:picMk id="4" creationId="{ABB89D40-A466-BE54-BA76-B5DA1EB54BEC}"/>
          </ac:picMkLst>
        </pc:picChg>
        <pc:picChg chg="add mod ord">
          <ac:chgData name="Sophia BUI" userId="5388e7d4eb368e7c" providerId="LiveId" clId="{BE58550D-8E23-4583-8E07-07830BA2D7C5}" dt="2026-05-12T09:29:00.305" v="957" actId="167"/>
          <ac:picMkLst>
            <pc:docMk/>
            <pc:sldMk cId="0" sldId="270"/>
            <ac:picMk id="5" creationId="{3F2409BB-2D87-D7E4-1466-2E24F68C9B0A}"/>
          </ac:picMkLst>
        </pc:picChg>
        <pc:picChg chg="add del mod">
          <ac:chgData name="Sophia BUI" userId="5388e7d4eb368e7c" providerId="LiveId" clId="{BE58550D-8E23-4583-8E07-07830BA2D7C5}" dt="2026-05-12T10:21:56.725" v="1625"/>
          <ac:picMkLst>
            <pc:docMk/>
            <pc:sldMk cId="0" sldId="270"/>
            <ac:picMk id="271" creationId="{00000000-0000-0000-0000-000000000000}"/>
          </ac:picMkLst>
        </pc:picChg>
      </pc:sldChg>
      <pc:sldChg chg="modSp mod ord modNotes">
        <pc:chgData name="Sophia BUI" userId="5388e7d4eb368e7c" providerId="LiveId" clId="{BE58550D-8E23-4583-8E07-07830BA2D7C5}" dt="2026-05-12T09:16:33.104" v="810" actId="20577"/>
        <pc:sldMkLst>
          <pc:docMk/>
          <pc:sldMk cId="0" sldId="271"/>
        </pc:sldMkLst>
        <pc:spChg chg="mod">
          <ac:chgData name="Sophia BUI" userId="5388e7d4eb368e7c" providerId="LiveId" clId="{BE58550D-8E23-4583-8E07-07830BA2D7C5}" dt="2026-05-12T09:16:33.104" v="810" actId="20577"/>
          <ac:spMkLst>
            <pc:docMk/>
            <pc:sldMk cId="0" sldId="271"/>
            <ac:spMk id="294" creationId="{00000000-0000-0000-0000-000000000000}"/>
          </ac:spMkLst>
        </pc:spChg>
      </pc:sldChg>
      <pc:sldChg chg="modSp mod ord modNotes">
        <pc:chgData name="Sophia BUI" userId="5388e7d4eb368e7c" providerId="LiveId" clId="{BE58550D-8E23-4583-8E07-07830BA2D7C5}" dt="2026-05-12T11:04:50.478" v="2175" actId="20577"/>
        <pc:sldMkLst>
          <pc:docMk/>
          <pc:sldMk cId="0" sldId="272"/>
        </pc:sldMkLst>
        <pc:spChg chg="mod">
          <ac:chgData name="Sophia BUI" userId="5388e7d4eb368e7c" providerId="LiveId" clId="{BE58550D-8E23-4583-8E07-07830BA2D7C5}" dt="2026-05-12T09:04:56.432" v="723" actId="403"/>
          <ac:spMkLst>
            <pc:docMk/>
            <pc:sldMk cId="0" sldId="272"/>
            <ac:spMk id="300" creationId="{00000000-0000-0000-0000-000000000000}"/>
          </ac:spMkLst>
        </pc:spChg>
        <pc:spChg chg="mod">
          <ac:chgData name="Sophia BUI" userId="5388e7d4eb368e7c" providerId="LiveId" clId="{BE58550D-8E23-4583-8E07-07830BA2D7C5}" dt="2026-05-12T11:04:50.478" v="2175" actId="20577"/>
          <ac:spMkLst>
            <pc:docMk/>
            <pc:sldMk cId="0" sldId="272"/>
            <ac:spMk id="305" creationId="{00000000-0000-0000-0000-000000000000}"/>
          </ac:spMkLst>
        </pc:spChg>
      </pc:sldChg>
      <pc:sldChg chg="modSp mod ord">
        <pc:chgData name="Sophia BUI" userId="5388e7d4eb368e7c" providerId="LiveId" clId="{BE58550D-8E23-4583-8E07-07830BA2D7C5}" dt="2026-05-12T10:22:33.547" v="1636"/>
        <pc:sldMkLst>
          <pc:docMk/>
          <pc:sldMk cId="0" sldId="273"/>
        </pc:sldMkLst>
        <pc:spChg chg="mod">
          <ac:chgData name="Sophia BUI" userId="5388e7d4eb368e7c" providerId="LiveId" clId="{BE58550D-8E23-4583-8E07-07830BA2D7C5}" dt="2026-05-12T10:22:19.249" v="1635" actId="20577"/>
          <ac:spMkLst>
            <pc:docMk/>
            <pc:sldMk cId="0" sldId="273"/>
            <ac:spMk id="318" creationId="{00000000-0000-0000-0000-000000000000}"/>
          </ac:spMkLst>
        </pc:spChg>
        <pc:picChg chg="mod">
          <ac:chgData name="Sophia BUI" userId="5388e7d4eb368e7c" providerId="LiveId" clId="{BE58550D-8E23-4583-8E07-07830BA2D7C5}" dt="2026-05-12T10:22:33.547" v="1636"/>
          <ac:picMkLst>
            <pc:docMk/>
            <pc:sldMk cId="0" sldId="273"/>
            <ac:picMk id="310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74"/>
        </pc:sldMkLst>
      </pc:sldChg>
      <pc:sldChg chg="modSp mod ord modNotes">
        <pc:chgData name="Sophia BUI" userId="5388e7d4eb368e7c" providerId="LiveId" clId="{BE58550D-8E23-4583-8E07-07830BA2D7C5}" dt="2026-05-12T10:26:00.308" v="1715" actId="20577"/>
        <pc:sldMkLst>
          <pc:docMk/>
          <pc:sldMk cId="0" sldId="275"/>
        </pc:sldMkLst>
        <pc:spChg chg="mod">
          <ac:chgData name="Sophia BUI" userId="5388e7d4eb368e7c" providerId="LiveId" clId="{BE58550D-8E23-4583-8E07-07830BA2D7C5}" dt="2026-05-12T10:18:27.372" v="1614" actId="403"/>
          <ac:spMkLst>
            <pc:docMk/>
            <pc:sldMk cId="0" sldId="275"/>
            <ac:spMk id="342" creationId="{00000000-0000-0000-0000-000000000000}"/>
          </ac:spMkLst>
        </pc:spChg>
        <pc:spChg chg="mod">
          <ac:chgData name="Sophia BUI" userId="5388e7d4eb368e7c" providerId="LiveId" clId="{BE58550D-8E23-4583-8E07-07830BA2D7C5}" dt="2026-05-12T10:26:00.308" v="1715" actId="20577"/>
          <ac:spMkLst>
            <pc:docMk/>
            <pc:sldMk cId="0" sldId="275"/>
            <ac:spMk id="351" creationId="{00000000-0000-0000-0000-000000000000}"/>
          </ac:spMkLst>
        </pc:spChg>
        <pc:picChg chg="mod">
          <ac:chgData name="Sophia BUI" userId="5388e7d4eb368e7c" providerId="LiveId" clId="{BE58550D-8E23-4583-8E07-07830BA2D7C5}" dt="2026-05-12T10:23:38.948" v="1665"/>
          <ac:picMkLst>
            <pc:docMk/>
            <pc:sldMk cId="0" sldId="275"/>
            <ac:picMk id="341" creationId="{00000000-0000-0000-0000-000000000000}"/>
          </ac:picMkLst>
        </pc:picChg>
      </pc:sldChg>
      <pc:sldChg chg="delSp modSp del mod modNotes">
        <pc:chgData name="Sophia BUI" userId="5388e7d4eb368e7c" providerId="LiveId" clId="{BE58550D-8E23-4583-8E07-07830BA2D7C5}" dt="2026-05-12T10:25:52.022" v="1713" actId="2696"/>
        <pc:sldMkLst>
          <pc:docMk/>
          <pc:sldMk cId="0" sldId="276"/>
        </pc:sldMkLst>
        <pc:spChg chg="mod">
          <ac:chgData name="Sophia BUI" userId="5388e7d4eb368e7c" providerId="LiveId" clId="{BE58550D-8E23-4583-8E07-07830BA2D7C5}" dt="2026-05-12T10:24:51.167" v="1680" actId="20577"/>
          <ac:spMkLst>
            <pc:docMk/>
            <pc:sldMk cId="0" sldId="276"/>
            <ac:spMk id="359" creationId="{00000000-0000-0000-0000-000000000000}"/>
          </ac:spMkLst>
        </pc:spChg>
        <pc:picChg chg="del">
          <ac:chgData name="Sophia BUI" userId="5388e7d4eb368e7c" providerId="LiveId" clId="{BE58550D-8E23-4583-8E07-07830BA2D7C5}" dt="2026-05-12T10:25:14.564" v="1682" actId="478"/>
          <ac:picMkLst>
            <pc:docMk/>
            <pc:sldMk cId="0" sldId="276"/>
            <ac:picMk id="356" creationId="{00000000-0000-0000-0000-000000000000}"/>
          </ac:picMkLst>
        </pc:picChg>
        <pc:picChg chg="mod">
          <ac:chgData name="Sophia BUI" userId="5388e7d4eb368e7c" providerId="LiveId" clId="{BE58550D-8E23-4583-8E07-07830BA2D7C5}" dt="2026-05-12T10:25:07.433" v="1681"/>
          <ac:picMkLst>
            <pc:docMk/>
            <pc:sldMk cId="0" sldId="276"/>
            <ac:picMk id="357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77"/>
        </pc:sldMkLst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78"/>
        </pc:sldMkLst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79"/>
        </pc:sldMkLst>
      </pc:sldChg>
      <pc:sldChg chg="modSp mod modNotes">
        <pc:chgData name="Sophia BUI" userId="5388e7d4eb368e7c" providerId="LiveId" clId="{BE58550D-8E23-4583-8E07-07830BA2D7C5}" dt="2026-05-12T10:26:06.515" v="1717" actId="20577"/>
        <pc:sldMkLst>
          <pc:docMk/>
          <pc:sldMk cId="0" sldId="280"/>
        </pc:sldMkLst>
        <pc:spChg chg="mod">
          <ac:chgData name="Sophia BUI" userId="5388e7d4eb368e7c" providerId="LiveId" clId="{BE58550D-8E23-4583-8E07-07830BA2D7C5}" dt="2026-05-12T10:26:06.515" v="1717" actId="20577"/>
          <ac:spMkLst>
            <pc:docMk/>
            <pc:sldMk cId="0" sldId="280"/>
            <ac:spMk id="413" creationId="{00000000-0000-0000-0000-000000000000}"/>
          </ac:spMkLst>
        </pc:spChg>
      </pc:sldChg>
      <pc:sldChg chg="delSp modSp mod modNotes">
        <pc:chgData name="Sophia BUI" userId="5388e7d4eb368e7c" providerId="LiveId" clId="{BE58550D-8E23-4583-8E07-07830BA2D7C5}" dt="2026-05-12T13:38:31.133" v="2241"/>
        <pc:sldMkLst>
          <pc:docMk/>
          <pc:sldMk cId="0" sldId="281"/>
        </pc:sldMkLst>
        <pc:spChg chg="mod">
          <ac:chgData name="Sophia BUI" userId="5388e7d4eb368e7c" providerId="LiveId" clId="{BE58550D-8E23-4583-8E07-07830BA2D7C5}" dt="2026-05-12T13:36:51.140" v="2225" actId="403"/>
          <ac:spMkLst>
            <pc:docMk/>
            <pc:sldMk cId="0" sldId="281"/>
            <ac:spMk id="419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8:31.132" v="2239"/>
          <ac:spMkLst>
            <pc:docMk/>
            <pc:sldMk cId="0" sldId="281"/>
            <ac:spMk id="421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7:57.838" v="2237" actId="2710"/>
          <ac:spMkLst>
            <pc:docMk/>
            <pc:sldMk cId="0" sldId="281"/>
            <ac:spMk id="422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8:31.133" v="2241"/>
          <ac:spMkLst>
            <pc:docMk/>
            <pc:sldMk cId="0" sldId="281"/>
            <ac:spMk id="42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7:33.920" v="2230" actId="478"/>
          <ac:spMkLst>
            <pc:docMk/>
            <pc:sldMk cId="0" sldId="281"/>
            <ac:spMk id="424" creationId="{00000000-0000-0000-0000-000000000000}"/>
          </ac:spMkLst>
        </pc:spChg>
        <pc:picChg chg="mod">
          <ac:chgData name="Sophia BUI" userId="5388e7d4eb368e7c" providerId="LiveId" clId="{BE58550D-8E23-4583-8E07-07830BA2D7C5}" dt="2026-05-12T13:37:10.402" v="2227" actId="1076"/>
          <ac:picMkLst>
            <pc:docMk/>
            <pc:sldMk cId="0" sldId="281"/>
            <ac:picMk id="420" creationId="{00000000-0000-0000-0000-000000000000}"/>
          </ac:picMkLst>
        </pc:picChg>
      </pc:sldChg>
      <pc:sldChg chg="addSp modSp mod modNotes">
        <pc:chgData name="Sophia BUI" userId="5388e7d4eb368e7c" providerId="LiveId" clId="{BE58550D-8E23-4583-8E07-07830BA2D7C5}" dt="2026-05-12T10:53:03.742" v="2040" actId="1076"/>
        <pc:sldMkLst>
          <pc:docMk/>
          <pc:sldMk cId="0" sldId="282"/>
        </pc:sldMkLst>
        <pc:spChg chg="mod">
          <ac:chgData name="Sophia BUI" userId="5388e7d4eb368e7c" providerId="LiveId" clId="{BE58550D-8E23-4583-8E07-07830BA2D7C5}" dt="2026-05-12T10:51:47.634" v="2020" actId="164"/>
          <ac:spMkLst>
            <pc:docMk/>
            <pc:sldMk cId="0" sldId="282"/>
            <ac:spMk id="434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1:47.634" v="2020" actId="164"/>
          <ac:spMkLst>
            <pc:docMk/>
            <pc:sldMk cId="0" sldId="282"/>
            <ac:spMk id="435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1:53.136" v="2021" actId="164"/>
          <ac:spMkLst>
            <pc:docMk/>
            <pc:sldMk cId="0" sldId="282"/>
            <ac:spMk id="436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1:53.136" v="2021" actId="164"/>
          <ac:spMkLst>
            <pc:docMk/>
            <pc:sldMk cId="0" sldId="282"/>
            <ac:spMk id="437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1:59.842" v="2022" actId="164"/>
          <ac:spMkLst>
            <pc:docMk/>
            <pc:sldMk cId="0" sldId="282"/>
            <ac:spMk id="438" creationId="{00000000-0000-0000-0000-000000000000}"/>
          </ac:spMkLst>
        </pc:spChg>
        <pc:spChg chg="mod">
          <ac:chgData name="Sophia BUI" userId="5388e7d4eb368e7c" providerId="LiveId" clId="{BE58550D-8E23-4583-8E07-07830BA2D7C5}" dt="2026-05-12T10:51:59.842" v="2022" actId="164"/>
          <ac:spMkLst>
            <pc:docMk/>
            <pc:sldMk cId="0" sldId="282"/>
            <ac:spMk id="439" creationId="{00000000-0000-0000-0000-000000000000}"/>
          </ac:spMkLst>
        </pc:spChg>
        <pc:grpChg chg="add mod">
          <ac:chgData name="Sophia BUI" userId="5388e7d4eb368e7c" providerId="LiveId" clId="{BE58550D-8E23-4583-8E07-07830BA2D7C5}" dt="2026-05-12T10:52:41.101" v="2032" actId="14100"/>
          <ac:grpSpMkLst>
            <pc:docMk/>
            <pc:sldMk cId="0" sldId="282"/>
            <ac:grpSpMk id="2" creationId="{EB23D915-D0B5-BF62-CB40-80991EDAEAC7}"/>
          </ac:grpSpMkLst>
        </pc:grpChg>
        <pc:grpChg chg="add mod">
          <ac:chgData name="Sophia BUI" userId="5388e7d4eb368e7c" providerId="LiveId" clId="{BE58550D-8E23-4583-8E07-07830BA2D7C5}" dt="2026-05-12T10:52:41.101" v="2032" actId="14100"/>
          <ac:grpSpMkLst>
            <pc:docMk/>
            <pc:sldMk cId="0" sldId="282"/>
            <ac:grpSpMk id="3" creationId="{FB0D1E64-FFF7-231E-D339-0DCB298F1340}"/>
          </ac:grpSpMkLst>
        </pc:grpChg>
        <pc:grpChg chg="add mod">
          <ac:chgData name="Sophia BUI" userId="5388e7d4eb368e7c" providerId="LiveId" clId="{BE58550D-8E23-4583-8E07-07830BA2D7C5}" dt="2026-05-12T10:52:41.101" v="2032" actId="14100"/>
          <ac:grpSpMkLst>
            <pc:docMk/>
            <pc:sldMk cId="0" sldId="282"/>
            <ac:grpSpMk id="4" creationId="{0D3C84B8-95A6-C425-14F3-A6C27A494DE2}"/>
          </ac:grpSpMkLst>
        </pc:grpChg>
        <pc:picChg chg="mod">
          <ac:chgData name="Sophia BUI" userId="5388e7d4eb368e7c" providerId="LiveId" clId="{BE58550D-8E23-4583-8E07-07830BA2D7C5}" dt="2026-05-12T10:53:03.742" v="2040" actId="1076"/>
          <ac:picMkLst>
            <pc:docMk/>
            <pc:sldMk cId="0" sldId="282"/>
            <ac:picMk id="430" creationId="{00000000-0000-0000-0000-000000000000}"/>
          </ac:picMkLst>
        </pc:picChg>
        <pc:picChg chg="mod">
          <ac:chgData name="Sophia BUI" userId="5388e7d4eb368e7c" providerId="LiveId" clId="{BE58550D-8E23-4583-8E07-07830BA2D7C5}" dt="2026-05-12T10:51:47.634" v="2020" actId="164"/>
          <ac:picMkLst>
            <pc:docMk/>
            <pc:sldMk cId="0" sldId="282"/>
            <ac:picMk id="431" creationId="{00000000-0000-0000-0000-000000000000}"/>
          </ac:picMkLst>
        </pc:picChg>
        <pc:picChg chg="mod">
          <ac:chgData name="Sophia BUI" userId="5388e7d4eb368e7c" providerId="LiveId" clId="{BE58550D-8E23-4583-8E07-07830BA2D7C5}" dt="2026-05-12T10:51:53.136" v="2021" actId="164"/>
          <ac:picMkLst>
            <pc:docMk/>
            <pc:sldMk cId="0" sldId="282"/>
            <ac:picMk id="432" creationId="{00000000-0000-0000-0000-000000000000}"/>
          </ac:picMkLst>
        </pc:picChg>
        <pc:picChg chg="mod">
          <ac:chgData name="Sophia BUI" userId="5388e7d4eb368e7c" providerId="LiveId" clId="{BE58550D-8E23-4583-8E07-07830BA2D7C5}" dt="2026-05-12T10:51:59.842" v="2022" actId="164"/>
          <ac:picMkLst>
            <pc:docMk/>
            <pc:sldMk cId="0" sldId="282"/>
            <ac:picMk id="433" creationId="{00000000-0000-0000-0000-000000000000}"/>
          </ac:picMkLst>
        </pc:picChg>
      </pc:sldChg>
      <pc:sldChg chg="delSp modSp mod modNotes">
        <pc:chgData name="Sophia BUI" userId="5388e7d4eb368e7c" providerId="LiveId" clId="{BE58550D-8E23-4583-8E07-07830BA2D7C5}" dt="2026-05-12T13:34:55.798" v="2211" actId="12"/>
        <pc:sldMkLst>
          <pc:docMk/>
          <pc:sldMk cId="0" sldId="283"/>
        </pc:sldMkLst>
        <pc:spChg chg="mod">
          <ac:chgData name="Sophia BUI" userId="5388e7d4eb368e7c" providerId="LiveId" clId="{BE58550D-8E23-4583-8E07-07830BA2D7C5}" dt="2026-05-12T13:34:55.798" v="2211" actId="12"/>
          <ac:spMkLst>
            <pc:docMk/>
            <pc:sldMk cId="0" sldId="283"/>
            <ac:spMk id="44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3:21.813" v="2188" actId="478"/>
          <ac:spMkLst>
            <pc:docMk/>
            <pc:sldMk cId="0" sldId="283"/>
            <ac:spMk id="447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3:29.252" v="2192" actId="478"/>
          <ac:spMkLst>
            <pc:docMk/>
            <pc:sldMk cId="0" sldId="283"/>
            <ac:spMk id="448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3:37.019" v="2195" actId="478"/>
          <ac:spMkLst>
            <pc:docMk/>
            <pc:sldMk cId="0" sldId="283"/>
            <ac:spMk id="449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3:50.451" v="2198" actId="478"/>
          <ac:spMkLst>
            <pc:docMk/>
            <pc:sldMk cId="0" sldId="283"/>
            <ac:spMk id="450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34:01.261" v="2202" actId="478"/>
          <ac:spMkLst>
            <pc:docMk/>
            <pc:sldMk cId="0" sldId="283"/>
            <ac:spMk id="451" creationId="{00000000-0000-0000-0000-000000000000}"/>
          </ac:spMkLst>
        </pc:spChg>
      </pc:sldChg>
      <pc:sldChg chg="modSp mod modNotes">
        <pc:chgData name="Sophia BUI" userId="5388e7d4eb368e7c" providerId="LiveId" clId="{BE58550D-8E23-4583-8E07-07830BA2D7C5}" dt="2026-05-12T13:36:29.858" v="2223" actId="14100"/>
        <pc:sldMkLst>
          <pc:docMk/>
          <pc:sldMk cId="0" sldId="284"/>
        </pc:sldMkLst>
        <pc:spChg chg="mod">
          <ac:chgData name="Sophia BUI" userId="5388e7d4eb368e7c" providerId="LiveId" clId="{BE58550D-8E23-4583-8E07-07830BA2D7C5}" dt="2026-05-12T13:36:19.164" v="2222" actId="403"/>
          <ac:spMkLst>
            <pc:docMk/>
            <pc:sldMk cId="0" sldId="284"/>
            <ac:spMk id="459" creationId="{00000000-0000-0000-0000-000000000000}"/>
          </ac:spMkLst>
        </pc:spChg>
        <pc:picChg chg="mod">
          <ac:chgData name="Sophia BUI" userId="5388e7d4eb368e7c" providerId="LiveId" clId="{BE58550D-8E23-4583-8E07-07830BA2D7C5}" dt="2026-05-12T13:36:29.858" v="2223" actId="14100"/>
          <ac:picMkLst>
            <pc:docMk/>
            <pc:sldMk cId="0" sldId="284"/>
            <ac:picMk id="458" creationId="{00000000-0000-0000-0000-000000000000}"/>
          </ac:picMkLst>
        </pc:picChg>
      </pc:sldChg>
      <pc:sldChg chg="modSp mod modNotes">
        <pc:chgData name="Sophia BUI" userId="5388e7d4eb368e7c" providerId="LiveId" clId="{BE58550D-8E23-4583-8E07-07830BA2D7C5}" dt="2026-05-12T13:35:59.684" v="2220" actId="403"/>
        <pc:sldMkLst>
          <pc:docMk/>
          <pc:sldMk cId="0" sldId="285"/>
        </pc:sldMkLst>
        <pc:spChg chg="mod">
          <ac:chgData name="Sophia BUI" userId="5388e7d4eb368e7c" providerId="LiveId" clId="{BE58550D-8E23-4583-8E07-07830BA2D7C5}" dt="2026-05-12T13:35:59.684" v="2220" actId="403"/>
          <ac:spMkLst>
            <pc:docMk/>
            <pc:sldMk cId="0" sldId="285"/>
            <ac:spMk id="473" creationId="{00000000-0000-0000-0000-000000000000}"/>
          </ac:spMkLst>
        </pc:spChg>
      </pc:sldChg>
      <pc:sldChg chg="modSp mod modNotes">
        <pc:chgData name="Sophia BUI" userId="5388e7d4eb368e7c" providerId="LiveId" clId="{BE58550D-8E23-4583-8E07-07830BA2D7C5}" dt="2026-05-12T13:35:25.704" v="2216" actId="403"/>
        <pc:sldMkLst>
          <pc:docMk/>
          <pc:sldMk cId="0" sldId="286"/>
        </pc:sldMkLst>
        <pc:spChg chg="mod">
          <ac:chgData name="Sophia BUI" userId="5388e7d4eb368e7c" providerId="LiveId" clId="{BE58550D-8E23-4583-8E07-07830BA2D7C5}" dt="2026-05-12T13:35:12.005" v="2213" actId="403"/>
          <ac:spMkLst>
            <pc:docMk/>
            <pc:sldMk cId="0" sldId="286"/>
            <ac:spMk id="487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18.196" v="2215" actId="403"/>
          <ac:spMkLst>
            <pc:docMk/>
            <pc:sldMk cId="0" sldId="286"/>
            <ac:spMk id="488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25.704" v="2216" actId="403"/>
          <ac:spMkLst>
            <pc:docMk/>
            <pc:sldMk cId="0" sldId="286"/>
            <ac:spMk id="490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25.704" v="2216" actId="403"/>
          <ac:spMkLst>
            <pc:docMk/>
            <pc:sldMk cId="0" sldId="286"/>
            <ac:spMk id="492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25.704" v="2216" actId="403"/>
          <ac:spMkLst>
            <pc:docMk/>
            <pc:sldMk cId="0" sldId="286"/>
            <ac:spMk id="494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25.704" v="2216" actId="403"/>
          <ac:spMkLst>
            <pc:docMk/>
            <pc:sldMk cId="0" sldId="286"/>
            <ac:spMk id="496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25.704" v="2216" actId="403"/>
          <ac:spMkLst>
            <pc:docMk/>
            <pc:sldMk cId="0" sldId="286"/>
            <ac:spMk id="498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25.704" v="2216" actId="403"/>
          <ac:spMkLst>
            <pc:docMk/>
            <pc:sldMk cId="0" sldId="286"/>
            <ac:spMk id="500" creationId="{00000000-0000-0000-0000-000000000000}"/>
          </ac:spMkLst>
        </pc:spChg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87"/>
        </pc:sldMkLst>
      </pc:sldChg>
      <pc:sldChg chg="modSp mod modNotes">
        <pc:chgData name="Sophia BUI" userId="5388e7d4eb368e7c" providerId="LiveId" clId="{BE58550D-8E23-4583-8E07-07830BA2D7C5}" dt="2026-05-12T13:35:37.552" v="2218" actId="403"/>
        <pc:sldMkLst>
          <pc:docMk/>
          <pc:sldMk cId="0" sldId="288"/>
        </pc:sldMkLst>
        <pc:spChg chg="mod">
          <ac:chgData name="Sophia BUI" userId="5388e7d4eb368e7c" providerId="LiveId" clId="{BE58550D-8E23-4583-8E07-07830BA2D7C5}" dt="2026-05-12T13:35:37.552" v="2218" actId="403"/>
          <ac:spMkLst>
            <pc:docMk/>
            <pc:sldMk cId="0" sldId="288"/>
            <ac:spMk id="515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37.552" v="2218" actId="403"/>
          <ac:spMkLst>
            <pc:docMk/>
            <pc:sldMk cId="0" sldId="288"/>
            <ac:spMk id="517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37.552" v="2218" actId="403"/>
          <ac:spMkLst>
            <pc:docMk/>
            <pc:sldMk cId="0" sldId="288"/>
            <ac:spMk id="519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5:37.552" v="2218" actId="403"/>
          <ac:spMkLst>
            <pc:docMk/>
            <pc:sldMk cId="0" sldId="288"/>
            <ac:spMk id="521" creationId="{00000000-0000-0000-0000-000000000000}"/>
          </ac:spMkLst>
        </pc:spChg>
      </pc:sldChg>
      <pc:sldChg chg="modNotes">
        <pc:chgData name="Sophia BUI" userId="5388e7d4eb368e7c" providerId="LiveId" clId="{BE58550D-8E23-4583-8E07-07830BA2D7C5}" dt="2026-05-12T09:38:03.607" v="1097"/>
        <pc:sldMkLst>
          <pc:docMk/>
          <pc:sldMk cId="0" sldId="289"/>
        </pc:sldMkLst>
      </pc:sldChg>
      <pc:sldChg chg="del modNotes">
        <pc:chgData name="Sophia BUI" userId="5388e7d4eb368e7c" providerId="LiveId" clId="{BE58550D-8E23-4583-8E07-07830BA2D7C5}" dt="2026-05-12T10:26:23.208" v="1718" actId="2696"/>
        <pc:sldMkLst>
          <pc:docMk/>
          <pc:sldMk cId="0" sldId="290"/>
        </pc:sldMkLst>
      </pc:sldChg>
      <pc:sldChg chg="addSp delSp modSp mod">
        <pc:chgData name="Sophia BUI" userId="5388e7d4eb368e7c" providerId="LiveId" clId="{BE58550D-8E23-4583-8E07-07830BA2D7C5}" dt="2026-05-12T10:49:35.531" v="2004" actId="478"/>
        <pc:sldMkLst>
          <pc:docMk/>
          <pc:sldMk cId="0" sldId="291"/>
        </pc:sldMkLst>
        <pc:spChg chg="add mod">
          <ac:chgData name="Sophia BUI" userId="5388e7d4eb368e7c" providerId="LiveId" clId="{BE58550D-8E23-4583-8E07-07830BA2D7C5}" dt="2026-05-12T08:31:39.549" v="208" actId="1076"/>
          <ac:spMkLst>
            <pc:docMk/>
            <pc:sldMk cId="0" sldId="291"/>
            <ac:spMk id="3" creationId="{F7D07B83-0055-E7BA-F57D-68BD2D058B85}"/>
          </ac:spMkLst>
        </pc:spChg>
        <pc:spChg chg="add mod">
          <ac:chgData name="Sophia BUI" userId="5388e7d4eb368e7c" providerId="LiveId" clId="{BE58550D-8E23-4583-8E07-07830BA2D7C5}" dt="2026-05-12T08:32:49.334" v="212" actId="207"/>
          <ac:spMkLst>
            <pc:docMk/>
            <pc:sldMk cId="0" sldId="291"/>
            <ac:spMk id="4" creationId="{908F208C-D229-87B9-95E7-5CFCA4EAD022}"/>
          </ac:spMkLst>
        </pc:spChg>
        <pc:spChg chg="add mod">
          <ac:chgData name="Sophia BUI" userId="5388e7d4eb368e7c" providerId="LiveId" clId="{BE58550D-8E23-4583-8E07-07830BA2D7C5}" dt="2026-05-12T08:37:28.946" v="255" actId="403"/>
          <ac:spMkLst>
            <pc:docMk/>
            <pc:sldMk cId="0" sldId="291"/>
            <ac:spMk id="5" creationId="{6A7C201C-C385-FFED-45F9-2B2B44CD23BB}"/>
          </ac:spMkLst>
        </pc:spChg>
        <pc:spChg chg="add del mod">
          <ac:chgData name="Sophia BUI" userId="5388e7d4eb368e7c" providerId="LiveId" clId="{BE58550D-8E23-4583-8E07-07830BA2D7C5}" dt="2026-05-12T08:37:04.670" v="248" actId="478"/>
          <ac:spMkLst>
            <pc:docMk/>
            <pc:sldMk cId="0" sldId="291"/>
            <ac:spMk id="6" creationId="{BBBB006E-104F-1F56-1739-93F28F7945E0}"/>
          </ac:spMkLst>
        </pc:spChg>
        <pc:spChg chg="add del mod">
          <ac:chgData name="Sophia BUI" userId="5388e7d4eb368e7c" providerId="LiveId" clId="{BE58550D-8E23-4583-8E07-07830BA2D7C5}" dt="2026-05-12T08:37:16.493" v="252" actId="478"/>
          <ac:spMkLst>
            <pc:docMk/>
            <pc:sldMk cId="0" sldId="291"/>
            <ac:spMk id="7" creationId="{094AAEDF-D96C-EC76-C6C1-7F93A7D42E22}"/>
          </ac:spMkLst>
        </pc:spChg>
        <pc:spChg chg="mod">
          <ac:chgData name="Sophia BUI" userId="5388e7d4eb368e7c" providerId="LiveId" clId="{BE58550D-8E23-4583-8E07-07830BA2D7C5}" dt="2026-05-12T08:51:10.764" v="409" actId="20577"/>
          <ac:spMkLst>
            <pc:docMk/>
            <pc:sldMk cId="0" sldId="291"/>
            <ac:spMk id="86" creationId="{00000000-0000-0000-0000-000000000000}"/>
          </ac:spMkLst>
        </pc:spChg>
        <pc:spChg chg="del">
          <ac:chgData name="Sophia BUI" userId="5388e7d4eb368e7c" providerId="LiveId" clId="{BE58550D-8E23-4583-8E07-07830BA2D7C5}" dt="2026-05-12T10:49:35.531" v="2004" actId="478"/>
          <ac:spMkLst>
            <pc:docMk/>
            <pc:sldMk cId="0" sldId="291"/>
            <ac:spMk id="88" creationId="{00000000-0000-0000-0000-000000000000}"/>
          </ac:spMkLst>
        </pc:spChg>
        <pc:spChg chg="mod">
          <ac:chgData name="Sophia BUI" userId="5388e7d4eb368e7c" providerId="LiveId" clId="{BE58550D-8E23-4583-8E07-07830BA2D7C5}" dt="2026-05-12T08:35:34.872" v="243" actId="12"/>
          <ac:spMkLst>
            <pc:docMk/>
            <pc:sldMk cId="0" sldId="291"/>
            <ac:spMk id="89" creationId="{00000000-0000-0000-0000-000000000000}"/>
          </ac:spMkLst>
        </pc:spChg>
        <pc:spChg chg="mod">
          <ac:chgData name="Sophia BUI" userId="5388e7d4eb368e7c" providerId="LiveId" clId="{BE58550D-8E23-4583-8E07-07830BA2D7C5}" dt="2026-05-12T08:33:18.589" v="216" actId="164"/>
          <ac:spMkLst>
            <pc:docMk/>
            <pc:sldMk cId="0" sldId="291"/>
            <ac:spMk id="90" creationId="{00000000-0000-0000-0000-000000000000}"/>
          </ac:spMkLst>
        </pc:spChg>
        <pc:spChg chg="mod">
          <ac:chgData name="Sophia BUI" userId="5388e7d4eb368e7c" providerId="LiveId" clId="{BE58550D-8E23-4583-8E07-07830BA2D7C5}" dt="2026-05-12T08:38:31.800" v="259" actId="113"/>
          <ac:spMkLst>
            <pc:docMk/>
            <pc:sldMk cId="0" sldId="291"/>
            <ac:spMk id="91" creationId="{00000000-0000-0000-0000-000000000000}"/>
          </ac:spMkLst>
        </pc:spChg>
        <pc:spChg chg="mod">
          <ac:chgData name="Sophia BUI" userId="5388e7d4eb368e7c" providerId="LiveId" clId="{BE58550D-8E23-4583-8E07-07830BA2D7C5}" dt="2026-05-12T08:33:18.589" v="216" actId="164"/>
          <ac:spMkLst>
            <pc:docMk/>
            <pc:sldMk cId="0" sldId="291"/>
            <ac:spMk id="92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35:13.818" v="237"/>
          <ac:spMkLst>
            <pc:docMk/>
            <pc:sldMk cId="0" sldId="291"/>
            <ac:spMk id="94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35:13.817" v="235" actId="478"/>
          <ac:spMkLst>
            <pc:docMk/>
            <pc:sldMk cId="0" sldId="291"/>
            <ac:spMk id="9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35:24.203" v="240" actId="478"/>
          <ac:spMkLst>
            <pc:docMk/>
            <pc:sldMk cId="0" sldId="291"/>
            <ac:spMk id="98" creationId="{00000000-0000-0000-0000-000000000000}"/>
          </ac:spMkLst>
        </pc:spChg>
        <pc:grpChg chg="add mod">
          <ac:chgData name="Sophia BUI" userId="5388e7d4eb368e7c" providerId="LiveId" clId="{BE58550D-8E23-4583-8E07-07830BA2D7C5}" dt="2026-05-12T08:37:55.347" v="256" actId="14100"/>
          <ac:grpSpMkLst>
            <pc:docMk/>
            <pc:sldMk cId="0" sldId="291"/>
            <ac:grpSpMk id="8" creationId="{15B3C36E-2FB3-3587-82F8-124547B5C698}"/>
          </ac:grpSpMkLst>
        </pc:grpChg>
        <pc:picChg chg="add mod">
          <ac:chgData name="Sophia BUI" userId="5388e7d4eb368e7c" providerId="LiveId" clId="{BE58550D-8E23-4583-8E07-07830BA2D7C5}" dt="2026-05-12T08:31:43.333" v="209" actId="14100"/>
          <ac:picMkLst>
            <pc:docMk/>
            <pc:sldMk cId="0" sldId="291"/>
            <ac:picMk id="2" creationId="{73EE45F6-1333-3AA6-6762-5FC642008716}"/>
          </ac:picMkLst>
        </pc:picChg>
        <pc:picChg chg="del">
          <ac:chgData name="Sophia BUI" userId="5388e7d4eb368e7c" providerId="LiveId" clId="{BE58550D-8E23-4583-8E07-07830BA2D7C5}" dt="2026-05-12T08:06:30.884" v="5" actId="478"/>
          <ac:picMkLst>
            <pc:docMk/>
            <pc:sldMk cId="0" sldId="291"/>
            <ac:picMk id="85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8:06:34.329" v="6" actId="478"/>
          <ac:picMkLst>
            <pc:docMk/>
            <pc:sldMk cId="0" sldId="291"/>
            <ac:picMk id="99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2T10:50:11.124" v="2008" actId="478"/>
        <pc:sldMkLst>
          <pc:docMk/>
          <pc:sldMk cId="0" sldId="292"/>
        </pc:sldMkLst>
        <pc:spChg chg="mod">
          <ac:chgData name="Sophia BUI" userId="5388e7d4eb368e7c" providerId="LiveId" clId="{BE58550D-8E23-4583-8E07-07830BA2D7C5}" dt="2026-05-12T09:33:05.442" v="1005" actId="20577"/>
          <ac:spMkLst>
            <pc:docMk/>
            <pc:sldMk cId="0" sldId="292"/>
            <ac:spMk id="107" creationId="{00000000-0000-0000-0000-000000000000}"/>
          </ac:spMkLst>
        </pc:spChg>
        <pc:spChg chg="del">
          <ac:chgData name="Sophia BUI" userId="5388e7d4eb368e7c" providerId="LiveId" clId="{BE58550D-8E23-4583-8E07-07830BA2D7C5}" dt="2026-05-12T10:50:11.124" v="2008" actId="478"/>
          <ac:spMkLst>
            <pc:docMk/>
            <pc:sldMk cId="0" sldId="292"/>
            <ac:spMk id="109" creationId="{00000000-0000-0000-0000-000000000000}"/>
          </ac:spMkLst>
        </pc:spChg>
        <pc:spChg chg="mod">
          <ac:chgData name="Sophia BUI" userId="5388e7d4eb368e7c" providerId="LiveId" clId="{BE58550D-8E23-4583-8E07-07830BA2D7C5}" dt="2026-05-12T08:54:13.063" v="484" actId="20577"/>
          <ac:spMkLst>
            <pc:docMk/>
            <pc:sldMk cId="0" sldId="292"/>
            <ac:spMk id="110" creationId="{00000000-0000-0000-0000-000000000000}"/>
          </ac:spMkLst>
        </pc:spChg>
        <pc:spChg chg="mod">
          <ac:chgData name="Sophia BUI" userId="5388e7d4eb368e7c" providerId="LiveId" clId="{BE58550D-8E23-4583-8E07-07830BA2D7C5}" dt="2026-05-12T08:58:16.135" v="683" actId="6549"/>
          <ac:spMkLst>
            <pc:docMk/>
            <pc:sldMk cId="0" sldId="292"/>
            <ac:spMk id="111" creationId="{00000000-0000-0000-0000-000000000000}"/>
          </ac:spMkLst>
        </pc:spChg>
        <pc:spChg chg="mod">
          <ac:chgData name="Sophia BUI" userId="5388e7d4eb368e7c" providerId="LiveId" clId="{BE58550D-8E23-4583-8E07-07830BA2D7C5}" dt="2026-05-12T08:54:19.178" v="496" actId="20577"/>
          <ac:spMkLst>
            <pc:docMk/>
            <pc:sldMk cId="0" sldId="292"/>
            <ac:spMk id="112" creationId="{00000000-0000-0000-0000-000000000000}"/>
          </ac:spMkLst>
        </pc:spChg>
        <pc:spChg chg="mod">
          <ac:chgData name="Sophia BUI" userId="5388e7d4eb368e7c" providerId="LiveId" clId="{BE58550D-8E23-4583-8E07-07830BA2D7C5}" dt="2026-05-12T08:58:20.532" v="684" actId="6549"/>
          <ac:spMkLst>
            <pc:docMk/>
            <pc:sldMk cId="0" sldId="292"/>
            <ac:spMk id="1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41:25.376" v="280"/>
          <ac:spMkLst>
            <pc:docMk/>
            <pc:sldMk cId="0" sldId="292"/>
            <ac:spMk id="114" creationId="{00000000-0000-0000-0000-000000000000}"/>
          </ac:spMkLst>
        </pc:spChg>
        <pc:spChg chg="add del mod">
          <ac:chgData name="Sophia BUI" userId="5388e7d4eb368e7c" providerId="LiveId" clId="{BE58550D-8E23-4583-8E07-07830BA2D7C5}" dt="2026-05-12T09:54:10.837" v="1318" actId="478"/>
          <ac:spMkLst>
            <pc:docMk/>
            <pc:sldMk cId="0" sldId="292"/>
            <ac:spMk id="115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41:25.377" v="282"/>
          <ac:spMkLst>
            <pc:docMk/>
            <pc:sldMk cId="0" sldId="292"/>
            <ac:spMk id="11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8:41:25.375" v="278"/>
          <ac:spMkLst>
            <pc:docMk/>
            <pc:sldMk cId="0" sldId="292"/>
            <ac:spMk id="117" creationId="{00000000-0000-0000-0000-000000000000}"/>
          </ac:spMkLst>
        </pc:spChg>
        <pc:grpChg chg="add del mod">
          <ac:chgData name="Sophia BUI" userId="5388e7d4eb368e7c" providerId="LiveId" clId="{BE58550D-8E23-4583-8E07-07830BA2D7C5}" dt="2026-05-12T09:54:11.256" v="1319" actId="478"/>
          <ac:grpSpMkLst>
            <pc:docMk/>
            <pc:sldMk cId="0" sldId="292"/>
            <ac:grpSpMk id="2" creationId="{21FF5BE3-70BD-21CC-7D08-30524F31D09C}"/>
          </ac:grpSpMkLst>
        </pc:grpChg>
        <pc:grpChg chg="add mod">
          <ac:chgData name="Sophia BUI" userId="5388e7d4eb368e7c" providerId="LiveId" clId="{BE58550D-8E23-4583-8E07-07830BA2D7C5}" dt="2026-05-12T08:47:06.958" v="387" actId="164"/>
          <ac:grpSpMkLst>
            <pc:docMk/>
            <pc:sldMk cId="0" sldId="292"/>
            <ac:grpSpMk id="3" creationId="{B575D6D3-D4E9-2863-B6E3-FA9E86BF4DC2}"/>
          </ac:grpSpMkLst>
        </pc:grpChg>
        <pc:grpChg chg="add del mod">
          <ac:chgData name="Sophia BUI" userId="5388e7d4eb368e7c" providerId="LiveId" clId="{BE58550D-8E23-4583-8E07-07830BA2D7C5}" dt="2026-05-12T09:54:11.256" v="1319" actId="478"/>
          <ac:grpSpMkLst>
            <pc:docMk/>
            <pc:sldMk cId="0" sldId="292"/>
            <ac:grpSpMk id="4" creationId="{D61081E6-F4B5-4A53-E2E1-E030D11A0648}"/>
          </ac:grpSpMkLst>
        </pc:grpChg>
        <pc:picChg chg="mod">
          <ac:chgData name="Sophia BUI" userId="5388e7d4eb368e7c" providerId="LiveId" clId="{BE58550D-8E23-4583-8E07-07830BA2D7C5}" dt="2026-05-12T08:48:03.855" v="395" actId="1076"/>
          <ac:picMkLst>
            <pc:docMk/>
            <pc:sldMk cId="0" sldId="292"/>
            <ac:picMk id="104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8:46:39.854" v="381" actId="164"/>
          <ac:picMkLst>
            <pc:docMk/>
            <pc:sldMk cId="0" sldId="292"/>
            <ac:picMk id="105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8:48:00.493" v="393" actId="164"/>
          <ac:picMkLst>
            <pc:docMk/>
            <pc:sldMk cId="0" sldId="292"/>
            <ac:picMk id="106" creationId="{00000000-0000-0000-0000-000000000000}"/>
          </ac:picMkLst>
        </pc:picChg>
      </pc:sldChg>
      <pc:sldChg chg="delSp modSp mod ord">
        <pc:chgData name="Sophia BUI" userId="5388e7d4eb368e7c" providerId="LiveId" clId="{BE58550D-8E23-4583-8E07-07830BA2D7C5}" dt="2026-05-12T10:50:22.457" v="2010" actId="478"/>
        <pc:sldMkLst>
          <pc:docMk/>
          <pc:sldMk cId="0" sldId="293"/>
        </pc:sldMkLst>
        <pc:spChg chg="mod">
          <ac:chgData name="Sophia BUI" userId="5388e7d4eb368e7c" providerId="LiveId" clId="{BE58550D-8E23-4583-8E07-07830BA2D7C5}" dt="2026-05-12T09:33:42.492" v="1045" actId="6549"/>
          <ac:spMkLst>
            <pc:docMk/>
            <pc:sldMk cId="0" sldId="293"/>
            <ac:spMk id="123" creationId="{00000000-0000-0000-0000-000000000000}"/>
          </ac:spMkLst>
        </pc:spChg>
        <pc:spChg chg="del">
          <ac:chgData name="Sophia BUI" userId="5388e7d4eb368e7c" providerId="LiveId" clId="{BE58550D-8E23-4583-8E07-07830BA2D7C5}" dt="2026-05-12T10:50:22.457" v="2010" actId="478"/>
          <ac:spMkLst>
            <pc:docMk/>
            <pc:sldMk cId="0" sldId="293"/>
            <ac:spMk id="125" creationId="{00000000-0000-0000-0000-000000000000}"/>
          </ac:spMkLst>
        </pc:spChg>
      </pc:sldChg>
      <pc:sldChg chg="delSp modSp mod ord">
        <pc:chgData name="Sophia BUI" userId="5388e7d4eb368e7c" providerId="LiveId" clId="{BE58550D-8E23-4583-8E07-07830BA2D7C5}" dt="2026-05-12T10:50:26.151" v="2011" actId="478"/>
        <pc:sldMkLst>
          <pc:docMk/>
          <pc:sldMk cId="0" sldId="294"/>
        </pc:sldMkLst>
        <pc:spChg chg="del">
          <ac:chgData name="Sophia BUI" userId="5388e7d4eb368e7c" providerId="LiveId" clId="{BE58550D-8E23-4583-8E07-07830BA2D7C5}" dt="2026-05-12T10:50:26.151" v="2011" actId="478"/>
          <ac:spMkLst>
            <pc:docMk/>
            <pc:sldMk cId="0" sldId="294"/>
            <ac:spMk id="143" creationId="{00000000-0000-0000-0000-000000000000}"/>
          </ac:spMkLst>
        </pc:spChg>
        <pc:spChg chg="del">
          <ac:chgData name="Sophia BUI" userId="5388e7d4eb368e7c" providerId="LiveId" clId="{BE58550D-8E23-4583-8E07-07830BA2D7C5}" dt="2026-05-12T09:26:18.614" v="943" actId="478"/>
          <ac:spMkLst>
            <pc:docMk/>
            <pc:sldMk cId="0" sldId="294"/>
            <ac:spMk id="144" creationId="{00000000-0000-0000-0000-000000000000}"/>
          </ac:spMkLst>
        </pc:spChg>
        <pc:graphicFrameChg chg="mod modGraphic">
          <ac:chgData name="Sophia BUI" userId="5388e7d4eb368e7c" providerId="LiveId" clId="{BE58550D-8E23-4583-8E07-07830BA2D7C5}" dt="2026-05-12T09:26:30.277" v="944" actId="1076"/>
          <ac:graphicFrameMkLst>
            <pc:docMk/>
            <pc:sldMk cId="0" sldId="294"/>
            <ac:graphicFrameMk id="145" creationId="{00000000-0000-0000-0000-000000000000}"/>
          </ac:graphicFrameMkLst>
        </pc:graphicFrameChg>
      </pc:sldChg>
      <pc:sldChg chg="addSp delSp modSp mod ord">
        <pc:chgData name="Sophia BUI" userId="5388e7d4eb368e7c" providerId="LiveId" clId="{BE58550D-8E23-4583-8E07-07830BA2D7C5}" dt="2026-05-12T11:06:24.278" v="2183" actId="1076"/>
        <pc:sldMkLst>
          <pc:docMk/>
          <pc:sldMk cId="0" sldId="295"/>
        </pc:sldMkLst>
        <pc:spChg chg="del">
          <ac:chgData name="Sophia BUI" userId="5388e7d4eb368e7c" providerId="LiveId" clId="{BE58550D-8E23-4583-8E07-07830BA2D7C5}" dt="2026-05-12T10:50:31.591" v="2012" actId="478"/>
          <ac:spMkLst>
            <pc:docMk/>
            <pc:sldMk cId="0" sldId="295"/>
            <ac:spMk id="154" creationId="{00000000-0000-0000-0000-000000000000}"/>
          </ac:spMkLst>
        </pc:spChg>
        <pc:spChg chg="mod topLvl">
          <ac:chgData name="Sophia BUI" userId="5388e7d4eb368e7c" providerId="LiveId" clId="{BE58550D-8E23-4583-8E07-07830BA2D7C5}" dt="2026-05-12T11:06:16.803" v="2182" actId="164"/>
          <ac:spMkLst>
            <pc:docMk/>
            <pc:sldMk cId="0" sldId="295"/>
            <ac:spMk id="156" creationId="{00000000-0000-0000-0000-000000000000}"/>
          </ac:spMkLst>
        </pc:spChg>
        <pc:spChg chg="mod topLvl">
          <ac:chgData name="Sophia BUI" userId="5388e7d4eb368e7c" providerId="LiveId" clId="{BE58550D-8E23-4583-8E07-07830BA2D7C5}" dt="2026-05-12T11:06:16.803" v="2182" actId="164"/>
          <ac:spMkLst>
            <pc:docMk/>
            <pc:sldMk cId="0" sldId="295"/>
            <ac:spMk id="157" creationId="{00000000-0000-0000-0000-000000000000}"/>
          </ac:spMkLst>
        </pc:spChg>
        <pc:spChg chg="mod">
          <ac:chgData name="Sophia BUI" userId="5388e7d4eb368e7c" providerId="LiveId" clId="{BE58550D-8E23-4583-8E07-07830BA2D7C5}" dt="2026-05-12T11:06:16.803" v="2182" actId="164"/>
          <ac:spMkLst>
            <pc:docMk/>
            <pc:sldMk cId="0" sldId="295"/>
            <ac:spMk id="158" creationId="{00000000-0000-0000-0000-000000000000}"/>
          </ac:spMkLst>
        </pc:spChg>
        <pc:grpChg chg="add del mod">
          <ac:chgData name="Sophia BUI" userId="5388e7d4eb368e7c" providerId="LiveId" clId="{BE58550D-8E23-4583-8E07-07830BA2D7C5}" dt="2026-05-12T11:06:08.036" v="2181" actId="165"/>
          <ac:grpSpMkLst>
            <pc:docMk/>
            <pc:sldMk cId="0" sldId="295"/>
            <ac:grpSpMk id="2" creationId="{29FD4AB5-88AE-2B3E-F624-E17816F2161F}"/>
          </ac:grpSpMkLst>
        </pc:grpChg>
        <pc:grpChg chg="add mod">
          <ac:chgData name="Sophia BUI" userId="5388e7d4eb368e7c" providerId="LiveId" clId="{BE58550D-8E23-4583-8E07-07830BA2D7C5}" dt="2026-05-12T11:06:24.278" v="2183" actId="1076"/>
          <ac:grpSpMkLst>
            <pc:docMk/>
            <pc:sldMk cId="0" sldId="295"/>
            <ac:grpSpMk id="3" creationId="{9DA8278B-3ABA-E57C-8C9C-498EBE4968E8}"/>
          </ac:grpSpMkLst>
        </pc:grpChg>
        <pc:picChg chg="mod">
          <ac:chgData name="Sophia BUI" userId="5388e7d4eb368e7c" providerId="LiveId" clId="{BE58550D-8E23-4583-8E07-07830BA2D7C5}" dt="2026-05-12T11:05:39.107" v="2178" actId="1076"/>
          <ac:picMkLst>
            <pc:docMk/>
            <pc:sldMk cId="0" sldId="295"/>
            <ac:picMk id="150" creationId="{00000000-0000-0000-0000-000000000000}"/>
          </ac:picMkLst>
        </pc:picChg>
      </pc:sldChg>
      <pc:sldChg chg="modSp add mod ord">
        <pc:chgData name="Sophia BUI" userId="5388e7d4eb368e7c" providerId="LiveId" clId="{BE58550D-8E23-4583-8E07-07830BA2D7C5}" dt="2026-05-12T08:50:44.345" v="400"/>
        <pc:sldMkLst>
          <pc:docMk/>
          <pc:sldMk cId="64775393" sldId="296"/>
        </pc:sldMkLst>
        <pc:spChg chg="mod">
          <ac:chgData name="Sophia BUI" userId="5388e7d4eb368e7c" providerId="LiveId" clId="{BE58550D-8E23-4583-8E07-07830BA2D7C5}" dt="2026-05-12T08:28:48.812" v="196" actId="20577"/>
          <ac:spMkLst>
            <pc:docMk/>
            <pc:sldMk cId="64775393" sldId="296"/>
            <ac:spMk id="281" creationId="{B5E5ECCA-5453-926B-54A4-20D3826B59A6}"/>
          </ac:spMkLst>
        </pc:spChg>
      </pc:sldChg>
      <pc:sldChg chg="addSp delSp modSp add del mod setBg">
        <pc:chgData name="Sophia BUI" userId="5388e7d4eb368e7c" providerId="LiveId" clId="{BE58550D-8E23-4583-8E07-07830BA2D7C5}" dt="2026-05-12T08:45:13.976" v="368" actId="2696"/>
        <pc:sldMkLst>
          <pc:docMk/>
          <pc:sldMk cId="0" sldId="297"/>
        </pc:sldMkLst>
        <pc:spChg chg="mod">
          <ac:chgData name="Sophia BUI" userId="5388e7d4eb368e7c" providerId="LiveId" clId="{BE58550D-8E23-4583-8E07-07830BA2D7C5}" dt="2026-05-12T08:44:11.728" v="332" actId="20577"/>
          <ac:spMkLst>
            <pc:docMk/>
            <pc:sldMk cId="0" sldId="297"/>
            <ac:spMk id="211" creationId="{00000000-0000-0000-0000-000000000000}"/>
          </ac:spMkLst>
        </pc:spChg>
        <pc:graphicFrameChg chg="del modGraphic">
          <ac:chgData name="Sophia BUI" userId="5388e7d4eb368e7c" providerId="LiveId" clId="{BE58550D-8E23-4583-8E07-07830BA2D7C5}" dt="2026-05-12T08:45:00.253" v="365" actId="21"/>
          <ac:graphicFrameMkLst>
            <pc:docMk/>
            <pc:sldMk cId="0" sldId="297"/>
            <ac:graphicFrameMk id="202" creationId="{00000000-0000-0000-0000-000000000000}"/>
          </ac:graphicFrameMkLst>
        </pc:graphicFrameChg>
        <pc:picChg chg="add mod ord">
          <ac:chgData name="Sophia BUI" userId="5388e7d4eb368e7c" providerId="LiveId" clId="{BE58550D-8E23-4583-8E07-07830BA2D7C5}" dt="2026-05-12T08:42:50.675" v="288" actId="167"/>
          <ac:picMkLst>
            <pc:docMk/>
            <pc:sldMk cId="0" sldId="297"/>
            <ac:picMk id="2" creationId="{FC28D8AE-5B46-48A2-5AEA-2E24BE475A76}"/>
          </ac:picMkLst>
        </pc:picChg>
        <pc:picChg chg="del">
          <ac:chgData name="Sophia BUI" userId="5388e7d4eb368e7c" providerId="LiveId" clId="{BE58550D-8E23-4583-8E07-07830BA2D7C5}" dt="2026-05-12T08:42:31.276" v="284" actId="478"/>
          <ac:picMkLst>
            <pc:docMk/>
            <pc:sldMk cId="0" sldId="297"/>
            <ac:picMk id="201" creationId="{00000000-0000-0000-0000-000000000000}"/>
          </ac:picMkLst>
        </pc:picChg>
      </pc:sldChg>
      <pc:sldChg chg="addSp delSp modSp add mod ord">
        <pc:chgData name="Sophia BUI" userId="5388e7d4eb368e7c" providerId="LiveId" clId="{BE58550D-8E23-4583-8E07-07830BA2D7C5}" dt="2026-05-12T10:49:41.575" v="2005" actId="478"/>
        <pc:sldMkLst>
          <pc:docMk/>
          <pc:sldMk cId="649730037" sldId="298"/>
        </pc:sldMkLst>
        <pc:spChg chg="mod">
          <ac:chgData name="Sophia BUI" userId="5388e7d4eb368e7c" providerId="LiveId" clId="{BE58550D-8E23-4583-8E07-07830BA2D7C5}" dt="2026-05-12T08:51:17.466" v="416" actId="20577"/>
          <ac:spMkLst>
            <pc:docMk/>
            <pc:sldMk cId="649730037" sldId="298"/>
            <ac:spMk id="107" creationId="{A83ECB00-FBE8-4CD7-102D-6818ED64E1E9}"/>
          </ac:spMkLst>
        </pc:spChg>
        <pc:spChg chg="del">
          <ac:chgData name="Sophia BUI" userId="5388e7d4eb368e7c" providerId="LiveId" clId="{BE58550D-8E23-4583-8E07-07830BA2D7C5}" dt="2026-05-12T10:49:41.575" v="2005" actId="478"/>
          <ac:spMkLst>
            <pc:docMk/>
            <pc:sldMk cId="649730037" sldId="298"/>
            <ac:spMk id="109" creationId="{B29C2473-924D-6640-16E5-DC54D6C999CB}"/>
          </ac:spMkLst>
        </pc:spChg>
        <pc:spChg chg="del mod">
          <ac:chgData name="Sophia BUI" userId="5388e7d4eb368e7c" providerId="LiveId" clId="{BE58550D-8E23-4583-8E07-07830BA2D7C5}" dt="2026-05-12T08:44:48.150" v="362" actId="478"/>
          <ac:spMkLst>
            <pc:docMk/>
            <pc:sldMk cId="649730037" sldId="298"/>
            <ac:spMk id="110" creationId="{294145E2-39FA-1C8C-D5E2-AC5B94994FD3}"/>
          </ac:spMkLst>
        </pc:spChg>
        <pc:spChg chg="del">
          <ac:chgData name="Sophia BUI" userId="5388e7d4eb368e7c" providerId="LiveId" clId="{BE58550D-8E23-4583-8E07-07830BA2D7C5}" dt="2026-05-12T08:44:49.841" v="363" actId="478"/>
          <ac:spMkLst>
            <pc:docMk/>
            <pc:sldMk cId="649730037" sldId="298"/>
            <ac:spMk id="111" creationId="{61831EFC-FB45-13E9-ED5F-1424F269B5FB}"/>
          </ac:spMkLst>
        </pc:spChg>
        <pc:spChg chg="del mod">
          <ac:chgData name="Sophia BUI" userId="5388e7d4eb368e7c" providerId="LiveId" clId="{BE58550D-8E23-4583-8E07-07830BA2D7C5}" dt="2026-05-12T08:44:44.216" v="359" actId="478"/>
          <ac:spMkLst>
            <pc:docMk/>
            <pc:sldMk cId="649730037" sldId="298"/>
            <ac:spMk id="112" creationId="{8FF1F6FA-B801-EA32-DDCE-F1D0610FB668}"/>
          </ac:spMkLst>
        </pc:spChg>
        <pc:spChg chg="del">
          <ac:chgData name="Sophia BUI" userId="5388e7d4eb368e7c" providerId="LiveId" clId="{BE58550D-8E23-4583-8E07-07830BA2D7C5}" dt="2026-05-12T08:44:45.720" v="360" actId="478"/>
          <ac:spMkLst>
            <pc:docMk/>
            <pc:sldMk cId="649730037" sldId="298"/>
            <ac:spMk id="113" creationId="{DF52E502-26D5-FBBF-CE9F-D9943B580BD2}"/>
          </ac:spMkLst>
        </pc:spChg>
        <pc:spChg chg="del">
          <ac:chgData name="Sophia BUI" userId="5388e7d4eb368e7c" providerId="LiveId" clId="{BE58550D-8E23-4583-8E07-07830BA2D7C5}" dt="2026-05-12T08:44:51.615" v="364" actId="478"/>
          <ac:spMkLst>
            <pc:docMk/>
            <pc:sldMk cId="649730037" sldId="298"/>
            <ac:spMk id="115" creationId="{65F82503-1274-E2EC-8FD5-E48750B3634B}"/>
          </ac:spMkLst>
        </pc:spChg>
        <pc:graphicFrameChg chg="add mod modGraphic">
          <ac:chgData name="Sophia BUI" userId="5388e7d4eb368e7c" providerId="LiveId" clId="{BE58550D-8E23-4583-8E07-07830BA2D7C5}" dt="2026-05-12T08:45:07.277" v="367" actId="14100"/>
          <ac:graphicFrameMkLst>
            <pc:docMk/>
            <pc:sldMk cId="649730037" sldId="298"/>
            <ac:graphicFrameMk id="202" creationId="{00000000-0000-0000-0000-000000000000}"/>
          </ac:graphicFrameMkLst>
        </pc:graphicFrameChg>
        <pc:picChg chg="del">
          <ac:chgData name="Sophia BUI" userId="5388e7d4eb368e7c" providerId="LiveId" clId="{BE58550D-8E23-4583-8E07-07830BA2D7C5}" dt="2026-05-12T08:44:33.941" v="356" actId="478"/>
          <ac:picMkLst>
            <pc:docMk/>
            <pc:sldMk cId="649730037" sldId="298"/>
            <ac:picMk id="105" creationId="{EBEE2D60-503E-8101-90D4-38B0B3F4E85E}"/>
          </ac:picMkLst>
        </pc:picChg>
        <pc:picChg chg="del">
          <ac:chgData name="Sophia BUI" userId="5388e7d4eb368e7c" providerId="LiveId" clId="{BE58550D-8E23-4583-8E07-07830BA2D7C5}" dt="2026-05-12T08:44:37.689" v="358" actId="478"/>
          <ac:picMkLst>
            <pc:docMk/>
            <pc:sldMk cId="649730037" sldId="298"/>
            <ac:picMk id="106" creationId="{7B345A16-2240-409A-05B3-3133A72A7B5C}"/>
          </ac:picMkLst>
        </pc:picChg>
      </pc:sldChg>
      <pc:sldChg chg="addSp delSp modSp add mod">
        <pc:chgData name="Sophia BUI" userId="5388e7d4eb368e7c" providerId="LiveId" clId="{BE58550D-8E23-4583-8E07-07830BA2D7C5}" dt="2026-05-12T11:01:22.062" v="2107" actId="20577"/>
        <pc:sldMkLst>
          <pc:docMk/>
          <pc:sldMk cId="1609184931" sldId="299"/>
        </pc:sldMkLst>
        <pc:spChg chg="add mod">
          <ac:chgData name="Sophia BUI" userId="5388e7d4eb368e7c" providerId="LiveId" clId="{BE58550D-8E23-4583-8E07-07830BA2D7C5}" dt="2026-05-12T11:01:22.062" v="2107" actId="20577"/>
          <ac:spMkLst>
            <pc:docMk/>
            <pc:sldMk cId="1609184931" sldId="299"/>
            <ac:spMk id="2" creationId="{0D481645-3546-35DA-A239-8C15B940BB8D}"/>
          </ac:spMkLst>
        </pc:spChg>
        <pc:spChg chg="mod">
          <ac:chgData name="Sophia BUI" userId="5388e7d4eb368e7c" providerId="LiveId" clId="{BE58550D-8E23-4583-8E07-07830BA2D7C5}" dt="2026-05-12T08:52:28.352" v="461" actId="20577"/>
          <ac:spMkLst>
            <pc:docMk/>
            <pc:sldMk cId="1609184931" sldId="299"/>
            <ac:spMk id="107" creationId="{EE778314-0FED-763B-E8C7-9D9D2613BD50}"/>
          </ac:spMkLst>
        </pc:spChg>
        <pc:spChg chg="del">
          <ac:chgData name="Sophia BUI" userId="5388e7d4eb368e7c" providerId="LiveId" clId="{BE58550D-8E23-4583-8E07-07830BA2D7C5}" dt="2026-05-12T10:49:46.021" v="2006" actId="478"/>
          <ac:spMkLst>
            <pc:docMk/>
            <pc:sldMk cId="1609184931" sldId="299"/>
            <ac:spMk id="109" creationId="{9D9B6743-828C-4245-25C5-6A7244BAF684}"/>
          </ac:spMkLst>
        </pc:spChg>
        <pc:graphicFrameChg chg="del">
          <ac:chgData name="Sophia BUI" userId="5388e7d4eb368e7c" providerId="LiveId" clId="{BE58550D-8E23-4583-8E07-07830BA2D7C5}" dt="2026-05-12T08:52:31.808" v="462" actId="478"/>
          <ac:graphicFrameMkLst>
            <pc:docMk/>
            <pc:sldMk cId="1609184931" sldId="299"/>
            <ac:graphicFrameMk id="202" creationId="{3050D73C-21E4-4FF3-3FD3-DA2B6B8AC246}"/>
          </ac:graphicFrameMkLst>
        </pc:graphicFrameChg>
      </pc:sldChg>
      <pc:sldChg chg="addSp delSp modSp add mod">
        <pc:chgData name="Sophia BUI" userId="5388e7d4eb368e7c" providerId="LiveId" clId="{BE58550D-8E23-4583-8E07-07830BA2D7C5}" dt="2026-05-12T11:03:36.662" v="2127" actId="20577"/>
        <pc:sldMkLst>
          <pc:docMk/>
          <pc:sldMk cId="1684364313" sldId="300"/>
        </pc:sldMkLst>
        <pc:spChg chg="del">
          <ac:chgData name="Sophia BUI" userId="5388e7d4eb368e7c" providerId="LiveId" clId="{BE58550D-8E23-4583-8E07-07830BA2D7C5}" dt="2026-05-12T09:03:52.683" v="717" actId="478"/>
          <ac:spMkLst>
            <pc:docMk/>
            <pc:sldMk cId="1684364313" sldId="300"/>
            <ac:spMk id="300" creationId="{1A98BC07-CF31-7D7E-8C6C-142DED508446}"/>
          </ac:spMkLst>
        </pc:spChg>
        <pc:spChg chg="del mod">
          <ac:chgData name="Sophia BUI" userId="5388e7d4eb368e7c" providerId="LiveId" clId="{BE58550D-8E23-4583-8E07-07830BA2D7C5}" dt="2026-05-12T09:06:03.085" v="730"/>
          <ac:spMkLst>
            <pc:docMk/>
            <pc:sldMk cId="1684364313" sldId="300"/>
            <ac:spMk id="301" creationId="{0297742C-9D6E-2EB1-08AB-B54BF40DAE4B}"/>
          </ac:spMkLst>
        </pc:spChg>
        <pc:spChg chg="mod">
          <ac:chgData name="Sophia BUI" userId="5388e7d4eb368e7c" providerId="LiveId" clId="{BE58550D-8E23-4583-8E07-07830BA2D7C5}" dt="2026-05-12T09:07:37.135" v="761" actId="1076"/>
          <ac:spMkLst>
            <pc:docMk/>
            <pc:sldMk cId="1684364313" sldId="300"/>
            <ac:spMk id="302" creationId="{8EBBE3AB-9709-F150-3AD9-12DA5D1210FC}"/>
          </ac:spMkLst>
        </pc:spChg>
        <pc:spChg chg="del mod">
          <ac:chgData name="Sophia BUI" userId="5388e7d4eb368e7c" providerId="LiveId" clId="{BE58550D-8E23-4583-8E07-07830BA2D7C5}" dt="2026-05-12T09:06:03.086" v="732"/>
          <ac:spMkLst>
            <pc:docMk/>
            <pc:sldMk cId="1684364313" sldId="300"/>
            <ac:spMk id="303" creationId="{ABCD158D-6E12-CE16-6825-E27F031B72B8}"/>
          </ac:spMkLst>
        </pc:spChg>
        <pc:spChg chg="del">
          <ac:chgData name="Sophia BUI" userId="5388e7d4eb368e7c" providerId="LiveId" clId="{BE58550D-8E23-4583-8E07-07830BA2D7C5}" dt="2026-05-12T09:03:23.830" v="714" actId="478"/>
          <ac:spMkLst>
            <pc:docMk/>
            <pc:sldMk cId="1684364313" sldId="300"/>
            <ac:spMk id="304" creationId="{5F5B4CFB-BBDB-1594-6927-ABC6FBEA9511}"/>
          </ac:spMkLst>
        </pc:spChg>
        <pc:spChg chg="mod">
          <ac:chgData name="Sophia BUI" userId="5388e7d4eb368e7c" providerId="LiveId" clId="{BE58550D-8E23-4583-8E07-07830BA2D7C5}" dt="2026-05-12T11:03:36.662" v="2127" actId="20577"/>
          <ac:spMkLst>
            <pc:docMk/>
            <pc:sldMk cId="1684364313" sldId="300"/>
            <ac:spMk id="305" creationId="{93A03D70-4B95-47E5-F252-408191DF69D8}"/>
          </ac:spMkLst>
        </pc:spChg>
        <pc:picChg chg="add mod">
          <ac:chgData name="Sophia BUI" userId="5388e7d4eb368e7c" providerId="LiveId" clId="{BE58550D-8E23-4583-8E07-07830BA2D7C5}" dt="2026-05-12T09:07:46.885" v="762" actId="14100"/>
          <ac:picMkLst>
            <pc:docMk/>
            <pc:sldMk cId="1684364313" sldId="300"/>
            <ac:picMk id="2" creationId="{2D74F1DF-5B24-6B32-1CD7-3AE486C7AE9A}"/>
          </ac:picMkLst>
        </pc:picChg>
      </pc:sldChg>
      <pc:sldChg chg="delSp modSp add mod ord">
        <pc:chgData name="Sophia BUI" userId="5388e7d4eb368e7c" providerId="LiveId" clId="{BE58550D-8E23-4583-8E07-07830BA2D7C5}" dt="2026-05-12T11:03:03.168" v="2114" actId="20577"/>
        <pc:sldMkLst>
          <pc:docMk/>
          <pc:sldMk cId="1019727372" sldId="301"/>
        </pc:sldMkLst>
        <pc:spChg chg="mod">
          <ac:chgData name="Sophia BUI" userId="5388e7d4eb368e7c" providerId="LiveId" clId="{BE58550D-8E23-4583-8E07-07830BA2D7C5}" dt="2026-05-12T09:07:10.054" v="759" actId="1076"/>
          <ac:spMkLst>
            <pc:docMk/>
            <pc:sldMk cId="1019727372" sldId="301"/>
            <ac:spMk id="302" creationId="{2DC6597C-E956-2F3E-516B-A529A1FEDC79}"/>
          </ac:spMkLst>
        </pc:spChg>
        <pc:spChg chg="mod">
          <ac:chgData name="Sophia BUI" userId="5388e7d4eb368e7c" providerId="LiveId" clId="{BE58550D-8E23-4583-8E07-07830BA2D7C5}" dt="2026-05-12T11:03:03.168" v="2114" actId="20577"/>
          <ac:spMkLst>
            <pc:docMk/>
            <pc:sldMk cId="1019727372" sldId="301"/>
            <ac:spMk id="305" creationId="{5895ECCD-5FB6-C442-3BDA-4E431AA7DFDD}"/>
          </ac:spMkLst>
        </pc:spChg>
        <pc:picChg chg="del">
          <ac:chgData name="Sophia BUI" userId="5388e7d4eb368e7c" providerId="LiveId" clId="{BE58550D-8E23-4583-8E07-07830BA2D7C5}" dt="2026-05-12T09:06:57.975" v="756" actId="478"/>
          <ac:picMkLst>
            <pc:docMk/>
            <pc:sldMk cId="1019727372" sldId="301"/>
            <ac:picMk id="2" creationId="{035A1AE9-8758-815F-DB5D-B19A29B9420D}"/>
          </ac:picMkLst>
        </pc:picChg>
      </pc:sldChg>
      <pc:sldChg chg="addSp modSp add mod">
        <pc:chgData name="Sophia BUI" userId="5388e7d4eb368e7c" providerId="LiveId" clId="{BE58550D-8E23-4583-8E07-07830BA2D7C5}" dt="2026-05-12T11:04:06.881" v="2135" actId="20577"/>
        <pc:sldMkLst>
          <pc:docMk/>
          <pc:sldMk cId="2395882233" sldId="302"/>
        </pc:sldMkLst>
        <pc:spChg chg="add mod">
          <ac:chgData name="Sophia BUI" userId="5388e7d4eb368e7c" providerId="LiveId" clId="{BE58550D-8E23-4583-8E07-07830BA2D7C5}" dt="2026-05-12T09:11:39.052" v="808"/>
          <ac:spMkLst>
            <pc:docMk/>
            <pc:sldMk cId="2395882233" sldId="302"/>
            <ac:spMk id="3" creationId="{CC5A4118-8220-4B32-4547-9C95279F6BB4}"/>
          </ac:spMkLst>
        </pc:spChg>
        <pc:spChg chg="mod">
          <ac:chgData name="Sophia BUI" userId="5388e7d4eb368e7c" providerId="LiveId" clId="{BE58550D-8E23-4583-8E07-07830BA2D7C5}" dt="2026-05-12T09:11:33.755" v="807" actId="20577"/>
          <ac:spMkLst>
            <pc:docMk/>
            <pc:sldMk cId="2395882233" sldId="302"/>
            <ac:spMk id="302" creationId="{998A977B-F3E5-C506-86E2-89F0DB7634B7}"/>
          </ac:spMkLst>
        </pc:spChg>
        <pc:spChg chg="mod">
          <ac:chgData name="Sophia BUI" userId="5388e7d4eb368e7c" providerId="LiveId" clId="{BE58550D-8E23-4583-8E07-07830BA2D7C5}" dt="2026-05-12T11:04:06.881" v="2135" actId="20577"/>
          <ac:spMkLst>
            <pc:docMk/>
            <pc:sldMk cId="2395882233" sldId="302"/>
            <ac:spMk id="305" creationId="{3662367E-6599-50FA-A0FB-E6E0AE735F49}"/>
          </ac:spMkLst>
        </pc:spChg>
        <pc:picChg chg="add mod">
          <ac:chgData name="Sophia BUI" userId="5388e7d4eb368e7c" providerId="LiveId" clId="{BE58550D-8E23-4583-8E07-07830BA2D7C5}" dt="2026-05-12T09:11:39.052" v="808"/>
          <ac:picMkLst>
            <pc:docMk/>
            <pc:sldMk cId="2395882233" sldId="302"/>
            <ac:picMk id="2" creationId="{F23830B6-8973-A4BD-857B-746AFB38497F}"/>
          </ac:picMkLst>
        </pc:picChg>
      </pc:sldChg>
      <pc:sldChg chg="addSp delSp modSp add mod ord">
        <pc:chgData name="Sophia BUI" userId="5388e7d4eb368e7c" providerId="LiveId" clId="{BE58550D-8E23-4583-8E07-07830BA2D7C5}" dt="2026-05-12T11:04:26.726" v="2137" actId="20577"/>
        <pc:sldMkLst>
          <pc:docMk/>
          <pc:sldMk cId="3008522305" sldId="303"/>
        </pc:sldMkLst>
        <pc:spChg chg="mod">
          <ac:chgData name="Sophia BUI" userId="5388e7d4eb368e7c" providerId="LiveId" clId="{BE58550D-8E23-4583-8E07-07830BA2D7C5}" dt="2026-05-12T09:10:33.724" v="803" actId="20577"/>
          <ac:spMkLst>
            <pc:docMk/>
            <pc:sldMk cId="3008522305" sldId="303"/>
            <ac:spMk id="302" creationId="{3BA584CD-1EB1-6903-DE9A-6A5F16A0436E}"/>
          </ac:spMkLst>
        </pc:spChg>
        <pc:spChg chg="mod">
          <ac:chgData name="Sophia BUI" userId="5388e7d4eb368e7c" providerId="LiveId" clId="{BE58550D-8E23-4583-8E07-07830BA2D7C5}" dt="2026-05-12T11:04:26.726" v="2137" actId="20577"/>
          <ac:spMkLst>
            <pc:docMk/>
            <pc:sldMk cId="3008522305" sldId="303"/>
            <ac:spMk id="305" creationId="{525FB95A-B72B-E16A-2221-A2B1415D4EA7}"/>
          </ac:spMkLst>
        </pc:spChg>
        <pc:picChg chg="del">
          <ac:chgData name="Sophia BUI" userId="5388e7d4eb368e7c" providerId="LiveId" clId="{BE58550D-8E23-4583-8E07-07830BA2D7C5}" dt="2026-05-12T09:09:50.127" v="795" actId="478"/>
          <ac:picMkLst>
            <pc:docMk/>
            <pc:sldMk cId="3008522305" sldId="303"/>
            <ac:picMk id="2" creationId="{4A369FC5-4D3F-91D3-BCA9-AC30E8E9B12C}"/>
          </ac:picMkLst>
        </pc:picChg>
        <pc:picChg chg="add mod">
          <ac:chgData name="Sophia BUI" userId="5388e7d4eb368e7c" providerId="LiveId" clId="{BE58550D-8E23-4583-8E07-07830BA2D7C5}" dt="2026-05-12T09:09:51.015" v="796"/>
          <ac:picMkLst>
            <pc:docMk/>
            <pc:sldMk cId="3008522305" sldId="303"/>
            <ac:picMk id="3" creationId="{00AC9466-FA94-6E35-CE3A-89E8BD5AC10B}"/>
          </ac:picMkLst>
        </pc:picChg>
      </pc:sldChg>
      <pc:sldChg chg="addSp delSp modSp add mod ord">
        <pc:chgData name="Sophia BUI" userId="5388e7d4eb368e7c" providerId="LiveId" clId="{BE58550D-8E23-4583-8E07-07830BA2D7C5}" dt="2026-05-12T11:04:02.687" v="2133" actId="20577"/>
        <pc:sldMkLst>
          <pc:docMk/>
          <pc:sldMk cId="3812658323" sldId="304"/>
        </pc:sldMkLst>
        <pc:spChg chg="add mod">
          <ac:chgData name="Sophia BUI" userId="5388e7d4eb368e7c" providerId="LiveId" clId="{BE58550D-8E23-4583-8E07-07830BA2D7C5}" dt="2026-05-12T09:20:16.331" v="849"/>
          <ac:spMkLst>
            <pc:docMk/>
            <pc:sldMk cId="3812658323" sldId="304"/>
            <ac:spMk id="4" creationId="{D75AE793-0C3A-5940-C956-CF15B6E7BB2F}"/>
          </ac:spMkLst>
        </pc:spChg>
        <pc:spChg chg="add mod">
          <ac:chgData name="Sophia BUI" userId="5388e7d4eb368e7c" providerId="LiveId" clId="{BE58550D-8E23-4583-8E07-07830BA2D7C5}" dt="2026-05-12T09:20:16.331" v="849"/>
          <ac:spMkLst>
            <pc:docMk/>
            <pc:sldMk cId="3812658323" sldId="304"/>
            <ac:spMk id="5" creationId="{36B3ED94-FDC5-952A-DCF8-AC8E24DA8EBC}"/>
          </ac:spMkLst>
        </pc:spChg>
        <pc:spChg chg="mod">
          <ac:chgData name="Sophia BUI" userId="5388e7d4eb368e7c" providerId="LiveId" clId="{BE58550D-8E23-4583-8E07-07830BA2D7C5}" dt="2026-05-12T09:20:05.051" v="847" actId="113"/>
          <ac:spMkLst>
            <pc:docMk/>
            <pc:sldMk cId="3812658323" sldId="304"/>
            <ac:spMk id="302" creationId="{BF254D9B-69A7-CFE7-37BD-603AF01BAB2D}"/>
          </ac:spMkLst>
        </pc:spChg>
        <pc:spChg chg="mod">
          <ac:chgData name="Sophia BUI" userId="5388e7d4eb368e7c" providerId="LiveId" clId="{BE58550D-8E23-4583-8E07-07830BA2D7C5}" dt="2026-05-12T11:04:02.687" v="2133" actId="20577"/>
          <ac:spMkLst>
            <pc:docMk/>
            <pc:sldMk cId="3812658323" sldId="304"/>
            <ac:spMk id="305" creationId="{CB2554ED-90CC-A8B0-763B-1231E5D88C83}"/>
          </ac:spMkLst>
        </pc:spChg>
        <pc:picChg chg="add mod">
          <ac:chgData name="Sophia BUI" userId="5388e7d4eb368e7c" providerId="LiveId" clId="{BE58550D-8E23-4583-8E07-07830BA2D7C5}" dt="2026-05-12T09:20:16.331" v="849"/>
          <ac:picMkLst>
            <pc:docMk/>
            <pc:sldMk cId="3812658323" sldId="304"/>
            <ac:picMk id="2" creationId="{10FAE6CC-564F-47B1-B992-3ADA57745E81}"/>
          </ac:picMkLst>
        </pc:picChg>
        <pc:picChg chg="del">
          <ac:chgData name="Sophia BUI" userId="5388e7d4eb368e7c" providerId="LiveId" clId="{BE58550D-8E23-4583-8E07-07830BA2D7C5}" dt="2026-05-12T09:20:08.447" v="848" actId="478"/>
          <ac:picMkLst>
            <pc:docMk/>
            <pc:sldMk cId="3812658323" sldId="304"/>
            <ac:picMk id="3" creationId="{DF741F20-BDEE-89F5-CCA2-E803442E0272}"/>
          </ac:picMkLst>
        </pc:picChg>
      </pc:sldChg>
      <pc:sldChg chg="addSp delSp modSp add mod ord">
        <pc:chgData name="Sophia BUI" userId="5388e7d4eb368e7c" providerId="LiveId" clId="{BE58550D-8E23-4583-8E07-07830BA2D7C5}" dt="2026-05-12T11:03:23.230" v="2125" actId="20577"/>
        <pc:sldMkLst>
          <pc:docMk/>
          <pc:sldMk cId="2250224267" sldId="305"/>
        </pc:sldMkLst>
        <pc:spChg chg="del">
          <ac:chgData name="Sophia BUI" userId="5388e7d4eb368e7c" providerId="LiveId" clId="{BE58550D-8E23-4583-8E07-07830BA2D7C5}" dt="2026-05-12T09:20:52.140" v="872" actId="478"/>
          <ac:spMkLst>
            <pc:docMk/>
            <pc:sldMk cId="2250224267" sldId="305"/>
            <ac:spMk id="4" creationId="{627534DE-A5EE-DE8D-8A10-7135DFE3E685}"/>
          </ac:spMkLst>
        </pc:spChg>
        <pc:spChg chg="del">
          <ac:chgData name="Sophia BUI" userId="5388e7d4eb368e7c" providerId="LiveId" clId="{BE58550D-8E23-4583-8E07-07830BA2D7C5}" dt="2026-05-12T09:20:52.140" v="872" actId="478"/>
          <ac:spMkLst>
            <pc:docMk/>
            <pc:sldMk cId="2250224267" sldId="305"/>
            <ac:spMk id="5" creationId="{105DB55D-6759-B928-B670-EDC3F7F0342E}"/>
          </ac:spMkLst>
        </pc:spChg>
        <pc:spChg chg="mod">
          <ac:chgData name="Sophia BUI" userId="5388e7d4eb368e7c" providerId="LiveId" clId="{BE58550D-8E23-4583-8E07-07830BA2D7C5}" dt="2026-05-12T09:52:07.139" v="1276" actId="14100"/>
          <ac:spMkLst>
            <pc:docMk/>
            <pc:sldMk cId="2250224267" sldId="305"/>
            <ac:spMk id="302" creationId="{5813BDDD-BC97-6CEF-2C08-B6F429D7095E}"/>
          </ac:spMkLst>
        </pc:spChg>
        <pc:spChg chg="mod">
          <ac:chgData name="Sophia BUI" userId="5388e7d4eb368e7c" providerId="LiveId" clId="{BE58550D-8E23-4583-8E07-07830BA2D7C5}" dt="2026-05-12T11:03:23.230" v="2125" actId="20577"/>
          <ac:spMkLst>
            <pc:docMk/>
            <pc:sldMk cId="2250224267" sldId="305"/>
            <ac:spMk id="305" creationId="{5EF2D257-E3B3-FF13-F4D8-E93E859A85CE}"/>
          </ac:spMkLst>
        </pc:spChg>
        <pc:picChg chg="del">
          <ac:chgData name="Sophia BUI" userId="5388e7d4eb368e7c" providerId="LiveId" clId="{BE58550D-8E23-4583-8E07-07830BA2D7C5}" dt="2026-05-12T09:20:52.140" v="872" actId="478"/>
          <ac:picMkLst>
            <pc:docMk/>
            <pc:sldMk cId="2250224267" sldId="305"/>
            <ac:picMk id="2" creationId="{9A160A30-CAB2-7533-0D7D-6FD96847DB44}"/>
          </ac:picMkLst>
        </pc:picChg>
        <pc:picChg chg="add mod">
          <ac:chgData name="Sophia BUI" userId="5388e7d4eb368e7c" providerId="LiveId" clId="{BE58550D-8E23-4583-8E07-07830BA2D7C5}" dt="2026-05-12T09:20:57.474" v="873"/>
          <ac:picMkLst>
            <pc:docMk/>
            <pc:sldMk cId="2250224267" sldId="305"/>
            <ac:picMk id="3" creationId="{1E3E3E7E-F859-5A26-F5A1-11AE60F61A71}"/>
          </ac:picMkLst>
        </pc:picChg>
      </pc:sldChg>
      <pc:sldChg chg="addSp delSp modSp add mod ord">
        <pc:chgData name="Sophia BUI" userId="5388e7d4eb368e7c" providerId="LiveId" clId="{BE58550D-8E23-4583-8E07-07830BA2D7C5}" dt="2026-05-12T10:50:06.305" v="2007" actId="478"/>
        <pc:sldMkLst>
          <pc:docMk/>
          <pc:sldMk cId="2871123594" sldId="306"/>
        </pc:sldMkLst>
        <pc:spChg chg="mod">
          <ac:chgData name="Sophia BUI" userId="5388e7d4eb368e7c" providerId="LiveId" clId="{BE58550D-8E23-4583-8E07-07830BA2D7C5}" dt="2026-05-12T09:22:04.306" v="911" actId="20577"/>
          <ac:spMkLst>
            <pc:docMk/>
            <pc:sldMk cId="2871123594" sldId="306"/>
            <ac:spMk id="107" creationId="{A7065569-15C8-0BAD-7269-A8DE6736F9DD}"/>
          </ac:spMkLst>
        </pc:spChg>
        <pc:spChg chg="del">
          <ac:chgData name="Sophia BUI" userId="5388e7d4eb368e7c" providerId="LiveId" clId="{BE58550D-8E23-4583-8E07-07830BA2D7C5}" dt="2026-05-12T10:50:06.305" v="2007" actId="478"/>
          <ac:spMkLst>
            <pc:docMk/>
            <pc:sldMk cId="2871123594" sldId="306"/>
            <ac:spMk id="109" creationId="{700B2DC0-AA6A-D2A4-68B1-09856EEA3C21}"/>
          </ac:spMkLst>
        </pc:spChg>
        <pc:graphicFrameChg chg="add mod modGraphic">
          <ac:chgData name="Sophia BUI" userId="5388e7d4eb368e7c" providerId="LiveId" clId="{BE58550D-8E23-4583-8E07-07830BA2D7C5}" dt="2026-05-12T09:22:36.793" v="916" actId="403"/>
          <ac:graphicFrameMkLst>
            <pc:docMk/>
            <pc:sldMk cId="2871123594" sldId="306"/>
            <ac:graphicFrameMk id="2" creationId="{15F79182-5A24-A17A-ED42-C815D1D2C732}"/>
          </ac:graphicFrameMkLst>
        </pc:graphicFrameChg>
        <pc:graphicFrameChg chg="del">
          <ac:chgData name="Sophia BUI" userId="5388e7d4eb368e7c" providerId="LiveId" clId="{BE58550D-8E23-4583-8E07-07830BA2D7C5}" dt="2026-05-12T09:22:09.214" v="912" actId="478"/>
          <ac:graphicFrameMkLst>
            <pc:docMk/>
            <pc:sldMk cId="2871123594" sldId="306"/>
            <ac:graphicFrameMk id="202" creationId="{7A97383B-C72C-B40A-FA41-2919939763B4}"/>
          </ac:graphicFrameMkLst>
        </pc:graphicFrameChg>
      </pc:sldChg>
      <pc:sldChg chg="modSp add del mod">
        <pc:chgData name="Sophia BUI" userId="5388e7d4eb368e7c" providerId="LiveId" clId="{BE58550D-8E23-4583-8E07-07830BA2D7C5}" dt="2026-05-12T09:36:31.483" v="1076" actId="47"/>
        <pc:sldMkLst>
          <pc:docMk/>
          <pc:sldMk cId="225403278" sldId="307"/>
        </pc:sldMkLst>
        <pc:spChg chg="mod">
          <ac:chgData name="Sophia BUI" userId="5388e7d4eb368e7c" providerId="LiveId" clId="{BE58550D-8E23-4583-8E07-07830BA2D7C5}" dt="2026-05-12T09:35:32.273" v="1074"/>
          <ac:spMkLst>
            <pc:docMk/>
            <pc:sldMk cId="225403278" sldId="307"/>
            <ac:spMk id="161" creationId="{E7E73418-B8E1-8B82-6E5A-98F4B7C95AA6}"/>
          </ac:spMkLst>
        </pc:spChg>
        <pc:spChg chg="mod">
          <ac:chgData name="Sophia BUI" userId="5388e7d4eb368e7c" providerId="LiveId" clId="{BE58550D-8E23-4583-8E07-07830BA2D7C5}" dt="2026-05-12T09:35:19.056" v="1073" actId="20577"/>
          <ac:spMkLst>
            <pc:docMk/>
            <pc:sldMk cId="225403278" sldId="307"/>
            <ac:spMk id="168" creationId="{6B22EFCF-A578-C4EE-64D7-4367D8721ED5}"/>
          </ac:spMkLst>
        </pc:spChg>
      </pc:sldChg>
      <pc:sldChg chg="addSp delSp modSp add del mod setBg">
        <pc:chgData name="Sophia BUI" userId="5388e7d4eb368e7c" providerId="LiveId" clId="{BE58550D-8E23-4583-8E07-07830BA2D7C5}" dt="2026-05-12T09:44:29.562" v="1161" actId="2696"/>
        <pc:sldMkLst>
          <pc:docMk/>
          <pc:sldMk cId="174893688" sldId="309"/>
        </pc:sldMkLst>
        <pc:spChg chg="add mod">
          <ac:chgData name="Sophia BUI" userId="5388e7d4eb368e7c" providerId="LiveId" clId="{BE58550D-8E23-4583-8E07-07830BA2D7C5}" dt="2026-05-12T09:39:11.446" v="1110" actId="108"/>
          <ac:spMkLst>
            <pc:docMk/>
            <pc:sldMk cId="174893688" sldId="309"/>
            <ac:spMk id="3" creationId="{0414EB78-DF55-A5D2-E9E1-690E00F8AA0B}"/>
          </ac:spMkLst>
        </pc:spChg>
        <pc:spChg chg="del mod">
          <ac:chgData name="Sophia BUI" userId="5388e7d4eb368e7c" providerId="LiveId" clId="{BE58550D-8E23-4583-8E07-07830BA2D7C5}" dt="2026-05-12T09:38:53.798" v="1106" actId="478"/>
          <ac:spMkLst>
            <pc:docMk/>
            <pc:sldMk cId="174893688" sldId="309"/>
            <ac:spMk id="130" creationId="{00000000-0000-0000-0000-000000000000}"/>
          </ac:spMkLst>
        </pc:spChg>
        <pc:spChg chg="mod">
          <ac:chgData name="Sophia BUI" userId="5388e7d4eb368e7c" providerId="LiveId" clId="{BE58550D-8E23-4583-8E07-07830BA2D7C5}" dt="2026-05-12T09:39:45.595" v="1115" actId="1076"/>
          <ac:spMkLst>
            <pc:docMk/>
            <pc:sldMk cId="174893688" sldId="309"/>
            <ac:spMk id="131" creationId="{00000000-0000-0000-0000-000000000000}"/>
          </ac:spMkLst>
        </pc:spChg>
        <pc:spChg chg="mod">
          <ac:chgData name="Sophia BUI" userId="5388e7d4eb368e7c" providerId="LiveId" clId="{BE58550D-8E23-4583-8E07-07830BA2D7C5}" dt="2026-05-12T09:36:52.247" v="1079" actId="207"/>
          <ac:spMkLst>
            <pc:docMk/>
            <pc:sldMk cId="174893688" sldId="309"/>
            <ac:spMk id="133" creationId="{00000000-0000-0000-0000-000000000000}"/>
          </ac:spMkLst>
        </pc:spChg>
        <pc:spChg chg="mod">
          <ac:chgData name="Sophia BUI" userId="5388e7d4eb368e7c" providerId="LiveId" clId="{BE58550D-8E23-4583-8E07-07830BA2D7C5}" dt="2026-05-12T09:36:55.916" v="1080" actId="207"/>
          <ac:spMkLst>
            <pc:docMk/>
            <pc:sldMk cId="174893688" sldId="309"/>
            <ac:spMk id="134" creationId="{00000000-0000-0000-0000-000000000000}"/>
          </ac:spMkLst>
        </pc:spChg>
        <pc:spChg chg="mod">
          <ac:chgData name="Sophia BUI" userId="5388e7d4eb368e7c" providerId="LiveId" clId="{BE58550D-8E23-4583-8E07-07830BA2D7C5}" dt="2026-05-12T09:37:00.670" v="1081" actId="207"/>
          <ac:spMkLst>
            <pc:docMk/>
            <pc:sldMk cId="174893688" sldId="309"/>
            <ac:spMk id="135" creationId="{00000000-0000-0000-0000-000000000000}"/>
          </ac:spMkLst>
        </pc:spChg>
        <pc:spChg chg="mod">
          <ac:chgData name="Sophia BUI" userId="5388e7d4eb368e7c" providerId="LiveId" clId="{BE58550D-8E23-4583-8E07-07830BA2D7C5}" dt="2026-05-12T09:37:05.311" v="1082" actId="207"/>
          <ac:spMkLst>
            <pc:docMk/>
            <pc:sldMk cId="174893688" sldId="309"/>
            <ac:spMk id="13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09:38:26.149" v="1099" actId="478"/>
          <ac:spMkLst>
            <pc:docMk/>
            <pc:sldMk cId="174893688" sldId="309"/>
            <ac:spMk id="141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09:38:44.231" v="1103" actId="1076"/>
          <ac:picMkLst>
            <pc:docMk/>
            <pc:sldMk cId="174893688" sldId="309"/>
            <ac:picMk id="2" creationId="{28806122-8034-47DA-DDD0-A145EC4298F2}"/>
          </ac:picMkLst>
        </pc:picChg>
        <pc:picChg chg="del">
          <ac:chgData name="Sophia BUI" userId="5388e7d4eb368e7c" providerId="LiveId" clId="{BE58550D-8E23-4583-8E07-07830BA2D7C5}" dt="2026-05-12T09:37:10.749" v="1083" actId="478"/>
          <ac:picMkLst>
            <pc:docMk/>
            <pc:sldMk cId="174893688" sldId="309"/>
            <ac:picMk id="128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39:27.588" v="1111" actId="478"/>
          <ac:picMkLst>
            <pc:docMk/>
            <pc:sldMk cId="174893688" sldId="309"/>
            <ac:picMk id="137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39:30.671" v="1112" actId="478"/>
          <ac:picMkLst>
            <pc:docMk/>
            <pc:sldMk cId="174893688" sldId="309"/>
            <ac:picMk id="138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39:33.856" v="1113" actId="478"/>
          <ac:picMkLst>
            <pc:docMk/>
            <pc:sldMk cId="174893688" sldId="309"/>
            <ac:picMk id="139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39:36.286" v="1114" actId="478"/>
          <ac:picMkLst>
            <pc:docMk/>
            <pc:sldMk cId="174893688" sldId="309"/>
            <ac:picMk id="140" creationId="{00000000-0000-0000-0000-000000000000}"/>
          </ac:picMkLst>
        </pc:picChg>
      </pc:sldChg>
      <pc:sldChg chg="modSp add mod setBg">
        <pc:chgData name="Sophia BUI" userId="5388e7d4eb368e7c" providerId="LiveId" clId="{BE58550D-8E23-4583-8E07-07830BA2D7C5}" dt="2026-05-12T11:01:47.720" v="2110" actId="1076"/>
        <pc:sldMkLst>
          <pc:docMk/>
          <pc:sldMk cId="290831852" sldId="309"/>
        </pc:sldMkLst>
        <pc:spChg chg="mod">
          <ac:chgData name="Sophia BUI" userId="5388e7d4eb368e7c" providerId="LiveId" clId="{BE58550D-8E23-4583-8E07-07830BA2D7C5}" dt="2026-05-12T09:46:45.867" v="1219" actId="20577"/>
          <ac:spMkLst>
            <pc:docMk/>
            <pc:sldMk cId="290831852" sldId="309"/>
            <ac:spMk id="3" creationId="{0414EB78-DF55-A5D2-E9E1-690E00F8AA0B}"/>
          </ac:spMkLst>
        </pc:spChg>
        <pc:spChg chg="mod">
          <ac:chgData name="Sophia BUI" userId="5388e7d4eb368e7c" providerId="LiveId" clId="{BE58550D-8E23-4583-8E07-07830BA2D7C5}" dt="2026-05-12T11:01:39.251" v="2109" actId="12"/>
          <ac:spMkLst>
            <pc:docMk/>
            <pc:sldMk cId="290831852" sldId="309"/>
            <ac:spMk id="133" creationId="{00000000-0000-0000-0000-000000000000}"/>
          </ac:spMkLst>
        </pc:spChg>
        <pc:spChg chg="mod">
          <ac:chgData name="Sophia BUI" userId="5388e7d4eb368e7c" providerId="LiveId" clId="{BE58550D-8E23-4583-8E07-07830BA2D7C5}" dt="2026-05-12T11:01:39.251" v="2109" actId="12"/>
          <ac:spMkLst>
            <pc:docMk/>
            <pc:sldMk cId="290831852" sldId="309"/>
            <ac:spMk id="134" creationId="{00000000-0000-0000-0000-000000000000}"/>
          </ac:spMkLst>
        </pc:spChg>
        <pc:spChg chg="mod">
          <ac:chgData name="Sophia BUI" userId="5388e7d4eb368e7c" providerId="LiveId" clId="{BE58550D-8E23-4583-8E07-07830BA2D7C5}" dt="2026-05-12T11:01:39.251" v="2109" actId="12"/>
          <ac:spMkLst>
            <pc:docMk/>
            <pc:sldMk cId="290831852" sldId="309"/>
            <ac:spMk id="135" creationId="{00000000-0000-0000-0000-000000000000}"/>
          </ac:spMkLst>
        </pc:spChg>
        <pc:spChg chg="mod">
          <ac:chgData name="Sophia BUI" userId="5388e7d4eb368e7c" providerId="LiveId" clId="{BE58550D-8E23-4583-8E07-07830BA2D7C5}" dt="2026-05-12T11:01:39.251" v="2109" actId="12"/>
          <ac:spMkLst>
            <pc:docMk/>
            <pc:sldMk cId="290831852" sldId="309"/>
            <ac:spMk id="136" creationId="{00000000-0000-0000-0000-000000000000}"/>
          </ac:spMkLst>
        </pc:spChg>
        <pc:picChg chg="mod">
          <ac:chgData name="Sophia BUI" userId="5388e7d4eb368e7c" providerId="LiveId" clId="{BE58550D-8E23-4583-8E07-07830BA2D7C5}" dt="2026-05-12T11:01:47.720" v="2110" actId="1076"/>
          <ac:picMkLst>
            <pc:docMk/>
            <pc:sldMk cId="290831852" sldId="309"/>
            <ac:picMk id="132" creationId="{00000000-0000-0000-0000-000000000000}"/>
          </ac:picMkLst>
        </pc:picChg>
      </pc:sldChg>
      <pc:sldChg chg="modSp add mod">
        <pc:chgData name="Sophia BUI" userId="5388e7d4eb368e7c" providerId="LiveId" clId="{BE58550D-8E23-4583-8E07-07830BA2D7C5}" dt="2026-05-12T09:46:39.818" v="1216" actId="20577"/>
        <pc:sldMkLst>
          <pc:docMk/>
          <pc:sldMk cId="391128278" sldId="310"/>
        </pc:sldMkLst>
        <pc:spChg chg="mod">
          <ac:chgData name="Sophia BUI" userId="5388e7d4eb368e7c" providerId="LiveId" clId="{BE58550D-8E23-4583-8E07-07830BA2D7C5}" dt="2026-05-12T09:46:39.818" v="1216" actId="20577"/>
          <ac:spMkLst>
            <pc:docMk/>
            <pc:sldMk cId="391128278" sldId="310"/>
            <ac:spMk id="160" creationId="{00000000-0000-0000-0000-000000000000}"/>
          </ac:spMkLst>
        </pc:spChg>
      </pc:sldChg>
      <pc:sldChg chg="addSp delSp modSp add del mod">
        <pc:chgData name="Sophia BUI" userId="5388e7d4eb368e7c" providerId="LiveId" clId="{BE58550D-8E23-4583-8E07-07830BA2D7C5}" dt="2026-05-12T09:44:29.562" v="1161" actId="2696"/>
        <pc:sldMkLst>
          <pc:docMk/>
          <pc:sldMk cId="1867122416" sldId="310"/>
        </pc:sldMkLst>
        <pc:spChg chg="mod">
          <ac:chgData name="Sophia BUI" userId="5388e7d4eb368e7c" providerId="LiveId" clId="{BE58550D-8E23-4583-8E07-07830BA2D7C5}" dt="2026-05-12T09:42:11.603" v="1132" actId="207"/>
          <ac:spMkLst>
            <pc:docMk/>
            <pc:sldMk cId="1867122416" sldId="310"/>
            <ac:spMk id="150" creationId="{00000000-0000-0000-0000-000000000000}"/>
          </ac:spMkLst>
        </pc:spChg>
        <pc:spChg chg="mod">
          <ac:chgData name="Sophia BUI" userId="5388e7d4eb368e7c" providerId="LiveId" clId="{BE58550D-8E23-4583-8E07-07830BA2D7C5}" dt="2026-05-12T09:42:01.509" v="1131" actId="20577"/>
          <ac:spMkLst>
            <pc:docMk/>
            <pc:sldMk cId="1867122416" sldId="310"/>
            <ac:spMk id="160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09:42:26.679" v="1136" actId="962"/>
          <ac:picMkLst>
            <pc:docMk/>
            <pc:sldMk cId="1867122416" sldId="310"/>
            <ac:picMk id="2" creationId="{1DA38437-8609-7943-A725-66EA1701A36B}"/>
          </ac:picMkLst>
        </pc:picChg>
        <pc:picChg chg="del">
          <ac:chgData name="Sophia BUI" userId="5388e7d4eb368e7c" providerId="LiveId" clId="{BE58550D-8E23-4583-8E07-07830BA2D7C5}" dt="2026-05-12T09:41:40.977" v="1118" actId="478"/>
          <ac:picMkLst>
            <pc:docMk/>
            <pc:sldMk cId="1867122416" sldId="310"/>
            <ac:picMk id="146" creationId="{00000000-0000-0000-0000-000000000000}"/>
          </ac:picMkLst>
        </pc:picChg>
      </pc:sldChg>
      <pc:sldChg chg="delSp modSp add del mod">
        <pc:chgData name="Sophia BUI" userId="5388e7d4eb368e7c" providerId="LiveId" clId="{BE58550D-8E23-4583-8E07-07830BA2D7C5}" dt="2026-05-12T09:59:50.826" v="1366" actId="2696"/>
        <pc:sldMkLst>
          <pc:docMk/>
          <pc:sldMk cId="2685058854" sldId="311"/>
        </pc:sldMkLst>
        <pc:spChg chg="mod">
          <ac:chgData name="Sophia BUI" userId="5388e7d4eb368e7c" providerId="LiveId" clId="{BE58550D-8E23-4583-8E07-07830BA2D7C5}" dt="2026-05-12T09:56:29.112" v="1330" actId="207"/>
          <ac:spMkLst>
            <pc:docMk/>
            <pc:sldMk cId="2685058854" sldId="311"/>
            <ac:spMk id="168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6:32.146" v="1331" actId="207"/>
          <ac:spMkLst>
            <pc:docMk/>
            <pc:sldMk cId="2685058854" sldId="311"/>
            <ac:spMk id="169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6:34.981" v="1332" actId="207"/>
          <ac:spMkLst>
            <pc:docMk/>
            <pc:sldMk cId="2685058854" sldId="311"/>
            <ac:spMk id="170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6:37.835" v="1333" actId="207"/>
          <ac:spMkLst>
            <pc:docMk/>
            <pc:sldMk cId="2685058854" sldId="311"/>
            <ac:spMk id="171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6:40.505" v="1334" actId="207"/>
          <ac:spMkLst>
            <pc:docMk/>
            <pc:sldMk cId="2685058854" sldId="311"/>
            <ac:spMk id="172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6:44.081" v="1335" actId="207"/>
          <ac:spMkLst>
            <pc:docMk/>
            <pc:sldMk cId="2685058854" sldId="311"/>
            <ac:spMk id="173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6:47.513" v="1336" actId="6549"/>
          <ac:spMkLst>
            <pc:docMk/>
            <pc:sldMk cId="2685058854" sldId="311"/>
            <ac:spMk id="180" creationId="{00000000-0000-0000-0000-000000000000}"/>
          </ac:spMkLst>
        </pc:spChg>
        <pc:picChg chg="del">
          <ac:chgData name="Sophia BUI" userId="5388e7d4eb368e7c" providerId="LiveId" clId="{BE58550D-8E23-4583-8E07-07830BA2D7C5}" dt="2026-05-12T09:56:51.578" v="1337" actId="478"/>
          <ac:picMkLst>
            <pc:docMk/>
            <pc:sldMk cId="2685058854" sldId="311"/>
            <ac:picMk id="165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57:00.514" v="1338" actId="478"/>
          <ac:picMkLst>
            <pc:docMk/>
            <pc:sldMk cId="2685058854" sldId="311"/>
            <ac:picMk id="174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57:00.514" v="1338" actId="478"/>
          <ac:picMkLst>
            <pc:docMk/>
            <pc:sldMk cId="2685058854" sldId="311"/>
            <ac:picMk id="175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57:04.525" v="1339" actId="478"/>
          <ac:picMkLst>
            <pc:docMk/>
            <pc:sldMk cId="2685058854" sldId="311"/>
            <ac:picMk id="176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57:04.525" v="1339" actId="478"/>
          <ac:picMkLst>
            <pc:docMk/>
            <pc:sldMk cId="2685058854" sldId="311"/>
            <ac:picMk id="177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57:00.514" v="1338" actId="478"/>
          <ac:picMkLst>
            <pc:docMk/>
            <pc:sldMk cId="2685058854" sldId="311"/>
            <ac:picMk id="178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57:00.514" v="1338" actId="478"/>
          <ac:picMkLst>
            <pc:docMk/>
            <pc:sldMk cId="2685058854" sldId="311"/>
            <ac:picMk id="179" creationId="{00000000-0000-0000-0000-000000000000}"/>
          </ac:picMkLst>
        </pc:picChg>
      </pc:sldChg>
      <pc:sldChg chg="addSp delSp modSp add mod setBg">
        <pc:chgData name="Sophia BUI" userId="5388e7d4eb368e7c" providerId="LiveId" clId="{BE58550D-8E23-4583-8E07-07830BA2D7C5}" dt="2026-05-12T09:51:25.866" v="1274"/>
        <pc:sldMkLst>
          <pc:docMk/>
          <pc:sldMk cId="2956621332" sldId="312"/>
        </pc:sldMkLst>
        <pc:spChg chg="mod">
          <ac:chgData name="Sophia BUI" userId="5388e7d4eb368e7c" providerId="LiveId" clId="{BE58550D-8E23-4583-8E07-07830BA2D7C5}" dt="2026-05-12T09:47:43.348" v="1234" actId="207"/>
          <ac:spMkLst>
            <pc:docMk/>
            <pc:sldMk cId="2956621332" sldId="312"/>
            <ac:spMk id="86" creationId="{00000000-0000-0000-0000-000000000000}"/>
          </ac:spMkLst>
        </pc:spChg>
        <pc:spChg chg="mod">
          <ac:chgData name="Sophia BUI" userId="5388e7d4eb368e7c" providerId="LiveId" clId="{BE58550D-8E23-4583-8E07-07830BA2D7C5}" dt="2026-05-12T09:47:43.348" v="1234" actId="207"/>
          <ac:spMkLst>
            <pc:docMk/>
            <pc:sldMk cId="2956621332" sldId="312"/>
            <ac:spMk id="87" creationId="{00000000-0000-0000-0000-000000000000}"/>
          </ac:spMkLst>
        </pc:spChg>
        <pc:spChg chg="mod">
          <ac:chgData name="Sophia BUI" userId="5388e7d4eb368e7c" providerId="LiveId" clId="{BE58550D-8E23-4583-8E07-07830BA2D7C5}" dt="2026-05-12T09:47:43.348" v="1234" actId="207"/>
          <ac:spMkLst>
            <pc:docMk/>
            <pc:sldMk cId="2956621332" sldId="312"/>
            <ac:spMk id="89" creationId="{00000000-0000-0000-0000-000000000000}"/>
          </ac:spMkLst>
        </pc:spChg>
        <pc:spChg chg="mod">
          <ac:chgData name="Sophia BUI" userId="5388e7d4eb368e7c" providerId="LiveId" clId="{BE58550D-8E23-4583-8E07-07830BA2D7C5}" dt="2026-05-12T09:47:43.348" v="1234" actId="207"/>
          <ac:spMkLst>
            <pc:docMk/>
            <pc:sldMk cId="2956621332" sldId="312"/>
            <ac:spMk id="90" creationId="{00000000-0000-0000-0000-000000000000}"/>
          </ac:spMkLst>
        </pc:spChg>
        <pc:spChg chg="mod">
          <ac:chgData name="Sophia BUI" userId="5388e7d4eb368e7c" providerId="LiveId" clId="{BE58550D-8E23-4583-8E07-07830BA2D7C5}" dt="2026-05-12T09:47:43.348" v="1234" actId="207"/>
          <ac:spMkLst>
            <pc:docMk/>
            <pc:sldMk cId="2956621332" sldId="312"/>
            <ac:spMk id="91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1:12.990" v="1273" actId="108"/>
          <ac:spMkLst>
            <pc:docMk/>
            <pc:sldMk cId="2956621332" sldId="312"/>
            <ac:spMk id="95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09:48:28.276" v="1239" actId="167"/>
          <ac:picMkLst>
            <pc:docMk/>
            <pc:sldMk cId="2956621332" sldId="312"/>
            <ac:picMk id="2" creationId="{F261C317-D60E-BECA-B53B-FF4AE669F504}"/>
          </ac:picMkLst>
        </pc:picChg>
        <pc:picChg chg="del mod">
          <ac:chgData name="Sophia BUI" userId="5388e7d4eb368e7c" providerId="LiveId" clId="{BE58550D-8E23-4583-8E07-07830BA2D7C5}" dt="2026-05-12T09:48:17.942" v="1237" actId="478"/>
          <ac:picMkLst>
            <pc:docMk/>
            <pc:sldMk cId="2956621332" sldId="312"/>
            <ac:picMk id="84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47:12.110" v="1231" actId="478"/>
          <ac:picMkLst>
            <pc:docMk/>
            <pc:sldMk cId="2956621332" sldId="312"/>
            <ac:picMk id="85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47:17.287" v="1232" actId="478"/>
          <ac:picMkLst>
            <pc:docMk/>
            <pc:sldMk cId="2956621332" sldId="312"/>
            <ac:picMk id="88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48:05.727" v="1235" actId="207"/>
          <ac:picMkLst>
            <pc:docMk/>
            <pc:sldMk cId="2956621332" sldId="312"/>
            <ac:picMk id="92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48:05.727" v="1235" actId="207"/>
          <ac:picMkLst>
            <pc:docMk/>
            <pc:sldMk cId="2956621332" sldId="312"/>
            <ac:picMk id="93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48:13.890" v="1236" actId="207"/>
          <ac:picMkLst>
            <pc:docMk/>
            <pc:sldMk cId="2956621332" sldId="312"/>
            <ac:picMk id="94" creationId="{00000000-0000-0000-0000-000000000000}"/>
          </ac:picMkLst>
        </pc:picChg>
      </pc:sldChg>
      <pc:sldChg chg="modSp add del mod">
        <pc:chgData name="Sophia BUI" userId="5388e7d4eb368e7c" providerId="LiveId" clId="{BE58550D-8E23-4583-8E07-07830BA2D7C5}" dt="2026-05-12T09:44:29.562" v="1161" actId="2696"/>
        <pc:sldMkLst>
          <pc:docMk/>
          <pc:sldMk cId="4240973525" sldId="312"/>
        </pc:sldMkLst>
        <pc:spChg chg="mod">
          <ac:chgData name="Sophia BUI" userId="5388e7d4eb368e7c" providerId="LiveId" clId="{BE58550D-8E23-4583-8E07-07830BA2D7C5}" dt="2026-05-12T09:42:42.743" v="1148" actId="20577"/>
          <ac:spMkLst>
            <pc:docMk/>
            <pc:sldMk cId="4240973525" sldId="312"/>
            <ac:spMk id="95" creationId="{00000000-0000-0000-0000-000000000000}"/>
          </ac:spMkLst>
        </pc:spChg>
      </pc:sldChg>
      <pc:sldChg chg="modSp add del mod">
        <pc:chgData name="Sophia BUI" userId="5388e7d4eb368e7c" providerId="LiveId" clId="{BE58550D-8E23-4583-8E07-07830BA2D7C5}" dt="2026-05-12T09:44:29.562" v="1161" actId="2696"/>
        <pc:sldMkLst>
          <pc:docMk/>
          <pc:sldMk cId="1655854094" sldId="313"/>
        </pc:sldMkLst>
        <pc:spChg chg="mod">
          <ac:chgData name="Sophia BUI" userId="5388e7d4eb368e7c" providerId="LiveId" clId="{BE58550D-8E23-4583-8E07-07830BA2D7C5}" dt="2026-05-12T09:44:01.873" v="1160" actId="20577"/>
          <ac:spMkLst>
            <pc:docMk/>
            <pc:sldMk cId="1655854094" sldId="313"/>
            <ac:spMk id="111" creationId="{00000000-0000-0000-0000-000000000000}"/>
          </ac:spMkLst>
        </pc:spChg>
      </pc:sldChg>
      <pc:sldChg chg="addSp delSp modSp add mod">
        <pc:chgData name="Sophia BUI" userId="5388e7d4eb368e7c" providerId="LiveId" clId="{BE58550D-8E23-4583-8E07-07830BA2D7C5}" dt="2026-05-12T09:51:35.086" v="1275" actId="108"/>
        <pc:sldMkLst>
          <pc:docMk/>
          <pc:sldMk cId="4116145676" sldId="313"/>
        </pc:sldMkLst>
        <pc:spChg chg="mod">
          <ac:chgData name="Sophia BUI" userId="5388e7d4eb368e7c" providerId="LiveId" clId="{BE58550D-8E23-4583-8E07-07830BA2D7C5}" dt="2026-05-12T09:50:52.657" v="1272" actId="207"/>
          <ac:spMkLst>
            <pc:docMk/>
            <pc:sldMk cId="4116145676" sldId="313"/>
            <ac:spMk id="103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0:40.036" v="1271" actId="403"/>
          <ac:spMkLst>
            <pc:docMk/>
            <pc:sldMk cId="4116145676" sldId="313"/>
            <ac:spMk id="104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0:31.219" v="1269" actId="14100"/>
          <ac:spMkLst>
            <pc:docMk/>
            <pc:sldMk cId="4116145676" sldId="313"/>
            <ac:spMk id="105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0:31.219" v="1269" actId="14100"/>
          <ac:spMkLst>
            <pc:docMk/>
            <pc:sldMk cId="4116145676" sldId="313"/>
            <ac:spMk id="106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0:31.219" v="1269" actId="14100"/>
          <ac:spMkLst>
            <pc:docMk/>
            <pc:sldMk cId="4116145676" sldId="313"/>
            <ac:spMk id="107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1:35.086" v="1275" actId="108"/>
          <ac:spMkLst>
            <pc:docMk/>
            <pc:sldMk cId="4116145676" sldId="313"/>
            <ac:spMk id="111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09:49:48.097" v="1266" actId="167"/>
          <ac:picMkLst>
            <pc:docMk/>
            <pc:sldMk cId="4116145676" sldId="313"/>
            <ac:picMk id="2" creationId="{5DC63F69-DB8C-807C-5D94-CEACF1AB29E9}"/>
          </ac:picMkLst>
        </pc:picChg>
        <pc:picChg chg="del">
          <ac:chgData name="Sophia BUI" userId="5388e7d4eb368e7c" providerId="LiveId" clId="{BE58550D-8E23-4583-8E07-07830BA2D7C5}" dt="2026-05-12T09:49:39.898" v="1264" actId="478"/>
          <ac:picMkLst>
            <pc:docMk/>
            <pc:sldMk cId="4116145676" sldId="313"/>
            <ac:picMk id="100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49:00.500" v="1261" actId="478"/>
          <ac:picMkLst>
            <pc:docMk/>
            <pc:sldMk cId="4116145676" sldId="313"/>
            <ac:picMk id="101" creationId="{00000000-0000-0000-0000-000000000000}"/>
          </ac:picMkLst>
        </pc:picChg>
        <pc:picChg chg="del">
          <ac:chgData name="Sophia BUI" userId="5388e7d4eb368e7c" providerId="LiveId" clId="{BE58550D-8E23-4583-8E07-07830BA2D7C5}" dt="2026-05-12T09:48:55.490" v="1260" actId="478"/>
          <ac:picMkLst>
            <pc:docMk/>
            <pc:sldMk cId="4116145676" sldId="313"/>
            <ac:picMk id="102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50:08.117" v="1267" actId="1076"/>
          <ac:picMkLst>
            <pc:docMk/>
            <pc:sldMk cId="4116145676" sldId="313"/>
            <ac:picMk id="108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50:08.117" v="1267" actId="1076"/>
          <ac:picMkLst>
            <pc:docMk/>
            <pc:sldMk cId="4116145676" sldId="313"/>
            <ac:picMk id="109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50:08.117" v="1267" actId="1076"/>
          <ac:picMkLst>
            <pc:docMk/>
            <pc:sldMk cId="4116145676" sldId="313"/>
            <ac:picMk id="110" creationId="{00000000-0000-0000-0000-000000000000}"/>
          </ac:picMkLst>
        </pc:picChg>
      </pc:sldChg>
      <pc:sldChg chg="addSp delSp modSp add del mod">
        <pc:chgData name="Sophia BUI" userId="5388e7d4eb368e7c" providerId="LiveId" clId="{BE58550D-8E23-4583-8E07-07830BA2D7C5}" dt="2026-05-12T09:54:36.490" v="1325" actId="2696"/>
        <pc:sldMkLst>
          <pc:docMk/>
          <pc:sldMk cId="3796719964" sldId="314"/>
        </pc:sldMkLst>
        <pc:spChg chg="mod">
          <ac:chgData name="Sophia BUI" userId="5388e7d4eb368e7c" providerId="LiveId" clId="{BE58550D-8E23-4583-8E07-07830BA2D7C5}" dt="2026-05-12T09:53:48.146" v="1314" actId="164"/>
          <ac:spMkLst>
            <pc:docMk/>
            <pc:sldMk cId="3796719964" sldId="314"/>
            <ac:spMk id="119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3:48.146" v="1314" actId="164"/>
          <ac:spMkLst>
            <pc:docMk/>
            <pc:sldMk cId="3796719964" sldId="314"/>
            <ac:spMk id="121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3:48.146" v="1314" actId="164"/>
          <ac:spMkLst>
            <pc:docMk/>
            <pc:sldMk cId="3796719964" sldId="314"/>
            <ac:spMk id="122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4:11.738" v="1320" actId="164"/>
          <ac:spMkLst>
            <pc:docMk/>
            <pc:sldMk cId="3796719964" sldId="314"/>
            <ac:spMk id="123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4:11.738" v="1320" actId="164"/>
          <ac:spMkLst>
            <pc:docMk/>
            <pc:sldMk cId="3796719964" sldId="314"/>
            <ac:spMk id="124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4:11.738" v="1320" actId="164"/>
          <ac:spMkLst>
            <pc:docMk/>
            <pc:sldMk cId="3796719964" sldId="314"/>
            <ac:spMk id="125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4:11.738" v="1320" actId="164"/>
          <ac:spMkLst>
            <pc:docMk/>
            <pc:sldMk cId="3796719964" sldId="314"/>
            <ac:spMk id="126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3:01.999" v="1278" actId="207"/>
          <ac:spMkLst>
            <pc:docMk/>
            <pc:sldMk cId="3796719964" sldId="314"/>
            <ac:spMk id="127" creationId="{00000000-0000-0000-0000-000000000000}"/>
          </ac:spMkLst>
        </pc:spChg>
        <pc:grpChg chg="add del mod">
          <ac:chgData name="Sophia BUI" userId="5388e7d4eb368e7c" providerId="LiveId" clId="{BE58550D-8E23-4583-8E07-07830BA2D7C5}" dt="2026-05-12T09:54:31.106" v="1323" actId="21"/>
          <ac:grpSpMkLst>
            <pc:docMk/>
            <pc:sldMk cId="3796719964" sldId="314"/>
            <ac:grpSpMk id="2" creationId="{F150B0C3-F9ED-0CA9-E591-4BC3E982F7BA}"/>
          </ac:grpSpMkLst>
        </pc:grpChg>
        <pc:grpChg chg="add mod">
          <ac:chgData name="Sophia BUI" userId="5388e7d4eb368e7c" providerId="LiveId" clId="{BE58550D-8E23-4583-8E07-07830BA2D7C5}" dt="2026-05-12T09:54:11.738" v="1320" actId="164"/>
          <ac:grpSpMkLst>
            <pc:docMk/>
            <pc:sldMk cId="3796719964" sldId="314"/>
            <ac:grpSpMk id="3" creationId="{9FB009C5-7BBA-4C09-10D7-83F391FF7209}"/>
          </ac:grpSpMkLst>
        </pc:grpChg>
        <pc:picChg chg="del">
          <ac:chgData name="Sophia BUI" userId="5388e7d4eb368e7c" providerId="LiveId" clId="{BE58550D-8E23-4583-8E07-07830BA2D7C5}" dt="2026-05-12T09:53:07.063" v="1279" actId="478"/>
          <ac:picMkLst>
            <pc:docMk/>
            <pc:sldMk cId="3796719964" sldId="314"/>
            <ac:picMk id="116" creationId="{00000000-0000-0000-0000-000000000000}"/>
          </ac:picMkLst>
        </pc:picChg>
        <pc:picChg chg="mod">
          <ac:chgData name="Sophia BUI" userId="5388e7d4eb368e7c" providerId="LiveId" clId="{BE58550D-8E23-4583-8E07-07830BA2D7C5}" dt="2026-05-12T09:53:48.146" v="1314" actId="164"/>
          <ac:picMkLst>
            <pc:docMk/>
            <pc:sldMk cId="3796719964" sldId="314"/>
            <ac:picMk id="117" creationId="{00000000-0000-0000-0000-000000000000}"/>
          </ac:picMkLst>
        </pc:picChg>
        <pc:picChg chg="del mod">
          <ac:chgData name="Sophia BUI" userId="5388e7d4eb368e7c" providerId="LiveId" clId="{BE58550D-8E23-4583-8E07-07830BA2D7C5}" dt="2026-05-12T09:54:31.106" v="1323" actId="21"/>
          <ac:picMkLst>
            <pc:docMk/>
            <pc:sldMk cId="3796719964" sldId="314"/>
            <ac:picMk id="118" creationId="{00000000-0000-0000-0000-000000000000}"/>
          </ac:picMkLst>
        </pc:picChg>
      </pc:sldChg>
      <pc:sldChg chg="addSp delSp modSp add mod">
        <pc:chgData name="Sophia BUI" userId="5388e7d4eb368e7c" providerId="LiveId" clId="{BE58550D-8E23-4583-8E07-07830BA2D7C5}" dt="2026-05-12T10:50:18.071" v="2009" actId="478"/>
        <pc:sldMkLst>
          <pc:docMk/>
          <pc:sldMk cId="3515241690" sldId="315"/>
        </pc:sldMkLst>
        <pc:spChg chg="mod">
          <ac:chgData name="Sophia BUI" userId="5388e7d4eb368e7c" providerId="LiveId" clId="{BE58550D-8E23-4583-8E07-07830BA2D7C5}" dt="2026-05-12T09:54:55.382" v="1327"/>
          <ac:spMkLst>
            <pc:docMk/>
            <pc:sldMk cId="3515241690" sldId="315"/>
            <ac:spMk id="7" creationId="{628A6EEC-9F10-D441-2A37-BD8DEFA15661}"/>
          </ac:spMkLst>
        </pc:spChg>
        <pc:spChg chg="mod">
          <ac:chgData name="Sophia BUI" userId="5388e7d4eb368e7c" providerId="LiveId" clId="{BE58550D-8E23-4583-8E07-07830BA2D7C5}" dt="2026-05-12T09:54:55.382" v="1327"/>
          <ac:spMkLst>
            <pc:docMk/>
            <pc:sldMk cId="3515241690" sldId="315"/>
            <ac:spMk id="8" creationId="{E7E175B6-463C-5F37-DC12-A899DE586BE7}"/>
          </ac:spMkLst>
        </pc:spChg>
        <pc:spChg chg="mod">
          <ac:chgData name="Sophia BUI" userId="5388e7d4eb368e7c" providerId="LiveId" clId="{BE58550D-8E23-4583-8E07-07830BA2D7C5}" dt="2026-05-12T09:54:55.382" v="1327"/>
          <ac:spMkLst>
            <pc:docMk/>
            <pc:sldMk cId="3515241690" sldId="315"/>
            <ac:spMk id="9" creationId="{4CE2E6D1-1EAA-98D0-C895-48A096E7720A}"/>
          </ac:spMkLst>
        </pc:spChg>
        <pc:spChg chg="mod">
          <ac:chgData name="Sophia BUI" userId="5388e7d4eb368e7c" providerId="LiveId" clId="{BE58550D-8E23-4583-8E07-07830BA2D7C5}" dt="2026-05-12T09:54:55.382" v="1327"/>
          <ac:spMkLst>
            <pc:docMk/>
            <pc:sldMk cId="3515241690" sldId="315"/>
            <ac:spMk id="10" creationId="{AC041A35-312F-08FB-0238-20A87A7782D3}"/>
          </ac:spMkLst>
        </pc:spChg>
        <pc:spChg chg="mod">
          <ac:chgData name="Sophia BUI" userId="5388e7d4eb368e7c" providerId="LiveId" clId="{BE58550D-8E23-4583-8E07-07830BA2D7C5}" dt="2026-05-12T09:53:37.825" v="1313" actId="20577"/>
          <ac:spMkLst>
            <pc:docMk/>
            <pc:sldMk cId="3515241690" sldId="315"/>
            <ac:spMk id="107" creationId="{DF12AB03-54A3-2DF5-D606-7FF7EF922597}"/>
          </ac:spMkLst>
        </pc:spChg>
        <pc:spChg chg="del">
          <ac:chgData name="Sophia BUI" userId="5388e7d4eb368e7c" providerId="LiveId" clId="{BE58550D-8E23-4583-8E07-07830BA2D7C5}" dt="2026-05-12T10:50:18.071" v="2009" actId="478"/>
          <ac:spMkLst>
            <pc:docMk/>
            <pc:sldMk cId="3515241690" sldId="315"/>
            <ac:spMk id="109" creationId="{AD21B947-DEB3-60EA-6165-FB98D9EAAC0A}"/>
          </ac:spMkLst>
        </pc:spChg>
        <pc:spChg chg="del">
          <ac:chgData name="Sophia BUI" userId="5388e7d4eb368e7c" providerId="LiveId" clId="{BE58550D-8E23-4583-8E07-07830BA2D7C5}" dt="2026-05-12T09:54:22.762" v="1322" actId="478"/>
          <ac:spMkLst>
            <pc:docMk/>
            <pc:sldMk cId="3515241690" sldId="315"/>
            <ac:spMk id="115" creationId="{15B2C8A9-1FC6-36D1-8FAB-24E5AD1F5BF0}"/>
          </ac:spMkLst>
        </pc:spChg>
        <pc:spChg chg="mod">
          <ac:chgData name="Sophia BUI" userId="5388e7d4eb368e7c" providerId="LiveId" clId="{BE58550D-8E23-4583-8E07-07830BA2D7C5}" dt="2026-05-12T09:54:33.287" v="1324"/>
          <ac:spMkLst>
            <pc:docMk/>
            <pc:sldMk cId="3515241690" sldId="315"/>
            <ac:spMk id="119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4:33.287" v="1324"/>
          <ac:spMkLst>
            <pc:docMk/>
            <pc:sldMk cId="3515241690" sldId="315"/>
            <ac:spMk id="121" creationId="{00000000-0000-0000-0000-000000000000}"/>
          </ac:spMkLst>
        </pc:spChg>
        <pc:spChg chg="mod">
          <ac:chgData name="Sophia BUI" userId="5388e7d4eb368e7c" providerId="LiveId" clId="{BE58550D-8E23-4583-8E07-07830BA2D7C5}" dt="2026-05-12T09:54:33.287" v="1324"/>
          <ac:spMkLst>
            <pc:docMk/>
            <pc:sldMk cId="3515241690" sldId="315"/>
            <ac:spMk id="122" creationId="{00000000-0000-0000-0000-000000000000}"/>
          </ac:spMkLst>
        </pc:spChg>
        <pc:grpChg chg="del">
          <ac:chgData name="Sophia BUI" userId="5388e7d4eb368e7c" providerId="LiveId" clId="{BE58550D-8E23-4583-8E07-07830BA2D7C5}" dt="2026-05-12T09:54:18.998" v="1321" actId="478"/>
          <ac:grpSpMkLst>
            <pc:docMk/>
            <pc:sldMk cId="3515241690" sldId="315"/>
            <ac:grpSpMk id="2" creationId="{F15E6CB8-6723-449C-CB97-FB932567D76D}"/>
          </ac:grpSpMkLst>
        </pc:grpChg>
        <pc:grpChg chg="add mod">
          <ac:chgData name="Sophia BUI" userId="5388e7d4eb368e7c" providerId="LiveId" clId="{BE58550D-8E23-4583-8E07-07830BA2D7C5}" dt="2026-05-12T09:54:33.287" v="1324"/>
          <ac:grpSpMkLst>
            <pc:docMk/>
            <pc:sldMk cId="3515241690" sldId="315"/>
            <ac:grpSpMk id="3" creationId="{F150B0C3-F9ED-0CA9-E591-4BC3E982F7BA}"/>
          </ac:grpSpMkLst>
        </pc:grpChg>
        <pc:grpChg chg="del">
          <ac:chgData name="Sophia BUI" userId="5388e7d4eb368e7c" providerId="LiveId" clId="{BE58550D-8E23-4583-8E07-07830BA2D7C5}" dt="2026-05-12T09:54:18.998" v="1321" actId="478"/>
          <ac:grpSpMkLst>
            <pc:docMk/>
            <pc:sldMk cId="3515241690" sldId="315"/>
            <ac:grpSpMk id="4" creationId="{DAA14FAB-6645-15DE-B5FF-07CD67F86E38}"/>
          </ac:grpSpMkLst>
        </pc:grpChg>
        <pc:grpChg chg="add mod">
          <ac:chgData name="Sophia BUI" userId="5388e7d4eb368e7c" providerId="LiveId" clId="{BE58550D-8E23-4583-8E07-07830BA2D7C5}" dt="2026-05-12T09:54:55.382" v="1327"/>
          <ac:grpSpMkLst>
            <pc:docMk/>
            <pc:sldMk cId="3515241690" sldId="315"/>
            <ac:grpSpMk id="5" creationId="{1EABC08C-73F2-2F8F-CD46-A44F05F367BC}"/>
          </ac:grpSpMkLst>
        </pc:grpChg>
        <pc:picChg chg="mod">
          <ac:chgData name="Sophia BUI" userId="5388e7d4eb368e7c" providerId="LiveId" clId="{BE58550D-8E23-4583-8E07-07830BA2D7C5}" dt="2026-05-12T09:54:55.382" v="1327"/>
          <ac:picMkLst>
            <pc:docMk/>
            <pc:sldMk cId="3515241690" sldId="315"/>
            <ac:picMk id="6" creationId="{6026EC02-86A8-454E-3021-F71F6ACC728D}"/>
          </ac:picMkLst>
        </pc:picChg>
        <pc:picChg chg="mod">
          <ac:chgData name="Sophia BUI" userId="5388e7d4eb368e7c" providerId="LiveId" clId="{BE58550D-8E23-4583-8E07-07830BA2D7C5}" dt="2026-05-12T09:54:33.287" v="1324"/>
          <ac:picMkLst>
            <pc:docMk/>
            <pc:sldMk cId="3515241690" sldId="315"/>
            <ac:picMk id="117" creationId="{00000000-0000-0000-0000-000000000000}"/>
          </ac:picMkLst>
        </pc:picChg>
        <pc:picChg chg="add del mod">
          <ac:chgData name="Sophia BUI" userId="5388e7d4eb368e7c" providerId="LiveId" clId="{BE58550D-8E23-4583-8E07-07830BA2D7C5}" dt="2026-05-12T09:54:54.470" v="1326" actId="478"/>
          <ac:picMkLst>
            <pc:docMk/>
            <pc:sldMk cId="3515241690" sldId="315"/>
            <ac:picMk id="118" creationId="{00000000-0000-0000-0000-000000000000}"/>
          </ac:picMkLst>
        </pc:picChg>
      </pc:sldChg>
      <pc:sldChg chg="delSp modSp add del mod">
        <pc:chgData name="Sophia BUI" userId="5388e7d4eb368e7c" providerId="LiveId" clId="{BE58550D-8E23-4583-8E07-07830BA2D7C5}" dt="2026-05-12T10:02:08.178" v="1444" actId="2696"/>
        <pc:sldMkLst>
          <pc:docMk/>
          <pc:sldMk cId="0" sldId="316"/>
        </pc:sldMkLst>
        <pc:spChg chg="mod">
          <ac:chgData name="Sophia BUI" userId="5388e7d4eb368e7c" providerId="LiveId" clId="{BE58550D-8E23-4583-8E07-07830BA2D7C5}" dt="2026-05-12T10:00:01.214" v="1367" actId="207"/>
          <ac:spMkLst>
            <pc:docMk/>
            <pc:sldMk cId="0" sldId="316"/>
            <ac:spMk id="407" creationId="{00000000-0000-0000-0000-000000000000}"/>
          </ac:spMkLst>
        </pc:spChg>
        <pc:spChg chg="mod">
          <ac:chgData name="Sophia BUI" userId="5388e7d4eb368e7c" providerId="LiveId" clId="{BE58550D-8E23-4583-8E07-07830BA2D7C5}" dt="2026-05-12T10:00:04.462" v="1368" actId="207"/>
          <ac:spMkLst>
            <pc:docMk/>
            <pc:sldMk cId="0" sldId="316"/>
            <ac:spMk id="408" creationId="{00000000-0000-0000-0000-000000000000}"/>
          </ac:spMkLst>
        </pc:spChg>
        <pc:spChg chg="mod">
          <ac:chgData name="Sophia BUI" userId="5388e7d4eb368e7c" providerId="LiveId" clId="{BE58550D-8E23-4583-8E07-07830BA2D7C5}" dt="2026-05-12T10:00:11.866" v="1369" actId="207"/>
          <ac:spMkLst>
            <pc:docMk/>
            <pc:sldMk cId="0" sldId="316"/>
            <ac:spMk id="410" creationId="{00000000-0000-0000-0000-000000000000}"/>
          </ac:spMkLst>
        </pc:spChg>
        <pc:picChg chg="del">
          <ac:chgData name="Sophia BUI" userId="5388e7d4eb368e7c" providerId="LiveId" clId="{BE58550D-8E23-4583-8E07-07830BA2D7C5}" dt="2026-05-12T10:00:15.762" v="1370" actId="478"/>
          <ac:picMkLst>
            <pc:docMk/>
            <pc:sldMk cId="0" sldId="316"/>
            <ac:picMk id="405" creationId="{00000000-0000-0000-0000-000000000000}"/>
          </ac:picMkLst>
        </pc:picChg>
      </pc:sldChg>
      <pc:sldChg chg="add del">
        <pc:chgData name="Sophia BUI" userId="5388e7d4eb368e7c" providerId="LiveId" clId="{BE58550D-8E23-4583-8E07-07830BA2D7C5}" dt="2026-05-12T10:03:47.273" v="1472" actId="2696"/>
        <pc:sldMkLst>
          <pc:docMk/>
          <pc:sldMk cId="0" sldId="317"/>
        </pc:sldMkLst>
      </pc:sldChg>
      <pc:sldChg chg="addSp delSp modSp add mod">
        <pc:chgData name="Sophia BUI" userId="5388e7d4eb368e7c" providerId="LiveId" clId="{BE58550D-8E23-4583-8E07-07830BA2D7C5}" dt="2026-05-12T10:50:36.768" v="2013" actId="478"/>
        <pc:sldMkLst>
          <pc:docMk/>
          <pc:sldMk cId="252955113" sldId="318"/>
        </pc:sldMkLst>
        <pc:spChg chg="add mod">
          <ac:chgData name="Sophia BUI" userId="5388e7d4eb368e7c" providerId="LiveId" clId="{BE58550D-8E23-4583-8E07-07830BA2D7C5}" dt="2026-05-12T09:59:29.459" v="1364" actId="14100"/>
          <ac:spMkLst>
            <pc:docMk/>
            <pc:sldMk cId="252955113" sldId="318"/>
            <ac:spMk id="3" creationId="{427C85FC-1811-4511-9B05-3960969A52D2}"/>
          </ac:spMkLst>
        </pc:spChg>
        <pc:spChg chg="add mod">
          <ac:chgData name="Sophia BUI" userId="5388e7d4eb368e7c" providerId="LiveId" clId="{BE58550D-8E23-4583-8E07-07830BA2D7C5}" dt="2026-05-12T09:59:29.459" v="1364" actId="14100"/>
          <ac:spMkLst>
            <pc:docMk/>
            <pc:sldMk cId="252955113" sldId="318"/>
            <ac:spMk id="4" creationId="{6026688B-B779-C2F6-B2E1-C0F20F6B8AEF}"/>
          </ac:spMkLst>
        </pc:spChg>
        <pc:spChg chg="add mod">
          <ac:chgData name="Sophia BUI" userId="5388e7d4eb368e7c" providerId="LiveId" clId="{BE58550D-8E23-4583-8E07-07830BA2D7C5}" dt="2026-05-12T09:59:29.459" v="1364" actId="14100"/>
          <ac:spMkLst>
            <pc:docMk/>
            <pc:sldMk cId="252955113" sldId="318"/>
            <ac:spMk id="5" creationId="{8656A47B-5B8F-DBD4-F8AE-1267B1C359C3}"/>
          </ac:spMkLst>
        </pc:spChg>
        <pc:spChg chg="add mod">
          <ac:chgData name="Sophia BUI" userId="5388e7d4eb368e7c" providerId="LiveId" clId="{BE58550D-8E23-4583-8E07-07830BA2D7C5}" dt="2026-05-12T09:59:29.459" v="1364" actId="14100"/>
          <ac:spMkLst>
            <pc:docMk/>
            <pc:sldMk cId="252955113" sldId="318"/>
            <ac:spMk id="6" creationId="{5554F729-BC21-BB42-3B33-AC9B6AB09645}"/>
          </ac:spMkLst>
        </pc:spChg>
        <pc:spChg chg="add mod">
          <ac:chgData name="Sophia BUI" userId="5388e7d4eb368e7c" providerId="LiveId" clId="{BE58550D-8E23-4583-8E07-07830BA2D7C5}" dt="2026-05-12T09:59:29.459" v="1364" actId="14100"/>
          <ac:spMkLst>
            <pc:docMk/>
            <pc:sldMk cId="252955113" sldId="318"/>
            <ac:spMk id="7" creationId="{0EDDC7B1-43CA-D580-D606-D946E4A024D0}"/>
          </ac:spMkLst>
        </pc:spChg>
        <pc:spChg chg="add mod">
          <ac:chgData name="Sophia BUI" userId="5388e7d4eb368e7c" providerId="LiveId" clId="{BE58550D-8E23-4583-8E07-07830BA2D7C5}" dt="2026-05-12T09:59:29.459" v="1364" actId="14100"/>
          <ac:spMkLst>
            <pc:docMk/>
            <pc:sldMk cId="252955113" sldId="318"/>
            <ac:spMk id="8" creationId="{19EB6CAD-099A-8FAF-4161-17A850A8EF9B}"/>
          </ac:spMkLst>
        </pc:spChg>
        <pc:spChg chg="mod">
          <ac:chgData name="Sophia BUI" userId="5388e7d4eb368e7c" providerId="LiveId" clId="{BE58550D-8E23-4583-8E07-07830BA2D7C5}" dt="2026-05-12T09:57:26.248" v="1341"/>
          <ac:spMkLst>
            <pc:docMk/>
            <pc:sldMk cId="252955113" sldId="318"/>
            <ac:spMk id="152" creationId="{00957DE8-5D3F-1954-B8B0-0EE984C4EE60}"/>
          </ac:spMkLst>
        </pc:spChg>
        <pc:spChg chg="del">
          <ac:chgData name="Sophia BUI" userId="5388e7d4eb368e7c" providerId="LiveId" clId="{BE58550D-8E23-4583-8E07-07830BA2D7C5}" dt="2026-05-12T10:50:36.768" v="2013" actId="478"/>
          <ac:spMkLst>
            <pc:docMk/>
            <pc:sldMk cId="252955113" sldId="318"/>
            <ac:spMk id="154" creationId="{E1EF8BE8-6D01-CD8C-EA08-41E4DD549648}"/>
          </ac:spMkLst>
        </pc:spChg>
        <pc:spChg chg="del">
          <ac:chgData name="Sophia BUI" userId="5388e7d4eb368e7c" providerId="LiveId" clId="{BE58550D-8E23-4583-8E07-07830BA2D7C5}" dt="2026-05-12T09:58:43.959" v="1350" actId="478"/>
          <ac:spMkLst>
            <pc:docMk/>
            <pc:sldMk cId="252955113" sldId="318"/>
            <ac:spMk id="155" creationId="{922B45F6-5780-0381-ED4E-2D87E9594B19}"/>
          </ac:spMkLst>
        </pc:spChg>
        <pc:spChg chg="del">
          <ac:chgData name="Sophia BUI" userId="5388e7d4eb368e7c" providerId="LiveId" clId="{BE58550D-8E23-4583-8E07-07830BA2D7C5}" dt="2026-05-12T09:58:48.490" v="1351" actId="478"/>
          <ac:spMkLst>
            <pc:docMk/>
            <pc:sldMk cId="252955113" sldId="318"/>
            <ac:spMk id="156" creationId="{4D15E035-AA30-0C02-2946-A11445F6E9E8}"/>
          </ac:spMkLst>
        </pc:spChg>
        <pc:spChg chg="del">
          <ac:chgData name="Sophia BUI" userId="5388e7d4eb368e7c" providerId="LiveId" clId="{BE58550D-8E23-4583-8E07-07830BA2D7C5}" dt="2026-05-12T09:58:43.959" v="1350" actId="478"/>
          <ac:spMkLst>
            <pc:docMk/>
            <pc:sldMk cId="252955113" sldId="318"/>
            <ac:spMk id="157" creationId="{295873C4-5ED4-020F-959E-C83783868B92}"/>
          </ac:spMkLst>
        </pc:spChg>
        <pc:spChg chg="del mod">
          <ac:chgData name="Sophia BUI" userId="5388e7d4eb368e7c" providerId="LiveId" clId="{BE58550D-8E23-4583-8E07-07830BA2D7C5}" dt="2026-05-12T09:59:09.135" v="1356"/>
          <ac:spMkLst>
            <pc:docMk/>
            <pc:sldMk cId="252955113" sldId="318"/>
            <ac:spMk id="159" creationId="{7B687D3E-F998-DA68-688E-2F5CC0A2880E}"/>
          </ac:spMkLst>
        </pc:spChg>
        <pc:spChg chg="del">
          <ac:chgData name="Sophia BUI" userId="5388e7d4eb368e7c" providerId="LiveId" clId="{BE58550D-8E23-4583-8E07-07830BA2D7C5}" dt="2026-05-12T09:58:43.959" v="1350" actId="478"/>
          <ac:spMkLst>
            <pc:docMk/>
            <pc:sldMk cId="252955113" sldId="318"/>
            <ac:spMk id="160" creationId="{D352891C-2397-CA5A-A84F-A9456E143593}"/>
          </ac:spMkLst>
        </pc:spChg>
        <pc:spChg chg="del mod">
          <ac:chgData name="Sophia BUI" userId="5388e7d4eb368e7c" providerId="LiveId" clId="{BE58550D-8E23-4583-8E07-07830BA2D7C5}" dt="2026-05-12T09:59:09.138" v="1358"/>
          <ac:spMkLst>
            <pc:docMk/>
            <pc:sldMk cId="252955113" sldId="318"/>
            <ac:spMk id="161" creationId="{4ADB59D7-35C3-7860-1B1E-770CC23106A6}"/>
          </ac:spMkLst>
        </pc:spChg>
        <pc:spChg chg="del">
          <ac:chgData name="Sophia BUI" userId="5388e7d4eb368e7c" providerId="LiveId" clId="{BE58550D-8E23-4583-8E07-07830BA2D7C5}" dt="2026-05-12T09:58:43.959" v="1350" actId="478"/>
          <ac:spMkLst>
            <pc:docMk/>
            <pc:sldMk cId="252955113" sldId="318"/>
            <ac:spMk id="162" creationId="{94EA885B-334C-4670-73EB-12BF63B113CC}"/>
          </ac:spMkLst>
        </pc:spChg>
        <pc:spChg chg="del mod">
          <ac:chgData name="Sophia BUI" userId="5388e7d4eb368e7c" providerId="LiveId" clId="{BE58550D-8E23-4583-8E07-07830BA2D7C5}" dt="2026-05-12T09:59:09.139" v="1360"/>
          <ac:spMkLst>
            <pc:docMk/>
            <pc:sldMk cId="252955113" sldId="318"/>
            <ac:spMk id="163" creationId="{DE9ACA5F-E5CC-CA31-B794-6A776246C0EE}"/>
          </ac:spMkLst>
        </pc:spChg>
        <pc:spChg chg="del">
          <ac:chgData name="Sophia BUI" userId="5388e7d4eb368e7c" providerId="LiveId" clId="{BE58550D-8E23-4583-8E07-07830BA2D7C5}" dt="2026-05-12T09:58:43.959" v="1350" actId="478"/>
          <ac:spMkLst>
            <pc:docMk/>
            <pc:sldMk cId="252955113" sldId="318"/>
            <ac:spMk id="164" creationId="{BFC73543-D077-48F4-E792-A9CA2265AE31}"/>
          </ac:spMkLst>
        </pc:spChg>
        <pc:picChg chg="add mod ord">
          <ac:chgData name="Sophia BUI" userId="5388e7d4eb368e7c" providerId="LiveId" clId="{BE58550D-8E23-4583-8E07-07830BA2D7C5}" dt="2026-05-12T09:59:34.720" v="1365" actId="14100"/>
          <ac:picMkLst>
            <pc:docMk/>
            <pc:sldMk cId="252955113" sldId="318"/>
            <ac:picMk id="2" creationId="{E8511C57-CFC6-1424-8FCE-68C22BACC944}"/>
          </ac:picMkLst>
        </pc:picChg>
        <pc:picChg chg="del">
          <ac:chgData name="Sophia BUI" userId="5388e7d4eb368e7c" providerId="LiveId" clId="{BE58550D-8E23-4583-8E07-07830BA2D7C5}" dt="2026-05-12T09:57:36.425" v="1343" actId="478"/>
          <ac:picMkLst>
            <pc:docMk/>
            <pc:sldMk cId="252955113" sldId="318"/>
            <ac:picMk id="151" creationId="{2326CED8-894E-806F-465C-D8B56F08937F}"/>
          </ac:picMkLst>
        </pc:picChg>
        <pc:picChg chg="del">
          <ac:chgData name="Sophia BUI" userId="5388e7d4eb368e7c" providerId="LiveId" clId="{BE58550D-8E23-4583-8E07-07830BA2D7C5}" dt="2026-05-12T09:57:33.493" v="1342" actId="478"/>
          <ac:picMkLst>
            <pc:docMk/>
            <pc:sldMk cId="252955113" sldId="318"/>
            <ac:picMk id="165" creationId="{51ECBEA8-66A5-400F-96B6-C7B257C0B563}"/>
          </ac:picMkLst>
        </pc:picChg>
      </pc:sldChg>
      <pc:sldChg chg="addSp delSp modSp add mod">
        <pc:chgData name="Sophia BUI" userId="5388e7d4eb368e7c" providerId="LiveId" clId="{BE58550D-8E23-4583-8E07-07830BA2D7C5}" dt="2026-05-12T10:50:40.978" v="2014" actId="478"/>
        <pc:sldMkLst>
          <pc:docMk/>
          <pc:sldMk cId="2682887922" sldId="319"/>
        </pc:sldMkLst>
        <pc:spChg chg="del">
          <ac:chgData name="Sophia BUI" userId="5388e7d4eb368e7c" providerId="LiveId" clId="{BE58550D-8E23-4583-8E07-07830BA2D7C5}" dt="2026-05-12T10:01:38.284" v="1439" actId="478"/>
          <ac:spMkLst>
            <pc:docMk/>
            <pc:sldMk cId="2682887922" sldId="319"/>
            <ac:spMk id="3" creationId="{815550B5-E02C-85A8-B7A9-5A6031310451}"/>
          </ac:spMkLst>
        </pc:spChg>
        <pc:spChg chg="del">
          <ac:chgData name="Sophia BUI" userId="5388e7d4eb368e7c" providerId="LiveId" clId="{BE58550D-8E23-4583-8E07-07830BA2D7C5}" dt="2026-05-12T10:01:38.284" v="1439" actId="478"/>
          <ac:spMkLst>
            <pc:docMk/>
            <pc:sldMk cId="2682887922" sldId="319"/>
            <ac:spMk id="4" creationId="{67A56F12-8EAC-B403-7F2D-05A5C470693A}"/>
          </ac:spMkLst>
        </pc:spChg>
        <pc:spChg chg="del">
          <ac:chgData name="Sophia BUI" userId="5388e7d4eb368e7c" providerId="LiveId" clId="{BE58550D-8E23-4583-8E07-07830BA2D7C5}" dt="2026-05-12T10:01:38.284" v="1439" actId="478"/>
          <ac:spMkLst>
            <pc:docMk/>
            <pc:sldMk cId="2682887922" sldId="319"/>
            <ac:spMk id="5" creationId="{6AEF404B-3667-6278-C6E1-697A094977D9}"/>
          </ac:spMkLst>
        </pc:spChg>
        <pc:spChg chg="del">
          <ac:chgData name="Sophia BUI" userId="5388e7d4eb368e7c" providerId="LiveId" clId="{BE58550D-8E23-4583-8E07-07830BA2D7C5}" dt="2026-05-12T10:01:38.284" v="1439" actId="478"/>
          <ac:spMkLst>
            <pc:docMk/>
            <pc:sldMk cId="2682887922" sldId="319"/>
            <ac:spMk id="6" creationId="{FD33A46E-C7B6-8E8D-C8EF-718C8405D530}"/>
          </ac:spMkLst>
        </pc:spChg>
        <pc:spChg chg="del">
          <ac:chgData name="Sophia BUI" userId="5388e7d4eb368e7c" providerId="LiveId" clId="{BE58550D-8E23-4583-8E07-07830BA2D7C5}" dt="2026-05-12T10:01:38.284" v="1439" actId="478"/>
          <ac:spMkLst>
            <pc:docMk/>
            <pc:sldMk cId="2682887922" sldId="319"/>
            <ac:spMk id="7" creationId="{A2B16021-05E0-9F72-2DC8-DD236DD93A15}"/>
          </ac:spMkLst>
        </pc:spChg>
        <pc:spChg chg="del">
          <ac:chgData name="Sophia BUI" userId="5388e7d4eb368e7c" providerId="LiveId" clId="{BE58550D-8E23-4583-8E07-07830BA2D7C5}" dt="2026-05-12T10:01:38.284" v="1439" actId="478"/>
          <ac:spMkLst>
            <pc:docMk/>
            <pc:sldMk cId="2682887922" sldId="319"/>
            <ac:spMk id="8" creationId="{B375858A-5EC1-2762-958A-34AA13C55149}"/>
          </ac:spMkLst>
        </pc:spChg>
        <pc:spChg chg="add mod">
          <ac:chgData name="Sophia BUI" userId="5388e7d4eb368e7c" providerId="LiveId" clId="{BE58550D-8E23-4583-8E07-07830BA2D7C5}" dt="2026-05-12T10:02:03.658" v="1443"/>
          <ac:spMkLst>
            <pc:docMk/>
            <pc:sldMk cId="2682887922" sldId="319"/>
            <ac:spMk id="10" creationId="{460CF8CE-A0E9-561B-7697-704AF694481C}"/>
          </ac:spMkLst>
        </pc:spChg>
        <pc:spChg chg="add mod">
          <ac:chgData name="Sophia BUI" userId="5388e7d4eb368e7c" providerId="LiveId" clId="{BE58550D-8E23-4583-8E07-07830BA2D7C5}" dt="2026-05-12T10:02:03.658" v="1443"/>
          <ac:spMkLst>
            <pc:docMk/>
            <pc:sldMk cId="2682887922" sldId="319"/>
            <ac:spMk id="11" creationId="{0B786373-8097-3043-F117-668D48D9364B}"/>
          </ac:spMkLst>
        </pc:spChg>
        <pc:spChg chg="mod">
          <ac:chgData name="Sophia BUI" userId="5388e7d4eb368e7c" providerId="LiveId" clId="{BE58550D-8E23-4583-8E07-07830BA2D7C5}" dt="2026-05-12T10:01:27.373" v="1438" actId="20577"/>
          <ac:spMkLst>
            <pc:docMk/>
            <pc:sldMk cId="2682887922" sldId="319"/>
            <ac:spMk id="152" creationId="{7B0FAF81-7DDE-081F-102B-5FBC46A49F93}"/>
          </ac:spMkLst>
        </pc:spChg>
        <pc:spChg chg="del">
          <ac:chgData name="Sophia BUI" userId="5388e7d4eb368e7c" providerId="LiveId" clId="{BE58550D-8E23-4583-8E07-07830BA2D7C5}" dt="2026-05-12T10:50:40.978" v="2014" actId="478"/>
          <ac:spMkLst>
            <pc:docMk/>
            <pc:sldMk cId="2682887922" sldId="319"/>
            <ac:spMk id="154" creationId="{463D9352-A391-8917-52AF-7460E97A0E79}"/>
          </ac:spMkLst>
        </pc:spChg>
        <pc:spChg chg="del">
          <ac:chgData name="Sophia BUI" userId="5388e7d4eb368e7c" providerId="LiveId" clId="{BE58550D-8E23-4583-8E07-07830BA2D7C5}" dt="2026-05-12T10:01:41.841" v="1440" actId="478"/>
          <ac:spMkLst>
            <pc:docMk/>
            <pc:sldMk cId="2682887922" sldId="319"/>
            <ac:spMk id="158" creationId="{A6766737-B62B-DD9F-BAE0-C7BE966C16D9}"/>
          </ac:spMkLst>
        </pc:spChg>
        <pc:picChg chg="del">
          <ac:chgData name="Sophia BUI" userId="5388e7d4eb368e7c" providerId="LiveId" clId="{BE58550D-8E23-4583-8E07-07830BA2D7C5}" dt="2026-05-12T10:01:38.284" v="1439" actId="478"/>
          <ac:picMkLst>
            <pc:docMk/>
            <pc:sldMk cId="2682887922" sldId="319"/>
            <ac:picMk id="2" creationId="{86AB54D2-48CB-1551-725E-D006256E4F06}"/>
          </ac:picMkLst>
        </pc:picChg>
        <pc:picChg chg="add mod ord">
          <ac:chgData name="Sophia BUI" userId="5388e7d4eb368e7c" providerId="LiveId" clId="{BE58550D-8E23-4583-8E07-07830BA2D7C5}" dt="2026-05-12T10:01:54.964" v="1442" actId="167"/>
          <ac:picMkLst>
            <pc:docMk/>
            <pc:sldMk cId="2682887922" sldId="319"/>
            <ac:picMk id="9" creationId="{60BC4BD3-C3A5-5389-A38D-627515C339EF}"/>
          </ac:picMkLst>
        </pc:picChg>
        <pc:picChg chg="add mod">
          <ac:chgData name="Sophia BUI" userId="5388e7d4eb368e7c" providerId="LiveId" clId="{BE58550D-8E23-4583-8E07-07830BA2D7C5}" dt="2026-05-12T10:02:03.658" v="1443"/>
          <ac:picMkLst>
            <pc:docMk/>
            <pc:sldMk cId="2682887922" sldId="319"/>
            <ac:picMk id="12" creationId="{1F63446B-1FE2-41BE-FBD0-48A66A73F482}"/>
          </ac:picMkLst>
        </pc:picChg>
        <pc:picChg chg="del">
          <ac:chgData name="Sophia BUI" userId="5388e7d4eb368e7c" providerId="LiveId" clId="{BE58550D-8E23-4583-8E07-07830BA2D7C5}" dt="2026-05-12T10:01:38.284" v="1439" actId="478"/>
          <ac:picMkLst>
            <pc:docMk/>
            <pc:sldMk cId="2682887922" sldId="319"/>
            <ac:picMk id="150" creationId="{CB697496-C402-64E0-B99A-8A40E9D197EA}"/>
          </ac:picMkLst>
        </pc:picChg>
      </pc:sldChg>
      <pc:sldChg chg="addSp delSp modSp add mod">
        <pc:chgData name="Sophia BUI" userId="5388e7d4eb368e7c" providerId="LiveId" clId="{BE58550D-8E23-4583-8E07-07830BA2D7C5}" dt="2026-05-12T10:50:46.175" v="2015" actId="478"/>
        <pc:sldMkLst>
          <pc:docMk/>
          <pc:sldMk cId="4277387470" sldId="320"/>
        </pc:sldMkLst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4" creationId="{257F6CBF-89C9-27E5-F114-93435872EF34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5" creationId="{787BA3FF-831B-FE7E-153C-467B05A6B3A1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8" creationId="{3CA610F6-9206-310C-7B06-EE50ED9455F1}"/>
          </ac:spMkLst>
        </pc:spChg>
        <pc:spChg chg="del">
          <ac:chgData name="Sophia BUI" userId="5388e7d4eb368e7c" providerId="LiveId" clId="{BE58550D-8E23-4583-8E07-07830BA2D7C5}" dt="2026-05-12T10:02:46.135" v="1469" actId="478"/>
          <ac:spMkLst>
            <pc:docMk/>
            <pc:sldMk cId="4277387470" sldId="320"/>
            <ac:spMk id="10" creationId="{012AF417-29E0-B008-2F9B-ECF20C61B258}"/>
          </ac:spMkLst>
        </pc:spChg>
        <pc:spChg chg="del">
          <ac:chgData name="Sophia BUI" userId="5388e7d4eb368e7c" providerId="LiveId" clId="{BE58550D-8E23-4583-8E07-07830BA2D7C5}" dt="2026-05-12T10:02:46.135" v="1469" actId="478"/>
          <ac:spMkLst>
            <pc:docMk/>
            <pc:sldMk cId="4277387470" sldId="320"/>
            <ac:spMk id="11" creationId="{CD282092-4FD5-A6C7-554F-F8B28D4C3A8D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13" creationId="{1AB5A372-5DC0-B95D-EEC0-C52B0ED78B70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16" creationId="{0F03A451-38D8-1A7C-2F8D-B8B40C365B09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17" creationId="{C4DC5FA6-0729-7AA6-C31B-974514A48F30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20" creationId="{E7B1C550-581C-0365-94F3-E39888017304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21" creationId="{CF98D5CB-492A-5C79-1BA8-7D4341950028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24" creationId="{A7B6302D-AD4E-006B-A85F-F58CA593EFA6}"/>
          </ac:spMkLst>
        </pc:spChg>
        <pc:spChg chg="mod">
          <ac:chgData name="Sophia BUI" userId="5388e7d4eb368e7c" providerId="LiveId" clId="{BE58550D-8E23-4583-8E07-07830BA2D7C5}" dt="2026-05-12T10:03:33.433" v="1470"/>
          <ac:spMkLst>
            <pc:docMk/>
            <pc:sldMk cId="4277387470" sldId="320"/>
            <ac:spMk id="25" creationId="{CA340130-7634-9E7A-DDFD-E1B0743F7158}"/>
          </ac:spMkLst>
        </pc:spChg>
        <pc:spChg chg="mod">
          <ac:chgData name="Sophia BUI" userId="5388e7d4eb368e7c" providerId="LiveId" clId="{BE58550D-8E23-4583-8E07-07830BA2D7C5}" dt="2026-05-12T10:04:08.720" v="1473" actId="1076"/>
          <ac:spMkLst>
            <pc:docMk/>
            <pc:sldMk cId="4277387470" sldId="320"/>
            <ac:spMk id="28" creationId="{6F078B10-3FC4-C6EC-1659-F45E039F1DAD}"/>
          </ac:spMkLst>
        </pc:spChg>
        <pc:spChg chg="mod">
          <ac:chgData name="Sophia BUI" userId="5388e7d4eb368e7c" providerId="LiveId" clId="{BE58550D-8E23-4583-8E07-07830BA2D7C5}" dt="2026-05-12T10:04:08.720" v="1473" actId="1076"/>
          <ac:spMkLst>
            <pc:docMk/>
            <pc:sldMk cId="4277387470" sldId="320"/>
            <ac:spMk id="29" creationId="{A7F24F11-3C83-78D9-BCC3-D60751332A2D}"/>
          </ac:spMkLst>
        </pc:spChg>
        <pc:spChg chg="add mod">
          <ac:chgData name="Sophia BUI" userId="5388e7d4eb368e7c" providerId="LiveId" clId="{BE58550D-8E23-4583-8E07-07830BA2D7C5}" dt="2026-05-12T10:07:29.223" v="1513" actId="207"/>
          <ac:spMkLst>
            <pc:docMk/>
            <pc:sldMk cId="4277387470" sldId="320"/>
            <ac:spMk id="30" creationId="{51B24550-B9AF-7F89-1EF6-17C2053B4191}"/>
          </ac:spMkLst>
        </pc:spChg>
        <pc:spChg chg="add mod">
          <ac:chgData name="Sophia BUI" userId="5388e7d4eb368e7c" providerId="LiveId" clId="{BE58550D-8E23-4583-8E07-07830BA2D7C5}" dt="2026-05-12T10:07:29.223" v="1513" actId="207"/>
          <ac:spMkLst>
            <pc:docMk/>
            <pc:sldMk cId="4277387470" sldId="320"/>
            <ac:spMk id="31" creationId="{A6CB1FEB-525F-98E6-42EA-6350AD6BC5DF}"/>
          </ac:spMkLst>
        </pc:spChg>
        <pc:spChg chg="add mod">
          <ac:chgData name="Sophia BUI" userId="5388e7d4eb368e7c" providerId="LiveId" clId="{BE58550D-8E23-4583-8E07-07830BA2D7C5}" dt="2026-05-12T10:07:29.223" v="1513" actId="207"/>
          <ac:spMkLst>
            <pc:docMk/>
            <pc:sldMk cId="4277387470" sldId="320"/>
            <ac:spMk id="128" creationId="{3D85F9CF-781E-6FC6-ADF2-85476AE08CFC}"/>
          </ac:spMkLst>
        </pc:spChg>
        <pc:spChg chg="add mod">
          <ac:chgData name="Sophia BUI" userId="5388e7d4eb368e7c" providerId="LiveId" clId="{BE58550D-8E23-4583-8E07-07830BA2D7C5}" dt="2026-05-12T10:07:29.223" v="1513" actId="207"/>
          <ac:spMkLst>
            <pc:docMk/>
            <pc:sldMk cId="4277387470" sldId="320"/>
            <ac:spMk id="129" creationId="{B8882D5D-43DB-9BC1-F14F-A3893B901451}"/>
          </ac:spMkLst>
        </pc:spChg>
        <pc:spChg chg="mod">
          <ac:chgData name="Sophia BUI" userId="5388e7d4eb368e7c" providerId="LiveId" clId="{BE58550D-8E23-4583-8E07-07830BA2D7C5}" dt="2026-05-12T10:06:05.426" v="1503" actId="20577"/>
          <ac:spMkLst>
            <pc:docMk/>
            <pc:sldMk cId="4277387470" sldId="320"/>
            <ac:spMk id="152" creationId="{3446BFA7-6099-8263-B1B3-ECBC537D9F63}"/>
          </ac:spMkLst>
        </pc:spChg>
        <pc:spChg chg="del">
          <ac:chgData name="Sophia BUI" userId="5388e7d4eb368e7c" providerId="LiveId" clId="{BE58550D-8E23-4583-8E07-07830BA2D7C5}" dt="2026-05-12T10:50:46.175" v="2015" actId="478"/>
          <ac:spMkLst>
            <pc:docMk/>
            <pc:sldMk cId="4277387470" sldId="320"/>
            <ac:spMk id="154" creationId="{7FC0BD2A-DF47-787B-AD03-1CBC6B3B3F63}"/>
          </ac:spMkLst>
        </pc:spChg>
        <pc:grpChg chg="add del">
          <ac:chgData name="Sophia BUI" userId="5388e7d4eb368e7c" providerId="LiveId" clId="{BE58550D-8E23-4583-8E07-07830BA2D7C5}" dt="2026-05-12T10:07:29.926" v="1514" actId="478"/>
          <ac:grpSpMkLst>
            <pc:docMk/>
            <pc:sldMk cId="4277387470" sldId="320"/>
            <ac:grpSpMk id="2" creationId="{F125E9E0-4A86-7D5F-3ED6-845DD4FDBA4D}"/>
          </ac:grpSpMkLst>
        </pc:grpChg>
        <pc:grpChg chg="add del">
          <ac:chgData name="Sophia BUI" userId="5388e7d4eb368e7c" providerId="LiveId" clId="{BE58550D-8E23-4583-8E07-07830BA2D7C5}" dt="2026-05-12T10:07:29.926" v="1514" actId="478"/>
          <ac:grpSpMkLst>
            <pc:docMk/>
            <pc:sldMk cId="4277387470" sldId="320"/>
            <ac:grpSpMk id="6" creationId="{5A28568F-A2CD-ADCB-273E-EA4880B972E6}"/>
          </ac:grpSpMkLst>
        </pc:grpChg>
        <pc:grpChg chg="add del">
          <ac:chgData name="Sophia BUI" userId="5388e7d4eb368e7c" providerId="LiveId" clId="{BE58550D-8E23-4583-8E07-07830BA2D7C5}" dt="2026-05-12T10:07:29.926" v="1514" actId="478"/>
          <ac:grpSpMkLst>
            <pc:docMk/>
            <pc:sldMk cId="4277387470" sldId="320"/>
            <ac:grpSpMk id="14" creationId="{EE634854-7CB0-A944-BA75-CFDA961FAC7E}"/>
          </ac:grpSpMkLst>
        </pc:grpChg>
        <pc:grpChg chg="add del">
          <ac:chgData name="Sophia BUI" userId="5388e7d4eb368e7c" providerId="LiveId" clId="{BE58550D-8E23-4583-8E07-07830BA2D7C5}" dt="2026-05-12T10:07:29.926" v="1514" actId="478"/>
          <ac:grpSpMkLst>
            <pc:docMk/>
            <pc:sldMk cId="4277387470" sldId="320"/>
            <ac:grpSpMk id="18" creationId="{2880BE96-D107-375D-B07D-5B6F858E0FD8}"/>
          </ac:grpSpMkLst>
        </pc:grpChg>
        <pc:grpChg chg="add del mod">
          <ac:chgData name="Sophia BUI" userId="5388e7d4eb368e7c" providerId="LiveId" clId="{BE58550D-8E23-4583-8E07-07830BA2D7C5}" dt="2026-05-12T10:07:29.926" v="1514" actId="478"/>
          <ac:grpSpMkLst>
            <pc:docMk/>
            <pc:sldMk cId="4277387470" sldId="320"/>
            <ac:grpSpMk id="22" creationId="{9F28EB64-0696-FE58-70B6-3F2F06BFF9E1}"/>
          </ac:grpSpMkLst>
        </pc:grpChg>
        <pc:grpChg chg="add del mod">
          <ac:chgData name="Sophia BUI" userId="5388e7d4eb368e7c" providerId="LiveId" clId="{BE58550D-8E23-4583-8E07-07830BA2D7C5}" dt="2026-05-12T10:07:29.926" v="1514" actId="478"/>
          <ac:grpSpMkLst>
            <pc:docMk/>
            <pc:sldMk cId="4277387470" sldId="320"/>
            <ac:grpSpMk id="26" creationId="{6C2F2657-8B17-20B9-2362-7B32058D368B}"/>
          </ac:grpSpMkLst>
        </pc:grpChg>
        <pc:picChg chg="del">
          <ac:chgData name="Sophia BUI" userId="5388e7d4eb368e7c" providerId="LiveId" clId="{BE58550D-8E23-4583-8E07-07830BA2D7C5}" dt="2026-05-12T10:02:43.044" v="1468" actId="478"/>
          <ac:picMkLst>
            <pc:docMk/>
            <pc:sldMk cId="4277387470" sldId="320"/>
            <ac:picMk id="12" creationId="{05A6BA6A-8B97-D2D9-C9D6-A4F5C3C9F45D}"/>
          </ac:picMkLst>
        </pc:picChg>
      </pc:sldChg>
      <pc:sldChg chg="addSp delSp modSp add mod ord">
        <pc:chgData name="Sophia BUI" userId="5388e7d4eb368e7c" providerId="LiveId" clId="{BE58550D-8E23-4583-8E07-07830BA2D7C5}" dt="2026-05-12T10:50:54.137" v="2016" actId="478"/>
        <pc:sldMkLst>
          <pc:docMk/>
          <pc:sldMk cId="2889799802" sldId="321"/>
        </pc:sldMkLst>
        <pc:spChg chg="add mod">
          <ac:chgData name="Sophia BUI" userId="5388e7d4eb368e7c" providerId="LiveId" clId="{BE58550D-8E23-4583-8E07-07830BA2D7C5}" dt="2026-05-12T10:10:01.432" v="1542" actId="1076"/>
          <ac:spMkLst>
            <pc:docMk/>
            <pc:sldMk cId="2889799802" sldId="321"/>
            <ac:spMk id="2" creationId="{859A8DB7-DE66-DD56-51BB-D628712AFD41}"/>
          </ac:spMkLst>
        </pc:spChg>
        <pc:spChg chg="add mod">
          <ac:chgData name="Sophia BUI" userId="5388e7d4eb368e7c" providerId="LiveId" clId="{BE58550D-8E23-4583-8E07-07830BA2D7C5}" dt="2026-05-12T10:10:01.432" v="1542" actId="1076"/>
          <ac:spMkLst>
            <pc:docMk/>
            <pc:sldMk cId="2889799802" sldId="321"/>
            <ac:spMk id="3" creationId="{09822E04-843A-D238-E7D5-B24AFBFD2896}"/>
          </ac:spMkLst>
        </pc:spChg>
        <pc:spChg chg="add mod">
          <ac:chgData name="Sophia BUI" userId="5388e7d4eb368e7c" providerId="LiveId" clId="{BE58550D-8E23-4583-8E07-07830BA2D7C5}" dt="2026-05-12T10:10:01.432" v="1542" actId="1076"/>
          <ac:spMkLst>
            <pc:docMk/>
            <pc:sldMk cId="2889799802" sldId="321"/>
            <ac:spMk id="4" creationId="{68528C81-368F-BB84-510F-5F243FF2D970}"/>
          </ac:spMkLst>
        </pc:spChg>
        <pc:spChg chg="add mod">
          <ac:chgData name="Sophia BUI" userId="5388e7d4eb368e7c" providerId="LiveId" clId="{BE58550D-8E23-4583-8E07-07830BA2D7C5}" dt="2026-05-12T10:10:01.432" v="1542" actId="1076"/>
          <ac:spMkLst>
            <pc:docMk/>
            <pc:sldMk cId="2889799802" sldId="321"/>
            <ac:spMk id="5" creationId="{23AED871-5549-9439-A308-B972B2EEFF3D}"/>
          </ac:spMkLst>
        </pc:spChg>
        <pc:spChg chg="mod">
          <ac:chgData name="Sophia BUI" userId="5388e7d4eb368e7c" providerId="LiveId" clId="{BE58550D-8E23-4583-8E07-07830BA2D7C5}" dt="2026-05-12T10:07:43.005" v="1532" actId="20577"/>
          <ac:spMkLst>
            <pc:docMk/>
            <pc:sldMk cId="2889799802" sldId="321"/>
            <ac:spMk id="141" creationId="{6DAB011F-EB48-586B-783F-FCBFB58082B6}"/>
          </ac:spMkLst>
        </pc:spChg>
        <pc:spChg chg="del">
          <ac:chgData name="Sophia BUI" userId="5388e7d4eb368e7c" providerId="LiveId" clId="{BE58550D-8E23-4583-8E07-07830BA2D7C5}" dt="2026-05-12T10:50:54.137" v="2016" actId="478"/>
          <ac:spMkLst>
            <pc:docMk/>
            <pc:sldMk cId="2889799802" sldId="321"/>
            <ac:spMk id="143" creationId="{B16A42C0-B7D0-E119-66EF-02E9BF204C37}"/>
          </ac:spMkLst>
        </pc:spChg>
        <pc:graphicFrameChg chg="del">
          <ac:chgData name="Sophia BUI" userId="5388e7d4eb368e7c" providerId="LiveId" clId="{BE58550D-8E23-4583-8E07-07830BA2D7C5}" dt="2026-05-12T10:07:46.465" v="1533" actId="478"/>
          <ac:graphicFrameMkLst>
            <pc:docMk/>
            <pc:sldMk cId="2889799802" sldId="321"/>
            <ac:graphicFrameMk id="145" creationId="{336DBB32-33E3-44F5-FF45-FC23CE0C1478}"/>
          </ac:graphicFrameMkLst>
        </pc:graphicFrameChg>
        <pc:picChg chg="mod">
          <ac:chgData name="Sophia BUI" userId="5388e7d4eb368e7c" providerId="LiveId" clId="{BE58550D-8E23-4583-8E07-07830BA2D7C5}" dt="2026-05-12T10:09:55.495" v="1541" actId="1076"/>
          <ac:picMkLst>
            <pc:docMk/>
            <pc:sldMk cId="2889799802" sldId="321"/>
            <ac:picMk id="140" creationId="{0C9365B6-9F7C-DF05-63E1-B96FE5E2DEB4}"/>
          </ac:picMkLst>
        </pc:picChg>
      </pc:sldChg>
      <pc:sldChg chg="addSp delSp modSp add mod ord">
        <pc:chgData name="Sophia BUI" userId="5388e7d4eb368e7c" providerId="LiveId" clId="{BE58550D-8E23-4583-8E07-07830BA2D7C5}" dt="2026-05-12T10:51:07.687" v="2017" actId="478"/>
        <pc:sldMkLst>
          <pc:docMk/>
          <pc:sldMk cId="1073279095" sldId="322"/>
        </pc:sldMkLst>
        <pc:spChg chg="del">
          <ac:chgData name="Sophia BUI" userId="5388e7d4eb368e7c" providerId="LiveId" clId="{BE58550D-8E23-4583-8E07-07830BA2D7C5}" dt="2026-05-12T10:16:03.774" v="1590" actId="478"/>
          <ac:spMkLst>
            <pc:docMk/>
            <pc:sldMk cId="1073279095" sldId="322"/>
            <ac:spMk id="2" creationId="{E76C712E-3630-3349-E5B3-F334A89DC495}"/>
          </ac:spMkLst>
        </pc:spChg>
        <pc:spChg chg="del">
          <ac:chgData name="Sophia BUI" userId="5388e7d4eb368e7c" providerId="LiveId" clId="{BE58550D-8E23-4583-8E07-07830BA2D7C5}" dt="2026-05-12T10:16:03.774" v="1590" actId="478"/>
          <ac:spMkLst>
            <pc:docMk/>
            <pc:sldMk cId="1073279095" sldId="322"/>
            <ac:spMk id="3" creationId="{34960075-952C-87D5-F0F4-5ADDFB5246F0}"/>
          </ac:spMkLst>
        </pc:spChg>
        <pc:spChg chg="del">
          <ac:chgData name="Sophia BUI" userId="5388e7d4eb368e7c" providerId="LiveId" clId="{BE58550D-8E23-4583-8E07-07830BA2D7C5}" dt="2026-05-12T10:16:03.774" v="1590" actId="478"/>
          <ac:spMkLst>
            <pc:docMk/>
            <pc:sldMk cId="1073279095" sldId="322"/>
            <ac:spMk id="4" creationId="{02283E42-401F-7D53-5B7D-262209C30F8B}"/>
          </ac:spMkLst>
        </pc:spChg>
        <pc:spChg chg="del">
          <ac:chgData name="Sophia BUI" userId="5388e7d4eb368e7c" providerId="LiveId" clId="{BE58550D-8E23-4583-8E07-07830BA2D7C5}" dt="2026-05-12T10:16:03.774" v="1590" actId="478"/>
          <ac:spMkLst>
            <pc:docMk/>
            <pc:sldMk cId="1073279095" sldId="322"/>
            <ac:spMk id="5" creationId="{AE706C11-4F63-5F9F-1638-1C869FDF8D62}"/>
          </ac:spMkLst>
        </pc:spChg>
        <pc:spChg chg="add mod">
          <ac:chgData name="Sophia BUI" userId="5388e7d4eb368e7c" providerId="LiveId" clId="{BE58550D-8E23-4583-8E07-07830BA2D7C5}" dt="2026-05-12T10:16:48.858" v="1598" actId="14100"/>
          <ac:spMkLst>
            <pc:docMk/>
            <pc:sldMk cId="1073279095" sldId="322"/>
            <ac:spMk id="6" creationId="{D3343C21-3B91-E7F4-C591-914F4AC016CA}"/>
          </ac:spMkLst>
        </pc:spChg>
        <pc:spChg chg="add mod">
          <ac:chgData name="Sophia BUI" userId="5388e7d4eb368e7c" providerId="LiveId" clId="{BE58550D-8E23-4583-8E07-07830BA2D7C5}" dt="2026-05-12T10:17:39.952" v="1612" actId="14100"/>
          <ac:spMkLst>
            <pc:docMk/>
            <pc:sldMk cId="1073279095" sldId="322"/>
            <ac:spMk id="8" creationId="{99299D7C-C1D7-9743-79DC-A1BA866456B9}"/>
          </ac:spMkLst>
        </pc:spChg>
        <pc:spChg chg="add del mod">
          <ac:chgData name="Sophia BUI" userId="5388e7d4eb368e7c" providerId="LiveId" clId="{BE58550D-8E23-4583-8E07-07830BA2D7C5}" dt="2026-05-12T10:17:11.313" v="1602" actId="478"/>
          <ac:spMkLst>
            <pc:docMk/>
            <pc:sldMk cId="1073279095" sldId="322"/>
            <ac:spMk id="9" creationId="{37302308-9B4C-986A-BEAF-0CC214370386}"/>
          </ac:spMkLst>
        </pc:spChg>
        <pc:spChg chg="add del mod">
          <ac:chgData name="Sophia BUI" userId="5388e7d4eb368e7c" providerId="LiveId" clId="{BE58550D-8E23-4583-8E07-07830BA2D7C5}" dt="2026-05-12T10:17:19.877" v="1606" actId="478"/>
          <ac:spMkLst>
            <pc:docMk/>
            <pc:sldMk cId="1073279095" sldId="322"/>
            <ac:spMk id="10" creationId="{B558E0F0-F650-1CBB-E5E4-2637E841A82B}"/>
          </ac:spMkLst>
        </pc:spChg>
        <pc:spChg chg="mod">
          <ac:chgData name="Sophia BUI" userId="5388e7d4eb368e7c" providerId="LiveId" clId="{BE58550D-8E23-4583-8E07-07830BA2D7C5}" dt="2026-05-12T10:23:11.515" v="1651" actId="6549"/>
          <ac:spMkLst>
            <pc:docMk/>
            <pc:sldMk cId="1073279095" sldId="322"/>
            <ac:spMk id="141" creationId="{03C68ED8-C42F-D565-9CEA-F8888A030D34}"/>
          </ac:spMkLst>
        </pc:spChg>
        <pc:spChg chg="del">
          <ac:chgData name="Sophia BUI" userId="5388e7d4eb368e7c" providerId="LiveId" clId="{BE58550D-8E23-4583-8E07-07830BA2D7C5}" dt="2026-05-12T10:51:07.687" v="2017" actId="478"/>
          <ac:spMkLst>
            <pc:docMk/>
            <pc:sldMk cId="1073279095" sldId="322"/>
            <ac:spMk id="143" creationId="{1FFCD31C-EA8A-94D1-0AAA-C8DC6A37E010}"/>
          </ac:spMkLst>
        </pc:spChg>
        <pc:picChg chg="add mod">
          <ac:chgData name="Sophia BUI" userId="5388e7d4eb368e7c" providerId="LiveId" clId="{BE58550D-8E23-4583-8E07-07830BA2D7C5}" dt="2026-05-12T10:16:44.170" v="1597" actId="1076"/>
          <ac:picMkLst>
            <pc:docMk/>
            <pc:sldMk cId="1073279095" sldId="322"/>
            <ac:picMk id="7" creationId="{61CAB647-A7FA-6417-B34F-8AA94D789327}"/>
          </ac:picMkLst>
        </pc:picChg>
      </pc:sldChg>
      <pc:sldChg chg="modSp add mod ord">
        <pc:chgData name="Sophia BUI" userId="5388e7d4eb368e7c" providerId="LiveId" clId="{BE58550D-8E23-4583-8E07-07830BA2D7C5}" dt="2026-05-12T10:25:46.843" v="1712" actId="20577"/>
        <pc:sldMkLst>
          <pc:docMk/>
          <pc:sldMk cId="3955639462" sldId="323"/>
        </pc:sldMkLst>
        <pc:spChg chg="mod">
          <ac:chgData name="Sophia BUI" userId="5388e7d4eb368e7c" providerId="LiveId" clId="{BE58550D-8E23-4583-8E07-07830BA2D7C5}" dt="2026-05-12T10:25:46.843" v="1712" actId="20577"/>
          <ac:spMkLst>
            <pc:docMk/>
            <pc:sldMk cId="3955639462" sldId="323"/>
            <ac:spMk id="318" creationId="{BA0949B8-AD22-A204-F136-8101372C7762}"/>
          </ac:spMkLst>
        </pc:spChg>
      </pc:sldChg>
      <pc:sldChg chg="delSp modSp add mod">
        <pc:chgData name="Sophia BUI" userId="5388e7d4eb368e7c" providerId="LiveId" clId="{BE58550D-8E23-4583-8E07-07830BA2D7C5}" dt="2026-05-12T10:40:31.588" v="1897"/>
        <pc:sldMkLst>
          <pc:docMk/>
          <pc:sldMk cId="3756584816" sldId="324"/>
        </pc:sldMkLst>
        <pc:spChg chg="mod">
          <ac:chgData name="Sophia BUI" userId="5388e7d4eb368e7c" providerId="LiveId" clId="{BE58550D-8E23-4583-8E07-07830BA2D7C5}" dt="2026-05-12T10:40:11.473" v="1885" actId="14100"/>
          <ac:spMkLst>
            <pc:docMk/>
            <pc:sldMk cId="3756584816" sldId="324"/>
            <ac:spMk id="342" creationId="{E633E92E-B4DD-CC06-9E8C-60D56A546116}"/>
          </ac:spMkLst>
        </pc:spChg>
        <pc:spChg chg="del mod">
          <ac:chgData name="Sophia BUI" userId="5388e7d4eb368e7c" providerId="LiveId" clId="{BE58550D-8E23-4583-8E07-07830BA2D7C5}" dt="2026-05-12T10:40:31.584" v="1891"/>
          <ac:spMkLst>
            <pc:docMk/>
            <pc:sldMk cId="3756584816" sldId="324"/>
            <ac:spMk id="343" creationId="{97C72FE6-9513-B096-E24F-30376C062068}"/>
          </ac:spMkLst>
        </pc:spChg>
        <pc:spChg chg="del mod">
          <ac:chgData name="Sophia BUI" userId="5388e7d4eb368e7c" providerId="LiveId" clId="{BE58550D-8E23-4583-8E07-07830BA2D7C5}" dt="2026-05-12T10:39:54.433" v="1844" actId="478"/>
          <ac:spMkLst>
            <pc:docMk/>
            <pc:sldMk cId="3756584816" sldId="324"/>
            <ac:spMk id="344" creationId="{5EEF91D8-B85C-DEBC-A61C-EC0D17C4C7C7}"/>
          </ac:spMkLst>
        </pc:spChg>
        <pc:spChg chg="del mod">
          <ac:chgData name="Sophia BUI" userId="5388e7d4eb368e7c" providerId="LiveId" clId="{BE58550D-8E23-4583-8E07-07830BA2D7C5}" dt="2026-05-12T10:40:31.586" v="1893"/>
          <ac:spMkLst>
            <pc:docMk/>
            <pc:sldMk cId="3756584816" sldId="324"/>
            <ac:spMk id="345" creationId="{C5D5DDB2-BF43-470C-26A5-1345A4314D0C}"/>
          </ac:spMkLst>
        </pc:spChg>
        <pc:spChg chg="del mod">
          <ac:chgData name="Sophia BUI" userId="5388e7d4eb368e7c" providerId="LiveId" clId="{BE58550D-8E23-4583-8E07-07830BA2D7C5}" dt="2026-05-12T10:39:49.084" v="1843" actId="478"/>
          <ac:spMkLst>
            <pc:docMk/>
            <pc:sldMk cId="3756584816" sldId="324"/>
            <ac:spMk id="346" creationId="{EC2917CD-2C49-1FAE-1A48-FDDF9549A0CB}"/>
          </ac:spMkLst>
        </pc:spChg>
        <pc:spChg chg="del mod">
          <ac:chgData name="Sophia BUI" userId="5388e7d4eb368e7c" providerId="LiveId" clId="{BE58550D-8E23-4583-8E07-07830BA2D7C5}" dt="2026-05-12T10:40:31.587" v="1895"/>
          <ac:spMkLst>
            <pc:docMk/>
            <pc:sldMk cId="3756584816" sldId="324"/>
            <ac:spMk id="347" creationId="{D11E1DC2-26DB-1432-A687-62B93766CBBB}"/>
          </ac:spMkLst>
        </pc:spChg>
        <pc:spChg chg="del">
          <ac:chgData name="Sophia BUI" userId="5388e7d4eb368e7c" providerId="LiveId" clId="{BE58550D-8E23-4583-8E07-07830BA2D7C5}" dt="2026-05-12T10:39:45.189" v="1841" actId="478"/>
          <ac:spMkLst>
            <pc:docMk/>
            <pc:sldMk cId="3756584816" sldId="324"/>
            <ac:spMk id="348" creationId="{E7A08E4E-F093-2B0C-67C8-BD3EA6DC2D8F}"/>
          </ac:spMkLst>
        </pc:spChg>
        <pc:spChg chg="del mod">
          <ac:chgData name="Sophia BUI" userId="5388e7d4eb368e7c" providerId="LiveId" clId="{BE58550D-8E23-4583-8E07-07830BA2D7C5}" dt="2026-05-12T10:40:31.588" v="1897"/>
          <ac:spMkLst>
            <pc:docMk/>
            <pc:sldMk cId="3756584816" sldId="324"/>
            <ac:spMk id="349" creationId="{5D1C7058-3D90-A28C-9E1C-B6A3B05EFC2C}"/>
          </ac:spMkLst>
        </pc:spChg>
        <pc:spChg chg="del">
          <ac:chgData name="Sophia BUI" userId="5388e7d4eb368e7c" providerId="LiveId" clId="{BE58550D-8E23-4583-8E07-07830BA2D7C5}" dt="2026-05-12T10:39:46.912" v="1842" actId="478"/>
          <ac:spMkLst>
            <pc:docMk/>
            <pc:sldMk cId="3756584816" sldId="324"/>
            <ac:spMk id="350" creationId="{8FF9FAB8-627E-9C43-0A1B-6CB66B46BB57}"/>
          </ac:spMkLst>
        </pc:spChg>
        <pc:spChg chg="mod">
          <ac:chgData name="Sophia BUI" userId="5388e7d4eb368e7c" providerId="LiveId" clId="{BE58550D-8E23-4583-8E07-07830BA2D7C5}" dt="2026-05-12T10:38:57.953" v="1810" actId="20577"/>
          <ac:spMkLst>
            <pc:docMk/>
            <pc:sldMk cId="3756584816" sldId="324"/>
            <ac:spMk id="351" creationId="{EFFA99F2-BE03-F3A3-183E-14079B1CEA67}"/>
          </ac:spMkLst>
        </pc:spChg>
      </pc:sldChg>
      <pc:sldChg chg="addSp delSp modSp add mod">
        <pc:chgData name="Sophia BUI" userId="5388e7d4eb368e7c" providerId="LiveId" clId="{BE58550D-8E23-4583-8E07-07830BA2D7C5}" dt="2026-05-12T10:51:23.025" v="2018" actId="478"/>
        <pc:sldMkLst>
          <pc:docMk/>
          <pc:sldMk cId="2839438949" sldId="325"/>
        </pc:sldMkLst>
        <pc:spChg chg="del">
          <ac:chgData name="Sophia BUI" userId="5388e7d4eb368e7c" providerId="LiveId" clId="{BE58550D-8E23-4583-8E07-07830BA2D7C5}" dt="2026-05-12T10:41:42.361" v="1917" actId="478"/>
          <ac:spMkLst>
            <pc:docMk/>
            <pc:sldMk cId="2839438949" sldId="325"/>
            <ac:spMk id="6" creationId="{3A77F0A2-368A-7DBE-911B-DEEE0111A855}"/>
          </ac:spMkLst>
        </pc:spChg>
        <pc:spChg chg="mod">
          <ac:chgData name="Sophia BUI" userId="5388e7d4eb368e7c" providerId="LiveId" clId="{BE58550D-8E23-4583-8E07-07830BA2D7C5}" dt="2026-05-12T10:42:02.621" v="1921" actId="14100"/>
          <ac:spMkLst>
            <pc:docMk/>
            <pc:sldMk cId="2839438949" sldId="325"/>
            <ac:spMk id="8" creationId="{3B8E80EE-D19F-6395-E933-76AF5DC302D8}"/>
          </ac:spMkLst>
        </pc:spChg>
        <pc:spChg chg="mod">
          <ac:chgData name="Sophia BUI" userId="5388e7d4eb368e7c" providerId="LiveId" clId="{BE58550D-8E23-4583-8E07-07830BA2D7C5}" dt="2026-05-12T10:41:13.090" v="1913" actId="20577"/>
          <ac:spMkLst>
            <pc:docMk/>
            <pc:sldMk cId="2839438949" sldId="325"/>
            <ac:spMk id="141" creationId="{AB499385-DAA7-A063-D262-E4147F896C71}"/>
          </ac:spMkLst>
        </pc:spChg>
        <pc:spChg chg="del">
          <ac:chgData name="Sophia BUI" userId="5388e7d4eb368e7c" providerId="LiveId" clId="{BE58550D-8E23-4583-8E07-07830BA2D7C5}" dt="2026-05-12T10:51:23.025" v="2018" actId="478"/>
          <ac:spMkLst>
            <pc:docMk/>
            <pc:sldMk cId="2839438949" sldId="325"/>
            <ac:spMk id="143" creationId="{348D6198-DB0D-AEF7-F917-A437657B09E0}"/>
          </ac:spMkLst>
        </pc:spChg>
        <pc:picChg chg="add mod">
          <ac:chgData name="Sophia BUI" userId="5388e7d4eb368e7c" providerId="LiveId" clId="{BE58550D-8E23-4583-8E07-07830BA2D7C5}" dt="2026-05-12T10:41:55.375" v="1920"/>
          <ac:picMkLst>
            <pc:docMk/>
            <pc:sldMk cId="2839438949" sldId="325"/>
            <ac:picMk id="2" creationId="{F6E451D3-73DB-77D1-D61D-CD37B049340D}"/>
          </ac:picMkLst>
        </pc:picChg>
        <pc:picChg chg="del">
          <ac:chgData name="Sophia BUI" userId="5388e7d4eb368e7c" providerId="LiveId" clId="{BE58550D-8E23-4583-8E07-07830BA2D7C5}" dt="2026-05-12T10:41:51.586" v="1919" actId="478"/>
          <ac:picMkLst>
            <pc:docMk/>
            <pc:sldMk cId="2839438949" sldId="325"/>
            <ac:picMk id="7" creationId="{2E6CC0A3-0D7B-290F-D7E3-15971914B984}"/>
          </ac:picMkLst>
        </pc:picChg>
      </pc:sldChg>
      <pc:sldChg chg="addSp delSp modSp add mod">
        <pc:chgData name="Sophia BUI" userId="5388e7d4eb368e7c" providerId="LiveId" clId="{BE58550D-8E23-4583-8E07-07830BA2D7C5}" dt="2026-05-12T10:51:27.384" v="2019" actId="478"/>
        <pc:sldMkLst>
          <pc:docMk/>
          <pc:sldMk cId="1153318997" sldId="326"/>
        </pc:sldMkLst>
        <pc:spChg chg="del">
          <ac:chgData name="Sophia BUI" userId="5388e7d4eb368e7c" providerId="LiveId" clId="{BE58550D-8E23-4583-8E07-07830BA2D7C5}" dt="2026-05-12T10:42:48.627" v="1951" actId="478"/>
          <ac:spMkLst>
            <pc:docMk/>
            <pc:sldMk cId="1153318997" sldId="326"/>
            <ac:spMk id="6" creationId="{673246F3-CE5B-7E7B-058E-941A17C99897}"/>
          </ac:spMkLst>
        </pc:spChg>
        <pc:spChg chg="mod">
          <ac:chgData name="Sophia BUI" userId="5388e7d4eb368e7c" providerId="LiveId" clId="{BE58550D-8E23-4583-8E07-07830BA2D7C5}" dt="2026-05-12T10:46:07.378" v="1962" actId="6549"/>
          <ac:spMkLst>
            <pc:docMk/>
            <pc:sldMk cId="1153318997" sldId="326"/>
            <ac:spMk id="8" creationId="{4AA6EFBE-4D6D-18E1-C1B4-ABCCD3ABFE3C}"/>
          </ac:spMkLst>
        </pc:spChg>
        <pc:spChg chg="mod">
          <ac:chgData name="Sophia BUI" userId="5388e7d4eb368e7c" providerId="LiveId" clId="{BE58550D-8E23-4583-8E07-07830BA2D7C5}" dt="2026-05-12T10:42:20.621" v="1946" actId="20577"/>
          <ac:spMkLst>
            <pc:docMk/>
            <pc:sldMk cId="1153318997" sldId="326"/>
            <ac:spMk id="141" creationId="{CE623BF3-8841-E54A-58FC-E033FCB36DBB}"/>
          </ac:spMkLst>
        </pc:spChg>
        <pc:spChg chg="del">
          <ac:chgData name="Sophia BUI" userId="5388e7d4eb368e7c" providerId="LiveId" clId="{BE58550D-8E23-4583-8E07-07830BA2D7C5}" dt="2026-05-12T10:51:27.384" v="2019" actId="478"/>
          <ac:spMkLst>
            <pc:docMk/>
            <pc:sldMk cId="1153318997" sldId="326"/>
            <ac:spMk id="143" creationId="{347040DE-D0CD-8EE8-5AA6-6CD9EB771092}"/>
          </ac:spMkLst>
        </pc:spChg>
        <pc:picChg chg="del mod">
          <ac:chgData name="Sophia BUI" userId="5388e7d4eb368e7c" providerId="LiveId" clId="{BE58550D-8E23-4583-8E07-07830BA2D7C5}" dt="2026-05-12T10:42:26.774" v="1948" actId="478"/>
          <ac:picMkLst>
            <pc:docMk/>
            <pc:sldMk cId="1153318997" sldId="326"/>
            <ac:picMk id="7" creationId="{249B7E48-4A13-7AFA-31F3-C9EAF360BD60}"/>
          </ac:picMkLst>
        </pc:picChg>
        <pc:picChg chg="mod">
          <ac:chgData name="Sophia BUI" userId="5388e7d4eb368e7c" providerId="LiveId" clId="{BE58550D-8E23-4583-8E07-07830BA2D7C5}" dt="2026-05-12T10:45:48.611" v="1959" actId="1076"/>
          <ac:picMkLst>
            <pc:docMk/>
            <pc:sldMk cId="1153318997" sldId="326"/>
            <ac:picMk id="140" creationId="{0B86838E-06D9-36C6-CC37-748494F284DA}"/>
          </ac:picMkLst>
        </pc:picChg>
        <pc:picChg chg="add mod">
          <ac:chgData name="Sophia BUI" userId="5388e7d4eb368e7c" providerId="LiveId" clId="{BE58550D-8E23-4583-8E07-07830BA2D7C5}" dt="2026-05-12T10:46:11.670" v="1963" actId="1076"/>
          <ac:picMkLst>
            <pc:docMk/>
            <pc:sldMk cId="1153318997" sldId="326"/>
            <ac:picMk id="2050" creationId="{950A2E2E-0617-F3DC-E940-C44B97C879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4D54308-6E0A-89BE-4982-E0229763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9C0B00F-994B-F435-1765-0BE6A3704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CB2C9880-2D71-F1E7-3794-3F5D15AA4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85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023B825-8E2F-B57A-7648-B0966D11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F7D8E12-EA1F-FD12-1114-FD5C93823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20BF2960-AC14-BCAD-A600-D41E2F496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0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568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74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06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808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0C1240AB-1760-F68F-5CCA-DF448A93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>
            <a:extLst>
              <a:ext uri="{FF2B5EF4-FFF2-40B4-BE49-F238E27FC236}">
                <a16:creationId xmlns:a16="http://schemas.microsoft.com/office/drawing/2014/main" id="{79E0E0BD-A2AB-A5AB-3778-FE27F94DD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>
            <a:extLst>
              <a:ext uri="{FF2B5EF4-FFF2-40B4-BE49-F238E27FC236}">
                <a16:creationId xmlns:a16="http://schemas.microsoft.com/office/drawing/2014/main" id="{9BC00D8B-AA3B-393E-F5C0-04BBEA810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46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F07DD704-2D30-2EE9-74F5-2DF00FE9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>
            <a:extLst>
              <a:ext uri="{FF2B5EF4-FFF2-40B4-BE49-F238E27FC236}">
                <a16:creationId xmlns:a16="http://schemas.microsoft.com/office/drawing/2014/main" id="{0A37B05C-EE08-A876-0CB1-E60BBEA0D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>
            <a:extLst>
              <a:ext uri="{FF2B5EF4-FFF2-40B4-BE49-F238E27FC236}">
                <a16:creationId xmlns:a16="http://schemas.microsoft.com/office/drawing/2014/main" id="{54A640FD-C30A-0D8C-9B82-5847F31D9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01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DEF5D2DA-8F6A-1F94-F3A7-8F8174CE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>
            <a:extLst>
              <a:ext uri="{FF2B5EF4-FFF2-40B4-BE49-F238E27FC236}">
                <a16:creationId xmlns:a16="http://schemas.microsoft.com/office/drawing/2014/main" id="{99C3B24D-AE70-0A57-C100-2DB754760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>
            <a:extLst>
              <a:ext uri="{FF2B5EF4-FFF2-40B4-BE49-F238E27FC236}">
                <a16:creationId xmlns:a16="http://schemas.microsoft.com/office/drawing/2014/main" id="{02E60BBC-4725-2260-52A3-32BDB7D77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172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52D9B11C-AF16-5181-FA81-8ECEE278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>
            <a:extLst>
              <a:ext uri="{FF2B5EF4-FFF2-40B4-BE49-F238E27FC236}">
                <a16:creationId xmlns:a16="http://schemas.microsoft.com/office/drawing/2014/main" id="{27DC8B63-96C3-1EC3-430E-261B28014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>
            <a:extLst>
              <a:ext uri="{FF2B5EF4-FFF2-40B4-BE49-F238E27FC236}">
                <a16:creationId xmlns:a16="http://schemas.microsoft.com/office/drawing/2014/main" id="{DC3CC9F1-4F09-D665-AAE5-FF5BA6C0C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18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1E6066B5-64BF-9185-7019-7290FC635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>
            <a:extLst>
              <a:ext uri="{FF2B5EF4-FFF2-40B4-BE49-F238E27FC236}">
                <a16:creationId xmlns:a16="http://schemas.microsoft.com/office/drawing/2014/main" id="{845EE2DD-513F-B753-87D4-EC58215E0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>
            <a:extLst>
              <a:ext uri="{FF2B5EF4-FFF2-40B4-BE49-F238E27FC236}">
                <a16:creationId xmlns:a16="http://schemas.microsoft.com/office/drawing/2014/main" id="{87B9B339-23DF-6560-7DFF-8435DCF21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35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CBCEBB61-1FD0-69A7-F21F-038D9AF1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>
            <a:extLst>
              <a:ext uri="{FF2B5EF4-FFF2-40B4-BE49-F238E27FC236}">
                <a16:creationId xmlns:a16="http://schemas.microsoft.com/office/drawing/2014/main" id="{BE51E863-2AC4-02E6-7469-733F04D2E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>
            <a:extLst>
              <a:ext uri="{FF2B5EF4-FFF2-40B4-BE49-F238E27FC236}">
                <a16:creationId xmlns:a16="http://schemas.microsoft.com/office/drawing/2014/main" id="{C6A316A2-1667-D867-2626-380D02602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605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F5D2C719-82A1-12CB-9207-E4E8F861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>
            <a:extLst>
              <a:ext uri="{FF2B5EF4-FFF2-40B4-BE49-F238E27FC236}">
                <a16:creationId xmlns:a16="http://schemas.microsoft.com/office/drawing/2014/main" id="{9C563836-BB51-6789-2161-39A080A13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>
            <a:extLst>
              <a:ext uri="{FF2B5EF4-FFF2-40B4-BE49-F238E27FC236}">
                <a16:creationId xmlns:a16="http://schemas.microsoft.com/office/drawing/2014/main" id="{68DA052D-663F-29B2-A408-062113370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659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BA3E30B-F276-CF52-657A-A2F274B2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E9A1801-17C3-13CC-E04A-E01BA546F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87041E5D-ED6C-4E4A-B726-53C62C3DE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27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D3ABEB3-6DBC-2F61-E80F-BE379E75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192A810D-D3DE-D987-0C5C-629BDE81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2776409D-A44B-9D71-7159-5E01E1660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475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6281FFEF-D62B-48B9-CF9F-EC28C5B4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5B204F55-B2A2-770A-3398-0EA2FFB8C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6ACE2FBC-0499-D560-6528-E29FC752A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573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E825721-E33E-7997-EADE-73FB546C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BE1E7078-3B5A-A459-931A-F5087A674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4B44241D-DD2D-39EE-DB7A-E16E3B482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758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B7B2FE77-9823-3BAF-717A-342590D1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288435EF-B25B-A604-70E0-8541A8F68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1701B5A6-A48C-7716-6844-4DC7D3EF5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061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C97A65E-9694-1A18-3851-C1C5D333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B1AF0B96-22F4-59B8-6B69-B38882725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>
            <a:extLst>
              <a:ext uri="{FF2B5EF4-FFF2-40B4-BE49-F238E27FC236}">
                <a16:creationId xmlns:a16="http://schemas.microsoft.com/office/drawing/2014/main" id="{8AAEF32F-FC0B-D004-DBD5-CB4FFC060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29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72CA3C6-43BD-6C04-E7F8-B3A98BFF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B44E5BEF-3CC2-FF19-87B0-DE9FA2E49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>
            <a:extLst>
              <a:ext uri="{FF2B5EF4-FFF2-40B4-BE49-F238E27FC236}">
                <a16:creationId xmlns:a16="http://schemas.microsoft.com/office/drawing/2014/main" id="{F54B2A63-2EEB-9B83-5F41-41CEC6ADE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943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54FC7BC-1ADC-CBAD-3DFC-F6BCF16F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845AFDF6-8857-A55F-1DD7-E6491930B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:notes">
            <a:extLst>
              <a:ext uri="{FF2B5EF4-FFF2-40B4-BE49-F238E27FC236}">
                <a16:creationId xmlns:a16="http://schemas.microsoft.com/office/drawing/2014/main" id="{929CA6A0-D1BB-792E-E52E-312E3DA2E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23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085024AF-105E-1B85-F650-0A4B80BE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>
            <a:extLst>
              <a:ext uri="{FF2B5EF4-FFF2-40B4-BE49-F238E27FC236}">
                <a16:creationId xmlns:a16="http://schemas.microsoft.com/office/drawing/2014/main" id="{20F7285E-836F-7742-3F89-8DB0C54B5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:notes">
            <a:extLst>
              <a:ext uri="{FF2B5EF4-FFF2-40B4-BE49-F238E27FC236}">
                <a16:creationId xmlns:a16="http://schemas.microsoft.com/office/drawing/2014/main" id="{37D84E89-AF61-B225-C13F-09F21CEF1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214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119B50-98CB-77B2-C5D4-0D5FF097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250B5A26-5CF1-60C9-0366-B7B6DA8D8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>
            <a:extLst>
              <a:ext uri="{FF2B5EF4-FFF2-40B4-BE49-F238E27FC236}">
                <a16:creationId xmlns:a16="http://schemas.microsoft.com/office/drawing/2014/main" id="{ECAF1054-9AA6-1661-FE9D-5F8F6D889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099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DB157B3-9D3C-0DAB-0B70-F260ADDC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32327A9D-318E-DD27-ED51-F6E58429B2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>
            <a:extLst>
              <a:ext uri="{FF2B5EF4-FFF2-40B4-BE49-F238E27FC236}">
                <a16:creationId xmlns:a16="http://schemas.microsoft.com/office/drawing/2014/main" id="{15AE01D2-15A5-4437-9163-5C2F93D6B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99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12034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500" y="1795598"/>
            <a:ext cx="11811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02: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Software Requirements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81000" y="3981450"/>
            <a:ext cx="11430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DD6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Discovery, Analysis, Specification, Validation, and Management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493605" y="5044900"/>
            <a:ext cx="47509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Introduction to Software Engineering | </a:t>
            </a:r>
            <a:r>
              <a:rPr lang="en-US" b="0" i="0" u="none" strike="noStrike" cap="none" dirty="0" err="1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HUFLIT</a:t>
            </a: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 University</a:t>
            </a:r>
            <a:endParaRPr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00049" y="2142232"/>
            <a:ext cx="8734011" cy="198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Understand the </a:t>
            </a:r>
            <a:r>
              <a:rPr lang="en-US" sz="165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Types of Requirements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(Functional vs. Non-functional).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Master the </a:t>
            </a:r>
            <a:r>
              <a:rPr lang="en-US" sz="1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Requirements Process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Elicitation to Management.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Apply </a:t>
            </a:r>
            <a:r>
              <a:rPr lang="en-US" sz="1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Classification Criteria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to optimize development priority.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Define professional </a:t>
            </a:r>
            <a:r>
              <a:rPr lang="en-US" sz="1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Deliverables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SRS, User Stories, and Backlogs.</a:t>
            </a:r>
            <a:endParaRPr lang="en-US" sz="16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487" y="5363959"/>
            <a:ext cx="11430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381000" y="3051869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condition or capability needed by a user to solve a problem or achieve an objective.</a:t>
            </a:r>
            <a:endParaRPr sz="1800"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381000" y="3659284"/>
            <a:ext cx="11144250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User Requirements: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Abstract statements in natural language for customers.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System Requirements: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Detailed functional/technical specifications for developers.</a:t>
            </a:r>
            <a:endParaRPr lang="en-US" sz="16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381000" y="1985069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 Requirement?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5619750" y="2523083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90500" y="3257550"/>
            <a:ext cx="1181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Types of Requirements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237732"/>
            <a:ext cx="55245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81000" y="2351782"/>
            <a:ext cx="5524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Define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</a:t>
            </a: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system should do.</a:t>
            </a:r>
            <a:endParaRPr sz="1800"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590550" y="28756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66750" y="287565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Describes services and functions the user expects.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90550" y="33042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66750" y="330428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Covers data processing, logic, and state behavior.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90550" y="37329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66750" y="373290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Usually includes "The system shall..." statements.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Requirements (FR)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B49E8-685B-CA52-D37C-21532488D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47007"/>
            <a:ext cx="5724246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837807"/>
            <a:ext cx="11430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381000" y="2951857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Define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</a:t>
            </a: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system should behave.</a:t>
            </a:r>
            <a:endParaRPr sz="1800" dirty="0"/>
          </a:p>
        </p:txBody>
      </p:sp>
      <p:sp>
        <p:nvSpPr>
          <p:cNvPr id="148" name="Google Shape;148;p18"/>
          <p:cNvSpPr txBox="1"/>
          <p:nvPr/>
        </p:nvSpPr>
        <p:spPr>
          <a:xfrm>
            <a:off x="590550" y="347573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66750" y="347573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Quality attributes, performance, and constraints.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90550" y="39043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6750" y="390435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Affect the system as a whole, not individual functions.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90550" y="43329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6750" y="433298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Failure to meet NFR can render a system </a:t>
            </a:r>
            <a:r>
              <a:rPr lang="en-US" sz="16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unusable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even if functions work.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381000" y="188505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Requirements (NFR)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837807"/>
            <a:ext cx="11430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81000" y="2951857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Requirements derived from the specific application domain (e.g., Banking, Healthcare).</a:t>
            </a:r>
            <a:endParaRPr sz="1800" dirty="0"/>
          </a:p>
        </p:txBody>
      </p:sp>
      <p:sp>
        <p:nvSpPr>
          <p:cNvPr id="162" name="Google Shape;162;p19"/>
          <p:cNvSpPr txBox="1"/>
          <p:nvPr/>
        </p:nvSpPr>
        <p:spPr>
          <a:xfrm>
            <a:off x="590550" y="347573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66750" y="347573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May be functional or non-functional.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90550" y="39043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6750" y="390435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Implicit knowledge that developers might miss.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90550" y="43329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66750" y="433298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Critical for legality and industry compliance.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381000" y="188505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Domain Requirements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5619750" y="2523083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90500" y="3257550"/>
            <a:ext cx="1181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Requirement Classification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208907"/>
            <a:ext cx="5619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208907"/>
            <a:ext cx="5619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142482"/>
            <a:ext cx="5619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142482"/>
            <a:ext cx="561975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619125" y="2399407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Stakeholder Needs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19125" y="2923282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Direct requests from users, managers, or external partners.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429375" y="2399407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Technical Constraints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429375" y="2923282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Hardware limits, OS compatibility, or legacy database integrations.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1912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Legal/Regulatory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19125" y="4856857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Privacy laws (GDPR), accounting standards, or safety protocols.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42937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Business Goals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429375" y="4856857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Revenue growth, user retention, or competitive edge features.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381000" y="135165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by Origin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666750" y="229463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Usability: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Ease of learning and use.</a:t>
            </a:r>
            <a:endParaRPr dirty="0"/>
          </a:p>
        </p:txBody>
      </p:sp>
      <p:sp>
        <p:nvSpPr>
          <p:cNvPr id="204" name="Google Shape;204;p22"/>
          <p:cNvSpPr txBox="1"/>
          <p:nvPr/>
        </p:nvSpPr>
        <p:spPr>
          <a:xfrm>
            <a:off x="666750" y="272325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Performance: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Time and resource efficiency.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869885" y="224687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Reliability: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Maturity, availability, fault tolerance.</a:t>
            </a:r>
            <a:endParaRPr dirty="0"/>
          </a:p>
        </p:txBody>
      </p:sp>
      <p:sp>
        <p:nvSpPr>
          <p:cNvPr id="208" name="Google Shape;208;p22"/>
          <p:cNvSpPr txBox="1"/>
          <p:nvPr/>
        </p:nvSpPr>
        <p:spPr>
          <a:xfrm>
            <a:off x="5869885" y="267549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Security: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Integrity, accountability, confidentiality.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by ISO/IEC 25010 Quality Model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666E5F6-C42F-07A1-74E6-06A61B5B0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225" y="3311452"/>
            <a:ext cx="9098993" cy="338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208907"/>
            <a:ext cx="5619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208907"/>
            <a:ext cx="5619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142482"/>
            <a:ext cx="5619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142482"/>
            <a:ext cx="561975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619125" y="2399407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CRUD Operations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19125" y="2923282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Create, Read, Update, Delete entities (e.g., Manage User Profiles).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429375" y="2399407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Search &amp; Retrieval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429375" y="2923282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Filtering, sorting, and complex queries (e.g., Find nearby clinics).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1912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Computation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19125" y="4856857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Calculations, algorithms, and business logic (e.g., Calculate monthly interest).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42937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Reporting/Statistics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429375" y="4856857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 aggregation and visualization (e.g., Annual revenue chart).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381000" y="135165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by 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Processing Form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547294"/>
            <a:ext cx="11430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90550" y="318521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66750" y="318521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Low Difficulty: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Standard CRUD, well-known UI components.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90550" y="3613844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666750" y="3613844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Medium Difficulty: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Complex search filters, integration with 3rd party API.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90550" y="404246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66750" y="404246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High Difficulty: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Real-time AI processing, ultra-secure financial cores.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381000" y="2175569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by Difficulty &amp; Priority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5619750" y="2142083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998883" y="2876550"/>
            <a:ext cx="10232334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Part 3: The Requirements Engineering Process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381000" y="2351782"/>
            <a:ext cx="5524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 is not linear; it is iterative.</a:t>
            </a:r>
            <a:endParaRPr sz="1800" dirty="0"/>
          </a:p>
        </p:txBody>
      </p:sp>
      <p:sp>
        <p:nvSpPr>
          <p:cNvPr id="258" name="Google Shape;258;p26"/>
          <p:cNvSpPr txBox="1"/>
          <p:nvPr/>
        </p:nvSpPr>
        <p:spPr>
          <a:xfrm>
            <a:off x="381000" y="2904336"/>
            <a:ext cx="5143500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5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Elicitation: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Discovering the needs.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Analysis: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Understanding and resolving conflicts.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Specification: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Documenting findings.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Validation: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Ensuring it matches user intent.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121212"/>
                </a:solidFill>
                <a:latin typeface="DM Sans"/>
                <a:sym typeface="DM Sans"/>
              </a:rPr>
              <a:t>Management</a:t>
            </a:r>
            <a:r>
              <a:rPr lang="en-US" sz="1600" dirty="0">
                <a:solidFill>
                  <a:srgbClr val="121212"/>
                </a:solidFill>
                <a:latin typeface="DM Sans"/>
                <a:sym typeface="DM Sans"/>
              </a:rPr>
              <a:t>: Tracking and Change control</a:t>
            </a:r>
            <a:endParaRPr lang="en-US" sz="1600" dirty="0"/>
          </a:p>
        </p:txBody>
      </p:sp>
      <p:sp>
        <p:nvSpPr>
          <p:cNvPr id="266" name="Google Shape;266;p26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RE Process Spiral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14648D-E081-8914-E343-D01469AE4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037" y="1330601"/>
            <a:ext cx="568642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381000" y="2351782"/>
            <a:ext cx="11049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goal is to get stakeholders to talk about their problems and desired solutions.</a:t>
            </a:r>
            <a:endParaRPr sz="1800" dirty="0"/>
          </a:p>
        </p:txBody>
      </p:sp>
      <p:sp>
        <p:nvSpPr>
          <p:cNvPr id="275" name="Google Shape;275;p27"/>
          <p:cNvSpPr txBox="1"/>
          <p:nvPr/>
        </p:nvSpPr>
        <p:spPr>
          <a:xfrm>
            <a:off x="381000" y="3374121"/>
            <a:ext cx="9881152" cy="149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Stakeholders are often poor at articulating needs.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Domain experts use jargon that developers miss.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Political/Power structures in organizations influence what is said.</a:t>
            </a:r>
            <a:endParaRPr lang="en-US" sz="1600" dirty="0"/>
          </a:p>
        </p:txBody>
      </p:sp>
      <p:sp>
        <p:nvSpPr>
          <p:cNvPr id="281" name="Google Shape;281;p27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1. Requirement Elicitation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Identifying Stakeholders: The "Who"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1000" y="1684585"/>
            <a:ext cx="66294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Elicitation fails if you miss critical perspectives. Use these steps: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Organizational Mapping: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Look at the hierarchy. Who pays? Who manages? Who uses?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Process Analysis: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Follow the data. Who provides input? Who handles errors?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"Snowball" Technique: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At the end of every interview, ask: </a:t>
            </a:r>
            <a:r>
              <a:rPr lang="en-US" sz="1800" i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"Who else should I talk to regarding this process?"</a:t>
            </a:r>
            <a:endParaRPr lang="en-US" sz="1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3C36E-2FB3-3587-82F8-124547B5C698}"/>
              </a:ext>
            </a:extLst>
          </p:cNvPr>
          <p:cNvGrpSpPr/>
          <p:nvPr/>
        </p:nvGrpSpPr>
        <p:grpSpPr>
          <a:xfrm>
            <a:off x="380999" y="5526638"/>
            <a:ext cx="11429999" cy="742950"/>
            <a:chOff x="381000" y="4437310"/>
            <a:chExt cx="6629400" cy="742950"/>
          </a:xfrm>
        </p:grpSpPr>
        <p:sp>
          <p:nvSpPr>
            <p:cNvPr id="90" name="Google Shape;90;p13"/>
            <p:cNvSpPr/>
            <p:nvPr/>
          </p:nvSpPr>
          <p:spPr>
            <a:xfrm>
              <a:off x="381000" y="4437310"/>
              <a:ext cx="6629400" cy="7429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523875" y="4580185"/>
              <a:ext cx="63436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1600" b="1" i="1" u="none" strike="noStrike" cap="none" dirty="0">
                  <a:solidFill>
                    <a:srgbClr val="FF0000"/>
                  </a:solidFill>
                  <a:latin typeface="DM Sans"/>
                  <a:ea typeface="DM Sans"/>
                  <a:cs typeface="DM Sans"/>
                  <a:sym typeface="DM Sans"/>
                </a:rPr>
                <a:t>Industrial Case</a:t>
              </a:r>
              <a:r>
                <a:rPr lang="en-US" sz="160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: In a </a:t>
              </a:r>
              <a:r>
                <a:rPr lang="en-US" sz="1600" b="1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Payroll system</a:t>
              </a:r>
              <a:r>
                <a:rPr lang="en-US" sz="160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, don't just talk to </a:t>
              </a:r>
              <a:r>
                <a:rPr lang="en-US" sz="1600" b="1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HR</a:t>
              </a:r>
              <a:r>
                <a:rPr lang="en-US" sz="160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 Talk to the </a:t>
              </a:r>
              <a:r>
                <a:rPr lang="en-US" sz="1600" b="1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Tax Accountant</a:t>
              </a:r>
              <a:r>
                <a:rPr lang="en-US" sz="160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and the </a:t>
              </a:r>
              <a:r>
                <a:rPr lang="en-US" sz="1600" b="1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Internal Auditor</a:t>
              </a:r>
              <a:r>
                <a:rPr lang="en-US" sz="160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to ensure legal compliance. </a:t>
              </a:r>
              <a:endParaRPr sz="1800" dirty="0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81000" y="4437310"/>
              <a:ext cx="47625" cy="74295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3"/>
          <p:cNvSpPr txBox="1"/>
          <p:nvPr/>
        </p:nvSpPr>
        <p:spPr>
          <a:xfrm>
            <a:off x="590550" y="220846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90550" y="293236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90550" y="365626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pic>
        <p:nvPicPr>
          <p:cNvPr id="2" name="Google Shape;187;p21" descr="image.png">
            <a:extLst>
              <a:ext uri="{FF2B5EF4-FFF2-40B4-BE49-F238E27FC236}">
                <a16:creationId xmlns:a16="http://schemas.microsoft.com/office/drawing/2014/main" id="{73EE45F6-1333-3AA6-6762-5FC6420087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1400" y="1586314"/>
            <a:ext cx="4419600" cy="13174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9;p21">
            <a:extLst>
              <a:ext uri="{FF2B5EF4-FFF2-40B4-BE49-F238E27FC236}">
                <a16:creationId xmlns:a16="http://schemas.microsoft.com/office/drawing/2014/main" id="{F7D07B83-0055-E7BA-F57D-68BD2D058B85}"/>
              </a:ext>
            </a:extLst>
          </p:cNvPr>
          <p:cNvSpPr txBox="1"/>
          <p:nvPr/>
        </p:nvSpPr>
        <p:spPr>
          <a:xfrm>
            <a:off x="7496175" y="1841747"/>
            <a:ext cx="42100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Stakeholder personas help identify conflicting interests early in the process.</a:t>
            </a:r>
            <a:endParaRPr sz="1800" dirty="0"/>
          </a:p>
        </p:txBody>
      </p:sp>
      <p:sp>
        <p:nvSpPr>
          <p:cNvPr id="4" name="Google Shape;188;p21">
            <a:extLst>
              <a:ext uri="{FF2B5EF4-FFF2-40B4-BE49-F238E27FC236}">
                <a16:creationId xmlns:a16="http://schemas.microsoft.com/office/drawing/2014/main" id="{908F208C-D229-87B9-95E7-5CFCA4EAD022}"/>
              </a:ext>
            </a:extLst>
          </p:cNvPr>
          <p:cNvSpPr txBox="1"/>
          <p:nvPr/>
        </p:nvSpPr>
        <p:spPr>
          <a:xfrm>
            <a:off x="7496175" y="3444956"/>
            <a:ext cx="465415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Who has a "stake" in the system?</a:t>
            </a:r>
            <a:endParaRPr sz="2000" b="1" dirty="0">
              <a:solidFill>
                <a:srgbClr val="FF0000"/>
              </a:solidFill>
            </a:endParaRPr>
          </a:p>
        </p:txBody>
      </p:sp>
      <p:sp>
        <p:nvSpPr>
          <p:cNvPr id="5" name="Google Shape;190;p21">
            <a:extLst>
              <a:ext uri="{FF2B5EF4-FFF2-40B4-BE49-F238E27FC236}">
                <a16:creationId xmlns:a16="http://schemas.microsoft.com/office/drawing/2014/main" id="{6A7C201C-C385-FFED-45F9-2B2B44CD23BB}"/>
              </a:ext>
            </a:extLst>
          </p:cNvPr>
          <p:cNvSpPr txBox="1"/>
          <p:nvPr/>
        </p:nvSpPr>
        <p:spPr>
          <a:xfrm>
            <a:off x="7496175" y="4128863"/>
            <a:ext cx="441602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Direct Users: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People operating the software.</a:t>
            </a:r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Management: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Business owners and sponsors.</a:t>
            </a: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14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External Actors: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API users or regulatory bodies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14B102-6AA5-6FE2-2753-69D29D32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>
            <a:extLst>
              <a:ext uri="{FF2B5EF4-FFF2-40B4-BE49-F238E27FC236}">
                <a16:creationId xmlns:a16="http://schemas.microsoft.com/office/drawing/2014/main" id="{CB32397F-D32A-1908-5CD4-ECDD75534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83ECB00-FBE8-4CD7-102D-6818ED64E1E9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Step2: Identifying Domain Knowledge</a:t>
            </a:r>
            <a:endParaRPr dirty="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EA6EEB4A-74DA-03FB-D7D9-EB78E960C5D5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2"/>
          <p:cNvGraphicFramePr/>
          <p:nvPr>
            <p:extLst>
              <p:ext uri="{D42A27DB-BD31-4B8C-83A1-F6EECF244321}">
                <p14:modId xmlns:p14="http://schemas.microsoft.com/office/powerpoint/2010/main" val="4017815426"/>
              </p:ext>
            </p:extLst>
          </p:nvPr>
        </p:nvGraphicFramePr>
        <p:xfrm>
          <a:off x="571500" y="2091193"/>
          <a:ext cx="11049000" cy="29380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02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5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Source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5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Business Manuals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Operating Procedures (SOPs).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5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Existing Systems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Legacy software or manual processes being replaced.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5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Market Standards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Industry regulations (GDPR, HIPAA).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730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179BAB5-3B7F-7BF8-A15B-502938C9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>
            <a:extLst>
              <a:ext uri="{FF2B5EF4-FFF2-40B4-BE49-F238E27FC236}">
                <a16:creationId xmlns:a16="http://schemas.microsoft.com/office/drawing/2014/main" id="{F32D27DD-5627-6FE7-DC13-027B473071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E778314-0FED-763B-E8C7-9D9D2613BD50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Raw Gathering</a:t>
            </a:r>
            <a:endParaRPr dirty="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29B8EC99-F63C-9890-B5A1-1AE204349816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3;p27">
            <a:extLst>
              <a:ext uri="{FF2B5EF4-FFF2-40B4-BE49-F238E27FC236}">
                <a16:creationId xmlns:a16="http://schemas.microsoft.com/office/drawing/2014/main" id="{0D481645-3546-35DA-A239-8C15B940BB8D}"/>
              </a:ext>
            </a:extLst>
          </p:cNvPr>
          <p:cNvSpPr txBox="1"/>
          <p:nvPr/>
        </p:nvSpPr>
        <p:spPr>
          <a:xfrm>
            <a:off x="380999" y="2351782"/>
            <a:ext cx="1142999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This is where techniques are applied. The focus is </a:t>
            </a:r>
            <a:r>
              <a:rPr lang="en-US" sz="20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breadth</a:t>
            </a:r>
            <a:r>
              <a:rPr lang="en-US" sz="20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over </a:t>
            </a:r>
            <a:r>
              <a:rPr lang="en-US" sz="20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depth</a:t>
            </a:r>
            <a:r>
              <a:rPr lang="en-US" sz="20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at this stage.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r>
              <a:rPr lang="en-US" sz="20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: Capture every possible idea, pain point, and "exciting" requirement without judgment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84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9;p19" descr="image.png">
            <a:extLst>
              <a:ext uri="{FF2B5EF4-FFF2-40B4-BE49-F238E27FC236}">
                <a16:creationId xmlns:a16="http://schemas.microsoft.com/office/drawing/2014/main" id="{28806122-8034-47DA-DDD0-A145EC4298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0090" y="2000250"/>
            <a:ext cx="685040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344519"/>
            <a:ext cx="37223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Capture how data flows and how tasks are executed within the system.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9614" y="2421493"/>
            <a:ext cx="683135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3238500"/>
            <a:ext cx="37223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As-Is Workflow: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Current manual/legacy steps.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867150"/>
            <a:ext cx="37223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To-Be Workflow: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The optimized future state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4495800"/>
            <a:ext cx="37223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Business Rules: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Logic, constraints, and formulas.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124450"/>
            <a:ext cx="37223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Data Entities: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Key information objects and relations.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Google Shape;168;p19">
            <a:extLst>
              <a:ext uri="{FF2B5EF4-FFF2-40B4-BE49-F238E27FC236}">
                <a16:creationId xmlns:a16="http://schemas.microsoft.com/office/drawing/2014/main" id="{0414EB78-DF55-A5D2-E9E1-690E00F8AA0B}"/>
              </a:ext>
            </a:extLst>
          </p:cNvPr>
          <p:cNvSpPr txBox="1"/>
          <p:nvPr/>
        </p:nvSpPr>
        <p:spPr>
          <a:xfrm>
            <a:off x="571500" y="645557"/>
            <a:ext cx="889055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005088"/>
                </a:solidFill>
                <a:latin typeface="Merriweather"/>
                <a:sym typeface="Urbanist Medium"/>
              </a:rPr>
              <a:t>Gathering Processes &amp; Workflows</a:t>
            </a:r>
            <a:endParaRPr lang="en-US" sz="3600" b="1" dirty="0">
              <a:solidFill>
                <a:srgbClr val="005088"/>
              </a:solidFill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290831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9;p19" descr="image.png">
            <a:extLst>
              <a:ext uri="{FF2B5EF4-FFF2-40B4-BE49-F238E27FC236}">
                <a16:creationId xmlns:a16="http://schemas.microsoft.com/office/drawing/2014/main" id="{1DA38437-8609-7943-A725-66EA1701A3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5987"/>
            <a:ext cx="34290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85987"/>
            <a:ext cx="34290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185987"/>
            <a:ext cx="34290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5214937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"Quality attributes define how the system must behave under pressure."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338512"/>
            <a:ext cx="298037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957637"/>
            <a:ext cx="2838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Response times, throughput, and scalability expectations.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76775" y="3338512"/>
            <a:ext cx="298037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Security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76775" y="3957637"/>
            <a:ext cx="2838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Authentication, data encryption, and audit logs.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486775" y="3338512"/>
            <a:ext cx="298037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Constraints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486775" y="3957637"/>
            <a:ext cx="2838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Budget, timeline, legal, and technical limitations.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5193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86775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5088"/>
                </a:solidFill>
                <a:latin typeface="Merriweather"/>
                <a:sym typeface="Urbanist Medium"/>
              </a:rPr>
              <a:t>Gathering Quality &amp; Constraints</a:t>
            </a:r>
            <a:endParaRPr sz="3600" b="1" dirty="0">
              <a:solidFill>
                <a:srgbClr val="005088"/>
              </a:solidFill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391128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9;p19" descr="image.png">
            <a:extLst>
              <a:ext uri="{FF2B5EF4-FFF2-40B4-BE49-F238E27FC236}">
                <a16:creationId xmlns:a16="http://schemas.microsoft.com/office/drawing/2014/main" id="{F261C317-D60E-BECA-B53B-FF4AE669F5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276475"/>
            <a:ext cx="102921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Why Gather Forms?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781300"/>
            <a:ext cx="980204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Forms (Paper or Excel) are the "skeleton" of system data. Collecting current artifacts helps to: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04874" y="3457575"/>
            <a:ext cx="90581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Data Fields:</a:t>
            </a:r>
            <a:r>
              <a:rPr lang="en-US" sz="15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Identify exact fields (names, data types, lengths).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04874" y="4133850"/>
            <a:ext cx="90581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Validation Rules:</a:t>
            </a:r>
            <a:r>
              <a:rPr lang="en-US" sz="15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Determine mandatory fields and default values.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04874" y="4810125"/>
            <a:ext cx="90581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Output Mapping: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Design reports that match the formats users are familiar with.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0437"/>
            <a:ext cx="171450" cy="2000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6712"/>
            <a:ext cx="219075" cy="2000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52987"/>
            <a:ext cx="190500" cy="2000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rgbClr val="005088"/>
                </a:solidFill>
                <a:latin typeface="Merriweather"/>
                <a:sym typeface="Urbanist Medium"/>
              </a:rPr>
              <a:t>Gathering Artifacts - Forms &amp; Documents</a:t>
            </a:r>
            <a:endParaRPr sz="3600" b="1" dirty="0">
              <a:solidFill>
                <a:srgbClr val="005088"/>
              </a:solidFill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295662133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9;p19" descr="image.png">
            <a:extLst>
              <a:ext uri="{FF2B5EF4-FFF2-40B4-BE49-F238E27FC236}">
                <a16:creationId xmlns:a16="http://schemas.microsoft.com/office/drawing/2014/main" id="{5DC63F69-DB8C-807C-5D94-CEACF1AB29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04216" y="2249656"/>
            <a:ext cx="89383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Logic of the System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04217" y="2754481"/>
            <a:ext cx="851270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Regulations are legal or operational constraints that the software must strictly follow: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437591" y="3430756"/>
            <a:ext cx="783362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Calculations:</a:t>
            </a:r>
            <a:r>
              <a:rPr lang="en-US" sz="15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Formulas for taxes, discounts, payroll, or loyalty points.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437591" y="4107031"/>
            <a:ext cx="783362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Compliance:</a:t>
            </a:r>
            <a:r>
              <a:rPr lang="en-US" sz="15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Data privacy laws (GDPR, local data protection decrees).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437591" y="4783306"/>
            <a:ext cx="783362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Permissions:</a:t>
            </a:r>
            <a:r>
              <a:rPr lang="en-US" sz="15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Approval workflows (who has the authority and what are the limits).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2655" y="3548144"/>
            <a:ext cx="142875" cy="2000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2655" y="4224419"/>
            <a:ext cx="238125" cy="2000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2655" y="4900694"/>
            <a:ext cx="219075" cy="20002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005088"/>
                </a:solidFill>
                <a:latin typeface="Merriweather"/>
                <a:sym typeface="Urbanist Medium"/>
              </a:rPr>
              <a:t>Gather Regulations &amp; Business Rules</a:t>
            </a:r>
            <a:endParaRPr sz="3600" b="1" dirty="0">
              <a:solidFill>
                <a:srgbClr val="005088"/>
              </a:solidFill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4116145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0">
          <a:extLst>
            <a:ext uri="{FF2B5EF4-FFF2-40B4-BE49-F238E27FC236}">
              <a16:creationId xmlns:a16="http://schemas.microsoft.com/office/drawing/2014/main" id="{63246DD9-5F3E-1877-57F8-C71D45D6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 descr="image.png">
            <a:extLst>
              <a:ext uri="{FF2B5EF4-FFF2-40B4-BE49-F238E27FC236}">
                <a16:creationId xmlns:a16="http://schemas.microsoft.com/office/drawing/2014/main" id="{66D1A2F7-CF3B-10C9-CAD3-583FB4F8A2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>
            <a:extLst>
              <a:ext uri="{FF2B5EF4-FFF2-40B4-BE49-F238E27FC236}">
                <a16:creationId xmlns:a16="http://schemas.microsoft.com/office/drawing/2014/main" id="{CFB2958C-9FD9-26C4-C4BB-CE5E8E688B1A}"/>
              </a:ext>
            </a:extLst>
          </p:cNvPr>
          <p:cNvSpPr txBox="1"/>
          <p:nvPr/>
        </p:nvSpPr>
        <p:spPr>
          <a:xfrm>
            <a:off x="381000" y="2351782"/>
            <a:ext cx="5524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goal is to get stakeholders to talk about their problems and desired solutions.</a:t>
            </a:r>
            <a:endParaRPr sz="1800" dirty="0"/>
          </a:p>
        </p:txBody>
      </p:sp>
      <p:sp>
        <p:nvSpPr>
          <p:cNvPr id="275" name="Google Shape;275;p27">
            <a:extLst>
              <a:ext uri="{FF2B5EF4-FFF2-40B4-BE49-F238E27FC236}">
                <a16:creationId xmlns:a16="http://schemas.microsoft.com/office/drawing/2014/main" id="{CBDCBAF8-5305-427D-BAB4-CF8C2C7AAD2E}"/>
              </a:ext>
            </a:extLst>
          </p:cNvPr>
          <p:cNvSpPr txBox="1"/>
          <p:nvPr/>
        </p:nvSpPr>
        <p:spPr>
          <a:xfrm>
            <a:off x="381000" y="3374121"/>
            <a:ext cx="5238750" cy="198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Stakeholders are often poor at articulating needs.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Domain experts use jargon that developers miss.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Political/Power structures in organizations influence what is said.</a:t>
            </a:r>
            <a:endParaRPr lang="en-US" sz="1600" dirty="0"/>
          </a:p>
        </p:txBody>
      </p:sp>
      <p:sp>
        <p:nvSpPr>
          <p:cNvPr id="281" name="Google Shape;281;p27">
            <a:extLst>
              <a:ext uri="{FF2B5EF4-FFF2-40B4-BE49-F238E27FC236}">
                <a16:creationId xmlns:a16="http://schemas.microsoft.com/office/drawing/2014/main" id="{B5E5ECCA-5453-926B-54A4-20D3826B59A6}"/>
              </a:ext>
            </a:extLst>
          </p:cNvPr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Requirement Elicitation Techniques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AC8D5-E860-0DF6-8533-D7C414CAB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9590"/>
            <a:ext cx="5617408" cy="395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5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547294"/>
            <a:ext cx="11430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590550" y="318521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666750" y="318521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Closed Interviews: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Pre-defined set of questions. Good for confirmation.</a:t>
            </a:r>
            <a:endParaRPr dirty="0"/>
          </a:p>
        </p:txBody>
      </p:sp>
      <p:sp>
        <p:nvSpPr>
          <p:cNvPr id="290" name="Google Shape;290;p28"/>
          <p:cNvSpPr txBox="1"/>
          <p:nvPr/>
        </p:nvSpPr>
        <p:spPr>
          <a:xfrm>
            <a:off x="590550" y="3613844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666750" y="3613844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Open Interviews: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Exploration of issues. Good for discovery.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590550" y="404246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666750" y="404246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Best Practice: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Use a mix. Listen more than talk.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381000" y="2175569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1: Interviews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6380E120-C785-2B2B-6B97-7CDB9C48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>
            <a:extLst>
              <a:ext uri="{FF2B5EF4-FFF2-40B4-BE49-F238E27FC236}">
                <a16:creationId xmlns:a16="http://schemas.microsoft.com/office/drawing/2014/main" id="{740CEBE6-92C0-5038-E2AC-44F9C8EBAE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>
            <a:extLst>
              <a:ext uri="{FF2B5EF4-FFF2-40B4-BE49-F238E27FC236}">
                <a16:creationId xmlns:a16="http://schemas.microsoft.com/office/drawing/2014/main" id="{2DC6597C-E956-2F3E-516B-A529A1FEDC79}"/>
              </a:ext>
            </a:extLst>
          </p:cNvPr>
          <p:cNvSpPr txBox="1"/>
          <p:nvPr/>
        </p:nvSpPr>
        <p:spPr>
          <a:xfrm>
            <a:off x="453224" y="3429000"/>
            <a:ext cx="1116363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30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J</a:t>
            </a: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oint Application Development (JAD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) sessions involve intensive group work</a:t>
            </a:r>
            <a:r>
              <a:rPr lang="en-US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30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Advantage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: Conflict resolution happens in real-time as all decision-makers are present.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5" name="Google Shape;305;p29">
            <a:extLst>
              <a:ext uri="{FF2B5EF4-FFF2-40B4-BE49-F238E27FC236}">
                <a16:creationId xmlns:a16="http://schemas.microsoft.com/office/drawing/2014/main" id="{5895ECCD-5FB6-C442-3BDA-4E431AA7DFDD}"/>
              </a:ext>
            </a:extLst>
          </p:cNvPr>
          <p:cNvSpPr txBox="1"/>
          <p:nvPr/>
        </p:nvSpPr>
        <p:spPr>
          <a:xfrm>
            <a:off x="381000" y="2375594"/>
            <a:ext cx="817460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2: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Workshops (JAD)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9727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6EFD6BF6-E9A9-AF3D-6F9F-40373B7D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>
            <a:extLst>
              <a:ext uri="{FF2B5EF4-FFF2-40B4-BE49-F238E27FC236}">
                <a16:creationId xmlns:a16="http://schemas.microsoft.com/office/drawing/2014/main" id="{6C5F64D4-B956-00DB-027F-9DA6D980A7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>
            <a:extLst>
              <a:ext uri="{FF2B5EF4-FFF2-40B4-BE49-F238E27FC236}">
                <a16:creationId xmlns:a16="http://schemas.microsoft.com/office/drawing/2014/main" id="{5813BDDD-BC97-6CEF-2C08-B6F429D7095E}"/>
              </a:ext>
            </a:extLst>
          </p:cNvPr>
          <p:cNvSpPr txBox="1"/>
          <p:nvPr/>
        </p:nvSpPr>
        <p:spPr>
          <a:xfrm>
            <a:off x="445273" y="3028015"/>
            <a:ext cx="5096785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Mining current paper trails or manual forms.</a:t>
            </a: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Helps identify business rules and data entity lifecycles.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5" name="Google Shape;305;p29">
            <a:extLst>
              <a:ext uri="{FF2B5EF4-FFF2-40B4-BE49-F238E27FC236}">
                <a16:creationId xmlns:a16="http://schemas.microsoft.com/office/drawing/2014/main" id="{5EF2D257-E3B3-FF13-F4D8-E93E859A85CE}"/>
              </a:ext>
            </a:extLst>
          </p:cNvPr>
          <p:cNvSpPr txBox="1"/>
          <p:nvPr/>
        </p:nvSpPr>
        <p:spPr>
          <a:xfrm>
            <a:off x="445273" y="1524000"/>
            <a:ext cx="527966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Document Analysis</a:t>
            </a:r>
            <a:endParaRPr dirty="0"/>
          </a:p>
        </p:txBody>
      </p:sp>
      <p:pic>
        <p:nvPicPr>
          <p:cNvPr id="3" name="Google Shape;317;p33" descr="image.png">
            <a:extLst>
              <a:ext uri="{FF2B5EF4-FFF2-40B4-BE49-F238E27FC236}">
                <a16:creationId xmlns:a16="http://schemas.microsoft.com/office/drawing/2014/main" id="{1E3E3E7E-F859-5A26-F5A1-11AE60F61A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0224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5587758D-47DC-A073-A197-41700D24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>
            <a:extLst>
              <a:ext uri="{FF2B5EF4-FFF2-40B4-BE49-F238E27FC236}">
                <a16:creationId xmlns:a16="http://schemas.microsoft.com/office/drawing/2014/main" id="{C5EEC1C8-8193-4E62-F07A-6F75F5E580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>
            <a:extLst>
              <a:ext uri="{FF2B5EF4-FFF2-40B4-BE49-F238E27FC236}">
                <a16:creationId xmlns:a16="http://schemas.microsoft.com/office/drawing/2014/main" id="{8EBBE3AB-9709-F150-3AD9-12DA5D1210FC}"/>
              </a:ext>
            </a:extLst>
          </p:cNvPr>
          <p:cNvSpPr txBox="1"/>
          <p:nvPr/>
        </p:nvSpPr>
        <p:spPr>
          <a:xfrm>
            <a:off x="445273" y="3028015"/>
            <a:ext cx="5383033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30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 non-judgmental environment to generate creative ideas</a:t>
            </a:r>
          </a:p>
          <a:p>
            <a:pPr>
              <a:lnSpc>
                <a:spcPct val="30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Rule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: Quantity over quality initially. All ideas are recorded.</a:t>
            </a: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300000"/>
              </a:lnSpc>
            </a:pPr>
            <a:endParaRPr dirty="0"/>
          </a:p>
        </p:txBody>
      </p:sp>
      <p:sp>
        <p:nvSpPr>
          <p:cNvPr id="305" name="Google Shape;305;p29">
            <a:extLst>
              <a:ext uri="{FF2B5EF4-FFF2-40B4-BE49-F238E27FC236}">
                <a16:creationId xmlns:a16="http://schemas.microsoft.com/office/drawing/2014/main" id="{93A03D70-4B95-47E5-F252-408191DF69D8}"/>
              </a:ext>
            </a:extLst>
          </p:cNvPr>
          <p:cNvSpPr txBox="1"/>
          <p:nvPr/>
        </p:nvSpPr>
        <p:spPr>
          <a:xfrm>
            <a:off x="445273" y="1524000"/>
            <a:ext cx="498944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4: Brainstorming</a:t>
            </a:r>
            <a:endParaRPr dirty="0"/>
          </a:p>
        </p:txBody>
      </p:sp>
      <p:pic>
        <p:nvPicPr>
          <p:cNvPr id="2" name="Google Shape;271;p28" descr="image.png">
            <a:extLst>
              <a:ext uri="{FF2B5EF4-FFF2-40B4-BE49-F238E27FC236}">
                <a16:creationId xmlns:a16="http://schemas.microsoft.com/office/drawing/2014/main" id="{2D74F1DF-5B24-6B32-1CD7-3AE486C7AE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1489" y="1524000"/>
            <a:ext cx="4679011" cy="3914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4364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05D18F94-896B-6EF7-F4E6-DAACF062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>
            <a:extLst>
              <a:ext uri="{FF2B5EF4-FFF2-40B4-BE49-F238E27FC236}">
                <a16:creationId xmlns:a16="http://schemas.microsoft.com/office/drawing/2014/main" id="{256A61A7-8C17-2B00-BB19-B02604CE74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>
            <a:extLst>
              <a:ext uri="{FF2B5EF4-FFF2-40B4-BE49-F238E27FC236}">
                <a16:creationId xmlns:a16="http://schemas.microsoft.com/office/drawing/2014/main" id="{BF254D9B-69A7-CFE7-37BD-603AF01BAB2D}"/>
              </a:ext>
            </a:extLst>
          </p:cNvPr>
          <p:cNvSpPr txBox="1"/>
          <p:nvPr/>
        </p:nvSpPr>
        <p:spPr>
          <a:xfrm>
            <a:off x="445274" y="3028015"/>
            <a:ext cx="4301656" cy="174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fr-FR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Questionnaires for large groups. Great for quantitative validation.</a:t>
            </a:r>
            <a:endParaRPr lang="fr-FR" sz="1600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14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Challenge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: Low response rates and potential for biased questions.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5" name="Google Shape;305;p29">
            <a:extLst>
              <a:ext uri="{FF2B5EF4-FFF2-40B4-BE49-F238E27FC236}">
                <a16:creationId xmlns:a16="http://schemas.microsoft.com/office/drawing/2014/main" id="{CB2554ED-90CC-A8B0-763B-1231E5D88C83}"/>
              </a:ext>
            </a:extLst>
          </p:cNvPr>
          <p:cNvSpPr txBox="1"/>
          <p:nvPr/>
        </p:nvSpPr>
        <p:spPr>
          <a:xfrm>
            <a:off x="445273" y="1524000"/>
            <a:ext cx="527966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Surveys</a:t>
            </a:r>
            <a:endParaRPr dirty="0"/>
          </a:p>
        </p:txBody>
      </p:sp>
      <p:pic>
        <p:nvPicPr>
          <p:cNvPr id="2" name="Google Shape;304;p32" descr="image.png">
            <a:extLst>
              <a:ext uri="{FF2B5EF4-FFF2-40B4-BE49-F238E27FC236}">
                <a16:creationId xmlns:a16="http://schemas.microsoft.com/office/drawing/2014/main" id="{10FAE6CC-564F-47B1-B992-3ADA57745E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6505" y="3028057"/>
            <a:ext cx="6483994" cy="17543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7;p32">
            <a:extLst>
              <a:ext uri="{FF2B5EF4-FFF2-40B4-BE49-F238E27FC236}">
                <a16:creationId xmlns:a16="http://schemas.microsoft.com/office/drawing/2014/main" id="{D75AE793-0C3A-5940-C956-CF15B6E7BB2F}"/>
              </a:ext>
            </a:extLst>
          </p:cNvPr>
          <p:cNvSpPr txBox="1"/>
          <p:nvPr/>
        </p:nvSpPr>
        <p:spPr>
          <a:xfrm>
            <a:off x="5431780" y="3323332"/>
            <a:ext cx="5893444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Usage Tip</a:t>
            </a:r>
            <a:endParaRPr dirty="0"/>
          </a:p>
        </p:txBody>
      </p:sp>
      <p:sp>
        <p:nvSpPr>
          <p:cNvPr id="5" name="Google Shape;308;p32">
            <a:extLst>
              <a:ext uri="{FF2B5EF4-FFF2-40B4-BE49-F238E27FC236}">
                <a16:creationId xmlns:a16="http://schemas.microsoft.com/office/drawing/2014/main" id="{36B3ED94-FDC5-952A-DCF8-AC8E24DA8EBC}"/>
              </a:ext>
            </a:extLst>
          </p:cNvPr>
          <p:cNvSpPr txBox="1"/>
          <p:nvPr/>
        </p:nvSpPr>
        <p:spPr>
          <a:xfrm>
            <a:off x="5431780" y="3810892"/>
            <a:ext cx="58934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 surveys after interviews to see if a specific pain point is shared across the whole user base.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2658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038ACED7-2F47-8E55-C627-B6348B77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>
            <a:extLst>
              <a:ext uri="{FF2B5EF4-FFF2-40B4-BE49-F238E27FC236}">
                <a16:creationId xmlns:a16="http://schemas.microsoft.com/office/drawing/2014/main" id="{C3B0D03C-18BD-8B94-BAB6-A8F576DC2E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>
            <a:extLst>
              <a:ext uri="{FF2B5EF4-FFF2-40B4-BE49-F238E27FC236}">
                <a16:creationId xmlns:a16="http://schemas.microsoft.com/office/drawing/2014/main" id="{998A977B-F3E5-C506-86E2-89F0DB7634B7}"/>
              </a:ext>
            </a:extLst>
          </p:cNvPr>
          <p:cNvSpPr txBox="1"/>
          <p:nvPr/>
        </p:nvSpPr>
        <p:spPr>
          <a:xfrm>
            <a:off x="453224" y="3429000"/>
            <a:ext cx="504907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Also known as "Ethnography." Watching users in their actual working environment.</a:t>
            </a: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Effective for uncovering "obvious" steps that users forget to mention.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5" name="Google Shape;305;p29">
            <a:extLst>
              <a:ext uri="{FF2B5EF4-FFF2-40B4-BE49-F238E27FC236}">
                <a16:creationId xmlns:a16="http://schemas.microsoft.com/office/drawing/2014/main" id="{3662367E-6599-50FA-A0FB-E6E0AE735F49}"/>
              </a:ext>
            </a:extLst>
          </p:cNvPr>
          <p:cNvSpPr txBox="1"/>
          <p:nvPr/>
        </p:nvSpPr>
        <p:spPr>
          <a:xfrm>
            <a:off x="381000" y="2375594"/>
            <a:ext cx="817460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6: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Observation</a:t>
            </a:r>
            <a:endParaRPr dirty="0"/>
          </a:p>
        </p:txBody>
      </p:sp>
      <p:pic>
        <p:nvPicPr>
          <p:cNvPr id="2" name="Google Shape;187;p21" descr="image.png">
            <a:extLst>
              <a:ext uri="{FF2B5EF4-FFF2-40B4-BE49-F238E27FC236}">
                <a16:creationId xmlns:a16="http://schemas.microsoft.com/office/drawing/2014/main" id="{F23830B6-8973-A4BD-857B-746AFB3849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1801" y="3271837"/>
            <a:ext cx="4655891" cy="12668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</p:pic>
      <p:sp>
        <p:nvSpPr>
          <p:cNvPr id="3" name="Google Shape;189;p21">
            <a:extLst>
              <a:ext uri="{FF2B5EF4-FFF2-40B4-BE49-F238E27FC236}">
                <a16:creationId xmlns:a16="http://schemas.microsoft.com/office/drawing/2014/main" id="{CC5A4118-8220-4B32-4547-9C95279F6BB4}"/>
              </a:ext>
            </a:extLst>
          </p:cNvPr>
          <p:cNvSpPr txBox="1"/>
          <p:nvPr/>
        </p:nvSpPr>
        <p:spPr>
          <a:xfrm>
            <a:off x="6698608" y="3567112"/>
            <a:ext cx="435808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Best for complex, multi-step manual processes being automated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395882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F324F591-0EC7-8E45-62CF-5B55AB2F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>
            <a:extLst>
              <a:ext uri="{FF2B5EF4-FFF2-40B4-BE49-F238E27FC236}">
                <a16:creationId xmlns:a16="http://schemas.microsoft.com/office/drawing/2014/main" id="{7A203831-EC62-E3ED-F5C0-FA7B48E319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>
            <a:extLst>
              <a:ext uri="{FF2B5EF4-FFF2-40B4-BE49-F238E27FC236}">
                <a16:creationId xmlns:a16="http://schemas.microsoft.com/office/drawing/2014/main" id="{3BA584CD-1EB1-6903-DE9A-6A5F16A0436E}"/>
              </a:ext>
            </a:extLst>
          </p:cNvPr>
          <p:cNvSpPr txBox="1"/>
          <p:nvPr/>
        </p:nvSpPr>
        <p:spPr>
          <a:xfrm>
            <a:off x="445274" y="3028015"/>
            <a:ext cx="430165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 visual representation of the final product.</a:t>
            </a: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Triggers much higher quality feedback than a text document alone.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5" name="Google Shape;305;p29">
            <a:extLst>
              <a:ext uri="{FF2B5EF4-FFF2-40B4-BE49-F238E27FC236}">
                <a16:creationId xmlns:a16="http://schemas.microsoft.com/office/drawing/2014/main" id="{525FB95A-B72B-E16A-2221-A2B1415D4EA7}"/>
              </a:ext>
            </a:extLst>
          </p:cNvPr>
          <p:cNvSpPr txBox="1"/>
          <p:nvPr/>
        </p:nvSpPr>
        <p:spPr>
          <a:xfrm>
            <a:off x="445273" y="1524000"/>
            <a:ext cx="527966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7: Prototyping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C9466-FA94-6E35-CE3A-89E8BD5AC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444" y="1992385"/>
            <a:ext cx="6566322" cy="374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22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381000" y="3442394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Descriptions of example interaction sessions.</a:t>
            </a:r>
            <a:endParaRPr sz="1800" dirty="0"/>
          </a:p>
        </p:txBody>
      </p:sp>
      <p:sp>
        <p:nvSpPr>
          <p:cNvPr id="301" name="Google Shape;301;p29"/>
          <p:cNvSpPr txBox="1"/>
          <p:nvPr/>
        </p:nvSpPr>
        <p:spPr>
          <a:xfrm>
            <a:off x="590550" y="396626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666750" y="396626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People find it easier to relate to real-life stories.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590550" y="4394894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666750" y="4394894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Scenarios include: Initial state, normal flow, what can go wrong, and other concurrent activities.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381000" y="2375594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8: Scenarios (Use case &amp; User Stories)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BA92769-D3FD-01FF-06B5-EE3C866C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>
            <a:extLst>
              <a:ext uri="{FF2B5EF4-FFF2-40B4-BE49-F238E27FC236}">
                <a16:creationId xmlns:a16="http://schemas.microsoft.com/office/drawing/2014/main" id="{0D854BFA-FCFA-0503-61E4-F608433628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7065569-15C8-0BAD-7269-A8DE6736F9DD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Choosing the Right Mix</a:t>
            </a:r>
            <a:endParaRPr dirty="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86A50BAA-D2B8-F8B1-DDAE-984A69F1E468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324;p34">
            <a:extLst>
              <a:ext uri="{FF2B5EF4-FFF2-40B4-BE49-F238E27FC236}">
                <a16:creationId xmlns:a16="http://schemas.microsoft.com/office/drawing/2014/main" id="{15F79182-5A24-A17A-ED42-C815D1D2C7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207446"/>
              </p:ext>
            </p:extLst>
          </p:nvPr>
        </p:nvGraphicFramePr>
        <p:xfrm>
          <a:off x="571500" y="2500312"/>
          <a:ext cx="11049000" cy="2809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Technique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When to Use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Interviews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Strategic vision or detailed expert knowledge.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Observaton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Complex manual processes.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Prototyping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Novel or unclear user interfaces.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Surveys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Statistically significant large-scale feedback.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123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FRs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and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NFRs</a:t>
            </a:r>
            <a:endParaRPr dirty="0"/>
          </a:p>
        </p:txBody>
      </p:sp>
      <p:sp>
        <p:nvSpPr>
          <p:cNvPr id="108" name="Google Shape;108;p14"/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FF5BE3-70BD-21CC-7D08-30524F31D09C}"/>
              </a:ext>
            </a:extLst>
          </p:cNvPr>
          <p:cNvGrpSpPr/>
          <p:nvPr/>
        </p:nvGrpSpPr>
        <p:grpSpPr>
          <a:xfrm>
            <a:off x="381000" y="1982247"/>
            <a:ext cx="5587365" cy="2724925"/>
            <a:chOff x="381000" y="1475035"/>
            <a:chExt cx="5587365" cy="2066925"/>
          </a:xfrm>
        </p:grpSpPr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475035"/>
              <a:ext cx="5524500" cy="206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4"/>
            <p:cNvSpPr txBox="1"/>
            <p:nvPr/>
          </p:nvSpPr>
          <p:spPr>
            <a:xfrm>
              <a:off x="647700" y="1665535"/>
              <a:ext cx="5320665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Functional (The "What")</a:t>
              </a:r>
              <a:endParaRPr dirty="0"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634365" y="2117916"/>
              <a:ext cx="5067300" cy="515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600" b="0" i="0" u="none" strike="noStrike" cap="none" dirty="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Ask: "What task are you trying to complete?“</a:t>
              </a:r>
              <a:endParaRPr lang="en-US" sz="1600" dirty="0">
                <a:solidFill>
                  <a:schemeClr val="dk1"/>
                </a:solidFill>
                <a:latin typeface="Calibri"/>
                <a:ea typeface="DM Sans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600" b="0" i="0" u="none" strike="noStrike" cap="none" dirty="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Focus on actions, data flow, and business rules.</a:t>
              </a:r>
              <a:endParaRPr sz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1081E6-F4B5-4A53-E2E1-E030D11A0648}"/>
              </a:ext>
            </a:extLst>
          </p:cNvPr>
          <p:cNvGrpSpPr/>
          <p:nvPr/>
        </p:nvGrpSpPr>
        <p:grpSpPr>
          <a:xfrm>
            <a:off x="6223635" y="1982247"/>
            <a:ext cx="5587365" cy="2724925"/>
            <a:chOff x="6223635" y="1475035"/>
            <a:chExt cx="5587365" cy="2066925"/>
          </a:xfrm>
        </p:grpSpPr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23635" y="1475035"/>
              <a:ext cx="5524500" cy="206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4"/>
            <p:cNvSpPr txBox="1"/>
            <p:nvPr/>
          </p:nvSpPr>
          <p:spPr>
            <a:xfrm>
              <a:off x="6490335" y="1665535"/>
              <a:ext cx="5320665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Non-Functional (The "How well")</a:t>
              </a:r>
              <a:endParaRPr dirty="0"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6490335" y="2117916"/>
              <a:ext cx="5067300" cy="1030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600" b="0" i="0" u="none" strike="noStrike" cap="none" dirty="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Ask: "What happens if 1000 people do this at once?" or "How long are you willing to wait for this result?“</a:t>
              </a:r>
            </a:p>
            <a:p>
              <a:pPr marL="285750" marR="0" lvl="0" indent="-285750" algn="l" rtl="0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600" b="0" i="0" u="none" strike="noStrike" cap="none" dirty="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Focus on constraints and quality attributes.</a:t>
              </a:r>
              <a:endParaRPr sz="1200" dirty="0"/>
            </a:p>
          </p:txBody>
        </p:sp>
      </p:grpSp>
      <p:sp>
        <p:nvSpPr>
          <p:cNvPr id="115" name="Google Shape;115;p14"/>
          <p:cNvSpPr txBox="1"/>
          <p:nvPr/>
        </p:nvSpPr>
        <p:spPr>
          <a:xfrm>
            <a:off x="381000" y="5274562"/>
            <a:ext cx="9613955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Tip: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Users often forget </a:t>
            </a:r>
            <a:r>
              <a:rPr lang="en-US" sz="1650" b="0" i="0" u="none" strike="noStrike" cap="none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NFRs</a:t>
            </a:r>
            <a:r>
              <a:rPr lang="en-US" sz="16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because they take them for granted (e.g., security).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Prompting Technique: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Use "What-if" scenarios to trigger 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NFR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discovery.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BB14738-D55A-FCCF-F0CA-3A0BF7C3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>
            <a:extLst>
              <a:ext uri="{FF2B5EF4-FFF2-40B4-BE49-F238E27FC236}">
                <a16:creationId xmlns:a16="http://schemas.microsoft.com/office/drawing/2014/main" id="{6D67FAE1-DD34-AA5B-EDDF-8A9EF81191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F12AB03-54A3-2DF5-D606-7FF7EF922597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Probing Questions</a:t>
            </a:r>
            <a:endParaRPr dirty="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1A9C7CA9-F129-B40C-6E77-85CB561F9309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50B0C3-F9ED-0CA9-E591-4BC3E982F7BA}"/>
              </a:ext>
            </a:extLst>
          </p:cNvPr>
          <p:cNvGrpSpPr/>
          <p:nvPr/>
        </p:nvGrpSpPr>
        <p:grpSpPr>
          <a:xfrm>
            <a:off x="571500" y="2586037"/>
            <a:ext cx="5334000" cy="2590800"/>
            <a:chOff x="571500" y="2586037"/>
            <a:chExt cx="5334000" cy="2590800"/>
          </a:xfrm>
        </p:grpSpPr>
        <p:pic>
          <p:nvPicPr>
            <p:cNvPr id="117" name="Google Shape;117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586037"/>
              <a:ext cx="5334000" cy="259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5"/>
            <p:cNvSpPr txBox="1"/>
            <p:nvPr/>
          </p:nvSpPr>
          <p:spPr>
            <a:xfrm>
              <a:off x="866775" y="2881312"/>
              <a:ext cx="4980622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For Forms:</a:t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866775" y="3795712"/>
              <a:ext cx="47434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"Which columns in this Excel file are the most critical?"</a:t>
              </a: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866775" y="4205287"/>
              <a:ext cx="474345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"Where is the source of this data before it reaches this form?"</a:t>
              </a:r>
              <a:endParaRPr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EABC08C-73F2-2F8F-CD46-A44F05F367BC}"/>
              </a:ext>
            </a:extLst>
          </p:cNvPr>
          <p:cNvGrpSpPr/>
          <p:nvPr/>
        </p:nvGrpSpPr>
        <p:grpSpPr>
          <a:xfrm>
            <a:off x="6286500" y="2586037"/>
            <a:ext cx="5334000" cy="2590800"/>
            <a:chOff x="6286500" y="2586037"/>
            <a:chExt cx="5334000" cy="2590800"/>
          </a:xfrm>
        </p:grpSpPr>
        <p:pic>
          <p:nvPicPr>
            <p:cNvPr id="6" name="Google Shape;118;p15" descr="image.png">
              <a:extLst>
                <a:ext uri="{FF2B5EF4-FFF2-40B4-BE49-F238E27FC236}">
                  <a16:creationId xmlns:a16="http://schemas.microsoft.com/office/drawing/2014/main" id="{6026EC02-86A8-454E-3021-F71F6ACC728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86500" y="2586037"/>
              <a:ext cx="5334000" cy="259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23;p15">
              <a:extLst>
                <a:ext uri="{FF2B5EF4-FFF2-40B4-BE49-F238E27FC236}">
                  <a16:creationId xmlns:a16="http://schemas.microsoft.com/office/drawing/2014/main" id="{628A6EEC-9F10-D441-2A37-BD8DEFA15661}"/>
                </a:ext>
              </a:extLst>
            </p:cNvPr>
            <p:cNvSpPr txBox="1"/>
            <p:nvPr/>
          </p:nvSpPr>
          <p:spPr>
            <a:xfrm>
              <a:off x="6581775" y="2881312"/>
              <a:ext cx="4980622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For Regulations:</a:t>
              </a:r>
              <a:endParaRPr dirty="0"/>
            </a:p>
          </p:txBody>
        </p:sp>
        <p:sp>
          <p:nvSpPr>
            <p:cNvPr id="8" name="Google Shape;124;p15">
              <a:extLst>
                <a:ext uri="{FF2B5EF4-FFF2-40B4-BE49-F238E27FC236}">
                  <a16:creationId xmlns:a16="http://schemas.microsoft.com/office/drawing/2014/main" id="{E7E175B6-463C-5F37-DC12-A899DE586BE7}"/>
                </a:ext>
              </a:extLst>
            </p:cNvPr>
            <p:cNvSpPr txBox="1"/>
            <p:nvPr/>
          </p:nvSpPr>
          <p:spPr>
            <a:xfrm>
              <a:off x="6581775" y="3386137"/>
              <a:ext cx="47434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"Which official document specifies this salary formula?"</a:t>
              </a:r>
              <a:endParaRPr/>
            </a:p>
          </p:txBody>
        </p:sp>
        <p:sp>
          <p:nvSpPr>
            <p:cNvPr id="9" name="Google Shape;125;p15">
              <a:extLst>
                <a:ext uri="{FF2B5EF4-FFF2-40B4-BE49-F238E27FC236}">
                  <a16:creationId xmlns:a16="http://schemas.microsoft.com/office/drawing/2014/main" id="{4CE2E6D1-1EAA-98D0-C895-48A096E7720A}"/>
                </a:ext>
              </a:extLst>
            </p:cNvPr>
            <p:cNvSpPr txBox="1"/>
            <p:nvPr/>
          </p:nvSpPr>
          <p:spPr>
            <a:xfrm>
              <a:off x="6581775" y="3795712"/>
              <a:ext cx="47434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"Are there any exceptions that do not follow this rule?"</a:t>
              </a:r>
              <a:endParaRPr/>
            </a:p>
          </p:txBody>
        </p:sp>
        <p:sp>
          <p:nvSpPr>
            <p:cNvPr id="10" name="Google Shape;126;p15">
              <a:extLst>
                <a:ext uri="{FF2B5EF4-FFF2-40B4-BE49-F238E27FC236}">
                  <a16:creationId xmlns:a16="http://schemas.microsoft.com/office/drawing/2014/main" id="{AC041A35-312F-08FB-0238-20A87A7782D3}"/>
                </a:ext>
              </a:extLst>
            </p:cNvPr>
            <p:cNvSpPr txBox="1"/>
            <p:nvPr/>
          </p:nvSpPr>
          <p:spPr>
            <a:xfrm>
              <a:off x="6581775" y="4205287"/>
              <a:ext cx="474345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"What is the required data retention period for these records?"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15241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Degree of Support (DoS)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81000" y="1684585"/>
            <a:ext cx="1143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Not every requirement needs 100% automation. DoS determines the "Depth" of implementation: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81000" y="3808660"/>
            <a:ext cx="11430000" cy="5143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23875" y="3951535"/>
            <a:ext cx="1114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Strategy: High-risk/High-volume tasks deserve </a:t>
            </a: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Full Support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Rare/Subjective tasks often only need </a:t>
            </a: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Partial Support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81000" y="3808660"/>
            <a:ext cx="47625" cy="514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90550" y="220846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66750" y="2208460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Full Support: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Completely automated. No human intervention (e.g., Auto-calculating tax).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90550" y="261803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66750" y="2618035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Partial Support: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System assists the human (e.g., Providing a dropdown list of medicines).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90550" y="302761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6750" y="3027610"/>
            <a:ext cx="11144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Indirect Support: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System provides data, but the action is external (e.g., Generating a report for a manual board meeting).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Elicitation &amp; Support Matrix</a:t>
            </a:r>
            <a:endParaRPr dirty="0"/>
          </a:p>
        </p:txBody>
      </p:sp>
      <p:sp>
        <p:nvSpPr>
          <p:cNvPr id="142" name="Google Shape;142;p16"/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6"/>
          <p:cNvGraphicFramePr/>
          <p:nvPr>
            <p:extLst>
              <p:ext uri="{D42A27DB-BD31-4B8C-83A1-F6EECF244321}">
                <p14:modId xmlns:p14="http://schemas.microsoft.com/office/powerpoint/2010/main" val="3652841229"/>
              </p:ext>
            </p:extLst>
          </p:nvPr>
        </p:nvGraphicFramePr>
        <p:xfrm>
          <a:off x="381000" y="2123107"/>
          <a:ext cx="11420475" cy="34867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9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3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Stakeholder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 Type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 Summary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Degree of Support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3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Clerk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Functional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Record patient check-in time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</a:t>
                      </a: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(Auto-timestamp)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3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Doctor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Functional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Diagnose complex mental condition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Partial</a:t>
                      </a: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(Decision Support)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3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IT Manager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Non-Functional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uptime must be 99.9%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System-wide</a:t>
                      </a: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(Monitoring)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3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Auditor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Non-Functional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Audit trail for all data changes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(Logging)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1400" y="1475035"/>
            <a:ext cx="4419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From Elicitation to Decision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381000" y="1684585"/>
            <a:ext cx="6629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Once elicitation is done, the </a:t>
            </a: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Degree of Support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informs </a:t>
            </a: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Prioritization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8278B-3ABA-E57C-8C9C-498EBE4968E8}"/>
              </a:ext>
            </a:extLst>
          </p:cNvPr>
          <p:cNvGrpSpPr/>
          <p:nvPr/>
        </p:nvGrpSpPr>
        <p:grpSpPr>
          <a:xfrm>
            <a:off x="435665" y="4742780"/>
            <a:ext cx="6629400" cy="514350"/>
            <a:chOff x="381000" y="4122985"/>
            <a:chExt cx="6629400" cy="514350"/>
          </a:xfrm>
        </p:grpSpPr>
        <p:sp>
          <p:nvSpPr>
            <p:cNvPr id="156" name="Google Shape;156;p17"/>
            <p:cNvSpPr/>
            <p:nvPr/>
          </p:nvSpPr>
          <p:spPr>
            <a:xfrm>
              <a:off x="381000" y="4122985"/>
              <a:ext cx="6629400" cy="5143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523875" y="4265860"/>
              <a:ext cx="6343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Pro Tip: Use the </a:t>
              </a:r>
              <a:r>
                <a:rPr lang="en-US" sz="1350" b="1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DoS</a:t>
              </a:r>
              <a:r>
                <a:rPr lang="en-US" sz="1350" b="0" i="1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to define the "Definition of Done" in Agile Sprints. </a:t>
              </a:r>
              <a:endParaRPr dirty="0"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81000" y="4122985"/>
              <a:ext cx="47625" cy="51435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7"/>
          <p:cNvSpPr txBox="1"/>
          <p:nvPr/>
        </p:nvSpPr>
        <p:spPr>
          <a:xfrm>
            <a:off x="590550" y="252278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" y="2522785"/>
            <a:ext cx="634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Criticality: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If DoS is "Full" but the task is rare, reconsider the ROI.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90550" y="293236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6750" y="2932360"/>
            <a:ext cx="634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Feasibility: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Does the current tech stack allow the required DoS?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90550" y="334193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3341935"/>
            <a:ext cx="63436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Consensus: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Do different stakeholders expect different levels of support for the same task?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0450" y="1494085"/>
            <a:ext cx="43815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B2F3F73F-0798-AC81-3820-ECA60D90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>
            <a:extLst>
              <a:ext uri="{FF2B5EF4-FFF2-40B4-BE49-F238E27FC236}">
                <a16:creationId xmlns:a16="http://schemas.microsoft.com/office/drawing/2014/main" id="{D9B48044-169E-9CEA-1394-1FACA5716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00957DE8-5D3F-1954-B8B0-0EE984C4EE60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Elicittion Checklist (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5W1H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0CC16896-CF66-494A-EF66-526151EC1397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B3BE9FC8-F384-B447-8DCD-615605221C92}"/>
              </a:ext>
            </a:extLst>
          </p:cNvPr>
          <p:cNvSpPr/>
          <p:nvPr/>
        </p:nvSpPr>
        <p:spPr>
          <a:xfrm>
            <a:off x="381000" y="4122985"/>
            <a:ext cx="47625" cy="514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7;p18" descr="image.png">
            <a:extLst>
              <a:ext uri="{FF2B5EF4-FFF2-40B4-BE49-F238E27FC236}">
                <a16:creationId xmlns:a16="http://schemas.microsoft.com/office/drawing/2014/main" id="{E8511C57-CFC6-1424-8FCE-68C22BACC9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8954" y="1970295"/>
            <a:ext cx="6102046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8;p18">
            <a:extLst>
              <a:ext uri="{FF2B5EF4-FFF2-40B4-BE49-F238E27FC236}">
                <a16:creationId xmlns:a16="http://schemas.microsoft.com/office/drawing/2014/main" id="{427C85FC-1811-4511-9B05-3960969A52D2}"/>
              </a:ext>
            </a:extLst>
          </p:cNvPr>
          <p:cNvSpPr txBox="1"/>
          <p:nvPr/>
        </p:nvSpPr>
        <p:spPr>
          <a:xfrm>
            <a:off x="428625" y="2066925"/>
            <a:ext cx="52327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Who: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Who will use the feature and provide inputs?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Google Shape;169;p18">
            <a:extLst>
              <a:ext uri="{FF2B5EF4-FFF2-40B4-BE49-F238E27FC236}">
                <a16:creationId xmlns:a16="http://schemas.microsoft.com/office/drawing/2014/main" id="{6026688B-B779-C2F6-B2E1-C0F20F6B8AEF}"/>
              </a:ext>
            </a:extLst>
          </p:cNvPr>
          <p:cNvSpPr txBox="1"/>
          <p:nvPr/>
        </p:nvSpPr>
        <p:spPr>
          <a:xfrm>
            <a:off x="428625" y="2695575"/>
            <a:ext cx="52327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What: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What must this feature ultimately achieve?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Google Shape;170;p18">
            <a:extLst>
              <a:ext uri="{FF2B5EF4-FFF2-40B4-BE49-F238E27FC236}">
                <a16:creationId xmlns:a16="http://schemas.microsoft.com/office/drawing/2014/main" id="{8656A47B-5B8F-DBD4-F8AE-1267B1C359C3}"/>
              </a:ext>
            </a:extLst>
          </p:cNvPr>
          <p:cNvSpPr txBox="1"/>
          <p:nvPr/>
        </p:nvSpPr>
        <p:spPr>
          <a:xfrm>
            <a:off x="428625" y="3324225"/>
            <a:ext cx="52327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Why: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Does this match our business goals?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Google Shape;171;p18">
            <a:extLst>
              <a:ext uri="{FF2B5EF4-FFF2-40B4-BE49-F238E27FC236}">
                <a16:creationId xmlns:a16="http://schemas.microsoft.com/office/drawing/2014/main" id="{5554F729-BC21-BB42-3B33-AC9B6AB09645}"/>
              </a:ext>
            </a:extLst>
          </p:cNvPr>
          <p:cNvSpPr txBox="1"/>
          <p:nvPr/>
        </p:nvSpPr>
        <p:spPr>
          <a:xfrm>
            <a:off x="428625" y="3952875"/>
            <a:ext cx="52327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When: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When will this be used (frequency/deadline)?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Google Shape;172;p18">
            <a:extLst>
              <a:ext uri="{FF2B5EF4-FFF2-40B4-BE49-F238E27FC236}">
                <a16:creationId xmlns:a16="http://schemas.microsoft.com/office/drawing/2014/main" id="{0EDDC7B1-43CA-D580-D606-D946E4A024D0}"/>
              </a:ext>
            </a:extLst>
          </p:cNvPr>
          <p:cNvSpPr txBox="1"/>
          <p:nvPr/>
        </p:nvSpPr>
        <p:spPr>
          <a:xfrm>
            <a:off x="428625" y="4581525"/>
            <a:ext cx="52327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Where: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Where will users access the system (home/office)?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Google Shape;173;p18">
            <a:extLst>
              <a:ext uri="{FF2B5EF4-FFF2-40B4-BE49-F238E27FC236}">
                <a16:creationId xmlns:a16="http://schemas.microsoft.com/office/drawing/2014/main" id="{19EB6CAD-099A-8FAF-4161-17A850A8EF9B}"/>
              </a:ext>
            </a:extLst>
          </p:cNvPr>
          <p:cNvSpPr txBox="1"/>
          <p:nvPr/>
        </p:nvSpPr>
        <p:spPr>
          <a:xfrm>
            <a:off x="428625" y="5210175"/>
            <a:ext cx="52327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How: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How should the system respond to user actions?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5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F8F3EBCE-9D95-04A5-CA8B-102A65345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50;p17" descr="image.png">
            <a:extLst>
              <a:ext uri="{FF2B5EF4-FFF2-40B4-BE49-F238E27FC236}">
                <a16:creationId xmlns:a16="http://schemas.microsoft.com/office/drawing/2014/main" id="{60BC4BD3-C3A5-5389-A38D-627515C339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7B0FAF81-7DDE-081F-102B-5FBC46A49F93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Insight: Needs vs. Wants</a:t>
            </a:r>
            <a:endParaRPr lang="en-US" sz="3150" b="1" i="0" u="none" strike="noStrike" cap="none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149EECAB-98B9-E5CB-3998-411E27537193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407;p37">
            <a:extLst>
              <a:ext uri="{FF2B5EF4-FFF2-40B4-BE49-F238E27FC236}">
                <a16:creationId xmlns:a16="http://schemas.microsoft.com/office/drawing/2014/main" id="{460CF8CE-A0E9-561B-7697-704AF694481C}"/>
              </a:ext>
            </a:extLst>
          </p:cNvPr>
          <p:cNvSpPr txBox="1"/>
          <p:nvPr/>
        </p:nvSpPr>
        <p:spPr>
          <a:xfrm>
            <a:off x="581026" y="2362200"/>
            <a:ext cx="3522017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Users often describe solutions, not problems. The analyst's job is to peel back the layers to find the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core business need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1" name="Google Shape;408;p37">
            <a:extLst>
              <a:ext uri="{FF2B5EF4-FFF2-40B4-BE49-F238E27FC236}">
                <a16:creationId xmlns:a16="http://schemas.microsoft.com/office/drawing/2014/main" id="{0B786373-8097-3043-F117-668D48D9364B}"/>
              </a:ext>
            </a:extLst>
          </p:cNvPr>
          <p:cNvSpPr txBox="1"/>
          <p:nvPr/>
        </p:nvSpPr>
        <p:spPr>
          <a:xfrm>
            <a:off x="571500" y="4191000"/>
            <a:ext cx="352201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Don't be a "Waiter" taking orders; be a "Doctor" diagnosing the underlying issue.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12" name="Google Shape;409;p37" descr="image.png">
            <a:extLst>
              <a:ext uri="{FF2B5EF4-FFF2-40B4-BE49-F238E27FC236}">
                <a16:creationId xmlns:a16="http://schemas.microsoft.com/office/drawing/2014/main" id="{1F63446B-1FE2-41BE-FBD0-48A66A73F4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9292" y="1933575"/>
            <a:ext cx="7031682" cy="3790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8879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F94E2EE6-EF01-530C-9C29-F4C86783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50;p17" descr="image.png">
            <a:extLst>
              <a:ext uri="{FF2B5EF4-FFF2-40B4-BE49-F238E27FC236}">
                <a16:creationId xmlns:a16="http://schemas.microsoft.com/office/drawing/2014/main" id="{A3C46D92-7C39-B400-C595-186ADECE59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3446BFA7-6099-8263-B1B3-ECBC537D9F63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Elicitation Best Practices</a:t>
            </a:r>
            <a:endParaRPr lang="en-US" sz="3150" b="1" i="0" u="none" strike="noStrike" cap="none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EBA1B390-2939-61EC-1D12-F0101B8A60AF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25E9E0-4A86-7D5F-3ED6-845DD4FDBA4D}"/>
              </a:ext>
            </a:extLst>
          </p:cNvPr>
          <p:cNvGrpSpPr/>
          <p:nvPr/>
        </p:nvGrpSpPr>
        <p:grpSpPr>
          <a:xfrm>
            <a:off x="571500" y="1266825"/>
            <a:ext cx="3302607" cy="2466975"/>
            <a:chOff x="571500" y="1266825"/>
            <a:chExt cx="3302607" cy="2466975"/>
          </a:xfrm>
        </p:grpSpPr>
        <p:pic>
          <p:nvPicPr>
            <p:cNvPr id="3" name="Google Shape;416;p38" descr="image.png">
              <a:extLst>
                <a:ext uri="{FF2B5EF4-FFF2-40B4-BE49-F238E27FC236}">
                  <a16:creationId xmlns:a16="http://schemas.microsoft.com/office/drawing/2014/main" id="{5E42DABC-337C-5362-72CD-136E70619A5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266825"/>
              <a:ext cx="3302607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421;p38">
              <a:extLst>
                <a:ext uri="{FF2B5EF4-FFF2-40B4-BE49-F238E27FC236}">
                  <a16:creationId xmlns:a16="http://schemas.microsoft.com/office/drawing/2014/main" id="{257F6CBF-89C9-27E5-F114-93435872EF34}"/>
                </a:ext>
              </a:extLst>
            </p:cNvPr>
            <p:cNvSpPr txBox="1"/>
            <p:nvPr/>
          </p:nvSpPr>
          <p:spPr>
            <a:xfrm>
              <a:off x="866775" y="1907564"/>
              <a:ext cx="2369406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Tacit Knowledge</a:t>
              </a:r>
              <a:endParaRPr dirty="0"/>
            </a:p>
          </p:txBody>
        </p:sp>
        <p:sp>
          <p:nvSpPr>
            <p:cNvPr id="5" name="Google Shape;422;p38">
              <a:extLst>
                <a:ext uri="{FF2B5EF4-FFF2-40B4-BE49-F238E27FC236}">
                  <a16:creationId xmlns:a16="http://schemas.microsoft.com/office/drawing/2014/main" id="{787BA3FF-831B-FE7E-153C-467B05A6B3A1}"/>
                </a:ext>
              </a:extLst>
            </p:cNvPr>
            <p:cNvSpPr txBox="1"/>
            <p:nvPr/>
          </p:nvSpPr>
          <p:spPr>
            <a:xfrm>
              <a:off x="866775" y="2762250"/>
              <a:ext cx="2824157" cy="969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Things stakeholders think are too "obvious" to mention but are critical.</a:t>
              </a:r>
              <a:endParaRPr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A28568F-A2CD-ADCB-273E-EA4880B972E6}"/>
              </a:ext>
            </a:extLst>
          </p:cNvPr>
          <p:cNvGrpSpPr/>
          <p:nvPr/>
        </p:nvGrpSpPr>
        <p:grpSpPr>
          <a:xfrm>
            <a:off x="4130426" y="1266825"/>
            <a:ext cx="3373428" cy="2466975"/>
            <a:chOff x="4130426" y="1266825"/>
            <a:chExt cx="3373428" cy="2466975"/>
          </a:xfrm>
        </p:grpSpPr>
        <p:pic>
          <p:nvPicPr>
            <p:cNvPr id="7" name="Google Shape;417;p38" descr="image.png">
              <a:extLst>
                <a:ext uri="{FF2B5EF4-FFF2-40B4-BE49-F238E27FC236}">
                  <a16:creationId xmlns:a16="http://schemas.microsoft.com/office/drawing/2014/main" id="{567A67AF-D0A8-163F-4CDE-1A593048A49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30426" y="1266825"/>
              <a:ext cx="3266757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424;p38">
              <a:extLst>
                <a:ext uri="{FF2B5EF4-FFF2-40B4-BE49-F238E27FC236}">
                  <a16:creationId xmlns:a16="http://schemas.microsoft.com/office/drawing/2014/main" id="{3CA610F6-9206-310C-7B06-EE50ED9455F1}"/>
                </a:ext>
              </a:extLst>
            </p:cNvPr>
            <p:cNvSpPr txBox="1"/>
            <p:nvPr/>
          </p:nvSpPr>
          <p:spPr>
            <a:xfrm>
              <a:off x="4466101" y="1867172"/>
              <a:ext cx="2717912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Resistance</a:t>
              </a:r>
              <a:endParaRPr dirty="0"/>
            </a:p>
          </p:txBody>
        </p:sp>
        <p:sp>
          <p:nvSpPr>
            <p:cNvPr id="13" name="Google Shape;425;p38">
              <a:extLst>
                <a:ext uri="{FF2B5EF4-FFF2-40B4-BE49-F238E27FC236}">
                  <a16:creationId xmlns:a16="http://schemas.microsoft.com/office/drawing/2014/main" id="{1AB5A372-5DC0-B95D-EEC0-C52B0ED78B70}"/>
                </a:ext>
              </a:extLst>
            </p:cNvPr>
            <p:cNvSpPr txBox="1"/>
            <p:nvPr/>
          </p:nvSpPr>
          <p:spPr>
            <a:xfrm>
              <a:off x="4466100" y="2700241"/>
              <a:ext cx="303775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Stakeholders fearing change or automation replacing their roles.</a:t>
              </a:r>
              <a:endParaRPr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634854-7CB0-A944-BA75-CFDA961FAC7E}"/>
              </a:ext>
            </a:extLst>
          </p:cNvPr>
          <p:cNvGrpSpPr/>
          <p:nvPr/>
        </p:nvGrpSpPr>
        <p:grpSpPr>
          <a:xfrm>
            <a:off x="571500" y="4017121"/>
            <a:ext cx="3385820" cy="2466975"/>
            <a:chOff x="571500" y="4017121"/>
            <a:chExt cx="3385820" cy="2466975"/>
          </a:xfrm>
        </p:grpSpPr>
        <p:pic>
          <p:nvPicPr>
            <p:cNvPr id="15" name="Google Shape;418;p38" descr="image.png">
              <a:extLst>
                <a:ext uri="{FF2B5EF4-FFF2-40B4-BE49-F238E27FC236}">
                  <a16:creationId xmlns:a16="http://schemas.microsoft.com/office/drawing/2014/main" id="{0D85022C-A7FA-1B39-DDDB-A6B2CE7714C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1500" y="4017121"/>
              <a:ext cx="3302607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427;p38">
              <a:extLst>
                <a:ext uri="{FF2B5EF4-FFF2-40B4-BE49-F238E27FC236}">
                  <a16:creationId xmlns:a16="http://schemas.microsoft.com/office/drawing/2014/main" id="{0F03A451-38D8-1A7C-2F8D-B8B40C365B09}"/>
                </a:ext>
              </a:extLst>
            </p:cNvPr>
            <p:cNvSpPr txBox="1"/>
            <p:nvPr/>
          </p:nvSpPr>
          <p:spPr>
            <a:xfrm>
              <a:off x="866775" y="4514173"/>
              <a:ext cx="30905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Scope Creep</a:t>
              </a:r>
              <a:endParaRPr dirty="0"/>
            </a:p>
          </p:txBody>
        </p:sp>
        <p:sp>
          <p:nvSpPr>
            <p:cNvPr id="17" name="Google Shape;428;p38">
              <a:extLst>
                <a:ext uri="{FF2B5EF4-FFF2-40B4-BE49-F238E27FC236}">
                  <a16:creationId xmlns:a16="http://schemas.microsoft.com/office/drawing/2014/main" id="{C4DC5FA6-0729-7AA6-C31B-974514A48F30}"/>
                </a:ext>
              </a:extLst>
            </p:cNvPr>
            <p:cNvSpPr txBox="1"/>
            <p:nvPr/>
          </p:nvSpPr>
          <p:spPr>
            <a:xfrm>
              <a:off x="866775" y="5419725"/>
              <a:ext cx="29433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Elicitation sparking an endless "wish list" that exceeds the budget.</a:t>
              </a:r>
              <a:endParaRPr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80BE96-D107-375D-B07D-5B6F858E0FD8}"/>
              </a:ext>
            </a:extLst>
          </p:cNvPr>
          <p:cNvGrpSpPr/>
          <p:nvPr/>
        </p:nvGrpSpPr>
        <p:grpSpPr>
          <a:xfrm>
            <a:off x="4158532" y="3995737"/>
            <a:ext cx="3385820" cy="2466975"/>
            <a:chOff x="4158532" y="3995737"/>
            <a:chExt cx="3385820" cy="2466975"/>
          </a:xfrm>
        </p:grpSpPr>
        <p:pic>
          <p:nvPicPr>
            <p:cNvPr id="19" name="Google Shape;419;p38" descr="image.png">
              <a:extLst>
                <a:ext uri="{FF2B5EF4-FFF2-40B4-BE49-F238E27FC236}">
                  <a16:creationId xmlns:a16="http://schemas.microsoft.com/office/drawing/2014/main" id="{ADE484AD-AD03-A493-5F38-8FA8517D75E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58532" y="3995737"/>
              <a:ext cx="3302607" cy="246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430;p38">
              <a:extLst>
                <a:ext uri="{FF2B5EF4-FFF2-40B4-BE49-F238E27FC236}">
                  <a16:creationId xmlns:a16="http://schemas.microsoft.com/office/drawing/2014/main" id="{E7B1C550-581C-0365-94F3-E39888017304}"/>
                </a:ext>
              </a:extLst>
            </p:cNvPr>
            <p:cNvSpPr txBox="1"/>
            <p:nvPr/>
          </p:nvSpPr>
          <p:spPr>
            <a:xfrm>
              <a:off x="4453807" y="4585610"/>
              <a:ext cx="30905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Ambiguity</a:t>
              </a:r>
              <a:endParaRPr dirty="0"/>
            </a:p>
          </p:txBody>
        </p:sp>
        <p:sp>
          <p:nvSpPr>
            <p:cNvPr id="21" name="Google Shape;431;p38">
              <a:extLst>
                <a:ext uri="{FF2B5EF4-FFF2-40B4-BE49-F238E27FC236}">
                  <a16:creationId xmlns:a16="http://schemas.microsoft.com/office/drawing/2014/main" id="{CF98D5CB-492A-5C79-1BA8-7D4341950028}"/>
                </a:ext>
              </a:extLst>
            </p:cNvPr>
            <p:cNvSpPr txBox="1"/>
            <p:nvPr/>
          </p:nvSpPr>
          <p:spPr>
            <a:xfrm>
              <a:off x="4445607" y="5431223"/>
              <a:ext cx="29433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Same words meaning different things to different stakeholders.</a:t>
              </a:r>
              <a:endParaRPr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28EB64-0696-FE58-70B6-3F2F06BFF9E1}"/>
              </a:ext>
            </a:extLst>
          </p:cNvPr>
          <p:cNvGrpSpPr/>
          <p:nvPr/>
        </p:nvGrpSpPr>
        <p:grpSpPr>
          <a:xfrm>
            <a:off x="7732857" y="1277343"/>
            <a:ext cx="3609478" cy="2478721"/>
            <a:chOff x="7732857" y="1277344"/>
            <a:chExt cx="3609478" cy="2353074"/>
          </a:xfrm>
        </p:grpSpPr>
        <p:pic>
          <p:nvPicPr>
            <p:cNvPr id="23" name="Google Shape;357;p36" descr="image.png">
              <a:extLst>
                <a:ext uri="{FF2B5EF4-FFF2-40B4-BE49-F238E27FC236}">
                  <a16:creationId xmlns:a16="http://schemas.microsoft.com/office/drawing/2014/main" id="{AED9806F-964B-187B-522F-FDDA588B4EA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732857" y="1277344"/>
              <a:ext cx="3609478" cy="2353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363;p36">
              <a:extLst>
                <a:ext uri="{FF2B5EF4-FFF2-40B4-BE49-F238E27FC236}">
                  <a16:creationId xmlns:a16="http://schemas.microsoft.com/office/drawing/2014/main" id="{A7B6302D-AD4E-006B-A85F-F58CA593EFA6}"/>
                </a:ext>
              </a:extLst>
            </p:cNvPr>
            <p:cNvSpPr txBox="1"/>
            <p:nvPr/>
          </p:nvSpPr>
          <p:spPr>
            <a:xfrm>
              <a:off x="7910990" y="1892384"/>
              <a:ext cx="3216868" cy="452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Conflicting Needs</a:t>
              </a:r>
              <a:endParaRPr dirty="0"/>
            </a:p>
          </p:txBody>
        </p:sp>
        <p:sp>
          <p:nvSpPr>
            <p:cNvPr id="25" name="Google Shape;364;p36">
              <a:extLst>
                <a:ext uri="{FF2B5EF4-FFF2-40B4-BE49-F238E27FC236}">
                  <a16:creationId xmlns:a16="http://schemas.microsoft.com/office/drawing/2014/main" id="{CA340130-7634-9E7A-DDFD-E1B0743F7158}"/>
                </a:ext>
              </a:extLst>
            </p:cNvPr>
            <p:cNvSpPr txBox="1"/>
            <p:nvPr/>
          </p:nvSpPr>
          <p:spPr>
            <a:xfrm>
              <a:off x="7929162" y="2785979"/>
              <a:ext cx="32168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Marketing wants features; Security wants restrictions.</a:t>
              </a:r>
              <a:endParaRPr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2F2657-8B17-20B9-2362-7B32058D368B}"/>
              </a:ext>
            </a:extLst>
          </p:cNvPr>
          <p:cNvGrpSpPr/>
          <p:nvPr/>
        </p:nvGrpSpPr>
        <p:grpSpPr>
          <a:xfrm>
            <a:off x="7854197" y="4017121"/>
            <a:ext cx="3440430" cy="2439802"/>
            <a:chOff x="7854197" y="4017121"/>
            <a:chExt cx="3440430" cy="2120372"/>
          </a:xfrm>
        </p:grpSpPr>
        <p:pic>
          <p:nvPicPr>
            <p:cNvPr id="27" name="Google Shape;358;p36" descr="image.png">
              <a:extLst>
                <a:ext uri="{FF2B5EF4-FFF2-40B4-BE49-F238E27FC236}">
                  <a16:creationId xmlns:a16="http://schemas.microsoft.com/office/drawing/2014/main" id="{57E77C05-0E60-2FFC-02DB-0C812CA58BF5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854197" y="4017121"/>
              <a:ext cx="3440430" cy="2120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366;p36">
              <a:extLst>
                <a:ext uri="{FF2B5EF4-FFF2-40B4-BE49-F238E27FC236}">
                  <a16:creationId xmlns:a16="http://schemas.microsoft.com/office/drawing/2014/main" id="{6F078B10-3FC4-C6EC-1659-F45E039F1DAD}"/>
                </a:ext>
              </a:extLst>
            </p:cNvPr>
            <p:cNvSpPr txBox="1"/>
            <p:nvPr/>
          </p:nvSpPr>
          <p:spPr>
            <a:xfrm>
              <a:off x="8044283" y="4423655"/>
              <a:ext cx="3066208" cy="452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Changing Mind</a:t>
              </a:r>
              <a:endParaRPr dirty="0"/>
            </a:p>
          </p:txBody>
        </p:sp>
        <p:sp>
          <p:nvSpPr>
            <p:cNvPr id="29" name="Google Shape;367;p36">
              <a:extLst>
                <a:ext uri="{FF2B5EF4-FFF2-40B4-BE49-F238E27FC236}">
                  <a16:creationId xmlns:a16="http://schemas.microsoft.com/office/drawing/2014/main" id="{A7F24F11-3C83-78D9-BCC3-D60751332A2D}"/>
                </a:ext>
              </a:extLst>
            </p:cNvPr>
            <p:cNvSpPr txBox="1"/>
            <p:nvPr/>
          </p:nvSpPr>
          <p:spPr>
            <a:xfrm>
              <a:off x="8079822" y="5264284"/>
              <a:ext cx="3066208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Requirements evolve as users learn what is possible.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42773874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8E7FAC8-C599-B311-B6F6-797DD892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>
            <a:extLst>
              <a:ext uri="{FF2B5EF4-FFF2-40B4-BE49-F238E27FC236}">
                <a16:creationId xmlns:a16="http://schemas.microsoft.com/office/drawing/2014/main" id="{0C9365B6-9F7C-DF05-63E1-B96FE5E2DE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6DAB011F-EB48-586B-783F-FCBFB58082B6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Elicitation Best Practices</a:t>
            </a:r>
            <a:endParaRPr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E8AA0BE4-64C4-26B4-6551-72E8BCD280F3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74;p37">
            <a:extLst>
              <a:ext uri="{FF2B5EF4-FFF2-40B4-BE49-F238E27FC236}">
                <a16:creationId xmlns:a16="http://schemas.microsoft.com/office/drawing/2014/main" id="{859A8DB7-DE66-DD56-51BB-D628712AFD41}"/>
              </a:ext>
            </a:extLst>
          </p:cNvPr>
          <p:cNvSpPr txBox="1"/>
          <p:nvPr/>
        </p:nvSpPr>
        <p:spPr>
          <a:xfrm>
            <a:off x="881062" y="2322527"/>
            <a:ext cx="10429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Active Listening: Listen 80%, Speak 20%.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" name="Google Shape;375;p37">
            <a:extLst>
              <a:ext uri="{FF2B5EF4-FFF2-40B4-BE49-F238E27FC236}">
                <a16:creationId xmlns:a16="http://schemas.microsoft.com/office/drawing/2014/main" id="{09822E04-843A-D238-E7D5-B24AFBFD2896}"/>
              </a:ext>
            </a:extLst>
          </p:cNvPr>
          <p:cNvSpPr txBox="1"/>
          <p:nvPr/>
        </p:nvSpPr>
        <p:spPr>
          <a:xfrm>
            <a:off x="881062" y="2684477"/>
            <a:ext cx="10429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Avoid Jargon: Speak the stakeholder's language.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4" name="Google Shape;376;p37">
            <a:extLst>
              <a:ext uri="{FF2B5EF4-FFF2-40B4-BE49-F238E27FC236}">
                <a16:creationId xmlns:a16="http://schemas.microsoft.com/office/drawing/2014/main" id="{68528C81-368F-BB84-510F-5F243FF2D970}"/>
              </a:ext>
            </a:extLst>
          </p:cNvPr>
          <p:cNvSpPr txBox="1"/>
          <p:nvPr/>
        </p:nvSpPr>
        <p:spPr>
          <a:xfrm>
            <a:off x="881062" y="3046427"/>
            <a:ext cx="10429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Confirm Everything: "So, what I hear you saying is..."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5" name="Google Shape;377;p37">
            <a:extLst>
              <a:ext uri="{FF2B5EF4-FFF2-40B4-BE49-F238E27FC236}">
                <a16:creationId xmlns:a16="http://schemas.microsoft.com/office/drawing/2014/main" id="{23AED871-5549-9439-A308-B972B2EEFF3D}"/>
              </a:ext>
            </a:extLst>
          </p:cNvPr>
          <p:cNvSpPr txBox="1"/>
          <p:nvPr/>
        </p:nvSpPr>
        <p:spPr>
          <a:xfrm>
            <a:off x="881062" y="3408377"/>
            <a:ext cx="10429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Be Transparent: Explain why some features might be out of scope.</a:t>
            </a:r>
            <a:endParaRPr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7998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381000" y="3228082"/>
            <a:ext cx="1143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Cleaning and structuring what was elicited.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590550" y="37519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666750" y="375195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Classification: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Group related needs.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590550" y="41805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666750" y="418058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Conflict Resolution: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Negotiate between stakeholders.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590550" y="46092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666750" y="460920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Prioritization: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What is critical vs. nice-to-have?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381000" y="21612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2. Requirements Analysis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BE8A4E72-3D2B-796C-A4FD-6FED762A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>
            <a:extLst>
              <a:ext uri="{FF2B5EF4-FFF2-40B4-BE49-F238E27FC236}">
                <a16:creationId xmlns:a16="http://schemas.microsoft.com/office/drawing/2014/main" id="{17C16925-2F7B-B32E-EAAF-D51E060390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03C68ED8-C42F-D565-9CEA-F8888A030D34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Conflict Resolution</a:t>
            </a:r>
            <a:endParaRPr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2364DEC0-FC4A-DB47-331F-219E3E9114A8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70;p42">
            <a:extLst>
              <a:ext uri="{FF2B5EF4-FFF2-40B4-BE49-F238E27FC236}">
                <a16:creationId xmlns:a16="http://schemas.microsoft.com/office/drawing/2014/main" id="{D3343C21-3B91-E7F4-C591-914F4AC016CA}"/>
              </a:ext>
            </a:extLst>
          </p:cNvPr>
          <p:cNvSpPr txBox="1"/>
          <p:nvPr/>
        </p:nvSpPr>
        <p:spPr>
          <a:xfrm>
            <a:off x="381000" y="1910818"/>
            <a:ext cx="4087633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Stakeholders often have conflicting needs. Negotiation facilitates trade-offs to reach a consistent and achievable final requirements set.</a:t>
            </a:r>
            <a:endParaRPr sz="1800" dirty="0">
              <a:solidFill>
                <a:schemeClr val="tx1"/>
              </a:solidFill>
            </a:endParaRPr>
          </a:p>
        </p:txBody>
      </p:sp>
      <p:pic>
        <p:nvPicPr>
          <p:cNvPr id="7" name="Google Shape;471;p42" descr="image.png">
            <a:extLst>
              <a:ext uri="{FF2B5EF4-FFF2-40B4-BE49-F238E27FC236}">
                <a16:creationId xmlns:a16="http://schemas.microsoft.com/office/drawing/2014/main" id="{61CAB647-A7FA-6417-B34F-8AA94D7893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3035" y="1910818"/>
            <a:ext cx="7031682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72;p42">
            <a:extLst>
              <a:ext uri="{FF2B5EF4-FFF2-40B4-BE49-F238E27FC236}">
                <a16:creationId xmlns:a16="http://schemas.microsoft.com/office/drawing/2014/main" id="{99299D7C-C1D7-9743-79DC-A1BA866456B9}"/>
              </a:ext>
            </a:extLst>
          </p:cNvPr>
          <p:cNvSpPr txBox="1"/>
          <p:nvPr/>
        </p:nvSpPr>
        <p:spPr>
          <a:xfrm>
            <a:off x="381000" y="3852862"/>
            <a:ext cx="4087633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Identify overlaps and conflicts.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b="0" i="0" u="none" strike="noStrike" cap="none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Quantify business value vs technical cost.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Gain written sign-off on compromises.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2790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523232"/>
            <a:ext cx="5619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523232"/>
            <a:ext cx="5619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142482"/>
            <a:ext cx="5619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142482"/>
            <a:ext cx="5619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619125" y="271373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Must have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619125" y="323760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Critical to business success. Non-negotiable.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6429375" y="271373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Should have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6429375" y="323760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Important but not vital. Can be delayed if needed.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61912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Could have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619125" y="485685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Desirable but small impact. Low cost.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642937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Won't have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6429375" y="485685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Agreed not to include in this current release.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381000" y="1665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Prioritization Strategy: MoSCoW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9">
          <a:extLst>
            <a:ext uri="{FF2B5EF4-FFF2-40B4-BE49-F238E27FC236}">
              <a16:creationId xmlns:a16="http://schemas.microsoft.com/office/drawing/2014/main" id="{39FF63B5-92C3-2457-5072-870B9E30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 descr="image.png">
            <a:extLst>
              <a:ext uri="{FF2B5EF4-FFF2-40B4-BE49-F238E27FC236}">
                <a16:creationId xmlns:a16="http://schemas.microsoft.com/office/drawing/2014/main" id="{4E361E35-152B-77A6-0460-B8533D9B145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>
            <a:extLst>
              <a:ext uri="{FF2B5EF4-FFF2-40B4-BE49-F238E27FC236}">
                <a16:creationId xmlns:a16="http://schemas.microsoft.com/office/drawing/2014/main" id="{064F885C-3827-6353-423A-FF4D416D707F}"/>
              </a:ext>
            </a:extLst>
          </p:cNvPr>
          <p:cNvSpPr txBox="1"/>
          <p:nvPr/>
        </p:nvSpPr>
        <p:spPr>
          <a:xfrm>
            <a:off x="381000" y="3228082"/>
            <a:ext cx="1143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Cleaning and structuring what was elicited.</a:t>
            </a:r>
            <a:endParaRPr/>
          </a:p>
        </p:txBody>
      </p:sp>
      <p:sp>
        <p:nvSpPr>
          <p:cNvPr id="312" name="Google Shape;312;p30">
            <a:extLst>
              <a:ext uri="{FF2B5EF4-FFF2-40B4-BE49-F238E27FC236}">
                <a16:creationId xmlns:a16="http://schemas.microsoft.com/office/drawing/2014/main" id="{5818113A-9D40-708C-6DCA-2AC7E470EF87}"/>
              </a:ext>
            </a:extLst>
          </p:cNvPr>
          <p:cNvSpPr txBox="1"/>
          <p:nvPr/>
        </p:nvSpPr>
        <p:spPr>
          <a:xfrm>
            <a:off x="590550" y="37519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3" name="Google Shape;313;p30">
            <a:extLst>
              <a:ext uri="{FF2B5EF4-FFF2-40B4-BE49-F238E27FC236}">
                <a16:creationId xmlns:a16="http://schemas.microsoft.com/office/drawing/2014/main" id="{65983B53-9766-7C5B-37A1-3CFE310C7963}"/>
              </a:ext>
            </a:extLst>
          </p:cNvPr>
          <p:cNvSpPr txBox="1"/>
          <p:nvPr/>
        </p:nvSpPr>
        <p:spPr>
          <a:xfrm>
            <a:off x="666750" y="375195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Classification: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Group related needs.</a:t>
            </a:r>
            <a:endParaRPr/>
          </a:p>
        </p:txBody>
      </p:sp>
      <p:sp>
        <p:nvSpPr>
          <p:cNvPr id="314" name="Google Shape;314;p30">
            <a:extLst>
              <a:ext uri="{FF2B5EF4-FFF2-40B4-BE49-F238E27FC236}">
                <a16:creationId xmlns:a16="http://schemas.microsoft.com/office/drawing/2014/main" id="{966DC29F-C6DB-789E-D9F3-A26BA4F30259}"/>
              </a:ext>
            </a:extLst>
          </p:cNvPr>
          <p:cNvSpPr txBox="1"/>
          <p:nvPr/>
        </p:nvSpPr>
        <p:spPr>
          <a:xfrm>
            <a:off x="590550" y="41805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5" name="Google Shape;315;p30">
            <a:extLst>
              <a:ext uri="{FF2B5EF4-FFF2-40B4-BE49-F238E27FC236}">
                <a16:creationId xmlns:a16="http://schemas.microsoft.com/office/drawing/2014/main" id="{6F1CD344-D03C-0B3A-ACE5-AE3E0C87D48E}"/>
              </a:ext>
            </a:extLst>
          </p:cNvPr>
          <p:cNvSpPr txBox="1"/>
          <p:nvPr/>
        </p:nvSpPr>
        <p:spPr>
          <a:xfrm>
            <a:off x="666750" y="418058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Conflict Resolution: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Negotiate between stakeholders.</a:t>
            </a:r>
            <a:endParaRPr/>
          </a:p>
        </p:txBody>
      </p:sp>
      <p:sp>
        <p:nvSpPr>
          <p:cNvPr id="316" name="Google Shape;316;p30">
            <a:extLst>
              <a:ext uri="{FF2B5EF4-FFF2-40B4-BE49-F238E27FC236}">
                <a16:creationId xmlns:a16="http://schemas.microsoft.com/office/drawing/2014/main" id="{C6C569D9-7381-4BC9-0229-9E8E7721752B}"/>
              </a:ext>
            </a:extLst>
          </p:cNvPr>
          <p:cNvSpPr txBox="1"/>
          <p:nvPr/>
        </p:nvSpPr>
        <p:spPr>
          <a:xfrm>
            <a:off x="590550" y="46092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7" name="Google Shape;317;p30">
            <a:extLst>
              <a:ext uri="{FF2B5EF4-FFF2-40B4-BE49-F238E27FC236}">
                <a16:creationId xmlns:a16="http://schemas.microsoft.com/office/drawing/2014/main" id="{44961F2C-0173-9702-FC7B-75A4D1C4C103}"/>
              </a:ext>
            </a:extLst>
          </p:cNvPr>
          <p:cNvSpPr txBox="1"/>
          <p:nvPr/>
        </p:nvSpPr>
        <p:spPr>
          <a:xfrm>
            <a:off x="666750" y="460920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Prioritization: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What is critical vs. nice-to-have?</a:t>
            </a:r>
            <a:endParaRPr/>
          </a:p>
        </p:txBody>
      </p:sp>
      <p:sp>
        <p:nvSpPr>
          <p:cNvPr id="318" name="Google Shape;318;p30">
            <a:extLst>
              <a:ext uri="{FF2B5EF4-FFF2-40B4-BE49-F238E27FC236}">
                <a16:creationId xmlns:a16="http://schemas.microsoft.com/office/drawing/2014/main" id="{BA0949B8-AD22-A204-F136-8101372C7762}"/>
              </a:ext>
            </a:extLst>
          </p:cNvPr>
          <p:cNvSpPr txBox="1"/>
          <p:nvPr/>
        </p:nvSpPr>
        <p:spPr>
          <a:xfrm>
            <a:off x="381000" y="21612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2. Requirements Specification (SRS)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5639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42232"/>
            <a:ext cx="5524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381000" y="2351782"/>
            <a:ext cx="5524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Software Requirements Specification (SRS) is the "Contract" between client and developer.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590550" y="31899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666750" y="318998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Provides a foundation for software design and testing.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590550" y="393293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666750" y="393293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Reduces development effort through up-front clarity.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590550" y="43615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666750" y="436155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Used for estimation and resource planning.</a:t>
            </a:r>
            <a:endParaRPr/>
          </a:p>
        </p:txBody>
      </p:sp>
      <p:pic>
        <p:nvPicPr>
          <p:cNvPr id="373" name="Google Shape;37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161282"/>
            <a:ext cx="54864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4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SRS Document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523232"/>
            <a:ext cx="5619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23232"/>
            <a:ext cx="5619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142482"/>
            <a:ext cx="5619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142482"/>
            <a:ext cx="5619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 txBox="1"/>
          <p:nvPr/>
        </p:nvSpPr>
        <p:spPr>
          <a:xfrm>
            <a:off x="619125" y="271373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619125" y="323760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Purpose, Scope, Definitions, References.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6429375" y="271373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General Description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6429375" y="323760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User classes, Constraints, Assumptions.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61912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Specific Requirements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619125" y="485685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Functional, Performance, Security, Safety.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6429375" y="4332982"/>
            <a:ext cx="54506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Appendices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6429375" y="4856857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 models, Algorithms, User manuals.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381000" y="1665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SRS Structure (IEEE 830)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547294"/>
            <a:ext cx="11430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 txBox="1"/>
          <p:nvPr/>
        </p:nvSpPr>
        <p:spPr>
          <a:xfrm>
            <a:off x="590550" y="318521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666750" y="318521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Traceability Matrix: Link each requirement to its origin.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590550" y="3613844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666750" y="3613844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Requirement Reviews: Peer and customer walkthroughs.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590550" y="404246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666750" y="404246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Prototyping: Build low-fidelity mocks to reveal "I forgot about this" moments.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381000" y="2175569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Ensuring Completeness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2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381000" y="3013769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Checking that requirements actually define the system the customer wants.</a:t>
            </a:r>
            <a:endParaRPr sz="1800" dirty="0"/>
          </a:p>
        </p:txBody>
      </p:sp>
      <p:sp>
        <p:nvSpPr>
          <p:cNvPr id="343" name="Google Shape;343;p32"/>
          <p:cNvSpPr txBox="1"/>
          <p:nvPr/>
        </p:nvSpPr>
        <p:spPr>
          <a:xfrm>
            <a:off x="590550" y="3537644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666750" y="3537644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Validity: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Does the user really need this?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590550" y="396626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666750" y="396626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Consistency: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Are there contradictions?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590550" y="4394894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666750" y="4394894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Completeness: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Is anything missing?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590550" y="4823519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666750" y="4823519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Realism: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Can we build this with our budget?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381000" y="1946969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4: Requirements Validation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40">
          <a:extLst>
            <a:ext uri="{FF2B5EF4-FFF2-40B4-BE49-F238E27FC236}">
              <a16:creationId xmlns:a16="http://schemas.microsoft.com/office/drawing/2014/main" id="{07F7F431-28FD-8053-8488-EACDA46A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2" descr="image.png">
            <a:extLst>
              <a:ext uri="{FF2B5EF4-FFF2-40B4-BE49-F238E27FC236}">
                <a16:creationId xmlns:a16="http://schemas.microsoft.com/office/drawing/2014/main" id="{998EC940-FE8F-FDE8-4362-7F576005B54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>
            <a:extLst>
              <a:ext uri="{FF2B5EF4-FFF2-40B4-BE49-F238E27FC236}">
                <a16:creationId xmlns:a16="http://schemas.microsoft.com/office/drawing/2014/main" id="{E633E92E-B4DD-CC06-9E8C-60D56A546116}"/>
              </a:ext>
            </a:extLst>
          </p:cNvPr>
          <p:cNvSpPr txBox="1"/>
          <p:nvPr/>
        </p:nvSpPr>
        <p:spPr>
          <a:xfrm>
            <a:off x="3771900" y="3013769"/>
            <a:ext cx="35383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Tracking and Change Control</a:t>
            </a:r>
            <a:endParaRPr sz="1800" dirty="0"/>
          </a:p>
        </p:txBody>
      </p:sp>
      <p:sp>
        <p:nvSpPr>
          <p:cNvPr id="351" name="Google Shape;351;p32">
            <a:extLst>
              <a:ext uri="{FF2B5EF4-FFF2-40B4-BE49-F238E27FC236}">
                <a16:creationId xmlns:a16="http://schemas.microsoft.com/office/drawing/2014/main" id="{EFFA99F2-BE03-F3A3-183E-14079B1CEA67}"/>
              </a:ext>
            </a:extLst>
          </p:cNvPr>
          <p:cNvSpPr txBox="1"/>
          <p:nvPr/>
        </p:nvSpPr>
        <p:spPr>
          <a:xfrm>
            <a:off x="381000" y="1946969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5: Requirements Management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65848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D9DCDD88-3524-B19B-2214-1AC79720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>
            <a:extLst>
              <a:ext uri="{FF2B5EF4-FFF2-40B4-BE49-F238E27FC236}">
                <a16:creationId xmlns:a16="http://schemas.microsoft.com/office/drawing/2014/main" id="{9B765DAB-7430-E740-A03A-F65EF88D9F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AB499385-DAA7-A063-D262-E4147F896C71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Change Control</a:t>
            </a:r>
            <a:endParaRPr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C01243D0-5D67-499A-DFE0-6639B70213DB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72;p42">
            <a:extLst>
              <a:ext uri="{FF2B5EF4-FFF2-40B4-BE49-F238E27FC236}">
                <a16:creationId xmlns:a16="http://schemas.microsoft.com/office/drawing/2014/main" id="{3B8E80EE-D19F-6395-E933-76AF5DC302D8}"/>
              </a:ext>
            </a:extLst>
          </p:cNvPr>
          <p:cNvSpPr txBox="1"/>
          <p:nvPr/>
        </p:nvSpPr>
        <p:spPr>
          <a:xfrm>
            <a:off x="381000" y="2310309"/>
            <a:ext cx="528637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Requirements will change. The </a:t>
            </a:r>
            <a:r>
              <a:rPr lang="en-US" sz="1600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CCB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ensures changes are reviewed for impact on cost, time, and quality.</a:t>
            </a:r>
            <a:endParaRPr lang="en-US" sz="1600" dirty="0">
              <a:solidFill>
                <a:schemeClr val="tx1"/>
              </a:solidFill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b="0" i="0" u="none" strike="noStrike" cap="none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Impact Analysis: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Predicting the ripple effect of a single change across the system.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" name="Google Shape;523;p50" descr="image.png">
            <a:extLst>
              <a:ext uri="{FF2B5EF4-FFF2-40B4-BE49-F238E27FC236}">
                <a16:creationId xmlns:a16="http://schemas.microsoft.com/office/drawing/2014/main" id="{F6E451D3-73DB-77D1-D61D-CD37B04934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94389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7711F0F-B59B-AD57-8CF8-9332074BA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>
            <a:extLst>
              <a:ext uri="{FF2B5EF4-FFF2-40B4-BE49-F238E27FC236}">
                <a16:creationId xmlns:a16="http://schemas.microsoft.com/office/drawing/2014/main" id="{0B86838E-06D9-36C6-CC37-748494F284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CE623BF3-8841-E54A-58FC-E033FCB36DBB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Traceability Matrix (RTM)</a:t>
            </a:r>
            <a:endParaRPr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10735B1C-6827-8187-6B4B-BA9101FA55AA}"/>
              </a:ext>
            </a:extLst>
          </p:cNvPr>
          <p:cNvSpPr/>
          <p:nvPr/>
        </p:nvSpPr>
        <p:spPr>
          <a:xfrm>
            <a:off x="381000" y="120833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72;p42">
            <a:extLst>
              <a:ext uri="{FF2B5EF4-FFF2-40B4-BE49-F238E27FC236}">
                <a16:creationId xmlns:a16="http://schemas.microsoft.com/office/drawing/2014/main" id="{4AA6EFBE-4D6D-18E1-C1B4-ABCCD3ABFE3C}"/>
              </a:ext>
            </a:extLst>
          </p:cNvPr>
          <p:cNvSpPr txBox="1"/>
          <p:nvPr/>
        </p:nvSpPr>
        <p:spPr>
          <a:xfrm>
            <a:off x="381000" y="1791168"/>
            <a:ext cx="11430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 table linking requirements to sources and to test cases.</a:t>
            </a:r>
          </a:p>
          <a:p>
            <a:pPr lvl="0"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Ensures that every requirement is fulfilled and every test case is justified.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050" name="Picture 2" descr="Requirement Traceability Matrix Template">
            <a:extLst>
              <a:ext uri="{FF2B5EF4-FFF2-40B4-BE49-F238E27FC236}">
                <a16:creationId xmlns:a16="http://schemas.microsoft.com/office/drawing/2014/main" id="{950A2E2E-0617-F3DC-E940-C44B97C87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09078"/>
            <a:ext cx="11430000" cy="355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3189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/>
          <p:nvPr/>
        </p:nvSpPr>
        <p:spPr>
          <a:xfrm>
            <a:off x="5619750" y="2523083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7"/>
          <p:cNvSpPr txBox="1"/>
          <p:nvPr/>
        </p:nvSpPr>
        <p:spPr>
          <a:xfrm>
            <a:off x="190500" y="3257550"/>
            <a:ext cx="1181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Part 4: Requirements in Agile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8"/>
          <p:cNvSpPr txBox="1"/>
          <p:nvPr/>
        </p:nvSpPr>
        <p:spPr>
          <a:xfrm>
            <a:off x="381000" y="3085207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user-focused alternative to formal specifications.</a:t>
            </a:r>
            <a:endParaRPr sz="1800" dirty="0"/>
          </a:p>
        </p:txBody>
      </p:sp>
      <p:pic>
        <p:nvPicPr>
          <p:cNvPr id="420" name="Google Shape;42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717459"/>
            <a:ext cx="11430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666750" y="4323457"/>
            <a:ext cx="11144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User stories are placeholders for conversation.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Kept simple, often written on physical cards.</a:t>
            </a:r>
            <a:endParaRPr sz="1800" dirty="0"/>
          </a:p>
        </p:txBody>
      </p:sp>
      <p:sp>
        <p:nvSpPr>
          <p:cNvPr id="425" name="Google Shape;425;p38"/>
          <p:cNvSpPr txBox="1"/>
          <p:nvPr/>
        </p:nvSpPr>
        <p:spPr>
          <a:xfrm>
            <a:off x="381000" y="201840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User Stories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23D915-D0B5-BF62-CB40-80991EDAEAC7}"/>
              </a:ext>
            </a:extLst>
          </p:cNvPr>
          <p:cNvGrpSpPr/>
          <p:nvPr/>
        </p:nvGrpSpPr>
        <p:grpSpPr>
          <a:xfrm>
            <a:off x="381000" y="2523231"/>
            <a:ext cx="3629439" cy="2670093"/>
            <a:chOff x="381000" y="2523232"/>
            <a:chExt cx="5688806" cy="1428750"/>
          </a:xfrm>
        </p:grpSpPr>
        <p:pic>
          <p:nvPicPr>
            <p:cNvPr id="431" name="Google Shape;431;p3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2523232"/>
              <a:ext cx="5619750" cy="1428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9"/>
            <p:cNvSpPr txBox="1"/>
            <p:nvPr/>
          </p:nvSpPr>
          <p:spPr>
            <a:xfrm>
              <a:off x="619125" y="2713732"/>
              <a:ext cx="5450681" cy="295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Card</a:t>
              </a:r>
              <a:endParaRPr/>
            </a:p>
          </p:txBody>
        </p:sp>
        <p:sp>
          <p:nvSpPr>
            <p:cNvPr id="435" name="Google Shape;435;p39"/>
            <p:cNvSpPr txBox="1"/>
            <p:nvPr/>
          </p:nvSpPr>
          <p:spPr>
            <a:xfrm>
              <a:off x="619125" y="3237607"/>
              <a:ext cx="5191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A physical or digital card to represent the intent.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B0D1E64-FFF7-231E-D339-0DCB298F1340}"/>
              </a:ext>
            </a:extLst>
          </p:cNvPr>
          <p:cNvGrpSpPr/>
          <p:nvPr/>
        </p:nvGrpSpPr>
        <p:grpSpPr>
          <a:xfrm>
            <a:off x="4162361" y="2521924"/>
            <a:ext cx="3535495" cy="2670093"/>
            <a:chOff x="6191250" y="2523232"/>
            <a:chExt cx="5688806" cy="1428750"/>
          </a:xfrm>
        </p:grpSpPr>
        <p:pic>
          <p:nvPicPr>
            <p:cNvPr id="432" name="Google Shape;432;p3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91250" y="2523232"/>
              <a:ext cx="5619750" cy="1428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9"/>
            <p:cNvSpPr txBox="1"/>
            <p:nvPr/>
          </p:nvSpPr>
          <p:spPr>
            <a:xfrm>
              <a:off x="6429375" y="2713732"/>
              <a:ext cx="5450681" cy="295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Conversation</a:t>
              </a:r>
              <a:endParaRPr dirty="0"/>
            </a:p>
          </p:txBody>
        </p:sp>
        <p:sp>
          <p:nvSpPr>
            <p:cNvPr id="437" name="Google Shape;437;p39"/>
            <p:cNvSpPr txBox="1"/>
            <p:nvPr/>
          </p:nvSpPr>
          <p:spPr>
            <a:xfrm>
              <a:off x="6429375" y="3237607"/>
              <a:ext cx="5191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Discussion with the team to flesh out details.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3C84B8-95A6-C425-14F3-A6C27A494DE2}"/>
              </a:ext>
            </a:extLst>
          </p:cNvPr>
          <p:cNvGrpSpPr/>
          <p:nvPr/>
        </p:nvGrpSpPr>
        <p:grpSpPr>
          <a:xfrm>
            <a:off x="8007205" y="2523995"/>
            <a:ext cx="3832292" cy="2670093"/>
            <a:chOff x="381000" y="4142482"/>
            <a:chExt cx="5688806" cy="1428750"/>
          </a:xfrm>
        </p:grpSpPr>
        <p:pic>
          <p:nvPicPr>
            <p:cNvPr id="433" name="Google Shape;433;p3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4142482"/>
              <a:ext cx="5619750" cy="1428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9"/>
            <p:cNvSpPr txBox="1"/>
            <p:nvPr/>
          </p:nvSpPr>
          <p:spPr>
            <a:xfrm>
              <a:off x="619125" y="4332982"/>
              <a:ext cx="5450681" cy="295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Confirmation</a:t>
              </a:r>
              <a:endParaRPr dirty="0"/>
            </a:p>
          </p:txBody>
        </p:sp>
        <p:sp>
          <p:nvSpPr>
            <p:cNvPr id="439" name="Google Shape;439;p39"/>
            <p:cNvSpPr txBox="1"/>
            <p:nvPr/>
          </p:nvSpPr>
          <p:spPr>
            <a:xfrm>
              <a:off x="619125" y="4856857"/>
              <a:ext cx="5191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121212"/>
                  </a:solidFill>
                  <a:latin typeface="DM Sans"/>
                  <a:ea typeface="DM Sans"/>
                  <a:cs typeface="DM Sans"/>
                  <a:sym typeface="DM Sans"/>
                </a:rPr>
                <a:t>Acceptance criteria to verify completion.</a:t>
              </a:r>
              <a:endParaRPr dirty="0"/>
            </a:p>
          </p:txBody>
        </p:sp>
      </p:grpSp>
      <p:sp>
        <p:nvSpPr>
          <p:cNvPr id="440" name="Google Shape;440;p39"/>
          <p:cNvSpPr txBox="1"/>
          <p:nvPr/>
        </p:nvSpPr>
        <p:spPr>
          <a:xfrm>
            <a:off x="381000" y="1665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3C's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of User Stories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0"/>
          <p:cNvSpPr txBox="1"/>
          <p:nvPr/>
        </p:nvSpPr>
        <p:spPr>
          <a:xfrm>
            <a:off x="1561271" y="1767006"/>
            <a:ext cx="514764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ndependent - Should be self-contained.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egotiable - Not a fixed contract.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aluable - Must provide value to user.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stimable - Developers can gauge effort.</a:t>
            </a:r>
            <a:endParaRPr lang="en-US" sz="18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mall - Fits within a single sprint.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estable - Has clear pass/fail criteria.</a:t>
            </a:r>
            <a:endParaRPr lang="en-US" sz="1800" dirty="0"/>
          </a:p>
        </p:txBody>
      </p:sp>
      <p:sp>
        <p:nvSpPr>
          <p:cNvPr id="452" name="Google Shape;452;p40"/>
          <p:cNvSpPr txBox="1"/>
          <p:nvPr/>
        </p:nvSpPr>
        <p:spPr>
          <a:xfrm>
            <a:off x="381000" y="76036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INVEST in Good Stories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837806"/>
            <a:ext cx="11430000" cy="67344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1"/>
          <p:cNvSpPr txBox="1"/>
          <p:nvPr/>
        </p:nvSpPr>
        <p:spPr>
          <a:xfrm>
            <a:off x="381000" y="2951857"/>
            <a:ext cx="1143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Define the </a:t>
            </a:r>
            <a:r>
              <a:rPr lang="en-US" sz="20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Boundaries</a:t>
            </a: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of the story. Often written in Gherkin style:</a:t>
            </a:r>
            <a:endParaRPr sz="1800" dirty="0"/>
          </a:p>
        </p:txBody>
      </p:sp>
      <p:sp>
        <p:nvSpPr>
          <p:cNvPr id="460" name="Google Shape;460;p41"/>
          <p:cNvSpPr txBox="1"/>
          <p:nvPr/>
        </p:nvSpPr>
        <p:spPr>
          <a:xfrm>
            <a:off x="590550" y="347573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61" name="Google Shape;461;p41"/>
          <p:cNvSpPr txBox="1"/>
          <p:nvPr/>
        </p:nvSpPr>
        <p:spPr>
          <a:xfrm>
            <a:off x="666750" y="347573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Given: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[Context/Pre-condition]</a:t>
            </a:r>
            <a:endParaRPr/>
          </a:p>
        </p:txBody>
      </p:sp>
      <p:sp>
        <p:nvSpPr>
          <p:cNvPr id="462" name="Google Shape;462;p41"/>
          <p:cNvSpPr txBox="1"/>
          <p:nvPr/>
        </p:nvSpPr>
        <p:spPr>
          <a:xfrm>
            <a:off x="590550" y="39043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63" name="Google Shape;463;p41"/>
          <p:cNvSpPr txBox="1"/>
          <p:nvPr/>
        </p:nvSpPr>
        <p:spPr>
          <a:xfrm>
            <a:off x="666750" y="3904357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When: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[Action/Trigger]</a:t>
            </a:r>
            <a:endParaRPr/>
          </a:p>
        </p:txBody>
      </p:sp>
      <p:sp>
        <p:nvSpPr>
          <p:cNvPr id="464" name="Google Shape;464;p41"/>
          <p:cNvSpPr txBox="1"/>
          <p:nvPr/>
        </p:nvSpPr>
        <p:spPr>
          <a:xfrm>
            <a:off x="590550" y="43329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65" name="Google Shape;465;p41"/>
          <p:cNvSpPr txBox="1"/>
          <p:nvPr/>
        </p:nvSpPr>
        <p:spPr>
          <a:xfrm>
            <a:off x="666750" y="4332982"/>
            <a:ext cx="11144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Then: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[Observable Outcome]</a:t>
            </a:r>
            <a:endParaRPr/>
          </a:p>
        </p:txBody>
      </p:sp>
      <p:sp>
        <p:nvSpPr>
          <p:cNvPr id="466" name="Google Shape;466;p41"/>
          <p:cNvSpPr txBox="1"/>
          <p:nvPr/>
        </p:nvSpPr>
        <p:spPr>
          <a:xfrm>
            <a:off x="381000" y="188505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Acceptance Criteria (AC)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42232"/>
            <a:ext cx="5524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2"/>
          <p:cNvSpPr txBox="1"/>
          <p:nvPr/>
        </p:nvSpPr>
        <p:spPr>
          <a:xfrm>
            <a:off x="381000" y="2351782"/>
            <a:ext cx="5524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single source of work in an Agile project.</a:t>
            </a:r>
            <a:endParaRPr sz="1800" dirty="0"/>
          </a:p>
        </p:txBody>
      </p:sp>
      <p:sp>
        <p:nvSpPr>
          <p:cNvPr id="474" name="Google Shape;474;p42"/>
          <p:cNvSpPr txBox="1"/>
          <p:nvPr/>
        </p:nvSpPr>
        <p:spPr>
          <a:xfrm>
            <a:off x="590550" y="28756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75" name="Google Shape;475;p42"/>
          <p:cNvSpPr txBox="1"/>
          <p:nvPr/>
        </p:nvSpPr>
        <p:spPr>
          <a:xfrm>
            <a:off x="666750" y="287565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Includes User Stories, Bugs, and Tech Tasks.</a:t>
            </a:r>
            <a:endParaRPr/>
          </a:p>
        </p:txBody>
      </p:sp>
      <p:sp>
        <p:nvSpPr>
          <p:cNvPr id="476" name="Google Shape;476;p42"/>
          <p:cNvSpPr txBox="1"/>
          <p:nvPr/>
        </p:nvSpPr>
        <p:spPr>
          <a:xfrm>
            <a:off x="590550" y="33042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77" name="Google Shape;477;p42"/>
          <p:cNvSpPr txBox="1"/>
          <p:nvPr/>
        </p:nvSpPr>
        <p:spPr>
          <a:xfrm>
            <a:off x="666750" y="330428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Ordered by </a:t>
            </a:r>
            <a:r>
              <a:rPr lang="en-US" sz="16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Priority and Value</a:t>
            </a: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478" name="Google Shape;478;p42"/>
          <p:cNvSpPr txBox="1"/>
          <p:nvPr/>
        </p:nvSpPr>
        <p:spPr>
          <a:xfrm>
            <a:off x="590550" y="37329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79" name="Google Shape;479;p42"/>
          <p:cNvSpPr txBox="1"/>
          <p:nvPr/>
        </p:nvSpPr>
        <p:spPr>
          <a:xfrm>
            <a:off x="666750" y="373290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Managed by the Product Owner.</a:t>
            </a:r>
            <a:endParaRPr/>
          </a:p>
        </p:txBody>
      </p:sp>
      <p:pic>
        <p:nvPicPr>
          <p:cNvPr id="480" name="Google Shape;480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161282"/>
            <a:ext cx="54864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2"/>
          <p:cNvSpPr txBox="1"/>
          <p:nvPr/>
        </p:nvSpPr>
        <p:spPr>
          <a:xfrm>
            <a:off x="381000" y="12849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Product Backlog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3"/>
          <p:cNvSpPr txBox="1"/>
          <p:nvPr/>
        </p:nvSpPr>
        <p:spPr>
          <a:xfrm>
            <a:off x="381000" y="2275582"/>
            <a:ext cx="38290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Plan-Driven (SRS)</a:t>
            </a:r>
            <a:endParaRPr sz="1800" dirty="0"/>
          </a:p>
        </p:txBody>
      </p:sp>
      <p:sp>
        <p:nvSpPr>
          <p:cNvPr id="488" name="Google Shape;488;p43"/>
          <p:cNvSpPr txBox="1"/>
          <p:nvPr/>
        </p:nvSpPr>
        <p:spPr>
          <a:xfrm>
            <a:off x="381000" y="4180582"/>
            <a:ext cx="38290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Agile (User Stories)</a:t>
            </a:r>
            <a:endParaRPr sz="1800" dirty="0"/>
          </a:p>
        </p:txBody>
      </p:sp>
      <p:sp>
        <p:nvSpPr>
          <p:cNvPr id="489" name="Google Shape;489;p43"/>
          <p:cNvSpPr txBox="1"/>
          <p:nvPr/>
        </p:nvSpPr>
        <p:spPr>
          <a:xfrm>
            <a:off x="590550" y="27994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90" name="Google Shape;490;p43"/>
          <p:cNvSpPr txBox="1"/>
          <p:nvPr/>
        </p:nvSpPr>
        <p:spPr>
          <a:xfrm>
            <a:off x="666750" y="2799457"/>
            <a:ext cx="41119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High-risk projects (Medicine, NASA).</a:t>
            </a:r>
            <a:endParaRPr sz="1600" dirty="0"/>
          </a:p>
        </p:txBody>
      </p:sp>
      <p:sp>
        <p:nvSpPr>
          <p:cNvPr id="491" name="Google Shape;491;p43"/>
          <p:cNvSpPr txBox="1"/>
          <p:nvPr/>
        </p:nvSpPr>
        <p:spPr>
          <a:xfrm>
            <a:off x="590550" y="32280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92" name="Google Shape;492;p43"/>
          <p:cNvSpPr txBox="1"/>
          <p:nvPr/>
        </p:nvSpPr>
        <p:spPr>
          <a:xfrm>
            <a:off x="666750" y="3228082"/>
            <a:ext cx="3543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Stable environments.</a:t>
            </a:r>
            <a:endParaRPr sz="1600"/>
          </a:p>
        </p:txBody>
      </p:sp>
      <p:sp>
        <p:nvSpPr>
          <p:cNvPr id="493" name="Google Shape;493;p43"/>
          <p:cNvSpPr txBox="1"/>
          <p:nvPr/>
        </p:nvSpPr>
        <p:spPr>
          <a:xfrm>
            <a:off x="590550" y="36567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94" name="Google Shape;494;p43"/>
          <p:cNvSpPr txBox="1"/>
          <p:nvPr/>
        </p:nvSpPr>
        <p:spPr>
          <a:xfrm>
            <a:off x="666750" y="3656707"/>
            <a:ext cx="3543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Large, distributed teams.</a:t>
            </a:r>
            <a:endParaRPr sz="1600"/>
          </a:p>
        </p:txBody>
      </p:sp>
      <p:sp>
        <p:nvSpPr>
          <p:cNvPr id="495" name="Google Shape;495;p43"/>
          <p:cNvSpPr txBox="1"/>
          <p:nvPr/>
        </p:nvSpPr>
        <p:spPr>
          <a:xfrm>
            <a:off x="590550" y="47044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96" name="Google Shape;496;p43"/>
          <p:cNvSpPr txBox="1"/>
          <p:nvPr/>
        </p:nvSpPr>
        <p:spPr>
          <a:xfrm>
            <a:off x="666750" y="4704457"/>
            <a:ext cx="3543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Rapidly changing markets.</a:t>
            </a:r>
            <a:endParaRPr sz="1600"/>
          </a:p>
        </p:txBody>
      </p:sp>
      <p:sp>
        <p:nvSpPr>
          <p:cNvPr id="497" name="Google Shape;497;p43"/>
          <p:cNvSpPr txBox="1"/>
          <p:nvPr/>
        </p:nvSpPr>
        <p:spPr>
          <a:xfrm>
            <a:off x="590550" y="51330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98" name="Google Shape;498;p43"/>
          <p:cNvSpPr txBox="1"/>
          <p:nvPr/>
        </p:nvSpPr>
        <p:spPr>
          <a:xfrm>
            <a:off x="666750" y="5133082"/>
            <a:ext cx="3543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Startups and web apps.</a:t>
            </a:r>
            <a:endParaRPr sz="1600"/>
          </a:p>
        </p:txBody>
      </p:sp>
      <p:sp>
        <p:nvSpPr>
          <p:cNvPr id="499" name="Google Shape;499;p43"/>
          <p:cNvSpPr txBox="1"/>
          <p:nvPr/>
        </p:nvSpPr>
        <p:spPr>
          <a:xfrm>
            <a:off x="590550" y="55617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00" name="Google Shape;500;p43"/>
          <p:cNvSpPr txBox="1"/>
          <p:nvPr/>
        </p:nvSpPr>
        <p:spPr>
          <a:xfrm>
            <a:off x="666750" y="5561707"/>
            <a:ext cx="3543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Co-located, collaborative teams.</a:t>
            </a:r>
            <a:endParaRPr sz="1600"/>
          </a:p>
        </p:txBody>
      </p:sp>
      <p:sp>
        <p:nvSpPr>
          <p:cNvPr id="501" name="Google Shape;501;p43"/>
          <p:cNvSpPr txBox="1"/>
          <p:nvPr/>
        </p:nvSpPr>
        <p:spPr>
          <a:xfrm>
            <a:off x="381000" y="12087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Which Approach to Use?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CAA0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4"/>
          <p:cNvSpPr txBox="1"/>
          <p:nvPr/>
        </p:nvSpPr>
        <p:spPr>
          <a:xfrm>
            <a:off x="381000" y="240893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Core Message</a:t>
            </a:r>
            <a:endParaRPr/>
          </a:p>
        </p:txBody>
      </p:sp>
      <p:sp>
        <p:nvSpPr>
          <p:cNvPr id="508" name="Google Shape;508;p44"/>
          <p:cNvSpPr txBox="1"/>
          <p:nvPr/>
        </p:nvSpPr>
        <p:spPr>
          <a:xfrm>
            <a:off x="981075" y="3647182"/>
            <a:ext cx="102298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"If you don't know where you are going, any road will take you there."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— Requirements are the foundation of all engineering decisions.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5"/>
          <p:cNvSpPr txBox="1"/>
          <p:nvPr/>
        </p:nvSpPr>
        <p:spPr>
          <a:xfrm>
            <a:off x="590550" y="324713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5" name="Google Shape;515;p45"/>
          <p:cNvSpPr txBox="1"/>
          <p:nvPr/>
        </p:nvSpPr>
        <p:spPr>
          <a:xfrm>
            <a:off x="666750" y="3247132"/>
            <a:ext cx="11144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 is about discovered user </a:t>
            </a:r>
            <a:r>
              <a:rPr lang="en-US" sz="20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intent</a:t>
            </a: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, not just functions.</a:t>
            </a:r>
            <a:endParaRPr sz="1800" dirty="0"/>
          </a:p>
        </p:txBody>
      </p:sp>
      <p:sp>
        <p:nvSpPr>
          <p:cNvPr id="516" name="Google Shape;516;p45"/>
          <p:cNvSpPr txBox="1"/>
          <p:nvPr/>
        </p:nvSpPr>
        <p:spPr>
          <a:xfrm>
            <a:off x="590550" y="367575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7" name="Google Shape;517;p45"/>
          <p:cNvSpPr txBox="1"/>
          <p:nvPr/>
        </p:nvSpPr>
        <p:spPr>
          <a:xfrm>
            <a:off x="666750" y="3675757"/>
            <a:ext cx="11144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Non-functional requirements often define the </a:t>
            </a:r>
            <a:r>
              <a:rPr lang="en-US" sz="20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architecture</a:t>
            </a:r>
            <a:r>
              <a:rPr lang="en-US" sz="20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/>
          </a:p>
        </p:txBody>
      </p:sp>
      <p:sp>
        <p:nvSpPr>
          <p:cNvPr id="518" name="Google Shape;518;p45"/>
          <p:cNvSpPr txBox="1"/>
          <p:nvPr/>
        </p:nvSpPr>
        <p:spPr>
          <a:xfrm>
            <a:off x="590550" y="410438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9" name="Google Shape;519;p45"/>
          <p:cNvSpPr txBox="1"/>
          <p:nvPr/>
        </p:nvSpPr>
        <p:spPr>
          <a:xfrm>
            <a:off x="666750" y="4104382"/>
            <a:ext cx="11144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Validate early to avoid the "Requirements Gold-Plating" trap.</a:t>
            </a:r>
            <a:endParaRPr sz="1800"/>
          </a:p>
        </p:txBody>
      </p:sp>
      <p:sp>
        <p:nvSpPr>
          <p:cNvPr id="520" name="Google Shape;520;p45"/>
          <p:cNvSpPr txBox="1"/>
          <p:nvPr/>
        </p:nvSpPr>
        <p:spPr>
          <a:xfrm>
            <a:off x="590550" y="453300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21" name="Google Shape;521;p45"/>
          <p:cNvSpPr txBox="1"/>
          <p:nvPr/>
        </p:nvSpPr>
        <p:spPr>
          <a:xfrm>
            <a:off x="666750" y="4533007"/>
            <a:ext cx="11144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Agile RE focuses on continuous </a:t>
            </a:r>
            <a:r>
              <a:rPr lang="en-US" sz="20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conversation</a:t>
            </a:r>
            <a:r>
              <a:rPr lang="en-US" sz="20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/>
          </a:p>
        </p:txBody>
      </p:sp>
      <p:sp>
        <p:nvSpPr>
          <p:cNvPr id="522" name="Google Shape;522;p45"/>
          <p:cNvSpPr txBox="1"/>
          <p:nvPr/>
        </p:nvSpPr>
        <p:spPr>
          <a:xfrm>
            <a:off x="381000" y="223748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Summary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6"/>
          <p:cNvSpPr txBox="1"/>
          <p:nvPr/>
        </p:nvSpPr>
        <p:spPr>
          <a:xfrm>
            <a:off x="190500" y="2533650"/>
            <a:ext cx="11811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530" name="Google Shape;530;p46"/>
          <p:cNvSpPr txBox="1"/>
          <p:nvPr/>
        </p:nvSpPr>
        <p:spPr>
          <a:xfrm>
            <a:off x="381000" y="356235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DD6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2782</Words>
  <Application>Microsoft Office PowerPoint</Application>
  <PresentationFormat>Widescreen</PresentationFormat>
  <Paragraphs>410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DM Sans</vt:lpstr>
      <vt:lpstr>Urbanist</vt:lpstr>
      <vt:lpstr>DM Sans Medium</vt:lpstr>
      <vt:lpstr>Merriweather</vt:lpstr>
      <vt:lpstr>Calibri</vt:lpstr>
      <vt:lpstr>Urbanist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Sophia BUI</cp:lastModifiedBy>
  <cp:revision>3</cp:revision>
  <dcterms:modified xsi:type="dcterms:W3CDTF">2026-05-12T14:16:22Z</dcterms:modified>
</cp:coreProperties>
</file>