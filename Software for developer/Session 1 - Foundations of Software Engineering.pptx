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9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6" r:id="rId19"/>
    <p:sldId id="272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77" r:id="rId34"/>
    <p:sldId id="273" r:id="rId35"/>
  </p:sldIdLst>
  <p:sldSz cx="12192000" cy="6858000"/>
  <p:notesSz cx="6858000" cy="9144000"/>
  <p:embeddedFontLst>
    <p:embeddedFont>
      <p:font typeface="DM Sans" pitchFamily="2" charset="0"/>
      <p:regular r:id="rId37"/>
      <p:bold r:id="rId38"/>
      <p:italic r:id="rId39"/>
      <p:boldItalic r:id="rId40"/>
    </p:embeddedFont>
    <p:embeddedFont>
      <p:font typeface="DM Sans Medium" pitchFamily="2" charset="0"/>
      <p:regular r:id="rId41"/>
      <p:bold r:id="rId42"/>
      <p:italic r:id="rId43"/>
      <p:boldItalic r:id="rId44"/>
    </p:embeddedFont>
    <p:embeddedFont>
      <p:font typeface="Lato" panose="020F0502020204030203" pitchFamily="34" charset="0"/>
      <p:regular r:id="rId45"/>
      <p:bold r:id="rId46"/>
      <p:italic r:id="rId47"/>
      <p:boldItalic r:id="rId48"/>
    </p:embeddedFont>
    <p:embeddedFont>
      <p:font typeface="Merriweather" panose="00000500000000000000" pitchFamily="2" charset="0"/>
      <p:regular r:id="rId49"/>
      <p:bold r:id="rId50"/>
      <p:italic r:id="rId51"/>
      <p:boldItalic r:id="rId52"/>
    </p:embeddedFont>
    <p:embeddedFont>
      <p:font typeface="Poppins" panose="00000500000000000000" pitchFamily="2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DA7C6D-7FD4-4390-9372-6AD069307655}">
  <a:tblStyle styleId="{B0DA7C6D-7FD4-4390-9372-6AD06930765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32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BUI" userId="5388e7d4eb368e7c" providerId="LiveId" clId="{BE58550D-8E23-4583-8E07-07830BA2D7C5}"/>
    <pc:docChg chg="undo custSel addSld delSld modSld sldOrd">
      <pc:chgData name="Sophia BUI" userId="5388e7d4eb368e7c" providerId="LiveId" clId="{BE58550D-8E23-4583-8E07-07830BA2D7C5}" dt="2026-05-12T14:12:15.215" v="316" actId="1036"/>
      <pc:docMkLst>
        <pc:docMk/>
      </pc:docMkLst>
      <pc:sldChg chg="modSp del mod">
        <pc:chgData name="Sophia BUI" userId="5388e7d4eb368e7c" providerId="LiveId" clId="{BE58550D-8E23-4583-8E07-07830BA2D7C5}" dt="2026-05-12T13:53:33.322" v="212" actId="2696"/>
        <pc:sldMkLst>
          <pc:docMk/>
          <pc:sldMk cId="0" sldId="256"/>
        </pc:sldMkLst>
      </pc:sldChg>
      <pc:sldChg chg="addSp delSp modSp mod modNotes">
        <pc:chgData name="Sophia BUI" userId="5388e7d4eb368e7c" providerId="LiveId" clId="{BE58550D-8E23-4583-8E07-07830BA2D7C5}" dt="2026-05-12T13:54:17.575" v="217" actId="207"/>
        <pc:sldMkLst>
          <pc:docMk/>
          <pc:sldMk cId="0" sldId="257"/>
        </pc:sldMkLst>
        <pc:spChg chg="mod">
          <ac:chgData name="Sophia BUI" userId="5388e7d4eb368e7c" providerId="LiveId" clId="{BE58550D-8E23-4583-8E07-07830BA2D7C5}" dt="2026-05-12T13:54:10.798" v="216" actId="207"/>
          <ac:spMkLst>
            <pc:docMk/>
            <pc:sldMk cId="0" sldId="257"/>
            <ac:spMk id="93" creationId="{00000000-0000-0000-0000-000000000000}"/>
          </ac:spMkLst>
        </pc:spChg>
        <pc:spChg chg="mod">
          <ac:chgData name="Sophia BUI" userId="5388e7d4eb368e7c" providerId="LiveId" clId="{BE58550D-8E23-4583-8E07-07830BA2D7C5}" dt="2026-05-12T13:54:17.575" v="217" actId="207"/>
          <ac:spMkLst>
            <pc:docMk/>
            <pc:sldMk cId="0" sldId="257"/>
            <ac:spMk id="94" creationId="{00000000-0000-0000-0000-000000000000}"/>
          </ac:spMkLst>
        </pc:spChg>
        <pc:picChg chg="add mod ord">
          <ac:chgData name="Sophia BUI" userId="5388e7d4eb368e7c" providerId="LiveId" clId="{BE58550D-8E23-4583-8E07-07830BA2D7C5}" dt="2026-05-12T13:54:03.106" v="215" actId="167"/>
          <ac:picMkLst>
            <pc:docMk/>
            <pc:sldMk cId="0" sldId="257"/>
            <ac:picMk id="2" creationId="{BAE9ADF3-B450-3CA6-305A-5759F9CA9CB3}"/>
          </ac:picMkLst>
        </pc:picChg>
        <pc:picChg chg="del mod">
          <ac:chgData name="Sophia BUI" userId="5388e7d4eb368e7c" providerId="LiveId" clId="{BE58550D-8E23-4583-8E07-07830BA2D7C5}" dt="2026-05-12T13:53:57.858" v="213" actId="478"/>
          <ac:picMkLst>
            <pc:docMk/>
            <pc:sldMk cId="0" sldId="257"/>
            <ac:picMk id="91" creationId="{00000000-0000-0000-0000-000000000000}"/>
          </ac:picMkLst>
        </pc:picChg>
      </pc:sldChg>
      <pc:sldChg chg="addSp delSp modSp mod">
        <pc:chgData name="Sophia BUI" userId="5388e7d4eb368e7c" providerId="LiveId" clId="{BE58550D-8E23-4583-8E07-07830BA2D7C5}" dt="2026-05-12T13:53:13.071" v="208" actId="167"/>
        <pc:sldMkLst>
          <pc:docMk/>
          <pc:sldMk cId="0" sldId="258"/>
        </pc:sldMkLst>
        <pc:picChg chg="add mod ord">
          <ac:chgData name="Sophia BUI" userId="5388e7d4eb368e7c" providerId="LiveId" clId="{BE58550D-8E23-4583-8E07-07830BA2D7C5}" dt="2026-05-12T13:53:13.071" v="208" actId="167"/>
          <ac:picMkLst>
            <pc:docMk/>
            <pc:sldMk cId="0" sldId="258"/>
            <ac:picMk id="2" creationId="{EFB5FBEE-54E5-0DF4-8732-BCC0B7CF43FB}"/>
          </ac:picMkLst>
        </pc:picChg>
        <pc:picChg chg="del">
          <ac:chgData name="Sophia BUI" userId="5388e7d4eb368e7c" providerId="LiveId" clId="{BE58550D-8E23-4583-8E07-07830BA2D7C5}" dt="2026-05-12T13:53:09.799" v="206" actId="478"/>
          <ac:picMkLst>
            <pc:docMk/>
            <pc:sldMk cId="0" sldId="258"/>
            <ac:picMk id="99" creationId="{00000000-0000-0000-0000-000000000000}"/>
          </ac:picMkLst>
        </pc:picChg>
      </pc:sldChg>
      <pc:sldChg chg="addSp delSp modSp mod">
        <pc:chgData name="Sophia BUI" userId="5388e7d4eb368e7c" providerId="LiveId" clId="{BE58550D-8E23-4583-8E07-07830BA2D7C5}" dt="2026-05-12T13:53:22.792" v="211" actId="167"/>
        <pc:sldMkLst>
          <pc:docMk/>
          <pc:sldMk cId="0" sldId="259"/>
        </pc:sldMkLst>
        <pc:picChg chg="add mod ord">
          <ac:chgData name="Sophia BUI" userId="5388e7d4eb368e7c" providerId="LiveId" clId="{BE58550D-8E23-4583-8E07-07830BA2D7C5}" dt="2026-05-12T13:53:22.792" v="211" actId="167"/>
          <ac:picMkLst>
            <pc:docMk/>
            <pc:sldMk cId="0" sldId="259"/>
            <ac:picMk id="2" creationId="{76323389-F70B-6AB9-51F5-B644EE881E08}"/>
          </ac:picMkLst>
        </pc:picChg>
        <pc:picChg chg="del">
          <ac:chgData name="Sophia BUI" userId="5388e7d4eb368e7c" providerId="LiveId" clId="{BE58550D-8E23-4583-8E07-07830BA2D7C5}" dt="2026-05-12T13:53:18.825" v="209" actId="478"/>
          <ac:picMkLst>
            <pc:docMk/>
            <pc:sldMk cId="0" sldId="259"/>
            <ac:picMk id="116" creationId="{00000000-0000-0000-0000-000000000000}"/>
          </ac:picMkLst>
        </pc:picChg>
      </pc:sldChg>
      <pc:sldChg chg="addSp delSp modSp mod modNotes">
        <pc:chgData name="Sophia BUI" userId="5388e7d4eb368e7c" providerId="LiveId" clId="{BE58550D-8E23-4583-8E07-07830BA2D7C5}" dt="2026-05-12T13:54:38.360" v="222" actId="207"/>
        <pc:sldMkLst>
          <pc:docMk/>
          <pc:sldMk cId="0" sldId="260"/>
        </pc:sldMkLst>
        <pc:spChg chg="mod">
          <ac:chgData name="Sophia BUI" userId="5388e7d4eb368e7c" providerId="LiveId" clId="{BE58550D-8E23-4583-8E07-07830BA2D7C5}" dt="2026-05-12T13:54:33.929" v="221" actId="207"/>
          <ac:spMkLst>
            <pc:docMk/>
            <pc:sldMk cId="0" sldId="260"/>
            <ac:spMk id="129" creationId="{00000000-0000-0000-0000-000000000000}"/>
          </ac:spMkLst>
        </pc:spChg>
        <pc:spChg chg="mod">
          <ac:chgData name="Sophia BUI" userId="5388e7d4eb368e7c" providerId="LiveId" clId="{BE58550D-8E23-4583-8E07-07830BA2D7C5}" dt="2026-05-12T13:54:38.360" v="222" actId="207"/>
          <ac:spMkLst>
            <pc:docMk/>
            <pc:sldMk cId="0" sldId="260"/>
            <ac:spMk id="130" creationId="{00000000-0000-0000-0000-000000000000}"/>
          </ac:spMkLst>
        </pc:spChg>
        <pc:picChg chg="add mod ord">
          <ac:chgData name="Sophia BUI" userId="5388e7d4eb368e7c" providerId="LiveId" clId="{BE58550D-8E23-4583-8E07-07830BA2D7C5}" dt="2026-05-12T13:54:27.993" v="220" actId="167"/>
          <ac:picMkLst>
            <pc:docMk/>
            <pc:sldMk cId="0" sldId="260"/>
            <ac:picMk id="2" creationId="{21D6F7AD-2047-DF40-F3F2-E2B056B7A1FA}"/>
          </ac:picMkLst>
        </pc:picChg>
        <pc:picChg chg="del mod">
          <ac:chgData name="Sophia BUI" userId="5388e7d4eb368e7c" providerId="LiveId" clId="{BE58550D-8E23-4583-8E07-07830BA2D7C5}" dt="2026-05-12T13:54:24.803" v="218" actId="478"/>
          <ac:picMkLst>
            <pc:docMk/>
            <pc:sldMk cId="0" sldId="260"/>
            <ac:picMk id="127" creationId="{00000000-0000-0000-0000-000000000000}"/>
          </ac:picMkLst>
        </pc:picChg>
      </pc:sldChg>
      <pc:sldChg chg="addSp delSp modSp mod modNotes">
        <pc:chgData name="Sophia BUI" userId="5388e7d4eb368e7c" providerId="LiveId" clId="{BE58550D-8E23-4583-8E07-07830BA2D7C5}" dt="2026-05-12T13:55:00.202" v="227" actId="207"/>
        <pc:sldMkLst>
          <pc:docMk/>
          <pc:sldMk cId="0" sldId="263"/>
        </pc:sldMkLst>
        <pc:spChg chg="mod">
          <ac:chgData name="Sophia BUI" userId="5388e7d4eb368e7c" providerId="LiveId" clId="{BE58550D-8E23-4583-8E07-07830BA2D7C5}" dt="2026-05-12T13:55:00.202" v="227" actId="207"/>
          <ac:spMkLst>
            <pc:docMk/>
            <pc:sldMk cId="0" sldId="263"/>
            <ac:spMk id="183" creationId="{00000000-0000-0000-0000-000000000000}"/>
          </ac:spMkLst>
        </pc:spChg>
        <pc:spChg chg="mod">
          <ac:chgData name="Sophia BUI" userId="5388e7d4eb368e7c" providerId="LiveId" clId="{BE58550D-8E23-4583-8E07-07830BA2D7C5}" dt="2026-05-12T13:54:55.683" v="226" actId="207"/>
          <ac:spMkLst>
            <pc:docMk/>
            <pc:sldMk cId="0" sldId="263"/>
            <ac:spMk id="184" creationId="{00000000-0000-0000-0000-000000000000}"/>
          </ac:spMkLst>
        </pc:spChg>
        <pc:picChg chg="add mod ord">
          <ac:chgData name="Sophia BUI" userId="5388e7d4eb368e7c" providerId="LiveId" clId="{BE58550D-8E23-4583-8E07-07830BA2D7C5}" dt="2026-05-12T13:54:49.525" v="225" actId="167"/>
          <ac:picMkLst>
            <pc:docMk/>
            <pc:sldMk cId="0" sldId="263"/>
            <ac:picMk id="2" creationId="{4569E38B-C8F9-5DC0-2D38-71CAA75C5195}"/>
          </ac:picMkLst>
        </pc:picChg>
        <pc:picChg chg="del mod">
          <ac:chgData name="Sophia BUI" userId="5388e7d4eb368e7c" providerId="LiveId" clId="{BE58550D-8E23-4583-8E07-07830BA2D7C5}" dt="2026-05-12T13:54:46.147" v="223" actId="478"/>
          <ac:picMkLst>
            <pc:docMk/>
            <pc:sldMk cId="0" sldId="263"/>
            <ac:picMk id="181" creationId="{00000000-0000-0000-0000-000000000000}"/>
          </ac:picMkLst>
        </pc:picChg>
      </pc:sldChg>
      <pc:sldChg chg="addSp delSp modSp mod">
        <pc:chgData name="Sophia BUI" userId="5388e7d4eb368e7c" providerId="LiveId" clId="{BE58550D-8E23-4583-8E07-07830BA2D7C5}" dt="2026-05-12T13:51:51.394" v="196" actId="167"/>
        <pc:sldMkLst>
          <pc:docMk/>
          <pc:sldMk cId="0" sldId="264"/>
        </pc:sldMkLst>
        <pc:picChg chg="add mod ord">
          <ac:chgData name="Sophia BUI" userId="5388e7d4eb368e7c" providerId="LiveId" clId="{BE58550D-8E23-4583-8E07-07830BA2D7C5}" dt="2026-05-12T13:51:51.394" v="196" actId="167"/>
          <ac:picMkLst>
            <pc:docMk/>
            <pc:sldMk cId="0" sldId="264"/>
            <ac:picMk id="2" creationId="{82E5D3E3-AA15-797E-D683-CBC3F509123F}"/>
          </ac:picMkLst>
        </pc:picChg>
        <pc:picChg chg="del">
          <ac:chgData name="Sophia BUI" userId="5388e7d4eb368e7c" providerId="LiveId" clId="{BE58550D-8E23-4583-8E07-07830BA2D7C5}" dt="2026-05-12T13:51:48.065" v="194" actId="478"/>
          <ac:picMkLst>
            <pc:docMk/>
            <pc:sldMk cId="0" sldId="264"/>
            <ac:picMk id="189" creationId="{00000000-0000-0000-0000-000000000000}"/>
          </ac:picMkLst>
        </pc:picChg>
        <pc:picChg chg="mod">
          <ac:chgData name="Sophia BUI" userId="5388e7d4eb368e7c" providerId="LiveId" clId="{BE58550D-8E23-4583-8E07-07830BA2D7C5}" dt="2026-05-10T23:06:14.437" v="79" actId="14100"/>
          <ac:picMkLst>
            <pc:docMk/>
            <pc:sldMk cId="0" sldId="264"/>
            <ac:picMk id="192" creationId="{00000000-0000-0000-0000-000000000000}"/>
          </ac:picMkLst>
        </pc:picChg>
      </pc:sldChg>
      <pc:sldChg chg="addSp delSp modSp mod">
        <pc:chgData name="Sophia BUI" userId="5388e7d4eb368e7c" providerId="LiveId" clId="{BE58550D-8E23-4583-8E07-07830BA2D7C5}" dt="2026-05-12T13:51:28.609" v="190" actId="167"/>
        <pc:sldMkLst>
          <pc:docMk/>
          <pc:sldMk cId="0" sldId="271"/>
        </pc:sldMkLst>
        <pc:picChg chg="add mod ord">
          <ac:chgData name="Sophia BUI" userId="5388e7d4eb368e7c" providerId="LiveId" clId="{BE58550D-8E23-4583-8E07-07830BA2D7C5}" dt="2026-05-12T13:51:28.609" v="190" actId="167"/>
          <ac:picMkLst>
            <pc:docMk/>
            <pc:sldMk cId="0" sldId="271"/>
            <ac:picMk id="2" creationId="{5689950B-508E-4C99-0FB3-1CDD6E19BEE5}"/>
          </ac:picMkLst>
        </pc:picChg>
        <pc:picChg chg="del">
          <ac:chgData name="Sophia BUI" userId="5388e7d4eb368e7c" providerId="LiveId" clId="{BE58550D-8E23-4583-8E07-07830BA2D7C5}" dt="2026-05-12T13:51:24.831" v="188" actId="478"/>
          <ac:picMkLst>
            <pc:docMk/>
            <pc:sldMk cId="0" sldId="271"/>
            <ac:picMk id="341" creationId="{00000000-0000-0000-0000-000000000000}"/>
          </ac:picMkLst>
        </pc:picChg>
      </pc:sldChg>
      <pc:sldChg chg="addSp delSp modSp mod">
        <pc:chgData name="Sophia BUI" userId="5388e7d4eb368e7c" providerId="LiveId" clId="{BE58550D-8E23-4583-8E07-07830BA2D7C5}" dt="2026-05-12T13:51:09.052" v="184" actId="1076"/>
        <pc:sldMkLst>
          <pc:docMk/>
          <pc:sldMk cId="0" sldId="272"/>
        </pc:sldMkLst>
        <pc:picChg chg="add mod ord">
          <ac:chgData name="Sophia BUI" userId="5388e7d4eb368e7c" providerId="LiveId" clId="{BE58550D-8E23-4583-8E07-07830BA2D7C5}" dt="2026-05-12T13:51:09.052" v="184" actId="1076"/>
          <ac:picMkLst>
            <pc:docMk/>
            <pc:sldMk cId="0" sldId="272"/>
            <ac:picMk id="2" creationId="{EFEF7EFD-863E-B078-E7FE-D409782EA308}"/>
          </ac:picMkLst>
        </pc:picChg>
        <pc:picChg chg="del">
          <ac:chgData name="Sophia BUI" userId="5388e7d4eb368e7c" providerId="LiveId" clId="{BE58550D-8E23-4583-8E07-07830BA2D7C5}" dt="2026-05-12T13:50:59.342" v="183" actId="478"/>
          <ac:picMkLst>
            <pc:docMk/>
            <pc:sldMk cId="0" sldId="272"/>
            <ac:picMk id="360" creationId="{00000000-0000-0000-0000-000000000000}"/>
          </ac:picMkLst>
        </pc:picChg>
      </pc:sldChg>
      <pc:sldChg chg="addSp delSp modSp mod">
        <pc:chgData name="Sophia BUI" userId="5388e7d4eb368e7c" providerId="LiveId" clId="{BE58550D-8E23-4583-8E07-07830BA2D7C5}" dt="2026-05-12T13:52:40.256" v="205" actId="167"/>
        <pc:sldMkLst>
          <pc:docMk/>
          <pc:sldMk cId="0" sldId="273"/>
        </pc:sldMkLst>
        <pc:spChg chg="mod">
          <ac:chgData name="Sophia BUI" userId="5388e7d4eb368e7c" providerId="LiveId" clId="{BE58550D-8E23-4583-8E07-07830BA2D7C5}" dt="2026-05-06T07:48:07.493" v="41" actId="20577"/>
          <ac:spMkLst>
            <pc:docMk/>
            <pc:sldMk cId="0" sldId="273"/>
            <ac:spMk id="380" creationId="{00000000-0000-0000-0000-000000000000}"/>
          </ac:spMkLst>
        </pc:spChg>
        <pc:picChg chg="add mod ord">
          <ac:chgData name="Sophia BUI" userId="5388e7d4eb368e7c" providerId="LiveId" clId="{BE58550D-8E23-4583-8E07-07830BA2D7C5}" dt="2026-05-12T13:52:40.256" v="205" actId="167"/>
          <ac:picMkLst>
            <pc:docMk/>
            <pc:sldMk cId="0" sldId="273"/>
            <ac:picMk id="2" creationId="{A1DC5CFD-3A39-106E-133B-49DF501181ED}"/>
          </ac:picMkLst>
        </pc:picChg>
        <pc:picChg chg="del">
          <ac:chgData name="Sophia BUI" userId="5388e7d4eb368e7c" providerId="LiveId" clId="{BE58550D-8E23-4583-8E07-07830BA2D7C5}" dt="2026-05-12T13:52:36.691" v="203" actId="478"/>
          <ac:picMkLst>
            <pc:docMk/>
            <pc:sldMk cId="0" sldId="273"/>
            <ac:picMk id="377" creationId="{00000000-0000-0000-0000-000000000000}"/>
          </ac:picMkLst>
        </pc:picChg>
      </pc:sldChg>
      <pc:sldChg chg="add del">
        <pc:chgData name="Sophia BUI" userId="5388e7d4eb368e7c" providerId="LiveId" clId="{BE58550D-8E23-4583-8E07-07830BA2D7C5}" dt="2026-05-10T23:10:45.420" v="100" actId="2696"/>
        <pc:sldMkLst>
          <pc:docMk/>
          <pc:sldMk cId="0" sldId="274"/>
        </pc:sldMkLst>
      </pc:sldChg>
      <pc:sldChg chg="addSp delSp modSp add mod setBg">
        <pc:chgData name="Sophia BUI" userId="5388e7d4eb368e7c" providerId="LiveId" clId="{BE58550D-8E23-4583-8E07-07830BA2D7C5}" dt="2026-05-12T13:51:42.077" v="193" actId="167"/>
        <pc:sldMkLst>
          <pc:docMk/>
          <pc:sldMk cId="0" sldId="275"/>
        </pc:sldMkLst>
        <pc:graphicFrameChg chg="mod modGraphic">
          <ac:chgData name="Sophia BUI" userId="5388e7d4eb368e7c" providerId="LiveId" clId="{BE58550D-8E23-4583-8E07-07830BA2D7C5}" dt="2026-05-06T07:54:50.223" v="59"/>
          <ac:graphicFrameMkLst>
            <pc:docMk/>
            <pc:sldMk cId="0" sldId="275"/>
            <ac:graphicFrameMk id="209" creationId="{00000000-0000-0000-0000-000000000000}"/>
          </ac:graphicFrameMkLst>
        </pc:graphicFrameChg>
        <pc:picChg chg="add mod ord">
          <ac:chgData name="Sophia BUI" userId="5388e7d4eb368e7c" providerId="LiveId" clId="{BE58550D-8E23-4583-8E07-07830BA2D7C5}" dt="2026-05-12T13:51:42.077" v="193" actId="167"/>
          <ac:picMkLst>
            <pc:docMk/>
            <pc:sldMk cId="0" sldId="275"/>
            <ac:picMk id="2" creationId="{542AD3C0-22A4-AAF7-9961-CF7170FAA4B1}"/>
          </ac:picMkLst>
        </pc:picChg>
        <pc:picChg chg="del">
          <ac:chgData name="Sophia BUI" userId="5388e7d4eb368e7c" providerId="LiveId" clId="{BE58550D-8E23-4583-8E07-07830BA2D7C5}" dt="2026-05-12T13:51:37.859" v="191" actId="478"/>
          <ac:picMkLst>
            <pc:docMk/>
            <pc:sldMk cId="0" sldId="275"/>
            <ac:picMk id="208" creationId="{00000000-0000-0000-0000-000000000000}"/>
          </ac:picMkLst>
        </pc:picChg>
      </pc:sldChg>
      <pc:sldChg chg="addSp delSp modSp add mod ord setBg modNotes">
        <pc:chgData name="Sophia BUI" userId="5388e7d4eb368e7c" providerId="LiveId" clId="{BE58550D-8E23-4583-8E07-07830BA2D7C5}" dt="2026-05-12T13:51:20.865" v="187" actId="167"/>
        <pc:sldMkLst>
          <pc:docMk/>
          <pc:sldMk cId="0" sldId="276"/>
        </pc:sldMkLst>
        <pc:picChg chg="add mod ord">
          <ac:chgData name="Sophia BUI" userId="5388e7d4eb368e7c" providerId="LiveId" clId="{BE58550D-8E23-4583-8E07-07830BA2D7C5}" dt="2026-05-12T13:51:20.865" v="187" actId="167"/>
          <ac:picMkLst>
            <pc:docMk/>
            <pc:sldMk cId="0" sldId="276"/>
            <ac:picMk id="2" creationId="{1EB7B480-378D-2713-E00E-0F2AE7642D40}"/>
          </ac:picMkLst>
        </pc:picChg>
        <pc:picChg chg="del">
          <ac:chgData name="Sophia BUI" userId="5388e7d4eb368e7c" providerId="LiveId" clId="{BE58550D-8E23-4583-8E07-07830BA2D7C5}" dt="2026-05-12T13:51:16.508" v="185" actId="478"/>
          <ac:picMkLst>
            <pc:docMk/>
            <pc:sldMk cId="0" sldId="276"/>
            <ac:picMk id="244" creationId="{00000000-0000-0000-0000-000000000000}"/>
          </ac:picMkLst>
        </pc:picChg>
      </pc:sldChg>
      <pc:sldChg chg="addSp delSp modSp add mod setBg modNotes">
        <pc:chgData name="Sophia BUI" userId="5388e7d4eb368e7c" providerId="LiveId" clId="{BE58550D-8E23-4583-8E07-07830BA2D7C5}" dt="2026-05-12T13:52:31.836" v="202" actId="167"/>
        <pc:sldMkLst>
          <pc:docMk/>
          <pc:sldMk cId="0" sldId="277"/>
        </pc:sldMkLst>
        <pc:picChg chg="add mod">
          <ac:chgData name="Sophia BUI" userId="5388e7d4eb368e7c" providerId="LiveId" clId="{BE58550D-8E23-4583-8E07-07830BA2D7C5}" dt="2026-05-12T13:52:20.216" v="199"/>
          <ac:picMkLst>
            <pc:docMk/>
            <pc:sldMk cId="0" sldId="277"/>
            <ac:picMk id="2" creationId="{753B41C9-241C-7EED-B491-133AEF929AFF}"/>
          </ac:picMkLst>
        </pc:picChg>
        <pc:picChg chg="add mod ord">
          <ac:chgData name="Sophia BUI" userId="5388e7d4eb368e7c" providerId="LiveId" clId="{BE58550D-8E23-4583-8E07-07830BA2D7C5}" dt="2026-05-12T13:52:31.836" v="202" actId="167"/>
          <ac:picMkLst>
            <pc:docMk/>
            <pc:sldMk cId="0" sldId="277"/>
            <ac:picMk id="3" creationId="{AAEA5804-08AB-FEC9-4138-2E69108E749F}"/>
          </ac:picMkLst>
        </pc:picChg>
        <pc:picChg chg="del">
          <ac:chgData name="Sophia BUI" userId="5388e7d4eb368e7c" providerId="LiveId" clId="{BE58550D-8E23-4583-8E07-07830BA2D7C5}" dt="2026-05-12T13:52:26.854" v="200" actId="478"/>
          <ac:picMkLst>
            <pc:docMk/>
            <pc:sldMk cId="0" sldId="277"/>
            <ac:picMk id="272" creationId="{00000000-0000-0000-0000-000000000000}"/>
          </ac:picMkLst>
        </pc:picChg>
      </pc:sldChg>
      <pc:sldChg chg="modSp add del mod setBg modNotes">
        <pc:chgData name="Sophia BUI" userId="5388e7d4eb368e7c" providerId="LiveId" clId="{BE58550D-8E23-4583-8E07-07830BA2D7C5}" dt="2026-05-10T23:11:44.256" v="101" actId="2696"/>
        <pc:sldMkLst>
          <pc:docMk/>
          <pc:sldMk cId="83191942" sldId="278"/>
        </pc:sldMkLst>
      </pc:sldChg>
      <pc:sldChg chg="addSp delSp modSp add mod setBg">
        <pc:chgData name="Sophia BUI" userId="5388e7d4eb368e7c" providerId="LiveId" clId="{BE58550D-8E23-4583-8E07-07830BA2D7C5}" dt="2026-05-12T13:55:23.548" v="232" actId="207"/>
        <pc:sldMkLst>
          <pc:docMk/>
          <pc:sldMk cId="0" sldId="279"/>
        </pc:sldMkLst>
        <pc:spChg chg="del">
          <ac:chgData name="Sophia BUI" userId="5388e7d4eb368e7c" providerId="LiveId" clId="{BE58550D-8E23-4583-8E07-07830BA2D7C5}" dt="2026-05-12T13:50:34.079" v="180" actId="478"/>
          <ac:spMkLst>
            <pc:docMk/>
            <pc:sldMk cId="0" sldId="279"/>
            <ac:spMk id="87" creationId="{00000000-0000-0000-0000-000000000000}"/>
          </ac:spMkLst>
        </pc:spChg>
        <pc:spChg chg="mod">
          <ac:chgData name="Sophia BUI" userId="5388e7d4eb368e7c" providerId="LiveId" clId="{BE58550D-8E23-4583-8E07-07830BA2D7C5}" dt="2026-05-12T13:55:23.548" v="232" actId="207"/>
          <ac:spMkLst>
            <pc:docMk/>
            <pc:sldMk cId="0" sldId="279"/>
            <ac:spMk id="88" creationId="{00000000-0000-0000-0000-000000000000}"/>
          </ac:spMkLst>
        </pc:spChg>
        <pc:picChg chg="add mod ord">
          <ac:chgData name="Sophia BUI" userId="5388e7d4eb368e7c" providerId="LiveId" clId="{BE58550D-8E23-4583-8E07-07830BA2D7C5}" dt="2026-05-12T13:55:14.521" v="231" actId="167"/>
          <ac:picMkLst>
            <pc:docMk/>
            <pc:sldMk cId="0" sldId="279"/>
            <ac:picMk id="2" creationId="{CB331AAA-1CD0-9E5F-E327-D86F122DA006}"/>
          </ac:picMkLst>
        </pc:picChg>
        <pc:picChg chg="del mod">
          <ac:chgData name="Sophia BUI" userId="5388e7d4eb368e7c" providerId="LiveId" clId="{BE58550D-8E23-4583-8E07-07830BA2D7C5}" dt="2026-05-12T13:55:07.882" v="228" actId="478"/>
          <ac:picMkLst>
            <pc:docMk/>
            <pc:sldMk cId="0" sldId="279"/>
            <ac:picMk id="84" creationId="{00000000-0000-0000-0000-000000000000}"/>
          </ac:picMkLst>
        </pc:picChg>
      </pc:sldChg>
      <pc:sldChg chg="add setBg modNotes">
        <pc:chgData name="Sophia BUI" userId="5388e7d4eb368e7c" providerId="LiveId" clId="{BE58550D-8E23-4583-8E07-07830BA2D7C5}" dt="2026-05-10T23:09:27.162" v="84"/>
        <pc:sldMkLst>
          <pc:docMk/>
          <pc:sldMk cId="0" sldId="280"/>
        </pc:sldMkLst>
      </pc:sldChg>
      <pc:sldChg chg="addSp delSp modSp add mod setBg modNotes">
        <pc:chgData name="Sophia BUI" userId="5388e7d4eb368e7c" providerId="LiveId" clId="{BE58550D-8E23-4583-8E07-07830BA2D7C5}" dt="2026-05-12T14:06:06.502" v="255" actId="14100"/>
        <pc:sldMkLst>
          <pc:docMk/>
          <pc:sldMk cId="0" sldId="281"/>
        </pc:sldMkLst>
        <pc:spChg chg="add del">
          <ac:chgData name="Sophia BUI" userId="5388e7d4eb368e7c" providerId="LiveId" clId="{BE58550D-8E23-4583-8E07-07830BA2D7C5}" dt="2026-05-12T14:04:17.597" v="247" actId="478"/>
          <ac:spMkLst>
            <pc:docMk/>
            <pc:sldMk cId="0" sldId="281"/>
            <ac:spMk id="2" creationId="{8B6069D6-854F-9FEC-9EDC-F51B17327FE3}"/>
          </ac:spMkLst>
        </pc:spChg>
        <pc:spChg chg="add">
          <ac:chgData name="Sophia BUI" userId="5388e7d4eb368e7c" providerId="LiveId" clId="{BE58550D-8E23-4583-8E07-07830BA2D7C5}" dt="2026-05-12T14:04:29.661" v="248"/>
          <ac:spMkLst>
            <pc:docMk/>
            <pc:sldMk cId="0" sldId="281"/>
            <ac:spMk id="3" creationId="{99CFEC15-7383-46F3-BF2F-4496CFFBD312}"/>
          </ac:spMkLst>
        </pc:spChg>
        <pc:spChg chg="del">
          <ac:chgData name="Sophia BUI" userId="5388e7d4eb368e7c" providerId="LiveId" clId="{BE58550D-8E23-4583-8E07-07830BA2D7C5}" dt="2026-05-12T14:04:05.336" v="242" actId="478"/>
          <ac:spMkLst>
            <pc:docMk/>
            <pc:sldMk cId="0" sldId="281"/>
            <ac:spMk id="111" creationId="{00000000-0000-0000-0000-000000000000}"/>
          </ac:spMkLst>
        </pc:spChg>
        <pc:spChg chg="del">
          <ac:chgData name="Sophia BUI" userId="5388e7d4eb368e7c" providerId="LiveId" clId="{BE58550D-8E23-4583-8E07-07830BA2D7C5}" dt="2026-05-12T14:04:08.165" v="243" actId="478"/>
          <ac:spMkLst>
            <pc:docMk/>
            <pc:sldMk cId="0" sldId="281"/>
            <ac:spMk id="112" creationId="{00000000-0000-0000-0000-000000000000}"/>
          </ac:spMkLst>
        </pc:spChg>
        <pc:spChg chg="del">
          <ac:chgData name="Sophia BUI" userId="5388e7d4eb368e7c" providerId="LiveId" clId="{BE58550D-8E23-4583-8E07-07830BA2D7C5}" dt="2026-05-12T14:04:14.224" v="245" actId="478"/>
          <ac:spMkLst>
            <pc:docMk/>
            <pc:sldMk cId="0" sldId="281"/>
            <ac:spMk id="113" creationId="{00000000-0000-0000-0000-000000000000}"/>
          </ac:spMkLst>
        </pc:spChg>
        <pc:spChg chg="del">
          <ac:chgData name="Sophia BUI" userId="5388e7d4eb368e7c" providerId="LiveId" clId="{BE58550D-8E23-4583-8E07-07830BA2D7C5}" dt="2026-05-12T14:04:10.861" v="244" actId="478"/>
          <ac:spMkLst>
            <pc:docMk/>
            <pc:sldMk cId="0" sldId="281"/>
            <ac:spMk id="114" creationId="{00000000-0000-0000-0000-000000000000}"/>
          </ac:spMkLst>
        </pc:spChg>
        <pc:picChg chg="add mod ord">
          <ac:chgData name="Sophia BUI" userId="5388e7d4eb368e7c" providerId="LiveId" clId="{BE58550D-8E23-4583-8E07-07830BA2D7C5}" dt="2026-05-12T14:05:14.215" v="250" actId="167"/>
          <ac:picMkLst>
            <pc:docMk/>
            <pc:sldMk cId="0" sldId="281"/>
            <ac:picMk id="4" creationId="{D2C6BD04-7EB6-0C48-62B3-8005BEEF3CAE}"/>
          </ac:picMkLst>
        </pc:picChg>
        <pc:picChg chg="add mod">
          <ac:chgData name="Sophia BUI" userId="5388e7d4eb368e7c" providerId="LiveId" clId="{BE58550D-8E23-4583-8E07-07830BA2D7C5}" dt="2026-05-12T14:06:06.502" v="255" actId="14100"/>
          <ac:picMkLst>
            <pc:docMk/>
            <pc:sldMk cId="0" sldId="281"/>
            <ac:picMk id="6" creationId="{96742FEB-4C9A-55E9-D059-347D5F4B4A42}"/>
          </ac:picMkLst>
        </pc:picChg>
        <pc:picChg chg="add del ord">
          <ac:chgData name="Sophia BUI" userId="5388e7d4eb368e7c" providerId="LiveId" clId="{BE58550D-8E23-4583-8E07-07830BA2D7C5}" dt="2026-05-12T14:04:02.212" v="241" actId="478"/>
          <ac:picMkLst>
            <pc:docMk/>
            <pc:sldMk cId="0" sldId="281"/>
            <ac:picMk id="102" creationId="{00000000-0000-0000-0000-000000000000}"/>
          </ac:picMkLst>
        </pc:picChg>
        <pc:picChg chg="del">
          <ac:chgData name="Sophia BUI" userId="5388e7d4eb368e7c" providerId="LiveId" clId="{BE58550D-8E23-4583-8E07-07830BA2D7C5}" dt="2026-05-12T14:03:33.539" v="233" actId="478"/>
          <ac:picMkLst>
            <pc:docMk/>
            <pc:sldMk cId="0" sldId="281"/>
            <ac:picMk id="103" creationId="{00000000-0000-0000-0000-000000000000}"/>
          </ac:picMkLst>
        </pc:picChg>
        <pc:picChg chg="del">
          <ac:chgData name="Sophia BUI" userId="5388e7d4eb368e7c" providerId="LiveId" clId="{BE58550D-8E23-4583-8E07-07830BA2D7C5}" dt="2026-05-12T14:03:40.810" v="236" actId="478"/>
          <ac:picMkLst>
            <pc:docMk/>
            <pc:sldMk cId="0" sldId="281"/>
            <ac:picMk id="104" creationId="{00000000-0000-0000-0000-000000000000}"/>
          </ac:picMkLst>
        </pc:picChg>
        <pc:picChg chg="del">
          <ac:chgData name="Sophia BUI" userId="5388e7d4eb368e7c" providerId="LiveId" clId="{BE58550D-8E23-4583-8E07-07830BA2D7C5}" dt="2026-05-12T14:03:46.617" v="239" actId="478"/>
          <ac:picMkLst>
            <pc:docMk/>
            <pc:sldMk cId="0" sldId="281"/>
            <ac:picMk id="105" creationId="{00000000-0000-0000-0000-000000000000}"/>
          </ac:picMkLst>
        </pc:picChg>
        <pc:picChg chg="del">
          <ac:chgData name="Sophia BUI" userId="5388e7d4eb368e7c" providerId="LiveId" clId="{BE58550D-8E23-4583-8E07-07830BA2D7C5}" dt="2026-05-12T14:03:42.845" v="237" actId="478"/>
          <ac:picMkLst>
            <pc:docMk/>
            <pc:sldMk cId="0" sldId="281"/>
            <ac:picMk id="106" creationId="{00000000-0000-0000-0000-000000000000}"/>
          </ac:picMkLst>
        </pc:picChg>
        <pc:picChg chg="del">
          <ac:chgData name="Sophia BUI" userId="5388e7d4eb368e7c" providerId="LiveId" clId="{BE58550D-8E23-4583-8E07-07830BA2D7C5}" dt="2026-05-12T14:03:44.626" v="238" actId="478"/>
          <ac:picMkLst>
            <pc:docMk/>
            <pc:sldMk cId="0" sldId="281"/>
            <ac:picMk id="107" creationId="{00000000-0000-0000-0000-000000000000}"/>
          </ac:picMkLst>
        </pc:picChg>
      </pc:sldChg>
      <pc:sldChg chg="add setBg modNotes">
        <pc:chgData name="Sophia BUI" userId="5388e7d4eb368e7c" providerId="LiveId" clId="{BE58550D-8E23-4583-8E07-07830BA2D7C5}" dt="2026-05-10T23:09:27.162" v="84"/>
        <pc:sldMkLst>
          <pc:docMk/>
          <pc:sldMk cId="0" sldId="282"/>
        </pc:sldMkLst>
      </pc:sldChg>
      <pc:sldChg chg="addSp delSp modSp add mod setBg">
        <pc:chgData name="Sophia BUI" userId="5388e7d4eb368e7c" providerId="LiveId" clId="{BE58550D-8E23-4583-8E07-07830BA2D7C5}" dt="2026-05-12T14:12:15.215" v="316" actId="1036"/>
        <pc:sldMkLst>
          <pc:docMk/>
          <pc:sldMk cId="0" sldId="283"/>
        </pc:sldMkLst>
        <pc:spChg chg="add">
          <ac:chgData name="Sophia BUI" userId="5388e7d4eb368e7c" providerId="LiveId" clId="{BE58550D-8E23-4583-8E07-07830BA2D7C5}" dt="2026-05-12T14:08:05.513" v="257"/>
          <ac:spMkLst>
            <pc:docMk/>
            <pc:sldMk cId="0" sldId="283"/>
            <ac:spMk id="12" creationId="{9BF6479C-E13C-09E7-727F-CB2C86B1DDF6}"/>
          </ac:spMkLst>
        </pc:spChg>
        <pc:spChg chg="mod">
          <ac:chgData name="Sophia BUI" userId="5388e7d4eb368e7c" providerId="LiveId" clId="{BE58550D-8E23-4583-8E07-07830BA2D7C5}" dt="2026-05-12T14:11:37.157" v="298" actId="14100"/>
          <ac:spMkLst>
            <pc:docMk/>
            <pc:sldMk cId="0" sldId="283"/>
            <ac:spMk id="158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4:11:03.254" v="286"/>
          <ac:spMkLst>
            <pc:docMk/>
            <pc:sldMk cId="0" sldId="283"/>
            <ac:spMk id="160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4:11:03.253" v="284" actId="478"/>
          <ac:spMkLst>
            <pc:docMk/>
            <pc:sldMk cId="0" sldId="283"/>
            <ac:spMk id="161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4:11:03.256" v="294"/>
          <ac:spMkLst>
            <pc:docMk/>
            <pc:sldMk cId="0" sldId="283"/>
            <ac:spMk id="162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4:11:03.253" v="284" actId="478"/>
          <ac:spMkLst>
            <pc:docMk/>
            <pc:sldMk cId="0" sldId="283"/>
            <ac:spMk id="163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4:11:03.256" v="292"/>
          <ac:spMkLst>
            <pc:docMk/>
            <pc:sldMk cId="0" sldId="283"/>
            <ac:spMk id="164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4:11:03.253" v="284" actId="478"/>
          <ac:spMkLst>
            <pc:docMk/>
            <pc:sldMk cId="0" sldId="283"/>
            <ac:spMk id="165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4:11:03.255" v="290"/>
          <ac:spMkLst>
            <pc:docMk/>
            <pc:sldMk cId="0" sldId="283"/>
            <ac:spMk id="166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4:11:03.253" v="284" actId="478"/>
          <ac:spMkLst>
            <pc:docMk/>
            <pc:sldMk cId="0" sldId="283"/>
            <ac:spMk id="167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4:11:03.255" v="288"/>
          <ac:spMkLst>
            <pc:docMk/>
            <pc:sldMk cId="0" sldId="283"/>
            <ac:spMk id="168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4:11:03.253" v="284" actId="478"/>
          <ac:spMkLst>
            <pc:docMk/>
            <pc:sldMk cId="0" sldId="283"/>
            <ac:spMk id="169" creationId="{00000000-0000-0000-0000-000000000000}"/>
          </ac:spMkLst>
        </pc:spChg>
        <pc:spChg chg="mod">
          <ac:chgData name="Sophia BUI" userId="5388e7d4eb368e7c" providerId="LiveId" clId="{BE58550D-8E23-4583-8E07-07830BA2D7C5}" dt="2026-05-12T14:12:15.215" v="316" actId="1036"/>
          <ac:spMkLst>
            <pc:docMk/>
            <pc:sldMk cId="0" sldId="283"/>
            <ac:spMk id="170" creationId="{00000000-0000-0000-0000-000000000000}"/>
          </ac:spMkLst>
        </pc:spChg>
        <pc:grpChg chg="del">
          <ac:chgData name="Sophia BUI" userId="5388e7d4eb368e7c" providerId="LiveId" clId="{BE58550D-8E23-4583-8E07-07830BA2D7C5}" dt="2026-05-12T14:08:03.795" v="256" actId="478"/>
          <ac:grpSpMkLst>
            <pc:docMk/>
            <pc:sldMk cId="0" sldId="283"/>
            <ac:grpSpMk id="2" creationId="{FF26B103-FC05-1B87-139D-1E96ACB16624}"/>
          </ac:grpSpMkLst>
        </pc:grpChg>
        <pc:picChg chg="add mod">
          <ac:chgData name="Sophia BUI" userId="5388e7d4eb368e7c" providerId="LiveId" clId="{BE58550D-8E23-4583-8E07-07830BA2D7C5}" dt="2026-05-12T14:11:31.708" v="297" actId="1076"/>
          <ac:picMkLst>
            <pc:docMk/>
            <pc:sldMk cId="0" sldId="283"/>
            <ac:picMk id="14" creationId="{1ECC6B89-CDD6-1A52-80D6-5BE14184A1C8}"/>
          </ac:picMkLst>
        </pc:picChg>
        <pc:picChg chg="mod">
          <ac:chgData name="Sophia BUI" userId="5388e7d4eb368e7c" providerId="LiveId" clId="{BE58550D-8E23-4583-8E07-07830BA2D7C5}" dt="2026-05-12T14:09:21.450" v="269" actId="1076"/>
          <ac:picMkLst>
            <pc:docMk/>
            <pc:sldMk cId="0" sldId="283"/>
            <ac:picMk id="153" creationId="{00000000-0000-0000-0000-000000000000}"/>
          </ac:picMkLst>
        </pc:picChg>
        <pc:picChg chg="mod">
          <ac:chgData name="Sophia BUI" userId="5388e7d4eb368e7c" providerId="LiveId" clId="{BE58550D-8E23-4583-8E07-07830BA2D7C5}" dt="2026-05-12T14:11:54.732" v="300" actId="14100"/>
          <ac:picMkLst>
            <pc:docMk/>
            <pc:sldMk cId="0" sldId="283"/>
            <ac:picMk id="155" creationId="{00000000-0000-0000-0000-000000000000}"/>
          </ac:picMkLst>
        </pc:picChg>
      </pc:sldChg>
      <pc:sldChg chg="add setBg">
        <pc:chgData name="Sophia BUI" userId="5388e7d4eb368e7c" providerId="LiveId" clId="{BE58550D-8E23-4583-8E07-07830BA2D7C5}" dt="2026-05-10T23:09:27.162" v="84"/>
        <pc:sldMkLst>
          <pc:docMk/>
          <pc:sldMk cId="0" sldId="284"/>
        </pc:sldMkLst>
      </pc:sldChg>
      <pc:sldChg chg="addSp modSp add mod setBg">
        <pc:chgData name="Sophia BUI" userId="5388e7d4eb368e7c" providerId="LiveId" clId="{BE58550D-8E23-4583-8E07-07830BA2D7C5}" dt="2026-05-12T13:52:10.026" v="198" actId="167"/>
        <pc:sldMkLst>
          <pc:docMk/>
          <pc:sldMk cId="0" sldId="285"/>
        </pc:sldMkLst>
        <pc:picChg chg="add mod ord">
          <ac:chgData name="Sophia BUI" userId="5388e7d4eb368e7c" providerId="LiveId" clId="{BE58550D-8E23-4583-8E07-07830BA2D7C5}" dt="2026-05-12T13:52:10.026" v="198" actId="167"/>
          <ac:picMkLst>
            <pc:docMk/>
            <pc:sldMk cId="0" sldId="285"/>
            <ac:picMk id="2" creationId="{B4D9D579-17B1-8333-0F6E-86AB0F786FC7}"/>
          </ac:picMkLst>
        </pc:picChg>
      </pc:sldChg>
      <pc:sldChg chg="add setBg">
        <pc:chgData name="Sophia BUI" userId="5388e7d4eb368e7c" providerId="LiveId" clId="{BE58550D-8E23-4583-8E07-07830BA2D7C5}" dt="2026-05-10T23:09:27.162" v="84"/>
        <pc:sldMkLst>
          <pc:docMk/>
          <pc:sldMk cId="0" sldId="286"/>
        </pc:sldMkLst>
      </pc:sldChg>
      <pc:sldChg chg="add setBg modNotes">
        <pc:chgData name="Sophia BUI" userId="5388e7d4eb368e7c" providerId="LiveId" clId="{BE58550D-8E23-4583-8E07-07830BA2D7C5}" dt="2026-05-10T23:09:27.162" v="84"/>
        <pc:sldMkLst>
          <pc:docMk/>
          <pc:sldMk cId="0" sldId="287"/>
        </pc:sldMkLst>
      </pc:sldChg>
      <pc:sldChg chg="add setBg modNotes">
        <pc:chgData name="Sophia BUI" userId="5388e7d4eb368e7c" providerId="LiveId" clId="{BE58550D-8E23-4583-8E07-07830BA2D7C5}" dt="2026-05-10T23:09:27.162" v="84"/>
        <pc:sldMkLst>
          <pc:docMk/>
          <pc:sldMk cId="0" sldId="288"/>
        </pc:sldMkLst>
      </pc:sldChg>
      <pc:sldChg chg="add setBg">
        <pc:chgData name="Sophia BUI" userId="5388e7d4eb368e7c" providerId="LiveId" clId="{BE58550D-8E23-4583-8E07-07830BA2D7C5}" dt="2026-05-10T23:09:27.162" v="84"/>
        <pc:sldMkLst>
          <pc:docMk/>
          <pc:sldMk cId="0" sldId="289"/>
        </pc:sldMkLst>
      </pc:sldChg>
      <pc:sldChg chg="add setBg modNotes">
        <pc:chgData name="Sophia BUI" userId="5388e7d4eb368e7c" providerId="LiveId" clId="{BE58550D-8E23-4583-8E07-07830BA2D7C5}" dt="2026-05-10T23:09:27.162" v="84"/>
        <pc:sldMkLst>
          <pc:docMk/>
          <pc:sldMk cId="0" sldId="290"/>
        </pc:sldMkLst>
      </pc:sldChg>
      <pc:sldChg chg="add setBg">
        <pc:chgData name="Sophia BUI" userId="5388e7d4eb368e7c" providerId="LiveId" clId="{BE58550D-8E23-4583-8E07-07830BA2D7C5}" dt="2026-05-10T23:09:27.162" v="84"/>
        <pc:sldMkLst>
          <pc:docMk/>
          <pc:sldMk cId="0" sldId="291"/>
        </pc:sldMkLst>
      </pc:sldChg>
      <pc:sldChg chg="modSp add del mod setBg">
        <pc:chgData name="Sophia BUI" userId="5388e7d4eb368e7c" providerId="LiveId" clId="{BE58550D-8E23-4583-8E07-07830BA2D7C5}" dt="2026-05-12T13:47:52.096" v="174" actId="20577"/>
        <pc:sldMkLst>
          <pc:docMk/>
          <pc:sldMk cId="0" sldId="292"/>
        </pc:sldMkLst>
        <pc:spChg chg="mod">
          <ac:chgData name="Sophia BUI" userId="5388e7d4eb368e7c" providerId="LiveId" clId="{BE58550D-8E23-4583-8E07-07830BA2D7C5}" dt="2026-05-12T13:47:24.790" v="153" actId="1076"/>
          <ac:spMkLst>
            <pc:docMk/>
            <pc:sldMk cId="0" sldId="292"/>
            <ac:spMk id="86" creationId="{00000000-0000-0000-0000-000000000000}"/>
          </ac:spMkLst>
        </pc:spChg>
        <pc:spChg chg="mod">
          <ac:chgData name="Sophia BUI" userId="5388e7d4eb368e7c" providerId="LiveId" clId="{BE58550D-8E23-4583-8E07-07830BA2D7C5}" dt="2026-05-12T13:47:52.096" v="174" actId="20577"/>
          <ac:spMkLst>
            <pc:docMk/>
            <pc:sldMk cId="0" sldId="292"/>
            <ac:spMk id="8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da99463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dda99463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da994632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dda994632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da994632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3dda994632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da994632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dda994632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da994632d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dda994632d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da994632d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3dda994632d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50.png"/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48.png"/><Relationship Id="rId5" Type="http://schemas.openxmlformats.org/officeDocument/2006/relationships/image" Target="../media/image26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3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12034"/>
            <a:ext cx="11430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0500" y="828445"/>
            <a:ext cx="11811000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01: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Foundation </a:t>
            </a:r>
            <a:r>
              <a:rPr lang="en-US" sz="6000" b="1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of 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Software Engineering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81000" y="3981450"/>
            <a:ext cx="11430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CDD6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Introduction to Principles, Classification, and Quality</a:t>
            </a:r>
          </a:p>
        </p:txBody>
      </p:sp>
      <p:sp>
        <p:nvSpPr>
          <p:cNvPr id="88" name="Google Shape;88;p13"/>
          <p:cNvSpPr txBox="1"/>
          <p:nvPr/>
        </p:nvSpPr>
        <p:spPr>
          <a:xfrm>
            <a:off x="3493605" y="5044900"/>
            <a:ext cx="475090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Introduction to Software Engineering | </a:t>
            </a:r>
            <a:r>
              <a:rPr lang="en-US" b="0" i="0" u="none" strike="noStrike" cap="none" dirty="0" err="1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HUFLIT</a:t>
            </a:r>
            <a:r>
              <a:rPr lang="en-US" b="0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 University</a:t>
            </a:r>
            <a:endParaRPr sz="2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1;p16" descr="image.png">
            <a:extLst>
              <a:ext uri="{FF2B5EF4-FFF2-40B4-BE49-F238E27FC236}">
                <a16:creationId xmlns:a16="http://schemas.microsoft.com/office/drawing/2014/main" id="{BAE9ADF3-B450-3CA6-305A-5759F9CA9C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586037"/>
            <a:ext cx="952500" cy="476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5275" y="2919412"/>
            <a:ext cx="11601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PART I: DEFINITIONS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4014787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Understanding the Core Concepts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4;p14" descr="image.png">
            <a:extLst>
              <a:ext uri="{FF2B5EF4-FFF2-40B4-BE49-F238E27FC236}">
                <a16:creationId xmlns:a16="http://schemas.microsoft.com/office/drawing/2014/main" id="{EFB5FBEE-54E5-0DF4-8732-BCC0B7CF43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2024062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More than just code...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267176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Software is defined as a collection of three primary elements:</a:t>
            </a:r>
            <a:endParaRPr/>
          </a:p>
        </p:txBody>
      </p:sp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019175" y="3452812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43000" y="3452812"/>
            <a:ext cx="4667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Instructions: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Computer programs that provide desired functions and performance.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019175" y="4224337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43000" y="4224337"/>
            <a:ext cx="4667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Structures: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Elements that enable programs to manipulate information effectively.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19175" y="4995862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143000" y="4995862"/>
            <a:ext cx="4667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Descriptive Information: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 copy and virtual documentation describing operation and use.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Defining "Software"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4;p14" descr="image.png">
            <a:extLst>
              <a:ext uri="{FF2B5EF4-FFF2-40B4-BE49-F238E27FC236}">
                <a16:creationId xmlns:a16="http://schemas.microsoft.com/office/drawing/2014/main" id="{76323389-F70B-6AB9-51F5-B644EE881E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762000" y="1147762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What is Software Engineering?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1147762"/>
            <a:ext cx="95250" cy="12382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2767012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IEEE Definition: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application of 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systematic, disciplined, quantifiable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approach to the development, operation, and maintenance of software.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4302587"/>
            <a:ext cx="49530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Fritz Bauer: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establishment and use of sound engineering principles to economically obtain software that is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reliable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and works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efficiently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 real machines.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5787062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 is a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layered technology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resting on 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Quality Focus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1;p16" descr="image.png">
            <a:extLst>
              <a:ext uri="{FF2B5EF4-FFF2-40B4-BE49-F238E27FC236}">
                <a16:creationId xmlns:a16="http://schemas.microsoft.com/office/drawing/2014/main" id="{21D6F7AD-2047-DF40-F3F2-E2B056B7A1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5619750" y="2586037"/>
            <a:ext cx="952500" cy="476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295275" y="2919412"/>
            <a:ext cx="11601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PART II: CLASSIFICATION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71500" y="4014787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Categorizing Software Systems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2212"/>
            <a:ext cx="2547937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462212"/>
            <a:ext cx="2547937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462212"/>
            <a:ext cx="2547937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462212"/>
            <a:ext cx="2547937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57487"/>
            <a:ext cx="1957387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817840" y="3424237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System Software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866775" y="3852862"/>
            <a:ext cx="195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Manages hardware resources (OS, compilers, drivers).</a:t>
            </a:r>
            <a:endParaRPr/>
          </a:p>
        </p:txBody>
      </p:sp>
      <p:pic>
        <p:nvPicPr>
          <p:cNvPr id="143" name="Google Shape;14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00462" y="2757487"/>
            <a:ext cx="1957387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3651527" y="3424237"/>
            <a:ext cx="20552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Web &amp; Mobile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3700462" y="3852862"/>
            <a:ext cx="195738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Network-centric apps for browsers and devices.</a:t>
            </a:r>
            <a:endParaRPr/>
          </a:p>
        </p:txBody>
      </p:sp>
      <p:pic>
        <p:nvPicPr>
          <p:cNvPr id="146" name="Google Shape;14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2757487"/>
            <a:ext cx="1957387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6485215" y="3424237"/>
            <a:ext cx="20552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Embedded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534150" y="3852862"/>
            <a:ext cx="195738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Resides within products (control systems, IoT).</a:t>
            </a:r>
            <a:endParaRPr/>
          </a:p>
        </p:txBody>
      </p:sp>
      <p:pic>
        <p:nvPicPr>
          <p:cNvPr id="149" name="Google Shape;14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67837" y="2757487"/>
            <a:ext cx="1957387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9318902" y="3424237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Artificial Intelligence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367837" y="4186237"/>
            <a:ext cx="195738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Data-driven patterns (ML, Neural Networks).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1. By Application Domain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950850"/>
            <a:ext cx="5238750" cy="24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950850"/>
            <a:ext cx="5238750" cy="24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91525"/>
            <a:ext cx="523875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791525"/>
            <a:ext cx="523875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962025" y="1341375"/>
            <a:ext cx="468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Generic / Packaged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962025" y="1886438"/>
            <a:ext cx="44577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962025" y="2081250"/>
            <a:ext cx="4457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Ready-made products sold to a broad audience. Examples: Microsoft Office, Adobe Creative Cloud.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772275" y="1341375"/>
            <a:ext cx="468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Bespoke / Custom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6772275" y="1886438"/>
            <a:ext cx="44577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6772275" y="2081250"/>
            <a:ext cx="44577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Tailored solutions built for a specific client with unique business logic and requirements.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057275" y="4086225"/>
            <a:ext cx="468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Framework / Middleware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962025" y="4654450"/>
            <a:ext cx="44577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962025" y="4864000"/>
            <a:ext cx="44577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Foundation software used by developers to build other applications. Examples: React, .NET.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867525" y="4086225"/>
            <a:ext cx="468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4AF37"/>
                </a:solidFill>
                <a:latin typeface="Poppins"/>
                <a:ea typeface="Poppins"/>
                <a:cs typeface="Poppins"/>
                <a:sym typeface="Poppins"/>
              </a:rPr>
              <a:t>Open Source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6772275" y="4654450"/>
            <a:ext cx="44577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6772275" y="4864000"/>
            <a:ext cx="4457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Distributed with source code for public modification. Examples: Linux, WordPress, Android.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63600" y="2767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2. By Development Objective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487175" y="165450"/>
            <a:ext cx="95400" cy="619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1;p16" descr="image.png">
            <a:extLst>
              <a:ext uri="{FF2B5EF4-FFF2-40B4-BE49-F238E27FC236}">
                <a16:creationId xmlns:a16="http://schemas.microsoft.com/office/drawing/2014/main" id="{4569E38B-C8F9-5DC0-2D38-71CAA75C51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5619750" y="2586037"/>
            <a:ext cx="952500" cy="476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95275" y="2919412"/>
            <a:ext cx="11601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PART III: QUALITY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4014787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Standards and Success Metrics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4;p14" descr="image.png">
            <a:extLst>
              <a:ext uri="{FF2B5EF4-FFF2-40B4-BE49-F238E27FC236}">
                <a16:creationId xmlns:a16="http://schemas.microsoft.com/office/drawing/2014/main" id="{82E5D3E3-AA15-797E-D683-CBC3F50912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71500" y="2024062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Defines 8 critical characteristics of software quality:</a:t>
            </a:r>
            <a:endParaRPr/>
          </a:p>
        </p:txBody>
      </p:sp>
      <p:pic>
        <p:nvPicPr>
          <p:cNvPr id="192" name="Google Shape;1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72961" y="1832994"/>
            <a:ext cx="5647539" cy="400106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828675" y="2528887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952500" y="252888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Functional Suitability: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Correctness and completeness.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28675" y="3157537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952500" y="3157537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Performance Efficiency: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Resource usage.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828675" y="3471862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952500" y="3471862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Compatibility: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Interoperability.</a:t>
            </a:r>
            <a:endParaRPr dirty="0"/>
          </a:p>
        </p:txBody>
      </p:sp>
      <p:sp>
        <p:nvSpPr>
          <p:cNvPr id="199" name="Google Shape;199;p21"/>
          <p:cNvSpPr txBox="1"/>
          <p:nvPr/>
        </p:nvSpPr>
        <p:spPr>
          <a:xfrm>
            <a:off x="828675" y="3786187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952500" y="3786187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Usability: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Ease of use.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28675" y="4100512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952500" y="4100512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Reliability: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Stability under stress.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28675" y="4414837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952500" y="4414837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Security: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Data protection.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28675" y="4729162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952500" y="4729162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Maintainability: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Ease of modification.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828675" y="5043487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952500" y="5043487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Portability: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Multi-environment support.</a:t>
            </a:r>
            <a:endParaRPr dirty="0"/>
          </a:p>
        </p:txBody>
      </p:sp>
      <p:sp>
        <p:nvSpPr>
          <p:cNvPr id="209" name="Google Shape;209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ISO/IEC 25010 Framework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4;p14" descr="image.png">
            <a:extLst>
              <a:ext uri="{FF2B5EF4-FFF2-40B4-BE49-F238E27FC236}">
                <a16:creationId xmlns:a16="http://schemas.microsoft.com/office/drawing/2014/main" id="{542AD3C0-22A4-AAF7-9961-CF7170FAA4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22"/>
          <p:cNvGraphicFramePr/>
          <p:nvPr>
            <p:extLst>
              <p:ext uri="{D42A27DB-BD31-4B8C-83A1-F6EECF244321}">
                <p14:modId xmlns:p14="http://schemas.microsoft.com/office/powerpoint/2010/main" val="2738855931"/>
              </p:ext>
            </p:extLst>
          </p:nvPr>
        </p:nvGraphicFramePr>
        <p:xfrm>
          <a:off x="571500" y="1657350"/>
          <a:ext cx="11049000" cy="46291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40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Characteristic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Definition &amp; Focus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Functional Suitability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Degrees of completeness, correctness, and appropriateness.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Performance Efficiency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Response times and resource utilization under load.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Usability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Ease of use, learnability, and user satisfaction.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Protection of info/data from unauthorized access.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Maintainability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Ease of modifying, updating, or fixing the system.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Reliability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Stability and availability over a specified period.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Compatibility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Interoperability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61211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Portability</a:t>
                      </a:r>
                      <a:endParaRPr lang="en-US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Ease of moving across different environments.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2200"/>
                  </a:ext>
                </a:extLst>
              </a:tr>
            </a:tbl>
          </a:graphicData>
        </a:graphic>
      </p:graphicFrame>
      <p:sp>
        <p:nvSpPr>
          <p:cNvPr id="210" name="Google Shape;210;p22"/>
          <p:cNvSpPr/>
          <p:nvPr/>
        </p:nvSpPr>
        <p:spPr>
          <a:xfrm>
            <a:off x="571500" y="3228975"/>
            <a:ext cx="3407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979366" y="3228975"/>
            <a:ext cx="76411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571500" y="3733800"/>
            <a:ext cx="3407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3979366" y="3733800"/>
            <a:ext cx="76411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71500" y="4238625"/>
            <a:ext cx="3407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979366" y="4238625"/>
            <a:ext cx="76411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71500" y="4743450"/>
            <a:ext cx="3407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979366" y="4743450"/>
            <a:ext cx="76411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5248275"/>
            <a:ext cx="3407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3979366" y="5248275"/>
            <a:ext cx="76411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71500" y="5753100"/>
            <a:ext cx="3407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3979366" y="5753100"/>
            <a:ext cx="76411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ISO/IEC 25010 STANDARDS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875" y="203835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133826"/>
            <a:ext cx="5238750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6381750" y="1781323"/>
            <a:ext cx="52389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Software value is determined by its utility as a business support tool.</a:t>
            </a:r>
            <a:endParaRPr/>
          </a:p>
        </p:txBody>
      </p:sp>
      <p:pic>
        <p:nvPicPr>
          <p:cNvPr id="219" name="Google Shape;21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81125" y="2133600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6810375" y="2798415"/>
            <a:ext cx="4810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Does it handle business tasks quickly and accurately?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810375" y="3310830"/>
            <a:ext cx="4810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Is the data secure and the system safe to operate?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810375" y="3823245"/>
            <a:ext cx="4810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Is it easy to use for all levels of staff?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810375" y="4335660"/>
            <a:ext cx="4810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Can it adapt when our business rules change?</a:t>
            </a:r>
            <a:endParaRPr/>
          </a:p>
        </p:txBody>
      </p:sp>
      <p:pic>
        <p:nvPicPr>
          <p:cNvPr id="224" name="Google Shape;22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79365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30606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81848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330898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Defining Quality: The User Perspective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71500" y="1190625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59396"/>
            <a:ext cx="35242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359396"/>
            <a:ext cx="35242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359396"/>
            <a:ext cx="35242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62412"/>
            <a:ext cx="35242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33875" y="4062412"/>
            <a:ext cx="35242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0" y="4062412"/>
            <a:ext cx="3524250" cy="246489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793432" y="2292846"/>
            <a:ext cx="308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Correctness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866775" y="2654796"/>
            <a:ext cx="2933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Performing all functions precisely as defined by the user requirements and business logic.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4555807" y="2292846"/>
            <a:ext cx="308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Evolvability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4629150" y="2654796"/>
            <a:ext cx="2933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The system's capacity to adapt and grow as business requirements and technologies evolve.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8318182" y="2292846"/>
            <a:ext cx="308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Usability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391525" y="2654796"/>
            <a:ext cx="2933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The degree of effort required for users to learn, operate, and master the software system.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93432" y="4995862"/>
            <a:ext cx="308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Efficiency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866775" y="5357812"/>
            <a:ext cx="2933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Optimal utilization of physical resources like memory, CPU time, and network bandwidth.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4555807" y="4995862"/>
            <a:ext cx="308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Security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4629150" y="5357812"/>
            <a:ext cx="29337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Protecting information from unauthorized access while maintaining data integrity.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318182" y="4995862"/>
            <a:ext cx="308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Safety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8391525" y="5357812"/>
            <a:ext cx="2933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Operating reliably without endangering the user's environment, resources, or physical safety.</a:t>
            </a:r>
            <a:endParaRPr/>
          </a:p>
        </p:txBody>
      </p:sp>
      <p:pic>
        <p:nvPicPr>
          <p:cNvPr id="253" name="Google Shape;253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43125" y="170229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81687" y="1702296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91687" y="170229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166937" y="44053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905500" y="44053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620250" y="440531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571500" y="330696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User-Oriented Quality Attributes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" y="949821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2238375" y="2839491"/>
            <a:ext cx="8143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Universal Essentials:</a:t>
            </a: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Correctness, Evolvability, and Usability are foundational requirements for all software, especially critical for </a:t>
            </a:r>
            <a:r>
              <a:rPr lang="en-US" sz="135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Frameworks</a:t>
            </a: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35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Packaged Software</a:t>
            </a: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2238375" y="3626197"/>
            <a:ext cx="8143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Efficiency Targets:</a:t>
            </a: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High performance is context-dependent; while always desired, it is strictly prioritized in systems with severe resource constraints.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2238375" y="4412902"/>
            <a:ext cx="8143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Security &amp; Safety:</a:t>
            </a: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These attributes are paramount in </a:t>
            </a:r>
            <a:r>
              <a:rPr lang="en-US" sz="135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Contract-based Custom Software</a:t>
            </a: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, where specific legal and operational liabilities are defined.</a:t>
            </a:r>
            <a:endParaRPr/>
          </a:p>
        </p:txBody>
      </p:sp>
      <p:pic>
        <p:nvPicPr>
          <p:cNvPr id="269" name="Google Shape;26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834729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62143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408140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Priorities for the User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571500" y="1190625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33826"/>
            <a:ext cx="523875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96125" y="20383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571500" y="1781323"/>
            <a:ext cx="52389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For developers and admins, quality is about technical viability and lifecycle cost.</a:t>
            </a:r>
            <a:endParaRPr/>
          </a:p>
        </p:txBody>
      </p:sp>
      <p:pic>
        <p:nvPicPr>
          <p:cNvPr id="282" name="Google Shape;28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91375" y="2133600"/>
            <a:ext cx="36195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1000125" y="2798415"/>
            <a:ext cx="4810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Is it easy to test and identify logical faults?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000125" y="3310830"/>
            <a:ext cx="4810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Can bugs be fixed without breaking other modules?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000125" y="3823245"/>
            <a:ext cx="4810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How simple is it to add new technical requirements?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000125" y="4335660"/>
            <a:ext cx="4810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Can the system be easily migrated to new environments?</a:t>
            </a:r>
            <a:endParaRPr/>
          </a:p>
        </p:txBody>
      </p:sp>
      <p:pic>
        <p:nvPicPr>
          <p:cNvPr id="287" name="Google Shape;287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79365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30606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818483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4330898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Defining Quality: The IT Professional</a:t>
            </a: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571500" y="1190625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59396"/>
            <a:ext cx="35242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359396"/>
            <a:ext cx="35242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359396"/>
            <a:ext cx="35242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62412"/>
            <a:ext cx="35242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33875" y="4062412"/>
            <a:ext cx="3524250" cy="246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0" y="4062412"/>
            <a:ext cx="3524250" cy="246489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793432" y="2292846"/>
            <a:ext cx="308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Implementability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866775" y="2654796"/>
            <a:ext cx="2933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The ease with which software can be built, coded, and integrated according to its design.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4555807" y="2292846"/>
            <a:ext cx="308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Testability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4629150" y="2654796"/>
            <a:ext cx="2933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The effort required to establish testing criteria and verify that functions meet their goals.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8318182" y="2292846"/>
            <a:ext cx="308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Maintainability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8391525" y="2654796"/>
            <a:ext cx="2933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The ease of modifying the system to correct errors or improve its internal code structure.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793432" y="4995862"/>
            <a:ext cx="308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Portability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866775" y="5357812"/>
            <a:ext cx="2933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The effort required to migrate software from one hardware or software environment to another.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4555807" y="4995862"/>
            <a:ext cx="308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Reusability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4629150" y="5357812"/>
            <a:ext cx="2933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The extent to which software modules can be reused to develop entirely new applications.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8318182" y="4995862"/>
            <a:ext cx="308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Serviceability</a:t>
            </a:r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8391525" y="5357812"/>
            <a:ext cx="2933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The simplicity of performing routine maintenance and system administration tasks.</a:t>
            </a:r>
            <a:endParaRPr/>
          </a:p>
        </p:txBody>
      </p:sp>
      <p:pic>
        <p:nvPicPr>
          <p:cNvPr id="316" name="Google Shape;316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95500" y="1702296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05500" y="170229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67875" y="170229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143125" y="44053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905500" y="44053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667875" y="44053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6"/>
          <p:cNvSpPr txBox="1"/>
          <p:nvPr/>
        </p:nvSpPr>
        <p:spPr>
          <a:xfrm>
            <a:off x="571500" y="330696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Quality Attributes</a:t>
            </a:r>
            <a:endParaRPr/>
          </a:p>
        </p:txBody>
      </p:sp>
      <p:sp>
        <p:nvSpPr>
          <p:cNvPr id="323" name="Google Shape;323;p26"/>
          <p:cNvSpPr/>
          <p:nvPr/>
        </p:nvSpPr>
        <p:spPr>
          <a:xfrm>
            <a:off x="571500" y="949821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7"/>
          <p:cNvSpPr txBox="1"/>
          <p:nvPr/>
        </p:nvSpPr>
        <p:spPr>
          <a:xfrm>
            <a:off x="2238375" y="2839491"/>
            <a:ext cx="8143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Universal Foundation:</a:t>
            </a: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Implementability, Testability, and Maintainability are non-negotiable for all software types to ensure long-term survival.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2238375" y="3626197"/>
            <a:ext cx="8143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Support Lifecycle:</a:t>
            </a: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Serviceability and ease of repair are emphasized heavily in </a:t>
            </a:r>
            <a:r>
              <a:rPr lang="en-US" sz="135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Custom Contract Software</a:t>
            </a: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to control TCO (Total Cost of Ownership).</a:t>
            </a:r>
            <a:endParaRPr/>
          </a:p>
        </p:txBody>
      </p:sp>
      <p:sp>
        <p:nvSpPr>
          <p:cNvPr id="331" name="Google Shape;331;p27"/>
          <p:cNvSpPr txBox="1"/>
          <p:nvPr/>
        </p:nvSpPr>
        <p:spPr>
          <a:xfrm>
            <a:off x="2238375" y="4412902"/>
            <a:ext cx="8143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Market Scalability:</a:t>
            </a: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Portability and Reusability are primary drivers for </a:t>
            </a:r>
            <a:r>
              <a:rPr lang="en-US" sz="135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Frameworks</a:t>
            </a: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35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Packaged Software</a:t>
            </a:r>
            <a:r>
              <a:rPr lang="en-US" sz="135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to maximize reach across platforms.</a:t>
            </a:r>
            <a:endParaRPr/>
          </a:p>
        </p:txBody>
      </p:sp>
      <p:pic>
        <p:nvPicPr>
          <p:cNvPr id="332" name="Google Shape;33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83472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62143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408140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7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Priorities for IT Pros</a:t>
            </a:r>
            <a:endParaRPr/>
          </a:p>
        </p:txBody>
      </p:sp>
      <p:sp>
        <p:nvSpPr>
          <p:cNvPr id="336" name="Google Shape;336;p27"/>
          <p:cNvSpPr/>
          <p:nvPr/>
        </p:nvSpPr>
        <p:spPr>
          <a:xfrm>
            <a:off x="571500" y="1190625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4;p14" descr="image.png">
            <a:extLst>
              <a:ext uri="{FF2B5EF4-FFF2-40B4-BE49-F238E27FC236}">
                <a16:creationId xmlns:a16="http://schemas.microsoft.com/office/drawing/2014/main" id="{5689950B-508E-4C99-0FB3-1CDD6E19BE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95562"/>
            <a:ext cx="349254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95562"/>
            <a:ext cx="349254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95562"/>
            <a:ext cx="349254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957512"/>
            <a:ext cx="2901999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8"/>
          <p:cNvSpPr txBox="1"/>
          <p:nvPr/>
        </p:nvSpPr>
        <p:spPr>
          <a:xfrm>
            <a:off x="794225" y="36242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Maintainability</a:t>
            </a:r>
            <a:endParaRPr/>
          </a:p>
        </p:txBody>
      </p:sp>
      <p:sp>
        <p:nvSpPr>
          <p:cNvPr id="347" name="Google Shape;347;p28"/>
          <p:cNvSpPr txBox="1"/>
          <p:nvPr/>
        </p:nvSpPr>
        <p:spPr>
          <a:xfrm>
            <a:off x="866775" y="4052887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efficiency with which software can be modified to correct faults or improve performance.</a:t>
            </a:r>
            <a:endParaRPr/>
          </a:p>
        </p:txBody>
      </p:sp>
      <p:pic>
        <p:nvPicPr>
          <p:cNvPr id="348" name="Google Shape;348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957512"/>
            <a:ext cx="2901999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 txBox="1"/>
          <p:nvPr/>
        </p:nvSpPr>
        <p:spPr>
          <a:xfrm>
            <a:off x="4572524" y="36242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Reliability</a:t>
            </a:r>
            <a:endParaRPr/>
          </a:p>
        </p:txBody>
      </p:sp>
      <p:sp>
        <p:nvSpPr>
          <p:cNvPr id="350" name="Google Shape;350;p28"/>
          <p:cNvSpPr txBox="1"/>
          <p:nvPr/>
        </p:nvSpPr>
        <p:spPr>
          <a:xfrm>
            <a:off x="4645074" y="4052887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ability of a system to perform its required functions under stated conditions for a specified period.</a:t>
            </a:r>
            <a:endParaRPr/>
          </a:p>
        </p:txBody>
      </p:sp>
      <p:pic>
        <p:nvPicPr>
          <p:cNvPr id="351" name="Google Shape;351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957512"/>
            <a:ext cx="2901999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 txBox="1"/>
          <p:nvPr/>
        </p:nvSpPr>
        <p:spPr>
          <a:xfrm>
            <a:off x="8350824" y="36242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Usability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8423374" y="4052887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measure of how well specific users can use the product to achieve specific goals effectively.</a:t>
            </a:r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Core Pillars of Excellence</a:t>
            </a:r>
            <a:endParaRPr/>
          </a:p>
        </p:txBody>
      </p:sp>
      <p:sp>
        <p:nvSpPr>
          <p:cNvPr id="355" name="Google Shape;355;p2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4;p14" descr="image.png">
            <a:extLst>
              <a:ext uri="{FF2B5EF4-FFF2-40B4-BE49-F238E27FC236}">
                <a16:creationId xmlns:a16="http://schemas.microsoft.com/office/drawing/2014/main" id="{1EB7B480-378D-2713-E00E-0F2AE7642D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571500" y="2881312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60%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4214812"/>
            <a:ext cx="52863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4AF37"/>
                </a:solidFill>
                <a:latin typeface="Lato"/>
                <a:ea typeface="Lato"/>
                <a:cs typeface="Lato"/>
                <a:sym typeface="Lato"/>
              </a:rPr>
              <a:t>of Lifecycle Costs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6334125" y="288131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Maintenance Burden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334125" y="3357562"/>
            <a:ext cx="5286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Software costs dominate modern systems. Maintenance alone accounts for 60% to 80% of total lifecycle costs.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6334125" y="4157662"/>
            <a:ext cx="5286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Effective Software Engineering reduces the "Technical Debt" and long-term costs of upkeep.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ECONOMIC REALITY OF SE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4;p14" descr="image.png">
            <a:extLst>
              <a:ext uri="{FF2B5EF4-FFF2-40B4-BE49-F238E27FC236}">
                <a16:creationId xmlns:a16="http://schemas.microsoft.com/office/drawing/2014/main" id="{EFEF7EFD-863E-B078-E7FE-D409782EA3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1" name="Google Shape;361;p29"/>
          <p:cNvGraphicFramePr/>
          <p:nvPr/>
        </p:nvGraphicFramePr>
        <p:xfrm>
          <a:off x="571500" y="2805112"/>
          <a:ext cx="11049000" cy="2438400"/>
        </p:xfrm>
        <a:graphic>
          <a:graphicData uri="http://schemas.openxmlformats.org/drawingml/2006/table">
            <a:tbl>
              <a:tblPr firstRow="1" bandRow="1">
                <a:noFill/>
                <a:tableStyleId>{B0DA7C6D-7FD4-4390-9372-6AD069307655}</a:tableStyleId>
              </a:tblPr>
              <a:tblGrid>
                <a:gridCol w="148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Myth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Engineering Reality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"Adding people to a late project speeds it up."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Brooks' Law:</a:t>
                      </a: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Adding resources to a late project makes it later.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"General objectives are enough to start."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Ambiguous requirements lead to failure and rework.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Practitioner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"My job is done when I ship the code."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Quality depends on maintainability and support.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2" name="Google Shape;362;p29"/>
          <p:cNvSpPr/>
          <p:nvPr/>
        </p:nvSpPr>
        <p:spPr>
          <a:xfrm>
            <a:off x="571500" y="4067175"/>
            <a:ext cx="1480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2051744" y="4067175"/>
            <a:ext cx="409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6144220" y="4067175"/>
            <a:ext cx="5476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71500" y="4648200"/>
            <a:ext cx="1480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2051744" y="4648200"/>
            <a:ext cx="409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6144220" y="4648200"/>
            <a:ext cx="5476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571500" y="5229225"/>
            <a:ext cx="1480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2051744" y="5229225"/>
            <a:ext cx="409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6144220" y="5229225"/>
            <a:ext cx="5476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Software Engineering Myths</a:t>
            </a:r>
            <a:endParaRPr/>
          </a:p>
        </p:txBody>
      </p:sp>
      <p:sp>
        <p:nvSpPr>
          <p:cNvPr id="372" name="Google Shape;372;p2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1;p16" descr="image.png">
            <a:extLst>
              <a:ext uri="{FF2B5EF4-FFF2-40B4-BE49-F238E27FC236}">
                <a16:creationId xmlns:a16="http://schemas.microsoft.com/office/drawing/2014/main" id="{CB331AAA-1CD0-9E5F-E327-D86F122DA0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95275" y="1890712"/>
            <a:ext cx="116014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6000" b="1" i="0" u="none" strike="noStrike" cap="none" dirty="0">
                <a:solidFill>
                  <a:srgbClr val="FFFF00"/>
                </a:solidFill>
                <a:latin typeface="Merriweather"/>
                <a:ea typeface="Merriweather"/>
                <a:cs typeface="Merriweather"/>
                <a:sym typeface="Merriweather"/>
              </a:rPr>
              <a:t>Software Development Lifecycle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219325" y="5157787"/>
            <a:ext cx="77533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Architecture and Methodology of Modern Software Processes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619750" y="2828925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95275" y="3162300"/>
            <a:ext cx="116014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I. Classification of Process Models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64807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Structural Taxonomy of Engineering Workflows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4" descr="image.png">
            <a:extLst>
              <a:ext uri="{FF2B5EF4-FFF2-40B4-BE49-F238E27FC236}">
                <a16:creationId xmlns:a16="http://schemas.microsoft.com/office/drawing/2014/main" id="{D2C6BD04-7EB6-0C48-62B3-8005BEEF3C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PROCESS MODEL CLASSIFICATION</a:t>
            </a:r>
            <a:endParaRPr dirty="0"/>
          </a:p>
        </p:txBody>
      </p:sp>
      <p:sp>
        <p:nvSpPr>
          <p:cNvPr id="109" name="Google Shape;109;p15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0001250" y="6400800"/>
            <a:ext cx="1619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TAXONOMY OF SDLC</a:t>
            </a: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742FEB-4C9A-55E9-D059-347D5F4B4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290" y="1711789"/>
            <a:ext cx="6660453" cy="415229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28812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SINGLE-VERSION PROCESSES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19288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Unified Delivery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2338387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Designed to deliver a singular, final version of the software system after one cycle.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5550" y="1947862"/>
            <a:ext cx="529590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85825" y="314801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52500" y="31480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Sequential: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Phases are strictly ordered; no overlapping.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85825" y="3576601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52500" y="3862387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Iterative: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Allows internal cycles to refine specifications or prototypes.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85825" y="429101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52500" y="4576762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Best For: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Projects with highly stable and well-understood requirements.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03843"/>
            <a:ext cx="11048999" cy="61353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STANDARD WATERFALL MODEL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1800225"/>
            <a:ext cx="1104899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The classical linear model where progress flows strictly from top to bottom.</a:t>
            </a:r>
            <a:endParaRPr sz="1800" dirty="0"/>
          </a:p>
        </p:txBody>
      </p:sp>
      <p:sp>
        <p:nvSpPr>
          <p:cNvPr id="170" name="Google Shape;170;p18"/>
          <p:cNvSpPr txBox="1"/>
          <p:nvPr/>
        </p:nvSpPr>
        <p:spPr>
          <a:xfrm>
            <a:off x="952500" y="6044842"/>
            <a:ext cx="94848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Limitation: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Rigidity makes rework extremely expensive if requirements change late.</a:t>
            </a:r>
            <a:endParaRPr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CC6B89-CDD6-1A52-80D6-5BE14184A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632" y="2458958"/>
            <a:ext cx="5972478" cy="323699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43500"/>
            <a:ext cx="11049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WATERFALL MODEL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9115425" y="6400800"/>
            <a:ext cx="25050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REFINED SEQUENTIAL PROCESS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09625" y="5524500"/>
            <a:ext cx="10620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Feedback Loops: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Arrows indicate that each phase can provide feedback to the previous phase for corrections and refinements, making the process more robust and realistic than the standard linear model.</a:t>
            </a:r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7D8CE9-AA53-9823-C040-7CF1645FBF34}"/>
              </a:ext>
            </a:extLst>
          </p:cNvPr>
          <p:cNvGrpSpPr/>
          <p:nvPr/>
        </p:nvGrpSpPr>
        <p:grpSpPr>
          <a:xfrm>
            <a:off x="1985962" y="1452563"/>
            <a:ext cx="8382000" cy="3381375"/>
            <a:chOff x="1047750" y="1381125"/>
            <a:chExt cx="8382000" cy="3381375"/>
          </a:xfrm>
        </p:grpSpPr>
        <p:pic>
          <p:nvPicPr>
            <p:cNvPr id="177" name="Google Shape;177;p19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47750" y="1381125"/>
              <a:ext cx="2667000" cy="52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9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476500" y="2095500"/>
              <a:ext cx="2667000" cy="52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9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905250" y="2809875"/>
              <a:ext cx="2667000" cy="52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9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334000" y="3524250"/>
              <a:ext cx="2667000" cy="52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19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762750" y="4238625"/>
              <a:ext cx="2667000" cy="523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Arrow: Bent 5">
              <a:extLst>
                <a:ext uri="{FF2B5EF4-FFF2-40B4-BE49-F238E27FC236}">
                  <a16:creationId xmlns:a16="http://schemas.microsoft.com/office/drawing/2014/main" id="{78E1D000-B008-4BBE-FEA6-808269EC8BA8}"/>
                </a:ext>
              </a:extLst>
            </p:cNvPr>
            <p:cNvSpPr/>
            <p:nvPr/>
          </p:nvSpPr>
          <p:spPr>
            <a:xfrm rot="5400000">
              <a:off x="3683575" y="1574280"/>
              <a:ext cx="559441" cy="497092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Arrow: Bent 11">
              <a:extLst>
                <a:ext uri="{FF2B5EF4-FFF2-40B4-BE49-F238E27FC236}">
                  <a16:creationId xmlns:a16="http://schemas.microsoft.com/office/drawing/2014/main" id="{9EC2A2D3-5D98-F780-CE3F-FBE930A1E582}"/>
                </a:ext>
              </a:extLst>
            </p:cNvPr>
            <p:cNvSpPr/>
            <p:nvPr/>
          </p:nvSpPr>
          <p:spPr>
            <a:xfrm rot="5400000">
              <a:off x="7969827" y="3714172"/>
              <a:ext cx="559441" cy="497092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Arrow: Bent 12">
              <a:extLst>
                <a:ext uri="{FF2B5EF4-FFF2-40B4-BE49-F238E27FC236}">
                  <a16:creationId xmlns:a16="http://schemas.microsoft.com/office/drawing/2014/main" id="{B81E3BBF-D5B2-C4EC-C58B-FD36D7DD8165}"/>
                </a:ext>
              </a:extLst>
            </p:cNvPr>
            <p:cNvSpPr/>
            <p:nvPr/>
          </p:nvSpPr>
          <p:spPr>
            <a:xfrm rot="5400000">
              <a:off x="6541075" y="2995984"/>
              <a:ext cx="559441" cy="497092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Bent 13">
              <a:extLst>
                <a:ext uri="{FF2B5EF4-FFF2-40B4-BE49-F238E27FC236}">
                  <a16:creationId xmlns:a16="http://schemas.microsoft.com/office/drawing/2014/main" id="{E284FC29-E3A4-C7E0-7209-B4050752CBA2}"/>
                </a:ext>
              </a:extLst>
            </p:cNvPr>
            <p:cNvSpPr/>
            <p:nvPr/>
          </p:nvSpPr>
          <p:spPr>
            <a:xfrm rot="5400000">
              <a:off x="5113220" y="2286122"/>
              <a:ext cx="559441" cy="497092"/>
            </a:xfrm>
            <a:prstGeom prst="ben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Arrow: Bent 15">
            <a:extLst>
              <a:ext uri="{FF2B5EF4-FFF2-40B4-BE49-F238E27FC236}">
                <a16:creationId xmlns:a16="http://schemas.microsoft.com/office/drawing/2014/main" id="{C9C6549E-7138-7FE3-899E-4D3586F81A15}"/>
              </a:ext>
            </a:extLst>
          </p:cNvPr>
          <p:cNvSpPr/>
          <p:nvPr/>
        </p:nvSpPr>
        <p:spPr>
          <a:xfrm rot="16200000">
            <a:off x="2885999" y="2015145"/>
            <a:ext cx="559441" cy="4970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FD83C0D5-72A1-55B3-29F2-EA4D15597E82}"/>
              </a:ext>
            </a:extLst>
          </p:cNvPr>
          <p:cNvSpPr/>
          <p:nvPr/>
        </p:nvSpPr>
        <p:spPr>
          <a:xfrm rot="16200000">
            <a:off x="4315195" y="2718443"/>
            <a:ext cx="559441" cy="4970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06B988B9-03FD-5447-3AD2-B0F88D520F95}"/>
              </a:ext>
            </a:extLst>
          </p:cNvPr>
          <p:cNvSpPr/>
          <p:nvPr/>
        </p:nvSpPr>
        <p:spPr>
          <a:xfrm rot="16200000">
            <a:off x="5743945" y="3429271"/>
            <a:ext cx="559441" cy="4970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AD8825C4-A923-273E-FE5B-343AF6F84E96}"/>
              </a:ext>
            </a:extLst>
          </p:cNvPr>
          <p:cNvSpPr/>
          <p:nvPr/>
        </p:nvSpPr>
        <p:spPr>
          <a:xfrm rot="16200000">
            <a:off x="7172696" y="4150738"/>
            <a:ext cx="559441" cy="4970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4;p14" descr="image.png">
            <a:extLst>
              <a:ext uri="{FF2B5EF4-FFF2-40B4-BE49-F238E27FC236}">
                <a16:creationId xmlns:a16="http://schemas.microsoft.com/office/drawing/2014/main" id="{B4D9D579-17B1-8333-0F6E-86AB0F786F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V-MODEL FRAMEWORK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19288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Verification &amp; Validation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2338387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Extends the waterfall model by mapping development phases directly to testing phases.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85825" y="314801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52500" y="31480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Verification: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Are we building the product right?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85825" y="35766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52500" y="357663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Validation: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Are we building the right product?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85825" y="40052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952500" y="400526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Benefit: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Defects are identified much earlier through proactive test planning.</a:t>
            </a:r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AC2A1C8-8692-4717-B466-BF49E5E69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499" y="1431154"/>
            <a:ext cx="5955825" cy="4264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MULTI-VERSION PROCESSES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19288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Evolutionary Delivery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2338387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Recognizes that software evolves. Releases are made in increments or versions.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85825" y="314801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52500" y="314801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Incremental: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Each release builds upon the previous, adding new features.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85825" y="38623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52500" y="3862387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Agile: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High-frequency releases focused on rapid customer feedback.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85825" y="45767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457676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Benefit: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Early ROI and high adaptability to market changes.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EB7EC0-0DA7-8A26-01DD-0F45F8CED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69958"/>
            <a:ext cx="4707271" cy="337560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28812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SPIRAL MODEL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19288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Risk-Driven Methodology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2338387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Combines iterative nature of prototyping with controlled aspects of waterfall.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4719637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Ideal for large-scale, mission-critical systems.</a:t>
            </a:r>
            <a:endParaRPr/>
          </a:p>
        </p:txBody>
      </p:sp>
      <p:pic>
        <p:nvPicPr>
          <p:cNvPr id="214" name="Google Shape;21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5550" y="1947862"/>
            <a:ext cx="529590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885825" y="31003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952500" y="310038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1. Determine objectives &amp; constraints.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85825" y="34813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952500" y="348138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2. Identify and resolve risks.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85825" y="38623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952500" y="386238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3. Development and verification.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85825" y="42433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952500" y="424338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4. Plan the next iteration.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7437"/>
            <a:ext cx="35559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357437"/>
            <a:ext cx="35559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357437"/>
            <a:ext cx="355595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AGILE METHODOLOGIES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571500" y="50244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Agile transforms software development into a continuous, iterative journey of value delivery.</a:t>
            </a:r>
            <a:endParaRPr/>
          </a:p>
        </p:txBody>
      </p:sp>
      <p:pic>
        <p:nvPicPr>
          <p:cNvPr id="234" name="Google Shape;23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52712"/>
            <a:ext cx="29654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792639" y="3176587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Collaboration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66775" y="3586162"/>
            <a:ext cx="2965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Individuals and interactions over processes and tools.</a:t>
            </a:r>
            <a:endParaRPr/>
          </a:p>
        </p:txBody>
      </p:sp>
      <p:pic>
        <p:nvPicPr>
          <p:cNvPr id="237" name="Google Shape;237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652712"/>
            <a:ext cx="29654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4539090" y="3176587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Delivery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4613225" y="3586162"/>
            <a:ext cx="2965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Working software over comprehensive documentation.</a:t>
            </a:r>
            <a:endParaRPr/>
          </a:p>
        </p:txBody>
      </p:sp>
      <p:pic>
        <p:nvPicPr>
          <p:cNvPr id="240" name="Google Shape;240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652712"/>
            <a:ext cx="29654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8285540" y="3176587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Agility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359675" y="3586162"/>
            <a:ext cx="2965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Responding to change over following a rigid plan.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COMPARISON OF SDLC MODELS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1500" y="2433637"/>
            <a:ext cx="11049000" cy="2990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1" name="Google Shape;251;p23"/>
          <p:cNvGraphicFramePr/>
          <p:nvPr/>
        </p:nvGraphicFramePr>
        <p:xfrm>
          <a:off x="571500" y="2433637"/>
          <a:ext cx="11048975" cy="29908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Criteria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Waterfall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V-Model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Spiral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Agile</a:t>
                      </a:r>
                      <a:endParaRPr dirty="0">
                        <a:solidFill>
                          <a:srgbClr val="FFFF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Requirements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Static / Clear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Stable / Early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Developing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Evolving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 Handling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 / Reactive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 (Early Test)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Very High (Central)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 (Continuous)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Client Review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Only at 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Late stages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After each cycle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Continuous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Flexibility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Very 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Very High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2" name="Google Shape;252;p23"/>
          <p:cNvSpPr/>
          <p:nvPr/>
        </p:nvSpPr>
        <p:spPr>
          <a:xfrm>
            <a:off x="571500" y="3667125"/>
            <a:ext cx="20434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2614910" y="3667125"/>
            <a:ext cx="2020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635251" y="3667125"/>
            <a:ext cx="2170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6805761" y="3667125"/>
            <a:ext cx="24476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9253388" y="3667125"/>
            <a:ext cx="23671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571500" y="4248150"/>
            <a:ext cx="20434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2614910" y="4248150"/>
            <a:ext cx="2020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4635251" y="4248150"/>
            <a:ext cx="2170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6805761" y="4248150"/>
            <a:ext cx="24476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9253388" y="4248150"/>
            <a:ext cx="23671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71500" y="4829175"/>
            <a:ext cx="20434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2614910" y="4829175"/>
            <a:ext cx="2020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4635251" y="4829175"/>
            <a:ext cx="2170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6805761" y="4829175"/>
            <a:ext cx="24476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9253388" y="4829175"/>
            <a:ext cx="23671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71500" y="5410200"/>
            <a:ext cx="20434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2614910" y="5410200"/>
            <a:ext cx="2020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4635251" y="5410200"/>
            <a:ext cx="2170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6805761" y="5410200"/>
            <a:ext cx="24476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9253388" y="5410200"/>
            <a:ext cx="23671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28812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EVOLUTION OF DELIVERY EFFICIENCY</a:t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571500" y="54530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The industry standard has shifted from monolithic, "one-shot" releases to highly iterative feedback loops.</a:t>
            </a:r>
            <a:endParaRPr/>
          </a:p>
        </p:txBody>
      </p:sp>
      <p:pic>
        <p:nvPicPr>
          <p:cNvPr id="281" name="Google Shape;28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128837"/>
            <a:ext cx="10648950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PRACTICAL ENGINEERING</a:t>
            </a:r>
            <a:endParaRPr/>
          </a:p>
        </p:txBody>
      </p:sp>
      <p:sp>
        <p:nvSpPr>
          <p:cNvPr id="289" name="Google Shape;289;p25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571500" y="19288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Choosing the Right Model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571500" y="2338387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The selection of an SDLC model is a strategic decision based on: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885825" y="314801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952500" y="31480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Project size and technical complexity.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885825" y="35766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952500" y="357663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Requirement stability and clarity.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885825" y="40052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952500" y="40052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Budgetary and time-to-market constraints.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885825" y="44338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952500" y="4433887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Criticality of the system (Safety, Finance).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4D4659-116A-8B12-00CF-13C44EC61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1822944"/>
            <a:ext cx="4402211" cy="321211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AAEA5804-08AB-FEC9-4138-2E69108E74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57862" y="1947862"/>
            <a:ext cx="6762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295275" y="2995612"/>
            <a:ext cx="1160145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1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"Software is a great combination between artistry and engineering."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5495925" y="4633912"/>
            <a:ext cx="1200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— Bill Gates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75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— Bill Gates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4;p14" descr="image.png">
            <a:extLst>
              <a:ext uri="{FF2B5EF4-FFF2-40B4-BE49-F238E27FC236}">
                <a16:creationId xmlns:a16="http://schemas.microsoft.com/office/drawing/2014/main" id="{A1DC5CFD-3A39-106E-133B-49DF501181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0"/>
          <p:cNvSpPr txBox="1"/>
          <p:nvPr/>
        </p:nvSpPr>
        <p:spPr>
          <a:xfrm>
            <a:off x="295275" y="2138362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 &amp; A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571500" y="3662362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Thank you for your attention!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571500" y="4443412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www.huflit.edu.vn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|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tubtt@huflit.edu.vn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1595</Words>
  <Application>Microsoft Office PowerPoint</Application>
  <PresentationFormat>Widescreen</PresentationFormat>
  <Paragraphs>254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DM Sans</vt:lpstr>
      <vt:lpstr>DM Sans Medium</vt:lpstr>
      <vt:lpstr>Merriweather</vt:lpstr>
      <vt:lpstr>Calibri</vt:lpstr>
      <vt:lpstr>Arial</vt:lpstr>
      <vt:lpstr>Poppins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Sophia BUI</cp:lastModifiedBy>
  <cp:revision>1</cp:revision>
  <cp:lastPrinted>2026-05-10T23:11:27Z</cp:lastPrinted>
  <dcterms:modified xsi:type="dcterms:W3CDTF">2026-05-12T14:12:20Z</dcterms:modified>
</cp:coreProperties>
</file>