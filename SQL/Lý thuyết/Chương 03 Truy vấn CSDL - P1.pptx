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  <p:sldMasterId id="2147483818" r:id="rId5"/>
  </p:sldMasterIdLst>
  <p:notesMasterIdLst>
    <p:notesMasterId r:id="rId55"/>
  </p:notesMasterIdLst>
  <p:sldIdLst>
    <p:sldId id="256" r:id="rId6"/>
    <p:sldId id="258" r:id="rId7"/>
    <p:sldId id="489" r:id="rId8"/>
    <p:sldId id="490" r:id="rId9"/>
    <p:sldId id="498" r:id="rId10"/>
    <p:sldId id="492" r:id="rId11"/>
    <p:sldId id="494" r:id="rId12"/>
    <p:sldId id="495" r:id="rId13"/>
    <p:sldId id="315" r:id="rId14"/>
    <p:sldId id="319" r:id="rId15"/>
    <p:sldId id="497" r:id="rId16"/>
    <p:sldId id="503" r:id="rId17"/>
    <p:sldId id="502" r:id="rId18"/>
    <p:sldId id="528" r:id="rId19"/>
    <p:sldId id="516" r:id="rId20"/>
    <p:sldId id="515" r:id="rId21"/>
    <p:sldId id="504" r:id="rId22"/>
    <p:sldId id="526" r:id="rId23"/>
    <p:sldId id="527" r:id="rId24"/>
    <p:sldId id="514" r:id="rId25"/>
    <p:sldId id="513" r:id="rId26"/>
    <p:sldId id="512" r:id="rId27"/>
    <p:sldId id="511" r:id="rId28"/>
    <p:sldId id="510" r:id="rId29"/>
    <p:sldId id="509" r:id="rId30"/>
    <p:sldId id="508" r:id="rId31"/>
    <p:sldId id="507" r:id="rId32"/>
    <p:sldId id="506" r:id="rId33"/>
    <p:sldId id="505" r:id="rId34"/>
    <p:sldId id="499" r:id="rId35"/>
    <p:sldId id="523" r:id="rId36"/>
    <p:sldId id="522" r:id="rId37"/>
    <p:sldId id="521" r:id="rId38"/>
    <p:sldId id="520" r:id="rId39"/>
    <p:sldId id="519" r:id="rId40"/>
    <p:sldId id="518" r:id="rId41"/>
    <p:sldId id="517" r:id="rId42"/>
    <p:sldId id="321" r:id="rId43"/>
    <p:sldId id="322" r:id="rId44"/>
    <p:sldId id="324" r:id="rId45"/>
    <p:sldId id="325" r:id="rId46"/>
    <p:sldId id="326" r:id="rId47"/>
    <p:sldId id="327" r:id="rId48"/>
    <p:sldId id="330" r:id="rId49"/>
    <p:sldId id="347" r:id="rId50"/>
    <p:sldId id="348" r:id="rId51"/>
    <p:sldId id="473" r:id="rId52"/>
    <p:sldId id="525" r:id="rId53"/>
    <p:sldId id="529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777777"/>
    <a:srgbClr val="FF3333"/>
    <a:srgbClr val="CC0000"/>
    <a:srgbClr val="FF3300"/>
    <a:srgbClr val="FFFF99"/>
    <a:srgbClr val="FF33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1454" autoAdjust="0"/>
  </p:normalViewPr>
  <p:slideViewPr>
    <p:cSldViewPr>
      <p:cViewPr varScale="1">
        <p:scale>
          <a:sx n="80" d="100"/>
          <a:sy n="80" d="100"/>
        </p:scale>
        <p:origin x="1360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ai Tran" userId="996740aabe1fc7dc" providerId="LiveId" clId="{08EF18A9-9F59-0F4F-BB5F-05E26E499D81}"/>
    <pc:docChg chg="undo custSel addSld delSld modSld">
      <pc:chgData name="Minh Thai Tran" userId="996740aabe1fc7dc" providerId="LiveId" clId="{08EF18A9-9F59-0F4F-BB5F-05E26E499D81}" dt="2023-02-22T01:45:53.893" v="346" actId="20577"/>
      <pc:docMkLst>
        <pc:docMk/>
      </pc:docMkLst>
      <pc:sldChg chg="modSp mod">
        <pc:chgData name="Minh Thai Tran" userId="996740aabe1fc7dc" providerId="LiveId" clId="{08EF18A9-9F59-0F4F-BB5F-05E26E499D81}" dt="2023-02-20T04:12:31.630" v="19" actId="20577"/>
        <pc:sldMkLst>
          <pc:docMk/>
          <pc:sldMk cId="0" sldId="256"/>
        </pc:sldMkLst>
      </pc:sldChg>
      <pc:sldChg chg="modSp mod">
        <pc:chgData name="Minh Thai Tran" userId="996740aabe1fc7dc" providerId="LiveId" clId="{08EF18A9-9F59-0F4F-BB5F-05E26E499D81}" dt="2023-02-20T04:12:49.207" v="59" actId="20577"/>
        <pc:sldMkLst>
          <pc:docMk/>
          <pc:sldMk cId="0" sldId="258"/>
        </pc:sldMkLst>
      </pc:sldChg>
      <pc:sldChg chg="modSp mod">
        <pc:chgData name="Minh Thai Tran" userId="996740aabe1fc7dc" providerId="LiveId" clId="{08EF18A9-9F59-0F4F-BB5F-05E26E499D81}" dt="2023-02-21T08:29:53.808" v="337" actId="207"/>
        <pc:sldMkLst>
          <pc:docMk/>
          <pc:sldMk cId="0" sldId="347"/>
        </pc:sldMkLst>
      </pc:sldChg>
      <pc:sldChg chg="modSp mod">
        <pc:chgData name="Minh Thai Tran" userId="996740aabe1fc7dc" providerId="LiveId" clId="{08EF18A9-9F59-0F4F-BB5F-05E26E499D81}" dt="2023-02-21T10:29:04.802" v="342" actId="20577"/>
        <pc:sldMkLst>
          <pc:docMk/>
          <pc:sldMk cId="4163143666" sldId="473"/>
        </pc:sldMkLst>
      </pc:sldChg>
      <pc:sldChg chg="modSp mod">
        <pc:chgData name="Minh Thai Tran" userId="996740aabe1fc7dc" providerId="LiveId" clId="{08EF18A9-9F59-0F4F-BB5F-05E26E499D81}" dt="2023-02-20T07:41:50.527" v="64" actId="207"/>
        <pc:sldMkLst>
          <pc:docMk/>
          <pc:sldMk cId="3175017609" sldId="497"/>
        </pc:sldMkLst>
      </pc:sldChg>
      <pc:sldChg chg="modSp mod">
        <pc:chgData name="Minh Thai Tran" userId="996740aabe1fc7dc" providerId="LiveId" clId="{08EF18A9-9F59-0F4F-BB5F-05E26E499D81}" dt="2023-02-22T01:45:53.893" v="346" actId="20577"/>
        <pc:sldMkLst>
          <pc:docMk/>
          <pc:sldMk cId="3304188286" sldId="499"/>
        </pc:sldMkLst>
      </pc:sldChg>
      <pc:sldChg chg="addSp delSp modSp add mod">
        <pc:chgData name="Minh Thai Tran" userId="996740aabe1fc7dc" providerId="LiveId" clId="{08EF18A9-9F59-0F4F-BB5F-05E26E499D81}" dt="2023-02-20T07:50:11.722" v="286" actId="1076"/>
        <pc:sldMkLst>
          <pc:docMk/>
          <pc:sldMk cId="2084114729" sldId="526"/>
        </pc:sldMkLst>
      </pc:sldChg>
      <pc:sldChg chg="new del">
        <pc:chgData name="Minh Thai Tran" userId="996740aabe1fc7dc" providerId="LiveId" clId="{08EF18A9-9F59-0F4F-BB5F-05E26E499D81}" dt="2023-02-20T07:43:23.434" v="66" actId="2696"/>
        <pc:sldMkLst>
          <pc:docMk/>
          <pc:sldMk cId="3205478829" sldId="526"/>
        </pc:sldMkLst>
      </pc:sldChg>
      <pc:sldChg chg="add del">
        <pc:chgData name="Minh Thai Tran" userId="996740aabe1fc7dc" providerId="LiveId" clId="{08EF18A9-9F59-0F4F-BB5F-05E26E499D81}" dt="2023-02-20T07:49:23.518" v="251"/>
        <pc:sldMkLst>
          <pc:docMk/>
          <pc:sldMk cId="1268317684" sldId="527"/>
        </pc:sldMkLst>
      </pc:sldChg>
      <pc:sldChg chg="addSp delSp modSp add mod">
        <pc:chgData name="Minh Thai Tran" userId="996740aabe1fc7dc" providerId="LiveId" clId="{08EF18A9-9F59-0F4F-BB5F-05E26E499D81}" dt="2023-02-20T07:51:54.045" v="333" actId="1076"/>
        <pc:sldMkLst>
          <pc:docMk/>
          <pc:sldMk cId="3451235936" sldId="527"/>
        </pc:sldMkLst>
      </pc:sldChg>
    </pc:docChg>
  </pc:docChgLst>
  <pc:docChgLst>
    <pc:chgData name="Minh Thai Tran" userId="996740aabe1fc7dc" providerId="LiveId" clId="{39847D16-AA17-9D46-9304-5EF473F225A4}"/>
    <pc:docChg chg="modSld">
      <pc:chgData name="Minh Thai Tran" userId="996740aabe1fc7dc" providerId="LiveId" clId="{39847D16-AA17-9D46-9304-5EF473F225A4}" dt="2025-02-16T12:58:07.676" v="8" actId="20577"/>
      <pc:docMkLst>
        <pc:docMk/>
      </pc:docMkLst>
      <pc:sldChg chg="modSp mod">
        <pc:chgData name="Minh Thai Tran" userId="996740aabe1fc7dc" providerId="LiveId" clId="{39847D16-AA17-9D46-9304-5EF473F225A4}" dt="2025-02-16T12:57:40.253" v="7" actId="20577"/>
        <pc:sldMkLst>
          <pc:docMk/>
          <pc:sldMk cId="0" sldId="256"/>
        </pc:sldMkLst>
        <pc:spChg chg="mod">
          <ac:chgData name="Minh Thai Tran" userId="996740aabe1fc7dc" providerId="LiveId" clId="{39847D16-AA17-9D46-9304-5EF473F225A4}" dt="2025-02-16T12:57:40.253" v="7" actId="20577"/>
          <ac:spMkLst>
            <pc:docMk/>
            <pc:sldMk cId="0" sldId="256"/>
            <ac:spMk id="4100" creationId="{0583E417-2BA2-4416-96D8-7A795EA0F63A}"/>
          </ac:spMkLst>
        </pc:spChg>
      </pc:sldChg>
      <pc:sldChg chg="modSp mod">
        <pc:chgData name="Minh Thai Tran" userId="996740aabe1fc7dc" providerId="LiveId" clId="{39847D16-AA17-9D46-9304-5EF473F225A4}" dt="2025-02-16T12:58:07.676" v="8" actId="20577"/>
        <pc:sldMkLst>
          <pc:docMk/>
          <pc:sldMk cId="4252635693" sldId="495"/>
        </pc:sldMkLst>
        <pc:spChg chg="mod">
          <ac:chgData name="Minh Thai Tran" userId="996740aabe1fc7dc" providerId="LiveId" clId="{39847D16-AA17-9D46-9304-5EF473F225A4}" dt="2025-02-16T12:58:07.676" v="8" actId="20577"/>
          <ac:spMkLst>
            <pc:docMk/>
            <pc:sldMk cId="4252635693" sldId="495"/>
            <ac:spMk id="9221" creationId="{904FDF24-A9C3-489B-9470-6113ACA72AC6}"/>
          </ac:spMkLst>
        </pc:spChg>
      </pc:sldChg>
    </pc:docChg>
  </pc:docChgLst>
  <pc:docChgLst>
    <pc:chgData name="Minh Thai Tran" userId="996740aabe1fc7dc" providerId="Windows Live" clId="Web-{C99122B6-2EB8-4E7D-9DBD-58F2728E0777}"/>
    <pc:docChg chg="addSld delSld modSld sldOrd">
      <pc:chgData name="Minh Thai Tran" userId="996740aabe1fc7dc" providerId="Windows Live" clId="Web-{C99122B6-2EB8-4E7D-9DBD-58F2728E0777}" dt="2022-03-18T00:28:58.959" v="141" actId="20577"/>
      <pc:docMkLst>
        <pc:docMk/>
      </pc:docMkLst>
      <pc:sldChg chg="modSp">
        <pc:chgData name="Minh Thai Tran" userId="996740aabe1fc7dc" providerId="Windows Live" clId="Web-{C99122B6-2EB8-4E7D-9DBD-58F2728E0777}" dt="2022-03-18T00:25:41.064" v="83" actId="20577"/>
        <pc:sldMkLst>
          <pc:docMk/>
          <pc:sldMk cId="0" sldId="296"/>
        </pc:sldMkLst>
      </pc:sldChg>
      <pc:sldChg chg="del">
        <pc:chgData name="Minh Thai Tran" userId="996740aabe1fc7dc" providerId="Windows Live" clId="Web-{C99122B6-2EB8-4E7D-9DBD-58F2728E0777}" dt="2022-03-18T00:21:39.152" v="38"/>
        <pc:sldMkLst>
          <pc:docMk/>
          <pc:sldMk cId="0" sldId="297"/>
        </pc:sldMkLst>
      </pc:sldChg>
      <pc:sldChg chg="del">
        <pc:chgData name="Minh Thai Tran" userId="996740aabe1fc7dc" providerId="Windows Live" clId="Web-{C99122B6-2EB8-4E7D-9DBD-58F2728E0777}" dt="2022-03-18T00:21:39.152" v="37"/>
        <pc:sldMkLst>
          <pc:docMk/>
          <pc:sldMk cId="0" sldId="298"/>
        </pc:sldMkLst>
      </pc:sldChg>
      <pc:sldChg chg="del">
        <pc:chgData name="Minh Thai Tran" userId="996740aabe1fc7dc" providerId="Windows Live" clId="Web-{C99122B6-2EB8-4E7D-9DBD-58F2728E0777}" dt="2022-03-18T00:21:39.121" v="31"/>
        <pc:sldMkLst>
          <pc:docMk/>
          <pc:sldMk cId="0" sldId="305"/>
        </pc:sldMkLst>
      </pc:sldChg>
      <pc:sldChg chg="del">
        <pc:chgData name="Minh Thai Tran" userId="996740aabe1fc7dc" providerId="Windows Live" clId="Web-{C99122B6-2EB8-4E7D-9DBD-58F2728E0777}" dt="2022-03-18T00:21:39.121" v="32"/>
        <pc:sldMkLst>
          <pc:docMk/>
          <pc:sldMk cId="0" sldId="306"/>
        </pc:sldMkLst>
      </pc:sldChg>
      <pc:sldChg chg="del">
        <pc:chgData name="Minh Thai Tran" userId="996740aabe1fc7dc" providerId="Windows Live" clId="Web-{C99122B6-2EB8-4E7D-9DBD-58F2728E0777}" dt="2022-03-18T00:21:39.121" v="30"/>
        <pc:sldMkLst>
          <pc:docMk/>
          <pc:sldMk cId="0" sldId="307"/>
        </pc:sldMkLst>
      </pc:sldChg>
      <pc:sldChg chg="del">
        <pc:chgData name="Minh Thai Tran" userId="996740aabe1fc7dc" providerId="Windows Live" clId="Web-{C99122B6-2EB8-4E7D-9DBD-58F2728E0777}" dt="2022-03-18T00:21:39.105" v="29"/>
        <pc:sldMkLst>
          <pc:docMk/>
          <pc:sldMk cId="0" sldId="308"/>
        </pc:sldMkLst>
      </pc:sldChg>
      <pc:sldChg chg="del">
        <pc:chgData name="Minh Thai Tran" userId="996740aabe1fc7dc" providerId="Windows Live" clId="Web-{C99122B6-2EB8-4E7D-9DBD-58F2728E0777}" dt="2022-03-18T00:21:39.105" v="28"/>
        <pc:sldMkLst>
          <pc:docMk/>
          <pc:sldMk cId="0" sldId="309"/>
        </pc:sldMkLst>
      </pc:sldChg>
      <pc:sldChg chg="del">
        <pc:chgData name="Minh Thai Tran" userId="996740aabe1fc7dc" providerId="Windows Live" clId="Web-{C99122B6-2EB8-4E7D-9DBD-58F2728E0777}" dt="2022-03-18T00:21:39.105" v="27"/>
        <pc:sldMkLst>
          <pc:docMk/>
          <pc:sldMk cId="0" sldId="310"/>
        </pc:sldMkLst>
      </pc:sldChg>
      <pc:sldChg chg="del">
        <pc:chgData name="Minh Thai Tran" userId="996740aabe1fc7dc" providerId="Windows Live" clId="Web-{C99122B6-2EB8-4E7D-9DBD-58F2728E0777}" dt="2022-03-18T00:21:39.105" v="26"/>
        <pc:sldMkLst>
          <pc:docMk/>
          <pc:sldMk cId="0" sldId="311"/>
        </pc:sldMkLst>
      </pc:sldChg>
      <pc:sldChg chg="del">
        <pc:chgData name="Minh Thai Tran" userId="996740aabe1fc7dc" providerId="Windows Live" clId="Web-{C99122B6-2EB8-4E7D-9DBD-58F2728E0777}" dt="2022-03-18T00:21:39.089" v="24"/>
        <pc:sldMkLst>
          <pc:docMk/>
          <pc:sldMk cId="0" sldId="312"/>
        </pc:sldMkLst>
      </pc:sldChg>
      <pc:sldChg chg="del">
        <pc:chgData name="Minh Thai Tran" userId="996740aabe1fc7dc" providerId="Windows Live" clId="Web-{C99122B6-2EB8-4E7D-9DBD-58F2728E0777}" dt="2022-03-18T00:21:39.074" v="21"/>
        <pc:sldMkLst>
          <pc:docMk/>
          <pc:sldMk cId="0" sldId="314"/>
        </pc:sldMkLst>
      </pc:sldChg>
      <pc:sldChg chg="ord">
        <pc:chgData name="Minh Thai Tran" userId="996740aabe1fc7dc" providerId="Windows Live" clId="Web-{C99122B6-2EB8-4E7D-9DBD-58F2728E0777}" dt="2022-03-18T00:22:03.871" v="40"/>
        <pc:sldMkLst>
          <pc:docMk/>
          <pc:sldMk cId="0" sldId="315"/>
        </pc:sldMkLst>
      </pc:sldChg>
      <pc:sldChg chg="del">
        <pc:chgData name="Minh Thai Tran" userId="996740aabe1fc7dc" providerId="Windows Live" clId="Web-{C99122B6-2EB8-4E7D-9DBD-58F2728E0777}" dt="2022-03-18T00:21:39.089" v="23"/>
        <pc:sldMkLst>
          <pc:docMk/>
          <pc:sldMk cId="0" sldId="316"/>
        </pc:sldMkLst>
      </pc:sldChg>
      <pc:sldChg chg="del">
        <pc:chgData name="Minh Thai Tran" userId="996740aabe1fc7dc" providerId="Windows Live" clId="Web-{C99122B6-2EB8-4E7D-9DBD-58F2728E0777}" dt="2022-03-18T00:21:39.074" v="22"/>
        <pc:sldMkLst>
          <pc:docMk/>
          <pc:sldMk cId="0" sldId="317"/>
        </pc:sldMkLst>
      </pc:sldChg>
      <pc:sldChg chg="del">
        <pc:chgData name="Minh Thai Tran" userId="996740aabe1fc7dc" providerId="Windows Live" clId="Web-{C99122B6-2EB8-4E7D-9DBD-58F2728E0777}" dt="2022-03-18T00:21:39.074" v="20"/>
        <pc:sldMkLst>
          <pc:docMk/>
          <pc:sldMk cId="0" sldId="318"/>
        </pc:sldMkLst>
      </pc:sldChg>
      <pc:sldChg chg="del">
        <pc:chgData name="Minh Thai Tran" userId="996740aabe1fc7dc" providerId="Windows Live" clId="Web-{C99122B6-2EB8-4E7D-9DBD-58F2728E0777}" dt="2022-03-18T00:21:39.089" v="25"/>
        <pc:sldMkLst>
          <pc:docMk/>
          <pc:sldMk cId="0" sldId="435"/>
        </pc:sldMkLst>
      </pc:sldChg>
      <pc:sldChg chg="del">
        <pc:chgData name="Minh Thai Tran" userId="996740aabe1fc7dc" providerId="Windows Live" clId="Web-{C99122B6-2EB8-4E7D-9DBD-58F2728E0777}" dt="2022-03-18T00:21:39.136" v="35"/>
        <pc:sldMkLst>
          <pc:docMk/>
          <pc:sldMk cId="0" sldId="445"/>
        </pc:sldMkLst>
      </pc:sldChg>
      <pc:sldChg chg="del">
        <pc:chgData name="Minh Thai Tran" userId="996740aabe1fc7dc" providerId="Windows Live" clId="Web-{C99122B6-2EB8-4E7D-9DBD-58F2728E0777}" dt="2022-03-18T00:21:39.136" v="36"/>
        <pc:sldMkLst>
          <pc:docMk/>
          <pc:sldMk cId="0" sldId="447"/>
        </pc:sldMkLst>
      </pc:sldChg>
      <pc:sldChg chg="del">
        <pc:chgData name="Minh Thai Tran" userId="996740aabe1fc7dc" providerId="Windows Live" clId="Web-{C99122B6-2EB8-4E7D-9DBD-58F2728E0777}" dt="2022-03-18T00:21:39.121" v="33"/>
        <pc:sldMkLst>
          <pc:docMk/>
          <pc:sldMk cId="0" sldId="448"/>
        </pc:sldMkLst>
      </pc:sldChg>
      <pc:sldChg chg="del">
        <pc:chgData name="Minh Thai Tran" userId="996740aabe1fc7dc" providerId="Windows Live" clId="Web-{C99122B6-2EB8-4E7D-9DBD-58F2728E0777}" dt="2022-03-18T00:21:39.058" v="18"/>
        <pc:sldMkLst>
          <pc:docMk/>
          <pc:sldMk cId="0" sldId="449"/>
        </pc:sldMkLst>
      </pc:sldChg>
      <pc:sldChg chg="del">
        <pc:chgData name="Minh Thai Tran" userId="996740aabe1fc7dc" providerId="Windows Live" clId="Web-{C99122B6-2EB8-4E7D-9DBD-58F2728E0777}" dt="2022-03-18T00:21:39.058" v="17"/>
        <pc:sldMkLst>
          <pc:docMk/>
          <pc:sldMk cId="0" sldId="450"/>
        </pc:sldMkLst>
      </pc:sldChg>
      <pc:sldChg chg="del">
        <pc:chgData name="Minh Thai Tran" userId="996740aabe1fc7dc" providerId="Windows Live" clId="Web-{C99122B6-2EB8-4E7D-9DBD-58F2728E0777}" dt="2022-03-18T00:21:39.042" v="16"/>
        <pc:sldMkLst>
          <pc:docMk/>
          <pc:sldMk cId="0" sldId="451"/>
        </pc:sldMkLst>
      </pc:sldChg>
      <pc:sldChg chg="del">
        <pc:chgData name="Minh Thai Tran" userId="996740aabe1fc7dc" providerId="Windows Live" clId="Web-{C99122B6-2EB8-4E7D-9DBD-58F2728E0777}" dt="2022-03-18T00:21:39.042" v="15"/>
        <pc:sldMkLst>
          <pc:docMk/>
          <pc:sldMk cId="0" sldId="452"/>
        </pc:sldMkLst>
      </pc:sldChg>
      <pc:sldChg chg="del">
        <pc:chgData name="Minh Thai Tran" userId="996740aabe1fc7dc" providerId="Windows Live" clId="Web-{C99122B6-2EB8-4E7D-9DBD-58F2728E0777}" dt="2022-03-18T00:21:39.027" v="14"/>
        <pc:sldMkLst>
          <pc:docMk/>
          <pc:sldMk cId="0" sldId="453"/>
        </pc:sldMkLst>
      </pc:sldChg>
      <pc:sldChg chg="del">
        <pc:chgData name="Minh Thai Tran" userId="996740aabe1fc7dc" providerId="Windows Live" clId="Web-{C99122B6-2EB8-4E7D-9DBD-58F2728E0777}" dt="2022-03-18T00:21:39.027" v="13"/>
        <pc:sldMkLst>
          <pc:docMk/>
          <pc:sldMk cId="0" sldId="454"/>
        </pc:sldMkLst>
      </pc:sldChg>
      <pc:sldChg chg="del">
        <pc:chgData name="Minh Thai Tran" userId="996740aabe1fc7dc" providerId="Windows Live" clId="Web-{C99122B6-2EB8-4E7D-9DBD-58F2728E0777}" dt="2022-03-18T00:21:39.027" v="12"/>
        <pc:sldMkLst>
          <pc:docMk/>
          <pc:sldMk cId="0" sldId="455"/>
        </pc:sldMkLst>
      </pc:sldChg>
      <pc:sldChg chg="del">
        <pc:chgData name="Minh Thai Tran" userId="996740aabe1fc7dc" providerId="Windows Live" clId="Web-{C99122B6-2EB8-4E7D-9DBD-58F2728E0777}" dt="2022-03-18T00:21:39.011" v="11"/>
        <pc:sldMkLst>
          <pc:docMk/>
          <pc:sldMk cId="0" sldId="456"/>
        </pc:sldMkLst>
      </pc:sldChg>
      <pc:sldChg chg="del">
        <pc:chgData name="Minh Thai Tran" userId="996740aabe1fc7dc" providerId="Windows Live" clId="Web-{C99122B6-2EB8-4E7D-9DBD-58F2728E0777}" dt="2022-03-18T00:21:39.011" v="10"/>
        <pc:sldMkLst>
          <pc:docMk/>
          <pc:sldMk cId="0" sldId="457"/>
        </pc:sldMkLst>
      </pc:sldChg>
      <pc:sldChg chg="del">
        <pc:chgData name="Minh Thai Tran" userId="996740aabe1fc7dc" providerId="Windows Live" clId="Web-{C99122B6-2EB8-4E7D-9DBD-58F2728E0777}" dt="2022-03-18T00:21:39.011" v="9"/>
        <pc:sldMkLst>
          <pc:docMk/>
          <pc:sldMk cId="0" sldId="458"/>
        </pc:sldMkLst>
      </pc:sldChg>
      <pc:sldChg chg="del">
        <pc:chgData name="Minh Thai Tran" userId="996740aabe1fc7dc" providerId="Windows Live" clId="Web-{C99122B6-2EB8-4E7D-9DBD-58F2728E0777}" dt="2022-03-18T00:21:38.996" v="8"/>
        <pc:sldMkLst>
          <pc:docMk/>
          <pc:sldMk cId="0" sldId="459"/>
        </pc:sldMkLst>
      </pc:sldChg>
      <pc:sldChg chg="del">
        <pc:chgData name="Minh Thai Tran" userId="996740aabe1fc7dc" providerId="Windows Live" clId="Web-{C99122B6-2EB8-4E7D-9DBD-58F2728E0777}" dt="2022-03-18T00:21:38.996" v="7"/>
        <pc:sldMkLst>
          <pc:docMk/>
          <pc:sldMk cId="0" sldId="460"/>
        </pc:sldMkLst>
      </pc:sldChg>
      <pc:sldChg chg="del">
        <pc:chgData name="Minh Thai Tran" userId="996740aabe1fc7dc" providerId="Windows Live" clId="Web-{C99122B6-2EB8-4E7D-9DBD-58F2728E0777}" dt="2022-03-18T00:21:38.949" v="5"/>
        <pc:sldMkLst>
          <pc:docMk/>
          <pc:sldMk cId="0" sldId="461"/>
        </pc:sldMkLst>
      </pc:sldChg>
      <pc:sldChg chg="del">
        <pc:chgData name="Minh Thai Tran" userId="996740aabe1fc7dc" providerId="Windows Live" clId="Web-{C99122B6-2EB8-4E7D-9DBD-58F2728E0777}" dt="2022-03-18T00:21:38.902" v="3"/>
        <pc:sldMkLst>
          <pc:docMk/>
          <pc:sldMk cId="0" sldId="462"/>
        </pc:sldMkLst>
      </pc:sldChg>
      <pc:sldChg chg="del">
        <pc:chgData name="Minh Thai Tran" userId="996740aabe1fc7dc" providerId="Windows Live" clId="Web-{C99122B6-2EB8-4E7D-9DBD-58F2728E0777}" dt="2022-03-18T00:21:38.902" v="2"/>
        <pc:sldMkLst>
          <pc:docMk/>
          <pc:sldMk cId="0" sldId="463"/>
        </pc:sldMkLst>
      </pc:sldChg>
      <pc:sldChg chg="del">
        <pc:chgData name="Minh Thai Tran" userId="996740aabe1fc7dc" providerId="Windows Live" clId="Web-{C99122B6-2EB8-4E7D-9DBD-58F2728E0777}" dt="2022-03-18T00:21:38.902" v="1"/>
        <pc:sldMkLst>
          <pc:docMk/>
          <pc:sldMk cId="0" sldId="464"/>
        </pc:sldMkLst>
      </pc:sldChg>
      <pc:sldChg chg="del">
        <pc:chgData name="Minh Thai Tran" userId="996740aabe1fc7dc" providerId="Windows Live" clId="Web-{C99122B6-2EB8-4E7D-9DBD-58F2728E0777}" dt="2022-03-18T00:21:38.886" v="0"/>
        <pc:sldMkLst>
          <pc:docMk/>
          <pc:sldMk cId="0" sldId="465"/>
        </pc:sldMkLst>
      </pc:sldChg>
      <pc:sldChg chg="del">
        <pc:chgData name="Minh Thai Tran" userId="996740aabe1fc7dc" providerId="Windows Live" clId="Web-{C99122B6-2EB8-4E7D-9DBD-58F2728E0777}" dt="2022-03-18T00:21:39.136" v="34"/>
        <pc:sldMkLst>
          <pc:docMk/>
          <pc:sldMk cId="1682973598" sldId="469"/>
        </pc:sldMkLst>
      </pc:sldChg>
      <pc:sldChg chg="del">
        <pc:chgData name="Minh Thai Tran" userId="996740aabe1fc7dc" providerId="Windows Live" clId="Web-{C99122B6-2EB8-4E7D-9DBD-58F2728E0777}" dt="2022-03-18T00:21:39.058" v="19"/>
        <pc:sldMkLst>
          <pc:docMk/>
          <pc:sldMk cId="3483474326" sldId="470"/>
        </pc:sldMkLst>
      </pc:sldChg>
      <pc:sldChg chg="del">
        <pc:chgData name="Minh Thai Tran" userId="996740aabe1fc7dc" providerId="Windows Live" clId="Web-{C99122B6-2EB8-4E7D-9DBD-58F2728E0777}" dt="2022-03-18T00:21:38.964" v="6"/>
        <pc:sldMkLst>
          <pc:docMk/>
          <pc:sldMk cId="131949152" sldId="471"/>
        </pc:sldMkLst>
      </pc:sldChg>
      <pc:sldChg chg="del">
        <pc:chgData name="Minh Thai Tran" userId="996740aabe1fc7dc" providerId="Windows Live" clId="Web-{C99122B6-2EB8-4E7D-9DBD-58F2728E0777}" dt="2022-03-18T00:21:38.917" v="4"/>
        <pc:sldMkLst>
          <pc:docMk/>
          <pc:sldMk cId="3246989678" sldId="472"/>
        </pc:sldMkLst>
      </pc:sldChg>
      <pc:sldChg chg="modSp new">
        <pc:chgData name="Minh Thai Tran" userId="996740aabe1fc7dc" providerId="Windows Live" clId="Web-{C99122B6-2EB8-4E7D-9DBD-58F2728E0777}" dt="2022-03-18T00:25:35.845" v="82" actId="20577"/>
        <pc:sldMkLst>
          <pc:docMk/>
          <pc:sldMk cId="3722966685" sldId="489"/>
        </pc:sldMkLst>
      </pc:sldChg>
      <pc:sldChg chg="modSp new">
        <pc:chgData name="Minh Thai Tran" userId="996740aabe1fc7dc" providerId="Windows Live" clId="Web-{C99122B6-2EB8-4E7D-9DBD-58F2728E0777}" dt="2022-03-18T00:25:46.939" v="86" actId="20577"/>
        <pc:sldMkLst>
          <pc:docMk/>
          <pc:sldMk cId="653415116" sldId="490"/>
        </pc:sldMkLst>
      </pc:sldChg>
      <pc:sldChg chg="modSp new">
        <pc:chgData name="Minh Thai Tran" userId="996740aabe1fc7dc" providerId="Windows Live" clId="Web-{C99122B6-2EB8-4E7D-9DBD-58F2728E0777}" dt="2022-03-18T00:27:33.800" v="108" actId="20577"/>
        <pc:sldMkLst>
          <pc:docMk/>
          <pc:sldMk cId="1946371264" sldId="491"/>
        </pc:sldMkLst>
      </pc:sldChg>
      <pc:sldChg chg="modSp new">
        <pc:chgData name="Minh Thai Tran" userId="996740aabe1fc7dc" providerId="Windows Live" clId="Web-{C99122B6-2EB8-4E7D-9DBD-58F2728E0777}" dt="2022-03-18T00:28:11.317" v="133" actId="20577"/>
        <pc:sldMkLst>
          <pc:docMk/>
          <pc:sldMk cId="2129873330" sldId="492"/>
        </pc:sldMkLst>
      </pc:sldChg>
      <pc:sldChg chg="modSp new">
        <pc:chgData name="Minh Thai Tran" userId="996740aabe1fc7dc" providerId="Windows Live" clId="Web-{C99122B6-2EB8-4E7D-9DBD-58F2728E0777}" dt="2022-03-18T00:28:58.959" v="141" actId="20577"/>
        <pc:sldMkLst>
          <pc:docMk/>
          <pc:sldMk cId="1902681469" sldId="493"/>
        </pc:sldMkLst>
      </pc:sldChg>
    </pc:docChg>
  </pc:docChgLst>
  <pc:docChgLst>
    <pc:chgData name="Minh Thai Tran" userId="996740aabe1fc7dc" providerId="LiveId" clId="{9DF81D08-49C8-994A-8EC1-E36442896B57}"/>
    <pc:docChg chg="custSel modSld">
      <pc:chgData name="Minh Thai Tran" userId="996740aabe1fc7dc" providerId="LiveId" clId="{9DF81D08-49C8-994A-8EC1-E36442896B57}" dt="2022-03-18T08:03:31.390" v="111" actId="20577"/>
      <pc:docMkLst>
        <pc:docMk/>
      </pc:docMkLst>
      <pc:sldChg chg="modSp mod">
        <pc:chgData name="Minh Thai Tran" userId="996740aabe1fc7dc" providerId="LiveId" clId="{9DF81D08-49C8-994A-8EC1-E36442896B57}" dt="2022-03-18T08:03:31.390" v="111" actId="20577"/>
        <pc:sldMkLst>
          <pc:docMk/>
          <pc:sldMk cId="4163143666" sldId="473"/>
        </pc:sldMkLst>
      </pc:sldChg>
      <pc:sldChg chg="modSp mod">
        <pc:chgData name="Minh Thai Tran" userId="996740aabe1fc7dc" providerId="LiveId" clId="{9DF81D08-49C8-994A-8EC1-E36442896B57}" dt="2022-03-18T07:04:18.221" v="81" actId="313"/>
        <pc:sldMkLst>
          <pc:docMk/>
          <pc:sldMk cId="3304188286" sldId="499"/>
        </pc:sldMkLst>
      </pc:sldChg>
    </pc:docChg>
  </pc:docChgLst>
  <pc:docChgLst>
    <pc:chgData name="HUFLIT - Thái Trần Minh" userId="843ebdbe-4c4e-4d24-ae24-ce84af2f2400" providerId="ADAL" clId="{E8EFC310-69EB-4303-B8D5-77F2058AF62A}"/>
    <pc:docChg chg="undo custSel addSld delSld modSld sldOrd">
      <pc:chgData name="HUFLIT - Thái Trần Minh" userId="843ebdbe-4c4e-4d24-ae24-ce84af2f2400" providerId="ADAL" clId="{E8EFC310-69EB-4303-B8D5-77F2058AF62A}" dt="2020-05-05T08:28:46.341" v="1908" actId="22"/>
      <pc:docMkLst>
        <pc:docMk/>
      </pc:docMkLst>
      <pc:sldChg chg="modSp mod">
        <pc:chgData name="HUFLIT - Thái Trần Minh" userId="843ebdbe-4c4e-4d24-ae24-ce84af2f2400" providerId="ADAL" clId="{E8EFC310-69EB-4303-B8D5-77F2058AF62A}" dt="2020-04-06T10:34:15.968" v="58" actId="20577"/>
        <pc:sldMkLst>
          <pc:docMk/>
          <pc:sldMk cId="0" sldId="256"/>
        </pc:sldMkLst>
      </pc:sldChg>
      <pc:sldChg chg="modSp mod">
        <pc:chgData name="HUFLIT - Thái Trần Minh" userId="843ebdbe-4c4e-4d24-ae24-ce84af2f2400" providerId="ADAL" clId="{E8EFC310-69EB-4303-B8D5-77F2058AF62A}" dt="2020-04-21T03:27:26.328" v="1018" actId="13926"/>
        <pc:sldMkLst>
          <pc:docMk/>
          <pc:sldMk cId="0" sldId="321"/>
        </pc:sldMkLst>
      </pc:sldChg>
      <pc:sldChg chg="modSp mod">
        <pc:chgData name="HUFLIT - Thái Trần Minh" userId="843ebdbe-4c4e-4d24-ae24-ce84af2f2400" providerId="ADAL" clId="{E8EFC310-69EB-4303-B8D5-77F2058AF62A}" dt="2020-04-21T07:08:16.006" v="1068" actId="20577"/>
        <pc:sldMkLst>
          <pc:docMk/>
          <pc:sldMk cId="0" sldId="342"/>
        </pc:sldMkLst>
      </pc:sldChg>
      <pc:sldChg chg="addSp delSp modSp del mod modAnim">
        <pc:chgData name="HUFLIT - Thái Trần Minh" userId="843ebdbe-4c4e-4d24-ae24-ce84af2f2400" providerId="ADAL" clId="{E8EFC310-69EB-4303-B8D5-77F2058AF62A}" dt="2020-04-28T06:11:38.652" v="1663" actId="47"/>
        <pc:sldMkLst>
          <pc:docMk/>
          <pc:sldMk cId="0" sldId="352"/>
        </pc:sldMkLst>
      </pc:sldChg>
      <pc:sldChg chg="modSp mod">
        <pc:chgData name="HUFLIT - Thái Trần Minh" userId="843ebdbe-4c4e-4d24-ae24-ce84af2f2400" providerId="ADAL" clId="{E8EFC310-69EB-4303-B8D5-77F2058AF62A}" dt="2020-04-28T06:48:00.693" v="1685" actId="20577"/>
        <pc:sldMkLst>
          <pc:docMk/>
          <pc:sldMk cId="0" sldId="360"/>
        </pc:sldMkLst>
      </pc:sldChg>
      <pc:sldChg chg="addSp modSp mod">
        <pc:chgData name="HUFLIT - Thái Trần Minh" userId="843ebdbe-4c4e-4d24-ae24-ce84af2f2400" providerId="ADAL" clId="{E8EFC310-69EB-4303-B8D5-77F2058AF62A}" dt="2020-05-05T00:38:39.547" v="1730" actId="20577"/>
        <pc:sldMkLst>
          <pc:docMk/>
          <pc:sldMk cId="0" sldId="370"/>
        </pc:sldMkLst>
      </pc:sldChg>
      <pc:sldChg chg="addSp delSp modSp mod">
        <pc:chgData name="HUFLIT - Thái Trần Minh" userId="843ebdbe-4c4e-4d24-ae24-ce84af2f2400" providerId="ADAL" clId="{E8EFC310-69EB-4303-B8D5-77F2058AF62A}" dt="2020-05-04T23:41:14.209" v="1704" actId="478"/>
        <pc:sldMkLst>
          <pc:docMk/>
          <pc:sldMk cId="0" sldId="371"/>
        </pc:sldMkLst>
      </pc:sldChg>
      <pc:sldChg chg="modSp mod">
        <pc:chgData name="HUFLIT - Thái Trần Minh" userId="843ebdbe-4c4e-4d24-ae24-ce84af2f2400" providerId="ADAL" clId="{E8EFC310-69EB-4303-B8D5-77F2058AF62A}" dt="2020-04-14T04:01:16.478" v="985" actId="20577"/>
        <pc:sldMkLst>
          <pc:docMk/>
          <pc:sldMk cId="0" sldId="448"/>
        </pc:sldMkLst>
      </pc:sldChg>
      <pc:sldChg chg="modSp mod">
        <pc:chgData name="HUFLIT - Thái Trần Minh" userId="843ebdbe-4c4e-4d24-ae24-ce84af2f2400" providerId="ADAL" clId="{E8EFC310-69EB-4303-B8D5-77F2058AF62A}" dt="2020-04-08T01:56:28.366" v="785" actId="12"/>
        <pc:sldMkLst>
          <pc:docMk/>
          <pc:sldMk cId="0" sldId="449"/>
        </pc:sldMkLst>
      </pc:sldChg>
      <pc:sldChg chg="modSp mod">
        <pc:chgData name="HUFLIT - Thái Trần Minh" userId="843ebdbe-4c4e-4d24-ae24-ce84af2f2400" providerId="ADAL" clId="{E8EFC310-69EB-4303-B8D5-77F2058AF62A}" dt="2020-04-14T03:41:14.528" v="919" actId="20577"/>
        <pc:sldMkLst>
          <pc:docMk/>
          <pc:sldMk cId="0" sldId="459"/>
        </pc:sldMkLst>
      </pc:sldChg>
      <pc:sldChg chg="modSp mod modAnim">
        <pc:chgData name="HUFLIT - Thái Trần Minh" userId="843ebdbe-4c4e-4d24-ae24-ce84af2f2400" providerId="ADAL" clId="{E8EFC310-69EB-4303-B8D5-77F2058AF62A}" dt="2020-04-14T03:47:41.946" v="945"/>
        <pc:sldMkLst>
          <pc:docMk/>
          <pc:sldMk cId="0" sldId="460"/>
        </pc:sldMkLst>
      </pc:sldChg>
      <pc:sldChg chg="delSp modSp mod modAnim">
        <pc:chgData name="HUFLIT - Thái Trần Minh" userId="843ebdbe-4c4e-4d24-ae24-ce84af2f2400" providerId="ADAL" clId="{E8EFC310-69EB-4303-B8D5-77F2058AF62A}" dt="2020-04-14T07:58:59.704" v="987" actId="478"/>
        <pc:sldMkLst>
          <pc:docMk/>
          <pc:sldMk cId="0" sldId="461"/>
        </pc:sldMkLst>
      </pc:sldChg>
      <pc:sldChg chg="modSp add del mod">
        <pc:chgData name="HUFLIT - Thái Trần Minh" userId="843ebdbe-4c4e-4d24-ae24-ce84af2f2400" providerId="ADAL" clId="{E8EFC310-69EB-4303-B8D5-77F2058AF62A}" dt="2020-04-06T10:45:22.074" v="85" actId="47"/>
        <pc:sldMkLst>
          <pc:docMk/>
          <pc:sldMk cId="1096692532" sldId="469"/>
        </pc:sldMkLst>
      </pc:sldChg>
      <pc:sldChg chg="modSp add mod">
        <pc:chgData name="HUFLIT - Thái Trần Minh" userId="843ebdbe-4c4e-4d24-ae24-ce84af2f2400" providerId="ADAL" clId="{E8EFC310-69EB-4303-B8D5-77F2058AF62A}" dt="2020-04-06T10:48:37.106" v="275" actId="20577"/>
        <pc:sldMkLst>
          <pc:docMk/>
          <pc:sldMk cId="1682973598" sldId="469"/>
        </pc:sldMkLst>
      </pc:sldChg>
      <pc:sldChg chg="modSp add mod">
        <pc:chgData name="HUFLIT - Thái Trần Minh" userId="843ebdbe-4c4e-4d24-ae24-ce84af2f2400" providerId="ADAL" clId="{E8EFC310-69EB-4303-B8D5-77F2058AF62A}" dt="2020-04-21T01:20:21.286" v="989" actId="20577"/>
        <pc:sldMkLst>
          <pc:docMk/>
          <pc:sldMk cId="3483474326" sldId="470"/>
        </pc:sldMkLst>
      </pc:sldChg>
      <pc:sldChg chg="delSp add modAnim">
        <pc:chgData name="HUFLIT - Thái Trần Minh" userId="843ebdbe-4c4e-4d24-ae24-ce84af2f2400" providerId="ADAL" clId="{E8EFC310-69EB-4303-B8D5-77F2058AF62A}" dt="2020-04-14T03:48:16.230" v="949" actId="478"/>
        <pc:sldMkLst>
          <pc:docMk/>
          <pc:sldMk cId="131949152" sldId="471"/>
        </pc:sldMkLst>
      </pc:sldChg>
      <pc:sldChg chg="addSp delSp modSp add mod modAnim">
        <pc:chgData name="HUFLIT - Thái Trần Minh" userId="843ebdbe-4c4e-4d24-ae24-ce84af2f2400" providerId="ADAL" clId="{E8EFC310-69EB-4303-B8D5-77F2058AF62A}" dt="2020-04-14T03:51:47.250" v="978" actId="20577"/>
        <pc:sldMkLst>
          <pc:docMk/>
          <pc:sldMk cId="3246989678" sldId="472"/>
        </pc:sldMkLst>
      </pc:sldChg>
      <pc:sldChg chg="modSp new mod">
        <pc:chgData name="HUFLIT - Thái Trần Minh" userId="843ebdbe-4c4e-4d24-ae24-ce84af2f2400" providerId="ADAL" clId="{E8EFC310-69EB-4303-B8D5-77F2058AF62A}" dt="2020-04-28T05:46:13.391" v="1407" actId="255"/>
        <pc:sldMkLst>
          <pc:docMk/>
          <pc:sldMk cId="4163143666" sldId="473"/>
        </pc:sldMkLst>
      </pc:sldChg>
      <pc:sldChg chg="new del">
        <pc:chgData name="HUFLIT - Thái Trần Minh" userId="843ebdbe-4c4e-4d24-ae24-ce84af2f2400" providerId="ADAL" clId="{E8EFC310-69EB-4303-B8D5-77F2058AF62A}" dt="2020-04-28T05:59:08.431" v="1409" actId="47"/>
        <pc:sldMkLst>
          <pc:docMk/>
          <pc:sldMk cId="1935797353" sldId="474"/>
        </pc:sldMkLst>
      </pc:sldChg>
      <pc:sldChg chg="delSp modSp add del mod ord">
        <pc:chgData name="HUFLIT - Thái Trần Minh" userId="843ebdbe-4c4e-4d24-ae24-ce84af2f2400" providerId="ADAL" clId="{E8EFC310-69EB-4303-B8D5-77F2058AF62A}" dt="2020-05-05T08:28:41.193" v="1907" actId="2696"/>
        <pc:sldMkLst>
          <pc:docMk/>
          <pc:sldMk cId="2839813637" sldId="474"/>
        </pc:sldMkLst>
      </pc:sldChg>
      <pc:sldChg chg="delSp modSp add del mod">
        <pc:chgData name="HUFLIT - Thái Trần Minh" userId="843ebdbe-4c4e-4d24-ae24-ce84af2f2400" providerId="ADAL" clId="{E8EFC310-69EB-4303-B8D5-77F2058AF62A}" dt="2020-05-05T08:28:41.193" v="1907" actId="2696"/>
        <pc:sldMkLst>
          <pc:docMk/>
          <pc:sldMk cId="4152997724" sldId="475"/>
        </pc:sldMkLst>
      </pc:sldChg>
      <pc:sldChg chg="delSp modSp add del mod">
        <pc:chgData name="HUFLIT - Thái Trần Minh" userId="843ebdbe-4c4e-4d24-ae24-ce84af2f2400" providerId="ADAL" clId="{E8EFC310-69EB-4303-B8D5-77F2058AF62A}" dt="2020-05-05T08:28:41.193" v="1907" actId="2696"/>
        <pc:sldMkLst>
          <pc:docMk/>
          <pc:sldMk cId="694979237" sldId="476"/>
        </pc:sldMkLst>
      </pc:sldChg>
      <pc:sldChg chg="add">
        <pc:chgData name="HUFLIT - Thái Trần Minh" userId="843ebdbe-4c4e-4d24-ae24-ce84af2f2400" providerId="ADAL" clId="{E8EFC310-69EB-4303-B8D5-77F2058AF62A}" dt="2020-04-28T06:05:17.973" v="1604" actId="22"/>
        <pc:sldMkLst>
          <pc:docMk/>
          <pc:sldMk cId="3872955328" sldId="477"/>
        </pc:sldMkLst>
      </pc:sldChg>
      <pc:sldChg chg="modSp new mod">
        <pc:chgData name="HUFLIT - Thái Trần Minh" userId="843ebdbe-4c4e-4d24-ae24-ce84af2f2400" providerId="ADAL" clId="{E8EFC310-69EB-4303-B8D5-77F2058AF62A}" dt="2020-05-05T05:46:35.968" v="1906" actId="20577"/>
        <pc:sldMkLst>
          <pc:docMk/>
          <pc:sldMk cId="3046788431" sldId="478"/>
        </pc:sldMkLst>
      </pc:sldChg>
      <pc:sldChg chg="add">
        <pc:chgData name="HUFLIT - Thái Trần Minh" userId="843ebdbe-4c4e-4d24-ae24-ce84af2f2400" providerId="ADAL" clId="{E8EFC310-69EB-4303-B8D5-77F2058AF62A}" dt="2020-05-05T08:28:46.341" v="1908" actId="22"/>
        <pc:sldMkLst>
          <pc:docMk/>
          <pc:sldMk cId="2839813637" sldId="479"/>
        </pc:sldMkLst>
      </pc:sldChg>
      <pc:sldChg chg="add">
        <pc:chgData name="HUFLIT - Thái Trần Minh" userId="843ebdbe-4c4e-4d24-ae24-ce84af2f2400" providerId="ADAL" clId="{E8EFC310-69EB-4303-B8D5-77F2058AF62A}" dt="2020-05-05T08:28:46.341" v="1908" actId="22"/>
        <pc:sldMkLst>
          <pc:docMk/>
          <pc:sldMk cId="4152997724" sldId="480"/>
        </pc:sldMkLst>
      </pc:sldChg>
      <pc:sldChg chg="add">
        <pc:chgData name="HUFLIT - Thái Trần Minh" userId="843ebdbe-4c4e-4d24-ae24-ce84af2f2400" providerId="ADAL" clId="{E8EFC310-69EB-4303-B8D5-77F2058AF62A}" dt="2020-05-05T08:28:46.341" v="1908" actId="22"/>
        <pc:sldMkLst>
          <pc:docMk/>
          <pc:sldMk cId="694979237" sldId="481"/>
        </pc:sldMkLst>
      </pc:sldChg>
    </pc:docChg>
  </pc:docChgLst>
  <pc:docChgLst>
    <pc:chgData name="Minh Thai Tran" userId="996740aabe1fc7dc" providerId="Windows Live" clId="Web-{5A960058-BB05-4C81-A4C5-F49C925C65A6}"/>
    <pc:docChg chg="modSld">
      <pc:chgData name="Minh Thai Tran" userId="996740aabe1fc7dc" providerId="Windows Live" clId="Web-{5A960058-BB05-4C81-A4C5-F49C925C65A6}" dt="2022-03-18T00:18:29.196" v="42" actId="20577"/>
      <pc:docMkLst>
        <pc:docMk/>
      </pc:docMkLst>
      <pc:sldChg chg="modSp">
        <pc:chgData name="Minh Thai Tran" userId="996740aabe1fc7dc" providerId="Windows Live" clId="Web-{5A960058-BB05-4C81-A4C5-F49C925C65A6}" dt="2022-03-17T23:58:51.609" v="22" actId="20577"/>
        <pc:sldMkLst>
          <pc:docMk/>
          <pc:sldMk cId="0" sldId="256"/>
        </pc:sldMkLst>
      </pc:sldChg>
      <pc:sldChg chg="modSp">
        <pc:chgData name="Minh Thai Tran" userId="996740aabe1fc7dc" providerId="Windows Live" clId="Web-{5A960058-BB05-4C81-A4C5-F49C925C65A6}" dt="2022-03-18T00:18:29.196" v="42" actId="20577"/>
        <pc:sldMkLst>
          <pc:docMk/>
          <pc:sldMk cId="0" sldId="258"/>
        </pc:sldMkLst>
      </pc:sldChg>
    </pc:docChg>
  </pc:docChgLst>
  <pc:docChgLst>
    <pc:chgData name="Minh Thai Tran" userId="996740aabe1fc7dc" providerId="Windows Live" clId="Web-{35D608FB-7368-4EA5-AF0C-63E0BD5D0A57}"/>
    <pc:docChg chg="addSld delSld modSld addMainMaster">
      <pc:chgData name="Minh Thai Tran" userId="996740aabe1fc7dc" providerId="Windows Live" clId="Web-{35D608FB-7368-4EA5-AF0C-63E0BD5D0A57}" dt="2022-03-18T01:30:11.406" v="835" actId="20577"/>
      <pc:docMkLst>
        <pc:docMk/>
      </pc:docMkLst>
      <pc:sldChg chg="modSp">
        <pc:chgData name="Minh Thai Tran" userId="996740aabe1fc7dc" providerId="Windows Live" clId="Web-{35D608FB-7368-4EA5-AF0C-63E0BD5D0A57}" dt="2022-03-18T01:30:11.406" v="835" actId="20577"/>
        <pc:sldMkLst>
          <pc:docMk/>
          <pc:sldMk cId="0" sldId="256"/>
        </pc:sldMkLst>
      </pc:sldChg>
      <pc:sldChg chg="del">
        <pc:chgData name="Minh Thai Tran" userId="996740aabe1fc7dc" providerId="Windows Live" clId="Web-{35D608FB-7368-4EA5-AF0C-63E0BD5D0A57}" dt="2022-03-18T00:31:27.167" v="3"/>
        <pc:sldMkLst>
          <pc:docMk/>
          <pc:sldMk cId="0" sldId="296"/>
        </pc:sldMkLst>
      </pc:sldChg>
      <pc:sldChg chg="modSp">
        <pc:chgData name="Minh Thai Tran" userId="996740aabe1fc7dc" providerId="Windows Live" clId="Web-{35D608FB-7368-4EA5-AF0C-63E0BD5D0A57}" dt="2022-03-18T00:35:42.025" v="75" actId="20577"/>
        <pc:sldMkLst>
          <pc:docMk/>
          <pc:sldMk cId="0" sldId="315"/>
        </pc:sldMkLst>
      </pc:sldChg>
      <pc:sldChg chg="modSp">
        <pc:chgData name="Minh Thai Tran" userId="996740aabe1fc7dc" providerId="Windows Live" clId="Web-{35D608FB-7368-4EA5-AF0C-63E0BD5D0A57}" dt="2022-03-18T00:36:10.573" v="79" actId="1076"/>
        <pc:sldMkLst>
          <pc:docMk/>
          <pc:sldMk cId="0" sldId="319"/>
        </pc:sldMkLst>
      </pc:sldChg>
      <pc:sldChg chg="del">
        <pc:chgData name="Minh Thai Tran" userId="996740aabe1fc7dc" providerId="Windows Live" clId="Web-{35D608FB-7368-4EA5-AF0C-63E0BD5D0A57}" dt="2022-03-18T01:15:26.498" v="557"/>
        <pc:sldMkLst>
          <pc:docMk/>
          <pc:sldMk cId="0" sldId="320"/>
        </pc:sldMkLst>
      </pc:sldChg>
      <pc:sldChg chg="modSp">
        <pc:chgData name="Minh Thai Tran" userId="996740aabe1fc7dc" providerId="Windows Live" clId="Web-{35D608FB-7368-4EA5-AF0C-63E0BD5D0A57}" dt="2022-03-18T01:14:21.119" v="555" actId="14100"/>
        <pc:sldMkLst>
          <pc:docMk/>
          <pc:sldMk cId="0" sldId="321"/>
        </pc:sldMkLst>
      </pc:sldChg>
      <pc:sldChg chg="modSp">
        <pc:chgData name="Minh Thai Tran" userId="996740aabe1fc7dc" providerId="Windows Live" clId="Web-{35D608FB-7368-4EA5-AF0C-63E0BD5D0A57}" dt="2022-03-18T01:15:34.217" v="560" actId="20577"/>
        <pc:sldMkLst>
          <pc:docMk/>
          <pc:sldMk cId="0" sldId="322"/>
        </pc:sldMkLst>
      </pc:sldChg>
      <pc:sldChg chg="del">
        <pc:chgData name="Minh Thai Tran" userId="996740aabe1fc7dc" providerId="Windows Live" clId="Web-{35D608FB-7368-4EA5-AF0C-63E0BD5D0A57}" dt="2022-03-18T01:15:00.684" v="556"/>
        <pc:sldMkLst>
          <pc:docMk/>
          <pc:sldMk cId="0" sldId="323"/>
        </pc:sldMkLst>
      </pc:sldChg>
      <pc:sldChg chg="modSp">
        <pc:chgData name="Minh Thai Tran" userId="996740aabe1fc7dc" providerId="Windows Live" clId="Web-{35D608FB-7368-4EA5-AF0C-63E0BD5D0A57}" dt="2022-03-18T01:15:57.625" v="564" actId="1076"/>
        <pc:sldMkLst>
          <pc:docMk/>
          <pc:sldMk cId="0" sldId="324"/>
        </pc:sldMkLst>
      </pc:sldChg>
      <pc:sldChg chg="modSp">
        <pc:chgData name="Minh Thai Tran" userId="996740aabe1fc7dc" providerId="Windows Live" clId="Web-{35D608FB-7368-4EA5-AF0C-63E0BD5D0A57}" dt="2022-03-18T01:16:41.439" v="573" actId="20577"/>
        <pc:sldMkLst>
          <pc:docMk/>
          <pc:sldMk cId="0" sldId="325"/>
        </pc:sldMkLst>
      </pc:sldChg>
      <pc:sldChg chg="modSp">
        <pc:chgData name="Minh Thai Tran" userId="996740aabe1fc7dc" providerId="Windows Live" clId="Web-{35D608FB-7368-4EA5-AF0C-63E0BD5D0A57}" dt="2022-03-18T01:16:50.877" v="575" actId="20577"/>
        <pc:sldMkLst>
          <pc:docMk/>
          <pc:sldMk cId="0" sldId="326"/>
        </pc:sldMkLst>
      </pc:sldChg>
      <pc:sldChg chg="modSp">
        <pc:chgData name="Minh Thai Tran" userId="996740aabe1fc7dc" providerId="Windows Live" clId="Web-{35D608FB-7368-4EA5-AF0C-63E0BD5D0A57}" dt="2022-03-18T01:17:16.644" v="581" actId="1076"/>
        <pc:sldMkLst>
          <pc:docMk/>
          <pc:sldMk cId="0" sldId="327"/>
        </pc:sldMkLst>
      </pc:sldChg>
      <pc:sldChg chg="modSp del">
        <pc:chgData name="Minh Thai Tran" userId="996740aabe1fc7dc" providerId="Windows Live" clId="Web-{35D608FB-7368-4EA5-AF0C-63E0BD5D0A57}" dt="2022-03-18T01:20:13.685" v="591"/>
        <pc:sldMkLst>
          <pc:docMk/>
          <pc:sldMk cId="0" sldId="328"/>
        </pc:sldMkLst>
      </pc:sldChg>
      <pc:sldChg chg="modSp del">
        <pc:chgData name="Minh Thai Tran" userId="996740aabe1fc7dc" providerId="Windows Live" clId="Web-{35D608FB-7368-4EA5-AF0C-63E0BD5D0A57}" dt="2022-03-18T01:18:20.742" v="586"/>
        <pc:sldMkLst>
          <pc:docMk/>
          <pc:sldMk cId="0" sldId="329"/>
        </pc:sldMkLst>
      </pc:sldChg>
      <pc:sldChg chg="modSp">
        <pc:chgData name="Minh Thai Tran" userId="996740aabe1fc7dc" providerId="Windows Live" clId="Web-{35D608FB-7368-4EA5-AF0C-63E0BD5D0A57}" dt="2022-03-18T01:18:33.633" v="589" actId="1076"/>
        <pc:sldMkLst>
          <pc:docMk/>
          <pc:sldMk cId="0" sldId="330"/>
        </pc:sldMkLst>
      </pc:sldChg>
      <pc:sldChg chg="del">
        <pc:chgData name="Minh Thai Tran" userId="996740aabe1fc7dc" providerId="Windows Live" clId="Web-{35D608FB-7368-4EA5-AF0C-63E0BD5D0A57}" dt="2022-03-18T00:55:27.714" v="261"/>
        <pc:sldMkLst>
          <pc:docMk/>
          <pc:sldMk cId="0" sldId="331"/>
        </pc:sldMkLst>
      </pc:sldChg>
      <pc:sldChg chg="del">
        <pc:chgData name="Minh Thai Tran" userId="996740aabe1fc7dc" providerId="Windows Live" clId="Web-{35D608FB-7368-4EA5-AF0C-63E0BD5D0A57}" dt="2022-03-18T01:22:35.693" v="685"/>
        <pc:sldMkLst>
          <pc:docMk/>
          <pc:sldMk cId="0" sldId="332"/>
        </pc:sldMkLst>
      </pc:sldChg>
      <pc:sldChg chg="del">
        <pc:chgData name="Minh Thai Tran" userId="996740aabe1fc7dc" providerId="Windows Live" clId="Web-{35D608FB-7368-4EA5-AF0C-63E0BD5D0A57}" dt="2022-03-18T00:55:27.714" v="260"/>
        <pc:sldMkLst>
          <pc:docMk/>
          <pc:sldMk cId="0" sldId="334"/>
        </pc:sldMkLst>
      </pc:sldChg>
      <pc:sldChg chg="del">
        <pc:chgData name="Minh Thai Tran" userId="996740aabe1fc7dc" providerId="Windows Live" clId="Web-{35D608FB-7368-4EA5-AF0C-63E0BD5D0A57}" dt="2022-03-18T00:55:27.714" v="259"/>
        <pc:sldMkLst>
          <pc:docMk/>
          <pc:sldMk cId="0" sldId="335"/>
        </pc:sldMkLst>
      </pc:sldChg>
      <pc:sldChg chg="del">
        <pc:chgData name="Minh Thai Tran" userId="996740aabe1fc7dc" providerId="Windows Live" clId="Web-{35D608FB-7368-4EA5-AF0C-63E0BD5D0A57}" dt="2022-03-18T00:55:27.698" v="255"/>
        <pc:sldMkLst>
          <pc:docMk/>
          <pc:sldMk cId="0" sldId="336"/>
        </pc:sldMkLst>
      </pc:sldChg>
      <pc:sldChg chg="del">
        <pc:chgData name="Minh Thai Tran" userId="996740aabe1fc7dc" providerId="Windows Live" clId="Web-{35D608FB-7368-4EA5-AF0C-63E0BD5D0A57}" dt="2022-03-18T00:55:27.698" v="254"/>
        <pc:sldMkLst>
          <pc:docMk/>
          <pc:sldMk cId="0" sldId="337"/>
        </pc:sldMkLst>
      </pc:sldChg>
      <pc:sldChg chg="del">
        <pc:chgData name="Minh Thai Tran" userId="996740aabe1fc7dc" providerId="Windows Live" clId="Web-{35D608FB-7368-4EA5-AF0C-63E0BD5D0A57}" dt="2022-03-18T00:55:27.683" v="252"/>
        <pc:sldMkLst>
          <pc:docMk/>
          <pc:sldMk cId="0" sldId="339"/>
        </pc:sldMkLst>
      </pc:sldChg>
      <pc:sldChg chg="del">
        <pc:chgData name="Minh Thai Tran" userId="996740aabe1fc7dc" providerId="Windows Live" clId="Web-{35D608FB-7368-4EA5-AF0C-63E0BD5D0A57}" dt="2022-03-18T00:55:27.714" v="258"/>
        <pc:sldMkLst>
          <pc:docMk/>
          <pc:sldMk cId="0" sldId="342"/>
        </pc:sldMkLst>
      </pc:sldChg>
      <pc:sldChg chg="del">
        <pc:chgData name="Minh Thai Tran" userId="996740aabe1fc7dc" providerId="Windows Live" clId="Web-{35D608FB-7368-4EA5-AF0C-63E0BD5D0A57}" dt="2022-03-18T00:55:27.683" v="253"/>
        <pc:sldMkLst>
          <pc:docMk/>
          <pc:sldMk cId="0" sldId="343"/>
        </pc:sldMkLst>
      </pc:sldChg>
      <pc:sldChg chg="del">
        <pc:chgData name="Minh Thai Tran" userId="996740aabe1fc7dc" providerId="Windows Live" clId="Web-{35D608FB-7368-4EA5-AF0C-63E0BD5D0A57}" dt="2022-03-18T01:22:35.678" v="681"/>
        <pc:sldMkLst>
          <pc:docMk/>
          <pc:sldMk cId="0" sldId="346"/>
        </pc:sldMkLst>
      </pc:sldChg>
      <pc:sldChg chg="modSp">
        <pc:chgData name="Minh Thai Tran" userId="996740aabe1fc7dc" providerId="Windows Live" clId="Web-{35D608FB-7368-4EA5-AF0C-63E0BD5D0A57}" dt="2022-03-18T01:21:29.502" v="604" actId="20577"/>
        <pc:sldMkLst>
          <pc:docMk/>
          <pc:sldMk cId="0" sldId="347"/>
        </pc:sldMkLst>
      </pc:sldChg>
      <pc:sldChg chg="modSp">
        <pc:chgData name="Minh Thai Tran" userId="996740aabe1fc7dc" providerId="Windows Live" clId="Web-{35D608FB-7368-4EA5-AF0C-63E0BD5D0A57}" dt="2022-03-18T01:21:42.237" v="608" actId="1076"/>
        <pc:sldMkLst>
          <pc:docMk/>
          <pc:sldMk cId="0" sldId="348"/>
        </pc:sldMkLst>
      </pc:sldChg>
      <pc:sldChg chg="del">
        <pc:chgData name="Minh Thai Tran" userId="996740aabe1fc7dc" providerId="Windows Live" clId="Web-{35D608FB-7368-4EA5-AF0C-63E0BD5D0A57}" dt="2022-03-18T01:22:35.678" v="680"/>
        <pc:sldMkLst>
          <pc:docMk/>
          <pc:sldMk cId="0" sldId="351"/>
        </pc:sldMkLst>
      </pc:sldChg>
      <pc:sldChg chg="del">
        <pc:chgData name="Minh Thai Tran" userId="996740aabe1fc7dc" providerId="Windows Live" clId="Web-{35D608FB-7368-4EA5-AF0C-63E0BD5D0A57}" dt="2022-03-18T01:22:35.662" v="677"/>
        <pc:sldMkLst>
          <pc:docMk/>
          <pc:sldMk cId="0" sldId="353"/>
        </pc:sldMkLst>
      </pc:sldChg>
      <pc:sldChg chg="del">
        <pc:chgData name="Minh Thai Tran" userId="996740aabe1fc7dc" providerId="Windows Live" clId="Web-{35D608FB-7368-4EA5-AF0C-63E0BD5D0A57}" dt="2022-03-18T01:22:35.662" v="678"/>
        <pc:sldMkLst>
          <pc:docMk/>
          <pc:sldMk cId="0" sldId="354"/>
        </pc:sldMkLst>
      </pc:sldChg>
      <pc:sldChg chg="del">
        <pc:chgData name="Minh Thai Tran" userId="996740aabe1fc7dc" providerId="Windows Live" clId="Web-{35D608FB-7368-4EA5-AF0C-63E0BD5D0A57}" dt="2022-03-18T01:22:35.662" v="675"/>
        <pc:sldMkLst>
          <pc:docMk/>
          <pc:sldMk cId="0" sldId="355"/>
        </pc:sldMkLst>
      </pc:sldChg>
      <pc:sldChg chg="del">
        <pc:chgData name="Minh Thai Tran" userId="996740aabe1fc7dc" providerId="Windows Live" clId="Web-{35D608FB-7368-4EA5-AF0C-63E0BD5D0A57}" dt="2022-03-18T01:22:35.662" v="674"/>
        <pc:sldMkLst>
          <pc:docMk/>
          <pc:sldMk cId="0" sldId="356"/>
        </pc:sldMkLst>
      </pc:sldChg>
      <pc:sldChg chg="del">
        <pc:chgData name="Minh Thai Tran" userId="996740aabe1fc7dc" providerId="Windows Live" clId="Web-{35D608FB-7368-4EA5-AF0C-63E0BD5D0A57}" dt="2022-03-18T01:22:35.662" v="673"/>
        <pc:sldMkLst>
          <pc:docMk/>
          <pc:sldMk cId="0" sldId="357"/>
        </pc:sldMkLst>
      </pc:sldChg>
      <pc:sldChg chg="del">
        <pc:chgData name="Minh Thai Tran" userId="996740aabe1fc7dc" providerId="Windows Live" clId="Web-{35D608FB-7368-4EA5-AF0C-63E0BD5D0A57}" dt="2022-03-18T01:22:35.662" v="672"/>
        <pc:sldMkLst>
          <pc:docMk/>
          <pc:sldMk cId="0" sldId="358"/>
        </pc:sldMkLst>
      </pc:sldChg>
      <pc:sldChg chg="del">
        <pc:chgData name="Minh Thai Tran" userId="996740aabe1fc7dc" providerId="Windows Live" clId="Web-{35D608FB-7368-4EA5-AF0C-63E0BD5D0A57}" dt="2022-03-18T01:22:35.646" v="665"/>
        <pc:sldMkLst>
          <pc:docMk/>
          <pc:sldMk cId="0" sldId="359"/>
        </pc:sldMkLst>
      </pc:sldChg>
      <pc:sldChg chg="del">
        <pc:chgData name="Minh Thai Tran" userId="996740aabe1fc7dc" providerId="Windows Live" clId="Web-{35D608FB-7368-4EA5-AF0C-63E0BD5D0A57}" dt="2022-03-18T01:22:35.646" v="671"/>
        <pc:sldMkLst>
          <pc:docMk/>
          <pc:sldMk cId="0" sldId="360"/>
        </pc:sldMkLst>
      </pc:sldChg>
      <pc:sldChg chg="del">
        <pc:chgData name="Minh Thai Tran" userId="996740aabe1fc7dc" providerId="Windows Live" clId="Web-{35D608FB-7368-4EA5-AF0C-63E0BD5D0A57}" dt="2022-03-18T01:22:35.631" v="664"/>
        <pc:sldMkLst>
          <pc:docMk/>
          <pc:sldMk cId="0" sldId="361"/>
        </pc:sldMkLst>
      </pc:sldChg>
      <pc:sldChg chg="del">
        <pc:chgData name="Minh Thai Tran" userId="996740aabe1fc7dc" providerId="Windows Live" clId="Web-{35D608FB-7368-4EA5-AF0C-63E0BD5D0A57}" dt="2022-03-18T01:22:35.631" v="663"/>
        <pc:sldMkLst>
          <pc:docMk/>
          <pc:sldMk cId="0" sldId="362"/>
        </pc:sldMkLst>
      </pc:sldChg>
      <pc:sldChg chg="del">
        <pc:chgData name="Minh Thai Tran" userId="996740aabe1fc7dc" providerId="Windows Live" clId="Web-{35D608FB-7368-4EA5-AF0C-63E0BD5D0A57}" dt="2022-03-18T01:22:35.646" v="669"/>
        <pc:sldMkLst>
          <pc:docMk/>
          <pc:sldMk cId="0" sldId="363"/>
        </pc:sldMkLst>
      </pc:sldChg>
      <pc:sldChg chg="del">
        <pc:chgData name="Minh Thai Tran" userId="996740aabe1fc7dc" providerId="Windows Live" clId="Web-{35D608FB-7368-4EA5-AF0C-63E0BD5D0A57}" dt="2022-03-18T01:22:35.631" v="661"/>
        <pc:sldMkLst>
          <pc:docMk/>
          <pc:sldMk cId="0" sldId="364"/>
        </pc:sldMkLst>
      </pc:sldChg>
      <pc:sldChg chg="del">
        <pc:chgData name="Minh Thai Tran" userId="996740aabe1fc7dc" providerId="Windows Live" clId="Web-{35D608FB-7368-4EA5-AF0C-63E0BD5D0A57}" dt="2022-03-18T01:22:35.646" v="668"/>
        <pc:sldMkLst>
          <pc:docMk/>
          <pc:sldMk cId="0" sldId="365"/>
        </pc:sldMkLst>
      </pc:sldChg>
      <pc:sldChg chg="del">
        <pc:chgData name="Minh Thai Tran" userId="996740aabe1fc7dc" providerId="Windows Live" clId="Web-{35D608FB-7368-4EA5-AF0C-63E0BD5D0A57}" dt="2022-03-18T01:22:35.646" v="667"/>
        <pc:sldMkLst>
          <pc:docMk/>
          <pc:sldMk cId="0" sldId="366"/>
        </pc:sldMkLst>
      </pc:sldChg>
      <pc:sldChg chg="del">
        <pc:chgData name="Minh Thai Tran" userId="996740aabe1fc7dc" providerId="Windows Live" clId="Web-{35D608FB-7368-4EA5-AF0C-63E0BD5D0A57}" dt="2022-03-18T01:22:35.646" v="666"/>
        <pc:sldMkLst>
          <pc:docMk/>
          <pc:sldMk cId="0" sldId="367"/>
        </pc:sldMkLst>
      </pc:sldChg>
      <pc:sldChg chg="del">
        <pc:chgData name="Minh Thai Tran" userId="996740aabe1fc7dc" providerId="Windows Live" clId="Web-{35D608FB-7368-4EA5-AF0C-63E0BD5D0A57}" dt="2022-03-18T01:22:35.631" v="662"/>
        <pc:sldMkLst>
          <pc:docMk/>
          <pc:sldMk cId="0" sldId="368"/>
        </pc:sldMkLst>
      </pc:sldChg>
      <pc:sldChg chg="del">
        <pc:chgData name="Minh Thai Tran" userId="996740aabe1fc7dc" providerId="Windows Live" clId="Web-{35D608FB-7368-4EA5-AF0C-63E0BD5D0A57}" dt="2022-03-18T01:22:35.631" v="659"/>
        <pc:sldMkLst>
          <pc:docMk/>
          <pc:sldMk cId="0" sldId="369"/>
        </pc:sldMkLst>
      </pc:sldChg>
      <pc:sldChg chg="del">
        <pc:chgData name="Minh Thai Tran" userId="996740aabe1fc7dc" providerId="Windows Live" clId="Web-{35D608FB-7368-4EA5-AF0C-63E0BD5D0A57}" dt="2022-03-18T01:22:35.631" v="658"/>
        <pc:sldMkLst>
          <pc:docMk/>
          <pc:sldMk cId="0" sldId="370"/>
        </pc:sldMkLst>
      </pc:sldChg>
      <pc:sldChg chg="del">
        <pc:chgData name="Minh Thai Tran" userId="996740aabe1fc7dc" providerId="Windows Live" clId="Web-{35D608FB-7368-4EA5-AF0C-63E0BD5D0A57}" dt="2022-03-18T01:22:35.615" v="657"/>
        <pc:sldMkLst>
          <pc:docMk/>
          <pc:sldMk cId="0" sldId="371"/>
        </pc:sldMkLst>
      </pc:sldChg>
      <pc:sldChg chg="del">
        <pc:chgData name="Minh Thai Tran" userId="996740aabe1fc7dc" providerId="Windows Live" clId="Web-{35D608FB-7368-4EA5-AF0C-63E0BD5D0A57}" dt="2022-03-18T01:22:35.599" v="656"/>
        <pc:sldMkLst>
          <pc:docMk/>
          <pc:sldMk cId="0" sldId="372"/>
        </pc:sldMkLst>
      </pc:sldChg>
      <pc:sldChg chg="del">
        <pc:chgData name="Minh Thai Tran" userId="996740aabe1fc7dc" providerId="Windows Live" clId="Web-{35D608FB-7368-4EA5-AF0C-63E0BD5D0A57}" dt="2022-03-18T01:22:35.599" v="655"/>
        <pc:sldMkLst>
          <pc:docMk/>
          <pc:sldMk cId="0" sldId="373"/>
        </pc:sldMkLst>
      </pc:sldChg>
      <pc:sldChg chg="del">
        <pc:chgData name="Minh Thai Tran" userId="996740aabe1fc7dc" providerId="Windows Live" clId="Web-{35D608FB-7368-4EA5-AF0C-63E0BD5D0A57}" dt="2022-03-18T01:22:35.599" v="652"/>
        <pc:sldMkLst>
          <pc:docMk/>
          <pc:sldMk cId="0" sldId="374"/>
        </pc:sldMkLst>
      </pc:sldChg>
      <pc:sldChg chg="del">
        <pc:chgData name="Minh Thai Tran" userId="996740aabe1fc7dc" providerId="Windows Live" clId="Web-{35D608FB-7368-4EA5-AF0C-63E0BD5D0A57}" dt="2022-03-18T01:22:35.599" v="651"/>
        <pc:sldMkLst>
          <pc:docMk/>
          <pc:sldMk cId="0" sldId="375"/>
        </pc:sldMkLst>
      </pc:sldChg>
      <pc:sldChg chg="del">
        <pc:chgData name="Minh Thai Tran" userId="996740aabe1fc7dc" providerId="Windows Live" clId="Web-{35D608FB-7368-4EA5-AF0C-63E0BD5D0A57}" dt="2022-03-18T01:22:35.584" v="650"/>
        <pc:sldMkLst>
          <pc:docMk/>
          <pc:sldMk cId="0" sldId="376"/>
        </pc:sldMkLst>
      </pc:sldChg>
      <pc:sldChg chg="del">
        <pc:chgData name="Minh Thai Tran" userId="996740aabe1fc7dc" providerId="Windows Live" clId="Web-{35D608FB-7368-4EA5-AF0C-63E0BD5D0A57}" dt="2022-03-18T01:22:35.568" v="648"/>
        <pc:sldMkLst>
          <pc:docMk/>
          <pc:sldMk cId="0" sldId="378"/>
        </pc:sldMkLst>
      </pc:sldChg>
      <pc:sldChg chg="del">
        <pc:chgData name="Minh Thai Tran" userId="996740aabe1fc7dc" providerId="Windows Live" clId="Web-{35D608FB-7368-4EA5-AF0C-63E0BD5D0A57}" dt="2022-03-18T01:22:35.584" v="649"/>
        <pc:sldMkLst>
          <pc:docMk/>
          <pc:sldMk cId="0" sldId="379"/>
        </pc:sldMkLst>
      </pc:sldChg>
      <pc:sldChg chg="del">
        <pc:chgData name="Minh Thai Tran" userId="996740aabe1fc7dc" providerId="Windows Live" clId="Web-{35D608FB-7368-4EA5-AF0C-63E0BD5D0A57}" dt="2022-03-18T01:22:35.568" v="647"/>
        <pc:sldMkLst>
          <pc:docMk/>
          <pc:sldMk cId="0" sldId="380"/>
        </pc:sldMkLst>
      </pc:sldChg>
      <pc:sldChg chg="del">
        <pc:chgData name="Minh Thai Tran" userId="996740aabe1fc7dc" providerId="Windows Live" clId="Web-{35D608FB-7368-4EA5-AF0C-63E0BD5D0A57}" dt="2022-03-18T01:22:35.568" v="646"/>
        <pc:sldMkLst>
          <pc:docMk/>
          <pc:sldMk cId="0" sldId="383"/>
        </pc:sldMkLst>
      </pc:sldChg>
      <pc:sldChg chg="del">
        <pc:chgData name="Minh Thai Tran" userId="996740aabe1fc7dc" providerId="Windows Live" clId="Web-{35D608FB-7368-4EA5-AF0C-63E0BD5D0A57}" dt="2022-03-18T01:22:35.553" v="645"/>
        <pc:sldMkLst>
          <pc:docMk/>
          <pc:sldMk cId="0" sldId="384"/>
        </pc:sldMkLst>
      </pc:sldChg>
      <pc:sldChg chg="del">
        <pc:chgData name="Minh Thai Tran" userId="996740aabe1fc7dc" providerId="Windows Live" clId="Web-{35D608FB-7368-4EA5-AF0C-63E0BD5D0A57}" dt="2022-03-18T01:22:35.537" v="644"/>
        <pc:sldMkLst>
          <pc:docMk/>
          <pc:sldMk cId="0" sldId="385"/>
        </pc:sldMkLst>
      </pc:sldChg>
      <pc:sldChg chg="del">
        <pc:chgData name="Minh Thai Tran" userId="996740aabe1fc7dc" providerId="Windows Live" clId="Web-{35D608FB-7368-4EA5-AF0C-63E0BD5D0A57}" dt="2022-03-18T01:22:35.537" v="643"/>
        <pc:sldMkLst>
          <pc:docMk/>
          <pc:sldMk cId="0" sldId="386"/>
        </pc:sldMkLst>
      </pc:sldChg>
      <pc:sldChg chg="del">
        <pc:chgData name="Minh Thai Tran" userId="996740aabe1fc7dc" providerId="Windows Live" clId="Web-{35D608FB-7368-4EA5-AF0C-63E0BD5D0A57}" dt="2022-03-18T01:22:35.537" v="642"/>
        <pc:sldMkLst>
          <pc:docMk/>
          <pc:sldMk cId="0" sldId="387"/>
        </pc:sldMkLst>
      </pc:sldChg>
      <pc:sldChg chg="del">
        <pc:chgData name="Minh Thai Tran" userId="996740aabe1fc7dc" providerId="Windows Live" clId="Web-{35D608FB-7368-4EA5-AF0C-63E0BD5D0A57}" dt="2022-03-18T01:22:35.537" v="641"/>
        <pc:sldMkLst>
          <pc:docMk/>
          <pc:sldMk cId="0" sldId="390"/>
        </pc:sldMkLst>
      </pc:sldChg>
      <pc:sldChg chg="del">
        <pc:chgData name="Minh Thai Tran" userId="996740aabe1fc7dc" providerId="Windows Live" clId="Web-{35D608FB-7368-4EA5-AF0C-63E0BD5D0A57}" dt="2022-03-18T01:22:35.537" v="640"/>
        <pc:sldMkLst>
          <pc:docMk/>
          <pc:sldMk cId="0" sldId="391"/>
        </pc:sldMkLst>
      </pc:sldChg>
      <pc:sldChg chg="del">
        <pc:chgData name="Minh Thai Tran" userId="996740aabe1fc7dc" providerId="Windows Live" clId="Web-{35D608FB-7368-4EA5-AF0C-63E0BD5D0A57}" dt="2022-03-18T01:22:35.537" v="639"/>
        <pc:sldMkLst>
          <pc:docMk/>
          <pc:sldMk cId="0" sldId="392"/>
        </pc:sldMkLst>
      </pc:sldChg>
      <pc:sldChg chg="del">
        <pc:chgData name="Minh Thai Tran" userId="996740aabe1fc7dc" providerId="Windows Live" clId="Web-{35D608FB-7368-4EA5-AF0C-63E0BD5D0A57}" dt="2022-03-18T01:22:35.521" v="635"/>
        <pc:sldMkLst>
          <pc:docMk/>
          <pc:sldMk cId="0" sldId="393"/>
        </pc:sldMkLst>
      </pc:sldChg>
      <pc:sldChg chg="del">
        <pc:chgData name="Minh Thai Tran" userId="996740aabe1fc7dc" providerId="Windows Live" clId="Web-{35D608FB-7368-4EA5-AF0C-63E0BD5D0A57}" dt="2022-03-18T01:22:35.599" v="653"/>
        <pc:sldMkLst>
          <pc:docMk/>
          <pc:sldMk cId="0" sldId="395"/>
        </pc:sldMkLst>
      </pc:sldChg>
      <pc:sldChg chg="del">
        <pc:chgData name="Minh Thai Tran" userId="996740aabe1fc7dc" providerId="Windows Live" clId="Web-{35D608FB-7368-4EA5-AF0C-63E0BD5D0A57}" dt="2022-03-18T01:22:35.521" v="636"/>
        <pc:sldMkLst>
          <pc:docMk/>
          <pc:sldMk cId="0" sldId="396"/>
        </pc:sldMkLst>
      </pc:sldChg>
      <pc:sldChg chg="del">
        <pc:chgData name="Minh Thai Tran" userId="996740aabe1fc7dc" providerId="Windows Live" clId="Web-{35D608FB-7368-4EA5-AF0C-63E0BD5D0A57}" dt="2022-03-18T01:22:35.521" v="637"/>
        <pc:sldMkLst>
          <pc:docMk/>
          <pc:sldMk cId="0" sldId="397"/>
        </pc:sldMkLst>
      </pc:sldChg>
      <pc:sldChg chg="del">
        <pc:chgData name="Minh Thai Tran" userId="996740aabe1fc7dc" providerId="Windows Live" clId="Web-{35D608FB-7368-4EA5-AF0C-63E0BD5D0A57}" dt="2022-03-18T01:22:35.521" v="634"/>
        <pc:sldMkLst>
          <pc:docMk/>
          <pc:sldMk cId="0" sldId="398"/>
        </pc:sldMkLst>
      </pc:sldChg>
      <pc:sldChg chg="del">
        <pc:chgData name="Minh Thai Tran" userId="996740aabe1fc7dc" providerId="Windows Live" clId="Web-{35D608FB-7368-4EA5-AF0C-63E0BD5D0A57}" dt="2022-03-18T01:22:35.521" v="633"/>
        <pc:sldMkLst>
          <pc:docMk/>
          <pc:sldMk cId="0" sldId="399"/>
        </pc:sldMkLst>
      </pc:sldChg>
      <pc:sldChg chg="del">
        <pc:chgData name="Minh Thai Tran" userId="996740aabe1fc7dc" providerId="Windows Live" clId="Web-{35D608FB-7368-4EA5-AF0C-63E0BD5D0A57}" dt="2022-03-18T01:22:35.490" v="623"/>
        <pc:sldMkLst>
          <pc:docMk/>
          <pc:sldMk cId="0" sldId="400"/>
        </pc:sldMkLst>
      </pc:sldChg>
      <pc:sldChg chg="del">
        <pc:chgData name="Minh Thai Tran" userId="996740aabe1fc7dc" providerId="Windows Live" clId="Web-{35D608FB-7368-4EA5-AF0C-63E0BD5D0A57}" dt="2022-03-18T01:22:35.490" v="622"/>
        <pc:sldMkLst>
          <pc:docMk/>
          <pc:sldMk cId="0" sldId="401"/>
        </pc:sldMkLst>
      </pc:sldChg>
      <pc:sldChg chg="del">
        <pc:chgData name="Minh Thai Tran" userId="996740aabe1fc7dc" providerId="Windows Live" clId="Web-{35D608FB-7368-4EA5-AF0C-63E0BD5D0A57}" dt="2022-03-18T01:22:35.521" v="632"/>
        <pc:sldMkLst>
          <pc:docMk/>
          <pc:sldMk cId="0" sldId="402"/>
        </pc:sldMkLst>
      </pc:sldChg>
      <pc:sldChg chg="del">
        <pc:chgData name="Minh Thai Tran" userId="996740aabe1fc7dc" providerId="Windows Live" clId="Web-{35D608FB-7368-4EA5-AF0C-63E0BD5D0A57}" dt="2022-03-18T01:22:35.506" v="630"/>
        <pc:sldMkLst>
          <pc:docMk/>
          <pc:sldMk cId="0" sldId="403"/>
        </pc:sldMkLst>
      </pc:sldChg>
      <pc:sldChg chg="del">
        <pc:chgData name="Minh Thai Tran" userId="996740aabe1fc7dc" providerId="Windows Live" clId="Web-{35D608FB-7368-4EA5-AF0C-63E0BD5D0A57}" dt="2022-03-18T01:22:35.506" v="626"/>
        <pc:sldMkLst>
          <pc:docMk/>
          <pc:sldMk cId="0" sldId="404"/>
        </pc:sldMkLst>
      </pc:sldChg>
      <pc:sldChg chg="del">
        <pc:chgData name="Minh Thai Tran" userId="996740aabe1fc7dc" providerId="Windows Live" clId="Web-{35D608FB-7368-4EA5-AF0C-63E0BD5D0A57}" dt="2022-03-18T01:22:35.490" v="621"/>
        <pc:sldMkLst>
          <pc:docMk/>
          <pc:sldMk cId="0" sldId="405"/>
        </pc:sldMkLst>
      </pc:sldChg>
      <pc:sldChg chg="del">
        <pc:chgData name="Minh Thai Tran" userId="996740aabe1fc7dc" providerId="Windows Live" clId="Web-{35D608FB-7368-4EA5-AF0C-63E0BD5D0A57}" dt="2022-03-18T01:22:35.474" v="620"/>
        <pc:sldMkLst>
          <pc:docMk/>
          <pc:sldMk cId="0" sldId="407"/>
        </pc:sldMkLst>
      </pc:sldChg>
      <pc:sldChg chg="del">
        <pc:chgData name="Minh Thai Tran" userId="996740aabe1fc7dc" providerId="Windows Live" clId="Web-{35D608FB-7368-4EA5-AF0C-63E0BD5D0A57}" dt="2022-03-18T01:22:35.474" v="619"/>
        <pc:sldMkLst>
          <pc:docMk/>
          <pc:sldMk cId="0" sldId="425"/>
        </pc:sldMkLst>
      </pc:sldChg>
      <pc:sldChg chg="del">
        <pc:chgData name="Minh Thai Tran" userId="996740aabe1fc7dc" providerId="Windows Live" clId="Web-{35D608FB-7368-4EA5-AF0C-63E0BD5D0A57}" dt="2022-03-18T01:22:35.474" v="618"/>
        <pc:sldMkLst>
          <pc:docMk/>
          <pc:sldMk cId="0" sldId="426"/>
        </pc:sldMkLst>
      </pc:sldChg>
      <pc:sldChg chg="del">
        <pc:chgData name="Minh Thai Tran" userId="996740aabe1fc7dc" providerId="Windows Live" clId="Web-{35D608FB-7368-4EA5-AF0C-63E0BD5D0A57}" dt="2022-03-18T01:22:35.474" v="617"/>
        <pc:sldMkLst>
          <pc:docMk/>
          <pc:sldMk cId="0" sldId="427"/>
        </pc:sldMkLst>
      </pc:sldChg>
      <pc:sldChg chg="del">
        <pc:chgData name="Minh Thai Tran" userId="996740aabe1fc7dc" providerId="Windows Live" clId="Web-{35D608FB-7368-4EA5-AF0C-63E0BD5D0A57}" dt="2022-03-18T01:22:35.474" v="616"/>
        <pc:sldMkLst>
          <pc:docMk/>
          <pc:sldMk cId="0" sldId="429"/>
        </pc:sldMkLst>
      </pc:sldChg>
      <pc:sldChg chg="del">
        <pc:chgData name="Minh Thai Tran" userId="996740aabe1fc7dc" providerId="Windows Live" clId="Web-{35D608FB-7368-4EA5-AF0C-63E0BD5D0A57}" dt="2022-03-18T01:22:35.474" v="615"/>
        <pc:sldMkLst>
          <pc:docMk/>
          <pc:sldMk cId="0" sldId="430"/>
        </pc:sldMkLst>
      </pc:sldChg>
      <pc:sldChg chg="del">
        <pc:chgData name="Minh Thai Tran" userId="996740aabe1fc7dc" providerId="Windows Live" clId="Web-{35D608FB-7368-4EA5-AF0C-63E0BD5D0A57}" dt="2022-03-18T01:22:35.459" v="613"/>
        <pc:sldMkLst>
          <pc:docMk/>
          <pc:sldMk cId="0" sldId="431"/>
        </pc:sldMkLst>
      </pc:sldChg>
      <pc:sldChg chg="del">
        <pc:chgData name="Minh Thai Tran" userId="996740aabe1fc7dc" providerId="Windows Live" clId="Web-{35D608FB-7368-4EA5-AF0C-63E0BD5D0A57}" dt="2022-03-18T01:22:35.459" v="614"/>
        <pc:sldMkLst>
          <pc:docMk/>
          <pc:sldMk cId="0" sldId="432"/>
        </pc:sldMkLst>
      </pc:sldChg>
      <pc:sldChg chg="del">
        <pc:chgData name="Minh Thai Tran" userId="996740aabe1fc7dc" providerId="Windows Live" clId="Web-{35D608FB-7368-4EA5-AF0C-63E0BD5D0A57}" dt="2022-03-18T01:22:35.459" v="612"/>
        <pc:sldMkLst>
          <pc:docMk/>
          <pc:sldMk cId="0" sldId="433"/>
        </pc:sldMkLst>
      </pc:sldChg>
      <pc:sldChg chg="del">
        <pc:chgData name="Minh Thai Tran" userId="996740aabe1fc7dc" providerId="Windows Live" clId="Web-{35D608FB-7368-4EA5-AF0C-63E0BD5D0A57}" dt="2022-03-18T01:22:35.459" v="611"/>
        <pc:sldMkLst>
          <pc:docMk/>
          <pc:sldMk cId="0" sldId="434"/>
        </pc:sldMkLst>
      </pc:sldChg>
      <pc:sldChg chg="del">
        <pc:chgData name="Minh Thai Tran" userId="996740aabe1fc7dc" providerId="Windows Live" clId="Web-{35D608FB-7368-4EA5-AF0C-63E0BD5D0A57}" dt="2022-03-18T01:22:35.459" v="610"/>
        <pc:sldMkLst>
          <pc:docMk/>
          <pc:sldMk cId="0" sldId="436"/>
        </pc:sldMkLst>
      </pc:sldChg>
      <pc:sldChg chg="del">
        <pc:chgData name="Minh Thai Tran" userId="996740aabe1fc7dc" providerId="Windows Live" clId="Web-{35D608FB-7368-4EA5-AF0C-63E0BD5D0A57}" dt="2022-03-18T01:22:35.443" v="609"/>
        <pc:sldMkLst>
          <pc:docMk/>
          <pc:sldMk cId="0" sldId="437"/>
        </pc:sldMkLst>
      </pc:sldChg>
      <pc:sldChg chg="del">
        <pc:chgData name="Minh Thai Tran" userId="996740aabe1fc7dc" providerId="Windows Live" clId="Web-{35D608FB-7368-4EA5-AF0C-63E0BD5D0A57}" dt="2022-03-18T01:22:35.521" v="638"/>
        <pc:sldMkLst>
          <pc:docMk/>
          <pc:sldMk cId="0" sldId="441"/>
        </pc:sldMkLst>
      </pc:sldChg>
      <pc:sldChg chg="del">
        <pc:chgData name="Minh Thai Tran" userId="996740aabe1fc7dc" providerId="Windows Live" clId="Web-{35D608FB-7368-4EA5-AF0C-63E0BD5D0A57}" dt="2022-03-18T01:22:35.490" v="624"/>
        <pc:sldMkLst>
          <pc:docMk/>
          <pc:sldMk cId="0" sldId="442"/>
        </pc:sldMkLst>
      </pc:sldChg>
      <pc:sldChg chg="del">
        <pc:chgData name="Minh Thai Tran" userId="996740aabe1fc7dc" providerId="Windows Live" clId="Web-{35D608FB-7368-4EA5-AF0C-63E0BD5D0A57}" dt="2022-03-18T01:22:35.506" v="625"/>
        <pc:sldMkLst>
          <pc:docMk/>
          <pc:sldMk cId="0" sldId="444"/>
        </pc:sldMkLst>
      </pc:sldChg>
      <pc:sldChg chg="del">
        <pc:chgData name="Minh Thai Tran" userId="996740aabe1fc7dc" providerId="Windows Live" clId="Web-{35D608FB-7368-4EA5-AF0C-63E0BD5D0A57}" dt="2022-03-18T00:55:27.698" v="257"/>
        <pc:sldMkLst>
          <pc:docMk/>
          <pc:sldMk cId="0" sldId="466"/>
        </pc:sldMkLst>
      </pc:sldChg>
      <pc:sldChg chg="del">
        <pc:chgData name="Minh Thai Tran" userId="996740aabe1fc7dc" providerId="Windows Live" clId="Web-{35D608FB-7368-4EA5-AF0C-63E0BD5D0A57}" dt="2022-03-18T00:55:27.698" v="256"/>
        <pc:sldMkLst>
          <pc:docMk/>
          <pc:sldMk cId="0" sldId="467"/>
        </pc:sldMkLst>
      </pc:sldChg>
      <pc:sldChg chg="del">
        <pc:chgData name="Minh Thai Tran" userId="996740aabe1fc7dc" providerId="Windows Live" clId="Web-{35D608FB-7368-4EA5-AF0C-63E0BD5D0A57}" dt="2022-03-18T01:22:35.646" v="670"/>
        <pc:sldMkLst>
          <pc:docMk/>
          <pc:sldMk cId="0" sldId="468"/>
        </pc:sldMkLst>
      </pc:sldChg>
      <pc:sldChg chg="modSp">
        <pc:chgData name="Minh Thai Tran" userId="996740aabe1fc7dc" providerId="Windows Live" clId="Web-{35D608FB-7368-4EA5-AF0C-63E0BD5D0A57}" dt="2022-03-18T01:23:36.540" v="716" actId="14100"/>
        <pc:sldMkLst>
          <pc:docMk/>
          <pc:sldMk cId="4163143666" sldId="473"/>
        </pc:sldMkLst>
      </pc:sldChg>
      <pc:sldChg chg="del">
        <pc:chgData name="Minh Thai Tran" userId="996740aabe1fc7dc" providerId="Windows Live" clId="Web-{35D608FB-7368-4EA5-AF0C-63E0BD5D0A57}" dt="2022-03-18T01:22:35.678" v="679"/>
        <pc:sldMkLst>
          <pc:docMk/>
          <pc:sldMk cId="3872955328" sldId="477"/>
        </pc:sldMkLst>
      </pc:sldChg>
      <pc:sldChg chg="del">
        <pc:chgData name="Minh Thai Tran" userId="996740aabe1fc7dc" providerId="Windows Live" clId="Web-{35D608FB-7368-4EA5-AF0C-63E0BD5D0A57}" dt="2022-03-18T01:22:35.599" v="654"/>
        <pc:sldMkLst>
          <pc:docMk/>
          <pc:sldMk cId="3046788431" sldId="478"/>
        </pc:sldMkLst>
      </pc:sldChg>
      <pc:sldChg chg="del">
        <pc:chgData name="Minh Thai Tran" userId="996740aabe1fc7dc" providerId="Windows Live" clId="Web-{35D608FB-7368-4EA5-AF0C-63E0BD5D0A57}" dt="2022-03-18T01:22:35.693" v="684"/>
        <pc:sldMkLst>
          <pc:docMk/>
          <pc:sldMk cId="2839813637" sldId="479"/>
        </pc:sldMkLst>
      </pc:sldChg>
      <pc:sldChg chg="del">
        <pc:chgData name="Minh Thai Tran" userId="996740aabe1fc7dc" providerId="Windows Live" clId="Web-{35D608FB-7368-4EA5-AF0C-63E0BD5D0A57}" dt="2022-03-18T01:22:35.693" v="683"/>
        <pc:sldMkLst>
          <pc:docMk/>
          <pc:sldMk cId="4152997724" sldId="480"/>
        </pc:sldMkLst>
      </pc:sldChg>
      <pc:sldChg chg="del">
        <pc:chgData name="Minh Thai Tran" userId="996740aabe1fc7dc" providerId="Windows Live" clId="Web-{35D608FB-7368-4EA5-AF0C-63E0BD5D0A57}" dt="2022-03-18T01:22:35.678" v="682"/>
        <pc:sldMkLst>
          <pc:docMk/>
          <pc:sldMk cId="694979237" sldId="481"/>
        </pc:sldMkLst>
      </pc:sldChg>
      <pc:sldChg chg="del">
        <pc:chgData name="Minh Thai Tran" userId="996740aabe1fc7dc" providerId="Windows Live" clId="Web-{35D608FB-7368-4EA5-AF0C-63E0BD5D0A57}" dt="2022-03-18T01:22:35.506" v="631"/>
        <pc:sldMkLst>
          <pc:docMk/>
          <pc:sldMk cId="4259312806" sldId="483"/>
        </pc:sldMkLst>
      </pc:sldChg>
      <pc:sldChg chg="del">
        <pc:chgData name="Minh Thai Tran" userId="996740aabe1fc7dc" providerId="Windows Live" clId="Web-{35D608FB-7368-4EA5-AF0C-63E0BD5D0A57}" dt="2022-03-18T01:22:35.506" v="629"/>
        <pc:sldMkLst>
          <pc:docMk/>
          <pc:sldMk cId="1548543601" sldId="484"/>
        </pc:sldMkLst>
      </pc:sldChg>
      <pc:sldChg chg="del">
        <pc:chgData name="Minh Thai Tran" userId="996740aabe1fc7dc" providerId="Windows Live" clId="Web-{35D608FB-7368-4EA5-AF0C-63E0BD5D0A57}" dt="2022-03-18T01:22:35.506" v="628"/>
        <pc:sldMkLst>
          <pc:docMk/>
          <pc:sldMk cId="3815896889" sldId="485"/>
        </pc:sldMkLst>
      </pc:sldChg>
      <pc:sldChg chg="del">
        <pc:chgData name="Minh Thai Tran" userId="996740aabe1fc7dc" providerId="Windows Live" clId="Web-{35D608FB-7368-4EA5-AF0C-63E0BD5D0A57}" dt="2022-03-18T01:22:35.506" v="627"/>
        <pc:sldMkLst>
          <pc:docMk/>
          <pc:sldMk cId="2684074838" sldId="486"/>
        </pc:sldMkLst>
      </pc:sldChg>
      <pc:sldChg chg="del">
        <pc:chgData name="Minh Thai Tran" userId="996740aabe1fc7dc" providerId="Windows Live" clId="Web-{35D608FB-7368-4EA5-AF0C-63E0BD5D0A57}" dt="2022-03-18T01:22:35.662" v="676"/>
        <pc:sldMkLst>
          <pc:docMk/>
          <pc:sldMk cId="2135671693" sldId="487"/>
        </pc:sldMkLst>
      </pc:sldChg>
      <pc:sldChg chg="del">
        <pc:chgData name="Minh Thai Tran" userId="996740aabe1fc7dc" providerId="Windows Live" clId="Web-{35D608FB-7368-4EA5-AF0C-63E0BD5D0A57}" dt="2022-03-18T01:22:35.631" v="660"/>
        <pc:sldMkLst>
          <pc:docMk/>
          <pc:sldMk cId="672297008" sldId="488"/>
        </pc:sldMkLst>
      </pc:sldChg>
      <pc:sldChg chg="modSp del">
        <pc:chgData name="Minh Thai Tran" userId="996740aabe1fc7dc" providerId="Windows Live" clId="Web-{35D608FB-7368-4EA5-AF0C-63E0BD5D0A57}" dt="2022-03-18T00:39:07.802" v="99"/>
        <pc:sldMkLst>
          <pc:docMk/>
          <pc:sldMk cId="1946371264" sldId="491"/>
        </pc:sldMkLst>
      </pc:sldChg>
      <pc:sldChg chg="modSp">
        <pc:chgData name="Minh Thai Tran" userId="996740aabe1fc7dc" providerId="Windows Live" clId="Web-{35D608FB-7368-4EA5-AF0C-63E0BD5D0A57}" dt="2022-03-18T00:33:14.204" v="38" actId="20577"/>
        <pc:sldMkLst>
          <pc:docMk/>
          <pc:sldMk cId="2129873330" sldId="492"/>
        </pc:sldMkLst>
      </pc:sldChg>
      <pc:sldChg chg="del">
        <pc:chgData name="Minh Thai Tran" userId="996740aabe1fc7dc" providerId="Windows Live" clId="Web-{35D608FB-7368-4EA5-AF0C-63E0BD5D0A57}" dt="2022-03-18T00:31:35.918" v="5"/>
        <pc:sldMkLst>
          <pc:docMk/>
          <pc:sldMk cId="1902681469" sldId="493"/>
        </pc:sldMkLst>
      </pc:sldChg>
      <pc:sldChg chg="modSp add">
        <pc:chgData name="Minh Thai Tran" userId="996740aabe1fc7dc" providerId="Windows Live" clId="Web-{35D608FB-7368-4EA5-AF0C-63E0BD5D0A57}" dt="2022-03-18T00:32:02.779" v="22" actId="20577"/>
        <pc:sldMkLst>
          <pc:docMk/>
          <pc:sldMk cId="1578435172" sldId="494"/>
        </pc:sldMkLst>
      </pc:sldChg>
      <pc:sldChg chg="modSp add">
        <pc:chgData name="Minh Thai Tran" userId="996740aabe1fc7dc" providerId="Windows Live" clId="Web-{35D608FB-7368-4EA5-AF0C-63E0BD5D0A57}" dt="2022-03-18T00:34:44.365" v="57" actId="20577"/>
        <pc:sldMkLst>
          <pc:docMk/>
          <pc:sldMk cId="4252635693" sldId="495"/>
        </pc:sldMkLst>
      </pc:sldChg>
      <pc:sldChg chg="modSp new del">
        <pc:chgData name="Minh Thai Tran" userId="996740aabe1fc7dc" providerId="Windows Live" clId="Web-{35D608FB-7368-4EA5-AF0C-63E0BD5D0A57}" dt="2022-03-18T00:38:40.113" v="96"/>
        <pc:sldMkLst>
          <pc:docMk/>
          <pc:sldMk cId="2128089259" sldId="496"/>
        </pc:sldMkLst>
      </pc:sldChg>
      <pc:sldChg chg="modSp add">
        <pc:chgData name="Minh Thai Tran" userId="996740aabe1fc7dc" providerId="Windows Live" clId="Web-{35D608FB-7368-4EA5-AF0C-63E0BD5D0A57}" dt="2022-03-18T00:51:48.046" v="242" actId="14100"/>
        <pc:sldMkLst>
          <pc:docMk/>
          <pc:sldMk cId="3175017609" sldId="497"/>
        </pc:sldMkLst>
      </pc:sldChg>
      <pc:sldChg chg="modSp add">
        <pc:chgData name="Minh Thai Tran" userId="996740aabe1fc7dc" providerId="Windows Live" clId="Web-{35D608FB-7368-4EA5-AF0C-63E0BD5D0A57}" dt="2022-03-18T00:39:32.459" v="128" actId="20577"/>
        <pc:sldMkLst>
          <pc:docMk/>
          <pc:sldMk cId="3638653919" sldId="498"/>
        </pc:sldMkLst>
      </pc:sldChg>
      <pc:sldChg chg="modSp add">
        <pc:chgData name="Minh Thai Tran" userId="996740aabe1fc7dc" providerId="Windows Live" clId="Web-{35D608FB-7368-4EA5-AF0C-63E0BD5D0A57}" dt="2022-03-18T01:06:39.954" v="427" actId="20577"/>
        <pc:sldMkLst>
          <pc:docMk/>
          <pc:sldMk cId="3304188286" sldId="499"/>
        </pc:sldMkLst>
      </pc:sldChg>
      <pc:sldChg chg="add del">
        <pc:chgData name="Minh Thai Tran" userId="996740aabe1fc7dc" providerId="Windows Live" clId="Web-{35D608FB-7368-4EA5-AF0C-63E0BD5D0A57}" dt="2022-03-18T01:05:09.761" v="376"/>
        <pc:sldMkLst>
          <pc:docMk/>
          <pc:sldMk cId="3289091284" sldId="500"/>
        </pc:sldMkLst>
      </pc:sldChg>
      <pc:sldChg chg="modSp add del">
        <pc:chgData name="Minh Thai Tran" userId="996740aabe1fc7dc" providerId="Windows Live" clId="Web-{35D608FB-7368-4EA5-AF0C-63E0BD5D0A57}" dt="2022-03-18T01:05:09.777" v="377"/>
        <pc:sldMkLst>
          <pc:docMk/>
          <pc:sldMk cId="2923421509" sldId="501"/>
        </pc:sldMkLst>
      </pc:sldChg>
      <pc:sldChg chg="modSp add">
        <pc:chgData name="Minh Thai Tran" userId="996740aabe1fc7dc" providerId="Windows Live" clId="Web-{35D608FB-7368-4EA5-AF0C-63E0BD5D0A57}" dt="2022-03-18T00:50:57.371" v="231" actId="1076"/>
        <pc:sldMkLst>
          <pc:docMk/>
          <pc:sldMk cId="3268003181" sldId="502"/>
        </pc:sldMkLst>
      </pc:sldChg>
      <pc:sldChg chg="modSp add">
        <pc:chgData name="Minh Thai Tran" userId="996740aabe1fc7dc" providerId="Windows Live" clId="Web-{35D608FB-7368-4EA5-AF0C-63E0BD5D0A57}" dt="2022-03-18T00:50:06.931" v="221" actId="14100"/>
        <pc:sldMkLst>
          <pc:docMk/>
          <pc:sldMk cId="901840996" sldId="503"/>
        </pc:sldMkLst>
      </pc:sldChg>
      <pc:sldChg chg="modSp add replId">
        <pc:chgData name="Minh Thai Tran" userId="996740aabe1fc7dc" providerId="Windows Live" clId="Web-{35D608FB-7368-4EA5-AF0C-63E0BD5D0A57}" dt="2022-03-18T00:54:14.851" v="251" actId="20577"/>
        <pc:sldMkLst>
          <pc:docMk/>
          <pc:sldMk cId="944860642" sldId="504"/>
        </pc:sldMkLst>
      </pc:sldChg>
      <pc:sldChg chg="modSp add">
        <pc:chgData name="Minh Thai Tran" userId="996740aabe1fc7dc" providerId="Windows Live" clId="Web-{35D608FB-7368-4EA5-AF0C-63E0BD5D0A57}" dt="2022-03-18T01:01:30.109" v="343" actId="20577"/>
        <pc:sldMkLst>
          <pc:docMk/>
          <pc:sldMk cId="883545712" sldId="505"/>
        </pc:sldMkLst>
      </pc:sldChg>
      <pc:sldChg chg="modSp add">
        <pc:chgData name="Minh Thai Tran" userId="996740aabe1fc7dc" providerId="Windows Live" clId="Web-{35D608FB-7368-4EA5-AF0C-63E0BD5D0A57}" dt="2022-03-18T01:00:51.966" v="331" actId="14100"/>
        <pc:sldMkLst>
          <pc:docMk/>
          <pc:sldMk cId="818538396" sldId="506"/>
        </pc:sldMkLst>
      </pc:sldChg>
      <pc:sldChg chg="modSp add">
        <pc:chgData name="Minh Thai Tran" userId="996740aabe1fc7dc" providerId="Windows Live" clId="Web-{35D608FB-7368-4EA5-AF0C-63E0BD5D0A57}" dt="2022-03-18T01:01:14.452" v="339" actId="20577"/>
        <pc:sldMkLst>
          <pc:docMk/>
          <pc:sldMk cId="3166034467" sldId="507"/>
        </pc:sldMkLst>
      </pc:sldChg>
      <pc:sldChg chg="modSp add">
        <pc:chgData name="Minh Thai Tran" userId="996740aabe1fc7dc" providerId="Windows Live" clId="Web-{35D608FB-7368-4EA5-AF0C-63E0BD5D0A57}" dt="2022-03-18T01:00:26.293" v="324" actId="20577"/>
        <pc:sldMkLst>
          <pc:docMk/>
          <pc:sldMk cId="4072472526" sldId="508"/>
        </pc:sldMkLst>
      </pc:sldChg>
      <pc:sldChg chg="modSp add">
        <pc:chgData name="Minh Thai Tran" userId="996740aabe1fc7dc" providerId="Windows Live" clId="Web-{35D608FB-7368-4EA5-AF0C-63E0BD5D0A57}" dt="2022-03-18T01:00:07.198" v="318" actId="20577"/>
        <pc:sldMkLst>
          <pc:docMk/>
          <pc:sldMk cId="3759563991" sldId="509"/>
        </pc:sldMkLst>
      </pc:sldChg>
      <pc:sldChg chg="modSp add">
        <pc:chgData name="Minh Thai Tran" userId="996740aabe1fc7dc" providerId="Windows Live" clId="Web-{35D608FB-7368-4EA5-AF0C-63E0BD5D0A57}" dt="2022-03-18T00:59:49.447" v="314" actId="20577"/>
        <pc:sldMkLst>
          <pc:docMk/>
          <pc:sldMk cId="3425264499" sldId="510"/>
        </pc:sldMkLst>
      </pc:sldChg>
      <pc:sldChg chg="modSp add">
        <pc:chgData name="Minh Thai Tran" userId="996740aabe1fc7dc" providerId="Windows Live" clId="Web-{35D608FB-7368-4EA5-AF0C-63E0BD5D0A57}" dt="2022-03-18T00:59:17.711" v="303" actId="1076"/>
        <pc:sldMkLst>
          <pc:docMk/>
          <pc:sldMk cId="639822511" sldId="511"/>
        </pc:sldMkLst>
      </pc:sldChg>
      <pc:sldChg chg="modSp add">
        <pc:chgData name="Minh Thai Tran" userId="996740aabe1fc7dc" providerId="Windows Live" clId="Web-{35D608FB-7368-4EA5-AF0C-63E0BD5D0A57}" dt="2022-03-18T00:59:00.819" v="299" actId="20577"/>
        <pc:sldMkLst>
          <pc:docMk/>
          <pc:sldMk cId="1390901371" sldId="512"/>
        </pc:sldMkLst>
      </pc:sldChg>
      <pc:sldChg chg="modSp add">
        <pc:chgData name="Minh Thai Tran" userId="996740aabe1fc7dc" providerId="Windows Live" clId="Web-{35D608FB-7368-4EA5-AF0C-63E0BD5D0A57}" dt="2022-03-18T00:58:43.725" v="295" actId="20577"/>
        <pc:sldMkLst>
          <pc:docMk/>
          <pc:sldMk cId="854842336" sldId="513"/>
        </pc:sldMkLst>
      </pc:sldChg>
      <pc:sldChg chg="addSp delSp modSp add">
        <pc:chgData name="Minh Thai Tran" userId="996740aabe1fc7dc" providerId="Windows Live" clId="Web-{35D608FB-7368-4EA5-AF0C-63E0BD5D0A57}" dt="2022-03-18T00:58:31.787" v="293" actId="20577"/>
        <pc:sldMkLst>
          <pc:docMk/>
          <pc:sldMk cId="2598210560" sldId="514"/>
        </pc:sldMkLst>
      </pc:sldChg>
      <pc:sldChg chg="modSp add replId">
        <pc:chgData name="Minh Thai Tran" userId="996740aabe1fc7dc" providerId="Windows Live" clId="Web-{35D608FB-7368-4EA5-AF0C-63E0BD5D0A57}" dt="2022-03-18T01:04:59.558" v="375" actId="1076"/>
        <pc:sldMkLst>
          <pc:docMk/>
          <pc:sldMk cId="905367426" sldId="515"/>
        </pc:sldMkLst>
      </pc:sldChg>
      <pc:sldChg chg="modSp add replId">
        <pc:chgData name="Minh Thai Tran" userId="996740aabe1fc7dc" providerId="Windows Live" clId="Web-{35D608FB-7368-4EA5-AF0C-63E0BD5D0A57}" dt="2022-03-18T01:04:31.822" v="366" actId="20577"/>
        <pc:sldMkLst>
          <pc:docMk/>
          <pc:sldMk cId="2256240807" sldId="516"/>
        </pc:sldMkLst>
      </pc:sldChg>
      <pc:sldChg chg="modSp add">
        <pc:chgData name="Minh Thai Tran" userId="996740aabe1fc7dc" providerId="Windows Live" clId="Web-{35D608FB-7368-4EA5-AF0C-63E0BD5D0A57}" dt="2022-03-18T01:11:45.642" v="508" actId="1076"/>
        <pc:sldMkLst>
          <pc:docMk/>
          <pc:sldMk cId="1555622893" sldId="517"/>
        </pc:sldMkLst>
      </pc:sldChg>
      <pc:sldChg chg="modSp add">
        <pc:chgData name="Minh Thai Tran" userId="996740aabe1fc7dc" providerId="Windows Live" clId="Web-{35D608FB-7368-4EA5-AF0C-63E0BD5D0A57}" dt="2022-03-18T01:10:51.889" v="497" actId="1076"/>
        <pc:sldMkLst>
          <pc:docMk/>
          <pc:sldMk cId="2284161244" sldId="518"/>
        </pc:sldMkLst>
      </pc:sldChg>
      <pc:sldChg chg="modSp add">
        <pc:chgData name="Minh Thai Tran" userId="996740aabe1fc7dc" providerId="Windows Live" clId="Web-{35D608FB-7368-4EA5-AF0C-63E0BD5D0A57}" dt="2022-03-18T01:10:05.340" v="487" actId="1076"/>
        <pc:sldMkLst>
          <pc:docMk/>
          <pc:sldMk cId="3492616612" sldId="519"/>
        </pc:sldMkLst>
      </pc:sldChg>
      <pc:sldChg chg="modSp add">
        <pc:chgData name="Minh Thai Tran" userId="996740aabe1fc7dc" providerId="Windows Live" clId="Web-{35D608FB-7368-4EA5-AF0C-63E0BD5D0A57}" dt="2022-03-18T01:09:48.870" v="483" actId="20577"/>
        <pc:sldMkLst>
          <pc:docMk/>
          <pc:sldMk cId="1911796960" sldId="520"/>
        </pc:sldMkLst>
      </pc:sldChg>
      <pc:sldChg chg="modSp add">
        <pc:chgData name="Minh Thai Tran" userId="996740aabe1fc7dc" providerId="Windows Live" clId="Web-{35D608FB-7368-4EA5-AF0C-63E0BD5D0A57}" dt="2022-03-18T01:09:10.290" v="469" actId="1076"/>
        <pc:sldMkLst>
          <pc:docMk/>
          <pc:sldMk cId="2371227157" sldId="521"/>
        </pc:sldMkLst>
      </pc:sldChg>
      <pc:sldChg chg="modSp add">
        <pc:chgData name="Minh Thai Tran" userId="996740aabe1fc7dc" providerId="Windows Live" clId="Web-{35D608FB-7368-4EA5-AF0C-63E0BD5D0A57}" dt="2022-03-18T01:08:40.726" v="462" actId="1076"/>
        <pc:sldMkLst>
          <pc:docMk/>
          <pc:sldMk cId="3096059195" sldId="522"/>
        </pc:sldMkLst>
      </pc:sldChg>
      <pc:sldChg chg="modSp add">
        <pc:chgData name="Minh Thai Tran" userId="996740aabe1fc7dc" providerId="Windows Live" clId="Web-{35D608FB-7368-4EA5-AF0C-63E0BD5D0A57}" dt="2022-03-18T01:08:06.521" v="455" actId="1076"/>
        <pc:sldMkLst>
          <pc:docMk/>
          <pc:sldMk cId="3984540016" sldId="523"/>
        </pc:sldMkLst>
      </pc:sldChg>
      <pc:sldChg chg="modSp new del">
        <pc:chgData name="Minh Thai Tran" userId="996740aabe1fc7dc" providerId="Windows Live" clId="Web-{35D608FB-7368-4EA5-AF0C-63E0BD5D0A57}" dt="2022-03-18T01:27:12.818" v="788"/>
        <pc:sldMkLst>
          <pc:docMk/>
          <pc:sldMk cId="2953699750" sldId="524"/>
        </pc:sldMkLst>
      </pc:sldChg>
      <pc:sldChg chg="addSp delSp modSp add addAnim delAnim">
        <pc:chgData name="Minh Thai Tran" userId="996740aabe1fc7dc" providerId="Windows Live" clId="Web-{35D608FB-7368-4EA5-AF0C-63E0BD5D0A57}" dt="2022-03-18T01:29:27.747" v="823" actId="1076"/>
        <pc:sldMkLst>
          <pc:docMk/>
          <pc:sldMk cId="4228464720" sldId="525"/>
        </pc:sldMkLst>
      </pc:sldChg>
      <pc:sldMasterChg chg="add addSldLayout">
        <pc:chgData name="Minh Thai Tran" userId="996740aabe1fc7dc" providerId="Windows Live" clId="Web-{35D608FB-7368-4EA5-AF0C-63E0BD5D0A57}" dt="2022-03-18T00:38:29.753" v="93"/>
        <pc:sldMasterMkLst>
          <pc:docMk/>
          <pc:sldMasterMk cId="0" sldId="2147483818"/>
        </pc:sldMasterMkLst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1519436510" sldId="2147483782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405063823" sldId="2147483783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1996304699" sldId="2147483784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553065086" sldId="2147483785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2766583079" sldId="2147483786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832117795" sldId="2147483787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349246487" sldId="2147483788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2142316376" sldId="2147483789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1075356137" sldId="2147483790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1003299624" sldId="2147483791"/>
          </pc:sldLayoutMkLst>
        </pc:sldLayoutChg>
        <pc:sldLayoutChg chg="add">
          <pc:chgData name="Minh Thai Tran" userId="996740aabe1fc7dc" providerId="Windows Live" clId="Web-{35D608FB-7368-4EA5-AF0C-63E0BD5D0A57}" dt="2022-03-18T00:38:29.753" v="93"/>
          <pc:sldLayoutMkLst>
            <pc:docMk/>
            <pc:sldMasterMk cId="0" sldId="2147483818"/>
            <pc:sldLayoutMk cId="3432736633" sldId="2147483792"/>
          </pc:sldLayoutMkLst>
        </pc:sldLayoutChg>
      </pc:sldMasterChg>
    </pc:docChg>
  </pc:docChgLst>
  <pc:docChgLst>
    <pc:chgData name="Minh Thai Tran" userId="996740aabe1fc7dc" providerId="LiveId" clId="{FEB8E8B2-3668-EE4A-92AA-6B89063D19DA}"/>
    <pc:docChg chg="custSel addSld delSld modSld">
      <pc:chgData name="Minh Thai Tran" userId="996740aabe1fc7dc" providerId="LiveId" clId="{FEB8E8B2-3668-EE4A-92AA-6B89063D19DA}" dt="2024-01-22T04:25:49.336" v="559" actId="20577"/>
      <pc:docMkLst>
        <pc:docMk/>
      </pc:docMkLst>
      <pc:sldChg chg="addSp delSp modSp mod">
        <pc:chgData name="Minh Thai Tran" userId="996740aabe1fc7dc" providerId="LiveId" clId="{FEB8E8B2-3668-EE4A-92AA-6B89063D19DA}" dt="2024-01-22T04:25:49.336" v="559" actId="20577"/>
        <pc:sldMkLst>
          <pc:docMk/>
          <pc:sldMk cId="4163143666" sldId="473"/>
        </pc:sldMkLst>
      </pc:sldChg>
      <pc:sldChg chg="addSp delSp modSp mod modClrScheme chgLayout">
        <pc:chgData name="Minh Thai Tran" userId="996740aabe1fc7dc" providerId="LiveId" clId="{FEB8E8B2-3668-EE4A-92AA-6B89063D19DA}" dt="2024-01-22T02:22:53.634" v="144" actId="14100"/>
        <pc:sldMkLst>
          <pc:docMk/>
          <pc:sldMk cId="3304188286" sldId="499"/>
        </pc:sldMkLst>
      </pc:sldChg>
      <pc:sldChg chg="addSp delSp modSp new mod">
        <pc:chgData name="Minh Thai Tran" userId="996740aabe1fc7dc" providerId="LiveId" clId="{FEB8E8B2-3668-EE4A-92AA-6B89063D19DA}" dt="2024-01-22T02:22:15.118" v="134" actId="20577"/>
        <pc:sldMkLst>
          <pc:docMk/>
          <pc:sldMk cId="1127888367" sldId="528"/>
        </pc:sldMkLst>
      </pc:sldChg>
      <pc:sldChg chg="add del">
        <pc:chgData name="Minh Thai Tran" userId="996740aabe1fc7dc" providerId="LiveId" clId="{FEB8E8B2-3668-EE4A-92AA-6B89063D19DA}" dt="2024-01-22T01:45:34.585" v="11"/>
        <pc:sldMkLst>
          <pc:docMk/>
          <pc:sldMk cId="2123929235" sldId="528"/>
        </pc:sldMkLst>
      </pc:sldChg>
      <pc:sldChg chg="add del">
        <pc:chgData name="Minh Thai Tran" userId="996740aabe1fc7dc" providerId="LiveId" clId="{FEB8E8B2-3668-EE4A-92AA-6B89063D19DA}" dt="2024-01-22T01:45:47.325" v="15"/>
        <pc:sldMkLst>
          <pc:docMk/>
          <pc:sldMk cId="3876548490" sldId="528"/>
        </pc:sldMkLst>
      </pc:sldChg>
      <pc:sldChg chg="modSp new mod">
        <pc:chgData name="Minh Thai Tran" userId="996740aabe1fc7dc" providerId="LiveId" clId="{FEB8E8B2-3668-EE4A-92AA-6B89063D19DA}" dt="2024-01-22T02:25:09.819" v="438" actId="20577"/>
        <pc:sldMkLst>
          <pc:docMk/>
          <pc:sldMk cId="1161814424" sldId="5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734EB9F-497E-4EF1-A549-E2AE73A721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6958C42-75D6-41D6-902C-05DBB26E0C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C14DA4E-3459-49C6-A31C-FD2F490787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266D365-3F5A-48EF-852F-A305742AF94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C34AFDE2-FD04-45C2-B76C-36462B0BFD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8E54DB8A-9AF4-4621-AC4C-7DAECA19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DC946D0-D8A6-46F5-B404-0836CE5155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128F48C-01CC-4012-91F3-ADA08F91F9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CFCAD9-3CDC-4AE5-9EDC-CA5AF8ED087F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F6AA321-39BB-43EB-A34E-7FA19AC73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6355EF9-49BD-4543-8F4E-7C1DE057B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41D35113-74A3-4226-92D6-B9B83E2C6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CB9029-DE79-44B3-8B90-C77B0B079E1C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C2D0631-6E02-43F7-9A87-E2AD925900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DFAA9D9-DB3B-41C5-BC76-DC451ADBE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61F5C8A-FEB0-4B83-9B28-1FA5085638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F0FF37-F4AD-4920-B12E-22C1C69E4E45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5F228D3-1BBF-4F5C-BA4F-55889E989D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468E7E8-9883-4D10-A03A-DF0E61EDD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SEQUEL: </a:t>
            </a:r>
            <a:r>
              <a:rPr lang="en-US" altLang="en-US" u="sng">
                <a:latin typeface="Arial" panose="020B0604020202020204" pitchFamily="34" charset="0"/>
              </a:rPr>
              <a:t>S</a:t>
            </a:r>
            <a:r>
              <a:rPr lang="en-US" altLang="en-US">
                <a:latin typeface="Arial" panose="020B0604020202020204" pitchFamily="34" charset="0"/>
              </a:rPr>
              <a:t>tructured </a:t>
            </a:r>
            <a:r>
              <a:rPr lang="en-US" altLang="en-US" u="sng">
                <a:latin typeface="Arial" panose="020B0604020202020204" pitchFamily="34" charset="0"/>
              </a:rPr>
              <a:t>E</a:t>
            </a:r>
            <a:r>
              <a:rPr lang="en-US" altLang="en-US">
                <a:latin typeface="Arial" panose="020B0604020202020204" pitchFamily="34" charset="0"/>
              </a:rPr>
              <a:t>nglish </a:t>
            </a:r>
            <a:r>
              <a:rPr lang="en-US" altLang="en-US" u="sng">
                <a:latin typeface="Arial" panose="020B0604020202020204" pitchFamily="34" charset="0"/>
              </a:rPr>
              <a:t>Que</a:t>
            </a:r>
            <a:r>
              <a:rPr lang="en-US" altLang="en-US">
                <a:latin typeface="Arial" panose="020B0604020202020204" pitchFamily="34" charset="0"/>
              </a:rPr>
              <a:t>ry </a:t>
            </a:r>
            <a:r>
              <a:rPr lang="en-US" altLang="en-US" u="sng">
                <a:latin typeface="Arial" panose="020B0604020202020204" pitchFamily="34" charset="0"/>
              </a:rPr>
              <a:t>L</a:t>
            </a:r>
            <a:r>
              <a:rPr lang="en-US" altLang="en-US">
                <a:latin typeface="Arial" panose="020B0604020202020204" pitchFamily="34" charset="0"/>
              </a:rPr>
              <a:t>anguage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ANSI: </a:t>
            </a:r>
            <a:r>
              <a:rPr lang="en-US" altLang="en-US" u="sng">
                <a:latin typeface="Arial" panose="020B0604020202020204" pitchFamily="34" charset="0"/>
              </a:rPr>
              <a:t>A</a:t>
            </a:r>
            <a:r>
              <a:rPr lang="en-US" altLang="en-US">
                <a:latin typeface="Arial" panose="020B0604020202020204" pitchFamily="34" charset="0"/>
              </a:rPr>
              <a:t>merican </a:t>
            </a:r>
            <a:r>
              <a:rPr lang="en-US" altLang="en-US" u="sng">
                <a:latin typeface="Arial" panose="020B0604020202020204" pitchFamily="34" charset="0"/>
              </a:rPr>
              <a:t>N</a:t>
            </a:r>
            <a:r>
              <a:rPr lang="en-US" altLang="en-US">
                <a:latin typeface="Arial" panose="020B0604020202020204" pitchFamily="34" charset="0"/>
              </a:rPr>
              <a:t>ational </a:t>
            </a:r>
            <a:r>
              <a:rPr lang="en-US" altLang="en-US" u="sng">
                <a:latin typeface="Arial" panose="020B0604020202020204" pitchFamily="34" charset="0"/>
              </a:rPr>
              <a:t>S</a:t>
            </a:r>
            <a:r>
              <a:rPr lang="en-US" altLang="en-US">
                <a:latin typeface="Arial" panose="020B0604020202020204" pitchFamily="34" charset="0"/>
              </a:rPr>
              <a:t>tandards </a:t>
            </a:r>
            <a:r>
              <a:rPr lang="en-US" altLang="en-US" u="sng">
                <a:latin typeface="Arial" panose="020B0604020202020204" pitchFamily="34" charset="0"/>
              </a:rPr>
              <a:t>I</a:t>
            </a:r>
            <a:r>
              <a:rPr lang="en-US" altLang="en-US">
                <a:latin typeface="Arial" panose="020B0604020202020204" pitchFamily="34" charset="0"/>
              </a:rPr>
              <a:t>nstitute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8712167-3918-45E4-932A-D194E429A2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62555A-A8AD-41E8-8121-5D386088CF3D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10BCDE5-F10E-4127-A1DF-E4A9DBA28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89624E7-B34E-4E4B-A9E4-66BF85E44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6CE6D8DA-71AC-428C-AC05-75FC9AA2D9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95328C-105B-4E8A-9AA0-9592B5105091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29EE8041-5CD8-46EB-A0E1-BB0A93313F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2320A0D4-D4F6-4365-9368-AF49367C7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DF5A637D-859C-4FC1-8F70-29779D61A7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3F9CCA-DB48-431B-A75E-81E605927AF4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611737D-792C-43F6-98D1-2493D802E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406B9F1E-6137-4D43-A1E6-8EE653099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6D815DA-85CB-46A3-B879-6CC329FD1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962B0D-5E1A-45E0-9C22-5B643EFE7FC2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60F53BC-69B0-47AA-8ABD-0239D08A79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6183B6BC-6F1A-4295-9F3D-587C0221AB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0FB8A0E7-AC6F-4E30-842F-00F86625F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8B8D8B-0746-4B64-B9AE-716B0E37DA24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DFA87ED-4AD1-4C68-8884-6E11D8CDE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12BEB5C-1A79-4A5A-9EBD-0C298A2BA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79975758-D8D9-4375-B2D4-3A69FA6AC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53ECEF-13E6-4BD7-8A87-4B5597D2F470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35AE6E1-9F15-48BD-AAD5-8EEB2F68B2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4FDCBA2-4DE8-4614-88B1-58C09FD010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ADD1845-DBEA-4F60-8034-BCD46F3E86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0231AE-02F4-45CD-B072-D293594081A5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2D0D4A3-7EC7-4D9E-AB43-D134610BE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5F911BBC-82B0-4176-940E-1DCF36DE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2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E3414DA-7A55-4858-B83D-828C9C1650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8B3E02-47BE-4F8B-8965-A7786FAACFF9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AEEDC982-5ECE-4E1D-99AF-BA81836F47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399223B-34DC-421B-8B6A-2934AB325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827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D84C7B8-0ED7-49A4-8ACF-562DEE02C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4996B7-B18A-48AE-ADBE-771A42026D4F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F6EE9EB-8D27-4A87-890E-10164CC2AA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8F1858F-F658-461D-B4FA-73E080603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271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D84C7B8-0ED7-49A4-8ACF-562DEE02C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4996B7-B18A-48AE-ADBE-771A42026D4F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F6EE9EB-8D27-4A87-890E-10164CC2AA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8F1858F-F658-461D-B4FA-73E080603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486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D84C7B8-0ED7-49A4-8ACF-562DEE02C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4996B7-B18A-48AE-ADBE-771A42026D4F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F6EE9EB-8D27-4A87-890E-10164CC2AA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8F1858F-F658-461D-B4FA-73E080603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730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16A3C811-E5CD-4638-A8B9-91CDCEF6AE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0FF41D-A056-45D4-B05D-9D9E056A33CA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CE65DFE9-C86C-4D94-9514-2769D66531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5D51DCBB-E9A6-426E-9D8A-63BC87317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6A68BE8F-1A94-4607-A30F-7FEF0D43E3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8137D1-72D7-4D38-9A5F-5D7BC581EE95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FF649800-5CCF-46BA-ABED-087152653C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754DADC3-7516-4CA5-9A8E-B3C9CD2F79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B0E9CF69-08B5-44BC-857D-BDD85741C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9EB84E-13F5-4CDF-A47F-75C620EAD1C9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C6B452E-9752-467A-B20E-FD37D0F45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165E6E25-93A9-4B30-8878-3549E115A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0D1DEF4F-BD2C-4838-B8AD-956DE5BA9B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38D794-599B-4D3A-8424-B8C98C7D8E79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C19B399D-1929-4CA4-B575-C35C29CA65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E14C8E33-F568-4446-AE27-C48189A83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A228F81C-3F6E-45A9-A23E-C891969E7C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8A1812-96F7-4E9D-B83E-8F29661CEBA9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1348C91F-FB81-4B50-8337-871DF0A1EE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4E7A5CFF-F7DE-4B95-9883-5B6F70E85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DB9265D-9D39-4861-93B7-F3375340E6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F3CF13-1761-466E-A5C9-8653ADDAEEA3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EBE76DA6-94A2-40F8-B2E0-E05FD9D58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F71315FB-7984-4C3B-AF35-A8A376EB0D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1C4C8CBE-A174-4E4E-B970-1441F61D1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71FF83-8605-42BD-A3EE-76C978569322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9C973745-A5E5-451F-9961-0E89E6FA1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4C9E8CC5-8BB4-4219-8509-149E47835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5EE590BE-B8C8-4D97-89AD-4A23CC295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D18823-B566-452C-93F3-0F1BC26CA5B1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54BBAEEE-6CBE-488D-8BD8-1B4DDC1321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63A346AE-34DA-4BF7-BDA2-8DEC8A3CB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8775FE1-F93D-4D28-A35E-189971537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EA5521-9AD3-42B2-B238-9F31AE2274A5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4616CE99-710C-4B12-8A35-C0FDF6CF04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07837E9-3EC9-43BC-83B5-A320D26A6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EFB37B48-1298-4DDC-B490-3D0DADE78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E53192-A66F-4080-AD62-47B219664157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356FF73-75B9-4F7D-BA8F-1623639433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E8C7B9F-ED5B-4C5E-9C6A-2450E2C04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1B11739-7ACB-4FC3-92FB-3560A1F392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C1792F-FFC3-4A35-A721-9D41E18D6F74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22631776-5E0F-4FC0-B22A-7FD6270E3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1181E81-A387-48EA-8D85-C0BC0B685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C01EBBC-BB9E-4111-BF3A-CC28E8D48B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74CAAE-BFB7-4C20-B0FE-C84201166DA3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36280DE-5515-4F2F-9174-F6907C2A9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81B592F4-F6B5-456B-97B8-587F27875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0A1B207-F48F-4525-85E8-5C94FFEFCA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632992-F2D8-4423-9FD9-38BE83A36FAF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19A11CBA-B6B7-46FA-BD30-B6F54877F6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AEDFAE4-2DF4-49C3-8A84-0E477EDDF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A450E14-5F67-4A1B-90BE-16115B274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472A49-BE86-4DD7-9A7B-35A9C5E6A9CB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20A8FF7B-B3D4-4DB2-A1C3-8B56981A9D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E70948A-C3D6-4A44-B69B-7947646D9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A95A68F0-C55C-4EF1-A36D-90BA3A5269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235B8E-AC27-4143-A6A6-61E5C5D6E652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C5C8D1D-9577-4061-AA3C-49AF2CCD2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CC5F4D14-51F7-4FA6-B48D-1A46B3F35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D84C7B8-0ED7-49A4-8ACF-562DEE02C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4996B7-B18A-48AE-ADBE-771A42026D4F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F6EE9EB-8D27-4A87-890E-10164CC2AA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8F1858F-F658-461D-B4FA-73E080603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AA71DBF-1E32-4560-B273-631FAA1709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2E4D43-B031-4A6B-9ACE-B1C183DE505D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1323881-0FB9-485A-A393-3555818AC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9C415484-282B-4BE0-B08E-20D8AC5AA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0C41CC9-BB03-4C2A-A29D-1832FA6CDD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A7D2E9-D360-4037-9E05-2E579CDB0E57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B5E9DF06-406D-402C-9BB7-A661C18A76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C5881EC0-FC7A-4DC6-8749-B6FB72833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646DB29-5CF2-4630-817D-2A224C597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E7E2EE-DEE8-4D8F-95AA-EBDB2592A213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5CD32B6-0437-40E4-8923-12B8D8F83D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E6AC271-D511-433F-BD85-4DDFE1EAC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0A0EAEEC-8AA2-4E2E-91D4-B076529075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16FCCF-D480-47D2-8A3F-DB6BA21BD526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B1DACC75-3E40-474D-A1F0-EDA0D15FD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605D9CCC-6478-4E44-A79D-E58906CDF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A88028C-9A64-4508-9002-48E0FB6D33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162AEC-4317-4035-A745-969E9B8D74FC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AAE0591D-DE8E-426E-B837-F7340BC7AA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AD4C6D8-4650-463A-83E4-56A10CA3F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ACD5EE04-F84B-403E-B194-9505E820A4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8CA989-405F-4A70-B807-6BD744DA99AD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0249C23A-CA26-4883-BC54-E93FD9A26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80A9BDAC-0EDB-477E-9A69-82E142395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23854924-0161-4CB4-8898-F855877744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DB6353-4B0D-44D8-A3E7-47B8795685DE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58107D3A-913A-42C7-B7D2-AEAD3ACFD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12DD95D8-8E0E-4B69-9195-DBA0C811A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FB9917C4-2AE0-401E-82BC-FFE5A5B77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0F2383-EF79-4BE4-8334-7C56B97C8BA2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B5DB918C-33DC-4622-8C4B-9B6AACEE9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8ACD9A9F-4188-4BBC-BC7F-9BAA3344E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5602B13C-D940-44AD-8C2F-D3943FC424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2AF2EE-BD93-454B-A990-6F17DE09CBD4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00DDAEF-9E0B-4DDD-A806-1E6A98A88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6E5540C-41F4-4031-89A4-9D12BDBCD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A1A24DE-261C-4E77-B93C-79716AC9B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7AA642FD-8C82-4030-883B-117446EE0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029200"/>
            <a:ext cx="65119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620000" cy="1752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7526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2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6A07071-F17C-4A98-8126-CA4983F97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306D6B5-C5A4-480D-9D51-95B88B27E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AD47414-C378-4250-B88D-D89D11FBF6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F2F0A69-8627-4965-9723-934F60630D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98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729887-CA1A-44EC-8DC9-53DB7369D9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8F05FA-122D-4CB4-8FD2-110D6423B4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9537F-CEC4-416D-A154-C49AB1068D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6CB274-F3ED-4F22-9D3A-C5E5218A09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18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85DC5C-D323-4335-9439-93F2B6200D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9429FA-D45C-471A-92E5-C1C4DEA46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793A03-94FD-4613-ADA6-CAA517039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231CC8-B8FF-4D10-A3C0-EDE1D40E06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78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26174-C330-4937-9890-6EF4F007C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8F93B-026D-45B8-ADEE-2655FE088B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E5C9E-F0AD-45FA-8F0F-5C7F4AB15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E5B04-F56F-4139-A68F-FD043BEC4E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96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8ACF4BF-0E4F-4915-ACFA-DFB351BD44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10476A-A870-434A-8C9F-696CD3EA9E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EF3779-F0AB-4A28-83A6-4E1606879A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1116EC-6A31-40EC-8CDA-93A335FE01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79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F9DF0A-73EE-4ACD-A897-FB714365D7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9272B8-A67A-4B20-92A8-56E02E6F79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568E2D-CAAE-44B1-8FB9-B38347392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A7163E-44D2-4C51-928F-3FB8DC5E47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90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7F7B328-8FCF-4DE1-9278-979C147E82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C96EB0F-EAE2-4C28-B909-0BB9BDBD9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E9E62C7-54A3-4EDD-BC78-ADC4FF4782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7B1F57-2047-4D37-92A4-252F5D687F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8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8B36F-C623-4E7C-9896-2C37F844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CD33DB-78DD-4DC1-B0BD-34D89F967F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5F605-8B8D-4E7E-ACA5-69AC45B58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B6875C-886B-45DB-AEE1-490BB5537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80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329B2-316B-402E-8F55-62AE7C97F1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345A7-5975-48F5-AFFF-39D6C4D012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B358E-DC50-40A4-B689-9E413CF85E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2440F-575E-4542-9216-4A46DDC0F6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16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C8B39-3A33-49A2-BAFE-9346949CC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C438C0-89C1-41DC-AF9E-601934A46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9BBFE0-4A7C-41A1-9B9E-89ACDE0FD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DE488-C479-4695-869C-B2CBF9DE4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33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54013"/>
            <a:ext cx="205740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4013"/>
            <a:ext cx="6019800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7C2D9F-CFB3-43CB-981B-45C1CF32C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92CBA8-CDC9-49AB-8A57-335F3CF4AB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BE2DDA-DE22-4499-93E3-2DBF3245D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6A34BB-C9E2-4800-A376-3A0F11EF0B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326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AE8110-85EF-4E2C-B949-9439C55080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D926CC-012E-4FE1-B12C-3DBE01D929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A8AC68-6279-4725-831B-9619D72B1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5C83B3-DA0A-4F57-B6E8-CE131B0A6C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386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527F4BFF-1CD0-4DB8-803A-8F041DD35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E2D5751-7DF0-42DC-B0F7-CCFFD94C8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029200"/>
            <a:ext cx="65119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620000" cy="1752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7526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2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B08D228-7C4D-4485-94BB-82C6AE742E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3D5F977-8730-4028-970C-C0BB27AF77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61F6493-777E-440B-B7F6-1C885C027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6C5C5F5-1EEF-4EA4-BBD6-1ECDFF01BF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7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723F69-F538-4A47-9C17-D7FEEF311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DDDF95-51C0-4AEC-9DFB-F18973F54D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12C27B-2191-419B-99A0-1C98A15C0D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16988-204E-45A4-B50D-3E7973353E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436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BE2C79-27A6-4165-AD2C-10A96144F8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7B0CAF-7CA9-4EBB-BE60-C50D5D9723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88B1E4-9DF5-409C-AA5E-4F537C846F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DA129-1907-437E-B928-61D2274FD7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63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7CE5B-A901-46B9-B4D5-2E588F9BBE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EE72FB-F6A0-4887-8DBF-ED1803EE2A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EBFCB3-C1C9-4171-B53A-BC72BB0A76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343F3-2E63-4E26-A250-F6DCDE0592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6304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6C54A8-7EF8-4504-84E5-9296755FCA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D78598B-D34E-44AA-A0DE-41F99963B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655882-E7EE-4A5F-8929-B7CD0891DA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024EA1-F565-4F59-9445-54AE002B10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065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229BDB-3419-4ED5-BADC-E4EF9F0346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BFA6CA-9FD2-4857-8404-95DCD6DC91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006619-999F-48F8-AD4B-4B4059F48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90368C-C62C-4AB6-A562-81A13728A5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583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C17371-2E57-4011-902B-2CD6956D86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FA26F49-4CDD-47B3-977E-065D2D8B67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B261A0C-2548-4431-B760-578E58B1A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612C1A-3674-412C-B02D-1A8D2CCFCE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117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BC3B3-911F-47D9-B6FC-4F204508E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8D054-1426-487B-99E3-D29E5ED68E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42595-66AC-4BE4-93D7-6D31D23DDD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B8D8AD-B0C2-47C6-B24B-A2F2CDEBFC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46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219B4-BB2B-4290-B17A-E10D79368E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A14DA-71B6-4411-95D6-F1BE54EDE0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9D516-134A-465C-B423-ED067DC51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74116-1F20-441B-8896-5F6586DF68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316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C9C38C-3BE3-4032-A9B1-C004F65A7F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FD9841-AA6A-489F-8C03-6CBCC67286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BF4839-4A75-438A-B8B9-57A04A863E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59C656-75CB-4AC9-ADB4-875B44ABCB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356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54013"/>
            <a:ext cx="205740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4013"/>
            <a:ext cx="6019800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3C5995-0103-487A-A68E-E18C64A60C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7AE5B4-E8BE-4528-B684-B9F7B8DDBC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F1422F-3557-455C-B718-3DEBE0B8E5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5DA9C-5CC7-41D7-87F6-ECE662655F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29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58D88F-8938-413E-9602-872FD8A98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540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8F6CB2-AFB9-4E8B-B6EE-B77EB2330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FEB0535-7F68-4F09-A495-E5D1AF447C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6038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054680B-DABB-4F89-89E9-48F088F050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E31F570-D4F4-49FF-A840-EDFA8D425C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60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432C1057-4A77-4076-AA32-8B691A0641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00B418EC-974A-43BE-AC2E-3F882126C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9310396-CD1D-45DA-8D97-FD865B95C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53200"/>
            <a:ext cx="8229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 2" panose="05020102010507070707" pitchFamily="18" charset="2"/>
        <a:buChar char="¡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Arial" panose="020B0604020202020204" pitchFamily="34" charset="0"/>
        <a:buChar char="-"/>
        <a:defRPr sz="2300">
          <a:solidFill>
            <a:schemeClr val="tx1"/>
          </a:solidFill>
          <a:latin typeface="+mn-lt"/>
        </a:defRPr>
      </a:lvl2pPr>
      <a:lvl3pPr marL="1022350" indent="-3508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</a:defRPr>
      </a:lvl3pPr>
      <a:lvl4pPr marL="1339850" indent="-315913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Symbol" panose="05050102010706020507" pitchFamily="18" charset="2"/>
        <a:buChar char="*"/>
        <a:defRPr sz="1700">
          <a:solidFill>
            <a:schemeClr val="tx1"/>
          </a:solidFill>
          <a:latin typeface="+mn-lt"/>
        </a:defRPr>
      </a:lvl4pPr>
      <a:lvl5pPr marL="1681163" indent="-339725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1383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955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527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5099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EA7512-02AD-46BE-8CB7-624D99D3D6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540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658F55-C443-414B-B20A-0F47FE344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62FE160-27FC-454B-8AEE-0E6BC43042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6038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7BEEC318-BAD4-4ACE-A68C-596B7A5F1DF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86162140-4E83-437A-AA5F-CBDEC3B9B3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60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386A8DA6-2A00-43B2-A197-8B61CCC85E9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89A8C69C-27E6-41C4-BCA0-4A22D59B1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55D0700B-6DB9-4DC0-B0C4-B59196514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53200"/>
            <a:ext cx="8229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 2" panose="05020102010507070707" pitchFamily="18" charset="2"/>
        <a:buChar char="¡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Arial" panose="020B0604020202020204" pitchFamily="34" charset="0"/>
        <a:buChar char="-"/>
        <a:defRPr sz="2300">
          <a:solidFill>
            <a:schemeClr val="tx1"/>
          </a:solidFill>
          <a:latin typeface="+mn-lt"/>
        </a:defRPr>
      </a:lvl2pPr>
      <a:lvl3pPr marL="1022350" indent="-3508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</a:defRPr>
      </a:lvl3pPr>
      <a:lvl4pPr marL="1339850" indent="-315913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Symbol" panose="05050102010706020507" pitchFamily="18" charset="2"/>
        <a:buChar char="*"/>
        <a:defRPr sz="1700">
          <a:solidFill>
            <a:schemeClr val="tx1"/>
          </a:solidFill>
          <a:latin typeface="+mn-lt"/>
        </a:defRPr>
      </a:lvl4pPr>
      <a:lvl5pPr marL="1681163" indent="-339725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1383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955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527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5099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AB579A-0E5A-4FC3-A724-4F496C7EAE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362200"/>
            <a:ext cx="7239000" cy="914400"/>
          </a:xfrm>
        </p:spPr>
        <p:txBody>
          <a:bodyPr/>
          <a:lstStyle/>
          <a:p>
            <a:pPr algn="ctr"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Chương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3</a:t>
            </a:r>
            <a:endParaRPr lang="en-US" dirty="0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A643D74-5FC8-47DA-879D-F138997FA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/>
          <a:lstStyle/>
          <a:p>
            <a:pPr algn="ctr"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Truy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 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vấn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 CSDL</a:t>
            </a:r>
            <a:endParaRPr lang="en-US" dirty="0"/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0583E417-2BA2-4416-96D8-7A795EA0F6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GV: TS. Trần Minh Thái – </a:t>
            </a:r>
            <a:r>
              <a:rPr lang="en-US" altLang="en-US" dirty="0">
                <a:hlinkClick r:id="rId2"/>
              </a:rPr>
              <a:t>thaitm@huflit.edu.vn</a:t>
            </a:r>
            <a:endParaRPr lang="en-US"/>
          </a:p>
          <a:p>
            <a:r>
              <a:rPr lang="en-US" dirty="0" err="1">
                <a:cs typeface="Arial"/>
              </a:rPr>
              <a:t>Cập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nhật</a:t>
            </a:r>
            <a:r>
              <a:rPr lang="en-US" dirty="0">
                <a:cs typeface="Arial"/>
              </a:rPr>
              <a:t>: </a:t>
            </a:r>
            <a:r>
              <a:rPr lang="en-US" b="1" dirty="0">
                <a:cs typeface="Arial"/>
              </a:rPr>
              <a:t>16/02/2025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B689-55A0-42FC-9848-8A7881CFA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6CDC4106-D391-4429-8D5C-D84B7CE9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A0164CA-FF9E-4801-90E8-C30D4B50106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B2BAD851-1477-4C76-9007-93BE4FAA1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chi tiết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E15FEFFD-78F5-41AA-9E80-6B65804A2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marL="514350" indent="-514350" eaLnBrk="1" hangingPunct="1">
              <a:buAutoNum type="arabicPeriod"/>
            </a:pPr>
            <a:r>
              <a:rPr lang="en-US" dirty="0" err="1">
                <a:ea typeface="+mn-lt"/>
                <a:cs typeface="+mn-lt"/>
              </a:rPr>
              <a:t>Giới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thiệu</a:t>
            </a:r>
            <a:endParaRPr lang="en-US"/>
          </a:p>
          <a:p>
            <a:pPr marL="514350" indent="-514350">
              <a:buAutoNum type="arabicPeriod"/>
            </a:pPr>
            <a:r>
              <a:rPr lang="en-US" dirty="0" err="1">
                <a:ea typeface="+mn-lt"/>
                <a:cs typeface="+mn-lt"/>
              </a:rPr>
              <a:t>Đại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số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 (ĐSQH) 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dirty="0" err="1">
                <a:ea typeface="+mn-lt"/>
                <a:cs typeface="+mn-lt"/>
              </a:rPr>
              <a:t>Ngôn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ngữ</a:t>
            </a:r>
            <a:r>
              <a:rPr lang="en-US" dirty="0">
                <a:ea typeface="+mn-lt"/>
                <a:cs typeface="+mn-lt"/>
              </a:rPr>
              <a:t> SQL 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dirty="0" err="1">
                <a:ea typeface="+mn-lt"/>
                <a:cs typeface="+mn-lt"/>
              </a:rPr>
              <a:t>Phép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chọn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 marL="841375" lvl="1" indent="-325120">
              <a:buAutoNum type="arabicPeriod"/>
            </a:pPr>
            <a:r>
              <a:rPr lang="en-US" i="1" dirty="0" err="1">
                <a:ea typeface="+mn-lt"/>
                <a:cs typeface="+mn-lt"/>
              </a:rPr>
              <a:t>Biểu</a:t>
            </a:r>
            <a:r>
              <a:rPr lang="en-US" i="1" dirty="0">
                <a:ea typeface="+mn-lt"/>
                <a:cs typeface="+mn-lt"/>
              </a:rPr>
              <a:t> </a:t>
            </a:r>
            <a:r>
              <a:rPr lang="en-US" i="1" dirty="0" err="1">
                <a:ea typeface="+mn-lt"/>
                <a:cs typeface="+mn-lt"/>
              </a:rPr>
              <a:t>diễn</a:t>
            </a:r>
            <a:r>
              <a:rPr lang="en-US" i="1" dirty="0">
                <a:ea typeface="+mn-lt"/>
                <a:cs typeface="+mn-lt"/>
              </a:rPr>
              <a:t> ĐSQH </a:t>
            </a:r>
          </a:p>
          <a:p>
            <a:pPr marL="841375" lvl="1" indent="-325120">
              <a:buAutoNum type="arabicPeriod"/>
            </a:pPr>
            <a:r>
              <a:rPr lang="en-US" i="1" dirty="0" err="1">
                <a:ea typeface="+mn-lt"/>
                <a:cs typeface="+mn-lt"/>
              </a:rPr>
              <a:t>Ngôn</a:t>
            </a:r>
            <a:r>
              <a:rPr lang="en-US" i="1" dirty="0">
                <a:ea typeface="+mn-lt"/>
                <a:cs typeface="+mn-lt"/>
              </a:rPr>
              <a:t> </a:t>
            </a:r>
            <a:r>
              <a:rPr lang="en-US" i="1" dirty="0" err="1">
                <a:ea typeface="+mn-lt"/>
                <a:cs typeface="+mn-lt"/>
              </a:rPr>
              <a:t>ngữ</a:t>
            </a:r>
            <a:r>
              <a:rPr lang="en-US" i="1" dirty="0">
                <a:ea typeface="+mn-lt"/>
                <a:cs typeface="+mn-lt"/>
              </a:rPr>
              <a:t> SQL </a:t>
            </a:r>
          </a:p>
          <a:p>
            <a:pPr marL="514350" indent="-514350">
              <a:buAutoNum type="arabicPeriod"/>
            </a:pPr>
            <a:r>
              <a:rPr lang="en-US" dirty="0" err="1">
                <a:ea typeface="+mn-lt"/>
                <a:cs typeface="+mn-lt"/>
              </a:rPr>
              <a:t>Phép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chiếu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 marL="841375" lvl="1" indent="-325120">
              <a:buAutoNum type="arabicPeriod"/>
            </a:pPr>
            <a:r>
              <a:rPr lang="en-US" i="1" dirty="0" err="1">
                <a:ea typeface="+mn-lt"/>
                <a:cs typeface="+mn-lt"/>
              </a:rPr>
              <a:t>Biểu</a:t>
            </a:r>
            <a:r>
              <a:rPr lang="en-US" i="1" dirty="0">
                <a:ea typeface="+mn-lt"/>
                <a:cs typeface="+mn-lt"/>
              </a:rPr>
              <a:t> </a:t>
            </a:r>
            <a:r>
              <a:rPr lang="en-US" i="1" dirty="0" err="1">
                <a:ea typeface="+mn-lt"/>
                <a:cs typeface="+mn-lt"/>
              </a:rPr>
              <a:t>diễn</a:t>
            </a:r>
            <a:r>
              <a:rPr lang="en-US" i="1" dirty="0">
                <a:ea typeface="+mn-lt"/>
                <a:cs typeface="+mn-lt"/>
              </a:rPr>
              <a:t> ĐSQH </a:t>
            </a:r>
          </a:p>
          <a:p>
            <a:pPr marL="841375" lvl="1" indent="-325120">
              <a:buAutoNum type="arabicPeriod"/>
            </a:pPr>
            <a:r>
              <a:rPr lang="en-US" i="1" dirty="0" err="1">
                <a:ea typeface="+mn-lt"/>
                <a:cs typeface="+mn-lt"/>
              </a:rPr>
              <a:t>Ngôn</a:t>
            </a:r>
            <a:r>
              <a:rPr lang="en-US" i="1" dirty="0">
                <a:ea typeface="+mn-lt"/>
                <a:cs typeface="+mn-lt"/>
              </a:rPr>
              <a:t> </a:t>
            </a:r>
            <a:r>
              <a:rPr lang="en-US" i="1" dirty="0" err="1">
                <a:ea typeface="+mn-lt"/>
                <a:cs typeface="+mn-lt"/>
              </a:rPr>
              <a:t>ngữ</a:t>
            </a:r>
            <a:r>
              <a:rPr lang="en-US" i="1" dirty="0">
                <a:ea typeface="+mn-lt"/>
                <a:cs typeface="+mn-lt"/>
              </a:rPr>
              <a:t> SQL </a:t>
            </a:r>
            <a:endParaRPr lang="en-US" i="1">
              <a:cs typeface="Arial"/>
            </a:endParaRP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1DE9-219D-4842-B9EE-A12E8806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/>
              </a:rPr>
              <a:t>1. </a:t>
            </a:r>
            <a:r>
              <a:rPr lang="en-US" dirty="0" err="1">
                <a:ea typeface="Verdana"/>
              </a:rPr>
              <a:t>Giới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thiệu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B32EF-892C-4ADC-ADBA-391DDDBDA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 2 </a:t>
            </a:r>
            <a:r>
              <a:rPr lang="en-US" dirty="0" err="1">
                <a:ea typeface="+mn-lt"/>
                <a:cs typeface="+mn-lt"/>
              </a:rPr>
              <a:t>loại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xử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lý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Làm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thay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đổi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 (</a:t>
            </a:r>
            <a:r>
              <a:rPr lang="en-US" dirty="0" err="1">
                <a:ea typeface="+mn-lt"/>
                <a:cs typeface="+mn-lt"/>
              </a:rPr>
              <a:t>cập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nhật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lvl="2" indent="-350520">
              <a:buFont typeface="Wingdings" panose="05020102010507070707" pitchFamily="18" charset="2"/>
              <a:buChar char=""/>
            </a:pPr>
            <a:r>
              <a:rPr lang="en-US" dirty="0" err="1">
                <a:ea typeface="+mn-lt"/>
                <a:cs typeface="+mn-lt"/>
              </a:rPr>
              <a:t>Thêm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mới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 err="1">
                <a:ea typeface="+mn-lt"/>
                <a:cs typeface="+mn-lt"/>
              </a:rPr>
              <a:t>xóa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sửa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làm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thay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đổi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 (</a:t>
            </a:r>
            <a:r>
              <a:rPr lang="en-US" dirty="0" err="1">
                <a:ea typeface="+mn-lt"/>
                <a:cs typeface="+mn-lt"/>
              </a:rPr>
              <a:t>rút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trích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lvl="2" indent="-350520">
              <a:buFont typeface="Wingdings" panose="05020102010507070707" pitchFamily="18" charset="2"/>
              <a:buChar char=""/>
            </a:pPr>
            <a:r>
              <a:rPr lang="en-US" dirty="0" err="1">
                <a:ea typeface="+mn-lt"/>
                <a:cs typeface="+mn-lt"/>
              </a:rPr>
              <a:t>Truy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vấn</a:t>
            </a:r>
            <a:r>
              <a:rPr lang="en-US" dirty="0">
                <a:ea typeface="+mn-lt"/>
                <a:cs typeface="+mn-lt"/>
              </a:rPr>
              <a:t> (query)</a:t>
            </a:r>
          </a:p>
          <a:p>
            <a:r>
              <a:rPr lang="en-US" dirty="0" err="1">
                <a:ea typeface="+mn-lt"/>
                <a:cs typeface="+mn-lt"/>
              </a:rPr>
              <a:t>Thực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xử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lý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Đại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số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 (Relational Algebra)</a:t>
            </a:r>
          </a:p>
          <a:p>
            <a:pPr lvl="2" indent="-350520">
              <a:buFont typeface="Wingdings" panose="05020102010507070707" pitchFamily="18" charset="2"/>
              <a:buChar char=""/>
            </a:pPr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diễn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câu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truy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vấn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dưới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dạng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thức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Phép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 (Relational Calculus)</a:t>
            </a:r>
          </a:p>
          <a:p>
            <a:pPr lvl="2" indent="-350520">
              <a:buFont typeface="Wingdings" panose="05020102010507070707" pitchFamily="18" charset="2"/>
              <a:buChar char=""/>
            </a:pPr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diễn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kết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quả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>
                <a:ea typeface="+mn-lt"/>
                <a:cs typeface="+mn-lt"/>
              </a:rPr>
              <a:t>SQL (Structured Query Language)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AA6CC-10F6-45D5-AEE6-B09079A8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4871D-28F9-406A-A0F0-3ED35C98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96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5AE2-C506-4EE5-B8BB-D6017582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/>
              </a:rPr>
              <a:t>1. </a:t>
            </a:r>
            <a:r>
              <a:rPr lang="en-US" dirty="0" err="1">
                <a:ea typeface="Verdana"/>
              </a:rPr>
              <a:t>Giới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thiệu</a:t>
            </a:r>
            <a:r>
              <a:rPr lang="en-US" dirty="0">
                <a:ea typeface="Verdana"/>
              </a:rPr>
              <a:t> (</a:t>
            </a:r>
            <a:r>
              <a:rPr lang="en-US" dirty="0" err="1">
                <a:ea typeface="Verdana"/>
              </a:rPr>
              <a:t>tt</a:t>
            </a:r>
            <a:r>
              <a:rPr lang="en-US" dirty="0">
                <a:ea typeface="Verdana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478C5-959C-41BD-B719-5175EAB23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a typeface="+mn-lt"/>
                <a:cs typeface="+mn-lt"/>
              </a:rPr>
              <a:t>Đại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số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tử</a:t>
            </a:r>
            <a:r>
              <a:rPr lang="en-US" dirty="0">
                <a:ea typeface="+mn-lt"/>
                <a:cs typeface="+mn-lt"/>
              </a:rPr>
              <a:t> (operator)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hạng</a:t>
            </a:r>
            <a:r>
              <a:rPr lang="en-US" dirty="0">
                <a:ea typeface="+mn-lt"/>
                <a:cs typeface="+mn-lt"/>
              </a:rPr>
              <a:t> (operand)</a:t>
            </a:r>
          </a:p>
          <a:p>
            <a:r>
              <a:rPr lang="en-US" dirty="0">
                <a:ea typeface="+mn-lt"/>
                <a:cs typeface="+mn-lt"/>
              </a:rPr>
              <a:t>Trong </a:t>
            </a:r>
            <a:r>
              <a:rPr lang="en-US" dirty="0" err="1">
                <a:ea typeface="+mn-lt"/>
                <a:cs typeface="+mn-lt"/>
              </a:rPr>
              <a:t>số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học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tử</a:t>
            </a:r>
            <a:r>
              <a:rPr lang="en-US" dirty="0">
                <a:ea typeface="+mn-lt"/>
                <a:cs typeface="+mn-lt"/>
              </a:rPr>
              <a:t>: +, -, *, /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hạng</a:t>
            </a:r>
            <a:r>
              <a:rPr lang="en-US" dirty="0">
                <a:ea typeface="+mn-lt"/>
                <a:cs typeface="+mn-lt"/>
              </a:rPr>
              <a:t> - </a:t>
            </a:r>
            <a:r>
              <a:rPr lang="en-US" dirty="0" err="1">
                <a:ea typeface="+mn-lt"/>
                <a:cs typeface="+mn-lt"/>
              </a:rPr>
              <a:t>biến</a:t>
            </a:r>
            <a:r>
              <a:rPr lang="en-US" dirty="0">
                <a:ea typeface="+mn-lt"/>
                <a:cs typeface="+mn-lt"/>
              </a:rPr>
              <a:t> (variables): x, y, z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>
                <a:ea typeface="+mn-lt"/>
                <a:cs typeface="+mn-lt"/>
              </a:rPr>
              <a:t>Hằng (constant)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thức</a:t>
            </a:r>
          </a:p>
          <a:p>
            <a:pPr lvl="2" indent="-350520">
              <a:buFont typeface="Wingdings" panose="05020102010507070707" pitchFamily="18" charset="2"/>
              <a:buChar char=""/>
            </a:pPr>
            <a:r>
              <a:rPr lang="en-US" dirty="0">
                <a:ea typeface="+mn-lt"/>
                <a:cs typeface="+mn-lt"/>
              </a:rPr>
              <a:t>(x+7) / (y-3)</a:t>
            </a:r>
          </a:p>
          <a:p>
            <a:pPr lvl="2" indent="-350520">
              <a:buFont typeface="Wingdings" panose="05020102010507070707" pitchFamily="18" charset="2"/>
              <a:buChar char=""/>
            </a:pP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x+y</a:t>
            </a:r>
            <a:r>
              <a:rPr lang="en-US" dirty="0">
                <a:ea typeface="+mn-lt"/>
                <a:cs typeface="+mn-lt"/>
              </a:rPr>
              <a:t>)*z  and/or (x+7) / (y-3)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CB34E-7D87-4FDE-AFB6-161DA4019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1CDCB-0776-4D90-AE7E-022E3B67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341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5E4A2D-7A5B-457E-9258-26294E07127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82B9B513-6F34-47ED-8466-C21C6B7E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2CFF492-DD43-4C89-AAD5-14940AD17F0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249BD0DB-8395-4B9F-888D-3081FAB96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2. </a:t>
            </a:r>
            <a:r>
              <a:rPr lang="en-US" altLang="en-US" sz="3500" dirty="0" err="1"/>
              <a:t>Đại</a:t>
            </a:r>
            <a:r>
              <a:rPr lang="en-US" altLang="en-US" sz="3500" dirty="0"/>
              <a:t> </a:t>
            </a:r>
            <a:r>
              <a:rPr lang="en-US" altLang="en-US" sz="3500" dirty="0" err="1"/>
              <a:t>số</a:t>
            </a:r>
            <a:r>
              <a:rPr lang="en-US" altLang="en-US" sz="3500" dirty="0"/>
              <a:t> </a:t>
            </a:r>
            <a:r>
              <a:rPr lang="en-US" altLang="en-US" sz="3500" dirty="0" err="1"/>
              <a:t>quan</a:t>
            </a:r>
            <a:r>
              <a:rPr lang="en-US" altLang="en-US" sz="3500" dirty="0"/>
              <a:t> </a:t>
            </a:r>
            <a:r>
              <a:rPr lang="en-US" altLang="en-US" sz="3500" dirty="0" err="1"/>
              <a:t>hệ</a:t>
            </a:r>
            <a:endParaRPr lang="en-US" altLang="en-US" sz="3500" dirty="0" err="1">
              <a:ea typeface="Verdana"/>
            </a:endParaRP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F263C38A-E036-4353-B2B5-C511775B0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err="1"/>
              <a:t>Biến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u="sng" dirty="0" err="1"/>
              <a:t>quan</a:t>
            </a:r>
            <a:r>
              <a:rPr lang="en-US" altLang="en-US" u="sng" dirty="0"/>
              <a:t> </a:t>
            </a:r>
            <a:r>
              <a:rPr lang="en-US" altLang="en-US" u="sng" dirty="0" err="1"/>
              <a:t>hệ</a:t>
            </a:r>
            <a:r>
              <a:rPr lang="en-US" altLang="en-US" dirty="0"/>
              <a:t> </a:t>
            </a:r>
            <a:endParaRPr lang="en-US" dirty="0"/>
          </a:p>
          <a:p>
            <a:pPr lvl="1" indent="-325120" eaLnBrk="1" hangingPunct="1">
              <a:lnSpc>
                <a:spcPct val="90000"/>
              </a:lnSpc>
            </a:pPr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 (set)</a:t>
            </a:r>
            <a:endParaRPr lang="en-US" altLang="en-US" dirty="0">
              <a:cs typeface="Arial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(operations)</a:t>
            </a:r>
            <a:endParaRPr lang="en-US" altLang="en-US" dirty="0">
              <a:cs typeface="Arial"/>
            </a:endParaRPr>
          </a:p>
          <a:p>
            <a:pPr lvl="1" indent="-325120" eaLnBrk="1" hangingPunct="1">
              <a:lnSpc>
                <a:spcPct val="90000"/>
              </a:lnSpc>
            </a:pPr>
            <a:r>
              <a:rPr lang="en-US" altLang="en-US" dirty="0" err="1"/>
              <a:t>Trên</a:t>
            </a:r>
            <a:r>
              <a:rPr lang="en-US" altLang="en-US" dirty="0"/>
              <a:t> </a:t>
            </a:r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endParaRPr lang="en-US" altLang="en-US" dirty="0" err="1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 err="1"/>
              <a:t>Hội</a:t>
            </a:r>
            <a:r>
              <a:rPr lang="en-US" altLang="en-US" dirty="0"/>
              <a:t>  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>
                <a:sym typeface="Symbol" panose="05050102010706020507" pitchFamily="18" charset="2"/>
              </a:rPr>
              <a:t> (union)</a:t>
            </a:r>
            <a:endParaRPr lang="en-US" altLang="en-US" dirty="0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/>
              <a:t>Giao </a:t>
            </a:r>
            <a:r>
              <a:rPr lang="en-US" altLang="en-US" b="1" dirty="0">
                <a:sym typeface="Symbol" panose="05050102010706020507" pitchFamily="18" charset="2"/>
              </a:rPr>
              <a:t>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dirty="0" err="1">
                <a:sym typeface="Symbol" panose="05050102010706020507" pitchFamily="18" charset="2"/>
              </a:rPr>
              <a:t>intersec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endParaRPr lang="en-US" altLang="en-US" dirty="0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 err="1"/>
              <a:t>Trừ</a:t>
            </a:r>
            <a:r>
              <a:rPr lang="en-US" altLang="en-US" dirty="0"/>
              <a:t>   </a:t>
            </a:r>
            <a:r>
              <a:rPr lang="en-US" altLang="en-US" b="1" dirty="0">
                <a:sym typeface="Symbol" panose="05050102010706020507" pitchFamily="18" charset="2"/>
              </a:rPr>
              <a:t></a:t>
            </a:r>
            <a:r>
              <a:rPr lang="en-US" altLang="en-US" dirty="0">
                <a:sym typeface="Symbol" panose="05050102010706020507" pitchFamily="18" charset="2"/>
              </a:rPr>
              <a:t>  (difference)</a:t>
            </a:r>
            <a:endParaRPr lang="en-US" altLang="en-US" dirty="0">
              <a:cs typeface="Arial"/>
            </a:endParaRPr>
          </a:p>
          <a:p>
            <a:pPr lvl="1" indent="-325120" eaLnBrk="1" hangingPunct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Rút </a:t>
            </a:r>
            <a:r>
              <a:rPr lang="en-US" altLang="en-US" dirty="0" err="1">
                <a:sym typeface="Symbol" panose="05050102010706020507" pitchFamily="18" charset="2"/>
              </a:rPr>
              <a:t>trích</a:t>
            </a:r>
            <a:r>
              <a:rPr lang="en-US" altLang="en-US" dirty="0">
                <a:sym typeface="Symbol" panose="05050102010706020507" pitchFamily="18" charset="2"/>
              </a:rPr>
              <a:t> 1 </a:t>
            </a:r>
            <a:r>
              <a:rPr lang="en-US" altLang="en-US" dirty="0" err="1">
                <a:sym typeface="Symbol" panose="05050102010706020507" pitchFamily="18" charset="2"/>
              </a:rPr>
              <a:t>phần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của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quan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hệ</a:t>
            </a:r>
            <a:endParaRPr lang="en-US" altLang="en-US" dirty="0" err="1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 err="1">
                <a:sym typeface="Symbol" panose="05050102010706020507" pitchFamily="18" charset="2"/>
              </a:rPr>
              <a:t>Chọn</a:t>
            </a:r>
            <a:r>
              <a:rPr lang="en-US" altLang="en-US" dirty="0">
                <a:sym typeface="Symbol" panose="05050102010706020507" pitchFamily="18" charset="2"/>
              </a:rPr>
              <a:t>  </a:t>
            </a:r>
            <a:r>
              <a:rPr lang="en-US" altLang="en-US" b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  (selection)</a:t>
            </a:r>
            <a:endParaRPr lang="en-US" altLang="en-US" dirty="0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 err="1">
                <a:sym typeface="Symbol" panose="05050102010706020507" pitchFamily="18" charset="2"/>
              </a:rPr>
              <a:t>Chiếu</a:t>
            </a:r>
            <a:r>
              <a:rPr lang="en-US" altLang="en-US" dirty="0">
                <a:sym typeface="Symbol" panose="05050102010706020507" pitchFamily="18" charset="2"/>
              </a:rPr>
              <a:t>  </a:t>
            </a:r>
            <a:r>
              <a:rPr lang="en-US" altLang="en-US" b="1" dirty="0">
                <a:sym typeface="Symbol" panose="05050102010706020507" pitchFamily="18" charset="2"/>
              </a:rPr>
              <a:t></a:t>
            </a:r>
            <a:r>
              <a:rPr lang="en-US" altLang="en-US" dirty="0">
                <a:sym typeface="Symbol" panose="05050102010706020507" pitchFamily="18" charset="2"/>
              </a:rPr>
              <a:t>  (projection)</a:t>
            </a:r>
            <a:endParaRPr lang="en-US" altLang="en-US" dirty="0">
              <a:cs typeface="Arial"/>
            </a:endParaRPr>
          </a:p>
          <a:p>
            <a:pPr lvl="1" indent="-325120" eaLnBrk="1" hangingPunct="1">
              <a:lnSpc>
                <a:spcPct val="90000"/>
              </a:lnSpc>
            </a:pP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endParaRPr lang="en-US" altLang="en-US" dirty="0" err="1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 err="1"/>
              <a:t>Tích</a:t>
            </a:r>
            <a:r>
              <a:rPr lang="en-US" altLang="en-US" dirty="0"/>
              <a:t> Cartesian  </a:t>
            </a:r>
            <a:r>
              <a:rPr lang="en-US" altLang="en-US" b="1" dirty="0">
                <a:sym typeface="Symbol" panose="05050102010706020507" pitchFamily="18" charset="2"/>
              </a:rPr>
              <a:t></a:t>
            </a:r>
            <a:r>
              <a:rPr lang="en-US" altLang="en-US" dirty="0">
                <a:sym typeface="Symbol" panose="05050102010706020507" pitchFamily="18" charset="2"/>
              </a:rPr>
              <a:t>  (</a:t>
            </a:r>
            <a:r>
              <a:rPr lang="en-US" altLang="en-US" dirty="0"/>
              <a:t>Cartesian product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endParaRPr lang="en-US" altLang="en-US" dirty="0">
              <a:cs typeface="Arial"/>
            </a:endParaRPr>
          </a:p>
          <a:p>
            <a:pPr lvl="2" indent="-350520" eaLnBrk="1" hangingPunct="1">
              <a:lnSpc>
                <a:spcPct val="90000"/>
              </a:lnSpc>
            </a:pPr>
            <a:r>
              <a:rPr lang="en-US" altLang="en-US" dirty="0" err="1">
                <a:sym typeface="Symbol" panose="05050102010706020507" pitchFamily="18" charset="2"/>
              </a:rPr>
              <a:t>Kết</a:t>
            </a:r>
            <a:r>
              <a:rPr lang="en-US" altLang="en-US" dirty="0">
                <a:sym typeface="Symbol" panose="05050102010706020507" pitchFamily="18" charset="2"/>
              </a:rPr>
              <a:t>        (join)</a:t>
            </a:r>
            <a:endParaRPr lang="en-US" altLang="en-US" dirty="0">
              <a:cs typeface="Arial"/>
            </a:endParaRPr>
          </a:p>
          <a:p>
            <a:pPr lvl="1" indent="-325120" eaLnBrk="1" hangingPunct="1">
              <a:lnSpc>
                <a:spcPct val="90000"/>
              </a:lnSpc>
            </a:pPr>
            <a:r>
              <a:rPr lang="en-US" altLang="en-US" dirty="0" err="1">
                <a:sym typeface="Symbol" panose="05050102010706020507" pitchFamily="18" charset="2"/>
              </a:rPr>
              <a:t>Đổi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tên</a:t>
            </a:r>
            <a:r>
              <a:rPr lang="en-US" altLang="en-US" dirty="0">
                <a:sym typeface="Symbol" panose="05050102010706020507" pitchFamily="18" charset="2"/>
              </a:rPr>
              <a:t> </a:t>
            </a:r>
            <a:endParaRPr lang="en-US" altLang="en-US" dirty="0">
              <a:cs typeface="Arial"/>
              <a:sym typeface="Symbol" panose="05050102010706020507" pitchFamily="18" charset="2"/>
            </a:endParaRPr>
          </a:p>
        </p:txBody>
      </p:sp>
      <p:sp>
        <p:nvSpPr>
          <p:cNvPr id="11270" name="AutoShape 5">
            <a:extLst>
              <a:ext uri="{FF2B5EF4-FFF2-40B4-BE49-F238E27FC236}">
                <a16:creationId xmlns:a16="http://schemas.microsoft.com/office/drawing/2014/main" id="{A04D7852-41A6-4987-A03F-D987A5FEFF9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095500" y="5753100"/>
            <a:ext cx="152400" cy="228600"/>
          </a:xfrm>
          <a:prstGeom prst="flowChartCollat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5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664E-7A5C-45AC-AF11-0C2140C6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/>
              </a:rPr>
              <a:t>2. </a:t>
            </a:r>
            <a:r>
              <a:rPr lang="en-US" dirty="0" err="1">
                <a:ea typeface="Verdana"/>
              </a:rPr>
              <a:t>Đại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số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quan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hệ</a:t>
            </a:r>
            <a:r>
              <a:rPr lang="en-US" dirty="0">
                <a:ea typeface="Verdana"/>
              </a:rPr>
              <a:t> (</a:t>
            </a:r>
            <a:r>
              <a:rPr lang="en-US" dirty="0" err="1">
                <a:ea typeface="Verdana"/>
              </a:rPr>
              <a:t>tt</a:t>
            </a:r>
            <a:r>
              <a:rPr lang="en-US" dirty="0">
                <a:ea typeface="Verdana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A3D0-7D47-4E50-BBA9-147C77E1D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Hằng </a:t>
            </a:r>
            <a:r>
              <a:rPr lang="en-US" dirty="0" err="1">
                <a:ea typeface="+mn-lt"/>
                <a:cs typeface="+mn-lt"/>
              </a:rPr>
              <a:t>số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hệ</a:t>
            </a:r>
            <a:endParaRPr lang="en-US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thức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gọi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câu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truy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vấn</a:t>
            </a:r>
            <a:endParaRPr lang="en-US">
              <a:ea typeface="+mn-lt"/>
              <a:cs typeface="+mn-lt"/>
            </a:endParaRP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chuỗi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phép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đại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số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lvl="1" indent="-325120">
              <a:buFont typeface="Arial" panose="05020102010507070707" pitchFamily="18" charset="2"/>
              <a:buChar char="-"/>
            </a:pPr>
            <a:r>
              <a:rPr lang="en-US" dirty="0" err="1">
                <a:ea typeface="+mn-lt"/>
                <a:cs typeface="+mn-lt"/>
              </a:rPr>
              <a:t>Kết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quả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trả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về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một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hệ</a:t>
            </a:r>
          </a:p>
          <a:p>
            <a:pPr lvl="1" indent="-325120">
              <a:buFont typeface="Arial" panose="05020102010507070707" pitchFamily="18" charset="2"/>
              <a:buChar char="-"/>
            </a:pPr>
            <a:endParaRPr lang="en-US" dirty="0">
              <a:cs typeface="Arial"/>
            </a:endParaRPr>
          </a:p>
          <a:p>
            <a:pPr lvl="1" indent="-325120">
              <a:buFont typeface="Arial" panose="05020102010507070707" pitchFamily="18" charset="2"/>
              <a:buChar char="-"/>
            </a:pPr>
            <a:endParaRPr lang="en-US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461D-D97D-47A0-AAEB-5814BC58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D1699-1413-4360-B774-B641BED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87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D144-1A59-4B1C-9CE3-EFE7D54A94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23E09446-A04E-411B-A33F-3000EB29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48C6D79-0883-42CE-81D5-FCF6E148809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543C32DC-3E27-4F99-BACF-5D18BD4CF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altLang="en-US" sz="3500" dirty="0"/>
              <a:t>3. </a:t>
            </a:r>
            <a:r>
              <a:rPr lang="en-US" altLang="en-US" sz="3500" dirty="0" err="1"/>
              <a:t>Ngôn</a:t>
            </a:r>
            <a:r>
              <a:rPr lang="en-US" altLang="en-US" sz="3500" dirty="0"/>
              <a:t> </a:t>
            </a:r>
            <a:r>
              <a:rPr lang="en-US" altLang="en-US" sz="3500" dirty="0" err="1"/>
              <a:t>ngữ</a:t>
            </a:r>
            <a:r>
              <a:rPr lang="en-US" altLang="en-US" sz="3500" dirty="0"/>
              <a:t> SQL</a:t>
            </a:r>
            <a:endParaRPr lang="en-US" dirty="0"/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867D8596-16FC-4A12-AD93-C653B234C6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dirty="0"/>
              <a:t>SQL (Structured Query Language)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r>
              <a:rPr lang="en-US" altLang="en-US" dirty="0"/>
              <a:t> </a:t>
            </a:r>
            <a:r>
              <a:rPr lang="en-US" altLang="en-US" dirty="0" err="1"/>
              <a:t>cấp</a:t>
            </a:r>
            <a:r>
              <a:rPr lang="en-US" altLang="en-US" dirty="0"/>
              <a:t> </a:t>
            </a:r>
            <a:r>
              <a:rPr lang="en-US" altLang="en-US" dirty="0" err="1"/>
              <a:t>cao</a:t>
            </a:r>
            <a:endParaRPr lang="en-US" altLang="en-US" dirty="0" err="1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Người</a:t>
            </a:r>
            <a:r>
              <a:rPr lang="en-US" altLang="en-US" dirty="0"/>
              <a:t> </a:t>
            </a:r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đưa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r>
              <a:rPr lang="en-US" altLang="en-US" dirty="0"/>
              <a:t> dung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endParaRPr lang="en-US" altLang="en-US" dirty="0" err="1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triển</a:t>
            </a:r>
            <a:r>
              <a:rPr lang="en-US" altLang="en-US" dirty="0"/>
              <a:t> </a:t>
            </a:r>
            <a:r>
              <a:rPr lang="en-US" altLang="en-US" dirty="0" err="1"/>
              <a:t>bởi</a:t>
            </a:r>
            <a:r>
              <a:rPr lang="en-US" altLang="en-US" dirty="0"/>
              <a:t> IBM (1970s)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SEQUEL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Được</a:t>
            </a:r>
            <a:r>
              <a:rPr lang="en-US" altLang="en-US" dirty="0"/>
              <a:t> ANSI </a:t>
            </a:r>
            <a:r>
              <a:rPr lang="en-US" altLang="en-US" dirty="0" err="1"/>
              <a:t>công</a:t>
            </a:r>
            <a:r>
              <a:rPr lang="en-US" altLang="en-US" dirty="0"/>
              <a:t> </a:t>
            </a:r>
            <a:r>
              <a:rPr lang="en-US" altLang="en-US" dirty="0" err="1"/>
              <a:t>nhận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triển</a:t>
            </a:r>
            <a:r>
              <a:rPr lang="en-US" altLang="en-US" dirty="0"/>
              <a:t> </a:t>
            </a:r>
            <a:r>
              <a:rPr lang="en-US" altLang="en-US" dirty="0" err="1"/>
              <a:t>thành</a:t>
            </a:r>
            <a:r>
              <a:rPr lang="en-US" altLang="en-US" dirty="0"/>
              <a:t> </a:t>
            </a:r>
            <a:r>
              <a:rPr lang="en-US" altLang="en-US" dirty="0" err="1"/>
              <a:t>chuẩn</a:t>
            </a:r>
            <a:endParaRPr lang="en-US" altLang="en-US" dirty="0" err="1">
              <a:cs typeface="Arial"/>
            </a:endParaRPr>
          </a:p>
          <a:p>
            <a:pPr lvl="2" indent="-350520" eaLnBrk="1" hangingPunct="1"/>
            <a:r>
              <a:rPr lang="en-US" altLang="en-US" dirty="0"/>
              <a:t>SQL-86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/>
              <a:t>SQL-92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/>
              <a:t>SQL-99</a:t>
            </a:r>
            <a:endParaRPr lang="en-US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8435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D4E223-178E-4EF9-9538-33A5FBD5A6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B00BFFDC-2A52-4941-B98D-6D6184DF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713B6E8-13E1-4AF0-9FDA-BAB552CB10D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96A311DD-72C7-4CAA-AB75-12B09D86B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3. </a:t>
            </a:r>
            <a:r>
              <a:rPr lang="en-US" altLang="en-US" sz="3500" dirty="0" err="1"/>
              <a:t>Ngôn</a:t>
            </a:r>
            <a:r>
              <a:rPr lang="en-US" altLang="en-US" sz="3500" dirty="0"/>
              <a:t> </a:t>
            </a:r>
            <a:r>
              <a:rPr lang="en-US" altLang="en-US" sz="3500" dirty="0" err="1"/>
              <a:t>ngữ</a:t>
            </a:r>
            <a:r>
              <a:rPr lang="en-US" altLang="en-US" sz="3500" dirty="0"/>
              <a:t> SQL (</a:t>
            </a:r>
            <a:r>
              <a:rPr lang="en-US" altLang="en-US" sz="3500" dirty="0" err="1"/>
              <a:t>tt</a:t>
            </a:r>
            <a:r>
              <a:rPr lang="en-US" altLang="en-US" sz="3500" dirty="0"/>
              <a:t>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904FDF24-A9C3-489B-9470-6113ACA72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r>
              <a:rPr lang="en-US" altLang="en-US" dirty="0"/>
              <a:t> </a:t>
            </a:r>
            <a:r>
              <a:rPr lang="en-US" altLang="en-US" dirty="0" err="1"/>
              <a:t>tiếp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endParaRPr lang="en-US" altLang="en-US" dirty="0"/>
          </a:p>
          <a:p>
            <a:pPr lvl="1" eaLnBrk="1" hangingPunct="1"/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(DDL)</a:t>
            </a:r>
          </a:p>
          <a:p>
            <a:pPr lvl="1" eaLnBrk="1" hangingPunct="1"/>
            <a:r>
              <a:rPr lang="en-US" altLang="en-US" dirty="0"/>
              <a:t>Thao </a:t>
            </a:r>
            <a:r>
              <a:rPr lang="en-US" altLang="en-US" dirty="0" err="1"/>
              <a:t>tác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(DML)</a:t>
            </a:r>
          </a:p>
          <a:p>
            <a:pPr lvl="1" eaLnBrk="1" hangingPunct="1"/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(DQL)</a:t>
            </a:r>
          </a:p>
          <a:p>
            <a:pPr lvl="1" eaLnBrk="1" hangingPunct="1"/>
            <a:r>
              <a:rPr lang="en-US" altLang="en-US" dirty="0" err="1"/>
              <a:t>Quản</a:t>
            </a:r>
            <a:r>
              <a:rPr lang="en-US" altLang="en-US" dirty="0"/>
              <a:t> </a:t>
            </a:r>
            <a:r>
              <a:rPr lang="en-US" altLang="en-US" dirty="0" err="1"/>
              <a:t>lý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(DCL)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9222" name="Text Box 4">
            <a:extLst>
              <a:ext uri="{FF2B5EF4-FFF2-40B4-BE49-F238E27FC236}">
                <a16:creationId xmlns:a16="http://schemas.microsoft.com/office/drawing/2014/main" id="{E45DC28F-4A60-44FA-9432-C620A55F0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886200"/>
            <a:ext cx="3276600" cy="4095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Lý thuyết : Chuẩn SQL-92</a:t>
            </a:r>
          </a:p>
        </p:txBody>
      </p:sp>
      <p:sp>
        <p:nvSpPr>
          <p:cNvPr id="9223" name="Text Box 5">
            <a:extLst>
              <a:ext uri="{FF2B5EF4-FFF2-40B4-BE49-F238E27FC236}">
                <a16:creationId xmlns:a16="http://schemas.microsoft.com/office/drawing/2014/main" id="{C755F3D9-F38A-4778-ADA9-0994C6F46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724400"/>
            <a:ext cx="2362200" cy="4095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Ví dụ : SQL Server </a:t>
            </a:r>
          </a:p>
        </p:txBody>
      </p:sp>
    </p:spTree>
    <p:extLst>
      <p:ext uri="{BB962C8B-B14F-4D97-AF65-F5344CB8AC3E}">
        <p14:creationId xmlns:p14="http://schemas.microsoft.com/office/powerpoint/2010/main" val="425263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63498-C6DE-4334-9ADB-9A97123C73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7555DFD9-5261-45A1-A362-2054D9C1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8F959CB-3266-44AC-9B1D-BB7F410F96A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E2C79CA3-A344-4815-B1D7-C4AAC04DA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3. </a:t>
            </a:r>
            <a:r>
              <a:rPr lang="en-US" altLang="en-US" sz="3500" dirty="0" err="1"/>
              <a:t>Ngôn</a:t>
            </a:r>
            <a:r>
              <a:rPr lang="en-US" altLang="en-US" sz="3500" dirty="0"/>
              <a:t> </a:t>
            </a:r>
            <a:r>
              <a:rPr lang="en-US" altLang="en-US" sz="3500" dirty="0" err="1"/>
              <a:t>ngữ</a:t>
            </a:r>
            <a:r>
              <a:rPr lang="en-US" altLang="en-US" sz="3500" dirty="0"/>
              <a:t> SQL (</a:t>
            </a:r>
            <a:r>
              <a:rPr lang="en-US" altLang="en-US" sz="3500" dirty="0" err="1"/>
              <a:t>tt</a:t>
            </a:r>
            <a:r>
              <a:rPr lang="en-US" altLang="en-US" sz="3500" dirty="0"/>
              <a:t>)</a:t>
            </a:r>
            <a:br>
              <a:rPr lang="en-US" altLang="en-US" sz="3500" dirty="0"/>
            </a:br>
            <a:r>
              <a:rPr lang="en-US" altLang="en-US" sz="3500" i="1" dirty="0" err="1"/>
              <a:t>Truy</a:t>
            </a:r>
            <a:r>
              <a:rPr lang="en-US" altLang="en-US" sz="3500" i="1" dirty="0"/>
              <a:t> </a:t>
            </a:r>
            <a:r>
              <a:rPr lang="en-US" altLang="en-US" sz="3500" i="1" dirty="0" err="1"/>
              <a:t>vấn</a:t>
            </a:r>
            <a:r>
              <a:rPr lang="en-US" altLang="en-US" sz="3500" i="1" dirty="0"/>
              <a:t> </a:t>
            </a:r>
            <a:r>
              <a:rPr lang="en-US" altLang="en-US" sz="3500" i="1" dirty="0" err="1"/>
              <a:t>dữ</a:t>
            </a:r>
            <a:r>
              <a:rPr lang="en-US" altLang="en-US" sz="3500" i="1" dirty="0"/>
              <a:t> </a:t>
            </a:r>
            <a:r>
              <a:rPr lang="en-US" altLang="en-US" sz="3500" i="1" dirty="0" err="1"/>
              <a:t>liệu</a:t>
            </a:r>
            <a:br>
              <a:rPr lang="en-US" altLang="en-US" sz="3500" dirty="0"/>
            </a:br>
            <a:endParaRPr lang="en-US" altLang="en-US" sz="3500"/>
          </a:p>
        </p:txBody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1B5707CD-9BE0-4B9C-8A9D-F0F77BC8F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3570"/>
            <a:ext cx="8229600" cy="4611030"/>
          </a:xfrm>
        </p:spPr>
        <p:txBody>
          <a:bodyPr/>
          <a:lstStyle/>
          <a:p>
            <a:pPr marL="514350" indent="-514350" eaLnBrk="1" hangingPunct="1">
              <a:buAutoNum type="arabicPeriod"/>
            </a:pP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cơ</a:t>
            </a:r>
            <a:r>
              <a:rPr lang="en-US" altLang="en-US" dirty="0"/>
              <a:t> </a:t>
            </a:r>
            <a:r>
              <a:rPr lang="en-US" altLang="en-US" dirty="0" err="1"/>
              <a:t>bản</a:t>
            </a:r>
            <a:endParaRPr lang="en-US" dirty="0" err="1"/>
          </a:p>
          <a:p>
            <a:pPr marL="514350" indent="-514350" eaLnBrk="1" hangingPunct="1">
              <a:buAutoNum type="arabicPeriod"/>
            </a:pPr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, so </a:t>
            </a:r>
            <a:r>
              <a:rPr lang="en-US" altLang="en-US" dirty="0" err="1"/>
              <a:t>sánh</a:t>
            </a:r>
            <a:r>
              <a:rPr lang="en-US" altLang="en-US" dirty="0"/>
              <a:t> </a:t>
            </a:r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lồng</a:t>
            </a:r>
            <a:endParaRPr lang="en-US" altLang="en-US" dirty="0" err="1">
              <a:cs typeface="Arial"/>
            </a:endParaRPr>
          </a:p>
          <a:p>
            <a:pPr marL="514350" indent="-514350" eaLnBrk="1" hangingPunct="1">
              <a:buAutoNum type="arabicPeriod"/>
            </a:pPr>
            <a:r>
              <a:rPr lang="en-US" altLang="en-US" dirty="0" err="1"/>
              <a:t>Hàm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gom</a:t>
            </a:r>
            <a:r>
              <a:rPr lang="en-US" altLang="en-US" dirty="0"/>
              <a:t> </a:t>
            </a:r>
            <a:r>
              <a:rPr lang="en-US" altLang="en-US" dirty="0" err="1"/>
              <a:t>nhóm</a:t>
            </a:r>
            <a:endParaRPr lang="en-US" altLang="en-US" dirty="0" err="1">
              <a:cs typeface="Arial"/>
            </a:endParaRPr>
          </a:p>
          <a:p>
            <a:pPr marL="514350" indent="-514350" eaLnBrk="1" hangingPunct="1">
              <a:buAutoNum type="arabicPeriod"/>
            </a:pP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kiểu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khác</a:t>
            </a:r>
            <a:endParaRPr lang="en-US" altLang="en-US" dirty="0" err="1"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0EF8284-D913-43E5-BD7D-EC59CC96F9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8801520F-2DB3-4F31-90D4-93FDE8D8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14166F12-D45C-409C-8563-D31E79D4787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F84BCFEA-7007-4645-AFA3-FED01D5C7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3. </a:t>
            </a:r>
            <a:r>
              <a:rPr lang="en-US" sz="3500" dirty="0" err="1">
                <a:ea typeface="+mj-lt"/>
                <a:cs typeface="+mj-lt"/>
              </a:rPr>
              <a:t>Ngôn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ngữ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 err="1">
                <a:ea typeface="+mj-lt"/>
                <a:cs typeface="+mj-lt"/>
              </a:rPr>
              <a:t>Truy</a:t>
            </a:r>
            <a:r>
              <a:rPr lang="en-US" sz="3500" i="1" dirty="0">
                <a:ea typeface="+mj-lt"/>
                <a:cs typeface="+mj-lt"/>
              </a:rPr>
              <a:t> </a:t>
            </a:r>
            <a:r>
              <a:rPr lang="en-US" sz="3500" i="1" dirty="0" err="1">
                <a:ea typeface="+mj-lt"/>
                <a:cs typeface="+mj-lt"/>
              </a:rPr>
              <a:t>vấn</a:t>
            </a:r>
            <a:r>
              <a:rPr lang="en-US" sz="3500" i="1" dirty="0">
                <a:ea typeface="+mj-lt"/>
                <a:cs typeface="+mj-lt"/>
              </a:rPr>
              <a:t> </a:t>
            </a:r>
            <a:r>
              <a:rPr lang="en-US" sz="3500" i="1" dirty="0" err="1">
                <a:ea typeface="+mj-lt"/>
                <a:cs typeface="+mj-lt"/>
              </a:rPr>
              <a:t>dữ</a:t>
            </a:r>
            <a:r>
              <a:rPr lang="en-US" sz="3500" i="1" dirty="0">
                <a:ea typeface="+mj-lt"/>
                <a:cs typeface="+mj-lt"/>
              </a:rPr>
              <a:t> </a:t>
            </a:r>
            <a:r>
              <a:rPr lang="en-US" sz="3500" i="1" dirty="0" err="1">
                <a:ea typeface="+mj-lt"/>
                <a:cs typeface="+mj-lt"/>
              </a:rPr>
              <a:t>liệu</a:t>
            </a:r>
            <a:endParaRPr lang="en-US" i="1" dirty="0" err="1">
              <a:ea typeface="+mj-lt"/>
              <a:cs typeface="+mj-lt"/>
            </a:endParaRPr>
          </a:p>
        </p:txBody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89224D0A-C355-42D8-A125-9FFF95DD7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089924"/>
            <a:ext cx="8229600" cy="4041001"/>
          </a:xfrm>
        </p:spPr>
        <p:txBody>
          <a:bodyPr/>
          <a:lstStyle/>
          <a:p>
            <a:pPr eaLnBrk="1" hangingPunct="1"/>
            <a:r>
              <a:rPr lang="en-US" altLang="en-US"/>
              <a:t>Là ngôn ngữ rút trích dữ liệu thỏa một số điều kiện nào đó</a:t>
            </a:r>
          </a:p>
          <a:p>
            <a:pPr eaLnBrk="1" hangingPunct="1"/>
            <a:r>
              <a:rPr lang="en-US" altLang="en-US"/>
              <a:t>Dựa trên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grpSp>
        <p:nvGrpSpPr>
          <p:cNvPr id="79878" name="Group 7">
            <a:extLst>
              <a:ext uri="{FF2B5EF4-FFF2-40B4-BE49-F238E27FC236}">
                <a16:creationId xmlns:a16="http://schemas.microsoft.com/office/drawing/2014/main" id="{BA154661-14F8-45C5-AD3B-86C99EFCACC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019744"/>
            <a:ext cx="4648200" cy="379412"/>
            <a:chOff x="1248" y="1824"/>
            <a:chExt cx="2928" cy="239"/>
          </a:xfrm>
        </p:grpSpPr>
        <p:sp>
          <p:nvSpPr>
            <p:cNvPr id="79879" name="Text Box 4">
              <a:extLst>
                <a:ext uri="{FF2B5EF4-FFF2-40B4-BE49-F238E27FC236}">
                  <a16:creationId xmlns:a16="http://schemas.microsoft.com/office/drawing/2014/main" id="{21685CA5-F82E-4DBA-8A07-673C61E35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124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Phép toán ĐSQH</a:t>
              </a:r>
            </a:p>
          </p:txBody>
        </p:sp>
        <p:sp>
          <p:nvSpPr>
            <p:cNvPr id="79880" name="Text Box 5">
              <a:extLst>
                <a:ext uri="{FF2B5EF4-FFF2-40B4-BE49-F238E27FC236}">
                  <a16:creationId xmlns:a16="http://schemas.microsoft.com/office/drawing/2014/main" id="{6A690F28-28F9-49F6-B9DF-547756339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824"/>
              <a:ext cx="1152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Một số bổ sung</a:t>
              </a:r>
            </a:p>
          </p:txBody>
        </p:sp>
        <p:sp>
          <p:nvSpPr>
            <p:cNvPr id="79881" name="Text Box 6">
              <a:extLst>
                <a:ext uri="{FF2B5EF4-FFF2-40B4-BE49-F238E27FC236}">
                  <a16:creationId xmlns:a16="http://schemas.microsoft.com/office/drawing/2014/main" id="{BA121516-E78B-4555-A88C-63866199E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824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A0D7DA-A662-489F-BE15-D7F7032598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A5693C6B-0056-4B84-9902-AAB39C76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20DD0E1-DD17-40B0-AFC0-246136E715E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BF201AC-9FFA-4068-8684-CBE0A1ECF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4. </a:t>
            </a:r>
            <a:r>
              <a:rPr lang="en-US" altLang="en-US" sz="3500" dirty="0" err="1"/>
              <a:t>Phép</a:t>
            </a:r>
            <a:r>
              <a:rPr lang="en-US" altLang="en-US" sz="3500" dirty="0"/>
              <a:t> </a:t>
            </a:r>
            <a:r>
              <a:rPr lang="en-US" altLang="en-US" sz="3500" dirty="0" err="1"/>
              <a:t>chọn</a:t>
            </a:r>
            <a:r>
              <a:rPr lang="en-US" altLang="en-US" sz="3500" dirty="0"/>
              <a:t> </a:t>
            </a:r>
            <a:br>
              <a:rPr lang="en-US" altLang="en-US" sz="3500" dirty="0"/>
            </a:br>
            <a:r>
              <a:rPr lang="en-US" altLang="en-US" sz="3500" dirty="0"/>
              <a:t>4.1 </a:t>
            </a:r>
            <a:r>
              <a:rPr lang="en-US" altLang="en-US" sz="3500" dirty="0" err="1"/>
              <a:t>Biểu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diễn</a:t>
            </a:r>
            <a:r>
              <a:rPr lang="en-US" altLang="en-US" sz="3500" dirty="0"/>
              <a:t> ĐSQH</a:t>
            </a:r>
            <a:endParaRPr lang="en-US" altLang="en-US" sz="3500" dirty="0" err="1">
              <a:ea typeface="Verdana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0631F0A0-FB40-4EA6-B47F-94FA201E2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13570"/>
            <a:ext cx="8305800" cy="4812681"/>
          </a:xfrm>
        </p:spPr>
        <p:txBody>
          <a:bodyPr/>
          <a:lstStyle/>
          <a:p>
            <a:pPr eaLnBrk="1" hangingPunct="1"/>
            <a:r>
              <a:rPr lang="en-US" altLang="en-US"/>
              <a:t>Được dùng để lấy ra các bộ của quan hệ R</a:t>
            </a:r>
          </a:p>
          <a:p>
            <a:pPr eaLnBrk="1" hangingPunct="1"/>
            <a:r>
              <a:rPr lang="en-US" altLang="en-US"/>
              <a:t>Các bộ được chọn phải thỏa mãn </a:t>
            </a:r>
            <a:r>
              <a:rPr lang="en-US" altLang="en-US" u="sng">
                <a:solidFill>
                  <a:srgbClr val="FF0000"/>
                </a:solidFill>
              </a:rPr>
              <a:t>điều kiện chọn </a:t>
            </a:r>
            <a:r>
              <a:rPr lang="en-US" altLang="en-US" u="sng"/>
              <a:t>P</a:t>
            </a:r>
          </a:p>
          <a:p>
            <a:pPr eaLnBrk="1" hangingPunct="1"/>
            <a:r>
              <a:rPr lang="en-US" altLang="en-US"/>
              <a:t>Ký hiệu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eaLnBrk="1" hangingPunct="1"/>
            <a:r>
              <a:rPr lang="en-US" altLang="en-US"/>
              <a:t>P là biểu thức gồm các mệnh đề có dạng</a:t>
            </a:r>
          </a:p>
          <a:p>
            <a:pPr lvl="1" eaLnBrk="1" hangingPunct="1"/>
            <a:r>
              <a:rPr lang="en-US" altLang="en-US"/>
              <a:t>&lt;tên thuộc tính&gt; </a:t>
            </a:r>
            <a:r>
              <a:rPr lang="en-US" altLang="en-US">
                <a:solidFill>
                  <a:srgbClr val="FF0000"/>
                </a:solidFill>
              </a:rPr>
              <a:t>&lt;phép so sánh&gt; </a:t>
            </a:r>
            <a:r>
              <a:rPr lang="en-US" altLang="en-US"/>
              <a:t>&lt;hằng số&gt;</a:t>
            </a:r>
          </a:p>
          <a:p>
            <a:pPr lvl="1" eaLnBrk="1" hangingPunct="1"/>
            <a:r>
              <a:rPr lang="en-US" altLang="en-US"/>
              <a:t>&lt;tên thuộc tính&gt; </a:t>
            </a:r>
            <a:r>
              <a:rPr lang="en-US" altLang="en-US">
                <a:solidFill>
                  <a:srgbClr val="FF0000"/>
                </a:solidFill>
              </a:rPr>
              <a:t>&lt;phép so sánh&gt;</a:t>
            </a:r>
            <a:r>
              <a:rPr lang="en-US" altLang="en-US"/>
              <a:t> &lt;tên thuộc tính&gt;</a:t>
            </a:r>
          </a:p>
          <a:p>
            <a:pPr lvl="1" eaLnBrk="1" hangingPunct="1"/>
            <a:endParaRPr lang="en-US" altLang="en-US"/>
          </a:p>
          <a:p>
            <a:pPr lvl="2" eaLnBrk="1" hangingPunct="1"/>
            <a:r>
              <a:rPr lang="en-US" altLang="en-US" b="1">
                <a:solidFill>
                  <a:srgbClr val="FF0000"/>
                </a:solidFill>
              </a:rPr>
              <a:t>&lt;phép so sánh&gt; gồm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 ,  ,  ,  ,  , </a:t>
            </a:r>
          </a:p>
          <a:p>
            <a:pPr lvl="2" eaLnBrk="1" hangingPunct="1"/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Các mệnh đề được nối lại nhờ các phép  ,  , </a:t>
            </a:r>
          </a:p>
        </p:txBody>
      </p:sp>
      <p:sp>
        <p:nvSpPr>
          <p:cNvPr id="31750" name="Text Box 5">
            <a:extLst>
              <a:ext uri="{FF2B5EF4-FFF2-40B4-BE49-F238E27FC236}">
                <a16:creationId xmlns:a16="http://schemas.microsoft.com/office/drawing/2014/main" id="{9F5A5A2B-678B-44C1-A956-DE6019A93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7683" y="2797949"/>
            <a:ext cx="1981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</a:t>
            </a:r>
          </a:p>
        </p:txBody>
      </p:sp>
    </p:spTree>
    <p:extLst>
      <p:ext uri="{BB962C8B-B14F-4D97-AF65-F5344CB8AC3E}">
        <p14:creationId xmlns:p14="http://schemas.microsoft.com/office/powerpoint/2010/main" val="3175017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ate Placeholder 3">
            <a:extLst>
              <a:ext uri="{FF2B5EF4-FFF2-40B4-BE49-F238E27FC236}">
                <a16:creationId xmlns:a16="http://schemas.microsoft.com/office/drawing/2014/main" id="{C81C1E7B-F23B-40D7-B8EE-659E4A67FAB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524929EA-CEBC-47FF-935A-59D64B06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913C5AC-50A2-4685-AA59-BB110DFEB8A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304384D6-721F-423A-86C8-C959799ED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50197" cy="62071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4. </a:t>
            </a:r>
            <a:r>
              <a:rPr lang="en-US" altLang="en-US" sz="3200" dirty="0" err="1"/>
              <a:t>Phép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chọn</a:t>
            </a:r>
            <a:r>
              <a:rPr lang="en-US" altLang="en-US" sz="3200" dirty="0"/>
              <a:t> </a:t>
            </a:r>
            <a:br>
              <a:rPr lang="en-US" altLang="en-US" sz="3200" dirty="0"/>
            </a:br>
            <a:r>
              <a:rPr lang="en-US" altLang="en-US" sz="3200" dirty="0"/>
              <a:t>4.1 </a:t>
            </a:r>
            <a:r>
              <a:rPr lang="en-US" altLang="en-US" sz="3200" dirty="0" err="1"/>
              <a:t>Biểu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diễn</a:t>
            </a:r>
            <a:r>
              <a:rPr lang="en-US" altLang="en-US" sz="3200" dirty="0"/>
              <a:t> ĐSQH (</a:t>
            </a:r>
            <a:r>
              <a:rPr lang="en-US" altLang="en-US" sz="3200" dirty="0" err="1"/>
              <a:t>tt</a:t>
            </a:r>
            <a:r>
              <a:rPr lang="en-US" altLang="en-US" sz="3200" dirty="0"/>
              <a:t>)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4556C22F-981A-4380-9E55-16F8F3337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13570"/>
            <a:ext cx="8305800" cy="4687230"/>
          </a:xfrm>
        </p:spPr>
        <p:txBody>
          <a:bodyPr/>
          <a:lstStyle/>
          <a:p>
            <a:pPr eaLnBrk="1" hangingPunct="1"/>
            <a:r>
              <a:rPr lang="en-US" altLang="en-US"/>
              <a:t>Kết quả trả về là một </a:t>
            </a:r>
            <a:r>
              <a:rPr lang="en-US" altLang="en-US" u="sng"/>
              <a:t>quan hệ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Có cùng danh sách thuộc tính với R</a:t>
            </a:r>
          </a:p>
          <a:p>
            <a:pPr lvl="1" eaLnBrk="1" hangingPunct="1"/>
            <a:r>
              <a:rPr lang="en-US" altLang="en-US"/>
              <a:t>Có số bộ luôn ít hơn hoặc </a:t>
            </a:r>
            <a:r>
              <a:rPr lang="en-US" altLang="en-US" i="1"/>
              <a:t>bằng</a:t>
            </a:r>
            <a:r>
              <a:rPr lang="en-US" altLang="en-US"/>
              <a:t> số bộ của R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33798" name="Text Box 9">
            <a:extLst>
              <a:ext uri="{FF2B5EF4-FFF2-40B4-BE49-F238E27FC236}">
                <a16:creationId xmlns:a16="http://schemas.microsoft.com/office/drawing/2014/main" id="{02EBE8CA-FAA9-4EBA-BF4A-346C80510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733800"/>
            <a:ext cx="2514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(A=B)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(D&gt;5)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 </a:t>
            </a:r>
          </a:p>
        </p:txBody>
      </p:sp>
      <p:grpSp>
        <p:nvGrpSpPr>
          <p:cNvPr id="33799" name="Group 10">
            <a:extLst>
              <a:ext uri="{FF2B5EF4-FFF2-40B4-BE49-F238E27FC236}">
                <a16:creationId xmlns:a16="http://schemas.microsoft.com/office/drawing/2014/main" id="{A7913AA7-DA47-49BF-B273-F6D7CE88227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191000"/>
            <a:ext cx="2362200" cy="1676400"/>
            <a:chOff x="624" y="1392"/>
            <a:chExt cx="1488" cy="1056"/>
          </a:xfrm>
        </p:grpSpPr>
        <p:sp>
          <p:nvSpPr>
            <p:cNvPr id="33822" name="Line 11">
              <a:extLst>
                <a:ext uri="{FF2B5EF4-FFF2-40B4-BE49-F238E27FC236}">
                  <a16:creationId xmlns:a16="http://schemas.microsoft.com/office/drawing/2014/main" id="{A1BC6398-D4F7-4691-8460-DC1FD1E73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23" name="Text Box 12">
              <a:extLst>
                <a:ext uri="{FF2B5EF4-FFF2-40B4-BE49-F238E27FC236}">
                  <a16:creationId xmlns:a16="http://schemas.microsoft.com/office/drawing/2014/main" id="{49916B6A-2202-4E83-8FC3-62939801D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3824" name="Text Box 13">
              <a:extLst>
                <a:ext uri="{FF2B5EF4-FFF2-40B4-BE49-F238E27FC236}">
                  <a16:creationId xmlns:a16="http://schemas.microsoft.com/office/drawing/2014/main" id="{B2BC8448-A4A6-4A98-B6F4-7A0EA0096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33825" name="Text Box 14">
              <a:extLst>
                <a:ext uri="{FF2B5EF4-FFF2-40B4-BE49-F238E27FC236}">
                  <a16:creationId xmlns:a16="http://schemas.microsoft.com/office/drawing/2014/main" id="{399D8019-C600-4198-AFAD-41139EDC2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3826" name="Line 15">
              <a:extLst>
                <a:ext uri="{FF2B5EF4-FFF2-40B4-BE49-F238E27FC236}">
                  <a16:creationId xmlns:a16="http://schemas.microsoft.com/office/drawing/2014/main" id="{D2C01F21-CA5A-4A88-80A8-63BE2CF29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27" name="Line 16">
              <a:extLst>
                <a:ext uri="{FF2B5EF4-FFF2-40B4-BE49-F238E27FC236}">
                  <a16:creationId xmlns:a16="http://schemas.microsoft.com/office/drawing/2014/main" id="{AF888E47-2EAD-4CB9-9F49-C4B849C17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28" name="Text Box 17">
              <a:extLst>
                <a:ext uri="{FF2B5EF4-FFF2-40B4-BE49-F238E27FC236}">
                  <a16:creationId xmlns:a16="http://schemas.microsoft.com/office/drawing/2014/main" id="{224044F6-9D7E-4C68-BC77-BA103A7E9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33829" name="Line 18">
              <a:extLst>
                <a:ext uri="{FF2B5EF4-FFF2-40B4-BE49-F238E27FC236}">
                  <a16:creationId xmlns:a16="http://schemas.microsoft.com/office/drawing/2014/main" id="{D7A4C314-4444-4BA2-8849-F6504A876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30" name="Text Box 19">
              <a:extLst>
                <a:ext uri="{FF2B5EF4-FFF2-40B4-BE49-F238E27FC236}">
                  <a16:creationId xmlns:a16="http://schemas.microsoft.com/office/drawing/2014/main" id="{3D3CFC67-E892-44DE-812C-C949876F0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3831" name="Text Box 20">
              <a:extLst>
                <a:ext uri="{FF2B5EF4-FFF2-40B4-BE49-F238E27FC236}">
                  <a16:creationId xmlns:a16="http://schemas.microsoft.com/office/drawing/2014/main" id="{23F8600C-E013-4276-805C-8952426D0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3832" name="Line 21">
              <a:extLst>
                <a:ext uri="{FF2B5EF4-FFF2-40B4-BE49-F238E27FC236}">
                  <a16:creationId xmlns:a16="http://schemas.microsoft.com/office/drawing/2014/main" id="{F4D0B286-FF77-4279-AD29-9C6BB6584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33" name="Line 22">
              <a:extLst>
                <a:ext uri="{FF2B5EF4-FFF2-40B4-BE49-F238E27FC236}">
                  <a16:creationId xmlns:a16="http://schemas.microsoft.com/office/drawing/2014/main" id="{FD01DA3D-B2D7-41A1-9274-118D2DF22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34" name="Line 23">
              <a:extLst>
                <a:ext uri="{FF2B5EF4-FFF2-40B4-BE49-F238E27FC236}">
                  <a16:creationId xmlns:a16="http://schemas.microsoft.com/office/drawing/2014/main" id="{8EFA46DB-E799-461B-B1F0-52416439A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35" name="Text Box 24">
              <a:extLst>
                <a:ext uri="{FF2B5EF4-FFF2-40B4-BE49-F238E27FC236}">
                  <a16:creationId xmlns:a16="http://schemas.microsoft.com/office/drawing/2014/main" id="{F00B4A5B-54AF-439D-8240-DEC0B369C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33836" name="Text Box 25">
              <a:extLst>
                <a:ext uri="{FF2B5EF4-FFF2-40B4-BE49-F238E27FC236}">
                  <a16:creationId xmlns:a16="http://schemas.microsoft.com/office/drawing/2014/main" id="{63A16713-BA27-4BF8-8EE8-98C445011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3837" name="Text Box 26">
              <a:extLst>
                <a:ext uri="{FF2B5EF4-FFF2-40B4-BE49-F238E27FC236}">
                  <a16:creationId xmlns:a16="http://schemas.microsoft.com/office/drawing/2014/main" id="{D0D0ABE4-8DE5-4285-A79E-BCFDB047B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33838" name="Text Box 27">
              <a:extLst>
                <a:ext uri="{FF2B5EF4-FFF2-40B4-BE49-F238E27FC236}">
                  <a16:creationId xmlns:a16="http://schemas.microsoft.com/office/drawing/2014/main" id="{D5FC22A9-B571-4E55-9EE2-755D1116F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33839" name="Line 28">
              <a:extLst>
                <a:ext uri="{FF2B5EF4-FFF2-40B4-BE49-F238E27FC236}">
                  <a16:creationId xmlns:a16="http://schemas.microsoft.com/office/drawing/2014/main" id="{445278D0-933A-4081-8059-5104E4692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40" name="Text Box 29">
              <a:extLst>
                <a:ext uri="{FF2B5EF4-FFF2-40B4-BE49-F238E27FC236}">
                  <a16:creationId xmlns:a16="http://schemas.microsoft.com/office/drawing/2014/main" id="{1B9BB364-4F48-474E-B409-E8A9DB2A6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3841" name="Text Box 30">
              <a:extLst>
                <a:ext uri="{FF2B5EF4-FFF2-40B4-BE49-F238E27FC236}">
                  <a16:creationId xmlns:a16="http://schemas.microsoft.com/office/drawing/2014/main" id="{B5D7B5F8-6098-445C-AE9D-B3ACE9F9C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33842" name="Text Box 31">
              <a:extLst>
                <a:ext uri="{FF2B5EF4-FFF2-40B4-BE49-F238E27FC236}">
                  <a16:creationId xmlns:a16="http://schemas.microsoft.com/office/drawing/2014/main" id="{C55C251A-4A4B-46BE-AD0F-28C6E9237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3843" name="Text Box 32">
              <a:extLst>
                <a:ext uri="{FF2B5EF4-FFF2-40B4-BE49-F238E27FC236}">
                  <a16:creationId xmlns:a16="http://schemas.microsoft.com/office/drawing/2014/main" id="{71F2F2A3-E9D3-41D2-9C7D-B9AAFCE66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3844" name="Text Box 33">
              <a:extLst>
                <a:ext uri="{FF2B5EF4-FFF2-40B4-BE49-F238E27FC236}">
                  <a16:creationId xmlns:a16="http://schemas.microsoft.com/office/drawing/2014/main" id="{0E9D9B4E-FBAD-414C-9CCF-3CE03549C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3845" name="Text Box 34">
              <a:extLst>
                <a:ext uri="{FF2B5EF4-FFF2-40B4-BE49-F238E27FC236}">
                  <a16:creationId xmlns:a16="http://schemas.microsoft.com/office/drawing/2014/main" id="{0AD23D84-51A5-464F-8B58-D09A9FA0C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33846" name="Text Box 35">
              <a:extLst>
                <a:ext uri="{FF2B5EF4-FFF2-40B4-BE49-F238E27FC236}">
                  <a16:creationId xmlns:a16="http://schemas.microsoft.com/office/drawing/2014/main" id="{A5058339-81DA-482D-995B-66F6DDCB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33847" name="Text Box 36">
              <a:extLst>
                <a:ext uri="{FF2B5EF4-FFF2-40B4-BE49-F238E27FC236}">
                  <a16:creationId xmlns:a16="http://schemas.microsoft.com/office/drawing/2014/main" id="{8B340E0B-38BF-4FFF-9C0A-0C172368F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3848" name="Text Box 37">
              <a:extLst>
                <a:ext uri="{FF2B5EF4-FFF2-40B4-BE49-F238E27FC236}">
                  <a16:creationId xmlns:a16="http://schemas.microsoft.com/office/drawing/2014/main" id="{098A838E-2A56-4B3C-8ECD-110AADE8B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3849" name="Text Box 38">
              <a:extLst>
                <a:ext uri="{FF2B5EF4-FFF2-40B4-BE49-F238E27FC236}">
                  <a16:creationId xmlns:a16="http://schemas.microsoft.com/office/drawing/2014/main" id="{01AAB0FC-889B-4B35-85C6-A68026053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3850" name="Text Box 39">
              <a:extLst>
                <a:ext uri="{FF2B5EF4-FFF2-40B4-BE49-F238E27FC236}">
                  <a16:creationId xmlns:a16="http://schemas.microsoft.com/office/drawing/2014/main" id="{6D040A06-D33C-47C3-8A35-ED02FBED5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3851" name="Line 40">
              <a:extLst>
                <a:ext uri="{FF2B5EF4-FFF2-40B4-BE49-F238E27FC236}">
                  <a16:creationId xmlns:a16="http://schemas.microsoft.com/office/drawing/2014/main" id="{5B129376-07FE-4CB7-BFB7-B43E256C0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41">
            <a:extLst>
              <a:ext uri="{FF2B5EF4-FFF2-40B4-BE49-F238E27FC236}">
                <a16:creationId xmlns:a16="http://schemas.microsoft.com/office/drawing/2014/main" id="{B0A54815-9947-4D5A-B1EF-897F8CF67F5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724400"/>
            <a:ext cx="1828800" cy="1066800"/>
            <a:chOff x="3456" y="2064"/>
            <a:chExt cx="1152" cy="672"/>
          </a:xfrm>
        </p:grpSpPr>
        <p:sp>
          <p:nvSpPr>
            <p:cNvPr id="33801" name="Line 42">
              <a:extLst>
                <a:ext uri="{FF2B5EF4-FFF2-40B4-BE49-F238E27FC236}">
                  <a16:creationId xmlns:a16="http://schemas.microsoft.com/office/drawing/2014/main" id="{E3C07BA6-E4E3-4FF4-BD9F-617BF75E7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25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02" name="Text Box 43">
              <a:extLst>
                <a:ext uri="{FF2B5EF4-FFF2-40B4-BE49-F238E27FC236}">
                  <a16:creationId xmlns:a16="http://schemas.microsoft.com/office/drawing/2014/main" id="{D0AAEC82-B28E-44A1-A0C4-EBA281E86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3803" name="Text Box 44">
              <a:extLst>
                <a:ext uri="{FF2B5EF4-FFF2-40B4-BE49-F238E27FC236}">
                  <a16:creationId xmlns:a16="http://schemas.microsoft.com/office/drawing/2014/main" id="{25BEADDC-1B70-4BB5-953F-FE700F50B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33804" name="Text Box 45">
              <a:extLst>
                <a:ext uri="{FF2B5EF4-FFF2-40B4-BE49-F238E27FC236}">
                  <a16:creationId xmlns:a16="http://schemas.microsoft.com/office/drawing/2014/main" id="{BEF7B98C-8E94-489A-A800-52F8CE20F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3805" name="Line 46">
              <a:extLst>
                <a:ext uri="{FF2B5EF4-FFF2-40B4-BE49-F238E27FC236}">
                  <a16:creationId xmlns:a16="http://schemas.microsoft.com/office/drawing/2014/main" id="{0AFDBBC9-EC09-481A-9EF3-A40A5C079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064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06" name="Line 47">
              <a:extLst>
                <a:ext uri="{FF2B5EF4-FFF2-40B4-BE49-F238E27FC236}">
                  <a16:creationId xmlns:a16="http://schemas.microsoft.com/office/drawing/2014/main" id="{DCADEC75-F5B9-4E0B-995B-EFD21E74A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73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07" name="Text Box 48">
              <a:extLst>
                <a:ext uri="{FF2B5EF4-FFF2-40B4-BE49-F238E27FC236}">
                  <a16:creationId xmlns:a16="http://schemas.microsoft.com/office/drawing/2014/main" id="{552C8C6E-7CA4-4BFB-BED6-3FD743E0D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33808" name="Text Box 49">
              <a:extLst>
                <a:ext uri="{FF2B5EF4-FFF2-40B4-BE49-F238E27FC236}">
                  <a16:creationId xmlns:a16="http://schemas.microsoft.com/office/drawing/2014/main" id="{377AA205-1BEC-49D4-B7B3-8CE0D63B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3809" name="Text Box 50">
              <a:extLst>
                <a:ext uri="{FF2B5EF4-FFF2-40B4-BE49-F238E27FC236}">
                  <a16:creationId xmlns:a16="http://schemas.microsoft.com/office/drawing/2014/main" id="{200D6DB3-066A-474A-9352-9E0D60A99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3810" name="Text Box 51">
              <a:extLst>
                <a:ext uri="{FF2B5EF4-FFF2-40B4-BE49-F238E27FC236}">
                  <a16:creationId xmlns:a16="http://schemas.microsoft.com/office/drawing/2014/main" id="{3D90991A-1D56-4CDB-9120-B8730E152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33811" name="Text Box 52">
              <a:extLst>
                <a:ext uri="{FF2B5EF4-FFF2-40B4-BE49-F238E27FC236}">
                  <a16:creationId xmlns:a16="http://schemas.microsoft.com/office/drawing/2014/main" id="{487075E9-D09D-4891-BD73-64004B80D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3812" name="Text Box 53">
              <a:extLst>
                <a:ext uri="{FF2B5EF4-FFF2-40B4-BE49-F238E27FC236}">
                  <a16:creationId xmlns:a16="http://schemas.microsoft.com/office/drawing/2014/main" id="{5198A707-27BB-420F-8495-CFBF01EFB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3813" name="Text Box 54">
              <a:extLst>
                <a:ext uri="{FF2B5EF4-FFF2-40B4-BE49-F238E27FC236}">
                  <a16:creationId xmlns:a16="http://schemas.microsoft.com/office/drawing/2014/main" id="{81E73905-FECB-4E14-B22E-1A95B57A1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33814" name="Text Box 55">
              <a:extLst>
                <a:ext uri="{FF2B5EF4-FFF2-40B4-BE49-F238E27FC236}">
                  <a16:creationId xmlns:a16="http://schemas.microsoft.com/office/drawing/2014/main" id="{33C8F0E5-9381-45E1-93B5-8852A772D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3815" name="Text Box 56">
              <a:extLst>
                <a:ext uri="{FF2B5EF4-FFF2-40B4-BE49-F238E27FC236}">
                  <a16:creationId xmlns:a16="http://schemas.microsoft.com/office/drawing/2014/main" id="{A1A95803-256B-4894-BFAB-B94E3FE94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33816" name="Group 57">
              <a:extLst>
                <a:ext uri="{FF2B5EF4-FFF2-40B4-BE49-F238E27FC236}">
                  <a16:creationId xmlns:a16="http://schemas.microsoft.com/office/drawing/2014/main" id="{BE7FC6B7-A535-4559-8D2E-F1B9AB760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064"/>
              <a:ext cx="1152" cy="672"/>
              <a:chOff x="3456" y="2064"/>
              <a:chExt cx="1152" cy="1056"/>
            </a:xfrm>
          </p:grpSpPr>
          <p:sp>
            <p:nvSpPr>
              <p:cNvPr id="33817" name="Line 58">
                <a:extLst>
                  <a:ext uri="{FF2B5EF4-FFF2-40B4-BE49-F238E27FC236}">
                    <a16:creationId xmlns:a16="http://schemas.microsoft.com/office/drawing/2014/main" id="{FB9BE59F-BEE7-44F5-B38D-A9EC3EAE2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064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18" name="Line 59">
                <a:extLst>
                  <a:ext uri="{FF2B5EF4-FFF2-40B4-BE49-F238E27FC236}">
                    <a16:creationId xmlns:a16="http://schemas.microsoft.com/office/drawing/2014/main" id="{31658D6F-9AC5-4776-BDAE-634C095B9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19" name="Line 60">
                <a:extLst>
                  <a:ext uri="{FF2B5EF4-FFF2-40B4-BE49-F238E27FC236}">
                    <a16:creationId xmlns:a16="http://schemas.microsoft.com/office/drawing/2014/main" id="{5FDDB3A3-897B-4065-A722-297A7FFB8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20" name="Line 61">
                <a:extLst>
                  <a:ext uri="{FF2B5EF4-FFF2-40B4-BE49-F238E27FC236}">
                    <a16:creationId xmlns:a16="http://schemas.microsoft.com/office/drawing/2014/main" id="{A40227D3-6881-4E7D-9678-FFE6C5A61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064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21" name="Line 62">
                <a:extLst>
                  <a:ext uri="{FF2B5EF4-FFF2-40B4-BE49-F238E27FC236}">
                    <a16:creationId xmlns:a16="http://schemas.microsoft.com/office/drawing/2014/main" id="{43CDD917-DB2C-4B26-9D81-999535037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064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184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6B9BC6-5D13-4744-AA9B-835593B1D7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5843" name="Slide Number Placeholder 5">
            <a:extLst>
              <a:ext uri="{FF2B5EF4-FFF2-40B4-BE49-F238E27FC236}">
                <a16:creationId xmlns:a16="http://schemas.microsoft.com/office/drawing/2014/main" id="{9D2C7AA8-8DC3-4FD4-8AED-730BF098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4DB78A4-00E4-4E67-A2A8-84D8B6DCB10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67E1839B-388E-40DD-94FA-D4CAC2940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78075" cy="620712"/>
          </a:xfrm>
        </p:spPr>
        <p:txBody>
          <a:bodyPr/>
          <a:lstStyle/>
          <a:p>
            <a:r>
              <a:rPr lang="en-US" sz="3200" dirty="0">
                <a:ea typeface="+mj-lt"/>
                <a:cs typeface="+mj-lt"/>
              </a:rPr>
              <a:t>4. </a:t>
            </a:r>
            <a:r>
              <a:rPr lang="en-US" sz="3200" dirty="0" err="1">
                <a:ea typeface="+mj-lt"/>
                <a:cs typeface="+mj-lt"/>
              </a:rPr>
              <a:t>Phép</a:t>
            </a:r>
            <a:r>
              <a:rPr lang="en-US" sz="3200" dirty="0">
                <a:ea typeface="+mj-lt"/>
                <a:cs typeface="+mj-lt"/>
              </a:rPr>
              <a:t> </a:t>
            </a:r>
            <a:r>
              <a:rPr lang="en-US" sz="3200" dirty="0" err="1">
                <a:ea typeface="+mj-lt"/>
                <a:cs typeface="+mj-lt"/>
              </a:rPr>
              <a:t>chọn</a:t>
            </a:r>
            <a:r>
              <a:rPr lang="en-US" sz="3200" dirty="0">
                <a:ea typeface="+mj-lt"/>
                <a:cs typeface="+mj-lt"/>
              </a:rPr>
              <a:t> </a:t>
            </a: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4.1 </a:t>
            </a:r>
            <a:r>
              <a:rPr lang="en-US" sz="3200" dirty="0" err="1">
                <a:ea typeface="+mj-lt"/>
                <a:cs typeface="+mj-lt"/>
              </a:rPr>
              <a:t>Biểu</a:t>
            </a:r>
            <a:r>
              <a:rPr lang="en-US" sz="3200" dirty="0">
                <a:ea typeface="+mj-lt"/>
                <a:cs typeface="+mj-lt"/>
              </a:rPr>
              <a:t> </a:t>
            </a:r>
            <a:r>
              <a:rPr lang="en-US" sz="3200" dirty="0" err="1">
                <a:ea typeface="+mj-lt"/>
                <a:cs typeface="+mj-lt"/>
              </a:rPr>
              <a:t>diễn</a:t>
            </a:r>
            <a:r>
              <a:rPr lang="en-US" sz="3200" dirty="0">
                <a:ea typeface="+mj-lt"/>
                <a:cs typeface="+mj-lt"/>
              </a:rPr>
              <a:t> ĐSQH (</a:t>
            </a:r>
            <a:r>
              <a:rPr lang="en-US" sz="3200" dirty="0" err="1">
                <a:ea typeface="+mj-lt"/>
                <a:cs typeface="+mj-lt"/>
              </a:rPr>
              <a:t>tt</a:t>
            </a:r>
            <a:r>
              <a:rPr lang="en-US" sz="3200" dirty="0">
                <a:ea typeface="+mj-lt"/>
                <a:cs typeface="+mj-lt"/>
              </a:rPr>
              <a:t>)</a:t>
            </a:r>
            <a:endParaRPr lang="en-US" sz="3200" b="0">
              <a:ea typeface="+mj-lt"/>
              <a:cs typeface="+mj-lt"/>
            </a:endParaRPr>
          </a:p>
          <a:p>
            <a:endParaRPr lang="en-US" altLang="en-US" sz="3500" dirty="0">
              <a:ea typeface="Verdana"/>
            </a:endParaRP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2F3656FA-0010-4570-B53C-22124D027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57815"/>
            <a:ext cx="8305800" cy="4742985"/>
          </a:xfrm>
        </p:spPr>
        <p:txBody>
          <a:bodyPr/>
          <a:lstStyle/>
          <a:p>
            <a:pPr eaLnBrk="1" hangingPunct="1"/>
            <a:r>
              <a:rPr lang="en-US" altLang="en-US"/>
              <a:t>Phép chọn có tính giao hoán</a:t>
            </a:r>
          </a:p>
        </p:txBody>
      </p:sp>
      <p:sp>
        <p:nvSpPr>
          <p:cNvPr id="35846" name="Text Box 4">
            <a:extLst>
              <a:ext uri="{FF2B5EF4-FFF2-40B4-BE49-F238E27FC236}">
                <a16:creationId xmlns:a16="http://schemas.microsoft.com/office/drawing/2014/main" id="{539080A6-5D21-4703-972F-DEA44CD66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696659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p1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p2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(R))  = </a:t>
            </a:r>
          </a:p>
        </p:txBody>
      </p:sp>
      <p:sp>
        <p:nvSpPr>
          <p:cNvPr id="420869" name="Text Box 5">
            <a:extLst>
              <a:ext uri="{FF2B5EF4-FFF2-40B4-BE49-F238E27FC236}">
                <a16:creationId xmlns:a16="http://schemas.microsoft.com/office/drawing/2014/main" id="{3B37E074-B674-4ED1-B2A9-428C451F6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710598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p2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p1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(R)) = </a:t>
            </a:r>
          </a:p>
        </p:txBody>
      </p:sp>
      <p:sp>
        <p:nvSpPr>
          <p:cNvPr id="420870" name="Text Box 6">
            <a:extLst>
              <a:ext uri="{FF2B5EF4-FFF2-40B4-BE49-F238E27FC236}">
                <a16:creationId xmlns:a16="http://schemas.microsoft.com/office/drawing/2014/main" id="{4F94387C-0359-4D94-97CA-B7F8841CF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682720"/>
            <a:ext cx="2209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p1 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p2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(R)</a:t>
            </a:r>
          </a:p>
        </p:txBody>
      </p:sp>
    </p:spTree>
    <p:extLst>
      <p:ext uri="{BB962C8B-B14F-4D97-AF65-F5344CB8AC3E}">
        <p14:creationId xmlns:p14="http://schemas.microsoft.com/office/powerpoint/2010/main" val="326800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9" grpId="0"/>
      <p:bldP spid="4208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5A3E-C590-8233-B3B0-5C6E7DC0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CSDL quản lý nhân viên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47A75-EDA1-540A-605D-71A96843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D3C4F-4B7C-3D6E-7FC4-D9C3280D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6988-204E-45A4-B50D-3E7973353EA9}" type="slidenum">
              <a:rPr lang="en-US" altLang="en-US"/>
              <a:pPr/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B67FF3-EC81-9C40-A446-EAF518178E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0" y="1681162"/>
            <a:ext cx="8610600" cy="47958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598B7A-5D86-8F2F-6CE3-5A6601C57F6E}"/>
              </a:ext>
            </a:extLst>
          </p:cNvPr>
          <p:cNvSpPr txBox="1"/>
          <p:nvPr/>
        </p:nvSpPr>
        <p:spPr>
          <a:xfrm>
            <a:off x="1864572" y="1042749"/>
            <a:ext cx="549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(Được sử dụng trong minh hoạ các ví dụ và bài tập)</a:t>
            </a:r>
          </a:p>
        </p:txBody>
      </p:sp>
    </p:spTree>
    <p:extLst>
      <p:ext uri="{BB962C8B-B14F-4D97-AF65-F5344CB8AC3E}">
        <p14:creationId xmlns:p14="http://schemas.microsoft.com/office/powerpoint/2010/main" val="1127888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2F2AF4B-3F2A-4BCD-B9FB-5DD93C77E8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F8A050E9-A92F-44FC-97D4-59EE7F44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A93395E-F187-4647-8269-7B337E7C76A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E5614D81-351E-4DAA-9574-2B0613CF0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633831" cy="1080699"/>
          </a:xfrm>
        </p:spPr>
        <p:txBody>
          <a:bodyPr/>
          <a:lstStyle/>
          <a:p>
            <a:r>
              <a:rPr lang="en-US" sz="3200" dirty="0"/>
              <a:t>4. </a:t>
            </a:r>
            <a:r>
              <a:rPr lang="en-US" sz="3200" dirty="0" err="1"/>
              <a:t>Phép</a:t>
            </a:r>
            <a:r>
              <a:rPr lang="en-US" sz="3200" dirty="0"/>
              <a:t> </a:t>
            </a:r>
            <a:r>
              <a:rPr lang="en-US" sz="3200" dirty="0" err="1"/>
              <a:t>chọn</a:t>
            </a:r>
            <a:r>
              <a:rPr lang="en-US" sz="3200" dirty="0"/>
              <a:t> </a:t>
            </a:r>
            <a:br>
              <a:rPr lang="en-US" sz="3200" dirty="0">
                <a:ea typeface="Verdana"/>
              </a:rPr>
            </a:br>
            <a:r>
              <a:rPr lang="en-US" sz="3200" dirty="0"/>
              <a:t>4.1 </a:t>
            </a:r>
            <a:r>
              <a:rPr lang="en-US" sz="3200" dirty="0" err="1"/>
              <a:t>Biểu</a:t>
            </a:r>
            <a:r>
              <a:rPr lang="en-US" sz="3200" dirty="0"/>
              <a:t> </a:t>
            </a:r>
            <a:r>
              <a:rPr lang="en-US" sz="3200" dirty="0" err="1"/>
              <a:t>diễn</a:t>
            </a:r>
            <a:r>
              <a:rPr lang="en-US" sz="3200" dirty="0"/>
              <a:t> ĐSQH (</a:t>
            </a:r>
            <a:r>
              <a:rPr lang="en-US" sz="3200" dirty="0" err="1"/>
              <a:t>tt</a:t>
            </a:r>
            <a:r>
              <a:rPr lang="en-US" sz="3200" dirty="0"/>
              <a:t>)</a:t>
            </a:r>
            <a:endParaRPr lang="en-US" dirty="0"/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FDD3BDD7-BE46-4B57-A4E3-F673EF3F3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839021"/>
            <a:ext cx="8305800" cy="456177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 err="1">
                <a:cs typeface="Arial"/>
              </a:rPr>
              <a:t>Ví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dụ</a:t>
            </a:r>
            <a:endParaRPr lang="en-US" altLang="en-US" b="1">
              <a:cs typeface="Arial"/>
            </a:endParaRPr>
          </a:p>
          <a:p>
            <a:r>
              <a:rPr lang="en-US" altLang="en-US" dirty="0"/>
              <a:t>Cho </a:t>
            </a:r>
            <a:r>
              <a:rPr lang="en-US" altLang="en-US" dirty="0" err="1"/>
              <a:t>biết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ở </a:t>
            </a:r>
            <a:r>
              <a:rPr lang="en-US" altLang="en-US" dirty="0" err="1"/>
              <a:t>phòng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4</a:t>
            </a:r>
            <a:endParaRPr lang="en-US" dirty="0"/>
          </a:p>
          <a:p>
            <a:pPr lvl="1" indent="-325120" eaLnBrk="1" hangingPunct="1"/>
            <a:r>
              <a:rPr lang="en-US" altLang="en-US" dirty="0"/>
              <a:t>Quan </a:t>
            </a:r>
            <a:r>
              <a:rPr lang="en-US" altLang="en-US" dirty="0" err="1"/>
              <a:t>hệ</a:t>
            </a:r>
            <a:r>
              <a:rPr lang="en-US" altLang="en-US" dirty="0"/>
              <a:t>: NHANVIEN 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: PHG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kiện</a:t>
            </a:r>
            <a:r>
              <a:rPr lang="en-US" altLang="en-US" dirty="0"/>
              <a:t>: PHG=4</a:t>
            </a:r>
            <a:endParaRPr lang="en-US" altLang="en-US" dirty="0">
              <a:cs typeface="Arial"/>
            </a:endParaRPr>
          </a:p>
        </p:txBody>
      </p:sp>
      <p:sp>
        <p:nvSpPr>
          <p:cNvPr id="37894" name="Text Box 4">
            <a:extLst>
              <a:ext uri="{FF2B5EF4-FFF2-40B4-BE49-F238E27FC236}">
                <a16:creationId xmlns:a16="http://schemas.microsoft.com/office/drawing/2014/main" id="{3E14CCA2-F12F-49AE-AE74-220A7F667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24" y="4119446"/>
            <a:ext cx="4419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PHG=4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</a:t>
            </a:r>
          </a:p>
        </p:txBody>
      </p:sp>
    </p:spTree>
    <p:extLst>
      <p:ext uri="{BB962C8B-B14F-4D97-AF65-F5344CB8AC3E}">
        <p14:creationId xmlns:p14="http://schemas.microsoft.com/office/powerpoint/2010/main" val="2256240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482AA2-83E4-4F52-8E58-344B1717B7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39939" name="Slide Number Placeholder 5">
            <a:extLst>
              <a:ext uri="{FF2B5EF4-FFF2-40B4-BE49-F238E27FC236}">
                <a16:creationId xmlns:a16="http://schemas.microsoft.com/office/drawing/2014/main" id="{BCA64A09-3F23-408A-BB64-A6FA23A8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A5CA5DA-06AE-427C-81F5-E17E42DEFDA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C0503F2B-49EF-4F34-A77D-7ECF52D53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4. 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chọn</a:t>
            </a:r>
            <a:r>
              <a:rPr lang="en-US" sz="3500" dirty="0">
                <a:ea typeface="+mj-lt"/>
                <a:cs typeface="+mj-lt"/>
              </a:rPr>
              <a:t> 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4.1 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ĐSQH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FBFFBD63-1B03-4F75-9E9E-F6AA289B3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55387"/>
            <a:ext cx="8305800" cy="4645413"/>
          </a:xfrm>
        </p:spPr>
        <p:txBody>
          <a:bodyPr/>
          <a:lstStyle/>
          <a:p>
            <a:pPr>
              <a:buNone/>
            </a:pPr>
            <a:r>
              <a:rPr lang="en-US" b="1" dirty="0" err="1">
                <a:ea typeface="+mn-lt"/>
                <a:cs typeface="+mn-lt"/>
              </a:rPr>
              <a:t>Ví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dụ</a:t>
            </a:r>
            <a:endParaRPr lang="en-US" dirty="0" err="1">
              <a:ea typeface="+mn-lt"/>
              <a:cs typeface="+mn-lt"/>
            </a:endParaRPr>
          </a:p>
          <a:p>
            <a:r>
              <a:rPr lang="en-US" altLang="en-US" dirty="0" err="1"/>
              <a:t>Tìm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lương</a:t>
            </a:r>
            <a:r>
              <a:rPr lang="en-US" altLang="en-US" dirty="0"/>
              <a:t> </a:t>
            </a:r>
            <a:r>
              <a:rPr lang="en-US" altLang="en-US" dirty="0" err="1"/>
              <a:t>trên</a:t>
            </a:r>
            <a:r>
              <a:rPr lang="en-US" altLang="en-US" dirty="0"/>
              <a:t> 25000 ở </a:t>
            </a:r>
            <a:r>
              <a:rPr lang="en-US" altLang="en-US" dirty="0" err="1"/>
              <a:t>phòng</a:t>
            </a:r>
            <a:r>
              <a:rPr lang="en-US" altLang="en-US" dirty="0"/>
              <a:t> 4 </a:t>
            </a:r>
            <a:r>
              <a:rPr lang="en-US" altLang="en-US" dirty="0" err="1"/>
              <a:t>hoặc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lương</a:t>
            </a:r>
            <a:r>
              <a:rPr lang="en-US" altLang="en-US" dirty="0"/>
              <a:t> </a:t>
            </a:r>
            <a:r>
              <a:rPr lang="en-US" altLang="en-US" dirty="0" err="1"/>
              <a:t>trên</a:t>
            </a:r>
            <a:r>
              <a:rPr lang="en-US" altLang="en-US" dirty="0"/>
              <a:t> 30000 ở </a:t>
            </a:r>
            <a:r>
              <a:rPr lang="en-US" altLang="en-US" dirty="0" err="1"/>
              <a:t>phòng</a:t>
            </a:r>
            <a:r>
              <a:rPr lang="en-US" altLang="en-US" dirty="0"/>
              <a:t> 5</a:t>
            </a:r>
            <a:endParaRPr lang="en-US" dirty="0"/>
          </a:p>
          <a:p>
            <a:pPr lvl="1" indent="-325120" eaLnBrk="1" hangingPunct="1"/>
            <a:r>
              <a:rPr lang="en-US" altLang="en-US" dirty="0"/>
              <a:t>Quan </a:t>
            </a:r>
            <a:r>
              <a:rPr lang="en-US" altLang="en-US" dirty="0" err="1"/>
              <a:t>hệ</a:t>
            </a:r>
            <a:r>
              <a:rPr lang="en-US" altLang="en-US" dirty="0"/>
              <a:t>: NHANVIEN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: LUONG, PHG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kiện</a:t>
            </a:r>
            <a:r>
              <a:rPr lang="en-US" altLang="en-US" dirty="0"/>
              <a:t>: 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/>
              <a:t>LUONG&gt;25000 </a:t>
            </a:r>
            <a:r>
              <a:rPr lang="en-US" altLang="en-US" dirty="0" err="1"/>
              <a:t>và</a:t>
            </a:r>
            <a:r>
              <a:rPr lang="en-US" altLang="en-US" dirty="0"/>
              <a:t> PHG=4 </a:t>
            </a:r>
            <a:r>
              <a:rPr lang="en-US" altLang="en-US" dirty="0" err="1"/>
              <a:t>hoặc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/>
              <a:t>LUONG&gt;30000 </a:t>
            </a:r>
            <a:r>
              <a:rPr lang="en-US" altLang="en-US" dirty="0" err="1"/>
              <a:t>và</a:t>
            </a:r>
            <a:r>
              <a:rPr lang="en-US" altLang="en-US" dirty="0"/>
              <a:t> PHG=5</a:t>
            </a:r>
            <a:endParaRPr lang="en-US" altLang="en-US" dirty="0">
              <a:cs typeface="Arial"/>
            </a:endParaRPr>
          </a:p>
        </p:txBody>
      </p:sp>
      <p:sp>
        <p:nvSpPr>
          <p:cNvPr id="424964" name="Text Box 4">
            <a:extLst>
              <a:ext uri="{FF2B5EF4-FFF2-40B4-BE49-F238E27FC236}">
                <a16:creationId xmlns:a16="http://schemas.microsoft.com/office/drawing/2014/main" id="{537BE383-F0CA-40E7-95FB-B5F36D61E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81393"/>
            <a:ext cx="762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(LUONG&gt;25000 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PHG=4) 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 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(LUONG&gt;30000 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PHG=5)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</a:t>
            </a:r>
          </a:p>
        </p:txBody>
      </p:sp>
    </p:spTree>
    <p:extLst>
      <p:ext uri="{BB962C8B-B14F-4D97-AF65-F5344CB8AC3E}">
        <p14:creationId xmlns:p14="http://schemas.microsoft.com/office/powerpoint/2010/main" val="90536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88FA9-2FF6-4775-BBCF-E5B20419AF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1923" name="Slide Number Placeholder 5">
            <a:extLst>
              <a:ext uri="{FF2B5EF4-FFF2-40B4-BE49-F238E27FC236}">
                <a16:creationId xmlns:a16="http://schemas.microsoft.com/office/drawing/2014/main" id="{671D8FEE-D2B0-496B-97F7-4C272A3F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4917A85-6390-46F0-81FA-660140C13FE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98629AD4-935A-4F01-82FE-502232F47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altLang="en-US" sz="3500" dirty="0"/>
              <a:t>4. </a:t>
            </a:r>
            <a:r>
              <a:rPr lang="en-US" altLang="en-US" sz="3500" dirty="0" err="1"/>
              <a:t>Phép</a:t>
            </a:r>
            <a:r>
              <a:rPr lang="en-US" altLang="en-US" sz="3500" dirty="0"/>
              <a:t> </a:t>
            </a:r>
            <a:r>
              <a:rPr lang="en-US" altLang="en-US" sz="3500" dirty="0" err="1"/>
              <a:t>chọn</a:t>
            </a:r>
            <a:r>
              <a:rPr lang="en-US" altLang="en-US" sz="3500" dirty="0"/>
              <a:t> </a:t>
            </a:r>
            <a:br>
              <a:rPr lang="en-US" altLang="en-US" sz="3500" dirty="0"/>
            </a:br>
            <a:r>
              <a:rPr lang="en-US" altLang="en-US" sz="3500" dirty="0"/>
              <a:t>4.2 </a:t>
            </a:r>
            <a:r>
              <a:rPr lang="en-US" altLang="en-US" sz="3500" dirty="0" err="1"/>
              <a:t>Biểu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diễn</a:t>
            </a:r>
            <a:r>
              <a:rPr lang="en-US" altLang="en-US" sz="3500" dirty="0"/>
              <a:t> SQL</a:t>
            </a:r>
            <a:endParaRPr lang="en-US" dirty="0"/>
          </a:p>
        </p:txBody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4BBED484-17D8-474B-979A-2DC058CE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r>
              <a:rPr lang="en-US" altLang="en-US" dirty="0" err="1"/>
              <a:t>Gồm</a:t>
            </a:r>
            <a:r>
              <a:rPr lang="en-US" altLang="en-US" dirty="0"/>
              <a:t> 3 </a:t>
            </a:r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/>
          </a:p>
          <a:p>
            <a:pPr lvl="1" indent="-325120"/>
            <a:r>
              <a:rPr lang="en-US" altLang="en-US" dirty="0"/>
              <a:t>&lt;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bảng</a:t>
            </a:r>
            <a:r>
              <a:rPr lang="en-US" altLang="en-US" dirty="0"/>
              <a:t>&gt;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liên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đến</a:t>
            </a:r>
            <a:r>
              <a:rPr lang="en-US" altLang="en-US" dirty="0"/>
              <a:t>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>
                <a:highlight>
                  <a:srgbClr val="FFFF00"/>
                </a:highlight>
              </a:rPr>
              <a:t>(</a:t>
            </a:r>
            <a:r>
              <a:rPr lang="en-US" altLang="en-US" dirty="0" err="1">
                <a:highlight>
                  <a:srgbClr val="FFFF00"/>
                </a:highlight>
              </a:rPr>
              <a:t>cách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  <a:r>
              <a:rPr lang="en-US" altLang="en-US" dirty="0" err="1">
                <a:highlight>
                  <a:srgbClr val="FFFF00"/>
                </a:highlight>
              </a:rPr>
              <a:t>nhau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  <a:r>
              <a:rPr lang="en-US" altLang="en-US" dirty="0" err="1">
                <a:highlight>
                  <a:srgbClr val="FFFF00"/>
                </a:highlight>
              </a:rPr>
              <a:t>dấu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,</a:t>
            </a:r>
            <a:r>
              <a:rPr lang="en-US" altLang="en-US" dirty="0">
                <a:highlight>
                  <a:srgbClr val="FFFF00"/>
                </a:highlight>
              </a:rPr>
              <a:t>)</a:t>
            </a:r>
            <a:endParaRPr lang="en-US" altLang="en-US" dirty="0">
              <a:highlight>
                <a:srgbClr val="FFFF00"/>
              </a:highlight>
              <a:cs typeface="Arial"/>
            </a:endParaRPr>
          </a:p>
          <a:p>
            <a:pPr lvl="1" indent="-325120" eaLnBrk="1" hangingPunct="1"/>
            <a:r>
              <a:rPr lang="en-US" altLang="en-US" dirty="0"/>
              <a:t>&lt;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kiện</a:t>
            </a:r>
            <a:r>
              <a:rPr lang="en-US" altLang="en-US" dirty="0"/>
              <a:t>&gt;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boolean</a:t>
            </a:r>
            <a:r>
              <a:rPr lang="en-US" altLang="en-US" dirty="0"/>
              <a:t> </a:t>
            </a:r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dòng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r>
              <a:rPr lang="en-US" altLang="en-US" dirty="0"/>
              <a:t> </a:t>
            </a:r>
            <a:r>
              <a:rPr lang="en-US" altLang="en-US" dirty="0" err="1"/>
              <a:t>sẽ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rút</a:t>
            </a:r>
            <a:r>
              <a:rPr lang="en-US" altLang="en-US" dirty="0"/>
              <a:t> </a:t>
            </a:r>
            <a:r>
              <a:rPr lang="en-US" altLang="en-US" dirty="0" err="1"/>
              <a:t>trích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Nối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: AND, OR, </a:t>
            </a:r>
            <a:r>
              <a:rPr lang="en-US" altLang="en-US" dirty="0" err="1"/>
              <a:t>và</a:t>
            </a:r>
            <a:r>
              <a:rPr lang="en-US" altLang="en-US" dirty="0"/>
              <a:t> NOT 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: </a:t>
            </a:r>
            <a:r>
              <a:rPr lang="en-US" altLang="en-US" b="1" dirty="0">
                <a:sym typeface="Symbol" panose="05050102010706020507" pitchFamily="18" charset="2"/>
              </a:rPr>
              <a:t></a:t>
            </a:r>
            <a:r>
              <a:rPr lang="en-US" altLang="en-US" dirty="0">
                <a:sym typeface="Symbol" panose="05050102010706020507" pitchFamily="18" charset="2"/>
              </a:rPr>
              <a:t> , </a:t>
            </a:r>
            <a:r>
              <a:rPr lang="en-US" altLang="en-US" b="1" dirty="0">
                <a:sym typeface="Symbol" panose="05050102010706020507" pitchFamily="18" charset="2"/>
              </a:rPr>
              <a:t></a:t>
            </a:r>
            <a:r>
              <a:rPr lang="en-US" altLang="en-US" dirty="0">
                <a:sym typeface="Symbol" panose="05050102010706020507" pitchFamily="18" charset="2"/>
              </a:rPr>
              <a:t> , </a:t>
            </a:r>
            <a:r>
              <a:rPr lang="en-US" altLang="en-US" b="1" dirty="0">
                <a:sym typeface="Symbol" panose="05050102010706020507" pitchFamily="18" charset="2"/>
              </a:rPr>
              <a:t></a:t>
            </a:r>
            <a:r>
              <a:rPr lang="en-US" altLang="en-US" dirty="0">
                <a:sym typeface="Symbol" panose="05050102010706020507" pitchFamily="18" charset="2"/>
              </a:rPr>
              <a:t> , </a:t>
            </a:r>
            <a:r>
              <a:rPr lang="en-US" altLang="en-US" b="1" dirty="0">
                <a:sym typeface="Symbol" panose="05050102010706020507" pitchFamily="18" charset="2"/>
              </a:rPr>
              <a:t></a:t>
            </a:r>
            <a:r>
              <a:rPr lang="en-US" altLang="en-US" dirty="0">
                <a:sym typeface="Symbol" panose="05050102010706020507" pitchFamily="18" charset="2"/>
              </a:rPr>
              <a:t> , </a:t>
            </a:r>
            <a:r>
              <a:rPr lang="en-US" altLang="en-US" b="1" dirty="0">
                <a:sym typeface="Symbol" panose="05050102010706020507" pitchFamily="18" charset="2"/>
              </a:rPr>
              <a:t></a:t>
            </a:r>
            <a:r>
              <a:rPr lang="en-US" altLang="en-US" dirty="0">
                <a:sym typeface="Symbol" panose="05050102010706020507" pitchFamily="18" charset="2"/>
              </a:rPr>
              <a:t> , </a:t>
            </a:r>
            <a:r>
              <a:rPr lang="en-US" altLang="en-US" b="1" dirty="0">
                <a:sym typeface="Symbol" panose="05050102010706020507" pitchFamily="18" charset="2"/>
              </a:rPr>
              <a:t>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LIKE </a:t>
            </a:r>
            <a:r>
              <a:rPr lang="en-US" altLang="en-US" dirty="0" err="1">
                <a:sym typeface="Symbol" panose="05050102010706020507" pitchFamily="18" charset="2"/>
              </a:rPr>
              <a:t>và</a:t>
            </a:r>
            <a:r>
              <a:rPr lang="en-US" altLang="en-US" dirty="0">
                <a:sym typeface="Symbol" panose="05050102010706020507" pitchFamily="18" charset="2"/>
              </a:rPr>
              <a:t> BETWEEN</a:t>
            </a:r>
            <a:endParaRPr lang="en-US" altLang="en-US" dirty="0">
              <a:cs typeface="Arial"/>
            </a:endParaRPr>
          </a:p>
        </p:txBody>
      </p:sp>
      <p:sp>
        <p:nvSpPr>
          <p:cNvPr id="81926" name="Rectangle 4">
            <a:extLst>
              <a:ext uri="{FF2B5EF4-FFF2-40B4-BE49-F238E27FC236}">
                <a16:creationId xmlns:a16="http://schemas.microsoft.com/office/drawing/2014/main" id="{ECBBFA8F-EB13-4137-96FE-CE710680D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67415"/>
            <a:ext cx="33528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0" tIns="45720" rIns="91440" bIns="45720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/>
                <a:ea typeface="Tahoma"/>
                <a:cs typeface="Tahoma"/>
              </a:rPr>
              <a:t>FROM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&lt;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danh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sách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các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bảng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b="1" dirty="0">
                <a:latin typeface="Tahoma"/>
                <a:ea typeface="Tahoma"/>
                <a:cs typeface="Tahoma"/>
              </a:rPr>
              <a:t>WHERE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&lt;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điều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kiện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chọn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4486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88FA9-2FF6-4775-BBCF-E5B20419AF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1923" name="Slide Number Placeholder 5">
            <a:extLst>
              <a:ext uri="{FF2B5EF4-FFF2-40B4-BE49-F238E27FC236}">
                <a16:creationId xmlns:a16="http://schemas.microsoft.com/office/drawing/2014/main" id="{671D8FEE-D2B0-496B-97F7-4C272A3F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4917A85-6390-46F0-81FA-660140C13FE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98629AD4-935A-4F01-82FE-502232F47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altLang="en-US" sz="3500" dirty="0"/>
              <a:t>4. </a:t>
            </a:r>
            <a:r>
              <a:rPr lang="en-US" altLang="en-US" sz="3500" dirty="0" err="1"/>
              <a:t>Phép</a:t>
            </a:r>
            <a:r>
              <a:rPr lang="en-US" altLang="en-US" sz="3500" dirty="0"/>
              <a:t> </a:t>
            </a:r>
            <a:r>
              <a:rPr lang="en-US" altLang="en-US" sz="3500" dirty="0" err="1"/>
              <a:t>chọn</a:t>
            </a:r>
            <a:r>
              <a:rPr lang="en-US" altLang="en-US" sz="3500" dirty="0"/>
              <a:t> </a:t>
            </a:r>
            <a:br>
              <a:rPr lang="en-US" altLang="en-US" sz="3500" dirty="0"/>
            </a:br>
            <a:r>
              <a:rPr lang="en-US" altLang="en-US" sz="3500" dirty="0"/>
              <a:t>4.2 </a:t>
            </a:r>
            <a:r>
              <a:rPr lang="en-US" altLang="en-US" sz="3500" dirty="0" err="1"/>
              <a:t>Biểu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diễn</a:t>
            </a:r>
            <a:r>
              <a:rPr lang="en-US" altLang="en-US" sz="3500" dirty="0"/>
              <a:t> SQL (tt)</a:t>
            </a:r>
            <a:endParaRPr lang="en-US" dirty="0"/>
          </a:p>
        </p:txBody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4BBED484-17D8-474B-979A-2DC058CE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1981200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Arial"/>
              </a:rPr>
              <a:t>Cho biết danh sách của tất cả nhân viên</a:t>
            </a:r>
          </a:p>
          <a:p>
            <a:pPr marL="0" indent="0" algn="ctr" eaLnBrk="1" hangingPunct="1">
              <a:buNone/>
            </a:pPr>
            <a:r>
              <a:rPr lang="en-US" b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NHANVIEN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528D4-5AB3-70FA-5C6A-0BCA5774E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5" y="3124200"/>
            <a:ext cx="9021129" cy="248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14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88FA9-2FF6-4775-BBCF-E5B20419AF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1923" name="Slide Number Placeholder 5">
            <a:extLst>
              <a:ext uri="{FF2B5EF4-FFF2-40B4-BE49-F238E27FC236}">
                <a16:creationId xmlns:a16="http://schemas.microsoft.com/office/drawing/2014/main" id="{671D8FEE-D2B0-496B-97F7-4C272A3F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4917A85-6390-46F0-81FA-660140C13FE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98629AD4-935A-4F01-82FE-502232F47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altLang="en-US" sz="3500" dirty="0"/>
              <a:t>4. </a:t>
            </a:r>
            <a:r>
              <a:rPr lang="en-US" altLang="en-US" sz="3500" dirty="0" err="1"/>
              <a:t>Phép</a:t>
            </a:r>
            <a:r>
              <a:rPr lang="en-US" altLang="en-US" sz="3500" dirty="0"/>
              <a:t> </a:t>
            </a:r>
            <a:r>
              <a:rPr lang="en-US" altLang="en-US" sz="3500" dirty="0" err="1"/>
              <a:t>chọn</a:t>
            </a:r>
            <a:r>
              <a:rPr lang="en-US" altLang="en-US" sz="3500" dirty="0"/>
              <a:t> </a:t>
            </a:r>
            <a:br>
              <a:rPr lang="en-US" altLang="en-US" sz="3500" dirty="0"/>
            </a:br>
            <a:r>
              <a:rPr lang="en-US" altLang="en-US" sz="3500" dirty="0"/>
              <a:t>4.2 </a:t>
            </a:r>
            <a:r>
              <a:rPr lang="en-US" altLang="en-US" sz="3500" dirty="0" err="1"/>
              <a:t>Biểu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diễn</a:t>
            </a:r>
            <a:r>
              <a:rPr lang="en-US" altLang="en-US" sz="3500" dirty="0"/>
              <a:t> SQL (tt)</a:t>
            </a:r>
            <a:endParaRPr lang="en-US" dirty="0"/>
          </a:p>
        </p:txBody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4BBED484-17D8-474B-979A-2DC058CE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1981200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Arial"/>
              </a:rPr>
              <a:t>Cho biết danh sách của nhân viên làm ở phòng số 1</a:t>
            </a:r>
          </a:p>
          <a:p>
            <a:pPr marL="0" indent="0" algn="l" eaLnBrk="1" hangingPunct="1">
              <a:buNone/>
            </a:pPr>
            <a:endParaRPr lang="en-US" b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 marL="0" indent="0" algn="l" eaLnBrk="1" hangingPunct="1">
              <a:buNone/>
            </a:pPr>
            <a:r>
              <a:rPr lang="en-US" b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NHANVIEN</a:t>
            </a:r>
          </a:p>
          <a:p>
            <a:pPr marL="0" indent="0" algn="l" eaLnBrk="1" hangingPunct="1">
              <a:buNone/>
            </a:pPr>
            <a:r>
              <a:rPr lang="en-US" b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US" b="0">
                <a:solidFill>
                  <a:srgbClr val="212121"/>
                </a:solidFill>
                <a:effectLst/>
                <a:latin typeface="Menlo" panose="020B0609030804020204" pitchFamily="49" charset="0"/>
              </a:rPr>
              <a:t> PHG</a:t>
            </a:r>
            <a:r>
              <a:rPr lang="en-US" b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>
                <a:solidFill>
                  <a:srgbClr val="09885A"/>
                </a:solidFill>
                <a:effectLst/>
                <a:latin typeface="Menlo" panose="020B0609030804020204" pitchFamily="49" charset="0"/>
              </a:rPr>
              <a:t>1</a:t>
            </a:r>
            <a:endParaRPr lang="en-US" b="0">
              <a:solidFill>
                <a:srgbClr val="212121"/>
              </a:solidFill>
              <a:effectLst/>
              <a:latin typeface="Menlo" panose="020B0609030804020204" pitchFamily="49" charset="0"/>
            </a:endParaRPr>
          </a:p>
          <a:p>
            <a:pPr marL="0" indent="0" algn="ctr" eaLnBrk="1" hangingPunct="1">
              <a:buNone/>
            </a:pPr>
            <a:endParaRPr lang="en-US" b="0">
              <a:solidFill>
                <a:srgbClr val="212121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61D20-36A9-0583-7501-2477791D6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6" y="4495800"/>
            <a:ext cx="8863147" cy="90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35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F9C6681B-FE11-4243-B1C5-4158B48E0EC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00355" name="Slide Number Placeholder 5">
            <a:extLst>
              <a:ext uri="{FF2B5EF4-FFF2-40B4-BE49-F238E27FC236}">
                <a16:creationId xmlns:a16="http://schemas.microsoft.com/office/drawing/2014/main" id="{22B477AF-8A33-4A77-B556-32878ABA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B25988D-45DD-421D-BC65-B580F729CF8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7ED86F8C-A46B-40C4-A72E-25A41C0F4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4. 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chọn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4.2 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100357" name="Text Box 3">
            <a:extLst>
              <a:ext uri="{FF2B5EF4-FFF2-40B4-BE49-F238E27FC236}">
                <a16:creationId xmlns:a16="http://schemas.microsoft.com/office/drawing/2014/main" id="{9AC7B51A-D8CF-485D-884F-B6FC6869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300288"/>
            <a:ext cx="56388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 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NHANVIEN, PHONGBAN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TENPHG=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‘Nghien </a:t>
            </a:r>
            <a:r>
              <a:rPr lang="en-US" altLang="en-US" sz="1800" dirty="0" err="1">
                <a:solidFill>
                  <a:srgbClr val="CC0000"/>
                </a:solidFill>
                <a:latin typeface="Tahoma"/>
                <a:ea typeface="Tahoma"/>
                <a:cs typeface="Tahoma"/>
              </a:rPr>
              <a:t>cuu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’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AND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PHG=MAPHG</a:t>
            </a:r>
            <a:endParaRPr lang="en-US" altLang="en-US" sz="1800" dirty="0">
              <a:solidFill>
                <a:srgbClr val="777777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0358" name="Rectangle 16">
            <a:extLst>
              <a:ext uri="{FF2B5EF4-FFF2-40B4-BE49-F238E27FC236}">
                <a16:creationId xmlns:a16="http://schemas.microsoft.com/office/drawing/2014/main" id="{745D823E-69BE-4815-8A84-5D6957343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138488"/>
            <a:ext cx="2286000" cy="381000"/>
          </a:xfrm>
          <a:prstGeom prst="rect">
            <a:avLst/>
          </a:prstGeom>
          <a:noFill/>
          <a:ln w="12700" algn="ctr">
            <a:solidFill>
              <a:srgbClr val="777777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0359" name="Rectangle 17">
            <a:extLst>
              <a:ext uri="{FF2B5EF4-FFF2-40B4-BE49-F238E27FC236}">
                <a16:creationId xmlns:a16="http://schemas.microsoft.com/office/drawing/2014/main" id="{9F371DD4-B4E1-45D9-AAD3-718B5C85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138488"/>
            <a:ext cx="1447800" cy="381000"/>
          </a:xfrm>
          <a:prstGeom prst="rect">
            <a:avLst/>
          </a:prstGeom>
          <a:noFill/>
          <a:ln w="12700" algn="ctr">
            <a:solidFill>
              <a:srgbClr val="777777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0360" name="Text Box 18">
            <a:extLst>
              <a:ext uri="{FF2B5EF4-FFF2-40B4-BE49-F238E27FC236}">
                <a16:creationId xmlns:a16="http://schemas.microsoft.com/office/drawing/2014/main" id="{4B108FE9-316F-422A-96F3-B41D997F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376488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Biểu thức luận lý</a:t>
            </a:r>
          </a:p>
        </p:txBody>
      </p:sp>
      <p:sp>
        <p:nvSpPr>
          <p:cNvPr id="100361" name="Line 19">
            <a:extLst>
              <a:ext uri="{FF2B5EF4-FFF2-40B4-BE49-F238E27FC236}">
                <a16:creationId xmlns:a16="http://schemas.microsoft.com/office/drawing/2014/main" id="{04AD6C29-1F71-40E2-BAB9-D1D1D35E0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605088"/>
            <a:ext cx="2133600" cy="5334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0362" name="Line 20">
            <a:extLst>
              <a:ext uri="{FF2B5EF4-FFF2-40B4-BE49-F238E27FC236}">
                <a16:creationId xmlns:a16="http://schemas.microsoft.com/office/drawing/2014/main" id="{37B1841D-78C2-4724-8DD0-4881F05F6C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2605088"/>
            <a:ext cx="533400" cy="5334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3" name="Line 21">
            <a:extLst>
              <a:ext uri="{FF2B5EF4-FFF2-40B4-BE49-F238E27FC236}">
                <a16:creationId xmlns:a16="http://schemas.microsoft.com/office/drawing/2014/main" id="{E6538B19-BB08-451F-A28D-1C3D359F0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5956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0364" name="Line 22">
            <a:extLst>
              <a:ext uri="{FF2B5EF4-FFF2-40B4-BE49-F238E27FC236}">
                <a16:creationId xmlns:a16="http://schemas.microsoft.com/office/drawing/2014/main" id="{E74FBE6D-D282-4CEF-93B7-78E4A63F4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956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0365" name="Text Box 23">
            <a:extLst>
              <a:ext uri="{FF2B5EF4-FFF2-40B4-BE49-F238E27FC236}">
                <a16:creationId xmlns:a16="http://schemas.microsoft.com/office/drawing/2014/main" id="{AB9FEF81-6755-418A-97A9-7E5CC47EA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148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TRUE</a:t>
            </a:r>
          </a:p>
        </p:txBody>
      </p:sp>
      <p:sp>
        <p:nvSpPr>
          <p:cNvPr id="100366" name="Text Box 24">
            <a:extLst>
              <a:ext uri="{FF2B5EF4-FFF2-40B4-BE49-F238E27FC236}">
                <a16:creationId xmlns:a16="http://schemas.microsoft.com/office/drawing/2014/main" id="{B01ECF20-ABFC-4FFC-8285-1BA8F581A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129088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598210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AF75A-89DC-4C81-ADDD-5C44E6551F1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02403" name="Slide Number Placeholder 5">
            <a:extLst>
              <a:ext uri="{FF2B5EF4-FFF2-40B4-BE49-F238E27FC236}">
                <a16:creationId xmlns:a16="http://schemas.microsoft.com/office/drawing/2014/main" id="{C9DBB841-AC68-4C34-8323-13DE3B48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B2D39A1-F828-48C5-ABF5-E8CA57CF642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CDD78929-1C3E-4405-A628-A93B114B6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02405" name="Text Box 3">
            <a:extLst>
              <a:ext uri="{FF2B5EF4-FFF2-40B4-BE49-F238E27FC236}">
                <a16:creationId xmlns:a16="http://schemas.microsoft.com/office/drawing/2014/main" id="{EADF9AE7-372E-4403-BCCC-EF5C43720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86038"/>
            <a:ext cx="77724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 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NHANVIEN, PHONGBAN</a:t>
            </a:r>
            <a:endParaRPr lang="en-US" altLang="en-US" sz="180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(TENPHG=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‘Nghien </a:t>
            </a:r>
            <a:r>
              <a:rPr lang="en-US" altLang="en-US" sz="1800" dirty="0" err="1">
                <a:solidFill>
                  <a:srgbClr val="CC0000"/>
                </a:solidFill>
                <a:latin typeface="Tahoma"/>
                <a:ea typeface="Tahoma"/>
                <a:cs typeface="Tahoma"/>
              </a:rPr>
              <a:t>cuu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’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OR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TENPHG=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‘Quan </a:t>
            </a:r>
            <a:r>
              <a:rPr lang="en-US" altLang="en-US" sz="1800" dirty="0" err="1">
                <a:solidFill>
                  <a:srgbClr val="CC0000"/>
                </a:solidFill>
                <a:latin typeface="Tahoma"/>
                <a:ea typeface="Tahoma"/>
                <a:cs typeface="Tahoma"/>
              </a:rPr>
              <a:t>ly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’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)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AND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PHG=MAPHG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02406" name="Text Box 13">
            <a:extLst>
              <a:ext uri="{FF2B5EF4-FFF2-40B4-BE49-F238E27FC236}">
                <a16:creationId xmlns:a16="http://schemas.microsoft.com/office/drawing/2014/main" id="{8A6E7E66-1658-4958-8A2C-8A5457436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86415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Độ ưu tiên</a:t>
            </a:r>
          </a:p>
        </p:txBody>
      </p:sp>
    </p:spTree>
    <p:extLst>
      <p:ext uri="{BB962C8B-B14F-4D97-AF65-F5344CB8AC3E}">
        <p14:creationId xmlns:p14="http://schemas.microsoft.com/office/powerpoint/2010/main" val="854842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98796D6-4AF4-4A8C-8044-6F6FBF94DF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04451" name="Slide Number Placeholder 5">
            <a:extLst>
              <a:ext uri="{FF2B5EF4-FFF2-40B4-BE49-F238E27FC236}">
                <a16:creationId xmlns:a16="http://schemas.microsoft.com/office/drawing/2014/main" id="{0469246C-2C4C-4D79-BBFF-CAD5C7AAD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4108596-4BE7-4E8E-BE2B-354518727B4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557DA952-470C-478F-A1A3-50891CF6A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04453" name="Text Box 3">
            <a:extLst>
              <a:ext uri="{FF2B5EF4-FFF2-40B4-BE49-F238E27FC236}">
                <a16:creationId xmlns:a16="http://schemas.microsoft.com/office/drawing/2014/main" id="{88C9AE42-41B8-4095-9F0C-28C2804EE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357438"/>
            <a:ext cx="51816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LUONG&gt;=20000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AND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LUONG&lt;=30000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04454" name="Text Box 4">
            <a:extLst>
              <a:ext uri="{FF2B5EF4-FFF2-40B4-BE49-F238E27FC236}">
                <a16:creationId xmlns:a16="http://schemas.microsoft.com/office/drawing/2014/main" id="{B28FC3A5-FE43-49D1-ADE2-ED399E4FB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00354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BETWEEN</a:t>
            </a:r>
          </a:p>
        </p:txBody>
      </p:sp>
      <p:sp>
        <p:nvSpPr>
          <p:cNvPr id="104455" name="Text Box 5">
            <a:extLst>
              <a:ext uri="{FF2B5EF4-FFF2-40B4-BE49-F238E27FC236}">
                <a16:creationId xmlns:a16="http://schemas.microsoft.com/office/drawing/2014/main" id="{35A72A44-AEEA-4742-B9BF-0FFDCA442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0"/>
            <a:ext cx="51816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 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LUONG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BETWEEN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20000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AND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30000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901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DC5250F-CD65-45FB-815A-B576C698CF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06499" name="Slide Number Placeholder 5">
            <a:extLst>
              <a:ext uri="{FF2B5EF4-FFF2-40B4-BE49-F238E27FC236}">
                <a16:creationId xmlns:a16="http://schemas.microsoft.com/office/drawing/2014/main" id="{05979FA8-83F7-4276-A526-ECBB7A14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BBF8387-E70F-44F2-87EA-422BC9E2370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000"/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8C0560F0-C881-49F8-9797-6EE1399EC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06501" name="Text Box 4">
            <a:extLst>
              <a:ext uri="{FF2B5EF4-FFF2-40B4-BE49-F238E27FC236}">
                <a16:creationId xmlns:a16="http://schemas.microsoft.com/office/drawing/2014/main" id="{8F5B860A-77DB-4784-9DF4-A37CBA94C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4293"/>
            <a:ext cx="1676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NOT BETWEEN</a:t>
            </a:r>
          </a:p>
        </p:txBody>
      </p:sp>
      <p:sp>
        <p:nvSpPr>
          <p:cNvPr id="106502" name="Text Box 5">
            <a:extLst>
              <a:ext uri="{FF2B5EF4-FFF2-40B4-BE49-F238E27FC236}">
                <a16:creationId xmlns:a16="http://schemas.microsoft.com/office/drawing/2014/main" id="{8A097C10-CF75-4AA0-BA31-0A61364A3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43200"/>
            <a:ext cx="55626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 </a:t>
            </a:r>
            <a:r>
              <a:rPr lang="en-US" altLang="en-US" sz="1800" dirty="0">
                <a:latin typeface="Tahoma" panose="020B0604030504040204" pitchFamily="34" charset="0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 </a:t>
            </a:r>
            <a:r>
              <a:rPr lang="en-US" altLang="en-US" sz="1800" dirty="0">
                <a:latin typeface="Tahoma" panose="020B0604030504040204" pitchFamily="34" charset="0"/>
              </a:rPr>
              <a:t>LUONG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NOT BETWEEN</a:t>
            </a:r>
            <a:r>
              <a:rPr lang="en-US" altLang="en-US" sz="1800" dirty="0">
                <a:latin typeface="Tahoma" panose="020B0604030504040204" pitchFamily="34" charset="0"/>
              </a:rPr>
              <a:t> 20000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 dirty="0">
                <a:latin typeface="Tahoma" panose="020B0604030504040204" pitchFamily="34" charset="0"/>
              </a:rPr>
              <a:t> 30000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--WHERE LUONG &lt; 20000 OR LUONG &gt;30000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 dirty="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822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AE4DE1-DF54-4DBA-A5AC-A5F25FBF0D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08547" name="Slide Number Placeholder 5">
            <a:extLst>
              <a:ext uri="{FF2B5EF4-FFF2-40B4-BE49-F238E27FC236}">
                <a16:creationId xmlns:a16="http://schemas.microsoft.com/office/drawing/2014/main" id="{60266223-DC50-4BB9-AD21-DEE5760F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881A838-552F-453B-860C-3D8B11CBD28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47BF3D48-4869-4549-887E-C17ECF504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4. </a:t>
            </a:r>
            <a:r>
              <a:rPr lang="en-US" dirty="0" err="1"/>
              <a:t>Phép</a:t>
            </a:r>
            <a:r>
              <a:rPr lang="en-US" dirty="0"/>
              <a:t> </a:t>
            </a:r>
            <a:r>
              <a:rPr lang="en-US" dirty="0" err="1"/>
              <a:t>chọn</a:t>
            </a:r>
            <a:br>
              <a:rPr lang="en-US" dirty="0"/>
            </a:br>
            <a:r>
              <a:rPr lang="en-US" dirty="0"/>
              <a:t>4.2 </a:t>
            </a:r>
            <a:r>
              <a:rPr lang="en-US" dirty="0" err="1"/>
              <a:t>Biểu</a:t>
            </a:r>
            <a:r>
              <a:rPr lang="en-US" dirty="0"/>
              <a:t> </a:t>
            </a:r>
            <a:r>
              <a:rPr lang="en-US" dirty="0" err="1"/>
              <a:t>diễn</a:t>
            </a:r>
            <a:r>
              <a:rPr lang="en-US" dirty="0"/>
              <a:t> SQL 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108549" name="Text Box 5">
            <a:extLst>
              <a:ext uri="{FF2B5EF4-FFF2-40B4-BE49-F238E27FC236}">
                <a16:creationId xmlns:a16="http://schemas.microsoft.com/office/drawing/2014/main" id="{77C0BE55-3D58-4DFE-B362-BF8B04C6C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79134"/>
            <a:ext cx="8382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IN</a:t>
            </a:r>
          </a:p>
        </p:txBody>
      </p:sp>
      <p:sp>
        <p:nvSpPr>
          <p:cNvPr id="108550" name="Text Box 6">
            <a:extLst>
              <a:ext uri="{FF2B5EF4-FFF2-40B4-BE49-F238E27FC236}">
                <a16:creationId xmlns:a16="http://schemas.microsoft.com/office/drawing/2014/main" id="{00168F0C-AEB7-4383-B7C7-12EE25C36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25214"/>
            <a:ext cx="55626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PHG</a:t>
            </a: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=</a:t>
            </a: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4 OR PHG=5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08551" name="Text Box 7">
            <a:extLst>
              <a:ext uri="{FF2B5EF4-FFF2-40B4-BE49-F238E27FC236}">
                <a16:creationId xmlns:a16="http://schemas.microsoft.com/office/drawing/2014/main" id="{8AADBE63-3AE1-4B93-A256-6DFE70EA1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01951"/>
            <a:ext cx="5562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 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PHG</a:t>
            </a: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chemeClr val="bg2"/>
                </a:solidFill>
                <a:latin typeface="Tahoma"/>
                <a:ea typeface="Tahoma"/>
                <a:cs typeface="Tahoma"/>
              </a:rPr>
              <a:t>IN</a:t>
            </a: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(4,5)</a:t>
            </a:r>
          </a:p>
        </p:txBody>
      </p:sp>
    </p:spTree>
    <p:extLst>
      <p:ext uri="{BB962C8B-B14F-4D97-AF65-F5344CB8AC3E}">
        <p14:creationId xmlns:p14="http://schemas.microsoft.com/office/powerpoint/2010/main" val="3425264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611B32-FA24-42B5-9149-F4DF0675DE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09571" name="Slide Number Placeholder 5">
            <a:extLst>
              <a:ext uri="{FF2B5EF4-FFF2-40B4-BE49-F238E27FC236}">
                <a16:creationId xmlns:a16="http://schemas.microsoft.com/office/drawing/2014/main" id="{A194462D-E481-4D27-A57B-927DE7E9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9C5379E-F4EA-40EB-BCF5-FBF5C63AE96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D3CC6904-ED90-48A7-8DC2-9351A06FC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4. </a:t>
            </a:r>
            <a:r>
              <a:rPr lang="en-US" dirty="0" err="1"/>
              <a:t>Phép</a:t>
            </a:r>
            <a:r>
              <a:rPr lang="en-US" dirty="0"/>
              <a:t> </a:t>
            </a:r>
            <a:r>
              <a:rPr lang="en-US" dirty="0" err="1"/>
              <a:t>chọn</a:t>
            </a:r>
            <a:br>
              <a:rPr lang="en-US" dirty="0"/>
            </a:br>
            <a:r>
              <a:rPr lang="en-US" dirty="0"/>
              <a:t>4.2 </a:t>
            </a:r>
            <a:r>
              <a:rPr lang="en-US" dirty="0" err="1"/>
              <a:t>Biểu</a:t>
            </a:r>
            <a:r>
              <a:rPr lang="en-US" dirty="0"/>
              <a:t> </a:t>
            </a:r>
            <a:r>
              <a:rPr lang="en-US" dirty="0" err="1"/>
              <a:t>diễn</a:t>
            </a:r>
            <a:r>
              <a:rPr lang="en-US" dirty="0"/>
              <a:t> SQL 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109573" name="Text Box 4">
            <a:extLst>
              <a:ext uri="{FF2B5EF4-FFF2-40B4-BE49-F238E27FC236}">
                <a16:creationId xmlns:a16="http://schemas.microsoft.com/office/drawing/2014/main" id="{43181175-A5DE-4277-8C08-5A10BF29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42171"/>
            <a:ext cx="1371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NOT IN</a:t>
            </a:r>
          </a:p>
        </p:txBody>
      </p:sp>
      <p:sp>
        <p:nvSpPr>
          <p:cNvPr id="109574" name="Text Box 5">
            <a:extLst>
              <a:ext uri="{FF2B5EF4-FFF2-40B4-BE49-F238E27FC236}">
                <a16:creationId xmlns:a16="http://schemas.microsoft.com/office/drawing/2014/main" id="{7B215CEC-139E-406A-8D1F-57B9C3168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509838"/>
            <a:ext cx="55626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 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PHG</a:t>
            </a: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 NOT </a:t>
            </a:r>
            <a:r>
              <a:rPr lang="en-US" altLang="en-US" sz="1800" dirty="0">
                <a:solidFill>
                  <a:schemeClr val="bg2"/>
                </a:solidFill>
                <a:latin typeface="Tahoma"/>
                <a:ea typeface="Tahoma"/>
                <a:cs typeface="Tahoma"/>
              </a:rPr>
              <a:t>IN</a:t>
            </a: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(4,5)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563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FA5AC1A-0538-4C20-9FFA-C67B6F7011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10595" name="Slide Number Placeholder 5">
            <a:extLst>
              <a:ext uri="{FF2B5EF4-FFF2-40B4-BE49-F238E27FC236}">
                <a16:creationId xmlns:a16="http://schemas.microsoft.com/office/drawing/2014/main" id="{5666E36B-C9D0-4A55-BB53-A67340C8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891C0B3-703E-45CC-8E8C-AE4FCFB472D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FD97990D-CDAB-491F-BBFF-46464A477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10597" name="Text Box 3">
            <a:extLst>
              <a:ext uri="{FF2B5EF4-FFF2-40B4-BE49-F238E27FC236}">
                <a16:creationId xmlns:a16="http://schemas.microsoft.com/office/drawing/2014/main" id="{8BCAD788-58DD-4A95-A211-59D4C0F99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357438"/>
            <a:ext cx="51816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 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DCHI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LIKE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‘Nguyen _ _ _ _’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10598" name="Text Box 4">
            <a:extLst>
              <a:ext uri="{FF2B5EF4-FFF2-40B4-BE49-F238E27FC236}">
                <a16:creationId xmlns:a16="http://schemas.microsoft.com/office/drawing/2014/main" id="{6BE29AC7-ABDB-4CE8-B8D5-72D5C9F26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2476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LIKE</a:t>
            </a:r>
          </a:p>
        </p:txBody>
      </p:sp>
      <p:sp>
        <p:nvSpPr>
          <p:cNvPr id="110599" name="Text Box 5">
            <a:extLst>
              <a:ext uri="{FF2B5EF4-FFF2-40B4-BE49-F238E27FC236}">
                <a16:creationId xmlns:a16="http://schemas.microsoft.com/office/drawing/2014/main" id="{E2C7D04B-215F-44CF-BDC7-44166F7CF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0"/>
            <a:ext cx="51816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DCHI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LIKE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‘Nguyen %’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10600" name="Line 6">
            <a:extLst>
              <a:ext uri="{FF2B5EF4-FFF2-40B4-BE49-F238E27FC236}">
                <a16:creationId xmlns:a16="http://schemas.microsoft.com/office/drawing/2014/main" id="{5E368977-2D82-43F5-B62F-C55453DB6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334000"/>
            <a:ext cx="762000" cy="6096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0601" name="Text Box 7">
            <a:extLst>
              <a:ext uri="{FF2B5EF4-FFF2-40B4-BE49-F238E27FC236}">
                <a16:creationId xmlns:a16="http://schemas.microsoft.com/office/drawing/2014/main" id="{A5CCD282-7BA8-4752-A303-99D696AD0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0198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Chuỗi bất kỳ</a:t>
            </a:r>
          </a:p>
        </p:txBody>
      </p:sp>
      <p:sp>
        <p:nvSpPr>
          <p:cNvPr id="110602" name="Line 8">
            <a:extLst>
              <a:ext uri="{FF2B5EF4-FFF2-40B4-BE49-F238E27FC236}">
                <a16:creationId xmlns:a16="http://schemas.microsoft.com/office/drawing/2014/main" id="{0A348899-0106-4557-A19F-06C503F4A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505200"/>
            <a:ext cx="762000" cy="6096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0603" name="Text Box 9">
            <a:extLst>
              <a:ext uri="{FF2B5EF4-FFF2-40B4-BE49-F238E27FC236}">
                <a16:creationId xmlns:a16="http://schemas.microsoft.com/office/drawing/2014/main" id="{5FF8759E-1A34-43AE-A3EC-149B94D31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1910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Ký tự bất kỳ</a:t>
            </a:r>
          </a:p>
        </p:txBody>
      </p:sp>
    </p:spTree>
    <p:extLst>
      <p:ext uri="{BB962C8B-B14F-4D97-AF65-F5344CB8AC3E}">
        <p14:creationId xmlns:p14="http://schemas.microsoft.com/office/powerpoint/2010/main" val="4072472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55A1EAD-1D75-4166-9434-5ED9124F81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12643" name="Slide Number Placeholder 5">
            <a:extLst>
              <a:ext uri="{FF2B5EF4-FFF2-40B4-BE49-F238E27FC236}">
                <a16:creationId xmlns:a16="http://schemas.microsoft.com/office/drawing/2014/main" id="{1A071225-D1C8-489D-9EAC-7F3D0FCE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70C6125-A270-47F5-BD31-8ABB07CB77D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112644" name="Rectangle 2">
            <a:extLst>
              <a:ext uri="{FF2B5EF4-FFF2-40B4-BE49-F238E27FC236}">
                <a16:creationId xmlns:a16="http://schemas.microsoft.com/office/drawing/2014/main" id="{78909113-0025-4359-BEA2-FBBC60698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12645" name="Text Box 3">
            <a:extLst>
              <a:ext uri="{FF2B5EF4-FFF2-40B4-BE49-F238E27FC236}">
                <a16:creationId xmlns:a16="http://schemas.microsoft.com/office/drawing/2014/main" id="{BAD00907-67D9-4719-B134-2A1294AC9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357438"/>
            <a:ext cx="51816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 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HONV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LIKE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‘Nguyen’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12646" name="Text Box 4">
            <a:extLst>
              <a:ext uri="{FF2B5EF4-FFF2-40B4-BE49-F238E27FC236}">
                <a16:creationId xmlns:a16="http://schemas.microsoft.com/office/drawing/2014/main" id="{D48CB40B-BC60-44DE-9B2E-927D58CFE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7927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NOT LIKE</a:t>
            </a:r>
          </a:p>
        </p:txBody>
      </p:sp>
      <p:sp>
        <p:nvSpPr>
          <p:cNvPr id="112647" name="Text Box 5">
            <a:extLst>
              <a:ext uri="{FF2B5EF4-FFF2-40B4-BE49-F238E27FC236}">
                <a16:creationId xmlns:a16="http://schemas.microsoft.com/office/drawing/2014/main" id="{A98DB058-A5BC-4B29-B53F-A6F1FC6DD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0"/>
            <a:ext cx="51816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HONV 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NOT LIKE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>
                <a:solidFill>
                  <a:srgbClr val="CC0000"/>
                </a:solidFill>
                <a:latin typeface="Tahoma"/>
                <a:ea typeface="Tahoma"/>
                <a:cs typeface="Tahoma"/>
              </a:rPr>
              <a:t>‘Nguyen’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034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332E22-5EC9-415A-A736-6D202AD074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14691" name="Slide Number Placeholder 5">
            <a:extLst>
              <a:ext uri="{FF2B5EF4-FFF2-40B4-BE49-F238E27FC236}">
                <a16:creationId xmlns:a16="http://schemas.microsoft.com/office/drawing/2014/main" id="{539FF80B-21F9-4F8C-95D8-73F87A52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127AE60-C034-4375-891B-C3D3FF119B3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5A243F69-DB47-46C7-B174-5AE25A034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14693" name="Text Box 3">
            <a:extLst>
              <a:ext uri="{FF2B5EF4-FFF2-40B4-BE49-F238E27FC236}">
                <a16:creationId xmlns:a16="http://schemas.microsoft.com/office/drawing/2014/main" id="{F1D9B78C-A3EC-49D0-8393-4E8E0EECF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3988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14694" name="Rectangle 8">
            <a:extLst>
              <a:ext uri="{FF2B5EF4-FFF2-40B4-BE49-F238E27FC236}">
                <a16:creationId xmlns:a16="http://schemas.microsoft.com/office/drawing/2014/main" id="{48C6A586-5C30-412E-A7B4-5F7D2CFED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831480"/>
            <a:ext cx="8229600" cy="3721720"/>
          </a:xfrm>
          <a:noFill/>
        </p:spPr>
        <p:txBody>
          <a:bodyPr/>
          <a:lstStyle/>
          <a:p>
            <a:pPr lvl="1" eaLnBrk="1" hangingPunct="1"/>
            <a:r>
              <a:rPr lang="en-US" altLang="en-US"/>
              <a:t>Sử dụng trong trường hợp</a:t>
            </a:r>
          </a:p>
          <a:p>
            <a:pPr lvl="2" eaLnBrk="1" hangingPunct="1"/>
            <a:r>
              <a:rPr lang="en-US" altLang="en-US"/>
              <a:t>Không biết (value unknown)</a:t>
            </a:r>
          </a:p>
          <a:p>
            <a:pPr lvl="2" eaLnBrk="1" hangingPunct="1"/>
            <a:r>
              <a:rPr lang="en-US" altLang="en-US"/>
              <a:t>Không thể áp dụng (value inapplicable)</a:t>
            </a:r>
          </a:p>
          <a:p>
            <a:pPr lvl="2" eaLnBrk="1" hangingPunct="1"/>
            <a:r>
              <a:rPr lang="en-US" altLang="en-US"/>
              <a:t>Không tồn tại (value withheld)</a:t>
            </a:r>
          </a:p>
        </p:txBody>
      </p:sp>
    </p:spTree>
    <p:extLst>
      <p:ext uri="{BB962C8B-B14F-4D97-AF65-F5344CB8AC3E}">
        <p14:creationId xmlns:p14="http://schemas.microsoft.com/office/powerpoint/2010/main" val="818538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0BA325F-38FE-4B66-AE85-251C661EF6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16739" name="Slide Number Placeholder 5">
            <a:extLst>
              <a:ext uri="{FF2B5EF4-FFF2-40B4-BE49-F238E27FC236}">
                <a16:creationId xmlns:a16="http://schemas.microsoft.com/office/drawing/2014/main" id="{489507D5-3517-451E-803B-6DBC11C9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C80AA11-9DA7-4A44-899F-7ECC7C26D9B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116740" name="Rectangle 2">
            <a:extLst>
              <a:ext uri="{FF2B5EF4-FFF2-40B4-BE49-F238E27FC236}">
                <a16:creationId xmlns:a16="http://schemas.microsoft.com/office/drawing/2014/main" id="{BC2D1B68-AD92-4DBF-A8EE-009887856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4. 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chọn</a:t>
            </a:r>
            <a:br>
              <a:rPr lang="en-US" sz="3500" dirty="0"/>
            </a:br>
            <a:r>
              <a:rPr lang="en-US" sz="3500" dirty="0"/>
              <a:t>4.2 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116741" name="Text Box 4">
            <a:extLst>
              <a:ext uri="{FF2B5EF4-FFF2-40B4-BE49-F238E27FC236}">
                <a16:creationId xmlns:a16="http://schemas.microsoft.com/office/drawing/2014/main" id="{77B655FD-A564-479E-A198-CCA99D1AE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11866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16742" name="Text Box 7">
            <a:extLst>
              <a:ext uri="{FF2B5EF4-FFF2-40B4-BE49-F238E27FC236}">
                <a16:creationId xmlns:a16="http://schemas.microsoft.com/office/drawing/2014/main" id="{A496623B-B93C-4B3D-B86C-3145CDDB3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209800"/>
            <a:ext cx="3886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MA_NQL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IS NULL</a:t>
            </a:r>
          </a:p>
        </p:txBody>
      </p:sp>
      <p:sp>
        <p:nvSpPr>
          <p:cNvPr id="116743" name="Text Box 9">
            <a:extLst>
              <a:ext uri="{FF2B5EF4-FFF2-40B4-BE49-F238E27FC236}">
                <a16:creationId xmlns:a16="http://schemas.microsoft.com/office/drawing/2014/main" id="{80530D2A-51D7-4B7C-818C-2DADF1276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65588"/>
            <a:ext cx="38862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*</a:t>
            </a:r>
            <a:endParaRPr lang="en-US" altLang="en-US" sz="1800" dirty="0"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FROM 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/>
              <a:ea typeface="Tahoma"/>
              <a:cs typeface="Tahoma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/>
                <a:ea typeface="Tahoma"/>
                <a:cs typeface="Tahoma"/>
              </a:rPr>
              <a:t>WHERE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MA_NQL </a:t>
            </a:r>
            <a:r>
              <a:rPr lang="en-US" altLang="en-US" sz="1800" dirty="0">
                <a:solidFill>
                  <a:srgbClr val="777777"/>
                </a:solidFill>
                <a:latin typeface="Tahoma"/>
                <a:ea typeface="Tahoma"/>
                <a:cs typeface="Tahoma"/>
              </a:rPr>
              <a:t>IS NOT NULL</a:t>
            </a:r>
          </a:p>
        </p:txBody>
      </p:sp>
    </p:spTree>
    <p:extLst>
      <p:ext uri="{BB962C8B-B14F-4D97-AF65-F5344CB8AC3E}">
        <p14:creationId xmlns:p14="http://schemas.microsoft.com/office/powerpoint/2010/main" val="883545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E3E8-8181-497F-858A-23BBB476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wrap="square" anchor="t">
            <a:normAutofit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46F77-D8D9-45AE-9243-BD4C194F0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8229600" cy="4396581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600" err="1"/>
              <a:t>Viết</a:t>
            </a:r>
            <a:r>
              <a:rPr lang="en-US" sz="2600"/>
              <a:t> </a:t>
            </a:r>
            <a:r>
              <a:rPr lang="en-US" sz="2600" err="1"/>
              <a:t>các</a:t>
            </a:r>
            <a:r>
              <a:rPr lang="en-US" sz="2600"/>
              <a:t> </a:t>
            </a:r>
            <a:r>
              <a:rPr lang="en-US" sz="2600" err="1"/>
              <a:t>truy</a:t>
            </a:r>
            <a:r>
              <a:rPr lang="en-US" sz="2600"/>
              <a:t> </a:t>
            </a:r>
            <a:r>
              <a:rPr lang="en-US" sz="2600" err="1"/>
              <a:t>vấn</a:t>
            </a:r>
            <a:r>
              <a:rPr lang="en-US" sz="2600"/>
              <a:t> </a:t>
            </a:r>
            <a:r>
              <a:rPr lang="en-US" sz="2600" err="1"/>
              <a:t>sau</a:t>
            </a:r>
            <a:r>
              <a:rPr lang="en-US" sz="2600"/>
              <a:t> </a:t>
            </a:r>
            <a:r>
              <a:rPr lang="en-US" sz="2600" err="1"/>
              <a:t>bằng</a:t>
            </a:r>
            <a:r>
              <a:rPr lang="en-US" sz="2600"/>
              <a:t> ĐSQH </a:t>
            </a:r>
            <a:r>
              <a:rPr lang="en-US" sz="2600" err="1"/>
              <a:t>và</a:t>
            </a:r>
            <a:r>
              <a:rPr lang="en-US" sz="2600"/>
              <a:t> SQL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600"/>
              <a:t>Cho biết những đề án có địa điểm ở “Tp.HCM”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600"/>
              <a:t>Cho </a:t>
            </a:r>
            <a:r>
              <a:rPr lang="en-US" sz="2600" err="1"/>
              <a:t>biết</a:t>
            </a:r>
            <a:r>
              <a:rPr lang="en-US" sz="2600"/>
              <a:t> </a:t>
            </a:r>
            <a:r>
              <a:rPr lang="en-US" sz="2600" err="1"/>
              <a:t>nhân</a:t>
            </a:r>
            <a:r>
              <a:rPr lang="en-US" sz="2600"/>
              <a:t> </a:t>
            </a:r>
            <a:r>
              <a:rPr lang="en-US" sz="2600" err="1"/>
              <a:t>viên</a:t>
            </a:r>
            <a:r>
              <a:rPr lang="en-US" sz="2600"/>
              <a:t> </a:t>
            </a:r>
            <a:r>
              <a:rPr lang="en-US" sz="2600" err="1"/>
              <a:t>có</a:t>
            </a:r>
            <a:r>
              <a:rPr lang="en-US" sz="2600"/>
              <a:t> </a:t>
            </a:r>
            <a:r>
              <a:rPr lang="en-US" sz="2600" err="1"/>
              <a:t>năm</a:t>
            </a:r>
            <a:r>
              <a:rPr lang="en-US" sz="2600"/>
              <a:t> </a:t>
            </a:r>
            <a:r>
              <a:rPr lang="en-US" sz="2600" err="1"/>
              <a:t>sinh</a:t>
            </a:r>
            <a:r>
              <a:rPr lang="en-US" sz="2600"/>
              <a:t> </a:t>
            </a:r>
            <a:r>
              <a:rPr lang="en-US" sz="2600" err="1"/>
              <a:t>từ</a:t>
            </a:r>
            <a:r>
              <a:rPr lang="en-US" sz="2600"/>
              <a:t> 1950 </a:t>
            </a:r>
            <a:r>
              <a:rPr lang="en-US" sz="2600" err="1"/>
              <a:t>đến</a:t>
            </a:r>
            <a:r>
              <a:rPr lang="en-US" sz="2600"/>
              <a:t> 1960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2600"/>
              <a:t>Cho </a:t>
            </a:r>
            <a:r>
              <a:rPr lang="en-US" sz="2600" err="1"/>
              <a:t>biết</a:t>
            </a:r>
            <a:r>
              <a:rPr lang="en-US" sz="2600"/>
              <a:t> </a:t>
            </a:r>
            <a:r>
              <a:rPr lang="en-US" sz="2600" err="1"/>
              <a:t>danh</a:t>
            </a:r>
            <a:r>
              <a:rPr lang="en-US" sz="2600"/>
              <a:t> </a:t>
            </a:r>
            <a:r>
              <a:rPr lang="en-US" sz="2600" err="1"/>
              <a:t>sách</a:t>
            </a:r>
            <a:r>
              <a:rPr lang="en-US" sz="2600"/>
              <a:t> </a:t>
            </a:r>
            <a:r>
              <a:rPr lang="en-US" sz="2600" err="1"/>
              <a:t>nhân</a:t>
            </a:r>
            <a:r>
              <a:rPr lang="en-US" sz="2600"/>
              <a:t> </a:t>
            </a:r>
            <a:r>
              <a:rPr lang="en-US" sz="2600" err="1"/>
              <a:t>viên</a:t>
            </a:r>
            <a:r>
              <a:rPr lang="en-US" sz="2600"/>
              <a:t> </a:t>
            </a:r>
            <a:r>
              <a:rPr lang="en-US" sz="2600" err="1"/>
              <a:t>có</a:t>
            </a:r>
            <a:r>
              <a:rPr lang="en-US" sz="2600"/>
              <a:t> </a:t>
            </a:r>
            <a:r>
              <a:rPr lang="en-US" sz="2600" err="1"/>
              <a:t>tên</a:t>
            </a:r>
            <a:r>
              <a:rPr lang="en-US" sz="2600"/>
              <a:t> </a:t>
            </a:r>
            <a:r>
              <a:rPr lang="en-US" sz="2600" err="1"/>
              <a:t>bắt</a:t>
            </a:r>
            <a:r>
              <a:rPr lang="en-US" sz="2600"/>
              <a:t> </a:t>
            </a:r>
            <a:r>
              <a:rPr lang="en-US" sz="2600" err="1"/>
              <a:t>đầu</a:t>
            </a:r>
            <a:r>
              <a:rPr lang="en-US" sz="2600"/>
              <a:t> </a:t>
            </a:r>
            <a:r>
              <a:rPr lang="en-US" sz="2600" err="1"/>
              <a:t>bằng</a:t>
            </a:r>
            <a:r>
              <a:rPr lang="en-US" sz="2600"/>
              <a:t> </a:t>
            </a:r>
            <a:r>
              <a:rPr lang="en-US" sz="2600" err="1"/>
              <a:t>chữ</a:t>
            </a:r>
            <a:r>
              <a:rPr lang="en-US" sz="2600"/>
              <a:t> 'T' </a:t>
            </a:r>
            <a:r>
              <a:rPr lang="en-US" sz="2600" err="1"/>
              <a:t>hoặc</a:t>
            </a:r>
            <a:r>
              <a:rPr lang="en-US" sz="2600"/>
              <a:t> ‘H’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2600"/>
              <a:t>Cho </a:t>
            </a:r>
            <a:r>
              <a:rPr lang="en-US" sz="2600" err="1"/>
              <a:t>biết</a:t>
            </a:r>
            <a:r>
              <a:rPr lang="en-US" sz="2600"/>
              <a:t> </a:t>
            </a:r>
            <a:r>
              <a:rPr lang="en-US" sz="2600" err="1"/>
              <a:t>những</a:t>
            </a:r>
            <a:r>
              <a:rPr lang="en-US" sz="2600"/>
              <a:t> </a:t>
            </a:r>
            <a:r>
              <a:rPr lang="en-US" sz="2600" err="1"/>
              <a:t>đề</a:t>
            </a:r>
            <a:r>
              <a:rPr lang="en-US" sz="2600"/>
              <a:t> </a:t>
            </a:r>
            <a:r>
              <a:rPr lang="en-US" sz="2600" err="1"/>
              <a:t>án</a:t>
            </a:r>
            <a:r>
              <a:rPr lang="en-US" sz="2600"/>
              <a:t> do </a:t>
            </a:r>
            <a:r>
              <a:rPr lang="en-US" sz="2600" err="1"/>
              <a:t>phòng</a:t>
            </a:r>
            <a:r>
              <a:rPr lang="en-US" sz="2600"/>
              <a:t> </a:t>
            </a:r>
            <a:r>
              <a:rPr lang="en-US" sz="2600" err="1"/>
              <a:t>số</a:t>
            </a:r>
            <a:r>
              <a:rPr lang="en-US" sz="2600"/>
              <a:t> 5 </a:t>
            </a:r>
            <a:r>
              <a:rPr lang="en-US" sz="2600" err="1"/>
              <a:t>chủ</a:t>
            </a:r>
            <a:r>
              <a:rPr lang="en-US" sz="2600"/>
              <a:t> </a:t>
            </a:r>
            <a:r>
              <a:rPr lang="en-US" sz="2600" err="1"/>
              <a:t>trì</a:t>
            </a:r>
            <a:endParaRPr lang="en-US" sz="2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9FA34-150B-43C2-B6B6-FCDE7E36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C27F2-74D3-4ED6-9C28-3B581239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25F16988-204E-45A4-B50D-3E7973353EA9}" type="slidenum">
              <a:rPr lang="en-US" altLang="en-US" smtClean="0"/>
              <a:pPr>
                <a:spcAft>
                  <a:spcPts val="600"/>
                </a:spcAft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188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ate Placeholder 3">
            <a:extLst>
              <a:ext uri="{FF2B5EF4-FFF2-40B4-BE49-F238E27FC236}">
                <a16:creationId xmlns:a16="http://schemas.microsoft.com/office/drawing/2014/main" id="{3853DE4F-FB10-4E81-83D7-2E16195688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44035" name="Slide Number Placeholder 5">
            <a:extLst>
              <a:ext uri="{FF2B5EF4-FFF2-40B4-BE49-F238E27FC236}">
                <a16:creationId xmlns:a16="http://schemas.microsoft.com/office/drawing/2014/main" id="{8463FBE5-7B5D-4EAC-AE4C-F47775F4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87873A8-EE22-4F3F-ACAA-A91AD3ED62F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406606" name="Line 78">
            <a:extLst>
              <a:ext uri="{FF2B5EF4-FFF2-40B4-BE49-F238E27FC236}">
                <a16:creationId xmlns:a16="http://schemas.microsoft.com/office/drawing/2014/main" id="{5C58DC29-ACCA-4E33-82CB-83107A371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562600"/>
            <a:ext cx="1066800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A11D4647-3C18-4955-883F-0F536C71D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5. </a:t>
            </a:r>
            <a:r>
              <a:rPr lang="en-US" altLang="en-US" sz="3500" dirty="0" err="1"/>
              <a:t>Phép</a:t>
            </a:r>
            <a:r>
              <a:rPr lang="en-US" altLang="en-US" sz="3500" dirty="0"/>
              <a:t> </a:t>
            </a:r>
            <a:r>
              <a:rPr lang="en-US" altLang="en-US" sz="3500" dirty="0" err="1"/>
              <a:t>chiếu</a:t>
            </a:r>
            <a:br>
              <a:rPr lang="en-US" altLang="en-US" sz="3500" dirty="0">
                <a:ea typeface="Verdana"/>
              </a:rPr>
            </a:br>
            <a:r>
              <a:rPr lang="en-US" altLang="en-US" sz="3500" dirty="0">
                <a:ea typeface="Verdana"/>
              </a:rPr>
              <a:t>5.1 </a:t>
            </a:r>
            <a:r>
              <a:rPr lang="en-US" altLang="en-US" sz="3500" dirty="0" err="1">
                <a:ea typeface="Verdana"/>
              </a:rPr>
              <a:t>Biểu</a:t>
            </a:r>
            <a:r>
              <a:rPr lang="en-US" altLang="en-US" sz="3500" dirty="0">
                <a:ea typeface="Verdana"/>
              </a:rPr>
              <a:t> </a:t>
            </a:r>
            <a:r>
              <a:rPr lang="en-US" altLang="en-US" sz="3500" dirty="0" err="1">
                <a:ea typeface="Verdana"/>
              </a:rPr>
              <a:t>diễn</a:t>
            </a:r>
            <a:r>
              <a:rPr lang="en-US" altLang="en-US" sz="3500" dirty="0">
                <a:ea typeface="Verdana"/>
              </a:rPr>
              <a:t> ĐSQH</a:t>
            </a:r>
          </a:p>
        </p:txBody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C4914501-4E6E-4921-A054-790A17EB6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88119"/>
            <a:ext cx="8305800" cy="4812681"/>
          </a:xfrm>
        </p:spPr>
        <p:txBody>
          <a:bodyPr/>
          <a:lstStyle/>
          <a:p>
            <a:pPr eaLnBrk="1" hangingPunct="1"/>
            <a:r>
              <a:rPr lang="en-US" altLang="en-US"/>
              <a:t>Được dùng để lấy ra một vài cột của quan hệ R</a:t>
            </a:r>
          </a:p>
          <a:p>
            <a:pPr eaLnBrk="1" hangingPunct="1"/>
            <a:r>
              <a:rPr lang="en-US" altLang="en-US"/>
              <a:t>Ký hiệu</a:t>
            </a:r>
          </a:p>
          <a:p>
            <a:pPr lvl="2" eaLnBrk="1" hangingPunct="1"/>
            <a:endParaRPr lang="en-US" altLang="en-US"/>
          </a:p>
          <a:p>
            <a:pPr eaLnBrk="1" hangingPunct="1"/>
            <a:r>
              <a:rPr lang="en-US" altLang="en-US"/>
              <a:t>Kết quả trả về là một </a:t>
            </a:r>
            <a:r>
              <a:rPr lang="en-US" altLang="en-US" u="sng"/>
              <a:t>quan hệ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Có k thuộc tính</a:t>
            </a:r>
          </a:p>
          <a:p>
            <a:pPr lvl="1" eaLnBrk="1" hangingPunct="1"/>
            <a:r>
              <a:rPr lang="en-US" altLang="en-US"/>
              <a:t>Có số bộ luôn </a:t>
            </a:r>
            <a:r>
              <a:rPr lang="en-US" altLang="en-US" b="1"/>
              <a:t>ít hơn</a:t>
            </a:r>
            <a:r>
              <a:rPr lang="en-US" altLang="en-US"/>
              <a:t> hoặc bằng số bộ của R</a:t>
            </a:r>
          </a:p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44039" name="Text Box 4">
            <a:extLst>
              <a:ext uri="{FF2B5EF4-FFF2-40B4-BE49-F238E27FC236}">
                <a16:creationId xmlns:a16="http://schemas.microsoft.com/office/drawing/2014/main" id="{77F71B5D-67DF-4D23-A827-768D403E8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51" y="2091705"/>
            <a:ext cx="281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Ak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grpSp>
        <p:nvGrpSpPr>
          <p:cNvPr id="2" name="Group 77">
            <a:extLst>
              <a:ext uri="{FF2B5EF4-FFF2-40B4-BE49-F238E27FC236}">
                <a16:creationId xmlns:a16="http://schemas.microsoft.com/office/drawing/2014/main" id="{BB941E84-5C40-4791-83B1-771470886DD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724400"/>
            <a:ext cx="914400" cy="685800"/>
            <a:chOff x="4080" y="2976"/>
            <a:chExt cx="576" cy="432"/>
          </a:xfrm>
        </p:grpSpPr>
        <p:sp>
          <p:nvSpPr>
            <p:cNvPr id="44082" name="Line 40">
              <a:extLst>
                <a:ext uri="{FF2B5EF4-FFF2-40B4-BE49-F238E27FC236}">
                  <a16:creationId xmlns:a16="http://schemas.microsoft.com/office/drawing/2014/main" id="{C09F15B2-EF2D-4DEC-89C4-17CEFA774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16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83" name="Text Box 41">
              <a:extLst>
                <a:ext uri="{FF2B5EF4-FFF2-40B4-BE49-F238E27FC236}">
                  <a16:creationId xmlns:a16="http://schemas.microsoft.com/office/drawing/2014/main" id="{64A12FBA-FAF9-405F-9FCD-4C4A4F3F5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4084" name="Text Box 42">
              <a:extLst>
                <a:ext uri="{FF2B5EF4-FFF2-40B4-BE49-F238E27FC236}">
                  <a16:creationId xmlns:a16="http://schemas.microsoft.com/office/drawing/2014/main" id="{40D32EED-E0D0-44D9-9E3F-22F63D65F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4085" name="Text Box 43">
              <a:extLst>
                <a:ext uri="{FF2B5EF4-FFF2-40B4-BE49-F238E27FC236}">
                  <a16:creationId xmlns:a16="http://schemas.microsoft.com/office/drawing/2014/main" id="{9A524698-DA9B-4D66-A372-318DBD427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2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4086" name="Line 44">
              <a:extLst>
                <a:ext uri="{FF2B5EF4-FFF2-40B4-BE49-F238E27FC236}">
                  <a16:creationId xmlns:a16="http://schemas.microsoft.com/office/drawing/2014/main" id="{835FBFEA-34BD-46AB-87D9-46E9A3DD5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44087" name="Group 48">
              <a:extLst>
                <a:ext uri="{FF2B5EF4-FFF2-40B4-BE49-F238E27FC236}">
                  <a16:creationId xmlns:a16="http://schemas.microsoft.com/office/drawing/2014/main" id="{2D95EDAE-F950-48C9-A92E-4FC3A1DF4F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2976"/>
              <a:ext cx="576" cy="432"/>
              <a:chOff x="960" y="2880"/>
              <a:chExt cx="576" cy="1008"/>
            </a:xfrm>
          </p:grpSpPr>
          <p:sp>
            <p:nvSpPr>
              <p:cNvPr id="44089" name="Line 49">
                <a:extLst>
                  <a:ext uri="{FF2B5EF4-FFF2-40B4-BE49-F238E27FC236}">
                    <a16:creationId xmlns:a16="http://schemas.microsoft.com/office/drawing/2014/main" id="{F703581A-62C2-407A-BE9E-DAFCBB477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090" name="Line 50">
                <a:extLst>
                  <a:ext uri="{FF2B5EF4-FFF2-40B4-BE49-F238E27FC236}">
                    <a16:creationId xmlns:a16="http://schemas.microsoft.com/office/drawing/2014/main" id="{08ACF0AD-A6A9-462A-A978-129B82CB95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091" name="Line 51">
                <a:extLst>
                  <a:ext uri="{FF2B5EF4-FFF2-40B4-BE49-F238E27FC236}">
                    <a16:creationId xmlns:a16="http://schemas.microsoft.com/office/drawing/2014/main" id="{DED9308B-5F0F-4316-8196-A3155FFAB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4088" name="Text Box 52">
              <a:extLst>
                <a:ext uri="{FF2B5EF4-FFF2-40B4-BE49-F238E27FC236}">
                  <a16:creationId xmlns:a16="http://schemas.microsoft.com/office/drawing/2014/main" id="{A9DC8F5A-658C-4B2E-A4C8-56756BA4C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2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44041" name="Group 63">
            <a:extLst>
              <a:ext uri="{FF2B5EF4-FFF2-40B4-BE49-F238E27FC236}">
                <a16:creationId xmlns:a16="http://schemas.microsoft.com/office/drawing/2014/main" id="{60936987-5C38-413E-BB8E-9B19FFCC409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724400"/>
            <a:ext cx="1905000" cy="1676400"/>
            <a:chOff x="1296" y="2928"/>
            <a:chExt cx="1200" cy="1056"/>
          </a:xfrm>
        </p:grpSpPr>
        <p:sp>
          <p:nvSpPr>
            <p:cNvPr id="44058" name="Line 6">
              <a:extLst>
                <a:ext uri="{FF2B5EF4-FFF2-40B4-BE49-F238E27FC236}">
                  <a16:creationId xmlns:a16="http://schemas.microsoft.com/office/drawing/2014/main" id="{1BBE18AA-37FD-4D34-925D-EDA93930B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120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59" name="Text Box 7">
              <a:extLst>
                <a:ext uri="{FF2B5EF4-FFF2-40B4-BE49-F238E27FC236}">
                  <a16:creationId xmlns:a16="http://schemas.microsoft.com/office/drawing/2014/main" id="{6546B51B-78BC-45C0-911B-9829215E8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92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4060" name="Text Box 8">
              <a:extLst>
                <a:ext uri="{FF2B5EF4-FFF2-40B4-BE49-F238E27FC236}">
                  <a16:creationId xmlns:a16="http://schemas.microsoft.com/office/drawing/2014/main" id="{4244DCE3-2570-4336-A859-DC9CC7F55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92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4061" name="Text Box 9">
              <a:extLst>
                <a:ext uri="{FF2B5EF4-FFF2-40B4-BE49-F238E27FC236}">
                  <a16:creationId xmlns:a16="http://schemas.microsoft.com/office/drawing/2014/main" id="{CC9DF891-92AA-4DBA-9C34-7BBFB2F92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4062" name="Line 10">
              <a:extLst>
                <a:ext uri="{FF2B5EF4-FFF2-40B4-BE49-F238E27FC236}">
                  <a16:creationId xmlns:a16="http://schemas.microsoft.com/office/drawing/2014/main" id="{FD4F4BC8-E872-4E85-ACF3-666EA4E19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928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3" name="Line 11">
              <a:extLst>
                <a:ext uri="{FF2B5EF4-FFF2-40B4-BE49-F238E27FC236}">
                  <a16:creationId xmlns:a16="http://schemas.microsoft.com/office/drawing/2014/main" id="{9AC27C09-9D6E-4F7D-9E12-4021388FF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98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4" name="Text Box 12">
              <a:extLst>
                <a:ext uri="{FF2B5EF4-FFF2-40B4-BE49-F238E27FC236}">
                  <a16:creationId xmlns:a16="http://schemas.microsoft.com/office/drawing/2014/main" id="{1975F9F2-0875-4F42-A15E-491AF9B66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92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44065" name="Line 13">
              <a:extLst>
                <a:ext uri="{FF2B5EF4-FFF2-40B4-BE49-F238E27FC236}">
                  <a16:creationId xmlns:a16="http://schemas.microsoft.com/office/drawing/2014/main" id="{0DADE860-FC97-4FFB-A440-03E20BA3D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92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6" name="Text Box 14">
              <a:extLst>
                <a:ext uri="{FF2B5EF4-FFF2-40B4-BE49-F238E27FC236}">
                  <a16:creationId xmlns:a16="http://schemas.microsoft.com/office/drawing/2014/main" id="{76C21935-3C75-4BF1-9985-A5E82365F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3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4067" name="Text Box 15">
              <a:extLst>
                <a:ext uri="{FF2B5EF4-FFF2-40B4-BE49-F238E27FC236}">
                  <a16:creationId xmlns:a16="http://schemas.microsoft.com/office/drawing/2014/main" id="{80E93713-4CFF-4DFC-B2B4-F5ABEFC5D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5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4068" name="Line 17">
              <a:extLst>
                <a:ext uri="{FF2B5EF4-FFF2-40B4-BE49-F238E27FC236}">
                  <a16:creationId xmlns:a16="http://schemas.microsoft.com/office/drawing/2014/main" id="{5D519EAA-319B-4D30-8D65-5501E08B4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28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9" name="Line 18">
              <a:extLst>
                <a:ext uri="{FF2B5EF4-FFF2-40B4-BE49-F238E27FC236}">
                  <a16:creationId xmlns:a16="http://schemas.microsoft.com/office/drawing/2014/main" id="{BB753698-4E50-4350-8034-0E3F021BD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70" name="Line 19">
              <a:extLst>
                <a:ext uri="{FF2B5EF4-FFF2-40B4-BE49-F238E27FC236}">
                  <a16:creationId xmlns:a16="http://schemas.microsoft.com/office/drawing/2014/main" id="{650F2C35-26D2-40A1-A8AD-FBABD4514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928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71" name="Text Box 20">
              <a:extLst>
                <a:ext uri="{FF2B5EF4-FFF2-40B4-BE49-F238E27FC236}">
                  <a16:creationId xmlns:a16="http://schemas.microsoft.com/office/drawing/2014/main" id="{D8059D51-7DF6-4212-B631-3081D65CD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44072" name="Text Box 21">
              <a:extLst>
                <a:ext uri="{FF2B5EF4-FFF2-40B4-BE49-F238E27FC236}">
                  <a16:creationId xmlns:a16="http://schemas.microsoft.com/office/drawing/2014/main" id="{BB62830F-432E-4CEB-81C0-C65CCB701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3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44073" name="Text Box 22">
              <a:extLst>
                <a:ext uri="{FF2B5EF4-FFF2-40B4-BE49-F238E27FC236}">
                  <a16:creationId xmlns:a16="http://schemas.microsoft.com/office/drawing/2014/main" id="{0D60196F-8F4E-4F0D-9D5C-698DA3A91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5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30</a:t>
              </a:r>
            </a:p>
          </p:txBody>
        </p:sp>
        <p:sp>
          <p:nvSpPr>
            <p:cNvPr id="44074" name="Text Box 55">
              <a:extLst>
                <a:ext uri="{FF2B5EF4-FFF2-40B4-BE49-F238E27FC236}">
                  <a16:creationId xmlns:a16="http://schemas.microsoft.com/office/drawing/2014/main" id="{12D17F46-AA0F-432E-A8DB-F7BA609D1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92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4075" name="Text Box 56">
              <a:extLst>
                <a:ext uri="{FF2B5EF4-FFF2-40B4-BE49-F238E27FC236}">
                  <a16:creationId xmlns:a16="http://schemas.microsoft.com/office/drawing/2014/main" id="{377100F4-F5E5-44C9-AE9A-12A1A0F2E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16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4076" name="Text Box 57">
              <a:extLst>
                <a:ext uri="{FF2B5EF4-FFF2-40B4-BE49-F238E27FC236}">
                  <a16:creationId xmlns:a16="http://schemas.microsoft.com/office/drawing/2014/main" id="{24F64472-8DFC-4FD2-A818-DFB2E17F7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3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4077" name="Text Box 58">
              <a:extLst>
                <a:ext uri="{FF2B5EF4-FFF2-40B4-BE49-F238E27FC236}">
                  <a16:creationId xmlns:a16="http://schemas.microsoft.com/office/drawing/2014/main" id="{DC102DA9-A7C7-4CB9-AE9D-BFB02FE99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5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4078" name="Line 59">
              <a:extLst>
                <a:ext uri="{FF2B5EF4-FFF2-40B4-BE49-F238E27FC236}">
                  <a16:creationId xmlns:a16="http://schemas.microsoft.com/office/drawing/2014/main" id="{39CE815E-7D68-429E-9367-A2658C501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928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79" name="Text Box 60">
              <a:extLst>
                <a:ext uri="{FF2B5EF4-FFF2-40B4-BE49-F238E27FC236}">
                  <a16:creationId xmlns:a16="http://schemas.microsoft.com/office/drawing/2014/main" id="{47918F7D-C4BC-4B3A-B679-DDFB50993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7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4080" name="Text Box 61">
              <a:extLst>
                <a:ext uri="{FF2B5EF4-FFF2-40B4-BE49-F238E27FC236}">
                  <a16:creationId xmlns:a16="http://schemas.microsoft.com/office/drawing/2014/main" id="{899E2496-E89B-43A5-BA71-82E004DF8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7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40</a:t>
              </a:r>
            </a:p>
          </p:txBody>
        </p:sp>
        <p:sp>
          <p:nvSpPr>
            <p:cNvPr id="44081" name="Text Box 62">
              <a:extLst>
                <a:ext uri="{FF2B5EF4-FFF2-40B4-BE49-F238E27FC236}">
                  <a16:creationId xmlns:a16="http://schemas.microsoft.com/office/drawing/2014/main" id="{799C1F31-B840-434E-8CF5-7CBDEED84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7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</p:grpSp>
      <p:sp>
        <p:nvSpPr>
          <p:cNvPr id="44042" name="Text Box 64">
            <a:extLst>
              <a:ext uri="{FF2B5EF4-FFF2-40B4-BE49-F238E27FC236}">
                <a16:creationId xmlns:a16="http://schemas.microsoft.com/office/drawing/2014/main" id="{57EBEB23-F28E-40BA-912E-F28DFA3B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029200"/>
            <a:ext cx="152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A,C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grpSp>
        <p:nvGrpSpPr>
          <p:cNvPr id="5" name="Group 76">
            <a:extLst>
              <a:ext uri="{FF2B5EF4-FFF2-40B4-BE49-F238E27FC236}">
                <a16:creationId xmlns:a16="http://schemas.microsoft.com/office/drawing/2014/main" id="{AAEBB45D-3FDB-44B1-B7DF-4637BA856AA3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715000"/>
            <a:ext cx="914400" cy="685800"/>
            <a:chOff x="4080" y="3600"/>
            <a:chExt cx="576" cy="432"/>
          </a:xfrm>
        </p:grpSpPr>
        <p:sp>
          <p:nvSpPr>
            <p:cNvPr id="44050" name="Text Box 47">
              <a:extLst>
                <a:ext uri="{FF2B5EF4-FFF2-40B4-BE49-F238E27FC236}">
                  <a16:creationId xmlns:a16="http://schemas.microsoft.com/office/drawing/2014/main" id="{924F6785-3C8D-4D6B-A656-69B10B986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6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4051" name="Text Box 53">
              <a:extLst>
                <a:ext uri="{FF2B5EF4-FFF2-40B4-BE49-F238E27FC236}">
                  <a16:creationId xmlns:a16="http://schemas.microsoft.com/office/drawing/2014/main" id="{D5A32586-0571-453E-A3FD-1F55BDF7F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6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4052" name="Line 54">
              <a:extLst>
                <a:ext uri="{FF2B5EF4-FFF2-40B4-BE49-F238E27FC236}">
                  <a16:creationId xmlns:a16="http://schemas.microsoft.com/office/drawing/2014/main" id="{05CD34B5-6F9C-4B9C-8131-C15CD2E55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403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3" name="Text Box 67">
              <a:extLst>
                <a:ext uri="{FF2B5EF4-FFF2-40B4-BE49-F238E27FC236}">
                  <a16:creationId xmlns:a16="http://schemas.microsoft.com/office/drawing/2014/main" id="{152F0259-9BE3-4612-9D61-C445AC90A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7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4054" name="Text Box 68">
              <a:extLst>
                <a:ext uri="{FF2B5EF4-FFF2-40B4-BE49-F238E27FC236}">
                  <a16:creationId xmlns:a16="http://schemas.microsoft.com/office/drawing/2014/main" id="{832C9C7C-038B-4F82-A64B-DA5DF7BC9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7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44055" name="Line 69">
              <a:extLst>
                <a:ext uri="{FF2B5EF4-FFF2-40B4-BE49-F238E27FC236}">
                  <a16:creationId xmlns:a16="http://schemas.microsoft.com/office/drawing/2014/main" id="{35233784-F70D-468F-8ECC-B7983F1E0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60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6" name="Line 70">
              <a:extLst>
                <a:ext uri="{FF2B5EF4-FFF2-40B4-BE49-F238E27FC236}">
                  <a16:creationId xmlns:a16="http://schemas.microsoft.com/office/drawing/2014/main" id="{DE6D3502-CAA6-46EB-9BE5-1921D7DDA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60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7" name="Line 71">
              <a:extLst>
                <a:ext uri="{FF2B5EF4-FFF2-40B4-BE49-F238E27FC236}">
                  <a16:creationId xmlns:a16="http://schemas.microsoft.com/office/drawing/2014/main" id="{51D7A17B-4521-451C-A4B1-39F655DCD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60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75">
            <a:extLst>
              <a:ext uri="{FF2B5EF4-FFF2-40B4-BE49-F238E27FC236}">
                <a16:creationId xmlns:a16="http://schemas.microsoft.com/office/drawing/2014/main" id="{3E3F7D05-44BC-46E1-81D3-641436F19ECE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410200"/>
            <a:ext cx="914400" cy="304800"/>
            <a:chOff x="4080" y="3408"/>
            <a:chExt cx="576" cy="192"/>
          </a:xfrm>
        </p:grpSpPr>
        <p:sp>
          <p:nvSpPr>
            <p:cNvPr id="44045" name="Text Box 65">
              <a:extLst>
                <a:ext uri="{FF2B5EF4-FFF2-40B4-BE49-F238E27FC236}">
                  <a16:creationId xmlns:a16="http://schemas.microsoft.com/office/drawing/2014/main" id="{4220A996-E8A3-4A28-8511-FC1E9F873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4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4046" name="Text Box 66">
              <a:extLst>
                <a:ext uri="{FF2B5EF4-FFF2-40B4-BE49-F238E27FC236}">
                  <a16:creationId xmlns:a16="http://schemas.microsoft.com/office/drawing/2014/main" id="{C8EE8ECC-264E-403D-803C-55DAED235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4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4047" name="Line 72">
              <a:extLst>
                <a:ext uri="{FF2B5EF4-FFF2-40B4-BE49-F238E27FC236}">
                  <a16:creationId xmlns:a16="http://schemas.microsoft.com/office/drawing/2014/main" id="{50AA1603-AABB-4E09-80D7-7A9EBDA33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48" name="Line 73">
              <a:extLst>
                <a:ext uri="{FF2B5EF4-FFF2-40B4-BE49-F238E27FC236}">
                  <a16:creationId xmlns:a16="http://schemas.microsoft.com/office/drawing/2014/main" id="{17F647CC-8426-4CF3-B27B-D72F8E11B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49" name="Line 74">
              <a:extLst>
                <a:ext uri="{FF2B5EF4-FFF2-40B4-BE49-F238E27FC236}">
                  <a16:creationId xmlns:a16="http://schemas.microsoft.com/office/drawing/2014/main" id="{5A31067B-93FB-404A-BFC3-670839840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454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06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4.39306E-6 L 0.00052 -0.04995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FD2C070-5566-4DAC-A283-E38606CED2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0C1DA164-44A1-40C2-B9B1-CA82B578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A4121B5-88BB-479B-AE1B-D6F8F8C0740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2D375BE-5DC9-418C-BC40-18E2BC3D3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5. 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chiếu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5.1 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ĐSQH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427012" name="Rectangle 4">
            <a:extLst>
              <a:ext uri="{FF2B5EF4-FFF2-40B4-BE49-F238E27FC236}">
                <a16:creationId xmlns:a16="http://schemas.microsoft.com/office/drawing/2014/main" id="{A7A37BAD-A357-47B5-86A6-CCDB77256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894778"/>
            <a:ext cx="8305800" cy="4506022"/>
          </a:xfrm>
        </p:spPr>
        <p:txBody>
          <a:bodyPr/>
          <a:lstStyle/>
          <a:p>
            <a:pPr eaLnBrk="1" hangingPunct="1"/>
            <a:r>
              <a:rPr lang="en-US" altLang="en-US"/>
              <a:t>Phép chiếu không có tính giao hoán</a:t>
            </a:r>
          </a:p>
        </p:txBody>
      </p:sp>
      <p:sp>
        <p:nvSpPr>
          <p:cNvPr id="427013" name="Text Box 5">
            <a:extLst>
              <a:ext uri="{FF2B5EF4-FFF2-40B4-BE49-F238E27FC236}">
                <a16:creationId xmlns:a16="http://schemas.microsoft.com/office/drawing/2014/main" id="{C6D9EDF5-A454-4C63-81ED-3D65DF165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65525"/>
            <a:ext cx="419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An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Am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(R)) = </a:t>
            </a:r>
          </a:p>
        </p:txBody>
      </p:sp>
      <p:sp>
        <p:nvSpPr>
          <p:cNvPr id="427066" name="Text Box 58">
            <a:extLst>
              <a:ext uri="{FF2B5EF4-FFF2-40B4-BE49-F238E27FC236}">
                <a16:creationId xmlns:a16="http://schemas.microsoft.com/office/drawing/2014/main" id="{547C1185-BC99-4C7A-8823-0CF23EDF0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565525"/>
            <a:ext cx="3657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An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 , với n  m</a:t>
            </a:r>
          </a:p>
        </p:txBody>
      </p:sp>
      <p:sp>
        <p:nvSpPr>
          <p:cNvPr id="46088" name="Text Box 60">
            <a:extLst>
              <a:ext uri="{FF2B5EF4-FFF2-40B4-BE49-F238E27FC236}">
                <a16:creationId xmlns:a16="http://schemas.microsoft.com/office/drawing/2014/main" id="{9BF3C742-4DCD-4841-8167-504081B84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620537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X,Y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 = </a:t>
            </a:r>
          </a:p>
        </p:txBody>
      </p:sp>
      <p:sp>
        <p:nvSpPr>
          <p:cNvPr id="46089" name="Text Box 61">
            <a:extLst>
              <a:ext uri="{FF2B5EF4-FFF2-40B4-BE49-F238E27FC236}">
                <a16:creationId xmlns:a16="http://schemas.microsoft.com/office/drawing/2014/main" id="{FC815D72-C466-4FB2-B85D-170AE8756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620537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X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Y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(R)) </a:t>
            </a:r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4F25B19A-4EBA-4FD4-AB69-68755FDF046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717180"/>
            <a:ext cx="685800" cy="685800"/>
            <a:chOff x="1753" y="2000"/>
            <a:chExt cx="1359" cy="938"/>
          </a:xfrm>
        </p:grpSpPr>
        <p:sp>
          <p:nvSpPr>
            <p:cNvPr id="46091" name="Freeform 63">
              <a:extLst>
                <a:ext uri="{FF2B5EF4-FFF2-40B4-BE49-F238E27FC236}">
                  <a16:creationId xmlns:a16="http://schemas.microsoft.com/office/drawing/2014/main" id="{D6FE91FA-B450-4F91-85BF-2AEF3537A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>
                <a:gd name="T0" fmla="*/ 0 w 1359"/>
                <a:gd name="T1" fmla="*/ 851 h 851"/>
                <a:gd name="T2" fmla="*/ 421 w 1359"/>
                <a:gd name="T3" fmla="*/ 509 h 851"/>
                <a:gd name="T4" fmla="*/ 574 w 1359"/>
                <a:gd name="T5" fmla="*/ 444 h 851"/>
                <a:gd name="T6" fmla="*/ 916 w 1359"/>
                <a:gd name="T7" fmla="*/ 262 h 851"/>
                <a:gd name="T8" fmla="*/ 1221 w 1359"/>
                <a:gd name="T9" fmla="*/ 80 h 851"/>
                <a:gd name="T10" fmla="*/ 1308 w 1359"/>
                <a:gd name="T11" fmla="*/ 29 h 851"/>
                <a:gd name="T12" fmla="*/ 1359 w 1359"/>
                <a:gd name="T13" fmla="*/ 0 h 8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59"/>
                <a:gd name="T22" fmla="*/ 0 h 851"/>
                <a:gd name="T23" fmla="*/ 1359 w 1359"/>
                <a:gd name="T24" fmla="*/ 851 h 8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2" name="Freeform 64">
              <a:extLst>
                <a:ext uri="{FF2B5EF4-FFF2-40B4-BE49-F238E27FC236}">
                  <a16:creationId xmlns:a16="http://schemas.microsoft.com/office/drawing/2014/main" id="{57C97E1C-F287-488A-8110-1F2895453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>
                <a:gd name="T0" fmla="*/ 0 w 1018"/>
                <a:gd name="T1" fmla="*/ 0 h 792"/>
                <a:gd name="T2" fmla="*/ 167 w 1018"/>
                <a:gd name="T3" fmla="*/ 87 h 792"/>
                <a:gd name="T4" fmla="*/ 312 w 1018"/>
                <a:gd name="T5" fmla="*/ 174 h 792"/>
                <a:gd name="T6" fmla="*/ 363 w 1018"/>
                <a:gd name="T7" fmla="*/ 218 h 792"/>
                <a:gd name="T8" fmla="*/ 654 w 1018"/>
                <a:gd name="T9" fmla="*/ 458 h 792"/>
                <a:gd name="T10" fmla="*/ 749 w 1018"/>
                <a:gd name="T11" fmla="*/ 552 h 792"/>
                <a:gd name="T12" fmla="*/ 858 w 1018"/>
                <a:gd name="T13" fmla="*/ 632 h 792"/>
                <a:gd name="T14" fmla="*/ 909 w 1018"/>
                <a:gd name="T15" fmla="*/ 691 h 792"/>
                <a:gd name="T16" fmla="*/ 960 w 1018"/>
                <a:gd name="T17" fmla="*/ 727 h 792"/>
                <a:gd name="T18" fmla="*/ 1018 w 1018"/>
                <a:gd name="T19" fmla="*/ 792 h 7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8"/>
                <a:gd name="T31" fmla="*/ 0 h 792"/>
                <a:gd name="T32" fmla="*/ 1018 w 1018"/>
                <a:gd name="T33" fmla="*/ 792 h 7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605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7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7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3" grpId="0"/>
      <p:bldP spid="4270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5DD2C6F-EF2E-4B91-AE80-60CCA26055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C9AC5D42-6FD8-4544-999A-7F878622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2CFD770-3E7D-43A0-8942-32C574422C2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552F86B-FB1B-43BC-8A34-5BD21FB90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5. 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chiếu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5.1 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ĐSQH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12251E9D-2B2C-4CFB-8E3B-017C0FD9C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2159619"/>
            <a:ext cx="8305800" cy="4241181"/>
          </a:xfrm>
        </p:spPr>
        <p:txBody>
          <a:bodyPr/>
          <a:lstStyle/>
          <a:p>
            <a:pPr eaLnBrk="1" hangingPunct="1"/>
            <a:r>
              <a:rPr lang="en-US" altLang="en-US"/>
              <a:t>Cho biết họ tên và lương của các nhân viên</a:t>
            </a:r>
          </a:p>
          <a:p>
            <a:pPr lvl="1" eaLnBrk="1" hangingPunct="1"/>
            <a:r>
              <a:rPr lang="en-US" altLang="en-US"/>
              <a:t>Quan hệ: NHANVIEN</a:t>
            </a:r>
          </a:p>
          <a:p>
            <a:pPr lvl="1" eaLnBrk="1" hangingPunct="1"/>
            <a:r>
              <a:rPr lang="en-US" altLang="en-US"/>
              <a:t>Thuộc tính: HONV, TENNV, LUONG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410666" name="Text Box 42">
            <a:extLst>
              <a:ext uri="{FF2B5EF4-FFF2-40B4-BE49-F238E27FC236}">
                <a16:creationId xmlns:a16="http://schemas.microsoft.com/office/drawing/2014/main" id="{3BC6F3AE-DB77-49B0-801B-FBC6266B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848023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HONV,TENNV,LUONG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22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6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24B6A-9BF5-499E-B6FD-83EC6DFA0D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0179" name="Slide Number Placeholder 5">
            <a:extLst>
              <a:ext uri="{FF2B5EF4-FFF2-40B4-BE49-F238E27FC236}">
                <a16:creationId xmlns:a16="http://schemas.microsoft.com/office/drawing/2014/main" id="{69C0D0BB-EE03-4A56-91F5-F7929935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87A6E5B-77AB-4709-9921-E4BB1DE703B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177DB31E-A188-4911-A071-856F0E848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5.1 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ĐSQH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7CEC268B-73E7-46E6-AB51-9EB0A7F96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69326"/>
            <a:ext cx="8305800" cy="463147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 err="1">
                <a:cs typeface="Arial"/>
              </a:rPr>
              <a:t>Phép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chiếu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tổng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quát</a:t>
            </a:r>
            <a:endParaRPr lang="en-US" altLang="en-US" b="1">
              <a:cs typeface="Arial"/>
            </a:endParaRPr>
          </a:p>
          <a:p>
            <a:r>
              <a:rPr lang="en-US" altLang="en-US" dirty="0" err="1"/>
              <a:t>Mở</a:t>
            </a:r>
            <a:r>
              <a:rPr lang="en-US" altLang="en-US" dirty="0"/>
              <a:t> </a:t>
            </a:r>
            <a:r>
              <a:rPr lang="en-US" altLang="en-US" dirty="0" err="1"/>
              <a:t>rộng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chiếu</a:t>
            </a:r>
            <a:r>
              <a:rPr lang="en-US" altLang="en-US" dirty="0"/>
              <a:t>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endParaRPr lang="en-US" altLang="en-US" dirty="0" err="1">
              <a:cs typeface="Arial"/>
            </a:endParaRPr>
          </a:p>
          <a:p>
            <a:pPr eaLnBrk="1" hangingPunct="1"/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  </a:t>
            </a:r>
            <a:r>
              <a:rPr lang="en-US" altLang="en-US" sz="4000" dirty="0">
                <a:sym typeface="Symbol" panose="05050102010706020507" pitchFamily="18" charset="2"/>
              </a:rPr>
              <a:t></a:t>
            </a:r>
            <a:r>
              <a:rPr lang="en-US" altLang="en-US" baseline="-25000" dirty="0">
                <a:sym typeface="Symbol" panose="05050102010706020507" pitchFamily="18" charset="2"/>
              </a:rPr>
              <a:t>F</a:t>
            </a:r>
            <a:r>
              <a:rPr lang="en-US" altLang="en-US" sz="2200" baseline="-25000" dirty="0">
                <a:sym typeface="Symbol" panose="05050102010706020507" pitchFamily="18" charset="2"/>
              </a:rPr>
              <a:t>1</a:t>
            </a:r>
            <a:r>
              <a:rPr lang="en-US" altLang="en-US" baseline="-25000" dirty="0">
                <a:sym typeface="Symbol" panose="05050102010706020507" pitchFamily="18" charset="2"/>
              </a:rPr>
              <a:t>, F2, …, </a:t>
            </a:r>
            <a:r>
              <a:rPr lang="en-US" altLang="en-US" baseline="-25000" dirty="0" err="1">
                <a:sym typeface="Symbol" panose="05050102010706020507" pitchFamily="18" charset="2"/>
              </a:rPr>
              <a:t>Fn</a:t>
            </a:r>
            <a:r>
              <a:rPr lang="en-US" altLang="en-US" dirty="0">
                <a:sym typeface="Symbol" panose="05050102010706020507" pitchFamily="18" charset="2"/>
              </a:rPr>
              <a:t> (E)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>
                <a:sym typeface="Symbol" panose="05050102010706020507" pitchFamily="18" charset="2"/>
              </a:rPr>
              <a:t>E </a:t>
            </a:r>
            <a:r>
              <a:rPr lang="en-US" altLang="en-US" dirty="0" err="1">
                <a:sym typeface="Symbol" panose="05050102010706020507" pitchFamily="18" charset="2"/>
              </a:rPr>
              <a:t>là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biểu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thức</a:t>
            </a:r>
            <a:r>
              <a:rPr lang="en-US" altLang="en-US" dirty="0">
                <a:sym typeface="Symbol" panose="05050102010706020507" pitchFamily="18" charset="2"/>
              </a:rPr>
              <a:t> ĐSQH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>
                <a:sym typeface="Symbol" panose="05050102010706020507" pitchFamily="18" charset="2"/>
              </a:rPr>
              <a:t>F</a:t>
            </a:r>
            <a:r>
              <a:rPr lang="en-US" altLang="en-US" sz="16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F</a:t>
            </a:r>
            <a:r>
              <a:rPr lang="en-US" altLang="en-US" sz="16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…, </a:t>
            </a:r>
            <a:r>
              <a:rPr lang="en-US" altLang="en-US" dirty="0" err="1">
                <a:sym typeface="Symbol" panose="05050102010706020507" pitchFamily="18" charset="2"/>
              </a:rPr>
              <a:t>Fn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là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các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biểu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thức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số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học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liên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quan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đến</a:t>
            </a:r>
            <a:endParaRPr lang="en-US" altLang="en-US" dirty="0" err="1">
              <a:cs typeface="Arial"/>
            </a:endParaRPr>
          </a:p>
          <a:p>
            <a:pPr lvl="2" indent="-350520" eaLnBrk="1" hangingPunct="1"/>
            <a:r>
              <a:rPr lang="en-US" altLang="en-US" dirty="0"/>
              <a:t>Hằng </a:t>
            </a:r>
            <a:r>
              <a:rPr lang="en-US" altLang="en-US" dirty="0" err="1"/>
              <a:t>số</a:t>
            </a:r>
            <a:endParaRPr lang="en-US" altLang="en-US" dirty="0" err="1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E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1796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1C4702-5D1F-4570-9DFB-E11290A84B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2227" name="Slide Number Placeholder 5">
            <a:extLst>
              <a:ext uri="{FF2B5EF4-FFF2-40B4-BE49-F238E27FC236}">
                <a16:creationId xmlns:a16="http://schemas.microsoft.com/office/drawing/2014/main" id="{EEA5481C-E53D-4A99-BC04-309311E5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49277E3-5FF8-4B38-BE87-C04EA672A80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D461B1B0-2343-4E69-8484-6201B0834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5.1 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ĐSQH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6268D9B5-7481-41AD-8C63-3F8AA9177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2034168"/>
            <a:ext cx="8305800" cy="4366632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  <a:p>
            <a:pPr lvl="1" eaLnBrk="1" hangingPunct="1"/>
            <a:r>
              <a:rPr lang="en-US" altLang="en-US"/>
              <a:t>Cho biết họ tên của các nhân viên và lương của họ sau khi tăng 10%</a:t>
            </a:r>
          </a:p>
        </p:txBody>
      </p:sp>
      <p:sp>
        <p:nvSpPr>
          <p:cNvPr id="508933" name="Text Box 5">
            <a:extLst>
              <a:ext uri="{FF2B5EF4-FFF2-40B4-BE49-F238E27FC236}">
                <a16:creationId xmlns:a16="http://schemas.microsoft.com/office/drawing/2014/main" id="{0AD840DB-42D1-4C6B-AA97-072F76EB6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5261" y="3599056"/>
            <a:ext cx="640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HONV, TENNV, LUONG*1.1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1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9CE239F-0F2F-4A32-9FB7-FFEFB00AFDC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4275" name="Slide Number Placeholder 5">
            <a:extLst>
              <a:ext uri="{FF2B5EF4-FFF2-40B4-BE49-F238E27FC236}">
                <a16:creationId xmlns:a16="http://schemas.microsoft.com/office/drawing/2014/main" id="{DF8F9682-DF9C-4C50-B6AA-D5FE2D57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230A97C-F755-474A-9425-FE287293DFC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EF0CE634-012B-490D-8615-148984D2E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5.1 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ĐSQH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CEBB250D-95C1-4155-8713-95DD388BA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43875"/>
            <a:ext cx="8305800" cy="4756925"/>
          </a:xfrm>
        </p:spPr>
        <p:txBody>
          <a:bodyPr/>
          <a:lstStyle/>
          <a:p>
            <a:pPr eaLnBrk="1" hangingPunct="1"/>
            <a:r>
              <a:rPr lang="en-US" altLang="en-US"/>
              <a:t>Kết hợp các phép toán đại số quan hệ</a:t>
            </a:r>
          </a:p>
          <a:p>
            <a:pPr lvl="1" eaLnBrk="1" hangingPunct="1"/>
            <a:r>
              <a:rPr lang="en-US" altLang="en-US"/>
              <a:t>Lồng các biểu thức lại với nhau</a:t>
            </a:r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Thực hiện từng phép toán một</a:t>
            </a:r>
          </a:p>
          <a:p>
            <a:pPr lvl="2" eaLnBrk="1" hangingPunct="1"/>
            <a:r>
              <a:rPr lang="en-US" altLang="en-US" u="sng"/>
              <a:t>B1</a:t>
            </a:r>
          </a:p>
          <a:p>
            <a:pPr lvl="2" eaLnBrk="1" hangingPunct="1"/>
            <a:endParaRPr lang="en-US" altLang="en-US" u="sng"/>
          </a:p>
          <a:p>
            <a:pPr lvl="2" eaLnBrk="1" hangingPunct="1"/>
            <a:r>
              <a:rPr lang="en-US" altLang="en-US" u="sng"/>
              <a:t>B2</a:t>
            </a:r>
          </a:p>
        </p:txBody>
      </p:sp>
      <p:sp>
        <p:nvSpPr>
          <p:cNvPr id="54278" name="Text Box 4">
            <a:extLst>
              <a:ext uri="{FF2B5EF4-FFF2-40B4-BE49-F238E27FC236}">
                <a16:creationId xmlns:a16="http://schemas.microsoft.com/office/drawing/2014/main" id="{96F917F7-1489-4C8C-B674-AB6245513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21466"/>
            <a:ext cx="297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Ak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sp>
        <p:nvSpPr>
          <p:cNvPr id="54279" name="Text Box 5">
            <a:extLst>
              <a:ext uri="{FF2B5EF4-FFF2-40B4-BE49-F238E27FC236}">
                <a16:creationId xmlns:a16="http://schemas.microsoft.com/office/drawing/2014/main" id="{8FC2403E-1DF6-4F44-A30D-889FFA08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663283"/>
            <a:ext cx="297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Ak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(R))</a:t>
            </a:r>
          </a:p>
        </p:txBody>
      </p:sp>
      <p:sp>
        <p:nvSpPr>
          <p:cNvPr id="54280" name="Text Box 6">
            <a:extLst>
              <a:ext uri="{FF2B5EF4-FFF2-40B4-BE49-F238E27FC236}">
                <a16:creationId xmlns:a16="http://schemas.microsoft.com/office/drawing/2014/main" id="{166E1350-C54A-4895-A4BC-7BE35FE23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25076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 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sp>
        <p:nvSpPr>
          <p:cNvPr id="54281" name="Text Box 7">
            <a:extLst>
              <a:ext uri="{FF2B5EF4-FFF2-40B4-BE49-F238E27FC236}">
                <a16:creationId xmlns:a16="http://schemas.microsoft.com/office/drawing/2014/main" id="{BA1087F9-965C-4FAB-BDAF-1848412B6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366632"/>
            <a:ext cx="472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Ak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(Quan hệ kết quả ở B1)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sp>
        <p:nvSpPr>
          <p:cNvPr id="54282" name="Text Box 8">
            <a:extLst>
              <a:ext uri="{FF2B5EF4-FFF2-40B4-BE49-F238E27FC236}">
                <a16:creationId xmlns:a16="http://schemas.microsoft.com/office/drawing/2014/main" id="{E735A365-3038-422B-B2D4-B39695DB7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759605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Cần đặt tên cho quan hệ</a:t>
            </a:r>
          </a:p>
        </p:txBody>
      </p:sp>
      <p:sp>
        <p:nvSpPr>
          <p:cNvPr id="54283" name="Line 9">
            <a:extLst>
              <a:ext uri="{FF2B5EF4-FFF2-40B4-BE49-F238E27FC236}">
                <a16:creationId xmlns:a16="http://schemas.microsoft.com/office/drawing/2014/main" id="{84ECADFB-98BB-41C2-8696-2C97FA961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024554"/>
            <a:ext cx="152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61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063E07D-4B4D-4B78-9E73-0203AA8967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6323" name="Slide Number Placeholder 5">
            <a:extLst>
              <a:ext uri="{FF2B5EF4-FFF2-40B4-BE49-F238E27FC236}">
                <a16:creationId xmlns:a16="http://schemas.microsoft.com/office/drawing/2014/main" id="{49A897C4-0E9F-4B8B-BD5F-B5BD1ACE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8B338FE-8AD8-4667-A4D6-829BC4545F0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E39BCFBE-3A42-434B-B0E3-AF92686A6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5.1 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ĐSQH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48A0B842-3ED2-49AF-949D-F13AF9FB7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13570"/>
            <a:ext cx="8305800" cy="468723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 err="1">
                <a:cs typeface="Arial"/>
              </a:rPr>
              <a:t>Phép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gán</a:t>
            </a:r>
          </a:p>
          <a:p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nhận</a:t>
            </a:r>
            <a:r>
              <a:rPr lang="en-US" altLang="en-US" dirty="0"/>
              <a:t> </a:t>
            </a:r>
            <a:r>
              <a:rPr lang="en-US" altLang="en-US" dirty="0" err="1"/>
              <a:t>lấy</a:t>
            </a:r>
            <a:r>
              <a:rPr lang="en-US" altLang="en-US" dirty="0"/>
              <a:t> </a:t>
            </a:r>
            <a:r>
              <a:rPr lang="en-US" altLang="en-US" u="sng" dirty="0" err="1"/>
              <a:t>kết</a:t>
            </a:r>
            <a:r>
              <a:rPr lang="en-US" altLang="en-US" u="sng" dirty="0"/>
              <a:t> </a:t>
            </a:r>
            <a:r>
              <a:rPr lang="en-US" altLang="en-US" u="sng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trả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endParaRPr lang="en-US" altLang="en-US" dirty="0" err="1">
              <a:cs typeface="Arial"/>
            </a:endParaRPr>
          </a:p>
          <a:p>
            <a:pPr lvl="1" indent="-325120" eaLnBrk="1" hangingPunct="1"/>
            <a:r>
              <a:rPr lang="en-US" altLang="en-US" dirty="0"/>
              <a:t>Thường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trung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chuỗi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 </a:t>
            </a:r>
          </a:p>
          <a:p>
            <a:pPr lvl="1" eaLnBrk="1" hangingPunct="1"/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  </a:t>
            </a:r>
            <a:r>
              <a:rPr lang="en-US" altLang="en-US" dirty="0">
                <a:sym typeface="Symbol" panose="05050102010706020507" pitchFamily="18" charset="2"/>
              </a:rPr>
              <a:t></a:t>
            </a:r>
            <a:endParaRPr lang="en-US" altLang="en-US" dirty="0">
              <a:cs typeface="Arial"/>
              <a:sym typeface="Symbol" panose="05050102010706020507" pitchFamily="18" charset="2"/>
            </a:endParaRPr>
          </a:p>
          <a:p>
            <a:pPr eaLnBrk="1" hangingPunct="1"/>
            <a:endParaRPr lang="en-US" altLang="en-US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dirty="0" err="1">
                <a:sym typeface="Symbol" panose="05050102010706020507" pitchFamily="18" charset="2"/>
              </a:rPr>
              <a:t>Ví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dụ</a:t>
            </a:r>
            <a:endParaRPr lang="en-US" altLang="en-US" dirty="0" err="1">
              <a:cs typeface="Arial"/>
            </a:endParaRPr>
          </a:p>
          <a:p>
            <a:pPr lvl="1" indent="-325120" eaLnBrk="1" hangingPunct="1"/>
            <a:r>
              <a:rPr lang="en-US" altLang="en-US" u="sng" dirty="0">
                <a:sym typeface="Symbol" panose="05050102010706020507" pitchFamily="18" charset="2"/>
              </a:rPr>
              <a:t>B1</a:t>
            </a:r>
            <a:endParaRPr lang="en-US" altLang="en-US" u="sng" dirty="0">
              <a:cs typeface="Arial"/>
            </a:endParaRPr>
          </a:p>
          <a:p>
            <a:pPr lvl="1" indent="-325120" eaLnBrk="1" hangingPunct="1"/>
            <a:endParaRPr lang="en-US" altLang="en-US">
              <a:cs typeface="Arial"/>
            </a:endParaRPr>
          </a:p>
          <a:p>
            <a:pPr lvl="1" indent="-325120" eaLnBrk="1" hangingPunct="1"/>
            <a:r>
              <a:rPr lang="en-US" altLang="en-US" u="sng" dirty="0">
                <a:sym typeface="Symbol" panose="05050102010706020507" pitchFamily="18" charset="2"/>
              </a:rPr>
              <a:t>B2</a:t>
            </a:r>
            <a:endParaRPr lang="en-US" altLang="en-US" u="sng" dirty="0">
              <a:cs typeface="Arial"/>
            </a:endParaRPr>
          </a:p>
        </p:txBody>
      </p:sp>
      <p:sp>
        <p:nvSpPr>
          <p:cNvPr id="56326" name="Text Box 10">
            <a:extLst>
              <a:ext uri="{FF2B5EF4-FFF2-40B4-BE49-F238E27FC236}">
                <a16:creationId xmlns:a16="http://schemas.microsoft.com/office/drawing/2014/main" id="{4B77D05A-EBFB-4D05-B64A-37A92ABC7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660280"/>
            <a:ext cx="243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S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 </a:t>
            </a:r>
          </a:p>
        </p:txBody>
      </p:sp>
      <p:sp>
        <p:nvSpPr>
          <p:cNvPr id="56327" name="Text Box 11">
            <a:extLst>
              <a:ext uri="{FF2B5EF4-FFF2-40B4-BE49-F238E27FC236}">
                <a16:creationId xmlns:a16="http://schemas.microsoft.com/office/drawing/2014/main" id="{4AC7829E-4AEC-492B-B634-20353D534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510484"/>
            <a:ext cx="388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KQ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A1, A2, …, Ak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55622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88FA9-2FF6-4775-BBCF-E5B20419AF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1923" name="Slide Number Placeholder 5">
            <a:extLst>
              <a:ext uri="{FF2B5EF4-FFF2-40B4-BE49-F238E27FC236}">
                <a16:creationId xmlns:a16="http://schemas.microsoft.com/office/drawing/2014/main" id="{671D8FEE-D2B0-496B-97F7-4C272A3F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4917A85-6390-46F0-81FA-660140C13FE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98629AD4-935A-4F01-82FE-502232F47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altLang="en-US" sz="3500" dirty="0"/>
              <a:t>5. </a:t>
            </a:r>
            <a:r>
              <a:rPr lang="en-US" altLang="en-US" sz="3500" dirty="0" err="1"/>
              <a:t>Phép</a:t>
            </a:r>
            <a:r>
              <a:rPr lang="en-US" altLang="en-US" sz="3500" dirty="0"/>
              <a:t> </a:t>
            </a:r>
            <a:r>
              <a:rPr lang="en-US" altLang="en-US" sz="3500" dirty="0" err="1"/>
              <a:t>chiếu</a:t>
            </a:r>
            <a:br>
              <a:rPr lang="en-US" altLang="en-US" sz="3500" dirty="0"/>
            </a:br>
            <a:r>
              <a:rPr lang="en-US" altLang="en-US" sz="3500" dirty="0">
                <a:ea typeface="Verdana"/>
              </a:rPr>
              <a:t>5.2 </a:t>
            </a:r>
            <a:r>
              <a:rPr lang="en-US" altLang="en-US" sz="3500" dirty="0" err="1">
                <a:ea typeface="Verdana"/>
              </a:rPr>
              <a:t>Biểu</a:t>
            </a:r>
            <a:r>
              <a:rPr lang="en-US" altLang="en-US" sz="3500" dirty="0">
                <a:ea typeface="Verdana"/>
              </a:rPr>
              <a:t> </a:t>
            </a:r>
            <a:r>
              <a:rPr lang="en-US" altLang="en-US" sz="3500" dirty="0" err="1">
                <a:ea typeface="Verdana"/>
              </a:rPr>
              <a:t>diễn</a:t>
            </a:r>
            <a:r>
              <a:rPr lang="en-US" altLang="en-US" sz="3500" dirty="0">
                <a:ea typeface="Verdana"/>
              </a:rPr>
              <a:t> SQL</a:t>
            </a:r>
            <a:endParaRPr lang="en-US" dirty="0"/>
          </a:p>
        </p:txBody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4BBED484-17D8-474B-979A-2DC058CE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46455"/>
            <a:ext cx="8229600" cy="4706745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>
              <a:cs typeface="Arial"/>
            </a:endParaRPr>
          </a:p>
          <a:p>
            <a:pPr lvl="1" indent="-325120" eaLnBrk="1" hangingPunct="1"/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/>
              <a:t>&lt;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cột</a:t>
            </a:r>
            <a:r>
              <a:rPr lang="en-US" altLang="en-US" dirty="0"/>
              <a:t>&gt;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cột</a:t>
            </a:r>
            <a:r>
              <a:rPr lang="en-US" altLang="en-US" dirty="0"/>
              <a:t>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hiển</a:t>
            </a:r>
            <a:r>
              <a:rPr lang="en-US" altLang="en-US" dirty="0"/>
              <a:t> </a:t>
            </a:r>
            <a:r>
              <a:rPr lang="en-US" altLang="en-US" dirty="0" err="1"/>
              <a:t>thị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/>
              <a:t>&lt;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bảng</a:t>
            </a:r>
            <a:r>
              <a:rPr lang="en-US" altLang="en-US" dirty="0"/>
              <a:t>&gt;</a:t>
            </a:r>
            <a:endParaRPr lang="en-US" altLang="en-US" dirty="0">
              <a:cs typeface="Arial"/>
            </a:endParaRPr>
          </a:p>
          <a:p>
            <a:pPr lvl="2" indent="-350520" eaLnBrk="1" hangingPunct="1"/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liên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đến</a:t>
            </a:r>
            <a:r>
              <a:rPr lang="en-US" altLang="en-US" dirty="0"/>
              <a:t>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>
                <a:highlight>
                  <a:srgbClr val="FFFF00"/>
                </a:highlight>
              </a:rPr>
              <a:t>(</a:t>
            </a:r>
            <a:r>
              <a:rPr lang="en-US" altLang="en-US" dirty="0" err="1">
                <a:highlight>
                  <a:srgbClr val="FFFF00"/>
                </a:highlight>
              </a:rPr>
              <a:t>cách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  <a:r>
              <a:rPr lang="en-US" altLang="en-US" dirty="0" err="1">
                <a:highlight>
                  <a:srgbClr val="FFFF00"/>
                </a:highlight>
              </a:rPr>
              <a:t>nhau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  <a:r>
              <a:rPr lang="en-US" altLang="en-US" dirty="0" err="1">
                <a:highlight>
                  <a:srgbClr val="FFFF00"/>
                </a:highlight>
              </a:rPr>
              <a:t>dấu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,</a:t>
            </a:r>
            <a:r>
              <a:rPr lang="en-US" altLang="en-US" dirty="0">
                <a:highlight>
                  <a:srgbClr val="FFFF00"/>
                </a:highlight>
              </a:rPr>
              <a:t>)</a:t>
            </a:r>
            <a:endParaRPr lang="en-US" altLang="en-US" dirty="0">
              <a:highlight>
                <a:srgbClr val="FFFF00"/>
              </a:highlight>
              <a:cs typeface="Arial"/>
            </a:endParaRPr>
          </a:p>
        </p:txBody>
      </p:sp>
      <p:sp>
        <p:nvSpPr>
          <p:cNvPr id="81926" name="Rectangle 4">
            <a:extLst>
              <a:ext uri="{FF2B5EF4-FFF2-40B4-BE49-F238E27FC236}">
                <a16:creationId xmlns:a16="http://schemas.microsoft.com/office/drawing/2014/main" id="{ECBBFA8F-EB13-4137-96FE-CE710680D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990926"/>
            <a:ext cx="3896421" cy="1200329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/>
                <a:ea typeface="Tahoma"/>
                <a:cs typeface="Tahoma"/>
              </a:rPr>
              <a:t>SELECT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&lt;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danh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sách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các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cột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/>
                <a:ea typeface="Tahoma"/>
                <a:cs typeface="Tahoma"/>
              </a:rPr>
              <a:t>FROM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&lt;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danh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sách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các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bảng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None/>
            </a:pPr>
            <a:r>
              <a:rPr lang="en-US" altLang="en-US" sz="1800" b="1" dirty="0">
                <a:latin typeface="Tahoma"/>
                <a:ea typeface="Tahoma"/>
                <a:cs typeface="Tahoma"/>
              </a:rPr>
              <a:t>WHERE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&lt;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điều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kiện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chọn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nếu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 </a:t>
            </a:r>
            <a:r>
              <a:rPr lang="en-US" altLang="en-US" sz="1800" dirty="0" err="1">
                <a:latin typeface="Tahoma"/>
                <a:ea typeface="Tahoma"/>
                <a:cs typeface="Tahoma"/>
              </a:rPr>
              <a:t>có</a:t>
            </a:r>
            <a:r>
              <a:rPr lang="en-US" altLang="en-US" sz="1800" dirty="0">
                <a:latin typeface="Tahoma"/>
                <a:ea typeface="Tahoma"/>
                <a:cs typeface="Tahoma"/>
              </a:rPr>
              <a:t>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2FF0BA2D-71EA-4F93-86DF-DB98ACBE02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8067" name="Slide Number Placeholder 5">
            <a:extLst>
              <a:ext uri="{FF2B5EF4-FFF2-40B4-BE49-F238E27FC236}">
                <a16:creationId xmlns:a16="http://schemas.microsoft.com/office/drawing/2014/main" id="{B75E220D-2958-4EB2-B9F8-2418A839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304A714-2673-4146-8B7C-841E3E90DEF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en-US" sz="1000"/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7D0B0311-5CB0-4F68-9CF1-8538B7571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5. 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chiếu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5.2 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88069" name="Text Box 6">
            <a:extLst>
              <a:ext uri="{FF2B5EF4-FFF2-40B4-BE49-F238E27FC236}">
                <a16:creationId xmlns:a16="http://schemas.microsoft.com/office/drawing/2014/main" id="{7BB03146-D5BD-4045-9D33-D3F8935D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981200"/>
            <a:ext cx="45720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MANV, HONV, TENLOT, TENNV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‘Nam’</a:t>
            </a:r>
          </a:p>
        </p:txBody>
      </p:sp>
      <p:sp>
        <p:nvSpPr>
          <p:cNvPr id="604169" name="Text Box 9">
            <a:extLst>
              <a:ext uri="{FF2B5EF4-FFF2-40B4-BE49-F238E27FC236}">
                <a16:creationId xmlns:a16="http://schemas.microsoft.com/office/drawing/2014/main" id="{D32EC2C8-EF1E-4510-B32A-D795D4A48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486400"/>
            <a:ext cx="7162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MANV,HONV,TENLOT,TENNV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 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PHAI=‘Nam’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grpSp>
        <p:nvGrpSpPr>
          <p:cNvPr id="88071" name="Group 96">
            <a:extLst>
              <a:ext uri="{FF2B5EF4-FFF2-40B4-BE49-F238E27FC236}">
                <a16:creationId xmlns:a16="http://schemas.microsoft.com/office/drawing/2014/main" id="{2B242731-8993-485C-B7FA-4852A172E852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86200"/>
            <a:ext cx="3810000" cy="1066800"/>
            <a:chOff x="960" y="2352"/>
            <a:chExt cx="2400" cy="672"/>
          </a:xfrm>
        </p:grpSpPr>
        <p:sp>
          <p:nvSpPr>
            <p:cNvPr id="88072" name="Line 11">
              <a:extLst>
                <a:ext uri="{FF2B5EF4-FFF2-40B4-BE49-F238E27FC236}">
                  <a16:creationId xmlns:a16="http://schemas.microsoft.com/office/drawing/2014/main" id="{25B0FF86-4ACE-4A22-9511-AFAA9782C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44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8073" name="Text Box 12">
              <a:extLst>
                <a:ext uri="{FF2B5EF4-FFF2-40B4-BE49-F238E27FC236}">
                  <a16:creationId xmlns:a16="http://schemas.microsoft.com/office/drawing/2014/main" id="{72E48BB3-91EA-44BE-8CEA-180F7C0B1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3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TENNV</a:t>
              </a:r>
            </a:p>
          </p:txBody>
        </p:sp>
        <p:sp>
          <p:nvSpPr>
            <p:cNvPr id="88074" name="Text Box 13">
              <a:extLst>
                <a:ext uri="{FF2B5EF4-FFF2-40B4-BE49-F238E27FC236}">
                  <a16:creationId xmlns:a16="http://schemas.microsoft.com/office/drawing/2014/main" id="{3A6ADCBA-6A3A-4B57-B45C-F9550660C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35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HONV</a:t>
              </a:r>
            </a:p>
          </p:txBody>
        </p:sp>
        <p:sp>
          <p:nvSpPr>
            <p:cNvPr id="88075" name="Text Box 19">
              <a:extLst>
                <a:ext uri="{FF2B5EF4-FFF2-40B4-BE49-F238E27FC236}">
                  <a16:creationId xmlns:a16="http://schemas.microsoft.com/office/drawing/2014/main" id="{9664799A-12BD-447E-BA6C-704454C98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Tung</a:t>
              </a:r>
            </a:p>
          </p:txBody>
        </p:sp>
        <p:sp>
          <p:nvSpPr>
            <p:cNvPr id="88076" name="Text Box 20">
              <a:extLst>
                <a:ext uri="{FF2B5EF4-FFF2-40B4-BE49-F238E27FC236}">
                  <a16:creationId xmlns:a16="http://schemas.microsoft.com/office/drawing/2014/main" id="{03639039-4E3D-4D73-9E1C-ECCF20AC2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88077" name="Text Box 26">
              <a:extLst>
                <a:ext uri="{FF2B5EF4-FFF2-40B4-BE49-F238E27FC236}">
                  <a16:creationId xmlns:a16="http://schemas.microsoft.com/office/drawing/2014/main" id="{6475DAFA-C2CB-49F5-B116-FD0EDB2B0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Hung</a:t>
              </a:r>
            </a:p>
          </p:txBody>
        </p:sp>
        <p:sp>
          <p:nvSpPr>
            <p:cNvPr id="88078" name="Text Box 27">
              <a:extLst>
                <a:ext uri="{FF2B5EF4-FFF2-40B4-BE49-F238E27FC236}">
                  <a16:creationId xmlns:a16="http://schemas.microsoft.com/office/drawing/2014/main" id="{57732351-2993-471C-9A45-9A24B98AF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88079" name="Line 40">
              <a:extLst>
                <a:ext uri="{FF2B5EF4-FFF2-40B4-BE49-F238E27FC236}">
                  <a16:creationId xmlns:a16="http://schemas.microsoft.com/office/drawing/2014/main" id="{629741E4-DC3A-48F4-A270-86E08B4BA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8080" name="Line 46">
              <a:extLst>
                <a:ext uri="{FF2B5EF4-FFF2-40B4-BE49-F238E27FC236}">
                  <a16:creationId xmlns:a16="http://schemas.microsoft.com/office/drawing/2014/main" id="{BBDAEBA5-10F8-45E4-A2B4-12BCA118F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8081" name="Text Box 49">
              <a:extLst>
                <a:ext uri="{FF2B5EF4-FFF2-40B4-BE49-F238E27FC236}">
                  <a16:creationId xmlns:a16="http://schemas.microsoft.com/office/drawing/2014/main" id="{9CFFE0EE-5A9C-4503-9759-F4AA0E807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3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TENLOT</a:t>
              </a:r>
            </a:p>
          </p:txBody>
        </p:sp>
        <p:sp>
          <p:nvSpPr>
            <p:cNvPr id="88082" name="Text Box 50">
              <a:extLst>
                <a:ext uri="{FF2B5EF4-FFF2-40B4-BE49-F238E27FC236}">
                  <a16:creationId xmlns:a16="http://schemas.microsoft.com/office/drawing/2014/main" id="{05F94B4F-D40F-4436-B24D-D31912C7B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Thanh</a:t>
              </a:r>
            </a:p>
          </p:txBody>
        </p:sp>
        <p:sp>
          <p:nvSpPr>
            <p:cNvPr id="88083" name="Text Box 51">
              <a:extLst>
                <a:ext uri="{FF2B5EF4-FFF2-40B4-BE49-F238E27FC236}">
                  <a16:creationId xmlns:a16="http://schemas.microsoft.com/office/drawing/2014/main" id="{F00041F8-6BAE-4695-B433-F4853D0A5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Manh</a:t>
              </a:r>
            </a:p>
          </p:txBody>
        </p:sp>
        <p:sp>
          <p:nvSpPr>
            <p:cNvPr id="88084" name="Text Box 76">
              <a:extLst>
                <a:ext uri="{FF2B5EF4-FFF2-40B4-BE49-F238E27FC236}">
                  <a16:creationId xmlns:a16="http://schemas.microsoft.com/office/drawing/2014/main" id="{962B8CEA-7B1F-4E55-BAC2-E56CA43BA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88085" name="Text Box 77">
              <a:extLst>
                <a:ext uri="{FF2B5EF4-FFF2-40B4-BE49-F238E27FC236}">
                  <a16:creationId xmlns:a16="http://schemas.microsoft.com/office/drawing/2014/main" id="{CBF2CF02-4AA2-45DB-AF81-F1B3C732E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88086" name="Text Box 78">
              <a:extLst>
                <a:ext uri="{FF2B5EF4-FFF2-40B4-BE49-F238E27FC236}">
                  <a16:creationId xmlns:a16="http://schemas.microsoft.com/office/drawing/2014/main" id="{BFA13E30-E521-4AF7-B556-2FFD23123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3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  <p:sp>
          <p:nvSpPr>
            <p:cNvPr id="88087" name="Line 95">
              <a:extLst>
                <a:ext uri="{FF2B5EF4-FFF2-40B4-BE49-F238E27FC236}">
                  <a16:creationId xmlns:a16="http://schemas.microsoft.com/office/drawing/2014/main" id="{D3885EBA-5697-4A49-A882-77D6D5C3A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E5666BC5-F0CA-48CA-84E2-BE007997A6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90115" name="Slide Number Placeholder 5">
            <a:extLst>
              <a:ext uri="{FF2B5EF4-FFF2-40B4-BE49-F238E27FC236}">
                <a16:creationId xmlns:a16="http://schemas.microsoft.com/office/drawing/2014/main" id="{CA552EFD-0F2F-49FE-A276-902DD117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CDC9F78-A421-4FC4-8CB5-76FF0B77628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en-US" sz="1000"/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46D97B86-BEFA-45A5-8F7B-99FE7DB9F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5. 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chiếu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5.2 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</a:t>
            </a:r>
            <a:endParaRPr lang="en-US" dirty="0"/>
          </a:p>
        </p:txBody>
      </p:sp>
      <p:sp>
        <p:nvSpPr>
          <p:cNvPr id="90117" name="Text Box 3">
            <a:extLst>
              <a:ext uri="{FF2B5EF4-FFF2-40B4-BE49-F238E27FC236}">
                <a16:creationId xmlns:a16="http://schemas.microsoft.com/office/drawing/2014/main" id="{E330D73E-3B4B-48E4-BE7B-A0F24AE7B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335290"/>
            <a:ext cx="74676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MANV, HONV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HO, TENLOT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‘TEN LOT’</a:t>
            </a:r>
            <a:r>
              <a:rPr lang="en-US" altLang="en-US" sz="1800">
                <a:latin typeface="Tahoma" panose="020B0604030504040204" pitchFamily="34" charset="0"/>
              </a:rPr>
              <a:t>, TENNV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TEN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‘Nam’</a:t>
            </a:r>
          </a:p>
        </p:txBody>
      </p:sp>
      <p:sp>
        <p:nvSpPr>
          <p:cNvPr id="608260" name="Text Box 4">
            <a:extLst>
              <a:ext uri="{FF2B5EF4-FFF2-40B4-BE49-F238E27FC236}">
                <a16:creationId xmlns:a16="http://schemas.microsoft.com/office/drawing/2014/main" id="{55D51F09-077F-426F-A27A-7092055B2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5334000"/>
            <a:ext cx="899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</a:t>
            </a:r>
            <a:r>
              <a:rPr lang="en-US" altLang="en-US" sz="1800" baseline="-25000">
                <a:latin typeface="Tahoma" panose="020B0604030504040204" pitchFamily="34" charset="0"/>
                <a:sym typeface="Symbol" panose="05050102010706020507" pitchFamily="18" charset="2"/>
              </a:rPr>
              <a:t>MANV,HO,TEN LOT,TEN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MANV,HONV,TENLOT,TENNV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PHAI=‘Nam’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(NHANVIEN)))</a:t>
            </a:r>
          </a:p>
        </p:txBody>
      </p:sp>
      <p:grpSp>
        <p:nvGrpSpPr>
          <p:cNvPr id="90119" name="Group 23">
            <a:extLst>
              <a:ext uri="{FF2B5EF4-FFF2-40B4-BE49-F238E27FC236}">
                <a16:creationId xmlns:a16="http://schemas.microsoft.com/office/drawing/2014/main" id="{408049FE-21F5-4B76-A0AA-EBE5CF0B38C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984702"/>
            <a:ext cx="3810000" cy="1066800"/>
            <a:chOff x="1536" y="2352"/>
            <a:chExt cx="2400" cy="672"/>
          </a:xfrm>
        </p:grpSpPr>
        <p:sp>
          <p:nvSpPr>
            <p:cNvPr id="90121" name="Line 6">
              <a:extLst>
                <a:ext uri="{FF2B5EF4-FFF2-40B4-BE49-F238E27FC236}">
                  <a16:creationId xmlns:a16="http://schemas.microsoft.com/office/drawing/2014/main" id="{4EC00672-E4B1-4E2C-BCE8-2B5F653EE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44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22" name="Text Box 7">
              <a:extLst>
                <a:ext uri="{FF2B5EF4-FFF2-40B4-BE49-F238E27FC236}">
                  <a16:creationId xmlns:a16="http://schemas.microsoft.com/office/drawing/2014/main" id="{113547A7-8819-4CF0-9C25-46F13CE82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3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</a:t>
              </a:r>
            </a:p>
          </p:txBody>
        </p:sp>
        <p:sp>
          <p:nvSpPr>
            <p:cNvPr id="90123" name="Text Box 8">
              <a:extLst>
                <a:ext uri="{FF2B5EF4-FFF2-40B4-BE49-F238E27FC236}">
                  <a16:creationId xmlns:a16="http://schemas.microsoft.com/office/drawing/2014/main" id="{BC87FC89-0976-448C-9D94-C559DEF1A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35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HO</a:t>
              </a:r>
            </a:p>
          </p:txBody>
        </p:sp>
        <p:sp>
          <p:nvSpPr>
            <p:cNvPr id="90124" name="Text Box 9">
              <a:extLst>
                <a:ext uri="{FF2B5EF4-FFF2-40B4-BE49-F238E27FC236}">
                  <a16:creationId xmlns:a16="http://schemas.microsoft.com/office/drawing/2014/main" id="{FEFB6CEE-9835-4F7A-A96D-A41B87233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Tung</a:t>
              </a:r>
            </a:p>
          </p:txBody>
        </p:sp>
        <p:sp>
          <p:nvSpPr>
            <p:cNvPr id="90125" name="Text Box 10">
              <a:extLst>
                <a:ext uri="{FF2B5EF4-FFF2-40B4-BE49-F238E27FC236}">
                  <a16:creationId xmlns:a16="http://schemas.microsoft.com/office/drawing/2014/main" id="{991A50E2-9D17-4C44-9C25-3DD0656A5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90126" name="Text Box 11">
              <a:extLst>
                <a:ext uri="{FF2B5EF4-FFF2-40B4-BE49-F238E27FC236}">
                  <a16:creationId xmlns:a16="http://schemas.microsoft.com/office/drawing/2014/main" id="{A9C64821-F401-400A-BFDC-62ABE8F87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Hung</a:t>
              </a:r>
            </a:p>
          </p:txBody>
        </p:sp>
        <p:sp>
          <p:nvSpPr>
            <p:cNvPr id="90127" name="Text Box 12">
              <a:extLst>
                <a:ext uri="{FF2B5EF4-FFF2-40B4-BE49-F238E27FC236}">
                  <a16:creationId xmlns:a16="http://schemas.microsoft.com/office/drawing/2014/main" id="{34B80C98-6D54-467F-8B89-700ADB8A4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90128" name="Line 13">
              <a:extLst>
                <a:ext uri="{FF2B5EF4-FFF2-40B4-BE49-F238E27FC236}">
                  <a16:creationId xmlns:a16="http://schemas.microsoft.com/office/drawing/2014/main" id="{21582D92-D85D-4959-9E47-BB1E4A934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29" name="Line 14">
              <a:extLst>
                <a:ext uri="{FF2B5EF4-FFF2-40B4-BE49-F238E27FC236}">
                  <a16:creationId xmlns:a16="http://schemas.microsoft.com/office/drawing/2014/main" id="{83B0D4EA-2F0B-4DBF-8B2F-9A0AAD61F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30" name="Text Box 15">
              <a:extLst>
                <a:ext uri="{FF2B5EF4-FFF2-40B4-BE49-F238E27FC236}">
                  <a16:creationId xmlns:a16="http://schemas.microsoft.com/office/drawing/2014/main" id="{C5CAD2A1-E7F7-4466-ABF8-AA42B9480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35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 LOT</a:t>
              </a:r>
            </a:p>
          </p:txBody>
        </p:sp>
        <p:sp>
          <p:nvSpPr>
            <p:cNvPr id="90131" name="Text Box 16">
              <a:extLst>
                <a:ext uri="{FF2B5EF4-FFF2-40B4-BE49-F238E27FC236}">
                  <a16:creationId xmlns:a16="http://schemas.microsoft.com/office/drawing/2014/main" id="{E1EC2711-0346-43D2-8D56-5F71E6C6C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Thanh</a:t>
              </a:r>
            </a:p>
          </p:txBody>
        </p:sp>
        <p:sp>
          <p:nvSpPr>
            <p:cNvPr id="90132" name="Text Box 17">
              <a:extLst>
                <a:ext uri="{FF2B5EF4-FFF2-40B4-BE49-F238E27FC236}">
                  <a16:creationId xmlns:a16="http://schemas.microsoft.com/office/drawing/2014/main" id="{CF4C3F4F-F6C4-40E8-8AF4-820073024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Manh</a:t>
              </a:r>
            </a:p>
          </p:txBody>
        </p:sp>
        <p:sp>
          <p:nvSpPr>
            <p:cNvPr id="90133" name="Text Box 18">
              <a:extLst>
                <a:ext uri="{FF2B5EF4-FFF2-40B4-BE49-F238E27FC236}">
                  <a16:creationId xmlns:a16="http://schemas.microsoft.com/office/drawing/2014/main" id="{2654C087-5508-40CF-92D6-8E63FC5D1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90134" name="Text Box 19">
              <a:extLst>
                <a:ext uri="{FF2B5EF4-FFF2-40B4-BE49-F238E27FC236}">
                  <a16:creationId xmlns:a16="http://schemas.microsoft.com/office/drawing/2014/main" id="{9F8526B1-6C23-4854-92FE-2BC539BFE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90135" name="Text Box 20">
              <a:extLst>
                <a:ext uri="{FF2B5EF4-FFF2-40B4-BE49-F238E27FC236}">
                  <a16:creationId xmlns:a16="http://schemas.microsoft.com/office/drawing/2014/main" id="{6FA7A13D-E582-47DC-B36D-ADF7F1407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3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  <p:sp>
          <p:nvSpPr>
            <p:cNvPr id="90136" name="Line 21">
              <a:extLst>
                <a:ext uri="{FF2B5EF4-FFF2-40B4-BE49-F238E27FC236}">
                  <a16:creationId xmlns:a16="http://schemas.microsoft.com/office/drawing/2014/main" id="{22193891-456D-4C58-BA26-B75664583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0120" name="Text Box 22">
            <a:extLst>
              <a:ext uri="{FF2B5EF4-FFF2-40B4-BE49-F238E27FC236}">
                <a16:creationId xmlns:a16="http://schemas.microsoft.com/office/drawing/2014/main" id="{AD0C9F4F-A13E-4FCE-8083-66EC53C6A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62202"/>
            <a:ext cx="1371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Tên bí danh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65DC3E9-D59B-4F0A-915F-87F181D630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92163" name="Slide Number Placeholder 5">
            <a:extLst>
              <a:ext uri="{FF2B5EF4-FFF2-40B4-BE49-F238E27FC236}">
                <a16:creationId xmlns:a16="http://schemas.microsoft.com/office/drawing/2014/main" id="{1E8C1E0E-7E42-4FF5-AE5B-17D4AF91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7E1BC0C-1FF5-465A-8CCD-CEA89DF91F8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AE5AE908-76F8-46AA-9983-B0CF2EB01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ea typeface="+mj-lt"/>
                <a:cs typeface="+mj-lt"/>
              </a:rPr>
              <a:t>5. </a:t>
            </a:r>
            <a:r>
              <a:rPr lang="en-US" sz="3500" dirty="0" err="1">
                <a:ea typeface="+mj-lt"/>
                <a:cs typeface="+mj-lt"/>
              </a:rPr>
              <a:t>Phép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chiếu</a:t>
            </a:r>
            <a:br>
              <a:rPr lang="en-US" sz="3500" dirty="0">
                <a:ea typeface="+mj-lt"/>
                <a:cs typeface="+mj-lt"/>
              </a:rPr>
            </a:br>
            <a:r>
              <a:rPr lang="en-US" sz="3500" dirty="0">
                <a:ea typeface="+mj-lt"/>
                <a:cs typeface="+mj-lt"/>
              </a:rPr>
              <a:t>5.2 </a:t>
            </a:r>
            <a:r>
              <a:rPr lang="en-US" sz="3500" dirty="0" err="1"/>
              <a:t>Biểu</a:t>
            </a:r>
            <a:r>
              <a:rPr lang="en-US" sz="3500" dirty="0"/>
              <a:t> </a:t>
            </a:r>
            <a:r>
              <a:rPr lang="en-US" sz="3500" dirty="0" err="1"/>
              <a:t>diễn</a:t>
            </a:r>
            <a:r>
              <a:rPr lang="en-US" sz="3500" dirty="0"/>
              <a:t> SQL (</a:t>
            </a:r>
            <a:r>
              <a:rPr lang="en-US" sz="3500" dirty="0" err="1"/>
              <a:t>tt</a:t>
            </a:r>
            <a:r>
              <a:rPr lang="en-US" sz="3500" dirty="0"/>
              <a:t>)</a:t>
            </a:r>
            <a:endParaRPr lang="en-US" dirty="0"/>
          </a:p>
        </p:txBody>
      </p:sp>
      <p:sp>
        <p:nvSpPr>
          <p:cNvPr id="92165" name="Text Box 3">
            <a:extLst>
              <a:ext uri="{FF2B5EF4-FFF2-40B4-BE49-F238E27FC236}">
                <a16:creationId xmlns:a16="http://schemas.microsoft.com/office/drawing/2014/main" id="{BBC9DA35-D9D3-464E-8E79-B427F2668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446803"/>
            <a:ext cx="74676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MANV, HONV +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 ’</a:t>
            </a:r>
            <a:r>
              <a:rPr lang="en-US" altLang="en-US" sz="1800">
                <a:latin typeface="Tahoma" panose="020B0604030504040204" pitchFamily="34" charset="0"/>
              </a:rPr>
              <a:t> + TENLOT +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 ’</a:t>
            </a:r>
            <a:r>
              <a:rPr lang="en-US" altLang="en-US" sz="1800">
                <a:latin typeface="Tahoma" panose="020B0604030504040204" pitchFamily="34" charset="0"/>
              </a:rPr>
              <a:t> + TENNV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‘HO TEN’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‘Nam’</a:t>
            </a:r>
          </a:p>
        </p:txBody>
      </p:sp>
      <p:sp>
        <p:nvSpPr>
          <p:cNvPr id="610308" name="Text Box 4">
            <a:extLst>
              <a:ext uri="{FF2B5EF4-FFF2-40B4-BE49-F238E27FC236}">
                <a16:creationId xmlns:a16="http://schemas.microsoft.com/office/drawing/2014/main" id="{510CD4AA-B24A-4D77-981E-D7DB0E769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0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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MANV,HO TEN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MANV,HONV+TENLOT+TENNV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PHAI=‘Nam’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(NHANVIEN)))</a:t>
            </a:r>
          </a:p>
        </p:txBody>
      </p:sp>
      <p:grpSp>
        <p:nvGrpSpPr>
          <p:cNvPr id="92167" name="Group 23">
            <a:extLst>
              <a:ext uri="{FF2B5EF4-FFF2-40B4-BE49-F238E27FC236}">
                <a16:creationId xmlns:a16="http://schemas.microsoft.com/office/drawing/2014/main" id="{9F1CEB01-8BAC-4868-818B-42C5E7A17E0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110156"/>
            <a:ext cx="3276600" cy="1081088"/>
            <a:chOff x="1488" y="2352"/>
            <a:chExt cx="2064" cy="681"/>
          </a:xfrm>
        </p:grpSpPr>
        <p:sp>
          <p:nvSpPr>
            <p:cNvPr id="92169" name="Line 6">
              <a:extLst>
                <a:ext uri="{FF2B5EF4-FFF2-40B4-BE49-F238E27FC236}">
                  <a16:creationId xmlns:a16="http://schemas.microsoft.com/office/drawing/2014/main" id="{0484D9AA-A8BE-4A2C-BF35-D4D93CF6F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544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170" name="Text Box 8">
              <a:extLst>
                <a:ext uri="{FF2B5EF4-FFF2-40B4-BE49-F238E27FC236}">
                  <a16:creationId xmlns:a16="http://schemas.microsoft.com/office/drawing/2014/main" id="{820781AA-39BB-476A-9D7F-8C4C95793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352"/>
              <a:ext cx="1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HO TEN</a:t>
              </a:r>
            </a:p>
          </p:txBody>
        </p:sp>
        <p:sp>
          <p:nvSpPr>
            <p:cNvPr id="92171" name="Text Box 10">
              <a:extLst>
                <a:ext uri="{FF2B5EF4-FFF2-40B4-BE49-F238E27FC236}">
                  <a16:creationId xmlns:a16="http://schemas.microsoft.com/office/drawing/2014/main" id="{54ABF0FC-F9AC-4DCC-9686-F31C05D03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592"/>
              <a:ext cx="1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 Thanh Tung</a:t>
              </a:r>
            </a:p>
          </p:txBody>
        </p:sp>
        <p:sp>
          <p:nvSpPr>
            <p:cNvPr id="92172" name="Text Box 12">
              <a:extLst>
                <a:ext uri="{FF2B5EF4-FFF2-40B4-BE49-F238E27FC236}">
                  <a16:creationId xmlns:a16="http://schemas.microsoft.com/office/drawing/2014/main" id="{B8FA7C19-741A-4EF0-868B-FAA0334B4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84"/>
              <a:ext cx="1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 Manh Hung</a:t>
              </a:r>
            </a:p>
          </p:txBody>
        </p:sp>
        <p:sp>
          <p:nvSpPr>
            <p:cNvPr id="92173" name="Text Box 18">
              <a:extLst>
                <a:ext uri="{FF2B5EF4-FFF2-40B4-BE49-F238E27FC236}">
                  <a16:creationId xmlns:a16="http://schemas.microsoft.com/office/drawing/2014/main" id="{6DF5FF83-61BF-431B-9AA6-981AE8CF7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92174" name="Text Box 19">
              <a:extLst>
                <a:ext uri="{FF2B5EF4-FFF2-40B4-BE49-F238E27FC236}">
                  <a16:creationId xmlns:a16="http://schemas.microsoft.com/office/drawing/2014/main" id="{581EA2C2-1CEF-4C4D-A637-35D164CFC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92175" name="Text Box 20">
              <a:extLst>
                <a:ext uri="{FF2B5EF4-FFF2-40B4-BE49-F238E27FC236}">
                  <a16:creationId xmlns:a16="http://schemas.microsoft.com/office/drawing/2014/main" id="{A3FB655F-745A-4B11-9DB1-72FDED204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3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  <p:sp>
          <p:nvSpPr>
            <p:cNvPr id="92176" name="Line 21">
              <a:extLst>
                <a:ext uri="{FF2B5EF4-FFF2-40B4-BE49-F238E27FC236}">
                  <a16:creationId xmlns:a16="http://schemas.microsoft.com/office/drawing/2014/main" id="{EB9FF22C-7E4F-4C4E-813E-C217E488F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361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2168" name="Text Box 22">
            <a:extLst>
              <a:ext uri="{FF2B5EF4-FFF2-40B4-BE49-F238E27FC236}">
                <a16:creationId xmlns:a16="http://schemas.microsoft.com/office/drawing/2014/main" id="{D4B89181-7522-49F6-8987-8E7493706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74902"/>
            <a:ext cx="990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6AE0A20-6645-438F-B794-62ABAF9061A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94211" name="Slide Number Placeholder 5">
            <a:extLst>
              <a:ext uri="{FF2B5EF4-FFF2-40B4-BE49-F238E27FC236}">
                <a16:creationId xmlns:a16="http://schemas.microsoft.com/office/drawing/2014/main" id="{3859D957-7790-4200-8B8E-100451D9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A8A6039-3947-4D48-A77B-CBFCB9A17C7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en-US" sz="1000"/>
          </a:p>
        </p:txBody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BF5E4F6E-F1FB-4BE7-84C7-1B63DAE53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5.2 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94213" name="Text Box 3">
            <a:extLst>
              <a:ext uri="{FF2B5EF4-FFF2-40B4-BE49-F238E27FC236}">
                <a16:creationId xmlns:a16="http://schemas.microsoft.com/office/drawing/2014/main" id="{6798AACB-AD22-4E6C-BA35-81581D59A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084388"/>
            <a:ext cx="51816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MANV, LUONG*1.1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‘LUONG10%’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‘Nam’</a:t>
            </a:r>
          </a:p>
        </p:txBody>
      </p:sp>
      <p:sp>
        <p:nvSpPr>
          <p:cNvPr id="612356" name="Text Box 4">
            <a:extLst>
              <a:ext uri="{FF2B5EF4-FFF2-40B4-BE49-F238E27FC236}">
                <a16:creationId xmlns:a16="http://schemas.microsoft.com/office/drawing/2014/main" id="{8E44769D-EF89-4683-A30F-75D885EB2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0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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MANV,LUONG10%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MANV,LUONG*1.1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PHAI=‘Nam’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(NHANVIEN)))</a:t>
            </a:r>
          </a:p>
        </p:txBody>
      </p:sp>
      <p:grpSp>
        <p:nvGrpSpPr>
          <p:cNvPr id="94215" name="Group 18">
            <a:extLst>
              <a:ext uri="{FF2B5EF4-FFF2-40B4-BE49-F238E27FC236}">
                <a16:creationId xmlns:a16="http://schemas.microsoft.com/office/drawing/2014/main" id="{EB10D75C-694E-477B-8759-90B5CFC9B67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733800"/>
            <a:ext cx="2514600" cy="1066800"/>
            <a:chOff x="1488" y="2352"/>
            <a:chExt cx="1584" cy="672"/>
          </a:xfrm>
        </p:grpSpPr>
        <p:sp>
          <p:nvSpPr>
            <p:cNvPr id="94217" name="Line 6">
              <a:extLst>
                <a:ext uri="{FF2B5EF4-FFF2-40B4-BE49-F238E27FC236}">
                  <a16:creationId xmlns:a16="http://schemas.microsoft.com/office/drawing/2014/main" id="{A7714970-1574-41B2-8E94-8C52E70BE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544"/>
              <a:ext cx="15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4218" name="Text Box 7">
              <a:extLst>
                <a:ext uri="{FF2B5EF4-FFF2-40B4-BE49-F238E27FC236}">
                  <a16:creationId xmlns:a16="http://schemas.microsoft.com/office/drawing/2014/main" id="{FDED8740-0236-4368-B516-8BA5556D3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352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LUONG10%</a:t>
              </a:r>
            </a:p>
          </p:txBody>
        </p:sp>
        <p:sp>
          <p:nvSpPr>
            <p:cNvPr id="94219" name="Text Box 8">
              <a:extLst>
                <a:ext uri="{FF2B5EF4-FFF2-40B4-BE49-F238E27FC236}">
                  <a16:creationId xmlns:a16="http://schemas.microsoft.com/office/drawing/2014/main" id="{0D5907BA-1471-4B7A-BACA-0C6B2E89D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33000</a:t>
              </a:r>
            </a:p>
          </p:txBody>
        </p:sp>
        <p:sp>
          <p:nvSpPr>
            <p:cNvPr id="94220" name="Text Box 9">
              <a:extLst>
                <a:ext uri="{FF2B5EF4-FFF2-40B4-BE49-F238E27FC236}">
                  <a16:creationId xmlns:a16="http://schemas.microsoft.com/office/drawing/2014/main" id="{860812FA-BC3F-4CDD-AE8B-A135D9F71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27500</a:t>
              </a:r>
            </a:p>
          </p:txBody>
        </p:sp>
        <p:sp>
          <p:nvSpPr>
            <p:cNvPr id="94221" name="Text Box 10">
              <a:extLst>
                <a:ext uri="{FF2B5EF4-FFF2-40B4-BE49-F238E27FC236}">
                  <a16:creationId xmlns:a16="http://schemas.microsoft.com/office/drawing/2014/main" id="{7A89F9F8-DFB9-4978-B5D0-FDB1142D3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94222" name="Text Box 11">
              <a:extLst>
                <a:ext uri="{FF2B5EF4-FFF2-40B4-BE49-F238E27FC236}">
                  <a16:creationId xmlns:a16="http://schemas.microsoft.com/office/drawing/2014/main" id="{5D977588-B0CA-4675-8A6E-1FF24C011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94223" name="Text Box 12">
              <a:extLst>
                <a:ext uri="{FF2B5EF4-FFF2-40B4-BE49-F238E27FC236}">
                  <a16:creationId xmlns:a16="http://schemas.microsoft.com/office/drawing/2014/main" id="{E2CC6E43-0FF2-48F7-A5F8-5D1151537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3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  <p:sp>
          <p:nvSpPr>
            <p:cNvPr id="94224" name="Line 13">
              <a:extLst>
                <a:ext uri="{FF2B5EF4-FFF2-40B4-BE49-F238E27FC236}">
                  <a16:creationId xmlns:a16="http://schemas.microsoft.com/office/drawing/2014/main" id="{27C3A0FE-8318-4628-8EEF-57399D990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4216" name="Text Box 14">
            <a:extLst>
              <a:ext uri="{FF2B5EF4-FFF2-40B4-BE49-F238E27FC236}">
                <a16:creationId xmlns:a16="http://schemas.microsoft.com/office/drawing/2014/main" id="{17A33DA3-47C5-451C-BF0B-23F3A7806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990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2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2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69D42DA0-E5A7-44A9-8954-415DF92336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96259" name="Slide Number Placeholder 5">
            <a:extLst>
              <a:ext uri="{FF2B5EF4-FFF2-40B4-BE49-F238E27FC236}">
                <a16:creationId xmlns:a16="http://schemas.microsoft.com/office/drawing/2014/main" id="{5E13080C-4040-4AD9-A3D8-FE5FCE1A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FFC3E7B-1435-454C-A681-7A4E90D2737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96260" name="Rectangle 2">
            <a:extLst>
              <a:ext uri="{FF2B5EF4-FFF2-40B4-BE49-F238E27FC236}">
                <a16:creationId xmlns:a16="http://schemas.microsoft.com/office/drawing/2014/main" id="{E507BD91-4038-4AF4-842C-83EF3877D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5.2 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96261" name="Text Box 14">
            <a:extLst>
              <a:ext uri="{FF2B5EF4-FFF2-40B4-BE49-F238E27FC236}">
                <a16:creationId xmlns:a16="http://schemas.microsoft.com/office/drawing/2014/main" id="{72FDAD87-DD23-43B8-9892-98FC90F6F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16719"/>
            <a:ext cx="2895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Loại bỏ các dòng trùng nhau</a:t>
            </a:r>
          </a:p>
        </p:txBody>
      </p:sp>
      <p:sp>
        <p:nvSpPr>
          <p:cNvPr id="96262" name="Text Box 16">
            <a:extLst>
              <a:ext uri="{FF2B5EF4-FFF2-40B4-BE49-F238E27FC236}">
                <a16:creationId xmlns:a16="http://schemas.microsoft.com/office/drawing/2014/main" id="{01FBCAAF-74C2-4AF4-9B24-05925DBEF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19600"/>
            <a:ext cx="28194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Char char="-"/>
            </a:pPr>
            <a:r>
              <a:rPr lang="en-US" altLang="en-US" sz="1800">
                <a:latin typeface="Tahoma" panose="020B0604030504040204" pitchFamily="34" charset="0"/>
              </a:rPr>
              <a:t> Tốn chi phí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Char char="-"/>
            </a:pPr>
            <a:r>
              <a:rPr lang="en-US" altLang="en-US" sz="1800">
                <a:latin typeface="Tahoma" panose="020B0604030504040204" pitchFamily="34" charset="0"/>
              </a:rPr>
              <a:t> Người dùng muốn thấy</a:t>
            </a:r>
          </a:p>
        </p:txBody>
      </p:sp>
      <p:grpSp>
        <p:nvGrpSpPr>
          <p:cNvPr id="96263" name="Group 19">
            <a:extLst>
              <a:ext uri="{FF2B5EF4-FFF2-40B4-BE49-F238E27FC236}">
                <a16:creationId xmlns:a16="http://schemas.microsoft.com/office/drawing/2014/main" id="{F666C041-E8A8-407C-AEC0-2170F38436C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935413"/>
            <a:ext cx="1447800" cy="1600200"/>
            <a:chOff x="1680" y="2352"/>
            <a:chExt cx="912" cy="1008"/>
          </a:xfrm>
        </p:grpSpPr>
        <p:sp>
          <p:nvSpPr>
            <p:cNvPr id="96273" name="Line 6">
              <a:extLst>
                <a:ext uri="{FF2B5EF4-FFF2-40B4-BE49-F238E27FC236}">
                  <a16:creationId xmlns:a16="http://schemas.microsoft.com/office/drawing/2014/main" id="{A4F53DB3-9415-4625-A957-55EA706C7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54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6274" name="Text Box 7">
              <a:extLst>
                <a:ext uri="{FF2B5EF4-FFF2-40B4-BE49-F238E27FC236}">
                  <a16:creationId xmlns:a16="http://schemas.microsoft.com/office/drawing/2014/main" id="{3F3F40F2-C28F-4F69-B0E8-A10F60EEC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352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LUONG</a:t>
              </a:r>
            </a:p>
          </p:txBody>
        </p:sp>
        <p:sp>
          <p:nvSpPr>
            <p:cNvPr id="96275" name="Text Box 8">
              <a:extLst>
                <a:ext uri="{FF2B5EF4-FFF2-40B4-BE49-F238E27FC236}">
                  <a16:creationId xmlns:a16="http://schemas.microsoft.com/office/drawing/2014/main" id="{DB40CEDE-C69F-4989-960F-8EB6FEB48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30000</a:t>
              </a:r>
            </a:p>
          </p:txBody>
        </p:sp>
        <p:sp>
          <p:nvSpPr>
            <p:cNvPr id="96276" name="Text Box 9">
              <a:extLst>
                <a:ext uri="{FF2B5EF4-FFF2-40B4-BE49-F238E27FC236}">
                  <a16:creationId xmlns:a16="http://schemas.microsoft.com/office/drawing/2014/main" id="{B07660D8-6CDC-48E7-A8A3-C9EA352F8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25000</a:t>
              </a:r>
            </a:p>
          </p:txBody>
        </p:sp>
        <p:sp>
          <p:nvSpPr>
            <p:cNvPr id="96277" name="Text Box 17">
              <a:extLst>
                <a:ext uri="{FF2B5EF4-FFF2-40B4-BE49-F238E27FC236}">
                  <a16:creationId xmlns:a16="http://schemas.microsoft.com/office/drawing/2014/main" id="{98027BDB-8100-4B36-9E15-080D423F6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25000</a:t>
              </a:r>
            </a:p>
          </p:txBody>
        </p:sp>
        <p:sp>
          <p:nvSpPr>
            <p:cNvPr id="96278" name="Text Box 18">
              <a:extLst>
                <a:ext uri="{FF2B5EF4-FFF2-40B4-BE49-F238E27FC236}">
                  <a16:creationId xmlns:a16="http://schemas.microsoft.com/office/drawing/2014/main" id="{84FBF6F1-E520-4833-9CBD-55FFE045B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16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38000</a:t>
              </a:r>
            </a:p>
          </p:txBody>
        </p:sp>
      </p:grpSp>
      <p:grpSp>
        <p:nvGrpSpPr>
          <p:cNvPr id="96264" name="Group 27">
            <a:extLst>
              <a:ext uri="{FF2B5EF4-FFF2-40B4-BE49-F238E27FC236}">
                <a16:creationId xmlns:a16="http://schemas.microsoft.com/office/drawing/2014/main" id="{B05CCA1E-5111-4687-A0A7-62CFA64B2702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91000"/>
            <a:ext cx="1447800" cy="1295400"/>
            <a:chOff x="3312" y="2352"/>
            <a:chExt cx="912" cy="816"/>
          </a:xfrm>
        </p:grpSpPr>
        <p:sp>
          <p:nvSpPr>
            <p:cNvPr id="96268" name="Line 21">
              <a:extLst>
                <a:ext uri="{FF2B5EF4-FFF2-40B4-BE49-F238E27FC236}">
                  <a16:creationId xmlns:a16="http://schemas.microsoft.com/office/drawing/2014/main" id="{9EA2EA8E-9E6B-4EBC-B2C0-0F511193A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4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6269" name="Text Box 22">
              <a:extLst>
                <a:ext uri="{FF2B5EF4-FFF2-40B4-BE49-F238E27FC236}">
                  <a16:creationId xmlns:a16="http://schemas.microsoft.com/office/drawing/2014/main" id="{14842B26-BE1C-4E42-8D5E-7E97053C5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352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LUONG</a:t>
              </a:r>
            </a:p>
          </p:txBody>
        </p:sp>
        <p:sp>
          <p:nvSpPr>
            <p:cNvPr id="96270" name="Text Box 23">
              <a:extLst>
                <a:ext uri="{FF2B5EF4-FFF2-40B4-BE49-F238E27FC236}">
                  <a16:creationId xmlns:a16="http://schemas.microsoft.com/office/drawing/2014/main" id="{EDA15024-8764-4A57-8A3E-EA58A0A9E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30000</a:t>
              </a:r>
            </a:p>
          </p:txBody>
        </p:sp>
        <p:sp>
          <p:nvSpPr>
            <p:cNvPr id="96271" name="Text Box 24">
              <a:extLst>
                <a:ext uri="{FF2B5EF4-FFF2-40B4-BE49-F238E27FC236}">
                  <a16:creationId xmlns:a16="http://schemas.microsoft.com/office/drawing/2014/main" id="{69ED6E39-76B7-4F85-9920-0C3EE9C21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25000</a:t>
              </a:r>
            </a:p>
          </p:txBody>
        </p:sp>
        <p:sp>
          <p:nvSpPr>
            <p:cNvPr id="96272" name="Text Box 25">
              <a:extLst>
                <a:ext uri="{FF2B5EF4-FFF2-40B4-BE49-F238E27FC236}">
                  <a16:creationId xmlns:a16="http://schemas.microsoft.com/office/drawing/2014/main" id="{CC9DDB23-2C69-4588-966B-D33C381EA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38000</a:t>
              </a:r>
            </a:p>
          </p:txBody>
        </p:sp>
      </p:grpSp>
      <p:sp>
        <p:nvSpPr>
          <p:cNvPr id="96265" name="Text Box 28">
            <a:extLst>
              <a:ext uri="{FF2B5EF4-FFF2-40B4-BE49-F238E27FC236}">
                <a16:creationId xmlns:a16="http://schemas.microsoft.com/office/drawing/2014/main" id="{2B04E410-7236-40B9-AAED-C502E3A81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95085"/>
            <a:ext cx="4648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LUONG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‘Nam’</a:t>
            </a:r>
          </a:p>
        </p:txBody>
      </p:sp>
      <p:sp>
        <p:nvSpPr>
          <p:cNvPr id="96266" name="Text Box 29">
            <a:extLst>
              <a:ext uri="{FF2B5EF4-FFF2-40B4-BE49-F238E27FC236}">
                <a16:creationId xmlns:a16="http://schemas.microsoft.com/office/drawing/2014/main" id="{543A0323-E14F-457C-B68C-2122C8CD4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502519"/>
            <a:ext cx="4648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DISTINCT </a:t>
            </a:r>
            <a:r>
              <a:rPr lang="en-US" altLang="en-US" sz="1800">
                <a:latin typeface="Tahoma" panose="020B0604030504040204" pitchFamily="34" charset="0"/>
              </a:rPr>
              <a:t>LUONG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‘Nam’</a:t>
            </a:r>
          </a:p>
        </p:txBody>
      </p:sp>
      <p:sp>
        <p:nvSpPr>
          <p:cNvPr id="96267" name="Rectangle 31">
            <a:extLst>
              <a:ext uri="{FF2B5EF4-FFF2-40B4-BE49-F238E27FC236}">
                <a16:creationId xmlns:a16="http://schemas.microsoft.com/office/drawing/2014/main" id="{29B53198-EDF4-4311-8A52-33B98D4F4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12381"/>
            <a:ext cx="1066800" cy="457200"/>
          </a:xfrm>
          <a:prstGeom prst="rect">
            <a:avLst/>
          </a:prstGeom>
          <a:noFill/>
          <a:ln w="12700" algn="ctr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5128BD66-DDB2-4AEC-AC25-35426E337A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18787" name="Slide Number Placeholder 5">
            <a:extLst>
              <a:ext uri="{FF2B5EF4-FFF2-40B4-BE49-F238E27FC236}">
                <a16:creationId xmlns:a16="http://schemas.microsoft.com/office/drawing/2014/main" id="{A37F2698-CD77-4340-9A97-6886D892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74845C0-4BAC-4109-9952-880033253F5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en-US" sz="1000"/>
          </a:p>
        </p:txBody>
      </p:sp>
      <p:sp>
        <p:nvSpPr>
          <p:cNvPr id="620578" name="Text Box 34">
            <a:extLst>
              <a:ext uri="{FF2B5EF4-FFF2-40B4-BE49-F238E27FC236}">
                <a16:creationId xmlns:a16="http://schemas.microsoft.com/office/drawing/2014/main" id="{CF3DD35A-6946-464B-8580-63AB14D60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2957513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TRUE</a:t>
            </a:r>
          </a:p>
        </p:txBody>
      </p:sp>
      <p:sp>
        <p:nvSpPr>
          <p:cNvPr id="118789" name="Rectangle 2">
            <a:extLst>
              <a:ext uri="{FF2B5EF4-FFF2-40B4-BE49-F238E27FC236}">
                <a16:creationId xmlns:a16="http://schemas.microsoft.com/office/drawing/2014/main" id="{6EE115F8-F0E2-49B8-9867-4AC0C575C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5.2 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118790" name="Text Box 3">
            <a:extLst>
              <a:ext uri="{FF2B5EF4-FFF2-40B4-BE49-F238E27FC236}">
                <a16:creationId xmlns:a16="http://schemas.microsoft.com/office/drawing/2014/main" id="{BD99DA94-DB0C-43F6-B7E2-955C6A61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133600"/>
            <a:ext cx="46482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MANV, MAPHG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NHANVIEN, PHONGBAN</a:t>
            </a:r>
          </a:p>
        </p:txBody>
      </p:sp>
      <p:sp>
        <p:nvSpPr>
          <p:cNvPr id="118791" name="Text Box 4">
            <a:extLst>
              <a:ext uri="{FF2B5EF4-FFF2-40B4-BE49-F238E27FC236}">
                <a16:creationId xmlns:a16="http://schemas.microsoft.com/office/drawing/2014/main" id="{E1F5CF1B-8A90-49F1-AFEE-48EED49E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19146"/>
            <a:ext cx="3200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 b="1">
                <a:latin typeface="Tahoma" panose="020B0604030504040204" pitchFamily="34" charset="0"/>
              </a:rPr>
              <a:t>Không sử dụng mệnh đề WHERE</a:t>
            </a:r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5E6FB495-090E-4AAD-8ADC-9FA17A684ECD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657600"/>
            <a:ext cx="2362200" cy="2590800"/>
            <a:chOff x="1392" y="2352"/>
            <a:chExt cx="1488" cy="1632"/>
          </a:xfrm>
        </p:grpSpPr>
        <p:sp>
          <p:nvSpPr>
            <p:cNvPr id="118794" name="Line 13">
              <a:extLst>
                <a:ext uri="{FF2B5EF4-FFF2-40B4-BE49-F238E27FC236}">
                  <a16:creationId xmlns:a16="http://schemas.microsoft.com/office/drawing/2014/main" id="{B6A0727F-0F28-4417-8087-D63548E73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54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795" name="Text Box 14">
              <a:extLst>
                <a:ext uri="{FF2B5EF4-FFF2-40B4-BE49-F238E27FC236}">
                  <a16:creationId xmlns:a16="http://schemas.microsoft.com/office/drawing/2014/main" id="{30D93528-7BE3-48D0-9AA3-B29996D0A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35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MAPHG</a:t>
              </a:r>
            </a:p>
          </p:txBody>
        </p:sp>
        <p:sp>
          <p:nvSpPr>
            <p:cNvPr id="118796" name="Text Box 15">
              <a:extLst>
                <a:ext uri="{FF2B5EF4-FFF2-40B4-BE49-F238E27FC236}">
                  <a16:creationId xmlns:a16="http://schemas.microsoft.com/office/drawing/2014/main" id="{03C866AD-96F1-48B9-8184-52DF8B880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18797" name="Text Box 16">
              <a:extLst>
                <a:ext uri="{FF2B5EF4-FFF2-40B4-BE49-F238E27FC236}">
                  <a16:creationId xmlns:a16="http://schemas.microsoft.com/office/drawing/2014/main" id="{F6FE8E67-0F9D-4082-A6A0-7B6D4310F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18798" name="Text Box 17">
              <a:extLst>
                <a:ext uri="{FF2B5EF4-FFF2-40B4-BE49-F238E27FC236}">
                  <a16:creationId xmlns:a16="http://schemas.microsoft.com/office/drawing/2014/main" id="{915A572C-607D-4BC6-A174-186BF2447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118799" name="Text Box 18">
              <a:extLst>
                <a:ext uri="{FF2B5EF4-FFF2-40B4-BE49-F238E27FC236}">
                  <a16:creationId xmlns:a16="http://schemas.microsoft.com/office/drawing/2014/main" id="{BC7C228D-DA93-4281-A929-207CD5667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118800" name="Text Box 19">
              <a:extLst>
                <a:ext uri="{FF2B5EF4-FFF2-40B4-BE49-F238E27FC236}">
                  <a16:creationId xmlns:a16="http://schemas.microsoft.com/office/drawing/2014/main" id="{03BA3DF6-1016-46BC-BD62-C3AB1D70F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3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  <p:sp>
          <p:nvSpPr>
            <p:cNvPr id="118801" name="Line 20">
              <a:extLst>
                <a:ext uri="{FF2B5EF4-FFF2-40B4-BE49-F238E27FC236}">
                  <a16:creationId xmlns:a16="http://schemas.microsoft.com/office/drawing/2014/main" id="{E36891F1-8D7D-435D-964E-8B14101B9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352"/>
              <a:ext cx="0" cy="1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802" name="Text Box 21">
              <a:extLst>
                <a:ext uri="{FF2B5EF4-FFF2-40B4-BE49-F238E27FC236}">
                  <a16:creationId xmlns:a16="http://schemas.microsoft.com/office/drawing/2014/main" id="{2E5D4846-5FD4-4AC4-A869-911D269E6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97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118803" name="Text Box 22">
              <a:extLst>
                <a:ext uri="{FF2B5EF4-FFF2-40B4-BE49-F238E27FC236}">
                  <a16:creationId xmlns:a16="http://schemas.microsoft.com/office/drawing/2014/main" id="{1974FD6B-569E-4388-A6B8-459156711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16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18804" name="Text Box 23">
              <a:extLst>
                <a:ext uri="{FF2B5EF4-FFF2-40B4-BE49-F238E27FC236}">
                  <a16:creationId xmlns:a16="http://schemas.microsoft.com/office/drawing/2014/main" id="{C4F8BE99-077B-4883-8733-E99169F80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16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118805" name="Text Box 24">
              <a:extLst>
                <a:ext uri="{FF2B5EF4-FFF2-40B4-BE49-F238E27FC236}">
                  <a16:creationId xmlns:a16="http://schemas.microsoft.com/office/drawing/2014/main" id="{B3E7B316-197E-4C7B-B8AD-381AA9080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36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118806" name="Text Box 25">
              <a:extLst>
                <a:ext uri="{FF2B5EF4-FFF2-40B4-BE49-F238E27FC236}">
                  <a16:creationId xmlns:a16="http://schemas.microsoft.com/office/drawing/2014/main" id="{E1E8F86E-63DC-496F-80BF-D92E87E4B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118807" name="Text Box 27">
              <a:extLst>
                <a:ext uri="{FF2B5EF4-FFF2-40B4-BE49-F238E27FC236}">
                  <a16:creationId xmlns:a16="http://schemas.microsoft.com/office/drawing/2014/main" id="{624B7549-8205-4FDA-BFD9-2D45F1C04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36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18808" name="Text Box 28">
              <a:extLst>
                <a:ext uri="{FF2B5EF4-FFF2-40B4-BE49-F238E27FC236}">
                  <a16:creationId xmlns:a16="http://schemas.microsoft.com/office/drawing/2014/main" id="{D89E9499-E3C3-49AA-A8D7-9F7F41BE3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5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118809" name="Text Box 29">
              <a:extLst>
                <a:ext uri="{FF2B5EF4-FFF2-40B4-BE49-F238E27FC236}">
                  <a16:creationId xmlns:a16="http://schemas.microsoft.com/office/drawing/2014/main" id="{B1394DF3-846B-427C-AECB-3EA988196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5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118810" name="Text Box 30">
              <a:extLst>
                <a:ext uri="{FF2B5EF4-FFF2-40B4-BE49-F238E27FC236}">
                  <a16:creationId xmlns:a16="http://schemas.microsoft.com/office/drawing/2014/main" id="{9B8FEBED-0C25-4195-B4D1-876932A5E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74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118811" name="Text Box 31">
              <a:extLst>
                <a:ext uri="{FF2B5EF4-FFF2-40B4-BE49-F238E27FC236}">
                  <a16:creationId xmlns:a16="http://schemas.microsoft.com/office/drawing/2014/main" id="{AEBAB396-D0D3-4FAE-9FDF-BA64DB25D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74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</p:grpSp>
      <p:sp>
        <p:nvSpPr>
          <p:cNvPr id="620577" name="Rectangle 33">
            <a:extLst>
              <a:ext uri="{FF2B5EF4-FFF2-40B4-BE49-F238E27FC236}">
                <a16:creationId xmlns:a16="http://schemas.microsoft.com/office/drawing/2014/main" id="{E89395E9-591E-4B69-B111-47B3F27CC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95600"/>
            <a:ext cx="4038600" cy="533400"/>
          </a:xfrm>
          <a:prstGeom prst="rect">
            <a:avLst/>
          </a:prstGeom>
          <a:solidFill>
            <a:schemeClr val="bg1">
              <a:alpha val="5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78" grpId="0"/>
      <p:bldP spid="62057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019A19-4BF4-440F-852F-064E5BDFB9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22883" name="Slide Number Placeholder 5">
            <a:extLst>
              <a:ext uri="{FF2B5EF4-FFF2-40B4-BE49-F238E27FC236}">
                <a16:creationId xmlns:a16="http://schemas.microsoft.com/office/drawing/2014/main" id="{287A5B0B-AE8B-43AB-AD47-4C704F5E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C118D34-82DE-4B19-986D-3AC4A205056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en-US" sz="1000"/>
          </a:p>
        </p:txBody>
      </p:sp>
      <p:sp>
        <p:nvSpPr>
          <p:cNvPr id="122884" name="Rectangle 2">
            <a:extLst>
              <a:ext uri="{FF2B5EF4-FFF2-40B4-BE49-F238E27FC236}">
                <a16:creationId xmlns:a16="http://schemas.microsoft.com/office/drawing/2014/main" id="{78F2E3A6-08A5-4420-8AC7-E936E23CF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/>
            </a:br>
            <a:r>
              <a:rPr lang="en-US" sz="3500" dirty="0"/>
              <a:t>5.2 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25F38251-9B33-4524-95AD-EB15980E5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66900"/>
            <a:ext cx="8229600" cy="4264025"/>
          </a:xfrm>
          <a:noFill/>
        </p:spPr>
        <p:txBody>
          <a:bodyPr/>
          <a:lstStyle/>
          <a:p>
            <a:pPr eaLnBrk="1" hangingPunct="1"/>
            <a:r>
              <a:rPr lang="en-US" altLang="en-US" b="1" dirty="0"/>
              <a:t>ORDER BY</a:t>
            </a:r>
            <a:r>
              <a:rPr lang="en-US" altLang="en-US" dirty="0"/>
              <a:t> 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hiển</a:t>
            </a:r>
            <a:r>
              <a:rPr lang="en-US" altLang="en-US" dirty="0"/>
              <a:t> </a:t>
            </a:r>
            <a:r>
              <a:rPr lang="en-US" altLang="en-US" dirty="0" err="1"/>
              <a:t>thị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theo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thứ</a:t>
            </a:r>
            <a:r>
              <a:rPr lang="en-US" altLang="en-US" dirty="0"/>
              <a:t> </a:t>
            </a:r>
            <a:r>
              <a:rPr lang="en-US" altLang="en-US" dirty="0" err="1"/>
              <a:t>tự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endParaRPr lang="en-US" altLang="en-US" dirty="0" err="1">
              <a:cs typeface="Arial"/>
            </a:endParaRPr>
          </a:p>
          <a:p>
            <a:pPr eaLnBrk="1" hangingPunct="1"/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endParaRPr lang="en-US" altLang="en-US" dirty="0">
              <a:cs typeface="Arial"/>
            </a:endParaRP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indent="-325120" eaLnBrk="1" hangingPunct="1"/>
            <a:r>
              <a:rPr lang="en-US" altLang="en-US" dirty="0">
                <a:solidFill>
                  <a:srgbClr val="FF0000"/>
                </a:solidFill>
              </a:rPr>
              <a:t>ASC: </a:t>
            </a:r>
            <a:r>
              <a:rPr lang="en-US" altLang="en-US" dirty="0" err="1">
                <a:solidFill>
                  <a:srgbClr val="FF0000"/>
                </a:solidFill>
              </a:rPr>
              <a:t>tăng</a:t>
            </a:r>
            <a:r>
              <a:rPr lang="en-US" altLang="en-US" dirty="0">
                <a:solidFill>
                  <a:srgbClr val="FF0000"/>
                </a:solidFill>
              </a:rPr>
              <a:t> (</a:t>
            </a:r>
            <a:r>
              <a:rPr lang="en-US" altLang="en-US" dirty="0" err="1">
                <a:solidFill>
                  <a:srgbClr val="FF0000"/>
                </a:solidFill>
              </a:rPr>
              <a:t>mặc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định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  <a:endParaRPr lang="en-US" altLang="en-US" dirty="0">
              <a:solidFill>
                <a:srgbClr val="FF0000"/>
              </a:solidFill>
              <a:cs typeface="Arial"/>
            </a:endParaRPr>
          </a:p>
          <a:p>
            <a:pPr lvl="1" indent="-325120" eaLnBrk="1" hangingPunct="1"/>
            <a:r>
              <a:rPr lang="en-US" altLang="en-US" dirty="0"/>
              <a:t>DESC: </a:t>
            </a:r>
            <a:r>
              <a:rPr lang="en-US" altLang="en-US" dirty="0" err="1"/>
              <a:t>giảm</a:t>
            </a:r>
            <a:endParaRPr lang="en-US" altLang="en-US" dirty="0">
              <a:cs typeface="Arial"/>
            </a:endParaRPr>
          </a:p>
        </p:txBody>
      </p:sp>
      <p:sp>
        <p:nvSpPr>
          <p:cNvPr id="122886" name="Rectangle 4">
            <a:extLst>
              <a:ext uri="{FF2B5EF4-FFF2-40B4-BE49-F238E27FC236}">
                <a16:creationId xmlns:a16="http://schemas.microsoft.com/office/drawing/2014/main" id="{FB4DD1EC-A87D-4141-8880-25953349B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112" y="3426212"/>
            <a:ext cx="3733800" cy="16176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&lt;danh sách các cột&gt;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&lt;danh sách các bảng&gt;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&lt;điều kiện&gt;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ORDER BY</a:t>
            </a:r>
            <a:r>
              <a:rPr lang="en-US" altLang="en-US" sz="1800">
                <a:latin typeface="Tahoma" panose="020B0604030504040204" pitchFamily="34" charset="0"/>
              </a:rPr>
              <a:t> &lt;danh sách các cột&gt;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8F9ACA31-D9DD-4E80-8E90-5C14EA38AF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124931" name="Slide Number Placeholder 5">
            <a:extLst>
              <a:ext uri="{FF2B5EF4-FFF2-40B4-BE49-F238E27FC236}">
                <a16:creationId xmlns:a16="http://schemas.microsoft.com/office/drawing/2014/main" id="{596919EF-D44B-4D11-A3B2-1736BEE3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7B58E19-6CD1-4ABA-9272-E73D5F12A07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en-US" sz="1000"/>
          </a:p>
        </p:txBody>
      </p:sp>
      <p:sp>
        <p:nvSpPr>
          <p:cNvPr id="124932" name="Rectangle 2">
            <a:extLst>
              <a:ext uri="{FF2B5EF4-FFF2-40B4-BE49-F238E27FC236}">
                <a16:creationId xmlns:a16="http://schemas.microsoft.com/office/drawing/2014/main" id="{223ADC37-3394-4F0B-A5B7-7811A0689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/>
              <a:t>5. </a:t>
            </a:r>
            <a:r>
              <a:rPr lang="en-US" sz="3500" dirty="0" err="1"/>
              <a:t>Phép</a:t>
            </a:r>
            <a:r>
              <a:rPr lang="en-US" sz="3500" dirty="0"/>
              <a:t> </a:t>
            </a:r>
            <a:r>
              <a:rPr lang="en-US" sz="3500" dirty="0" err="1"/>
              <a:t>chiếu</a:t>
            </a:r>
            <a:br>
              <a:rPr lang="en-US" sz="3500" dirty="0">
                <a:ea typeface="Verdana"/>
              </a:rPr>
            </a:br>
            <a:r>
              <a:rPr lang="en-US" sz="3500" dirty="0"/>
              <a:t>5.2 </a:t>
            </a:r>
            <a:r>
              <a:rPr lang="en-US" sz="3500" dirty="0" err="1">
                <a:ea typeface="+mj-lt"/>
                <a:cs typeface="+mj-lt"/>
              </a:rPr>
              <a:t>Biểu</a:t>
            </a:r>
            <a:r>
              <a:rPr lang="en-US" sz="3500" dirty="0">
                <a:ea typeface="+mj-lt"/>
                <a:cs typeface="+mj-lt"/>
              </a:rPr>
              <a:t> </a:t>
            </a:r>
            <a:r>
              <a:rPr lang="en-US" sz="3500" dirty="0" err="1">
                <a:ea typeface="+mj-lt"/>
                <a:cs typeface="+mj-lt"/>
              </a:rPr>
              <a:t>diễn</a:t>
            </a:r>
            <a:r>
              <a:rPr lang="en-US" sz="3500" dirty="0">
                <a:ea typeface="+mj-lt"/>
                <a:cs typeface="+mj-lt"/>
              </a:rPr>
              <a:t> SQL (</a:t>
            </a:r>
            <a:r>
              <a:rPr lang="en-US" sz="3500" dirty="0" err="1">
                <a:ea typeface="+mj-lt"/>
                <a:cs typeface="+mj-lt"/>
              </a:rPr>
              <a:t>tt</a:t>
            </a:r>
            <a:r>
              <a:rPr lang="en-US" sz="3500" dirty="0">
                <a:ea typeface="+mj-lt"/>
                <a:cs typeface="+mj-lt"/>
              </a:rPr>
              <a:t>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124933" name="Rectangle 3">
            <a:extLst>
              <a:ext uri="{FF2B5EF4-FFF2-40B4-BE49-F238E27FC236}">
                <a16:creationId xmlns:a16="http://schemas.microsoft.com/office/drawing/2014/main" id="{9DE06049-FCC0-4ECB-A67C-F76DCBA63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83265"/>
            <a:ext cx="8229600" cy="4319782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  <a:p>
            <a:pPr eaLnBrk="1" hangingPunct="1"/>
            <a:endParaRPr lang="en-US" altLang="en-US"/>
          </a:p>
        </p:txBody>
      </p:sp>
      <p:sp>
        <p:nvSpPr>
          <p:cNvPr id="124934" name="Text Box 5">
            <a:extLst>
              <a:ext uri="{FF2B5EF4-FFF2-40B4-BE49-F238E27FC236}">
                <a16:creationId xmlns:a16="http://schemas.microsoft.com/office/drawing/2014/main" id="{B6B33408-A1A5-4776-B3E5-B5D5E2048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280464"/>
            <a:ext cx="41148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MA_NVIEN, SODA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PHANCONG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ORDER BY</a:t>
            </a:r>
            <a:r>
              <a:rPr lang="en-US" altLang="en-US" sz="1800">
                <a:latin typeface="Tahoma" panose="020B0604030504040204" pitchFamily="34" charset="0"/>
              </a:rPr>
              <a:t> MA_NVIEN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DESC</a:t>
            </a:r>
            <a:r>
              <a:rPr lang="en-US" altLang="en-US" sz="1800">
                <a:latin typeface="Tahoma" panose="020B0604030504040204" pitchFamily="34" charset="0"/>
              </a:rPr>
              <a:t>, SODA</a:t>
            </a:r>
          </a:p>
        </p:txBody>
      </p:sp>
      <p:grpSp>
        <p:nvGrpSpPr>
          <p:cNvPr id="124935" name="Group 33">
            <a:extLst>
              <a:ext uri="{FF2B5EF4-FFF2-40B4-BE49-F238E27FC236}">
                <a16:creationId xmlns:a16="http://schemas.microsoft.com/office/drawing/2014/main" id="{4FD8A53D-6D74-4F55-ABBD-6144BC82F555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505200"/>
            <a:ext cx="2209800" cy="2590800"/>
            <a:chOff x="1584" y="2160"/>
            <a:chExt cx="1392" cy="1632"/>
          </a:xfrm>
        </p:grpSpPr>
        <p:sp>
          <p:nvSpPr>
            <p:cNvPr id="124936" name="Rectangle 29">
              <a:extLst>
                <a:ext uri="{FF2B5EF4-FFF2-40B4-BE49-F238E27FC236}">
                  <a16:creationId xmlns:a16="http://schemas.microsoft.com/office/drawing/2014/main" id="{E96F7D59-39DC-4109-9B69-2FA9061F1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816" cy="134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24937" name="Rectangle 31">
              <a:extLst>
                <a:ext uri="{FF2B5EF4-FFF2-40B4-BE49-F238E27FC236}">
                  <a16:creationId xmlns:a16="http://schemas.microsoft.com/office/drawing/2014/main" id="{108993F8-CF68-46D8-851C-43D5D845C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1248" cy="384"/>
            </a:xfrm>
            <a:prstGeom prst="rect">
              <a:avLst/>
            </a:prstGeom>
            <a:solidFill>
              <a:srgbClr val="FF99CC">
                <a:alpha val="79999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24938" name="Line 7">
              <a:extLst>
                <a:ext uri="{FF2B5EF4-FFF2-40B4-BE49-F238E27FC236}">
                  <a16:creationId xmlns:a16="http://schemas.microsoft.com/office/drawing/2014/main" id="{105FEC18-D9B6-42AC-95F8-BBAB42594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352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4939" name="Text Box 8">
              <a:extLst>
                <a:ext uri="{FF2B5EF4-FFF2-40B4-BE49-F238E27FC236}">
                  <a16:creationId xmlns:a16="http://schemas.microsoft.com/office/drawing/2014/main" id="{DB1BC8D1-0150-45C1-B052-0F5DBD59A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16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SODA</a:t>
              </a:r>
            </a:p>
          </p:txBody>
        </p:sp>
        <p:sp>
          <p:nvSpPr>
            <p:cNvPr id="124940" name="Text Box 9">
              <a:extLst>
                <a:ext uri="{FF2B5EF4-FFF2-40B4-BE49-F238E27FC236}">
                  <a16:creationId xmlns:a16="http://schemas.microsoft.com/office/drawing/2014/main" id="{152FA114-340D-4A4E-AFDF-2F9A5B952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40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24941" name="Text Box 10">
              <a:extLst>
                <a:ext uri="{FF2B5EF4-FFF2-40B4-BE49-F238E27FC236}">
                  <a16:creationId xmlns:a16="http://schemas.microsoft.com/office/drawing/2014/main" id="{B05BE378-7E96-4B81-A9AF-81BE01317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5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124942" name="Text Box 11">
              <a:extLst>
                <a:ext uri="{FF2B5EF4-FFF2-40B4-BE49-F238E27FC236}">
                  <a16:creationId xmlns:a16="http://schemas.microsoft.com/office/drawing/2014/main" id="{479A42A3-A7DE-4E24-AF80-ED192F638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0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999887777</a:t>
              </a:r>
            </a:p>
          </p:txBody>
        </p:sp>
        <p:sp>
          <p:nvSpPr>
            <p:cNvPr id="124943" name="Text Box 12">
              <a:extLst>
                <a:ext uri="{FF2B5EF4-FFF2-40B4-BE49-F238E27FC236}">
                  <a16:creationId xmlns:a16="http://schemas.microsoft.com/office/drawing/2014/main" id="{B45EC3A2-7584-4B68-907F-775B62C7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5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999887777</a:t>
              </a:r>
            </a:p>
          </p:txBody>
        </p:sp>
        <p:sp>
          <p:nvSpPr>
            <p:cNvPr id="124944" name="Text Box 13">
              <a:extLst>
                <a:ext uri="{FF2B5EF4-FFF2-40B4-BE49-F238E27FC236}">
                  <a16:creationId xmlns:a16="http://schemas.microsoft.com/office/drawing/2014/main" id="{E82097D4-BAEB-4BC3-BB32-F19545C9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160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MA_NVIEN</a:t>
              </a:r>
            </a:p>
          </p:txBody>
        </p:sp>
        <p:sp>
          <p:nvSpPr>
            <p:cNvPr id="124945" name="Line 14">
              <a:extLst>
                <a:ext uri="{FF2B5EF4-FFF2-40B4-BE49-F238E27FC236}">
                  <a16:creationId xmlns:a16="http://schemas.microsoft.com/office/drawing/2014/main" id="{CE777221-C0BF-4DCD-ABF7-B90E30278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160"/>
              <a:ext cx="0" cy="1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4946" name="Text Box 15">
              <a:extLst>
                <a:ext uri="{FF2B5EF4-FFF2-40B4-BE49-F238E27FC236}">
                  <a16:creationId xmlns:a16="http://schemas.microsoft.com/office/drawing/2014/main" id="{2923ECDE-2DB6-4C67-879C-BA00BBDFA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7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24947" name="Text Box 16">
              <a:extLst>
                <a:ext uri="{FF2B5EF4-FFF2-40B4-BE49-F238E27FC236}">
                  <a16:creationId xmlns:a16="http://schemas.microsoft.com/office/drawing/2014/main" id="{5C95C0FA-A95B-4836-ABC8-B495EA4C6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97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124948" name="Text Box 17">
              <a:extLst>
                <a:ext uri="{FF2B5EF4-FFF2-40B4-BE49-F238E27FC236}">
                  <a16:creationId xmlns:a16="http://schemas.microsoft.com/office/drawing/2014/main" id="{0134BE19-60A5-43B2-AF02-E1BD0389C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124949" name="Text Box 18">
              <a:extLst>
                <a:ext uri="{FF2B5EF4-FFF2-40B4-BE49-F238E27FC236}">
                  <a16:creationId xmlns:a16="http://schemas.microsoft.com/office/drawing/2014/main" id="{0BE8F61A-91AD-40C6-A0C0-0FE521ECA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6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987654321</a:t>
              </a:r>
            </a:p>
          </p:txBody>
        </p:sp>
        <p:sp>
          <p:nvSpPr>
            <p:cNvPr id="124950" name="Text Box 19">
              <a:extLst>
                <a:ext uri="{FF2B5EF4-FFF2-40B4-BE49-F238E27FC236}">
                  <a16:creationId xmlns:a16="http://schemas.microsoft.com/office/drawing/2014/main" id="{4D4F19F2-B3A6-4072-B78A-0DC5B915A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78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124951" name="Text Box 20">
              <a:extLst>
                <a:ext uri="{FF2B5EF4-FFF2-40B4-BE49-F238E27FC236}">
                  <a16:creationId xmlns:a16="http://schemas.microsoft.com/office/drawing/2014/main" id="{6CE12F62-0F73-4D29-9444-302EE49B1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16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24952" name="Text Box 21">
              <a:extLst>
                <a:ext uri="{FF2B5EF4-FFF2-40B4-BE49-F238E27FC236}">
                  <a16:creationId xmlns:a16="http://schemas.microsoft.com/office/drawing/2014/main" id="{1C374C62-D91B-4817-9282-1DEE33F0E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36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20</a:t>
              </a:r>
            </a:p>
          </p:txBody>
        </p:sp>
        <p:sp>
          <p:nvSpPr>
            <p:cNvPr id="124953" name="Text Box 22">
              <a:extLst>
                <a:ext uri="{FF2B5EF4-FFF2-40B4-BE49-F238E27FC236}">
                  <a16:creationId xmlns:a16="http://schemas.microsoft.com/office/drawing/2014/main" id="{182670A6-D7B6-40DC-A736-34B6597BD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987654321</a:t>
              </a:r>
            </a:p>
          </p:txBody>
        </p:sp>
        <p:sp>
          <p:nvSpPr>
            <p:cNvPr id="124954" name="Text Box 27">
              <a:extLst>
                <a:ext uri="{FF2B5EF4-FFF2-40B4-BE49-F238E27FC236}">
                  <a16:creationId xmlns:a16="http://schemas.microsoft.com/office/drawing/2014/main" id="{816E8AA6-3C0A-4DF2-9F82-E9910D230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5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124955" name="Text Box 28">
              <a:extLst>
                <a:ext uri="{FF2B5EF4-FFF2-40B4-BE49-F238E27FC236}">
                  <a16:creationId xmlns:a16="http://schemas.microsoft.com/office/drawing/2014/main" id="{DA50AD8C-7AED-414A-8FAF-CF98069E62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987654321</a:t>
              </a:r>
            </a:p>
          </p:txBody>
        </p:sp>
        <p:sp>
          <p:nvSpPr>
            <p:cNvPr id="124956" name="Line 30">
              <a:extLst>
                <a:ext uri="{FF2B5EF4-FFF2-40B4-BE49-F238E27FC236}">
                  <a16:creationId xmlns:a16="http://schemas.microsoft.com/office/drawing/2014/main" id="{31082CFE-B417-4A85-849E-76BB1610E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592"/>
              <a:ext cx="0" cy="1008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4957" name="Line 32">
              <a:extLst>
                <a:ext uri="{FF2B5EF4-FFF2-40B4-BE49-F238E27FC236}">
                  <a16:creationId xmlns:a16="http://schemas.microsoft.com/office/drawing/2014/main" id="{5106EAC9-D47D-423E-A9D9-B0449534C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448"/>
              <a:ext cx="0" cy="288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D8DE-4866-4A7F-B769-804FA91F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B8CF-CD5C-4533-B079-19B73F7A9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001000" cy="4325086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cs typeface="Arial"/>
              </a:rPr>
              <a:t>Viết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các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truy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vấn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sau</a:t>
            </a:r>
            <a:endParaRPr lang="en-US" b="1" dirty="0">
              <a:cs typeface="Arial"/>
            </a:endParaRPr>
          </a:p>
          <a:p>
            <a:pPr>
              <a:buFont typeface="+mj-lt"/>
              <a:buAutoNum type="arabicPeriod"/>
            </a:pPr>
            <a:r>
              <a:rPr lang="vi-VN" dirty="0"/>
              <a:t>Cho biết mã số người quản lý trực tiếp của nhân viên có mã số 003 và đặt tên cột là ‘</a:t>
            </a:r>
            <a:r>
              <a:rPr lang="vi-VN" i="1" dirty="0"/>
              <a:t>MS Người QL</a:t>
            </a:r>
            <a:r>
              <a:rPr lang="vi-VN" dirty="0"/>
              <a:t>’</a:t>
            </a:r>
          </a:p>
          <a:p>
            <a:pPr>
              <a:buFont typeface="+mj-lt"/>
              <a:buAutoNum type="arabicPeriod"/>
            </a:pPr>
            <a:r>
              <a:rPr lang="vi-VN" dirty="0"/>
              <a:t>Cho biết họ tên nhân viên có mức lương trong khoảng [30000..40000]</a:t>
            </a:r>
            <a:r>
              <a:rPr lang="en-US" dirty="0"/>
              <a:t>,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dần. Cột lương đặt tên ’</a:t>
            </a:r>
            <a:r>
              <a:rPr lang="en-US" i="1" dirty="0" err="1"/>
              <a:t>Lương 30k-40k</a:t>
            </a:r>
            <a:r>
              <a:rPr lang="en-US" dirty="0" err="1"/>
              <a:t>’</a:t>
            </a:r>
            <a:endParaRPr lang="vi-VN" dirty="0"/>
          </a:p>
          <a:p>
            <a:pPr>
              <a:buFont typeface="+mj-lt"/>
              <a:buAutoNum type="arabicPeriod"/>
            </a:pPr>
            <a:endParaRPr lang="vi-VN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BFB6B-C9DA-41DD-BB0C-0A330DDCC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7023C-15B9-4A74-B4B0-BC5E5D04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1436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4BEEDDC-C720-4C06-96C2-90904F58D20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83971" name="Slide Number Placeholder 5">
            <a:extLst>
              <a:ext uri="{FF2B5EF4-FFF2-40B4-BE49-F238E27FC236}">
                <a16:creationId xmlns:a16="http://schemas.microsoft.com/office/drawing/2014/main" id="{86E00640-E566-4861-9E31-666B2DA7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46E5825-1FC0-4567-8B29-93008032960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en-US" sz="1000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1EBA51B9-EC80-4252-A344-AAFAF8CA4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Tóm</a:t>
            </a:r>
            <a:r>
              <a:rPr lang="en-US" altLang="en-US" sz="3500" dirty="0"/>
              <a:t> </a:t>
            </a:r>
            <a:r>
              <a:rPr lang="en-US" altLang="en-US" sz="3500" dirty="0" err="1"/>
              <a:t>tắt</a:t>
            </a:r>
            <a:endParaRPr lang="en-US" altLang="en-US" sz="3500" dirty="0" err="1">
              <a:ea typeface="Verdana"/>
            </a:endParaRPr>
          </a:p>
        </p:txBody>
      </p:sp>
      <p:sp>
        <p:nvSpPr>
          <p:cNvPr id="83973" name="Rectangle 9">
            <a:extLst>
              <a:ext uri="{FF2B5EF4-FFF2-40B4-BE49-F238E27FC236}">
                <a16:creationId xmlns:a16="http://schemas.microsoft.com/office/drawing/2014/main" id="{7A3F83FD-D930-429A-B19A-9BED36936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413552"/>
            <a:ext cx="3352800" cy="12049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&lt;danh sách các cột&gt;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&lt;danh sách các bảng&gt;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&lt;điều kiện&gt;</a:t>
            </a:r>
          </a:p>
        </p:txBody>
      </p:sp>
      <p:sp>
        <p:nvSpPr>
          <p:cNvPr id="600075" name="Text Box 11">
            <a:extLst>
              <a:ext uri="{FF2B5EF4-FFF2-40B4-BE49-F238E27FC236}">
                <a16:creationId xmlns:a16="http://schemas.microsoft.com/office/drawing/2014/main" id="{DF057CC9-2B34-4D3F-903C-A3480F261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688" y="4531964"/>
            <a:ext cx="83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</a:p>
        </p:txBody>
      </p:sp>
      <p:sp>
        <p:nvSpPr>
          <p:cNvPr id="600076" name="Text Box 12">
            <a:extLst>
              <a:ext uri="{FF2B5EF4-FFF2-40B4-BE49-F238E27FC236}">
                <a16:creationId xmlns:a16="http://schemas.microsoft.com/office/drawing/2014/main" id="{9D7DAAA6-99A8-4241-A2FD-99515EFD1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383" y="2539691"/>
            <a:ext cx="83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</a:p>
        </p:txBody>
      </p:sp>
      <p:sp>
        <p:nvSpPr>
          <p:cNvPr id="600078" name="Line 14">
            <a:extLst>
              <a:ext uri="{FF2B5EF4-FFF2-40B4-BE49-F238E27FC236}">
                <a16:creationId xmlns:a16="http://schemas.microsoft.com/office/drawing/2014/main" id="{DFAA1733-A06D-4308-AFBB-BC8BBB757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234" y="2913257"/>
            <a:ext cx="990600" cy="4572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0080" name="Line 16">
            <a:extLst>
              <a:ext uri="{FF2B5EF4-FFF2-40B4-BE49-F238E27FC236}">
                <a16:creationId xmlns:a16="http://schemas.microsoft.com/office/drawing/2014/main" id="{DEDCBE40-DC93-47E9-A62E-283B5D1F5B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8539" y="4361057"/>
            <a:ext cx="990600" cy="5334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0081" name="Text Box 17">
            <a:extLst>
              <a:ext uri="{FF2B5EF4-FFF2-40B4-BE49-F238E27FC236}">
                <a16:creationId xmlns:a16="http://schemas.microsoft.com/office/drawing/2014/main" id="{91F418FB-4E60-43A3-9754-85A418FF6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286647"/>
            <a:ext cx="14478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L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R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C</a:t>
            </a:r>
          </a:p>
        </p:txBody>
      </p:sp>
      <p:sp>
        <p:nvSpPr>
          <p:cNvPr id="600082" name="Text Box 18">
            <a:extLst>
              <a:ext uri="{FF2B5EF4-FFF2-40B4-BE49-F238E27FC236}">
                <a16:creationId xmlns:a16="http://schemas.microsoft.com/office/drawing/2014/main" id="{F48E745B-3D1B-4F77-BB73-CE4CF56A4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515247"/>
            <a:ext cx="1905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</a:rPr>
              <a:t>L </a:t>
            </a:r>
            <a:r>
              <a:rPr lang="en-US" altLang="en-US" sz="2200">
                <a:latin typeface="Tahoma" panose="020B0604030504040204" pitchFamily="34" charset="0"/>
              </a:rPr>
              <a:t>(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C </a:t>
            </a:r>
            <a:r>
              <a:rPr lang="en-US" altLang="en-US" sz="2200">
                <a:latin typeface="Tahoma" panose="020B0604030504040204" pitchFamily="34" charset="0"/>
              </a:rPr>
              <a:t>(R))</a:t>
            </a:r>
          </a:p>
        </p:txBody>
      </p:sp>
      <p:sp>
        <p:nvSpPr>
          <p:cNvPr id="600083" name="Line 19">
            <a:extLst>
              <a:ext uri="{FF2B5EF4-FFF2-40B4-BE49-F238E27FC236}">
                <a16:creationId xmlns:a16="http://schemas.microsoft.com/office/drawing/2014/main" id="{70325102-2408-46D1-8078-B9250C663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96246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63942-A07F-4471-88B1-BFC4232C9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7078"/>
            <a:ext cx="8229600" cy="4911725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ĐSQH: </a:t>
            </a:r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diễn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cách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thức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truy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vấn</a:t>
            </a:r>
            <a:r>
              <a:rPr lang="en-US" dirty="0">
                <a:ea typeface="+mn-lt"/>
                <a:cs typeface="+mn-lt"/>
              </a:rPr>
              <a:t> DL</a:t>
            </a:r>
          </a:p>
          <a:p>
            <a:r>
              <a:rPr lang="en-US" dirty="0">
                <a:ea typeface="+mn-lt"/>
                <a:cs typeface="+mn-lt"/>
              </a:rPr>
              <a:t>SQL: </a:t>
            </a:r>
            <a:r>
              <a:rPr lang="en-US" dirty="0" err="1">
                <a:ea typeface="+mn-lt"/>
                <a:cs typeface="+mn-lt"/>
              </a:rPr>
              <a:t>ngôn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ngữ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hỗ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trợ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thao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tác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cs typeface="Arial"/>
              </a:rPr>
              <a:t>lưu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trữ</a:t>
            </a:r>
            <a:r>
              <a:rPr lang="en-US" dirty="0">
                <a:cs typeface="Arial"/>
              </a:rPr>
              <a:t>, </a:t>
            </a:r>
            <a:r>
              <a:rPr lang="en-US" dirty="0" err="1">
                <a:cs typeface="Arial"/>
              </a:rPr>
              <a:t>truy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xuất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dữ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liệu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trên</a:t>
            </a:r>
            <a:r>
              <a:rPr lang="en-US" dirty="0">
                <a:cs typeface="Arial"/>
              </a:rPr>
              <a:t> CSDL QH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46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1000"/>
                                        <p:tgtEl>
                                          <p:spTgt spid="60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5723E-6 L -0.1375 -0.0844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75" y="-4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0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671 L -0.15417 0.09757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600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08" y="52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38728E-6 L 0.27917 1.38728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000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58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75" grpId="0"/>
      <p:bldP spid="600075" grpId="1"/>
      <p:bldP spid="600076" grpId="0"/>
      <p:bldP spid="600076" grpId="1"/>
      <p:bldP spid="600081" grpId="0"/>
      <p:bldP spid="600082" grpId="0"/>
      <p:bldP spid="600082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9D9F0-B5C8-1D32-F89F-31223575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Về nhà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A8349-3520-998A-F385-D0D8D00B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Dựa vào mô hình CSDL quản lý nhân viên và script mẫu</a:t>
            </a:r>
          </a:p>
          <a:p>
            <a:r>
              <a:rPr lang="en-US"/>
              <a:t>Viết các lệnh tạo CSDL</a:t>
            </a:r>
          </a:p>
          <a:p>
            <a:r>
              <a:rPr lang="en-US"/>
              <a:t>Viết lệnh nhập liệu</a:t>
            </a:r>
          </a:p>
          <a:p>
            <a:r>
              <a:rPr lang="en-US"/>
              <a:t>Thực hiện lại các ví dụ và bài tập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64E5-8397-D0B1-B841-54AE9263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– Bộ môn Hệ thống Thông tin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ABC0B-4CAA-8903-A6FE-4A5A03D7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1814424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76E08983BAD419130078E0A4D7CDC" ma:contentTypeVersion="2" ma:contentTypeDescription="Create a new document." ma:contentTypeScope="" ma:versionID="cfde902959a8f335a9f9131167589e68">
  <xsd:schema xmlns:xsd="http://www.w3.org/2001/XMLSchema" xmlns:xs="http://www.w3.org/2001/XMLSchema" xmlns:p="http://schemas.microsoft.com/office/2006/metadata/properties" xmlns:ns2="03beee07-be85-4858-810d-711279ada858" targetNamespace="http://schemas.microsoft.com/office/2006/metadata/properties" ma:root="true" ma:fieldsID="ad092cc1af911ec022986e121596ce8e" ns2:_="">
    <xsd:import namespace="03beee07-be85-4858-810d-711279ada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beee07-be85-4858-810d-711279ada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1B6892-6286-438B-83EB-CDF36CA0B6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5339F7-79F6-4F31-BAC2-4FB355B10C6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96387B-1EE3-4E0E-95A0-9D02C47A6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beee07-be85-4858-810d-711279ada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18155</TotalTime>
  <Words>3332</Words>
  <Application>Microsoft Macintosh PowerPoint</Application>
  <PresentationFormat>On-screen Show (4:3)</PresentationFormat>
  <Paragraphs>652</Paragraphs>
  <Slides>49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Menlo</vt:lpstr>
      <vt:lpstr>Symbol</vt:lpstr>
      <vt:lpstr>Tahoma</vt:lpstr>
      <vt:lpstr>Verdana</vt:lpstr>
      <vt:lpstr>Wingdings</vt:lpstr>
      <vt:lpstr>Wingdings 2</vt:lpstr>
      <vt:lpstr>Edge</vt:lpstr>
      <vt:lpstr>Edge</vt:lpstr>
      <vt:lpstr>Chương 3</vt:lpstr>
      <vt:lpstr>Nội dung chi tiết</vt:lpstr>
      <vt:lpstr>1. Giới thiệu</vt:lpstr>
      <vt:lpstr>1. Giới thiệu (tt)</vt:lpstr>
      <vt:lpstr>2. Đại số quan hệ</vt:lpstr>
      <vt:lpstr>2. Đại số quan hệ (tt)</vt:lpstr>
      <vt:lpstr>3. Ngôn ngữ SQL</vt:lpstr>
      <vt:lpstr>3. Ngôn ngữ SQL (tt)</vt:lpstr>
      <vt:lpstr>3. Ngôn ngữ SQL (tt) Truy vấn dữ liệu </vt:lpstr>
      <vt:lpstr>3. Ngôn ngữ SQL (tt) Truy vấn dữ liệu</vt:lpstr>
      <vt:lpstr>4. Phép chọn  4.1 Biểu diễn ĐSQH</vt:lpstr>
      <vt:lpstr>4. Phép chọn  4.1 Biểu diễn ĐSQH (tt)</vt:lpstr>
      <vt:lpstr>4. Phép chọn  4.1 Biểu diễn ĐSQH (tt) </vt:lpstr>
      <vt:lpstr>CSDL quản lý nhân viên</vt:lpstr>
      <vt:lpstr>4. Phép chọn  4.1 Biểu diễn ĐSQH (tt)</vt:lpstr>
      <vt:lpstr>4. Phép chọn  4.1 Biểu diễn ĐSQH (tt)</vt:lpstr>
      <vt:lpstr>4. Phép chọn  4.2 Biểu diễn SQL</vt:lpstr>
      <vt:lpstr>4. Phép chọn  4.2 Biểu diễn SQL (tt)</vt:lpstr>
      <vt:lpstr>4. Phép chọn  4.2 Biểu diễn 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4. Phép chọn 4.2 Biểu diễn SQL (tt)</vt:lpstr>
      <vt:lpstr>Bài tập</vt:lpstr>
      <vt:lpstr>5. Phép chiếu 5.1 Biểu diễn ĐSQH</vt:lpstr>
      <vt:lpstr>5. Phép chiếu 5.1 Biểu diễn ĐSQH (tt)</vt:lpstr>
      <vt:lpstr>5. Phép chiếu 5.1 Biểu diễn ĐSQH (tt)</vt:lpstr>
      <vt:lpstr>5. Phép chiếu 5.1 Biểu diễn ĐSQH (tt)</vt:lpstr>
      <vt:lpstr>5. Phép chiếu 5.1 Biểu diễn ĐSQH (tt)</vt:lpstr>
      <vt:lpstr>5. Phép chiếu 5.1 Biểu diễn ĐSQH (tt)</vt:lpstr>
      <vt:lpstr>5. Phép chiếu 5.1 Biểu diễn ĐSQH (tt)</vt:lpstr>
      <vt:lpstr>5. Phép chiếu 5.2 Biểu diễn SQL</vt:lpstr>
      <vt:lpstr>5. Phép chiếu 5.2 Biểu diễn SQL (tt)</vt:lpstr>
      <vt:lpstr>5. Phép chiếu 5.2 Biểu diễn SQL</vt:lpstr>
      <vt:lpstr>5. Phép chiếu 5.2 Biểu diễn SQL (tt)</vt:lpstr>
      <vt:lpstr>5. Phép chiếu 5.2 Biểu diễn SQL (tt)</vt:lpstr>
      <vt:lpstr>5. Phép chiếu 5.2 Biểu diễn SQL (tt)</vt:lpstr>
      <vt:lpstr>5. Phép chiếu 5.2 Biểu diễn SQL (tt)</vt:lpstr>
      <vt:lpstr>5. Phép chiếu 5.2 Biểu diễn SQL (tt)</vt:lpstr>
      <vt:lpstr>5. Phép chiếu 5.2 Biểu diễn SQL (tt)</vt:lpstr>
      <vt:lpstr>Bài tập</vt:lpstr>
      <vt:lpstr>Tóm tắt</vt:lpstr>
      <vt:lpstr>Bài tập Về nhà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Minh Thai Tran</cp:lastModifiedBy>
  <cp:revision>2028</cp:revision>
  <dcterms:created xsi:type="dcterms:W3CDTF">2003-05-25T12:47:52Z</dcterms:created>
  <dcterms:modified xsi:type="dcterms:W3CDTF">2025-02-16T12:58:17Z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0x0101004A476E08983BAD419130078E0A4D7CDC</vt:lpwstr>
  </property>
</Properties>
</file>