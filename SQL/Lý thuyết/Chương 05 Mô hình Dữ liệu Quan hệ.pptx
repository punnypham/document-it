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9" r:id="rId1"/>
  </p:sldMasterIdLst>
  <p:notesMasterIdLst>
    <p:notesMasterId r:id="rId49"/>
  </p:notesMasterIdLst>
  <p:sldIdLst>
    <p:sldId id="256" r:id="rId2"/>
    <p:sldId id="258" r:id="rId3"/>
    <p:sldId id="295" r:id="rId4"/>
    <p:sldId id="298" r:id="rId5"/>
    <p:sldId id="297" r:id="rId6"/>
    <p:sldId id="334" r:id="rId7"/>
    <p:sldId id="300" r:id="rId8"/>
    <p:sldId id="335" r:id="rId9"/>
    <p:sldId id="301" r:id="rId10"/>
    <p:sldId id="303" r:id="rId11"/>
    <p:sldId id="336" r:id="rId12"/>
    <p:sldId id="302" r:id="rId13"/>
    <p:sldId id="337" r:id="rId14"/>
    <p:sldId id="329" r:id="rId15"/>
    <p:sldId id="338" r:id="rId16"/>
    <p:sldId id="304" r:id="rId17"/>
    <p:sldId id="339" r:id="rId18"/>
    <p:sldId id="316" r:id="rId19"/>
    <p:sldId id="341" r:id="rId20"/>
    <p:sldId id="318" r:id="rId21"/>
    <p:sldId id="351" r:id="rId22"/>
    <p:sldId id="340" r:id="rId23"/>
    <p:sldId id="319" r:id="rId24"/>
    <p:sldId id="352" r:id="rId25"/>
    <p:sldId id="330" r:id="rId26"/>
    <p:sldId id="321" r:id="rId27"/>
    <p:sldId id="322" r:id="rId28"/>
    <p:sldId id="307" r:id="rId29"/>
    <p:sldId id="309" r:id="rId30"/>
    <p:sldId id="324" r:id="rId31"/>
    <p:sldId id="325" r:id="rId32"/>
    <p:sldId id="326" r:id="rId33"/>
    <p:sldId id="327" r:id="rId34"/>
    <p:sldId id="328" r:id="rId35"/>
    <p:sldId id="353" r:id="rId36"/>
    <p:sldId id="348" r:id="rId37"/>
    <p:sldId id="293" r:id="rId38"/>
    <p:sldId id="343" r:id="rId39"/>
    <p:sldId id="350" r:id="rId40"/>
    <p:sldId id="354" r:id="rId41"/>
    <p:sldId id="294" r:id="rId42"/>
    <p:sldId id="344" r:id="rId43"/>
    <p:sldId id="345" r:id="rId44"/>
    <p:sldId id="299" r:id="rId45"/>
    <p:sldId id="296" r:id="rId46"/>
    <p:sldId id="346" r:id="rId47"/>
    <p:sldId id="264" r:id="rId48"/>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1pPr>
    <a:lvl2pPr marL="4572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2pPr>
    <a:lvl3pPr marL="9144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3pPr>
    <a:lvl4pPr marL="13716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4pPr>
    <a:lvl5pPr marL="1828800" algn="l" rtl="0" eaLnBrk="0" fontAlgn="base" hangingPunct="0">
      <a:spcBef>
        <a:spcPct val="0"/>
      </a:spcBef>
      <a:spcAft>
        <a:spcPct val="0"/>
      </a:spcAft>
      <a:defRPr kern="1200">
        <a:solidFill>
          <a:schemeClr val="tx1"/>
        </a:solidFill>
        <a:latin typeface="Tahoma" panose="020B0604030504040204" pitchFamily="34" charset="0"/>
        <a:ea typeface="+mn-ea"/>
        <a:cs typeface="+mn-cs"/>
      </a:defRPr>
    </a:lvl5pPr>
    <a:lvl6pPr marL="2286000" algn="l" defTabSz="914400" rtl="0" eaLnBrk="1" latinLnBrk="0" hangingPunct="1">
      <a:defRPr kern="1200">
        <a:solidFill>
          <a:schemeClr val="tx1"/>
        </a:solidFill>
        <a:latin typeface="Tahoma" panose="020B0604030504040204" pitchFamily="34" charset="0"/>
        <a:ea typeface="+mn-ea"/>
        <a:cs typeface="+mn-cs"/>
      </a:defRPr>
    </a:lvl6pPr>
    <a:lvl7pPr marL="2743200" algn="l" defTabSz="914400" rtl="0" eaLnBrk="1" latinLnBrk="0" hangingPunct="1">
      <a:defRPr kern="1200">
        <a:solidFill>
          <a:schemeClr val="tx1"/>
        </a:solidFill>
        <a:latin typeface="Tahoma" panose="020B0604030504040204" pitchFamily="34" charset="0"/>
        <a:ea typeface="+mn-ea"/>
        <a:cs typeface="+mn-cs"/>
      </a:defRPr>
    </a:lvl7pPr>
    <a:lvl8pPr marL="3200400" algn="l" defTabSz="914400" rtl="0" eaLnBrk="1" latinLnBrk="0" hangingPunct="1">
      <a:defRPr kern="1200">
        <a:solidFill>
          <a:schemeClr val="tx1"/>
        </a:solidFill>
        <a:latin typeface="Tahoma" panose="020B0604030504040204" pitchFamily="34" charset="0"/>
        <a:ea typeface="+mn-ea"/>
        <a:cs typeface="+mn-cs"/>
      </a:defRPr>
    </a:lvl8pPr>
    <a:lvl9pPr marL="3657600" algn="l" defTabSz="914400" rtl="0" eaLnBrk="1" latinLnBrk="0" hangingPunct="1">
      <a:defRPr kern="1200">
        <a:solidFill>
          <a:schemeClr val="tx1"/>
        </a:solidFill>
        <a:latin typeface="Tahoma" panose="020B060403050404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777777"/>
    <a:srgbClr val="FF3333"/>
    <a:srgbClr val="CC0000"/>
    <a:srgbClr val="000066"/>
    <a:srgbClr val="800000"/>
    <a:srgbClr val="969696"/>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A3552E-DDCB-7645-B158-AAFDE897E2D0}" v="1" dt="2024-03-24T23:52:14.48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922" autoAdjust="0"/>
    <p:restoredTop sz="93833" autoAdjust="0"/>
  </p:normalViewPr>
  <p:slideViewPr>
    <p:cSldViewPr>
      <p:cViewPr varScale="1">
        <p:scale>
          <a:sx n="67" d="100"/>
          <a:sy n="67" d="100"/>
        </p:scale>
        <p:origin x="1656" y="1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nh Thai Tran" userId="996740aabe1fc7dc" providerId="LiveId" clId="{4C913469-B278-0F48-8957-FEF1E8EC0085}"/>
    <pc:docChg chg="custSel addSld delSld modSld">
      <pc:chgData name="Minh Thai Tran" userId="996740aabe1fc7dc" providerId="LiveId" clId="{4C913469-B278-0F48-8957-FEF1E8EC0085}" dt="2023-04-18T09:14:18.542" v="468" actId="20577"/>
      <pc:docMkLst>
        <pc:docMk/>
      </pc:docMkLst>
      <pc:sldChg chg="modSp mod">
        <pc:chgData name="Minh Thai Tran" userId="996740aabe1fc7dc" providerId="LiveId" clId="{4C913469-B278-0F48-8957-FEF1E8EC0085}" dt="2023-04-11T23:48:59.759" v="15" actId="207"/>
        <pc:sldMkLst>
          <pc:docMk/>
          <pc:sldMk cId="0" sldId="297"/>
        </pc:sldMkLst>
        <pc:spChg chg="mod">
          <ac:chgData name="Minh Thai Tran" userId="996740aabe1fc7dc" providerId="LiveId" clId="{4C913469-B278-0F48-8957-FEF1E8EC0085}" dt="2023-04-11T23:48:59.759" v="15" actId="207"/>
          <ac:spMkLst>
            <pc:docMk/>
            <pc:sldMk cId="0" sldId="297"/>
            <ac:spMk id="11269" creationId="{8B97EE59-2651-44DC-927D-90597AC3E0D9}"/>
          </ac:spMkLst>
        </pc:spChg>
      </pc:sldChg>
      <pc:sldChg chg="addSp delSp modSp mod">
        <pc:chgData name="Minh Thai Tran" userId="996740aabe1fc7dc" providerId="LiveId" clId="{4C913469-B278-0F48-8957-FEF1E8EC0085}" dt="2023-04-12T02:38:28.307" v="166" actId="1038"/>
        <pc:sldMkLst>
          <pc:docMk/>
          <pc:sldMk cId="3778583224" sldId="299"/>
        </pc:sldMkLst>
        <pc:picChg chg="del">
          <ac:chgData name="Minh Thai Tran" userId="996740aabe1fc7dc" providerId="LiveId" clId="{4C913469-B278-0F48-8957-FEF1E8EC0085}" dt="2023-04-12T02:38:01.975" v="137" actId="478"/>
          <ac:picMkLst>
            <pc:docMk/>
            <pc:sldMk cId="3778583224" sldId="299"/>
            <ac:picMk id="3" creationId="{F21723ED-0659-50F4-2925-49AE4557ED32}"/>
          </ac:picMkLst>
        </pc:picChg>
        <pc:picChg chg="add mod">
          <ac:chgData name="Minh Thai Tran" userId="996740aabe1fc7dc" providerId="LiveId" clId="{4C913469-B278-0F48-8957-FEF1E8EC0085}" dt="2023-04-12T02:38:28.307" v="166" actId="1038"/>
          <ac:picMkLst>
            <pc:docMk/>
            <pc:sldMk cId="3778583224" sldId="299"/>
            <ac:picMk id="6" creationId="{975227B0-F2A7-09A6-6492-938E3AD41CA4}"/>
          </ac:picMkLst>
        </pc:picChg>
      </pc:sldChg>
      <pc:sldChg chg="modSp mod">
        <pc:chgData name="Minh Thai Tran" userId="996740aabe1fc7dc" providerId="LiveId" clId="{4C913469-B278-0F48-8957-FEF1E8EC0085}" dt="2023-04-18T09:14:18.542" v="468" actId="20577"/>
        <pc:sldMkLst>
          <pc:docMk/>
          <pc:sldMk cId="0" sldId="326"/>
        </pc:sldMkLst>
        <pc:spChg chg="mod">
          <ac:chgData name="Minh Thai Tran" userId="996740aabe1fc7dc" providerId="LiveId" clId="{4C913469-B278-0F48-8957-FEF1E8EC0085}" dt="2023-04-18T09:14:18.542" v="468" actId="20577"/>
          <ac:spMkLst>
            <pc:docMk/>
            <pc:sldMk cId="0" sldId="326"/>
            <ac:spMk id="45064" creationId="{1CA7F229-5FA1-4068-82DF-54D3009621C1}"/>
          </ac:spMkLst>
        </pc:spChg>
      </pc:sldChg>
      <pc:sldChg chg="addSp modSp mod">
        <pc:chgData name="Minh Thai Tran" userId="996740aabe1fc7dc" providerId="LiveId" clId="{4C913469-B278-0F48-8957-FEF1E8EC0085}" dt="2023-04-18T08:19:11.054" v="466" actId="20577"/>
        <pc:sldMkLst>
          <pc:docMk/>
          <pc:sldMk cId="123940865" sldId="341"/>
        </pc:sldMkLst>
        <pc:spChg chg="add mod">
          <ac:chgData name="Minh Thai Tran" userId="996740aabe1fc7dc" providerId="LiveId" clId="{4C913469-B278-0F48-8957-FEF1E8EC0085}" dt="2023-04-12T02:35:18.914" v="102" actId="20577"/>
          <ac:spMkLst>
            <pc:docMk/>
            <pc:sldMk cId="123940865" sldId="341"/>
            <ac:spMk id="3" creationId="{6AC043E7-7922-5450-34E2-F8BE12E508CE}"/>
          </ac:spMkLst>
        </pc:spChg>
        <pc:graphicFrameChg chg="mod modGraphic">
          <ac:chgData name="Minh Thai Tran" userId="996740aabe1fc7dc" providerId="LiveId" clId="{4C913469-B278-0F48-8957-FEF1E8EC0085}" dt="2023-04-18T08:19:11.054" v="466" actId="20577"/>
          <ac:graphicFrameMkLst>
            <pc:docMk/>
            <pc:sldMk cId="123940865" sldId="341"/>
            <ac:graphicFrameMk id="6" creationId="{147E1264-EB77-F1E7-7F5C-6AF48A848228}"/>
          </ac:graphicFrameMkLst>
        </pc:graphicFrameChg>
      </pc:sldChg>
      <pc:sldChg chg="del">
        <pc:chgData name="Minh Thai Tran" userId="996740aabe1fc7dc" providerId="LiveId" clId="{4C913469-B278-0F48-8957-FEF1E8EC0085}" dt="2023-04-12T02:35:34.315" v="103" actId="2696"/>
        <pc:sldMkLst>
          <pc:docMk/>
          <pc:sldMk cId="1113265006" sldId="342"/>
        </pc:sldMkLst>
      </pc:sldChg>
      <pc:sldChg chg="modSp add mod">
        <pc:chgData name="Minh Thai Tran" userId="996740aabe1fc7dc" providerId="LiveId" clId="{4C913469-B278-0F48-8957-FEF1E8EC0085}" dt="2023-04-18T08:38:22.834" v="467"/>
        <pc:sldMkLst>
          <pc:docMk/>
          <pc:sldMk cId="1252694576" sldId="351"/>
        </pc:sldMkLst>
        <pc:spChg chg="mod">
          <ac:chgData name="Minh Thai Tran" userId="996740aabe1fc7dc" providerId="LiveId" clId="{4C913469-B278-0F48-8957-FEF1E8EC0085}" dt="2023-04-12T02:35:43.424" v="110" actId="20577"/>
          <ac:spMkLst>
            <pc:docMk/>
            <pc:sldMk cId="1252694576" sldId="351"/>
            <ac:spMk id="2" creationId="{8DA88138-CB64-30BE-1BA8-B3CD5945BF32}"/>
          </ac:spMkLst>
        </pc:spChg>
        <pc:spChg chg="mod">
          <ac:chgData name="Minh Thai Tran" userId="996740aabe1fc7dc" providerId="LiveId" clId="{4C913469-B278-0F48-8957-FEF1E8EC0085}" dt="2023-04-12T02:35:49.578" v="121" actId="20577"/>
          <ac:spMkLst>
            <pc:docMk/>
            <pc:sldMk cId="1252694576" sldId="351"/>
            <ac:spMk id="3" creationId="{6AC043E7-7922-5450-34E2-F8BE12E508CE}"/>
          </ac:spMkLst>
        </pc:spChg>
        <pc:graphicFrameChg chg="mod">
          <ac:chgData name="Minh Thai Tran" userId="996740aabe1fc7dc" providerId="LiveId" clId="{4C913469-B278-0F48-8957-FEF1E8EC0085}" dt="2023-04-18T08:38:22.834" v="467"/>
          <ac:graphicFrameMkLst>
            <pc:docMk/>
            <pc:sldMk cId="1252694576" sldId="351"/>
            <ac:graphicFrameMk id="6" creationId="{147E1264-EB77-F1E7-7F5C-6AF48A848228}"/>
          </ac:graphicFrameMkLst>
        </pc:graphicFrameChg>
      </pc:sldChg>
      <pc:sldChg chg="modSp add mod">
        <pc:chgData name="Minh Thai Tran" userId="996740aabe1fc7dc" providerId="LiveId" clId="{4C913469-B278-0F48-8957-FEF1E8EC0085}" dt="2023-04-12T02:36:13.868" v="136" actId="20577"/>
        <pc:sldMkLst>
          <pc:docMk/>
          <pc:sldMk cId="3743910086" sldId="352"/>
        </pc:sldMkLst>
        <pc:spChg chg="mod">
          <ac:chgData name="Minh Thai Tran" userId="996740aabe1fc7dc" providerId="LiveId" clId="{4C913469-B278-0F48-8957-FEF1E8EC0085}" dt="2023-04-12T02:36:13.868" v="136" actId="20577"/>
          <ac:spMkLst>
            <pc:docMk/>
            <pc:sldMk cId="3743910086" sldId="352"/>
            <ac:spMk id="2" creationId="{8DA88138-CB64-30BE-1BA8-B3CD5945BF32}"/>
          </ac:spMkLst>
        </pc:spChg>
        <pc:spChg chg="mod">
          <ac:chgData name="Minh Thai Tran" userId="996740aabe1fc7dc" providerId="LiveId" clId="{4C913469-B278-0F48-8957-FEF1E8EC0085}" dt="2023-04-12T02:36:09.436" v="129" actId="20577"/>
          <ac:spMkLst>
            <pc:docMk/>
            <pc:sldMk cId="3743910086" sldId="352"/>
            <ac:spMk id="3" creationId="{6AC043E7-7922-5450-34E2-F8BE12E508CE}"/>
          </ac:spMkLst>
        </pc:spChg>
      </pc:sldChg>
      <pc:sldChg chg="addSp delSp modSp new mod">
        <pc:chgData name="Minh Thai Tran" userId="996740aabe1fc7dc" providerId="LiveId" clId="{4C913469-B278-0F48-8957-FEF1E8EC0085}" dt="2023-04-18T08:14:50.282" v="460" actId="1036"/>
        <pc:sldMkLst>
          <pc:docMk/>
          <pc:sldMk cId="3883018840" sldId="353"/>
        </pc:sldMkLst>
        <pc:spChg chg="mod">
          <ac:chgData name="Minh Thai Tran" userId="996740aabe1fc7dc" providerId="LiveId" clId="{4C913469-B278-0F48-8957-FEF1E8EC0085}" dt="2023-04-18T08:11:41.060" v="199" actId="20577"/>
          <ac:spMkLst>
            <pc:docMk/>
            <pc:sldMk cId="3883018840" sldId="353"/>
            <ac:spMk id="2" creationId="{0C7B50A3-8D3D-9C06-1A9A-72991710B3D8}"/>
          </ac:spMkLst>
        </pc:spChg>
        <pc:spChg chg="add del mod">
          <ac:chgData name="Minh Thai Tran" userId="996740aabe1fc7dc" providerId="LiveId" clId="{4C913469-B278-0F48-8957-FEF1E8EC0085}" dt="2023-04-18T08:13:03.282" v="316" actId="20577"/>
          <ac:spMkLst>
            <pc:docMk/>
            <pc:sldMk cId="3883018840" sldId="353"/>
            <ac:spMk id="3" creationId="{A63FDED2-88F6-F509-0D7D-CBCFB8183855}"/>
          </ac:spMkLst>
        </pc:spChg>
        <pc:spChg chg="add mod">
          <ac:chgData name="Minh Thai Tran" userId="996740aabe1fc7dc" providerId="LiveId" clId="{4C913469-B278-0F48-8957-FEF1E8EC0085}" dt="2023-04-18T08:14:44.077" v="458" actId="1035"/>
          <ac:spMkLst>
            <pc:docMk/>
            <pc:sldMk cId="3883018840" sldId="353"/>
            <ac:spMk id="8" creationId="{7F7DF31D-2165-C77B-345F-07C0B8D7FA58}"/>
          </ac:spMkLst>
        </pc:spChg>
        <pc:graphicFrameChg chg="add del mod">
          <ac:chgData name="Minh Thai Tran" userId="996740aabe1fc7dc" providerId="LiveId" clId="{4C913469-B278-0F48-8957-FEF1E8EC0085}" dt="2023-04-18T08:11:52.523" v="202"/>
          <ac:graphicFrameMkLst>
            <pc:docMk/>
            <pc:sldMk cId="3883018840" sldId="353"/>
            <ac:graphicFrameMk id="6" creationId="{EDB1C4FA-5187-5F1B-7CD7-FF288762AD77}"/>
          </ac:graphicFrameMkLst>
        </pc:graphicFrameChg>
        <pc:graphicFrameChg chg="add mod modGraphic">
          <ac:chgData name="Minh Thai Tran" userId="996740aabe1fc7dc" providerId="LiveId" clId="{4C913469-B278-0F48-8957-FEF1E8EC0085}" dt="2023-04-18T08:12:47.831" v="314" actId="14734"/>
          <ac:graphicFrameMkLst>
            <pc:docMk/>
            <pc:sldMk cId="3883018840" sldId="353"/>
            <ac:graphicFrameMk id="7" creationId="{B0ED9DE8-FAC4-C354-B5A5-18857D691F97}"/>
          </ac:graphicFrameMkLst>
        </pc:graphicFrameChg>
        <pc:graphicFrameChg chg="add mod modGraphic">
          <ac:chgData name="Minh Thai Tran" userId="996740aabe1fc7dc" providerId="LiveId" clId="{4C913469-B278-0F48-8957-FEF1E8EC0085}" dt="2023-04-18T08:14:50.282" v="460" actId="1036"/>
          <ac:graphicFrameMkLst>
            <pc:docMk/>
            <pc:sldMk cId="3883018840" sldId="353"/>
            <ac:graphicFrameMk id="9" creationId="{7064C247-45B6-79FE-A25C-28D396ED9641}"/>
          </ac:graphicFrameMkLst>
        </pc:graphicFrameChg>
      </pc:sldChg>
    </pc:docChg>
  </pc:docChgLst>
  <pc:docChgLst>
    <pc:chgData name="Minh Thai Tran" userId="996740aabe1fc7dc" providerId="LiveId" clId="{77870BB1-8A4C-4B2E-9802-549C44C5FE2F}"/>
    <pc:docChg chg="undo custSel addSld delSld modSld">
      <pc:chgData name="Minh Thai Tran" userId="996740aabe1fc7dc" providerId="LiveId" clId="{77870BB1-8A4C-4B2E-9802-549C44C5FE2F}" dt="2023-04-11T14:33:25.341" v="915" actId="5793"/>
      <pc:docMkLst>
        <pc:docMk/>
      </pc:docMkLst>
      <pc:sldChg chg="modSp mod">
        <pc:chgData name="Minh Thai Tran" userId="996740aabe1fc7dc" providerId="LiveId" clId="{77870BB1-8A4C-4B2E-9802-549C44C5FE2F}" dt="2023-04-11T13:41:36.466" v="4" actId="20577"/>
        <pc:sldMkLst>
          <pc:docMk/>
          <pc:sldMk cId="0" sldId="256"/>
        </pc:sldMkLst>
        <pc:spChg chg="mod">
          <ac:chgData name="Minh Thai Tran" userId="996740aabe1fc7dc" providerId="LiveId" clId="{77870BB1-8A4C-4B2E-9802-549C44C5FE2F}" dt="2023-04-11T13:41:36.466" v="4" actId="20577"/>
          <ac:spMkLst>
            <pc:docMk/>
            <pc:sldMk cId="0" sldId="256"/>
            <ac:spMk id="4100" creationId="{EE4364D5-45BC-401B-A62D-DD2699A0FCCD}"/>
          </ac:spMkLst>
        </pc:spChg>
      </pc:sldChg>
      <pc:sldChg chg="modSp mod">
        <pc:chgData name="Minh Thai Tran" userId="996740aabe1fc7dc" providerId="LiveId" clId="{77870BB1-8A4C-4B2E-9802-549C44C5FE2F}" dt="2023-04-11T13:42:16.809" v="22"/>
        <pc:sldMkLst>
          <pc:docMk/>
          <pc:sldMk cId="0" sldId="258"/>
        </pc:sldMkLst>
        <pc:spChg chg="mod">
          <ac:chgData name="Minh Thai Tran" userId="996740aabe1fc7dc" providerId="LiveId" clId="{77870BB1-8A4C-4B2E-9802-549C44C5FE2F}" dt="2023-04-11T13:42:16.809" v="22"/>
          <ac:spMkLst>
            <pc:docMk/>
            <pc:sldMk cId="0" sldId="258"/>
            <ac:spMk id="5125" creationId="{7AEDB9D2-C4AD-4D22-86FD-F3F0C5FA8DDD}"/>
          </ac:spMkLst>
        </pc:spChg>
      </pc:sldChg>
      <pc:sldChg chg="add">
        <pc:chgData name="Minh Thai Tran" userId="996740aabe1fc7dc" providerId="LiveId" clId="{77870BB1-8A4C-4B2E-9802-549C44C5FE2F}" dt="2023-04-11T14:08:25.028" v="552"/>
        <pc:sldMkLst>
          <pc:docMk/>
          <pc:sldMk cId="0" sldId="264"/>
        </pc:sldMkLst>
      </pc:sldChg>
      <pc:sldChg chg="modSp add mod">
        <pc:chgData name="Minh Thai Tran" userId="996740aabe1fc7dc" providerId="LiveId" clId="{77870BB1-8A4C-4B2E-9802-549C44C5FE2F}" dt="2023-04-11T14:29:50.746" v="638"/>
        <pc:sldMkLst>
          <pc:docMk/>
          <pc:sldMk cId="0" sldId="293"/>
        </pc:sldMkLst>
        <pc:spChg chg="mod">
          <ac:chgData name="Minh Thai Tran" userId="996740aabe1fc7dc" providerId="LiveId" clId="{77870BB1-8A4C-4B2E-9802-549C44C5FE2F}" dt="2023-04-11T14:29:50.746" v="638"/>
          <ac:spMkLst>
            <pc:docMk/>
            <pc:sldMk cId="0" sldId="293"/>
            <ac:spMk id="70657" creationId="{E67BE258-AA5D-47BA-9B5A-5D1C5DDF28F2}"/>
          </ac:spMkLst>
        </pc:spChg>
      </pc:sldChg>
      <pc:sldChg chg="modSp add mod">
        <pc:chgData name="Minh Thai Tran" userId="996740aabe1fc7dc" providerId="LiveId" clId="{77870BB1-8A4C-4B2E-9802-549C44C5FE2F}" dt="2023-04-11T14:30:00.656" v="649"/>
        <pc:sldMkLst>
          <pc:docMk/>
          <pc:sldMk cId="0" sldId="294"/>
        </pc:sldMkLst>
        <pc:spChg chg="mod">
          <ac:chgData name="Minh Thai Tran" userId="996740aabe1fc7dc" providerId="LiveId" clId="{77870BB1-8A4C-4B2E-9802-549C44C5FE2F}" dt="2023-04-11T14:30:00.656" v="649"/>
          <ac:spMkLst>
            <pc:docMk/>
            <pc:sldMk cId="0" sldId="294"/>
            <ac:spMk id="71681" creationId="{118A3789-E4EC-4B2F-A0F8-4357475B67D6}"/>
          </ac:spMkLst>
        </pc:spChg>
        <pc:spChg chg="mod">
          <ac:chgData name="Minh Thai Tran" userId="996740aabe1fc7dc" providerId="LiveId" clId="{77870BB1-8A4C-4B2E-9802-549C44C5FE2F}" dt="2023-04-11T14:09:09.323" v="553" actId="2711"/>
          <ac:spMkLst>
            <pc:docMk/>
            <pc:sldMk cId="0" sldId="294"/>
            <ac:spMk id="71682" creationId="{4D062F8A-3BEA-402E-A1DC-3C51F4F27696}"/>
          </ac:spMkLst>
        </pc:spChg>
      </pc:sldChg>
      <pc:sldChg chg="modSp mod">
        <pc:chgData name="Minh Thai Tran" userId="996740aabe1fc7dc" providerId="LiveId" clId="{77870BB1-8A4C-4B2E-9802-549C44C5FE2F}" dt="2023-04-11T13:49:56.688" v="201" actId="6549"/>
        <pc:sldMkLst>
          <pc:docMk/>
          <pc:sldMk cId="0" sldId="295"/>
        </pc:sldMkLst>
        <pc:spChg chg="mod">
          <ac:chgData name="Minh Thai Tran" userId="996740aabe1fc7dc" providerId="LiveId" clId="{77870BB1-8A4C-4B2E-9802-549C44C5FE2F}" dt="2023-04-11T13:49:56.688" v="201" actId="6549"/>
          <ac:spMkLst>
            <pc:docMk/>
            <pc:sldMk cId="0" sldId="295"/>
            <ac:spMk id="7173" creationId="{EA70AEAA-4391-4893-9459-D56AC80660A5}"/>
          </ac:spMkLst>
        </pc:spChg>
      </pc:sldChg>
      <pc:sldChg chg="modSp add mod">
        <pc:chgData name="Minh Thai Tran" userId="996740aabe1fc7dc" providerId="LiveId" clId="{77870BB1-8A4C-4B2E-9802-549C44C5FE2F}" dt="2023-04-11T14:30:12.995" v="671"/>
        <pc:sldMkLst>
          <pc:docMk/>
          <pc:sldMk cId="0" sldId="296"/>
        </pc:sldMkLst>
        <pc:spChg chg="mod">
          <ac:chgData name="Minh Thai Tran" userId="996740aabe1fc7dc" providerId="LiveId" clId="{77870BB1-8A4C-4B2E-9802-549C44C5FE2F}" dt="2023-04-11T14:30:12.995" v="671"/>
          <ac:spMkLst>
            <pc:docMk/>
            <pc:sldMk cId="0" sldId="296"/>
            <ac:spMk id="73729" creationId="{72FD4397-7A45-46FE-B2EC-2648BDA4AA68}"/>
          </ac:spMkLst>
        </pc:spChg>
        <pc:spChg chg="mod">
          <ac:chgData name="Minh Thai Tran" userId="996740aabe1fc7dc" providerId="LiveId" clId="{77870BB1-8A4C-4B2E-9802-549C44C5FE2F}" dt="2023-04-11T14:13:52.150" v="609" actId="6549"/>
          <ac:spMkLst>
            <pc:docMk/>
            <pc:sldMk cId="0" sldId="296"/>
            <ac:spMk id="73730" creationId="{4B2FEFD3-0174-489D-963F-B451540D190A}"/>
          </ac:spMkLst>
        </pc:spChg>
      </pc:sldChg>
      <pc:sldChg chg="add">
        <pc:chgData name="Minh Thai Tran" userId="996740aabe1fc7dc" providerId="LiveId" clId="{77870BB1-8A4C-4B2E-9802-549C44C5FE2F}" dt="2023-04-11T14:07:18.609" v="474"/>
        <pc:sldMkLst>
          <pc:docMk/>
          <pc:sldMk cId="3778583224" sldId="299"/>
        </pc:sldMkLst>
      </pc:sldChg>
      <pc:sldChg chg="modSp mod">
        <pc:chgData name="Minh Thai Tran" userId="996740aabe1fc7dc" providerId="LiveId" clId="{77870BB1-8A4C-4B2E-9802-549C44C5FE2F}" dt="2023-04-11T13:58:35.440" v="368" actId="207"/>
        <pc:sldMkLst>
          <pc:docMk/>
          <pc:sldMk cId="0" sldId="318"/>
        </pc:sldMkLst>
        <pc:spChg chg="mod">
          <ac:chgData name="Minh Thai Tran" userId="996740aabe1fc7dc" providerId="LiveId" clId="{77870BB1-8A4C-4B2E-9802-549C44C5FE2F}" dt="2023-04-11T13:58:35.440" v="368" actId="207"/>
          <ac:spMkLst>
            <pc:docMk/>
            <pc:sldMk cId="0" sldId="318"/>
            <ac:spMk id="26629" creationId="{64454841-2655-496D-A7AF-3F0A0DC42141}"/>
          </ac:spMkLst>
        </pc:spChg>
        <pc:spChg chg="mod">
          <ac:chgData name="Minh Thai Tran" userId="996740aabe1fc7dc" providerId="LiveId" clId="{77870BB1-8A4C-4B2E-9802-549C44C5FE2F}" dt="2023-04-11T13:58:11.826" v="364" actId="207"/>
          <ac:spMkLst>
            <pc:docMk/>
            <pc:sldMk cId="0" sldId="318"/>
            <ac:spMk id="26634" creationId="{601AF680-7A07-4AC4-9D03-1914C2174070}"/>
          </ac:spMkLst>
        </pc:spChg>
        <pc:grpChg chg="mod">
          <ac:chgData name="Minh Thai Tran" userId="996740aabe1fc7dc" providerId="LiveId" clId="{77870BB1-8A4C-4B2E-9802-549C44C5FE2F}" dt="2023-04-11T13:58:24.355" v="366" actId="207"/>
          <ac:grpSpMkLst>
            <pc:docMk/>
            <pc:sldMk cId="0" sldId="318"/>
            <ac:grpSpMk id="26630" creationId="{A5503B88-5C59-477C-A835-AFB82CB80088}"/>
          </ac:grpSpMkLst>
        </pc:grpChg>
      </pc:sldChg>
      <pc:sldChg chg="modSp mod">
        <pc:chgData name="Minh Thai Tran" userId="996740aabe1fc7dc" providerId="LiveId" clId="{77870BB1-8A4C-4B2E-9802-549C44C5FE2F}" dt="2023-04-11T14:05:14.085" v="472"/>
        <pc:sldMkLst>
          <pc:docMk/>
          <pc:sldMk cId="0" sldId="324"/>
        </pc:sldMkLst>
        <pc:spChg chg="mod">
          <ac:chgData name="Minh Thai Tran" userId="996740aabe1fc7dc" providerId="LiveId" clId="{77870BB1-8A4C-4B2E-9802-549C44C5FE2F}" dt="2023-04-11T13:49:28.590" v="185" actId="255"/>
          <ac:spMkLst>
            <pc:docMk/>
            <pc:sldMk cId="0" sldId="324"/>
            <ac:spMk id="40966" creationId="{B68971AC-7115-4EEA-AAAE-909B322896DB}"/>
          </ac:spMkLst>
        </pc:spChg>
        <pc:spChg chg="mod">
          <ac:chgData name="Minh Thai Tran" userId="996740aabe1fc7dc" providerId="LiveId" clId="{77870BB1-8A4C-4B2E-9802-549C44C5FE2F}" dt="2023-04-11T14:04:33.976" v="465" actId="207"/>
          <ac:spMkLst>
            <pc:docMk/>
            <pc:sldMk cId="0" sldId="324"/>
            <ac:spMk id="40967" creationId="{22BD46FB-7A14-44C1-B89A-B22BAA7A831A}"/>
          </ac:spMkLst>
        </pc:spChg>
        <pc:spChg chg="mod">
          <ac:chgData name="Minh Thai Tran" userId="996740aabe1fc7dc" providerId="LiveId" clId="{77870BB1-8A4C-4B2E-9802-549C44C5FE2F}" dt="2023-04-11T14:05:14.085" v="472"/>
          <ac:spMkLst>
            <pc:docMk/>
            <pc:sldMk cId="0" sldId="324"/>
            <ac:spMk id="40984" creationId="{C363D6AC-BAAF-4509-BC71-C80D22332C73}"/>
          </ac:spMkLst>
        </pc:spChg>
      </pc:sldChg>
      <pc:sldChg chg="modSp mod">
        <pc:chgData name="Minh Thai Tran" userId="996740aabe1fc7dc" providerId="LiveId" clId="{77870BB1-8A4C-4B2E-9802-549C44C5FE2F}" dt="2023-04-11T14:31:22.679" v="694" actId="5793"/>
        <pc:sldMkLst>
          <pc:docMk/>
          <pc:sldMk cId="0" sldId="325"/>
        </pc:sldMkLst>
        <pc:spChg chg="mod">
          <ac:chgData name="Minh Thai Tran" userId="996740aabe1fc7dc" providerId="LiveId" clId="{77870BB1-8A4C-4B2E-9802-549C44C5FE2F}" dt="2023-04-11T14:31:22.679" v="694" actId="5793"/>
          <ac:spMkLst>
            <pc:docMk/>
            <pc:sldMk cId="0" sldId="325"/>
            <ac:spMk id="43014" creationId="{30A3B02A-86AF-4BBA-A80A-7AF0CB94AD29}"/>
          </ac:spMkLst>
        </pc:spChg>
      </pc:sldChg>
      <pc:sldChg chg="modSp mod">
        <pc:chgData name="Minh Thai Tran" userId="996740aabe1fc7dc" providerId="LiveId" clId="{77870BB1-8A4C-4B2E-9802-549C44C5FE2F}" dt="2023-04-11T14:31:26.270" v="695" actId="5793"/>
        <pc:sldMkLst>
          <pc:docMk/>
          <pc:sldMk cId="0" sldId="326"/>
        </pc:sldMkLst>
        <pc:spChg chg="mod">
          <ac:chgData name="Minh Thai Tran" userId="996740aabe1fc7dc" providerId="LiveId" clId="{77870BB1-8A4C-4B2E-9802-549C44C5FE2F}" dt="2023-04-11T14:31:26.270" v="695" actId="5793"/>
          <ac:spMkLst>
            <pc:docMk/>
            <pc:sldMk cId="0" sldId="326"/>
            <ac:spMk id="45062" creationId="{E300AF85-0570-40D5-BD16-1B9B9484EE43}"/>
          </ac:spMkLst>
        </pc:spChg>
      </pc:sldChg>
      <pc:sldChg chg="modSp mod">
        <pc:chgData name="Minh Thai Tran" userId="996740aabe1fc7dc" providerId="LiveId" clId="{77870BB1-8A4C-4B2E-9802-549C44C5FE2F}" dt="2023-04-11T14:31:30.015" v="696" actId="5793"/>
        <pc:sldMkLst>
          <pc:docMk/>
          <pc:sldMk cId="0" sldId="327"/>
        </pc:sldMkLst>
        <pc:spChg chg="mod">
          <ac:chgData name="Minh Thai Tran" userId="996740aabe1fc7dc" providerId="LiveId" clId="{77870BB1-8A4C-4B2E-9802-549C44C5FE2F}" dt="2023-04-11T14:31:30.015" v="696" actId="5793"/>
          <ac:spMkLst>
            <pc:docMk/>
            <pc:sldMk cId="0" sldId="327"/>
            <ac:spMk id="47110" creationId="{D6AC7F49-7935-49B1-A406-6F604B74272E}"/>
          </ac:spMkLst>
        </pc:spChg>
      </pc:sldChg>
      <pc:sldChg chg="modSp mod">
        <pc:chgData name="Minh Thai Tran" userId="996740aabe1fc7dc" providerId="LiveId" clId="{77870BB1-8A4C-4B2E-9802-549C44C5FE2F}" dt="2023-04-11T14:31:32.759" v="697" actId="5793"/>
        <pc:sldMkLst>
          <pc:docMk/>
          <pc:sldMk cId="0" sldId="328"/>
        </pc:sldMkLst>
        <pc:spChg chg="mod">
          <ac:chgData name="Minh Thai Tran" userId="996740aabe1fc7dc" providerId="LiveId" clId="{77870BB1-8A4C-4B2E-9802-549C44C5FE2F}" dt="2023-04-11T14:31:32.759" v="697" actId="5793"/>
          <ac:spMkLst>
            <pc:docMk/>
            <pc:sldMk cId="0" sldId="328"/>
            <ac:spMk id="49158" creationId="{591C500C-ECDB-4831-BC0D-EBB438DC499B}"/>
          </ac:spMkLst>
        </pc:spChg>
      </pc:sldChg>
      <pc:sldChg chg="addSp delSp modSp mod">
        <pc:chgData name="Minh Thai Tran" userId="996740aabe1fc7dc" providerId="LiveId" clId="{77870BB1-8A4C-4B2E-9802-549C44C5FE2F}" dt="2023-04-11T14:03:12.518" v="464" actId="20577"/>
        <pc:sldMkLst>
          <pc:docMk/>
          <pc:sldMk cId="0" sldId="329"/>
        </pc:sldMkLst>
        <pc:spChg chg="add del mod">
          <ac:chgData name="Minh Thai Tran" userId="996740aabe1fc7dc" providerId="LiveId" clId="{77870BB1-8A4C-4B2E-9802-549C44C5FE2F}" dt="2023-04-11T14:02:54.566" v="454" actId="478"/>
          <ac:spMkLst>
            <pc:docMk/>
            <pc:sldMk cId="0" sldId="329"/>
            <ac:spMk id="3" creationId="{8A1CD286-AAF0-A500-45B0-E0FEE8D05789}"/>
          </ac:spMkLst>
        </pc:spChg>
        <pc:spChg chg="mod">
          <ac:chgData name="Minh Thai Tran" userId="996740aabe1fc7dc" providerId="LiveId" clId="{77870BB1-8A4C-4B2E-9802-549C44C5FE2F}" dt="2023-04-11T14:03:12.518" v="464" actId="20577"/>
          <ac:spMkLst>
            <pc:docMk/>
            <pc:sldMk cId="0" sldId="329"/>
            <ac:spMk id="21509" creationId="{22BB0A33-75DA-478C-86DC-8ADC164B60AF}"/>
          </ac:spMkLst>
        </pc:spChg>
        <pc:graphicFrameChg chg="add mod">
          <ac:chgData name="Minh Thai Tran" userId="996740aabe1fc7dc" providerId="LiveId" clId="{77870BB1-8A4C-4B2E-9802-549C44C5FE2F}" dt="2023-04-11T14:02:48.575" v="453"/>
          <ac:graphicFrameMkLst>
            <pc:docMk/>
            <pc:sldMk cId="0" sldId="329"/>
            <ac:graphicFrameMk id="4" creationId="{8BA74F4B-D6D7-C68A-5211-655DE346744D}"/>
          </ac:graphicFrameMkLst>
        </pc:graphicFrameChg>
        <pc:graphicFrameChg chg="del mod modGraphic">
          <ac:chgData name="Minh Thai Tran" userId="996740aabe1fc7dc" providerId="LiveId" clId="{77870BB1-8A4C-4B2E-9802-549C44C5FE2F}" dt="2023-04-11T14:02:48.043" v="452" actId="478"/>
          <ac:graphicFrameMkLst>
            <pc:docMk/>
            <pc:sldMk cId="0" sldId="329"/>
            <ac:graphicFrameMk id="376080" creationId="{F53ACCBC-54C2-49A5-9969-28A0D08D44F3}"/>
          </ac:graphicFrameMkLst>
        </pc:graphicFrameChg>
      </pc:sldChg>
      <pc:sldChg chg="modSp del mod">
        <pc:chgData name="Minh Thai Tran" userId="996740aabe1fc7dc" providerId="LiveId" clId="{77870BB1-8A4C-4B2E-9802-549C44C5FE2F}" dt="2023-04-11T13:49:35.002" v="187" actId="47"/>
        <pc:sldMkLst>
          <pc:docMk/>
          <pc:sldMk cId="0" sldId="331"/>
        </pc:sldMkLst>
        <pc:spChg chg="mod">
          <ac:chgData name="Minh Thai Tran" userId="996740aabe1fc7dc" providerId="LiveId" clId="{77870BB1-8A4C-4B2E-9802-549C44C5FE2F}" dt="2023-04-11T13:49:18.886" v="183" actId="21"/>
          <ac:spMkLst>
            <pc:docMk/>
            <pc:sldMk cId="0" sldId="331"/>
            <ac:spMk id="39940" creationId="{CCBE63F5-E6EC-4AD2-9ABE-947DC91D9D2F}"/>
          </ac:spMkLst>
        </pc:spChg>
      </pc:sldChg>
      <pc:sldChg chg="del">
        <pc:chgData name="Minh Thai Tran" userId="996740aabe1fc7dc" providerId="LiveId" clId="{77870BB1-8A4C-4B2E-9802-549C44C5FE2F}" dt="2023-04-11T14:06:25.192" v="473" actId="47"/>
        <pc:sldMkLst>
          <pc:docMk/>
          <pc:sldMk cId="4214542707" sldId="332"/>
        </pc:sldMkLst>
      </pc:sldChg>
      <pc:sldChg chg="del">
        <pc:chgData name="Minh Thai Tran" userId="996740aabe1fc7dc" providerId="LiveId" clId="{77870BB1-8A4C-4B2E-9802-549C44C5FE2F}" dt="2023-04-11T14:06:25.192" v="473" actId="47"/>
        <pc:sldMkLst>
          <pc:docMk/>
          <pc:sldMk cId="3667784684" sldId="333"/>
        </pc:sldMkLst>
      </pc:sldChg>
      <pc:sldChg chg="modSp add mod">
        <pc:chgData name="Minh Thai Tran" userId="996740aabe1fc7dc" providerId="LiveId" clId="{77870BB1-8A4C-4B2E-9802-549C44C5FE2F}" dt="2023-04-11T13:50:12.023" v="213" actId="6549"/>
        <pc:sldMkLst>
          <pc:docMk/>
          <pc:sldMk cId="4256775317" sldId="334"/>
        </pc:sldMkLst>
        <pc:spChg chg="mod">
          <ac:chgData name="Minh Thai Tran" userId="996740aabe1fc7dc" providerId="LiveId" clId="{77870BB1-8A4C-4B2E-9802-549C44C5FE2F}" dt="2023-04-11T13:45:10.487" v="132" actId="20577"/>
          <ac:spMkLst>
            <pc:docMk/>
            <pc:sldMk cId="4256775317" sldId="334"/>
            <ac:spMk id="7172" creationId="{8F49780C-F30C-4FF6-86A2-639D66BF867E}"/>
          </ac:spMkLst>
        </pc:spChg>
        <pc:spChg chg="mod">
          <ac:chgData name="Minh Thai Tran" userId="996740aabe1fc7dc" providerId="LiveId" clId="{77870BB1-8A4C-4B2E-9802-549C44C5FE2F}" dt="2023-04-11T13:50:12.023" v="213" actId="6549"/>
          <ac:spMkLst>
            <pc:docMk/>
            <pc:sldMk cId="4256775317" sldId="334"/>
            <ac:spMk id="7173" creationId="{EA70AEAA-4391-4893-9459-D56AC80660A5}"/>
          </ac:spMkLst>
        </pc:spChg>
      </pc:sldChg>
      <pc:sldChg chg="modSp add mod">
        <pc:chgData name="Minh Thai Tran" userId="996740aabe1fc7dc" providerId="LiveId" clId="{77870BB1-8A4C-4B2E-9802-549C44C5FE2F}" dt="2023-04-11T13:50:21.367" v="225" actId="6549"/>
        <pc:sldMkLst>
          <pc:docMk/>
          <pc:sldMk cId="1045024425" sldId="335"/>
        </pc:sldMkLst>
        <pc:spChg chg="mod">
          <ac:chgData name="Minh Thai Tran" userId="996740aabe1fc7dc" providerId="LiveId" clId="{77870BB1-8A4C-4B2E-9802-549C44C5FE2F}" dt="2023-04-11T13:50:21.367" v="225" actId="6549"/>
          <ac:spMkLst>
            <pc:docMk/>
            <pc:sldMk cId="1045024425" sldId="335"/>
            <ac:spMk id="7173" creationId="{EA70AEAA-4391-4893-9459-D56AC80660A5}"/>
          </ac:spMkLst>
        </pc:spChg>
      </pc:sldChg>
      <pc:sldChg chg="modSp add mod">
        <pc:chgData name="Minh Thai Tran" userId="996740aabe1fc7dc" providerId="LiveId" clId="{77870BB1-8A4C-4B2E-9802-549C44C5FE2F}" dt="2023-04-11T13:50:36.609" v="242" actId="6549"/>
        <pc:sldMkLst>
          <pc:docMk/>
          <pc:sldMk cId="4100227823" sldId="336"/>
        </pc:sldMkLst>
        <pc:spChg chg="mod">
          <ac:chgData name="Minh Thai Tran" userId="996740aabe1fc7dc" providerId="LiveId" clId="{77870BB1-8A4C-4B2E-9802-549C44C5FE2F}" dt="2023-04-11T13:50:36.609" v="242" actId="6549"/>
          <ac:spMkLst>
            <pc:docMk/>
            <pc:sldMk cId="4100227823" sldId="336"/>
            <ac:spMk id="7173" creationId="{EA70AEAA-4391-4893-9459-D56AC80660A5}"/>
          </ac:spMkLst>
        </pc:spChg>
      </pc:sldChg>
      <pc:sldChg chg="modSp add mod">
        <pc:chgData name="Minh Thai Tran" userId="996740aabe1fc7dc" providerId="LiveId" clId="{77870BB1-8A4C-4B2E-9802-549C44C5FE2F}" dt="2023-04-11T13:50:46.690" v="254" actId="6549"/>
        <pc:sldMkLst>
          <pc:docMk/>
          <pc:sldMk cId="3818457695" sldId="337"/>
        </pc:sldMkLst>
        <pc:spChg chg="mod">
          <ac:chgData name="Minh Thai Tran" userId="996740aabe1fc7dc" providerId="LiveId" clId="{77870BB1-8A4C-4B2E-9802-549C44C5FE2F}" dt="2023-04-11T13:50:46.690" v="254" actId="6549"/>
          <ac:spMkLst>
            <pc:docMk/>
            <pc:sldMk cId="3818457695" sldId="337"/>
            <ac:spMk id="7173" creationId="{EA70AEAA-4391-4893-9459-D56AC80660A5}"/>
          </ac:spMkLst>
        </pc:spChg>
      </pc:sldChg>
      <pc:sldChg chg="modSp add mod">
        <pc:chgData name="Minh Thai Tran" userId="996740aabe1fc7dc" providerId="LiveId" clId="{77870BB1-8A4C-4B2E-9802-549C44C5FE2F}" dt="2023-04-11T13:50:56.349" v="266" actId="6549"/>
        <pc:sldMkLst>
          <pc:docMk/>
          <pc:sldMk cId="3290562369" sldId="338"/>
        </pc:sldMkLst>
        <pc:spChg chg="mod">
          <ac:chgData name="Minh Thai Tran" userId="996740aabe1fc7dc" providerId="LiveId" clId="{77870BB1-8A4C-4B2E-9802-549C44C5FE2F}" dt="2023-04-11T13:50:56.349" v="266" actId="6549"/>
          <ac:spMkLst>
            <pc:docMk/>
            <pc:sldMk cId="3290562369" sldId="338"/>
            <ac:spMk id="7173" creationId="{EA70AEAA-4391-4893-9459-D56AC80660A5}"/>
          </ac:spMkLst>
        </pc:spChg>
      </pc:sldChg>
      <pc:sldChg chg="modSp add mod">
        <pc:chgData name="Minh Thai Tran" userId="996740aabe1fc7dc" providerId="LiveId" clId="{77870BB1-8A4C-4B2E-9802-549C44C5FE2F}" dt="2023-04-11T13:51:03.563" v="272" actId="6549"/>
        <pc:sldMkLst>
          <pc:docMk/>
          <pc:sldMk cId="1303392163" sldId="339"/>
        </pc:sldMkLst>
        <pc:spChg chg="mod">
          <ac:chgData name="Minh Thai Tran" userId="996740aabe1fc7dc" providerId="LiveId" clId="{77870BB1-8A4C-4B2E-9802-549C44C5FE2F}" dt="2023-04-11T13:51:03.563" v="272" actId="6549"/>
          <ac:spMkLst>
            <pc:docMk/>
            <pc:sldMk cId="1303392163" sldId="339"/>
            <ac:spMk id="7173" creationId="{EA70AEAA-4391-4893-9459-D56AC80660A5}"/>
          </ac:spMkLst>
        </pc:spChg>
      </pc:sldChg>
      <pc:sldChg chg="modSp add mod">
        <pc:chgData name="Minh Thai Tran" userId="996740aabe1fc7dc" providerId="LiveId" clId="{77870BB1-8A4C-4B2E-9802-549C44C5FE2F}" dt="2023-04-11T13:48:46.006" v="182" actId="207"/>
        <pc:sldMkLst>
          <pc:docMk/>
          <pc:sldMk cId="1758344409" sldId="340"/>
        </pc:sldMkLst>
        <pc:spChg chg="mod">
          <ac:chgData name="Minh Thai Tran" userId="996740aabe1fc7dc" providerId="LiveId" clId="{77870BB1-8A4C-4B2E-9802-549C44C5FE2F}" dt="2023-04-11T13:48:46.006" v="182" actId="207"/>
          <ac:spMkLst>
            <pc:docMk/>
            <pc:sldMk cId="1758344409" sldId="340"/>
            <ac:spMk id="7173" creationId="{EA70AEAA-4391-4893-9459-D56AC80660A5}"/>
          </ac:spMkLst>
        </pc:spChg>
      </pc:sldChg>
      <pc:sldChg chg="addSp delSp modSp new mod">
        <pc:chgData name="Minh Thai Tran" userId="996740aabe1fc7dc" providerId="LiveId" clId="{77870BB1-8A4C-4B2E-9802-549C44C5FE2F}" dt="2023-04-11T14:02:20.227" v="449" actId="14734"/>
        <pc:sldMkLst>
          <pc:docMk/>
          <pc:sldMk cId="123940865" sldId="341"/>
        </pc:sldMkLst>
        <pc:spChg chg="mod">
          <ac:chgData name="Minh Thai Tran" userId="996740aabe1fc7dc" providerId="LiveId" clId="{77870BB1-8A4C-4B2E-9802-549C44C5FE2F}" dt="2023-04-11T13:51:31.205" v="292" actId="20577"/>
          <ac:spMkLst>
            <pc:docMk/>
            <pc:sldMk cId="123940865" sldId="341"/>
            <ac:spMk id="2" creationId="{8DA88138-CB64-30BE-1BA8-B3CD5945BF32}"/>
          </ac:spMkLst>
        </pc:spChg>
        <pc:spChg chg="del">
          <ac:chgData name="Minh Thai Tran" userId="996740aabe1fc7dc" providerId="LiveId" clId="{77870BB1-8A4C-4B2E-9802-549C44C5FE2F}" dt="2023-04-11T13:53:23.136" v="356" actId="478"/>
          <ac:spMkLst>
            <pc:docMk/>
            <pc:sldMk cId="123940865" sldId="341"/>
            <ac:spMk id="3" creationId="{D5B1E9D3-56D3-4F4A-9F3B-70585C826F89}"/>
          </ac:spMkLst>
        </pc:spChg>
        <pc:graphicFrameChg chg="add mod modGraphic">
          <ac:chgData name="Minh Thai Tran" userId="996740aabe1fc7dc" providerId="LiveId" clId="{77870BB1-8A4C-4B2E-9802-549C44C5FE2F}" dt="2023-04-11T14:02:20.227" v="449" actId="14734"/>
          <ac:graphicFrameMkLst>
            <pc:docMk/>
            <pc:sldMk cId="123940865" sldId="341"/>
            <ac:graphicFrameMk id="6" creationId="{147E1264-EB77-F1E7-7F5C-6AF48A848228}"/>
          </ac:graphicFrameMkLst>
        </pc:graphicFrameChg>
      </pc:sldChg>
      <pc:sldChg chg="add del">
        <pc:chgData name="Minh Thai Tran" userId="996740aabe1fc7dc" providerId="LiveId" clId="{77870BB1-8A4C-4B2E-9802-549C44C5FE2F}" dt="2023-04-11T13:54:44.879" v="360" actId="47"/>
        <pc:sldMkLst>
          <pc:docMk/>
          <pc:sldMk cId="1042582341" sldId="342"/>
        </pc:sldMkLst>
      </pc:sldChg>
      <pc:sldChg chg="addSp delSp modSp add mod">
        <pc:chgData name="Minh Thai Tran" userId="996740aabe1fc7dc" providerId="LiveId" clId="{77870BB1-8A4C-4B2E-9802-549C44C5FE2F}" dt="2023-04-11T14:02:39.294" v="451"/>
        <pc:sldMkLst>
          <pc:docMk/>
          <pc:sldMk cId="1113265006" sldId="342"/>
        </pc:sldMkLst>
        <pc:spChg chg="mod">
          <ac:chgData name="Minh Thai Tran" userId="996740aabe1fc7dc" providerId="LiveId" clId="{77870BB1-8A4C-4B2E-9802-549C44C5FE2F}" dt="2023-04-11T13:59:26.433" v="374"/>
          <ac:spMkLst>
            <pc:docMk/>
            <pc:sldMk cId="1113265006" sldId="342"/>
            <ac:spMk id="2" creationId="{8DA88138-CB64-30BE-1BA8-B3CD5945BF32}"/>
          </ac:spMkLst>
        </pc:spChg>
        <pc:graphicFrameChg chg="add mod">
          <ac:chgData name="Minh Thai Tran" userId="996740aabe1fc7dc" providerId="LiveId" clId="{77870BB1-8A4C-4B2E-9802-549C44C5FE2F}" dt="2023-04-11T14:02:39.294" v="451"/>
          <ac:graphicFrameMkLst>
            <pc:docMk/>
            <pc:sldMk cId="1113265006" sldId="342"/>
            <ac:graphicFrameMk id="3" creationId="{0C9E4ADF-BE01-99B5-6CDA-D1036E492FEB}"/>
          </ac:graphicFrameMkLst>
        </pc:graphicFrameChg>
        <pc:graphicFrameChg chg="del">
          <ac:chgData name="Minh Thai Tran" userId="996740aabe1fc7dc" providerId="LiveId" clId="{77870BB1-8A4C-4B2E-9802-549C44C5FE2F}" dt="2023-04-11T14:02:38.745" v="450" actId="478"/>
          <ac:graphicFrameMkLst>
            <pc:docMk/>
            <pc:sldMk cId="1113265006" sldId="342"/>
            <ac:graphicFrameMk id="6" creationId="{147E1264-EB77-F1E7-7F5C-6AF48A848228}"/>
          </ac:graphicFrameMkLst>
        </pc:graphicFrameChg>
      </pc:sldChg>
      <pc:sldChg chg="add">
        <pc:chgData name="Minh Thai Tran" userId="996740aabe1fc7dc" providerId="LiveId" clId="{77870BB1-8A4C-4B2E-9802-549C44C5FE2F}" dt="2023-04-11T14:07:18.609" v="474"/>
        <pc:sldMkLst>
          <pc:docMk/>
          <pc:sldMk cId="1969496668" sldId="343"/>
        </pc:sldMkLst>
      </pc:sldChg>
      <pc:sldChg chg="add">
        <pc:chgData name="Minh Thai Tran" userId="996740aabe1fc7dc" providerId="LiveId" clId="{77870BB1-8A4C-4B2E-9802-549C44C5FE2F}" dt="2023-04-11T14:07:18.609" v="474"/>
        <pc:sldMkLst>
          <pc:docMk/>
          <pc:sldMk cId="1717143365" sldId="344"/>
        </pc:sldMkLst>
      </pc:sldChg>
      <pc:sldChg chg="modSp add mod">
        <pc:chgData name="Minh Thai Tran" userId="996740aabe1fc7dc" providerId="LiveId" clId="{77870BB1-8A4C-4B2E-9802-549C44C5FE2F}" dt="2023-04-11T14:30:06.927" v="660"/>
        <pc:sldMkLst>
          <pc:docMk/>
          <pc:sldMk cId="0" sldId="345"/>
        </pc:sldMkLst>
        <pc:spChg chg="mod">
          <ac:chgData name="Minh Thai Tran" userId="996740aabe1fc7dc" providerId="LiveId" clId="{77870BB1-8A4C-4B2E-9802-549C44C5FE2F}" dt="2023-04-11T14:30:06.927" v="660"/>
          <ac:spMkLst>
            <pc:docMk/>
            <pc:sldMk cId="0" sldId="345"/>
            <ac:spMk id="72705" creationId="{61313361-06B2-4EB3-A257-1AEBB5C63520}"/>
          </ac:spMkLst>
        </pc:spChg>
        <pc:spChg chg="mod">
          <ac:chgData name="Minh Thai Tran" userId="996740aabe1fc7dc" providerId="LiveId" clId="{77870BB1-8A4C-4B2E-9802-549C44C5FE2F}" dt="2023-04-11T14:14:06.340" v="610" actId="6549"/>
          <ac:spMkLst>
            <pc:docMk/>
            <pc:sldMk cId="0" sldId="345"/>
            <ac:spMk id="72706" creationId="{32114BB1-2BD7-4546-A0E3-D28C180DA6A9}"/>
          </ac:spMkLst>
        </pc:spChg>
      </pc:sldChg>
      <pc:sldChg chg="add">
        <pc:chgData name="Minh Thai Tran" userId="996740aabe1fc7dc" providerId="LiveId" clId="{77870BB1-8A4C-4B2E-9802-549C44C5FE2F}" dt="2023-04-11T14:07:18.609" v="474"/>
        <pc:sldMkLst>
          <pc:docMk/>
          <pc:sldMk cId="615689781" sldId="346"/>
        </pc:sldMkLst>
      </pc:sldChg>
      <pc:sldChg chg="add del">
        <pc:chgData name="Minh Thai Tran" userId="996740aabe1fc7dc" providerId="LiveId" clId="{77870BB1-8A4C-4B2E-9802-549C44C5FE2F}" dt="2023-04-11T14:08:13.361" v="551" actId="47"/>
        <pc:sldMkLst>
          <pc:docMk/>
          <pc:sldMk cId="909392201" sldId="347"/>
        </pc:sldMkLst>
      </pc:sldChg>
      <pc:sldChg chg="modSp new mod">
        <pc:chgData name="Minh Thai Tran" userId="996740aabe1fc7dc" providerId="LiveId" clId="{77870BB1-8A4C-4B2E-9802-549C44C5FE2F}" dt="2023-04-11T14:33:25.341" v="915" actId="5793"/>
        <pc:sldMkLst>
          <pc:docMk/>
          <pc:sldMk cId="2582334816" sldId="348"/>
        </pc:sldMkLst>
        <pc:spChg chg="mod">
          <ac:chgData name="Minh Thai Tran" userId="996740aabe1fc7dc" providerId="LiveId" clId="{77870BB1-8A4C-4B2E-9802-549C44C5FE2F}" dt="2023-04-11T14:07:46.112" v="490" actId="20577"/>
          <ac:spMkLst>
            <pc:docMk/>
            <pc:sldMk cId="2582334816" sldId="348"/>
            <ac:spMk id="2" creationId="{911ECF06-0E3F-45F3-74EB-44079B0FC00D}"/>
          </ac:spMkLst>
        </pc:spChg>
        <pc:spChg chg="mod">
          <ac:chgData name="Minh Thai Tran" userId="996740aabe1fc7dc" providerId="LiveId" clId="{77870BB1-8A4C-4B2E-9802-549C44C5FE2F}" dt="2023-04-11T14:33:25.341" v="915" actId="5793"/>
          <ac:spMkLst>
            <pc:docMk/>
            <pc:sldMk cId="2582334816" sldId="348"/>
            <ac:spMk id="3" creationId="{5DB768D1-EC8A-775D-5D04-60246307AA0E}"/>
          </ac:spMkLst>
        </pc:spChg>
      </pc:sldChg>
      <pc:sldChg chg="addSp delSp modSp new mod">
        <pc:chgData name="Minh Thai Tran" userId="996740aabe1fc7dc" providerId="LiveId" clId="{77870BB1-8A4C-4B2E-9802-549C44C5FE2F}" dt="2023-04-11T14:29:42.123" v="631" actId="1037"/>
        <pc:sldMkLst>
          <pc:docMk/>
          <pc:sldMk cId="3403452362" sldId="349"/>
        </pc:sldMkLst>
        <pc:spChg chg="del">
          <ac:chgData name="Minh Thai Tran" userId="996740aabe1fc7dc" providerId="LiveId" clId="{77870BB1-8A4C-4B2E-9802-549C44C5FE2F}" dt="2023-04-11T14:27:31.226" v="613" actId="478"/>
          <ac:spMkLst>
            <pc:docMk/>
            <pc:sldMk cId="3403452362" sldId="349"/>
            <ac:spMk id="2" creationId="{9FCA7BE7-5BD7-60FC-3DAE-3BE370EC621D}"/>
          </ac:spMkLst>
        </pc:spChg>
        <pc:spChg chg="del">
          <ac:chgData name="Minh Thai Tran" userId="996740aabe1fc7dc" providerId="LiveId" clId="{77870BB1-8A4C-4B2E-9802-549C44C5FE2F}" dt="2023-04-11T14:27:29.532" v="612" actId="478"/>
          <ac:spMkLst>
            <pc:docMk/>
            <pc:sldMk cId="3403452362" sldId="349"/>
            <ac:spMk id="3" creationId="{D62978CA-C8B8-802A-6A06-689B1EF9ABD4}"/>
          </ac:spMkLst>
        </pc:spChg>
        <pc:picChg chg="add del mod">
          <ac:chgData name="Minh Thai Tran" userId="996740aabe1fc7dc" providerId="LiveId" clId="{77870BB1-8A4C-4B2E-9802-549C44C5FE2F}" dt="2023-04-11T14:29:23.605" v="624" actId="478"/>
          <ac:picMkLst>
            <pc:docMk/>
            <pc:sldMk cId="3403452362" sldId="349"/>
            <ac:picMk id="7" creationId="{530FD280-2FF9-043D-C6B1-2A8745CD1266}"/>
          </ac:picMkLst>
        </pc:picChg>
        <pc:picChg chg="add mod">
          <ac:chgData name="Minh Thai Tran" userId="996740aabe1fc7dc" providerId="LiveId" clId="{77870BB1-8A4C-4B2E-9802-549C44C5FE2F}" dt="2023-04-11T14:29:42.123" v="631" actId="1037"/>
          <ac:picMkLst>
            <pc:docMk/>
            <pc:sldMk cId="3403452362" sldId="349"/>
            <ac:picMk id="9" creationId="{49DD9B1B-7D66-8FD0-84E2-C52F903C2236}"/>
          </ac:picMkLst>
        </pc:picChg>
      </pc:sldChg>
      <pc:sldChg chg="modSp new mod">
        <pc:chgData name="Minh Thai Tran" userId="996740aabe1fc7dc" providerId="LiveId" clId="{77870BB1-8A4C-4B2E-9802-549C44C5FE2F}" dt="2023-04-11T14:31:05.790" v="693" actId="14100"/>
        <pc:sldMkLst>
          <pc:docMk/>
          <pc:sldMk cId="4089859749" sldId="350"/>
        </pc:sldMkLst>
        <pc:spChg chg="mod">
          <ac:chgData name="Minh Thai Tran" userId="996740aabe1fc7dc" providerId="LiveId" clId="{77870BB1-8A4C-4B2E-9802-549C44C5FE2F}" dt="2023-04-11T14:30:27.986" v="688" actId="20577"/>
          <ac:spMkLst>
            <pc:docMk/>
            <pc:sldMk cId="4089859749" sldId="350"/>
            <ac:spMk id="2" creationId="{8DD48B9B-7852-A78D-E555-07BD019E09DA}"/>
          </ac:spMkLst>
        </pc:spChg>
        <pc:spChg chg="mod">
          <ac:chgData name="Minh Thai Tran" userId="996740aabe1fc7dc" providerId="LiveId" clId="{77870BB1-8A4C-4B2E-9802-549C44C5FE2F}" dt="2023-04-11T14:31:05.790" v="693" actId="14100"/>
          <ac:spMkLst>
            <pc:docMk/>
            <pc:sldMk cId="4089859749" sldId="350"/>
            <ac:spMk id="3" creationId="{BDD69D4E-F9C7-F325-36EC-2A0DB063E5A0}"/>
          </ac:spMkLst>
        </pc:spChg>
      </pc:sldChg>
    </pc:docChg>
  </pc:docChgLst>
  <pc:docChgLst>
    <pc:chgData name="Minh Thai Tran" userId="996740aabe1fc7dc" providerId="LiveId" clId="{E7A3552E-DDCB-7645-B158-AAFDE897E2D0}"/>
    <pc:docChg chg="addSld delSld modSld">
      <pc:chgData name="Minh Thai Tran" userId="996740aabe1fc7dc" providerId="LiveId" clId="{E7A3552E-DDCB-7645-B158-AAFDE897E2D0}" dt="2024-03-25T00:41:28.363" v="12" actId="20577"/>
      <pc:docMkLst>
        <pc:docMk/>
      </pc:docMkLst>
      <pc:sldChg chg="modSp mod">
        <pc:chgData name="Minh Thai Tran" userId="996740aabe1fc7dc" providerId="LiveId" clId="{E7A3552E-DDCB-7645-B158-AAFDE897E2D0}" dt="2024-03-24T23:52:30.985" v="11" actId="20577"/>
        <pc:sldMkLst>
          <pc:docMk/>
          <pc:sldMk cId="0" sldId="293"/>
        </pc:sldMkLst>
        <pc:spChg chg="mod">
          <ac:chgData name="Minh Thai Tran" userId="996740aabe1fc7dc" providerId="LiveId" clId="{E7A3552E-DDCB-7645-B158-AAFDE897E2D0}" dt="2024-03-24T23:52:30.985" v="11" actId="20577"/>
          <ac:spMkLst>
            <pc:docMk/>
            <pc:sldMk cId="0" sldId="293"/>
            <ac:spMk id="70657" creationId="{E67BE258-AA5D-47BA-9B5A-5D1C5DDF28F2}"/>
          </ac:spMkLst>
        </pc:spChg>
      </pc:sldChg>
      <pc:sldChg chg="modSp mod">
        <pc:chgData name="Minh Thai Tran" userId="996740aabe1fc7dc" providerId="LiveId" clId="{E7A3552E-DDCB-7645-B158-AAFDE897E2D0}" dt="2024-03-25T00:41:28.363" v="12" actId="20577"/>
        <pc:sldMkLst>
          <pc:docMk/>
          <pc:sldMk cId="0" sldId="327"/>
        </pc:sldMkLst>
        <pc:spChg chg="mod">
          <ac:chgData name="Minh Thai Tran" userId="996740aabe1fc7dc" providerId="LiveId" clId="{E7A3552E-DDCB-7645-B158-AAFDE897E2D0}" dt="2024-03-25T00:41:28.363" v="12" actId="20577"/>
          <ac:spMkLst>
            <pc:docMk/>
            <pc:sldMk cId="0" sldId="327"/>
            <ac:spMk id="47112" creationId="{93BE0ABF-5C26-4D7C-BEBD-1A49C9BA26A1}"/>
          </ac:spMkLst>
        </pc:spChg>
      </pc:sldChg>
      <pc:sldChg chg="modSp mod">
        <pc:chgData name="Minh Thai Tran" userId="996740aabe1fc7dc" providerId="LiveId" clId="{E7A3552E-DDCB-7645-B158-AAFDE897E2D0}" dt="2024-03-24T23:52:28.081" v="9" actId="20577"/>
        <pc:sldMkLst>
          <pc:docMk/>
          <pc:sldMk cId="1969496668" sldId="343"/>
        </pc:sldMkLst>
        <pc:spChg chg="mod">
          <ac:chgData name="Minh Thai Tran" userId="996740aabe1fc7dc" providerId="LiveId" clId="{E7A3552E-DDCB-7645-B158-AAFDE897E2D0}" dt="2024-03-24T23:52:28.081" v="9" actId="20577"/>
          <ac:spMkLst>
            <pc:docMk/>
            <pc:sldMk cId="1969496668" sldId="343"/>
            <ac:spMk id="7" creationId="{556F8C3D-F268-B093-EDA8-F3DBAC26623A}"/>
          </ac:spMkLst>
        </pc:spChg>
      </pc:sldChg>
      <pc:sldChg chg="modSp add mod">
        <pc:chgData name="Minh Thai Tran" userId="996740aabe1fc7dc" providerId="LiveId" clId="{E7A3552E-DDCB-7645-B158-AAFDE897E2D0}" dt="2024-03-24T23:52:23.914" v="7" actId="20577"/>
        <pc:sldMkLst>
          <pc:docMk/>
          <pc:sldMk cId="2581748582" sldId="350"/>
        </pc:sldMkLst>
        <pc:spChg chg="mod">
          <ac:chgData name="Minh Thai Tran" userId="996740aabe1fc7dc" providerId="LiveId" clId="{E7A3552E-DDCB-7645-B158-AAFDE897E2D0}" dt="2024-03-24T23:52:23.914" v="7" actId="20577"/>
          <ac:spMkLst>
            <pc:docMk/>
            <pc:sldMk cId="2581748582" sldId="350"/>
            <ac:spMk id="2" creationId="{8DD48B9B-7852-A78D-E555-07BD019E09DA}"/>
          </ac:spMkLst>
        </pc:spChg>
      </pc:sldChg>
      <pc:sldChg chg="del">
        <pc:chgData name="Minh Thai Tran" userId="996740aabe1fc7dc" providerId="LiveId" clId="{E7A3552E-DDCB-7645-B158-AAFDE897E2D0}" dt="2024-03-24T23:52:09.147" v="0" actId="2696"/>
        <pc:sldMkLst>
          <pc:docMk/>
          <pc:sldMk cId="4089859749" sldId="350"/>
        </pc:sldMkLst>
      </pc:sldChg>
      <pc:sldChg chg="modSp add mod">
        <pc:chgData name="Minh Thai Tran" userId="996740aabe1fc7dc" providerId="LiveId" clId="{E7A3552E-DDCB-7645-B158-AAFDE897E2D0}" dt="2024-03-24T23:52:19" v="3" actId="20577"/>
        <pc:sldMkLst>
          <pc:docMk/>
          <pc:sldMk cId="1175935341" sldId="354"/>
        </pc:sldMkLst>
        <pc:spChg chg="mod">
          <ac:chgData name="Minh Thai Tran" userId="996740aabe1fc7dc" providerId="LiveId" clId="{E7A3552E-DDCB-7645-B158-AAFDE897E2D0}" dt="2024-03-24T23:52:19" v="3" actId="20577"/>
          <ac:spMkLst>
            <pc:docMk/>
            <pc:sldMk cId="1175935341" sldId="354"/>
            <ac:spMk id="8" creationId="{8F70979F-74E1-EB05-F0C6-F989AF5BFBAF}"/>
          </ac:spMkLst>
        </pc:spChg>
      </pc:sldChg>
      <pc:sldChg chg="del">
        <pc:chgData name="Minh Thai Tran" userId="996740aabe1fc7dc" providerId="LiveId" clId="{E7A3552E-DDCB-7645-B158-AAFDE897E2D0}" dt="2024-03-24T23:52:09.147" v="0" actId="2696"/>
        <pc:sldMkLst>
          <pc:docMk/>
          <pc:sldMk cId="4017206417" sldId="354"/>
        </pc:sldMkLst>
      </pc:sldChg>
    </pc:docChg>
  </pc:docChgLst>
  <pc:docChgLst>
    <pc:chgData name="Minh Thai Tran" userId="996740aabe1fc7dc" providerId="LiveId" clId="{40184820-37DF-4B4C-AD67-22C89D14BFC9}"/>
    <pc:docChg chg="modSld">
      <pc:chgData name="Minh Thai Tran" userId="996740aabe1fc7dc" providerId="LiveId" clId="{40184820-37DF-4B4C-AD67-22C89D14BFC9}" dt="2022-04-29T06:11:13.687" v="11" actId="20577"/>
      <pc:docMkLst>
        <pc:docMk/>
      </pc:docMkLst>
      <pc:sldChg chg="modSp">
        <pc:chgData name="Minh Thai Tran" userId="996740aabe1fc7dc" providerId="LiveId" clId="{40184820-37DF-4B4C-AD67-22C89D14BFC9}" dt="2022-04-29T06:11:13.687" v="11" actId="20577"/>
        <pc:sldMkLst>
          <pc:docMk/>
          <pc:sldMk cId="0" sldId="256"/>
        </pc:sldMkLst>
        <pc:spChg chg="mod">
          <ac:chgData name="Minh Thai Tran" userId="996740aabe1fc7dc" providerId="LiveId" clId="{40184820-37DF-4B4C-AD67-22C89D14BFC9}" dt="2022-04-29T06:11:13.687" v="11" actId="20577"/>
          <ac:spMkLst>
            <pc:docMk/>
            <pc:sldMk cId="0" sldId="256"/>
            <ac:spMk id="2050" creationId="{A74176CB-E2F6-4280-9D9C-21965AF86BC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14F49B5E-CEFE-4C3A-8250-915680F38995}"/>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87" name="Rectangle 3">
            <a:extLst>
              <a:ext uri="{FF2B5EF4-FFF2-40B4-BE49-F238E27FC236}">
                <a16:creationId xmlns:a16="http://schemas.microsoft.com/office/drawing/2014/main" id="{2C2FAF65-3BF5-472C-8217-C8752B5210F6}"/>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0"/>
              </a:spcBef>
              <a:defRPr sz="1200">
                <a:latin typeface="Arial" charset="0"/>
              </a:defRPr>
            </a:lvl1pPr>
          </a:lstStyle>
          <a:p>
            <a:pPr>
              <a:defRPr/>
            </a:pPr>
            <a:endParaRPr lang="en-US"/>
          </a:p>
        </p:txBody>
      </p:sp>
      <p:sp>
        <p:nvSpPr>
          <p:cNvPr id="3076" name="Rectangle 4">
            <a:extLst>
              <a:ext uri="{FF2B5EF4-FFF2-40B4-BE49-F238E27FC236}">
                <a16:creationId xmlns:a16="http://schemas.microsoft.com/office/drawing/2014/main" id="{5B09BA25-93D4-407E-A3DE-94C504B002E9}"/>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9" name="Rectangle 5">
            <a:extLst>
              <a:ext uri="{FF2B5EF4-FFF2-40B4-BE49-F238E27FC236}">
                <a16:creationId xmlns:a16="http://schemas.microsoft.com/office/drawing/2014/main" id="{27369FE0-AD83-40DF-A9C6-90C890F8A1C7}"/>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390" name="Rectangle 6">
            <a:extLst>
              <a:ext uri="{FF2B5EF4-FFF2-40B4-BE49-F238E27FC236}">
                <a16:creationId xmlns:a16="http://schemas.microsoft.com/office/drawing/2014/main" id="{B1A66B74-2396-4B73-9B47-4D6CA3BEE28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200">
                <a:latin typeface="Arial" charset="0"/>
              </a:defRPr>
            </a:lvl1pPr>
          </a:lstStyle>
          <a:p>
            <a:pPr>
              <a:defRPr/>
            </a:pPr>
            <a:endParaRPr lang="en-US"/>
          </a:p>
        </p:txBody>
      </p:sp>
      <p:sp>
        <p:nvSpPr>
          <p:cNvPr id="16391" name="Rectangle 7">
            <a:extLst>
              <a:ext uri="{FF2B5EF4-FFF2-40B4-BE49-F238E27FC236}">
                <a16:creationId xmlns:a16="http://schemas.microsoft.com/office/drawing/2014/main" id="{C56325E3-58DB-455C-B4E8-C91086CC3F7D}"/>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1C8103C8-AFD1-42F7-9369-1C245BF638DE}"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E36FBE86-C5C1-4612-AC47-005FD9BB43D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55E89D3-3987-499D-A731-15162A015E0F}" type="slidenum">
              <a:rPr lang="en-US" altLang="en-US"/>
              <a:pPr>
                <a:spcBef>
                  <a:spcPct val="0"/>
                </a:spcBef>
              </a:pPr>
              <a:t>2</a:t>
            </a:fld>
            <a:endParaRPr lang="en-US" altLang="en-US"/>
          </a:p>
        </p:txBody>
      </p:sp>
      <p:sp>
        <p:nvSpPr>
          <p:cNvPr id="6147" name="Rectangle 2">
            <a:extLst>
              <a:ext uri="{FF2B5EF4-FFF2-40B4-BE49-F238E27FC236}">
                <a16:creationId xmlns:a16="http://schemas.microsoft.com/office/drawing/2014/main" id="{587774C2-C4B0-48B9-AA36-8F68EB0CB4BC}"/>
              </a:ext>
            </a:extLst>
          </p:cNvPr>
          <p:cNvSpPr>
            <a:spLocks noGrp="1" noRot="1" noChangeAspect="1" noChangeArrowheads="1" noTextEdit="1"/>
          </p:cNvSpPr>
          <p:nvPr>
            <p:ph type="sldImg"/>
          </p:nvPr>
        </p:nvSpPr>
        <p:spPr>
          <a:ln/>
        </p:spPr>
      </p:sp>
      <p:sp>
        <p:nvSpPr>
          <p:cNvPr id="6148" name="Rectangle 3">
            <a:extLst>
              <a:ext uri="{FF2B5EF4-FFF2-40B4-BE49-F238E27FC236}">
                <a16:creationId xmlns:a16="http://schemas.microsoft.com/office/drawing/2014/main" id="{19E9BEDC-162D-492E-919B-5B47FDC660D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3</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DAD9C7B1-FD5F-43EF-ADC1-20C9CAB721B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D5CCC40-5C0A-4FFE-861F-92DCD4E459D9}" type="slidenum">
              <a:rPr lang="en-US" altLang="en-US"/>
              <a:pPr>
                <a:spcBef>
                  <a:spcPct val="0"/>
                </a:spcBef>
              </a:pPr>
              <a:t>4</a:t>
            </a:fld>
            <a:endParaRPr lang="en-US" altLang="en-US"/>
          </a:p>
        </p:txBody>
      </p:sp>
      <p:sp>
        <p:nvSpPr>
          <p:cNvPr id="10243" name="Rectangle 2">
            <a:extLst>
              <a:ext uri="{FF2B5EF4-FFF2-40B4-BE49-F238E27FC236}">
                <a16:creationId xmlns:a16="http://schemas.microsoft.com/office/drawing/2014/main" id="{F36CC603-2B29-4A01-BD81-5FE195FB3377}"/>
              </a:ext>
            </a:extLst>
          </p:cNvPr>
          <p:cNvSpPr>
            <a:spLocks noGrp="1" noRot="1" noChangeAspect="1" noChangeArrowheads="1" noTextEdit="1"/>
          </p:cNvSpPr>
          <p:nvPr>
            <p:ph type="sldImg"/>
          </p:nvPr>
        </p:nvSpPr>
        <p:spPr>
          <a:ln/>
        </p:spPr>
      </p:sp>
      <p:sp>
        <p:nvSpPr>
          <p:cNvPr id="10244" name="Rectangle 3">
            <a:extLst>
              <a:ext uri="{FF2B5EF4-FFF2-40B4-BE49-F238E27FC236}">
                <a16:creationId xmlns:a16="http://schemas.microsoft.com/office/drawing/2014/main" id="{524B2C8F-4717-4E14-86DC-AEBC5FBE2A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C1F6BA38-EC4A-43DD-8001-4F0573C5A2C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64004F3-7298-4AE7-9EE7-8EC53C5AE677}" type="slidenum">
              <a:rPr lang="en-US" altLang="en-US"/>
              <a:pPr>
                <a:spcBef>
                  <a:spcPct val="0"/>
                </a:spcBef>
              </a:pPr>
              <a:t>5</a:t>
            </a:fld>
            <a:endParaRPr lang="en-US" altLang="en-US"/>
          </a:p>
        </p:txBody>
      </p:sp>
      <p:sp>
        <p:nvSpPr>
          <p:cNvPr id="12291" name="Rectangle 2">
            <a:extLst>
              <a:ext uri="{FF2B5EF4-FFF2-40B4-BE49-F238E27FC236}">
                <a16:creationId xmlns:a16="http://schemas.microsoft.com/office/drawing/2014/main" id="{73C1F5D2-29CF-4373-892E-C3E7EDE29779}"/>
              </a:ext>
            </a:extLst>
          </p:cNvPr>
          <p:cNvSpPr>
            <a:spLocks noGrp="1" noRot="1" noChangeAspect="1" noChangeArrowheads="1" noTextEdit="1"/>
          </p:cNvSpPr>
          <p:nvPr>
            <p:ph type="sldImg"/>
          </p:nvPr>
        </p:nvSpPr>
        <p:spPr>
          <a:ln/>
        </p:spPr>
      </p:sp>
      <p:sp>
        <p:nvSpPr>
          <p:cNvPr id="12292" name="Rectangle 3">
            <a:extLst>
              <a:ext uri="{FF2B5EF4-FFF2-40B4-BE49-F238E27FC236}">
                <a16:creationId xmlns:a16="http://schemas.microsoft.com/office/drawing/2014/main" id="{250327AA-7AF7-4C25-A8BF-5B49CD983D4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6</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1555808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51E3C4A1-CCD8-4699-BACE-5688611E5FB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720D1B-697E-46A7-81CC-B901DC91FCF2}" type="slidenum">
              <a:rPr lang="en-US" altLang="en-US"/>
              <a:pPr>
                <a:spcBef>
                  <a:spcPct val="0"/>
                </a:spcBef>
              </a:pPr>
              <a:t>7</a:t>
            </a:fld>
            <a:endParaRPr lang="en-US" altLang="en-US"/>
          </a:p>
        </p:txBody>
      </p:sp>
      <p:sp>
        <p:nvSpPr>
          <p:cNvPr id="14339" name="Rectangle 2">
            <a:extLst>
              <a:ext uri="{FF2B5EF4-FFF2-40B4-BE49-F238E27FC236}">
                <a16:creationId xmlns:a16="http://schemas.microsoft.com/office/drawing/2014/main" id="{D697981A-80F5-48A6-9B9A-33A5AAD9A707}"/>
              </a:ext>
            </a:extLst>
          </p:cNvPr>
          <p:cNvSpPr>
            <a:spLocks noGrp="1" noRot="1" noChangeAspect="1" noChangeArrowheads="1" noTextEdit="1"/>
          </p:cNvSpPr>
          <p:nvPr>
            <p:ph type="sldImg"/>
          </p:nvPr>
        </p:nvSpPr>
        <p:spPr>
          <a:ln/>
        </p:spPr>
      </p:sp>
      <p:sp>
        <p:nvSpPr>
          <p:cNvPr id="14340" name="Rectangle 3">
            <a:extLst>
              <a:ext uri="{FF2B5EF4-FFF2-40B4-BE49-F238E27FC236}">
                <a16:creationId xmlns:a16="http://schemas.microsoft.com/office/drawing/2014/main" id="{3C310DDD-65A1-45F3-97A0-2D50F628913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8</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29733709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7A3FF850-F47A-41C6-B81B-D7D16E975FA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71EAA2A-5ABB-438B-B3E3-9E830947FC80}" type="slidenum">
              <a:rPr lang="en-US" altLang="en-US"/>
              <a:pPr>
                <a:spcBef>
                  <a:spcPct val="0"/>
                </a:spcBef>
              </a:pPr>
              <a:t>9</a:t>
            </a:fld>
            <a:endParaRPr lang="en-US" altLang="en-US"/>
          </a:p>
        </p:txBody>
      </p:sp>
      <p:sp>
        <p:nvSpPr>
          <p:cNvPr id="16387" name="Rectangle 2">
            <a:extLst>
              <a:ext uri="{FF2B5EF4-FFF2-40B4-BE49-F238E27FC236}">
                <a16:creationId xmlns:a16="http://schemas.microsoft.com/office/drawing/2014/main" id="{38A0D106-BD19-4E25-B417-874AD34EDD0E}"/>
              </a:ext>
            </a:extLst>
          </p:cNvPr>
          <p:cNvSpPr>
            <a:spLocks noGrp="1" noRot="1" noChangeAspect="1" noChangeArrowheads="1" noTextEdit="1"/>
          </p:cNvSpPr>
          <p:nvPr>
            <p:ph type="sldImg"/>
          </p:nvPr>
        </p:nvSpPr>
        <p:spPr>
          <a:ln/>
        </p:spPr>
      </p:sp>
      <p:sp>
        <p:nvSpPr>
          <p:cNvPr id="16388" name="Rectangle 3">
            <a:extLst>
              <a:ext uri="{FF2B5EF4-FFF2-40B4-BE49-F238E27FC236}">
                <a16:creationId xmlns:a16="http://schemas.microsoft.com/office/drawing/2014/main" id="{20927D8A-6705-4407-A3A5-11B1DF3A4E0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84E1C588-5884-44E5-9C2B-6C6CF76335E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4766229C-0449-4B5E-8DA7-843E293CE722}" type="slidenum">
              <a:rPr lang="en-US" altLang="en-US"/>
              <a:pPr>
                <a:spcBef>
                  <a:spcPct val="0"/>
                </a:spcBef>
              </a:pPr>
              <a:t>10</a:t>
            </a:fld>
            <a:endParaRPr lang="en-US" altLang="en-US"/>
          </a:p>
        </p:txBody>
      </p:sp>
      <p:sp>
        <p:nvSpPr>
          <p:cNvPr id="18435" name="Rectangle 2">
            <a:extLst>
              <a:ext uri="{FF2B5EF4-FFF2-40B4-BE49-F238E27FC236}">
                <a16:creationId xmlns:a16="http://schemas.microsoft.com/office/drawing/2014/main" id="{D97D6594-D373-4BF0-8FD0-6456B834B1BD}"/>
              </a:ext>
            </a:extLst>
          </p:cNvPr>
          <p:cNvSpPr>
            <a:spLocks noGrp="1" noRot="1" noChangeAspect="1" noChangeArrowheads="1" noTextEdit="1"/>
          </p:cNvSpPr>
          <p:nvPr>
            <p:ph type="sldImg"/>
          </p:nvPr>
        </p:nvSpPr>
        <p:spPr>
          <a:ln/>
        </p:spPr>
      </p:sp>
      <p:sp>
        <p:nvSpPr>
          <p:cNvPr id="18436" name="Rectangle 3">
            <a:extLst>
              <a:ext uri="{FF2B5EF4-FFF2-40B4-BE49-F238E27FC236}">
                <a16:creationId xmlns:a16="http://schemas.microsoft.com/office/drawing/2014/main" id="{2D04E6F2-25E9-4963-8D99-381ED8305D0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11</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40138233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5B4877DD-8FB5-404A-A7B5-C85DBB5CCC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5EC5423-406D-4E12-9BBC-57D109DF15BF}" type="slidenum">
              <a:rPr lang="en-US" altLang="en-US"/>
              <a:pPr>
                <a:spcBef>
                  <a:spcPct val="0"/>
                </a:spcBef>
              </a:pPr>
              <a:t>12</a:t>
            </a:fld>
            <a:endParaRPr lang="en-US" altLang="en-US"/>
          </a:p>
        </p:txBody>
      </p:sp>
      <p:sp>
        <p:nvSpPr>
          <p:cNvPr id="20483" name="Rectangle 2">
            <a:extLst>
              <a:ext uri="{FF2B5EF4-FFF2-40B4-BE49-F238E27FC236}">
                <a16:creationId xmlns:a16="http://schemas.microsoft.com/office/drawing/2014/main" id="{D45F06FF-C513-48AF-AC50-5904A353675E}"/>
              </a:ext>
            </a:extLst>
          </p:cNvPr>
          <p:cNvSpPr>
            <a:spLocks noGrp="1" noRot="1" noChangeAspect="1" noChangeArrowheads="1" noTextEdit="1"/>
          </p:cNvSpPr>
          <p:nvPr>
            <p:ph type="sldImg"/>
          </p:nvPr>
        </p:nvSpPr>
        <p:spPr>
          <a:ln/>
        </p:spPr>
      </p:sp>
      <p:sp>
        <p:nvSpPr>
          <p:cNvPr id="20484" name="Rectangle 3">
            <a:extLst>
              <a:ext uri="{FF2B5EF4-FFF2-40B4-BE49-F238E27FC236}">
                <a16:creationId xmlns:a16="http://schemas.microsoft.com/office/drawing/2014/main" id="{F69A8E02-B8F7-4D1B-9209-CAFF95D13E6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13</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145474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15</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99874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6B4AAFB-BD5A-449C-8654-7663635201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F23A6933-445B-4CC3-937F-349046DCE9AF}" type="slidenum">
              <a:rPr lang="en-US" altLang="en-US"/>
              <a:pPr>
                <a:spcBef>
                  <a:spcPct val="0"/>
                </a:spcBef>
              </a:pPr>
              <a:t>16</a:t>
            </a:fld>
            <a:endParaRPr lang="en-US" altLang="en-US"/>
          </a:p>
        </p:txBody>
      </p:sp>
      <p:sp>
        <p:nvSpPr>
          <p:cNvPr id="23555" name="Rectangle 2">
            <a:extLst>
              <a:ext uri="{FF2B5EF4-FFF2-40B4-BE49-F238E27FC236}">
                <a16:creationId xmlns:a16="http://schemas.microsoft.com/office/drawing/2014/main" id="{7521ADEB-F790-4834-9C6D-2754F53E20AF}"/>
              </a:ext>
            </a:extLst>
          </p:cNvPr>
          <p:cNvSpPr>
            <a:spLocks noGrp="1" noRot="1" noChangeAspect="1" noChangeArrowheads="1" noTextEdit="1"/>
          </p:cNvSpPr>
          <p:nvPr>
            <p:ph type="sldImg"/>
          </p:nvPr>
        </p:nvSpPr>
        <p:spPr>
          <a:ln/>
        </p:spPr>
      </p:sp>
      <p:sp>
        <p:nvSpPr>
          <p:cNvPr id="23556" name="Rectangle 3">
            <a:extLst>
              <a:ext uri="{FF2B5EF4-FFF2-40B4-BE49-F238E27FC236}">
                <a16:creationId xmlns:a16="http://schemas.microsoft.com/office/drawing/2014/main" id="{1E123042-D517-4E18-9E7C-BDE092C374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17</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9681261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F14E4C35-FF31-40A7-9B49-9622227ABFF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276BF8B-EB46-4877-A9E4-F36E9D43AB31}" type="slidenum">
              <a:rPr lang="en-US" altLang="en-US"/>
              <a:pPr>
                <a:spcBef>
                  <a:spcPct val="0"/>
                </a:spcBef>
              </a:pPr>
              <a:t>18</a:t>
            </a:fld>
            <a:endParaRPr lang="en-US" altLang="en-US"/>
          </a:p>
        </p:txBody>
      </p:sp>
      <p:sp>
        <p:nvSpPr>
          <p:cNvPr id="25603" name="Rectangle 2">
            <a:extLst>
              <a:ext uri="{FF2B5EF4-FFF2-40B4-BE49-F238E27FC236}">
                <a16:creationId xmlns:a16="http://schemas.microsoft.com/office/drawing/2014/main" id="{DE956E18-A56B-4EE5-B6F1-120754F00DEF}"/>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8ABB770D-7334-4978-8A21-F83D97731D4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66AFC014-0170-48AA-A7D7-5B757F346C1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E7FA8FA7-2C19-4864-9364-876B11B55337}" type="slidenum">
              <a:rPr lang="en-US" altLang="en-US"/>
              <a:pPr>
                <a:spcBef>
                  <a:spcPct val="0"/>
                </a:spcBef>
              </a:pPr>
              <a:t>20</a:t>
            </a:fld>
            <a:endParaRPr lang="en-US" altLang="en-US"/>
          </a:p>
        </p:txBody>
      </p:sp>
      <p:sp>
        <p:nvSpPr>
          <p:cNvPr id="27651" name="Rectangle 2">
            <a:extLst>
              <a:ext uri="{FF2B5EF4-FFF2-40B4-BE49-F238E27FC236}">
                <a16:creationId xmlns:a16="http://schemas.microsoft.com/office/drawing/2014/main" id="{3455E867-E2E8-4C10-8162-D792D392722D}"/>
              </a:ext>
            </a:extLst>
          </p:cNvPr>
          <p:cNvSpPr>
            <a:spLocks noGrp="1" noRot="1" noChangeAspect="1" noChangeArrowheads="1" noTextEdit="1"/>
          </p:cNvSpPr>
          <p:nvPr>
            <p:ph type="sldImg"/>
          </p:nvPr>
        </p:nvSpPr>
        <p:spPr>
          <a:ln/>
        </p:spPr>
      </p:sp>
      <p:sp>
        <p:nvSpPr>
          <p:cNvPr id="27652" name="Rectangle 3">
            <a:extLst>
              <a:ext uri="{FF2B5EF4-FFF2-40B4-BE49-F238E27FC236}">
                <a16:creationId xmlns:a16="http://schemas.microsoft.com/office/drawing/2014/main" id="{CF0E8AE0-7C8B-405F-879F-C35DB198AD9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A5BEB281-37F3-4AEA-BFC4-1A4F089CF3D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1A8B18-92BD-4D56-9776-A311EE9F6939}" type="slidenum">
              <a:rPr lang="en-US" altLang="en-US"/>
              <a:pPr>
                <a:spcBef>
                  <a:spcPct val="0"/>
                </a:spcBef>
              </a:pPr>
              <a:t>22</a:t>
            </a:fld>
            <a:endParaRPr lang="en-US" altLang="en-US"/>
          </a:p>
        </p:txBody>
      </p:sp>
      <p:sp>
        <p:nvSpPr>
          <p:cNvPr id="8195" name="Rectangle 2">
            <a:extLst>
              <a:ext uri="{FF2B5EF4-FFF2-40B4-BE49-F238E27FC236}">
                <a16:creationId xmlns:a16="http://schemas.microsoft.com/office/drawing/2014/main" id="{C72D8059-D6F5-45F5-BFC6-6FEAE4448183}"/>
              </a:ext>
            </a:extLst>
          </p:cNvPr>
          <p:cNvSpPr>
            <a:spLocks noGrp="1" noRot="1" noChangeAspect="1" noChangeArrowheads="1" noTextEdit="1"/>
          </p:cNvSpPr>
          <p:nvPr>
            <p:ph type="sldImg"/>
          </p:nvPr>
        </p:nvSpPr>
        <p:spPr>
          <a:ln/>
        </p:spPr>
      </p:sp>
      <p:sp>
        <p:nvSpPr>
          <p:cNvPr id="8196" name="Rectangle 3">
            <a:extLst>
              <a:ext uri="{FF2B5EF4-FFF2-40B4-BE49-F238E27FC236}">
                <a16:creationId xmlns:a16="http://schemas.microsoft.com/office/drawing/2014/main" id="{B29A9A4F-E74D-4069-8619-39074FB1B2E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extLst>
      <p:ext uri="{BB962C8B-B14F-4D97-AF65-F5344CB8AC3E}">
        <p14:creationId xmlns:p14="http://schemas.microsoft.com/office/powerpoint/2010/main" val="14070168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E2FD4AE8-3738-49BF-802A-72826DB29BE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B55D4DC-E2B9-492E-A34A-F2C6D12F0D79}" type="slidenum">
              <a:rPr lang="en-US" altLang="en-US"/>
              <a:pPr>
                <a:spcBef>
                  <a:spcPct val="0"/>
                </a:spcBef>
              </a:pPr>
              <a:t>23</a:t>
            </a:fld>
            <a:endParaRPr lang="en-US" altLang="en-US"/>
          </a:p>
        </p:txBody>
      </p:sp>
      <p:sp>
        <p:nvSpPr>
          <p:cNvPr id="29699" name="Rectangle 2">
            <a:extLst>
              <a:ext uri="{FF2B5EF4-FFF2-40B4-BE49-F238E27FC236}">
                <a16:creationId xmlns:a16="http://schemas.microsoft.com/office/drawing/2014/main" id="{7A4604BE-7AE9-4E84-8838-3758A814AC9E}"/>
              </a:ext>
            </a:extLst>
          </p:cNvPr>
          <p:cNvSpPr>
            <a:spLocks noGrp="1" noRot="1" noChangeAspect="1" noChangeArrowheads="1" noTextEdit="1"/>
          </p:cNvSpPr>
          <p:nvPr>
            <p:ph type="sldImg"/>
          </p:nvPr>
        </p:nvSpPr>
        <p:spPr>
          <a:ln/>
        </p:spPr>
      </p:sp>
      <p:sp>
        <p:nvSpPr>
          <p:cNvPr id="29700" name="Rectangle 3">
            <a:extLst>
              <a:ext uri="{FF2B5EF4-FFF2-40B4-BE49-F238E27FC236}">
                <a16:creationId xmlns:a16="http://schemas.microsoft.com/office/drawing/2014/main" id="{93063E0F-1557-4233-A8B8-8CBAA7E874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9797E92B-6D68-4B94-B830-EE49E8E50AF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16D155DA-463B-4CA3-9482-447EA9DBE898}" type="slidenum">
              <a:rPr lang="en-US" altLang="en-US"/>
              <a:pPr>
                <a:spcBef>
                  <a:spcPct val="0"/>
                </a:spcBef>
              </a:pPr>
              <a:t>26</a:t>
            </a:fld>
            <a:endParaRPr lang="en-US" altLang="en-US"/>
          </a:p>
        </p:txBody>
      </p:sp>
      <p:sp>
        <p:nvSpPr>
          <p:cNvPr id="32771" name="Rectangle 2">
            <a:extLst>
              <a:ext uri="{FF2B5EF4-FFF2-40B4-BE49-F238E27FC236}">
                <a16:creationId xmlns:a16="http://schemas.microsoft.com/office/drawing/2014/main" id="{7B7A54AB-C7A7-459B-BDC7-E9C3DD4075B6}"/>
              </a:ext>
            </a:extLst>
          </p:cNvPr>
          <p:cNvSpPr>
            <a:spLocks noGrp="1" noRot="1" noChangeAspect="1" noChangeArrowheads="1" noTextEdit="1"/>
          </p:cNvSpPr>
          <p:nvPr>
            <p:ph type="sldImg"/>
          </p:nvPr>
        </p:nvSpPr>
        <p:spPr>
          <a:ln/>
        </p:spPr>
      </p:sp>
      <p:sp>
        <p:nvSpPr>
          <p:cNvPr id="32772" name="Rectangle 3">
            <a:extLst>
              <a:ext uri="{FF2B5EF4-FFF2-40B4-BE49-F238E27FC236}">
                <a16:creationId xmlns:a16="http://schemas.microsoft.com/office/drawing/2014/main" id="{2290BE34-6ABC-4C45-B58A-99AE6C8BC1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94A9BA56-9703-4B82-8D8D-F29CFF0DBFA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59FA61D8-E841-41BE-99DC-AD8D4542D2C4}" type="slidenum">
              <a:rPr lang="en-US" altLang="en-US"/>
              <a:pPr>
                <a:spcBef>
                  <a:spcPct val="0"/>
                </a:spcBef>
              </a:pPr>
              <a:t>27</a:t>
            </a:fld>
            <a:endParaRPr lang="en-US" altLang="en-US"/>
          </a:p>
        </p:txBody>
      </p:sp>
      <p:sp>
        <p:nvSpPr>
          <p:cNvPr id="34819" name="Rectangle 2">
            <a:extLst>
              <a:ext uri="{FF2B5EF4-FFF2-40B4-BE49-F238E27FC236}">
                <a16:creationId xmlns:a16="http://schemas.microsoft.com/office/drawing/2014/main" id="{BD5204EF-EEAF-4385-AB75-81C825FE4468}"/>
              </a:ext>
            </a:extLst>
          </p:cNvPr>
          <p:cNvSpPr>
            <a:spLocks noGrp="1" noRot="1" noChangeAspect="1" noChangeArrowheads="1" noTextEdit="1"/>
          </p:cNvSpPr>
          <p:nvPr>
            <p:ph type="sldImg"/>
          </p:nvPr>
        </p:nvSpPr>
        <p:spPr>
          <a:ln/>
        </p:spPr>
      </p:sp>
      <p:sp>
        <p:nvSpPr>
          <p:cNvPr id="34820" name="Rectangle 3">
            <a:extLst>
              <a:ext uri="{FF2B5EF4-FFF2-40B4-BE49-F238E27FC236}">
                <a16:creationId xmlns:a16="http://schemas.microsoft.com/office/drawing/2014/main" id="{9C71E6EE-1C54-4E7D-AD64-2AC8595D928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E9659045-6A26-4933-9450-B2A00341C0F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AC0E774-B0E6-42AB-9569-2536042DE24A}" type="slidenum">
              <a:rPr lang="en-US" altLang="en-US"/>
              <a:pPr>
                <a:spcBef>
                  <a:spcPct val="0"/>
                </a:spcBef>
              </a:pPr>
              <a:t>28</a:t>
            </a:fld>
            <a:endParaRPr lang="en-US" altLang="en-US"/>
          </a:p>
        </p:txBody>
      </p:sp>
      <p:sp>
        <p:nvSpPr>
          <p:cNvPr id="36867" name="Rectangle 2">
            <a:extLst>
              <a:ext uri="{FF2B5EF4-FFF2-40B4-BE49-F238E27FC236}">
                <a16:creationId xmlns:a16="http://schemas.microsoft.com/office/drawing/2014/main" id="{AE8503E7-9F8B-4C72-A4FA-C06EB102FC54}"/>
              </a:ext>
            </a:extLst>
          </p:cNvPr>
          <p:cNvSpPr>
            <a:spLocks noGrp="1" noRot="1" noChangeAspect="1" noChangeArrowheads="1" noTextEdit="1"/>
          </p:cNvSpPr>
          <p:nvPr>
            <p:ph type="sldImg"/>
          </p:nvPr>
        </p:nvSpPr>
        <p:spPr>
          <a:ln/>
        </p:spPr>
      </p:sp>
      <p:sp>
        <p:nvSpPr>
          <p:cNvPr id="36868" name="Rectangle 3">
            <a:extLst>
              <a:ext uri="{FF2B5EF4-FFF2-40B4-BE49-F238E27FC236}">
                <a16:creationId xmlns:a16="http://schemas.microsoft.com/office/drawing/2014/main" id="{2A9CF7AC-CEA0-4A57-B486-FF5366C4FAB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4A3EAC3-222E-4B4F-B936-48886B4AB68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9123DDC-E77F-402F-84D3-7FD5570E2A66}" type="slidenum">
              <a:rPr lang="en-US" altLang="en-US"/>
              <a:pPr>
                <a:spcBef>
                  <a:spcPct val="0"/>
                </a:spcBef>
              </a:pPr>
              <a:t>29</a:t>
            </a:fld>
            <a:endParaRPr lang="en-US" altLang="en-US"/>
          </a:p>
        </p:txBody>
      </p:sp>
      <p:sp>
        <p:nvSpPr>
          <p:cNvPr id="38915" name="Rectangle 2">
            <a:extLst>
              <a:ext uri="{FF2B5EF4-FFF2-40B4-BE49-F238E27FC236}">
                <a16:creationId xmlns:a16="http://schemas.microsoft.com/office/drawing/2014/main" id="{6A8DFBC4-811D-49BF-852C-53D684FA0E12}"/>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DBB313C7-55DB-49D5-888A-D067E4BF2A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E499AF9D-47DB-4105-BE2E-106C051E6D4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89D461-347E-4B78-A606-7D26D50BEEAF}" type="slidenum">
              <a:rPr lang="en-US" altLang="en-US"/>
              <a:pPr>
                <a:spcBef>
                  <a:spcPct val="0"/>
                </a:spcBef>
              </a:pPr>
              <a:t>30</a:t>
            </a:fld>
            <a:endParaRPr lang="en-US" altLang="en-US"/>
          </a:p>
        </p:txBody>
      </p:sp>
      <p:sp>
        <p:nvSpPr>
          <p:cNvPr id="41987" name="Rectangle 2">
            <a:extLst>
              <a:ext uri="{FF2B5EF4-FFF2-40B4-BE49-F238E27FC236}">
                <a16:creationId xmlns:a16="http://schemas.microsoft.com/office/drawing/2014/main" id="{C948BC69-3FCB-4E8B-AA68-7FC7AF86258C}"/>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20726C93-80E7-4354-9818-6EEEC82C20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ECD45816-B8AB-4FB1-84E7-CFEAD7C91A9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3B63D46C-B102-40E7-8195-F484F4118BEC}" type="slidenum">
              <a:rPr lang="en-US" altLang="en-US"/>
              <a:pPr>
                <a:spcBef>
                  <a:spcPct val="0"/>
                </a:spcBef>
              </a:pPr>
              <a:t>31</a:t>
            </a:fld>
            <a:endParaRPr lang="en-US" altLang="en-US"/>
          </a:p>
        </p:txBody>
      </p:sp>
      <p:sp>
        <p:nvSpPr>
          <p:cNvPr id="44035" name="Rectangle 2">
            <a:extLst>
              <a:ext uri="{FF2B5EF4-FFF2-40B4-BE49-F238E27FC236}">
                <a16:creationId xmlns:a16="http://schemas.microsoft.com/office/drawing/2014/main" id="{36B19981-8242-4327-97E4-CF360867E388}"/>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BE419929-A394-4CCD-9DF8-C22E547C366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76A5ACE4-8976-407C-92F7-102CC922606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AED88E7-30D1-41C8-B180-934AACA305DD}" type="slidenum">
              <a:rPr lang="en-US" altLang="en-US"/>
              <a:pPr>
                <a:spcBef>
                  <a:spcPct val="0"/>
                </a:spcBef>
              </a:pPr>
              <a:t>32</a:t>
            </a:fld>
            <a:endParaRPr lang="en-US" altLang="en-US"/>
          </a:p>
        </p:txBody>
      </p:sp>
      <p:sp>
        <p:nvSpPr>
          <p:cNvPr id="46083" name="Rectangle 2">
            <a:extLst>
              <a:ext uri="{FF2B5EF4-FFF2-40B4-BE49-F238E27FC236}">
                <a16:creationId xmlns:a16="http://schemas.microsoft.com/office/drawing/2014/main" id="{A20ED558-5C4D-4A90-ACF2-EDFA5F5B523D}"/>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1F8262BC-349B-43AE-BA46-1C78A617C65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A2EE3965-BA0E-44F7-BE50-19EA4968A74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330B303-2512-4E2A-AE33-E20169E796EB}" type="slidenum">
              <a:rPr lang="en-US" altLang="en-US"/>
              <a:pPr>
                <a:spcBef>
                  <a:spcPct val="0"/>
                </a:spcBef>
              </a:pPr>
              <a:t>33</a:t>
            </a:fld>
            <a:endParaRPr lang="en-US" altLang="en-US"/>
          </a:p>
        </p:txBody>
      </p:sp>
      <p:sp>
        <p:nvSpPr>
          <p:cNvPr id="48131" name="Rectangle 2">
            <a:extLst>
              <a:ext uri="{FF2B5EF4-FFF2-40B4-BE49-F238E27FC236}">
                <a16:creationId xmlns:a16="http://schemas.microsoft.com/office/drawing/2014/main" id="{D1FBD100-F3E0-4781-9BE3-9BC05EF5B912}"/>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1B5FF990-6DD4-494A-86D8-DE8F6968D0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39E77173-5F71-42AB-81C4-6784B4F6BEE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40EE349-3F4D-47BB-9905-1B159840010C}" type="slidenum">
              <a:rPr lang="en-US" altLang="en-US"/>
              <a:pPr>
                <a:spcBef>
                  <a:spcPct val="0"/>
                </a:spcBef>
              </a:pPr>
              <a:t>34</a:t>
            </a:fld>
            <a:endParaRPr lang="en-US" altLang="en-US"/>
          </a:p>
        </p:txBody>
      </p:sp>
      <p:sp>
        <p:nvSpPr>
          <p:cNvPr id="50179" name="Rectangle 2">
            <a:extLst>
              <a:ext uri="{FF2B5EF4-FFF2-40B4-BE49-F238E27FC236}">
                <a16:creationId xmlns:a16="http://schemas.microsoft.com/office/drawing/2014/main" id="{4261531B-254D-4144-B24A-63C0A36DFE55}"/>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BE08288B-5467-45A5-9AC4-DD67A8447E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7">
            <a:extLst>
              <a:ext uri="{FF2B5EF4-FFF2-40B4-BE49-F238E27FC236}">
                <a16:creationId xmlns:a16="http://schemas.microsoft.com/office/drawing/2014/main" id="{E6FC1C04-66CE-4A17-B58F-70AF761024F1}"/>
              </a:ext>
            </a:extLst>
          </p:cNvPr>
          <p:cNvSpPr>
            <a:spLocks noGrp="1" noChangeArrowheads="1"/>
          </p:cNvSpPr>
          <p:nvPr>
            <p:ph type="sldNum" sz="quarter" idx="5"/>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E2B2320-DBE0-41EB-9A66-96B514D26BCC}" type="slidenum">
              <a:rPr lang="en-US" altLang="en-US">
                <a:latin typeface="Arial" panose="020B0604020202020204" pitchFamily="34" charset="0"/>
              </a:rPr>
              <a:pPr/>
              <a:t>47</a:t>
            </a:fld>
            <a:endParaRPr lang="en-US" altLang="en-US">
              <a:latin typeface="Arial" panose="020B0604020202020204" pitchFamily="34" charset="0"/>
            </a:endParaRPr>
          </a:p>
        </p:txBody>
      </p:sp>
      <p:sp>
        <p:nvSpPr>
          <p:cNvPr id="75778" name="Rectangle 2">
            <a:extLst>
              <a:ext uri="{FF2B5EF4-FFF2-40B4-BE49-F238E27FC236}">
                <a16:creationId xmlns:a16="http://schemas.microsoft.com/office/drawing/2014/main" id="{2F9461F9-0AED-4679-9916-B7B3C209521B}"/>
              </a:ext>
            </a:extLst>
          </p:cNvPr>
          <p:cNvSpPr>
            <a:spLocks noGrp="1" noRot="1" noChangeAspect="1" noChangeArrowheads="1" noTextEdit="1"/>
          </p:cNvSpPr>
          <p:nvPr>
            <p:ph type="sldImg"/>
          </p:nvPr>
        </p:nvSpPr>
        <p:spPr>
          <a:ln/>
        </p:spPr>
      </p:sp>
      <p:sp>
        <p:nvSpPr>
          <p:cNvPr id="75779" name="Rectangle 3">
            <a:extLst>
              <a:ext uri="{FF2B5EF4-FFF2-40B4-BE49-F238E27FC236}">
                <a16:creationId xmlns:a16="http://schemas.microsoft.com/office/drawing/2014/main" id="{ADF89A62-526C-4E25-9E89-E83E68D577EF}"/>
              </a:ext>
            </a:extLst>
          </p:cNvPr>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a:extLst>
              <a:ext uri="{FF2B5EF4-FFF2-40B4-BE49-F238E27FC236}">
                <a16:creationId xmlns:a16="http://schemas.microsoft.com/office/drawing/2014/main" id="{3B705F08-C07C-458B-B9C8-7D6E2E7208D7}"/>
              </a:ext>
            </a:extLst>
          </p:cNvPr>
          <p:cNvSpPr>
            <a:spLocks noChangeArrowheads="1"/>
          </p:cNvSpPr>
          <p:nvPr/>
        </p:nvSpPr>
        <p:spPr bwMode="auto">
          <a:xfrm>
            <a:off x="609600" y="1752600"/>
            <a:ext cx="7924800" cy="9144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a:extLst>
              <a:ext uri="{FF2B5EF4-FFF2-40B4-BE49-F238E27FC236}">
                <a16:creationId xmlns:a16="http://schemas.microsoft.com/office/drawing/2014/main" id="{EDFC44DB-0EBD-4F3A-AF14-79DBD26CD8F3}"/>
              </a:ext>
            </a:extLst>
          </p:cNvPr>
          <p:cNvSpPr>
            <a:spLocks noChangeShapeType="1"/>
          </p:cNvSpPr>
          <p:nvPr/>
        </p:nvSpPr>
        <p:spPr bwMode="auto">
          <a:xfrm>
            <a:off x="1219200" y="5029200"/>
            <a:ext cx="6511925" cy="0"/>
          </a:xfrm>
          <a:prstGeom prst="line">
            <a:avLst/>
          </a:prstGeom>
          <a:noFill/>
          <a:ln w="3175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38" name="Rectangle 2"/>
          <p:cNvSpPr>
            <a:spLocks noGrp="1" noChangeArrowheads="1"/>
          </p:cNvSpPr>
          <p:nvPr>
            <p:ph type="ctrTitle"/>
          </p:nvPr>
        </p:nvSpPr>
        <p:spPr>
          <a:xfrm>
            <a:off x="914400" y="2057400"/>
            <a:ext cx="7620000" cy="1752600"/>
          </a:xfrm>
        </p:spPr>
        <p:txBody>
          <a:bodyPr/>
          <a:lstStyle>
            <a:lvl1pPr>
              <a:defRPr sz="4800" b="0"/>
            </a:lvl1pPr>
          </a:lstStyle>
          <a:p>
            <a:r>
              <a:rPr lang="en-US" altLang="en-US"/>
              <a:t>Click to edit Master title style</a:t>
            </a:r>
          </a:p>
        </p:txBody>
      </p:sp>
      <p:sp>
        <p:nvSpPr>
          <p:cNvPr id="14339" name="Rectangle 3"/>
          <p:cNvSpPr>
            <a:spLocks noGrp="1" noChangeArrowheads="1"/>
          </p:cNvSpPr>
          <p:nvPr>
            <p:ph type="subTitle" idx="1"/>
          </p:nvPr>
        </p:nvSpPr>
        <p:spPr>
          <a:xfrm>
            <a:off x="1219200" y="5029200"/>
            <a:ext cx="6553200" cy="1752600"/>
          </a:xfrm>
        </p:spPr>
        <p:txBody>
          <a:bodyPr/>
          <a:lstStyle>
            <a:lvl1pPr marL="0" indent="0">
              <a:buFont typeface="Wingdings 2" pitchFamily="18" charset="2"/>
              <a:buNone/>
              <a:defRPr sz="2400"/>
            </a:lvl1pPr>
          </a:lstStyle>
          <a:p>
            <a:r>
              <a:rPr lang="en-US" altLang="en-US"/>
              <a:t>Click to edit Master subtitle style</a:t>
            </a:r>
          </a:p>
        </p:txBody>
      </p:sp>
      <p:sp>
        <p:nvSpPr>
          <p:cNvPr id="6" name="Rectangle 4">
            <a:extLst>
              <a:ext uri="{FF2B5EF4-FFF2-40B4-BE49-F238E27FC236}">
                <a16:creationId xmlns:a16="http://schemas.microsoft.com/office/drawing/2014/main" id="{1D82C3AF-D0E6-4632-A139-E7F5C095982F}"/>
              </a:ext>
            </a:extLst>
          </p:cNvPr>
          <p:cNvSpPr>
            <a:spLocks noGrp="1" noChangeArrowheads="1"/>
          </p:cNvSpPr>
          <p:nvPr>
            <p:ph type="dt" sz="half" idx="10"/>
          </p:nvPr>
        </p:nvSpPr>
        <p:spPr>
          <a:xfrm>
            <a:off x="457200" y="6400800"/>
            <a:ext cx="2133600" cy="457200"/>
          </a:xfrm>
        </p:spPr>
        <p:txBody>
          <a:bodyPr/>
          <a:lstStyle>
            <a:lvl1pPr>
              <a:defRPr sz="1200"/>
            </a:lvl1pPr>
          </a:lstStyle>
          <a:p>
            <a:pPr>
              <a:defRPr/>
            </a:pPr>
            <a:r>
              <a:rPr lang="en-US"/>
              <a:t>Bộ môn Hệ thống Thông tin - Khoa CNTT</a:t>
            </a:r>
            <a:endParaRPr lang="en-US" altLang="en-US"/>
          </a:p>
        </p:txBody>
      </p:sp>
      <p:sp>
        <p:nvSpPr>
          <p:cNvPr id="7" name="Rectangle 5">
            <a:extLst>
              <a:ext uri="{FF2B5EF4-FFF2-40B4-BE49-F238E27FC236}">
                <a16:creationId xmlns:a16="http://schemas.microsoft.com/office/drawing/2014/main" id="{A6886296-D1EA-4FA7-8B4F-56C4D5576407}"/>
              </a:ext>
            </a:extLst>
          </p:cNvPr>
          <p:cNvSpPr>
            <a:spLocks noGrp="1" noChangeArrowheads="1"/>
          </p:cNvSpPr>
          <p:nvPr>
            <p:ph type="ftr" sz="quarter" idx="11"/>
          </p:nvPr>
        </p:nvSpPr>
        <p:spPr/>
        <p:txBody>
          <a:bodyPr/>
          <a:lstStyle>
            <a:lvl1pPr>
              <a:defRPr/>
            </a:lvl1pPr>
          </a:lstStyle>
          <a:p>
            <a:pPr>
              <a:defRPr/>
            </a:pPr>
            <a:endParaRPr lang="en-US" altLang="en-US"/>
          </a:p>
        </p:txBody>
      </p:sp>
      <p:sp>
        <p:nvSpPr>
          <p:cNvPr id="8" name="Rectangle 6">
            <a:extLst>
              <a:ext uri="{FF2B5EF4-FFF2-40B4-BE49-F238E27FC236}">
                <a16:creationId xmlns:a16="http://schemas.microsoft.com/office/drawing/2014/main" id="{9995093D-AFC6-4DFF-B13B-1E7DD8C1E20A}"/>
              </a:ext>
            </a:extLst>
          </p:cNvPr>
          <p:cNvSpPr>
            <a:spLocks noGrp="1" noChangeArrowheads="1"/>
          </p:cNvSpPr>
          <p:nvPr>
            <p:ph type="sldNum" sz="quarter" idx="12"/>
          </p:nvPr>
        </p:nvSpPr>
        <p:spPr>
          <a:xfrm>
            <a:off x="6553200" y="6400800"/>
            <a:ext cx="2133600" cy="457200"/>
          </a:xfrm>
        </p:spPr>
        <p:txBody>
          <a:bodyPr/>
          <a:lstStyle>
            <a:lvl1pPr>
              <a:defRPr/>
            </a:lvl1pPr>
          </a:lstStyle>
          <a:p>
            <a:fld id="{A0A5A367-31C8-4A04-84C8-B87292380567}" type="slidenum">
              <a:rPr lang="en-US" altLang="en-US"/>
              <a:pPr/>
              <a:t>‹#›</a:t>
            </a:fld>
            <a:endParaRPr lang="en-US" altLang="en-US"/>
          </a:p>
        </p:txBody>
      </p:sp>
    </p:spTree>
    <p:extLst>
      <p:ext uri="{BB962C8B-B14F-4D97-AF65-F5344CB8AC3E}">
        <p14:creationId xmlns:p14="http://schemas.microsoft.com/office/powerpoint/2010/main" val="9996003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D91B371B-FB0E-4A4A-8594-52CEB0DFE29F}"/>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0336E3B0-0DB3-492D-AC8B-919BAC95E03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0F7E60EE-1C98-4C84-A0BF-BB1CA9B0DE42}"/>
              </a:ext>
            </a:extLst>
          </p:cNvPr>
          <p:cNvSpPr>
            <a:spLocks noGrp="1" noChangeArrowheads="1"/>
          </p:cNvSpPr>
          <p:nvPr>
            <p:ph type="sldNum" sz="quarter" idx="12"/>
          </p:nvPr>
        </p:nvSpPr>
        <p:spPr>
          <a:ln/>
        </p:spPr>
        <p:txBody>
          <a:bodyPr/>
          <a:lstStyle>
            <a:lvl1pPr>
              <a:defRPr/>
            </a:lvl1pPr>
          </a:lstStyle>
          <a:p>
            <a:fld id="{2F60D9C9-C94C-4B3C-936E-8A1AECA54F0E}" type="slidenum">
              <a:rPr lang="en-US" altLang="en-US"/>
              <a:pPr/>
              <a:t>‹#›</a:t>
            </a:fld>
            <a:endParaRPr lang="en-US" altLang="en-US"/>
          </a:p>
        </p:txBody>
      </p:sp>
    </p:spTree>
    <p:extLst>
      <p:ext uri="{BB962C8B-B14F-4D97-AF65-F5344CB8AC3E}">
        <p14:creationId xmlns:p14="http://schemas.microsoft.com/office/powerpoint/2010/main" val="953477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98933B79-3A12-4A6F-B1B2-421AA1357C66}"/>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7069E898-745F-4EFB-A97B-CFB45E30916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7281D4C-6FA9-4E4D-8464-1BB65D590055}"/>
              </a:ext>
            </a:extLst>
          </p:cNvPr>
          <p:cNvSpPr>
            <a:spLocks noGrp="1" noChangeArrowheads="1"/>
          </p:cNvSpPr>
          <p:nvPr>
            <p:ph type="sldNum" sz="quarter" idx="12"/>
          </p:nvPr>
        </p:nvSpPr>
        <p:spPr>
          <a:ln/>
        </p:spPr>
        <p:txBody>
          <a:bodyPr/>
          <a:lstStyle>
            <a:lvl1pPr>
              <a:defRPr/>
            </a:lvl1pPr>
          </a:lstStyle>
          <a:p>
            <a:fld id="{8E815770-E6F3-4623-A1FF-F76ACC817655}" type="slidenum">
              <a:rPr lang="en-US" altLang="en-US"/>
              <a:pPr/>
              <a:t>‹#›</a:t>
            </a:fld>
            <a:endParaRPr lang="en-US" altLang="en-US"/>
          </a:p>
        </p:txBody>
      </p:sp>
    </p:spTree>
    <p:extLst>
      <p:ext uri="{BB962C8B-B14F-4D97-AF65-F5344CB8AC3E}">
        <p14:creationId xmlns:p14="http://schemas.microsoft.com/office/powerpoint/2010/main" val="39526240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11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D3C3D3D9-2C97-48BC-A141-F02E810418F1}"/>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625DAF87-7520-4619-AA53-184F0C99FA2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7BB80F01-CF5C-4B63-BCD2-77A0C33DCA8F}"/>
              </a:ext>
            </a:extLst>
          </p:cNvPr>
          <p:cNvSpPr>
            <a:spLocks noGrp="1" noChangeArrowheads="1"/>
          </p:cNvSpPr>
          <p:nvPr>
            <p:ph type="sldNum" sz="quarter" idx="12"/>
          </p:nvPr>
        </p:nvSpPr>
        <p:spPr>
          <a:ln/>
        </p:spPr>
        <p:txBody>
          <a:bodyPr/>
          <a:lstStyle>
            <a:lvl1pPr>
              <a:defRPr/>
            </a:lvl1pPr>
          </a:lstStyle>
          <a:p>
            <a:fld id="{BE973351-23B2-4255-A004-D31D809F88DC}" type="slidenum">
              <a:rPr lang="en-US" altLang="en-US"/>
              <a:pPr/>
              <a:t>‹#›</a:t>
            </a:fld>
            <a:endParaRPr lang="en-US" altLang="en-US"/>
          </a:p>
        </p:txBody>
      </p:sp>
    </p:spTree>
    <p:extLst>
      <p:ext uri="{BB962C8B-B14F-4D97-AF65-F5344CB8AC3E}">
        <p14:creationId xmlns:p14="http://schemas.microsoft.com/office/powerpoint/2010/main" val="20590486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F38E6C5-63A8-4125-826D-0BDD9D8CA982}"/>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8" name="Rectangle 5">
            <a:extLst>
              <a:ext uri="{FF2B5EF4-FFF2-40B4-BE49-F238E27FC236}">
                <a16:creationId xmlns:a16="http://schemas.microsoft.com/office/drawing/2014/main" id="{5412B757-82B4-4D21-A727-450DE678196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FD0A3A69-82A4-4522-BDD3-8256A135512C}"/>
              </a:ext>
            </a:extLst>
          </p:cNvPr>
          <p:cNvSpPr>
            <a:spLocks noGrp="1" noChangeArrowheads="1"/>
          </p:cNvSpPr>
          <p:nvPr>
            <p:ph type="sldNum" sz="quarter" idx="12"/>
          </p:nvPr>
        </p:nvSpPr>
        <p:spPr>
          <a:ln/>
        </p:spPr>
        <p:txBody>
          <a:bodyPr/>
          <a:lstStyle>
            <a:lvl1pPr>
              <a:defRPr/>
            </a:lvl1pPr>
          </a:lstStyle>
          <a:p>
            <a:fld id="{8CFC97E4-E93B-44D0-B952-8D7487667884}" type="slidenum">
              <a:rPr lang="en-US" altLang="en-US"/>
              <a:pPr/>
              <a:t>‹#›</a:t>
            </a:fld>
            <a:endParaRPr lang="en-US" altLang="en-US"/>
          </a:p>
        </p:txBody>
      </p:sp>
    </p:spTree>
    <p:extLst>
      <p:ext uri="{BB962C8B-B14F-4D97-AF65-F5344CB8AC3E}">
        <p14:creationId xmlns:p14="http://schemas.microsoft.com/office/powerpoint/2010/main" val="29601696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77D19A4F-3780-48A9-B367-26380218D04E}"/>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4" name="Rectangle 5">
            <a:extLst>
              <a:ext uri="{FF2B5EF4-FFF2-40B4-BE49-F238E27FC236}">
                <a16:creationId xmlns:a16="http://schemas.microsoft.com/office/drawing/2014/main" id="{10B1CBCD-05EF-420F-B24B-1CA9DFE0FB8B}"/>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B37C6ABF-7560-48A1-AB2D-FEBABA3B7C67}"/>
              </a:ext>
            </a:extLst>
          </p:cNvPr>
          <p:cNvSpPr>
            <a:spLocks noGrp="1" noChangeArrowheads="1"/>
          </p:cNvSpPr>
          <p:nvPr>
            <p:ph type="sldNum" sz="quarter" idx="12"/>
          </p:nvPr>
        </p:nvSpPr>
        <p:spPr>
          <a:ln/>
        </p:spPr>
        <p:txBody>
          <a:bodyPr/>
          <a:lstStyle>
            <a:lvl1pPr>
              <a:defRPr/>
            </a:lvl1pPr>
          </a:lstStyle>
          <a:p>
            <a:fld id="{5A3AA8E2-8C1C-4A7A-8FB7-EEB2D932A8F2}" type="slidenum">
              <a:rPr lang="en-US" altLang="en-US"/>
              <a:pPr/>
              <a:t>‹#›</a:t>
            </a:fld>
            <a:endParaRPr lang="en-US" altLang="en-US"/>
          </a:p>
        </p:txBody>
      </p:sp>
    </p:spTree>
    <p:extLst>
      <p:ext uri="{BB962C8B-B14F-4D97-AF65-F5344CB8AC3E}">
        <p14:creationId xmlns:p14="http://schemas.microsoft.com/office/powerpoint/2010/main" val="1453448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FAFDAC1-7CED-49F7-9A80-7E1256F3677F}"/>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3" name="Rectangle 5">
            <a:extLst>
              <a:ext uri="{FF2B5EF4-FFF2-40B4-BE49-F238E27FC236}">
                <a16:creationId xmlns:a16="http://schemas.microsoft.com/office/drawing/2014/main" id="{8FF91FF3-7C59-4A08-8D11-0EB6AF7BB5C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11BD1311-0C03-44FD-8AE2-A382C1991099}"/>
              </a:ext>
            </a:extLst>
          </p:cNvPr>
          <p:cNvSpPr>
            <a:spLocks noGrp="1" noChangeArrowheads="1"/>
          </p:cNvSpPr>
          <p:nvPr>
            <p:ph type="sldNum" sz="quarter" idx="12"/>
          </p:nvPr>
        </p:nvSpPr>
        <p:spPr>
          <a:ln/>
        </p:spPr>
        <p:txBody>
          <a:bodyPr/>
          <a:lstStyle>
            <a:lvl1pPr>
              <a:defRPr/>
            </a:lvl1pPr>
          </a:lstStyle>
          <a:p>
            <a:fld id="{43C358A9-EE35-472F-852A-421B22A65163}" type="slidenum">
              <a:rPr lang="en-US" altLang="en-US"/>
              <a:pPr/>
              <a:t>‹#›</a:t>
            </a:fld>
            <a:endParaRPr lang="en-US" altLang="en-US"/>
          </a:p>
        </p:txBody>
      </p:sp>
    </p:spTree>
    <p:extLst>
      <p:ext uri="{BB962C8B-B14F-4D97-AF65-F5344CB8AC3E}">
        <p14:creationId xmlns:p14="http://schemas.microsoft.com/office/powerpoint/2010/main" val="4115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7098C6D0-0E8C-4A48-9FD6-ADF24F7D082D}"/>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DA1B2D1B-F1B6-437A-B48B-5CD148C798F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3CCE64A4-84D0-48E2-8A73-C7A951430182}"/>
              </a:ext>
            </a:extLst>
          </p:cNvPr>
          <p:cNvSpPr>
            <a:spLocks noGrp="1" noChangeArrowheads="1"/>
          </p:cNvSpPr>
          <p:nvPr>
            <p:ph type="sldNum" sz="quarter" idx="12"/>
          </p:nvPr>
        </p:nvSpPr>
        <p:spPr>
          <a:ln/>
        </p:spPr>
        <p:txBody>
          <a:bodyPr/>
          <a:lstStyle>
            <a:lvl1pPr>
              <a:defRPr/>
            </a:lvl1pPr>
          </a:lstStyle>
          <a:p>
            <a:fld id="{E79BCDA5-C2E7-495E-843D-12E6F2C3A066}" type="slidenum">
              <a:rPr lang="en-US" altLang="en-US"/>
              <a:pPr/>
              <a:t>‹#›</a:t>
            </a:fld>
            <a:endParaRPr lang="en-US" altLang="en-US"/>
          </a:p>
        </p:txBody>
      </p:sp>
    </p:spTree>
    <p:extLst>
      <p:ext uri="{BB962C8B-B14F-4D97-AF65-F5344CB8AC3E}">
        <p14:creationId xmlns:p14="http://schemas.microsoft.com/office/powerpoint/2010/main" val="2171922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40B66A33-A47C-416B-BE3C-101511236A08}"/>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073833A6-CDF1-41F9-B629-C5866517F32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4C660A46-611E-4DCE-B3BB-3495D8BC976B}"/>
              </a:ext>
            </a:extLst>
          </p:cNvPr>
          <p:cNvSpPr>
            <a:spLocks noGrp="1" noChangeArrowheads="1"/>
          </p:cNvSpPr>
          <p:nvPr>
            <p:ph type="sldNum" sz="quarter" idx="12"/>
          </p:nvPr>
        </p:nvSpPr>
        <p:spPr>
          <a:ln/>
        </p:spPr>
        <p:txBody>
          <a:bodyPr/>
          <a:lstStyle>
            <a:lvl1pPr>
              <a:defRPr/>
            </a:lvl1pPr>
          </a:lstStyle>
          <a:p>
            <a:fld id="{AB4F8989-36B0-4AC3-B7B6-4C049E16A05E}" type="slidenum">
              <a:rPr lang="en-US" altLang="en-US"/>
              <a:pPr/>
              <a:t>‹#›</a:t>
            </a:fld>
            <a:endParaRPr lang="en-US" altLang="en-US"/>
          </a:p>
        </p:txBody>
      </p:sp>
    </p:spTree>
    <p:extLst>
      <p:ext uri="{BB962C8B-B14F-4D97-AF65-F5344CB8AC3E}">
        <p14:creationId xmlns:p14="http://schemas.microsoft.com/office/powerpoint/2010/main" val="1950600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EB8A7D8-A793-46E8-95A7-2BBF0817365D}"/>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9A7B9F76-AB2A-4BF2-A6F1-352DDE3621D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E81A0B9-3BE4-4E01-8C95-6055DBFD3810}"/>
              </a:ext>
            </a:extLst>
          </p:cNvPr>
          <p:cNvSpPr>
            <a:spLocks noGrp="1" noChangeArrowheads="1"/>
          </p:cNvSpPr>
          <p:nvPr>
            <p:ph type="sldNum" sz="quarter" idx="12"/>
          </p:nvPr>
        </p:nvSpPr>
        <p:spPr>
          <a:ln/>
        </p:spPr>
        <p:txBody>
          <a:bodyPr/>
          <a:lstStyle>
            <a:lvl1pPr>
              <a:defRPr/>
            </a:lvl1pPr>
          </a:lstStyle>
          <a:p>
            <a:fld id="{E350A9CC-25EF-4ED8-A384-4C6AD398A85C}" type="slidenum">
              <a:rPr lang="en-US" altLang="en-US"/>
              <a:pPr/>
              <a:t>‹#›</a:t>
            </a:fld>
            <a:endParaRPr lang="en-US" altLang="en-US"/>
          </a:p>
        </p:txBody>
      </p:sp>
    </p:spTree>
    <p:extLst>
      <p:ext uri="{BB962C8B-B14F-4D97-AF65-F5344CB8AC3E}">
        <p14:creationId xmlns:p14="http://schemas.microsoft.com/office/powerpoint/2010/main" val="30131166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354013"/>
            <a:ext cx="2057400" cy="57769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354013"/>
            <a:ext cx="6019800" cy="57769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80E01276-8D82-4C38-A242-D84AC3A0EC4D}"/>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5" name="Rectangle 5">
            <a:extLst>
              <a:ext uri="{FF2B5EF4-FFF2-40B4-BE49-F238E27FC236}">
                <a16:creationId xmlns:a16="http://schemas.microsoft.com/office/drawing/2014/main" id="{9647214B-27D5-4117-8951-117855AFCC6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4A52BCC3-D763-4EA3-80A4-F89368763E3A}"/>
              </a:ext>
            </a:extLst>
          </p:cNvPr>
          <p:cNvSpPr>
            <a:spLocks noGrp="1" noChangeArrowheads="1"/>
          </p:cNvSpPr>
          <p:nvPr>
            <p:ph type="sldNum" sz="quarter" idx="12"/>
          </p:nvPr>
        </p:nvSpPr>
        <p:spPr>
          <a:ln/>
        </p:spPr>
        <p:txBody>
          <a:bodyPr/>
          <a:lstStyle>
            <a:lvl1pPr>
              <a:defRPr/>
            </a:lvl1pPr>
          </a:lstStyle>
          <a:p>
            <a:fld id="{CB9062C8-ACAF-4F97-9A98-861BF253C909}" type="slidenum">
              <a:rPr lang="en-US" altLang="en-US"/>
              <a:pPr/>
              <a:t>‹#›</a:t>
            </a:fld>
            <a:endParaRPr lang="en-US" altLang="en-US"/>
          </a:p>
        </p:txBody>
      </p:sp>
    </p:spTree>
    <p:extLst>
      <p:ext uri="{BB962C8B-B14F-4D97-AF65-F5344CB8AC3E}">
        <p14:creationId xmlns:p14="http://schemas.microsoft.com/office/powerpoint/2010/main" val="14322557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54013"/>
            <a:ext cx="8229600" cy="788987"/>
          </a:xfrm>
        </p:spPr>
        <p:txBody>
          <a:bodyPr/>
          <a:lstStyle/>
          <a:p>
            <a:r>
              <a:rPr lang="en-US"/>
              <a:t>Click to edit Master title style</a:t>
            </a:r>
          </a:p>
        </p:txBody>
      </p:sp>
      <p:sp>
        <p:nvSpPr>
          <p:cNvPr id="3" name="Text Placeholder 2"/>
          <p:cNvSpPr>
            <a:spLocks noGrp="1"/>
          </p:cNvSpPr>
          <p:nvPr>
            <p:ph type="body" sz="half" idx="1"/>
          </p:nvPr>
        </p:nvSpPr>
        <p:spPr>
          <a:xfrm>
            <a:off x="457200" y="1219200"/>
            <a:ext cx="4038600" cy="491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19200"/>
            <a:ext cx="4038600" cy="4911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5D48DB22-6708-462E-8023-DC38E5A32FCA}"/>
              </a:ext>
            </a:extLst>
          </p:cNvPr>
          <p:cNvSpPr>
            <a:spLocks noGrp="1" noChangeArrowheads="1"/>
          </p:cNvSpPr>
          <p:nvPr>
            <p:ph type="dt" sz="half" idx="10"/>
          </p:nvPr>
        </p:nvSpPr>
        <p:spPr>
          <a:ln/>
        </p:spPr>
        <p:txBody>
          <a:bodyPr/>
          <a:lstStyle>
            <a:lvl1pPr>
              <a:defRPr/>
            </a:lvl1pPr>
          </a:lstStyle>
          <a:p>
            <a:pPr>
              <a:defRPr/>
            </a:pPr>
            <a:r>
              <a:rPr lang="en-US"/>
              <a:t>Bộ môn Hệ thống Thông tin - Khoa CNTT</a:t>
            </a:r>
            <a:endParaRPr lang="en-US" altLang="en-US"/>
          </a:p>
        </p:txBody>
      </p:sp>
      <p:sp>
        <p:nvSpPr>
          <p:cNvPr id="6" name="Rectangle 5">
            <a:extLst>
              <a:ext uri="{FF2B5EF4-FFF2-40B4-BE49-F238E27FC236}">
                <a16:creationId xmlns:a16="http://schemas.microsoft.com/office/drawing/2014/main" id="{4CA1BE6C-4E1F-42A0-A0E2-1E7E8D345C1D}"/>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9F16EB31-EBD6-402B-8B3F-9670D0AC3AD0}"/>
              </a:ext>
            </a:extLst>
          </p:cNvPr>
          <p:cNvSpPr>
            <a:spLocks noGrp="1" noChangeArrowheads="1"/>
          </p:cNvSpPr>
          <p:nvPr>
            <p:ph type="sldNum" sz="quarter" idx="12"/>
          </p:nvPr>
        </p:nvSpPr>
        <p:spPr>
          <a:ln/>
        </p:spPr>
        <p:txBody>
          <a:bodyPr/>
          <a:lstStyle>
            <a:lvl1pPr>
              <a:defRPr/>
            </a:lvl1pPr>
          </a:lstStyle>
          <a:p>
            <a:fld id="{8F086254-BE0E-498F-8816-2720C873031C}" type="slidenum">
              <a:rPr lang="en-US" altLang="en-US"/>
              <a:pPr/>
              <a:t>‹#›</a:t>
            </a:fld>
            <a:endParaRPr lang="en-US" altLang="en-US"/>
          </a:p>
        </p:txBody>
      </p:sp>
    </p:spTree>
    <p:extLst>
      <p:ext uri="{BB962C8B-B14F-4D97-AF65-F5344CB8AC3E}">
        <p14:creationId xmlns:p14="http://schemas.microsoft.com/office/powerpoint/2010/main" val="11957940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1633C527-5066-42A0-AF5B-67310B899E7F}"/>
              </a:ext>
            </a:extLst>
          </p:cNvPr>
          <p:cNvSpPr>
            <a:spLocks noGrp="1" noChangeArrowheads="1"/>
          </p:cNvSpPr>
          <p:nvPr>
            <p:ph type="title"/>
          </p:nvPr>
        </p:nvSpPr>
        <p:spPr bwMode="auto">
          <a:xfrm>
            <a:off x="457200" y="354013"/>
            <a:ext cx="8229600" cy="788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89930EBB-1D45-446F-BC91-86F7402DC6C9}"/>
              </a:ext>
            </a:extLst>
          </p:cNvPr>
          <p:cNvSpPr>
            <a:spLocks noGrp="1" noChangeArrowheads="1"/>
          </p:cNvSpPr>
          <p:nvPr>
            <p:ph type="body" idx="1"/>
          </p:nvPr>
        </p:nvSpPr>
        <p:spPr bwMode="auto">
          <a:xfrm>
            <a:off x="457200" y="1219200"/>
            <a:ext cx="8229600" cy="491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3316" name="Rectangle 4">
            <a:extLst>
              <a:ext uri="{FF2B5EF4-FFF2-40B4-BE49-F238E27FC236}">
                <a16:creationId xmlns:a16="http://schemas.microsoft.com/office/drawing/2014/main" id="{CC0489AB-715F-43AE-9326-34BC2982B626}"/>
              </a:ext>
            </a:extLst>
          </p:cNvPr>
          <p:cNvSpPr>
            <a:spLocks noGrp="1" noChangeArrowheads="1"/>
          </p:cNvSpPr>
          <p:nvPr>
            <p:ph type="dt" sz="half" idx="2"/>
          </p:nvPr>
        </p:nvSpPr>
        <p:spPr bwMode="auto">
          <a:xfrm>
            <a:off x="457200" y="6396038"/>
            <a:ext cx="5562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spcBef>
                <a:spcPct val="0"/>
              </a:spcBef>
              <a:defRPr sz="1000">
                <a:latin typeface="+mn-lt"/>
              </a:defRPr>
            </a:lvl1pPr>
          </a:lstStyle>
          <a:p>
            <a:pPr>
              <a:defRPr/>
            </a:pPr>
            <a:r>
              <a:rPr lang="en-US"/>
              <a:t>Bộ môn Hệ thống Thông tin - Khoa CNTT</a:t>
            </a:r>
            <a:endParaRPr lang="en-US" altLang="en-US"/>
          </a:p>
        </p:txBody>
      </p:sp>
      <p:sp>
        <p:nvSpPr>
          <p:cNvPr id="13317" name="Rectangle 5">
            <a:extLst>
              <a:ext uri="{FF2B5EF4-FFF2-40B4-BE49-F238E27FC236}">
                <a16:creationId xmlns:a16="http://schemas.microsoft.com/office/drawing/2014/main" id="{CE775971-0804-4A7F-B2F9-2563C5B2DE84}"/>
              </a:ext>
            </a:extLst>
          </p:cNvPr>
          <p:cNvSpPr>
            <a:spLocks noGrp="1" noChangeArrowheads="1"/>
          </p:cNvSpPr>
          <p:nvPr>
            <p:ph type="ftr" sz="quarter" idx="3"/>
          </p:nvPr>
        </p:nvSpPr>
        <p:spPr bwMode="auto">
          <a:xfrm>
            <a:off x="3124200" y="64008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spcBef>
                <a:spcPct val="0"/>
              </a:spcBef>
              <a:defRPr sz="1000">
                <a:latin typeface="+mn-lt"/>
              </a:defRPr>
            </a:lvl1pPr>
          </a:lstStyle>
          <a:p>
            <a:pPr>
              <a:defRPr/>
            </a:pPr>
            <a:endParaRPr lang="en-US" altLang="en-US"/>
          </a:p>
        </p:txBody>
      </p:sp>
      <p:sp>
        <p:nvSpPr>
          <p:cNvPr id="13318" name="Rectangle 6">
            <a:extLst>
              <a:ext uri="{FF2B5EF4-FFF2-40B4-BE49-F238E27FC236}">
                <a16:creationId xmlns:a16="http://schemas.microsoft.com/office/drawing/2014/main" id="{813E965E-53E2-43CA-8072-32BD74082CA4}"/>
              </a:ext>
            </a:extLst>
          </p:cNvPr>
          <p:cNvSpPr>
            <a:spLocks noGrp="1" noChangeArrowheads="1"/>
          </p:cNvSpPr>
          <p:nvPr>
            <p:ph type="sldNum" sz="quarter" idx="4"/>
          </p:nvPr>
        </p:nvSpPr>
        <p:spPr bwMode="auto">
          <a:xfrm>
            <a:off x="6553200" y="63960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000">
                <a:latin typeface="Arial" panose="020B0604020202020204" pitchFamily="34" charset="0"/>
              </a:defRPr>
            </a:lvl1pPr>
          </a:lstStyle>
          <a:p>
            <a:fld id="{F10FA272-7B24-4C95-B81C-87675C483A6B}" type="slidenum">
              <a:rPr lang="en-US" altLang="en-US"/>
              <a:pPr/>
              <a:t>‹#›</a:t>
            </a:fld>
            <a:endParaRPr lang="en-US" altLang="en-US"/>
          </a:p>
        </p:txBody>
      </p:sp>
      <p:sp>
        <p:nvSpPr>
          <p:cNvPr id="1031" name="Freeform 7">
            <a:extLst>
              <a:ext uri="{FF2B5EF4-FFF2-40B4-BE49-F238E27FC236}">
                <a16:creationId xmlns:a16="http://schemas.microsoft.com/office/drawing/2014/main" id="{2B5277DD-D812-4B56-9573-B16EF6F57D06}"/>
              </a:ext>
            </a:extLst>
          </p:cNvPr>
          <p:cNvSpPr>
            <a:spLocks noChangeArrowheads="1"/>
          </p:cNvSpPr>
          <p:nvPr/>
        </p:nvSpPr>
        <p:spPr bwMode="auto">
          <a:xfrm>
            <a:off x="381000" y="304800"/>
            <a:ext cx="8229600" cy="609600"/>
          </a:xfrm>
          <a:custGeom>
            <a:avLst/>
            <a:gdLst>
              <a:gd name="T0" fmla="*/ 0 w 1000"/>
              <a:gd name="T1" fmla="*/ 1000 h 1000"/>
              <a:gd name="T2" fmla="*/ 0 w 1000"/>
              <a:gd name="T3" fmla="*/ 0 h 1000"/>
              <a:gd name="T4" fmla="*/ 10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31750" cap="flat" cmpd="sng">
            <a:solidFill>
              <a:srgbClr val="CC0000"/>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a:extLst>
              <a:ext uri="{FF2B5EF4-FFF2-40B4-BE49-F238E27FC236}">
                <a16:creationId xmlns:a16="http://schemas.microsoft.com/office/drawing/2014/main" id="{B5EA8642-ADC6-44FB-B125-3C57114C040F}"/>
              </a:ext>
            </a:extLst>
          </p:cNvPr>
          <p:cNvSpPr>
            <a:spLocks noChangeShapeType="1"/>
          </p:cNvSpPr>
          <p:nvPr/>
        </p:nvSpPr>
        <p:spPr bwMode="auto">
          <a:xfrm>
            <a:off x="457200" y="6553200"/>
            <a:ext cx="8229600" cy="0"/>
          </a:xfrm>
          <a:prstGeom prst="line">
            <a:avLst/>
          </a:prstGeom>
          <a:noFill/>
          <a:ln w="25400">
            <a:solidFill>
              <a:srgbClr val="CC0000"/>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713"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hdr="0" ftr="0"/>
  <p:txStyles>
    <p:titleStyle>
      <a:lvl1pPr algn="l" rtl="0" eaLnBrk="0" fontAlgn="base" hangingPunct="0">
        <a:spcBef>
          <a:spcPct val="0"/>
        </a:spcBef>
        <a:spcAft>
          <a:spcPct val="0"/>
        </a:spcAft>
        <a:defRPr sz="3900" b="1">
          <a:solidFill>
            <a:schemeClr val="tx1"/>
          </a:solidFill>
          <a:latin typeface="+mj-lt"/>
          <a:ea typeface="+mj-ea"/>
          <a:cs typeface="+mj-cs"/>
        </a:defRPr>
      </a:lvl1pPr>
      <a:lvl2pPr algn="l" rtl="0" eaLnBrk="0" fontAlgn="base" hangingPunct="0">
        <a:spcBef>
          <a:spcPct val="0"/>
        </a:spcBef>
        <a:spcAft>
          <a:spcPct val="0"/>
        </a:spcAft>
        <a:defRPr sz="3900" b="1">
          <a:solidFill>
            <a:schemeClr val="tx1"/>
          </a:solidFill>
          <a:latin typeface="Verdana" pitchFamily="34" charset="0"/>
        </a:defRPr>
      </a:lvl2pPr>
      <a:lvl3pPr algn="l" rtl="0" eaLnBrk="0" fontAlgn="base" hangingPunct="0">
        <a:spcBef>
          <a:spcPct val="0"/>
        </a:spcBef>
        <a:spcAft>
          <a:spcPct val="0"/>
        </a:spcAft>
        <a:defRPr sz="3900" b="1">
          <a:solidFill>
            <a:schemeClr val="tx1"/>
          </a:solidFill>
          <a:latin typeface="Verdana" pitchFamily="34" charset="0"/>
        </a:defRPr>
      </a:lvl3pPr>
      <a:lvl4pPr algn="l" rtl="0" eaLnBrk="0" fontAlgn="base" hangingPunct="0">
        <a:spcBef>
          <a:spcPct val="0"/>
        </a:spcBef>
        <a:spcAft>
          <a:spcPct val="0"/>
        </a:spcAft>
        <a:defRPr sz="3900" b="1">
          <a:solidFill>
            <a:schemeClr val="tx1"/>
          </a:solidFill>
          <a:latin typeface="Verdana" pitchFamily="34" charset="0"/>
        </a:defRPr>
      </a:lvl4pPr>
      <a:lvl5pPr algn="l" rtl="0" eaLnBrk="0" fontAlgn="base" hangingPunct="0">
        <a:spcBef>
          <a:spcPct val="0"/>
        </a:spcBef>
        <a:spcAft>
          <a:spcPct val="0"/>
        </a:spcAft>
        <a:defRPr sz="3900" b="1">
          <a:solidFill>
            <a:schemeClr val="tx1"/>
          </a:solidFill>
          <a:latin typeface="Verdana" pitchFamily="34" charset="0"/>
        </a:defRPr>
      </a:lvl5pPr>
      <a:lvl6pPr marL="457200" algn="l" rtl="0" fontAlgn="base">
        <a:spcBef>
          <a:spcPct val="0"/>
        </a:spcBef>
        <a:spcAft>
          <a:spcPct val="0"/>
        </a:spcAft>
        <a:defRPr sz="3900" b="1">
          <a:solidFill>
            <a:schemeClr val="tx1"/>
          </a:solidFill>
          <a:latin typeface="Verdana" pitchFamily="34" charset="0"/>
        </a:defRPr>
      </a:lvl6pPr>
      <a:lvl7pPr marL="914400" algn="l" rtl="0" fontAlgn="base">
        <a:spcBef>
          <a:spcPct val="0"/>
        </a:spcBef>
        <a:spcAft>
          <a:spcPct val="0"/>
        </a:spcAft>
        <a:defRPr sz="3900" b="1">
          <a:solidFill>
            <a:schemeClr val="tx1"/>
          </a:solidFill>
          <a:latin typeface="Verdana" pitchFamily="34" charset="0"/>
        </a:defRPr>
      </a:lvl7pPr>
      <a:lvl8pPr marL="1371600" algn="l" rtl="0" fontAlgn="base">
        <a:spcBef>
          <a:spcPct val="0"/>
        </a:spcBef>
        <a:spcAft>
          <a:spcPct val="0"/>
        </a:spcAft>
        <a:defRPr sz="3900" b="1">
          <a:solidFill>
            <a:schemeClr val="tx1"/>
          </a:solidFill>
          <a:latin typeface="Verdana" pitchFamily="34" charset="0"/>
        </a:defRPr>
      </a:lvl8pPr>
      <a:lvl9pPr marL="1828800" algn="l" rtl="0" fontAlgn="base">
        <a:spcBef>
          <a:spcPct val="0"/>
        </a:spcBef>
        <a:spcAft>
          <a:spcPct val="0"/>
        </a:spcAft>
        <a:defRPr sz="3900" b="1">
          <a:solidFill>
            <a:schemeClr val="tx1"/>
          </a:solidFill>
          <a:latin typeface="Verdana" pitchFamily="34" charset="0"/>
        </a:defRPr>
      </a:lvl9pPr>
    </p:titleStyle>
    <p:body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a:solidFill>
            <a:schemeClr val="tx1"/>
          </a:solidFill>
          <a:latin typeface="+mn-lt"/>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a:solidFill>
            <a:schemeClr val="tx1"/>
          </a:solidFill>
          <a:latin typeface="+mn-lt"/>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a:solidFill>
            <a:schemeClr val="tx1"/>
          </a:solidFill>
          <a:latin typeface="+mn-lt"/>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mn-lt"/>
        </a:defRPr>
      </a:lvl5pPr>
      <a:lvl6pPr marL="21383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6pPr>
      <a:lvl7pPr marL="25955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7pPr>
      <a:lvl8pPr marL="30527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8pPr>
      <a:lvl9pPr marL="35099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inhthai@Hufl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A74176CB-E2F6-4280-9D9C-21965AF86BCE}"/>
              </a:ext>
            </a:extLst>
          </p:cNvPr>
          <p:cNvSpPr>
            <a:spLocks noGrp="1" noChangeArrowheads="1"/>
          </p:cNvSpPr>
          <p:nvPr>
            <p:ph type="ctrTitle"/>
          </p:nvPr>
        </p:nvSpPr>
        <p:spPr>
          <a:xfrm>
            <a:off x="914400" y="2362200"/>
            <a:ext cx="7239000" cy="914400"/>
          </a:xfrm>
        </p:spPr>
        <p:txBody>
          <a:bodyPr/>
          <a:lstStyle/>
          <a:p>
            <a:pPr algn="ctr" eaLnBrk="1" hangingPunct="1">
              <a:defRPr/>
            </a:pPr>
            <a:r>
              <a:rPr lang="en-US" sz="4400">
                <a:effectLst>
                  <a:outerShdw blurRad="38100" dist="38100" dir="2700000" algn="tl">
                    <a:srgbClr val="C0C0C0"/>
                  </a:outerShdw>
                </a:effectLst>
              </a:rPr>
              <a:t>Chương 5</a:t>
            </a:r>
            <a:endParaRPr lang="en-US" sz="4400" dirty="0">
              <a:effectLst>
                <a:outerShdw blurRad="38100" dist="38100" dir="2700000" algn="tl">
                  <a:srgbClr val="C0C0C0"/>
                </a:outerShdw>
              </a:effectLst>
            </a:endParaRPr>
          </a:p>
        </p:txBody>
      </p:sp>
      <p:sp>
        <p:nvSpPr>
          <p:cNvPr id="2053" name="Rectangle 5">
            <a:extLst>
              <a:ext uri="{FF2B5EF4-FFF2-40B4-BE49-F238E27FC236}">
                <a16:creationId xmlns:a16="http://schemas.microsoft.com/office/drawing/2014/main" id="{B3C68E65-F61E-4846-BB6C-10B09D8C2B2D}"/>
              </a:ext>
            </a:extLst>
          </p:cNvPr>
          <p:cNvSpPr>
            <a:spLocks noChangeArrowheads="1"/>
          </p:cNvSpPr>
          <p:nvPr/>
        </p:nvSpPr>
        <p:spPr bwMode="auto">
          <a:xfrm>
            <a:off x="762000" y="3200400"/>
            <a:ext cx="7620000" cy="990600"/>
          </a:xfrm>
          <a:prstGeom prst="rect">
            <a:avLst/>
          </a:prstGeom>
          <a:noFill/>
          <a:ln w="9525">
            <a:noFill/>
            <a:miter lim="800000"/>
            <a:headEnd/>
            <a:tailEnd/>
          </a:ln>
          <a:effectLst/>
        </p:spPr>
        <p:txBody>
          <a:bodyPr/>
          <a:lstStyle/>
          <a:p>
            <a:pPr algn="ctr" eaLnBrk="1" hangingPunct="1">
              <a:defRPr/>
            </a:pPr>
            <a:r>
              <a:rPr lang="en-US" sz="4400">
                <a:effectLst>
                  <a:outerShdw blurRad="38100" dist="38100" dir="2700000" algn="tl">
                    <a:srgbClr val="C0C0C0"/>
                  </a:outerShdw>
                </a:effectLst>
                <a:latin typeface="Verdana" pitchFamily="34" charset="0"/>
              </a:rPr>
              <a:t>Mô hình dữ liệu quan hệ</a:t>
            </a:r>
          </a:p>
        </p:txBody>
      </p:sp>
      <p:sp>
        <p:nvSpPr>
          <p:cNvPr id="4100" name="Rectangle 6">
            <a:extLst>
              <a:ext uri="{FF2B5EF4-FFF2-40B4-BE49-F238E27FC236}">
                <a16:creationId xmlns:a16="http://schemas.microsoft.com/office/drawing/2014/main" id="{EE4364D5-45BC-401B-A62D-DD2699A0FCCD}"/>
              </a:ext>
            </a:extLst>
          </p:cNvPr>
          <p:cNvSpPr>
            <a:spLocks noGrp="1" noChangeArrowheads="1"/>
          </p:cNvSpPr>
          <p:nvPr>
            <p:ph type="subTitle" idx="1"/>
          </p:nvPr>
        </p:nvSpPr>
        <p:spPr/>
        <p:txBody>
          <a:bodyPr/>
          <a:lstStyle/>
          <a:p>
            <a:pPr eaLnBrk="1" hangingPunct="1"/>
            <a:r>
              <a:rPr lang="vi-VN" altLang="en-US" dirty="0"/>
              <a:t>GV: </a:t>
            </a:r>
            <a:r>
              <a:rPr lang="en-US" altLang="en-US" dirty="0"/>
              <a:t>TS. Trần Minh Thái – </a:t>
            </a:r>
            <a:r>
              <a:rPr lang="en-US" altLang="en-US" dirty="0">
                <a:hlinkClick r:id="rId2"/>
              </a:rPr>
              <a:t>thaitm@huflit.edu.vn</a:t>
            </a:r>
            <a:r>
              <a:rPr lang="en-US" altLang="en-US" dirty="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6" presetClass="entr" presetSubtype="0" fill="hold" grpId="0" nodeType="withEffect">
                                  <p:stCondLst>
                                    <p:cond delay="0"/>
                                  </p:stCondLst>
                                  <p:childTnLst>
                                    <p:set>
                                      <p:cBhvr>
                                        <p:cTn id="6" dur="1" fill="hold">
                                          <p:stCondLst>
                                            <p:cond delay="0"/>
                                          </p:stCondLst>
                                        </p:cTn>
                                        <p:tgtEl>
                                          <p:spTgt spid="2053"/>
                                        </p:tgtEl>
                                        <p:attrNameLst>
                                          <p:attrName>style.visibility</p:attrName>
                                        </p:attrNameLst>
                                      </p:cBhvr>
                                      <p:to>
                                        <p:strVal val="visible"/>
                                      </p:to>
                                    </p:set>
                                    <p:animEffect transition="in" filter="wipe(down)">
                                      <p:cBhvr>
                                        <p:cTn id="7" dur="580">
                                          <p:stCondLst>
                                            <p:cond delay="0"/>
                                          </p:stCondLst>
                                        </p:cTn>
                                        <p:tgtEl>
                                          <p:spTgt spid="2053"/>
                                        </p:tgtEl>
                                      </p:cBhvr>
                                    </p:animEffect>
                                    <p:anim calcmode="lin" valueType="num">
                                      <p:cBhvr>
                                        <p:cTn id="8" dur="1822" tmFilter="0,0; 0.14,0.36; 0.43,0.73; 0.71,0.91; 1.0,1.0">
                                          <p:stCondLst>
                                            <p:cond delay="0"/>
                                          </p:stCondLst>
                                        </p:cTn>
                                        <p:tgtEl>
                                          <p:spTgt spid="205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05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05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05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053"/>
                                        </p:tgtEl>
                                        <p:attrNameLst>
                                          <p:attrName>ppt_y</p:attrName>
                                        </p:attrNameLst>
                                      </p:cBhvr>
                                      <p:tavLst>
                                        <p:tav tm="0" fmla="#ppt_y-sin(pi*$)/81">
                                          <p:val>
                                            <p:fltVal val="0"/>
                                          </p:val>
                                        </p:tav>
                                        <p:tav tm="100000">
                                          <p:val>
                                            <p:fltVal val="1"/>
                                          </p:val>
                                        </p:tav>
                                      </p:tavLst>
                                    </p:anim>
                                    <p:animScale>
                                      <p:cBhvr>
                                        <p:cTn id="13" dur="26">
                                          <p:stCondLst>
                                            <p:cond delay="650"/>
                                          </p:stCondLst>
                                        </p:cTn>
                                        <p:tgtEl>
                                          <p:spTgt spid="2053"/>
                                        </p:tgtEl>
                                      </p:cBhvr>
                                      <p:to x="100000" y="60000"/>
                                    </p:animScale>
                                    <p:animScale>
                                      <p:cBhvr>
                                        <p:cTn id="14" dur="166" decel="50000">
                                          <p:stCondLst>
                                            <p:cond delay="676"/>
                                          </p:stCondLst>
                                        </p:cTn>
                                        <p:tgtEl>
                                          <p:spTgt spid="2053"/>
                                        </p:tgtEl>
                                      </p:cBhvr>
                                      <p:to x="100000" y="100000"/>
                                    </p:animScale>
                                    <p:animScale>
                                      <p:cBhvr>
                                        <p:cTn id="15" dur="26">
                                          <p:stCondLst>
                                            <p:cond delay="1312"/>
                                          </p:stCondLst>
                                        </p:cTn>
                                        <p:tgtEl>
                                          <p:spTgt spid="2053"/>
                                        </p:tgtEl>
                                      </p:cBhvr>
                                      <p:to x="100000" y="80000"/>
                                    </p:animScale>
                                    <p:animScale>
                                      <p:cBhvr>
                                        <p:cTn id="16" dur="166" decel="50000">
                                          <p:stCondLst>
                                            <p:cond delay="1338"/>
                                          </p:stCondLst>
                                        </p:cTn>
                                        <p:tgtEl>
                                          <p:spTgt spid="2053"/>
                                        </p:tgtEl>
                                      </p:cBhvr>
                                      <p:to x="100000" y="100000"/>
                                    </p:animScale>
                                    <p:animScale>
                                      <p:cBhvr>
                                        <p:cTn id="17" dur="26">
                                          <p:stCondLst>
                                            <p:cond delay="1642"/>
                                          </p:stCondLst>
                                        </p:cTn>
                                        <p:tgtEl>
                                          <p:spTgt spid="2053"/>
                                        </p:tgtEl>
                                      </p:cBhvr>
                                      <p:to x="100000" y="90000"/>
                                    </p:animScale>
                                    <p:animScale>
                                      <p:cBhvr>
                                        <p:cTn id="18" dur="166" decel="50000">
                                          <p:stCondLst>
                                            <p:cond delay="1668"/>
                                          </p:stCondLst>
                                        </p:cTn>
                                        <p:tgtEl>
                                          <p:spTgt spid="2053"/>
                                        </p:tgtEl>
                                      </p:cBhvr>
                                      <p:to x="100000" y="100000"/>
                                    </p:animScale>
                                    <p:animScale>
                                      <p:cBhvr>
                                        <p:cTn id="19" dur="26">
                                          <p:stCondLst>
                                            <p:cond delay="1808"/>
                                          </p:stCondLst>
                                        </p:cTn>
                                        <p:tgtEl>
                                          <p:spTgt spid="2053"/>
                                        </p:tgtEl>
                                      </p:cBhvr>
                                      <p:to x="100000" y="95000"/>
                                    </p:animScale>
                                    <p:animScale>
                                      <p:cBhvr>
                                        <p:cTn id="20" dur="166" decel="50000">
                                          <p:stCondLst>
                                            <p:cond delay="1834"/>
                                          </p:stCondLst>
                                        </p:cTn>
                                        <p:tgtEl>
                                          <p:spTgt spid="2053"/>
                                        </p:tgtEl>
                                      </p:cBhvr>
                                      <p:to x="100000" y="100000"/>
                                    </p:animScale>
                                  </p:childTnLst>
                                </p:cTn>
                              </p:par>
                              <p:par>
                                <p:cTn id="21" presetID="26" presetClass="entr" presetSubtype="0" fill="hold" grpId="0" nodeType="withEffect">
                                  <p:stCondLst>
                                    <p:cond delay="0"/>
                                  </p:stCondLst>
                                  <p:childTnLst>
                                    <p:set>
                                      <p:cBhvr>
                                        <p:cTn id="22" dur="1" fill="hold">
                                          <p:stCondLst>
                                            <p:cond delay="0"/>
                                          </p:stCondLst>
                                        </p:cTn>
                                        <p:tgtEl>
                                          <p:spTgt spid="2050"/>
                                        </p:tgtEl>
                                        <p:attrNameLst>
                                          <p:attrName>style.visibility</p:attrName>
                                        </p:attrNameLst>
                                      </p:cBhvr>
                                      <p:to>
                                        <p:strVal val="visible"/>
                                      </p:to>
                                    </p:set>
                                    <p:animEffect transition="in" filter="wipe(down)">
                                      <p:cBhvr>
                                        <p:cTn id="23" dur="580">
                                          <p:stCondLst>
                                            <p:cond delay="0"/>
                                          </p:stCondLst>
                                        </p:cTn>
                                        <p:tgtEl>
                                          <p:spTgt spid="2050"/>
                                        </p:tgtEl>
                                      </p:cBhvr>
                                    </p:animEffect>
                                    <p:anim calcmode="lin" valueType="num">
                                      <p:cBhvr>
                                        <p:cTn id="24" dur="1822" tmFilter="0,0; 0.14,0.36; 0.43,0.73; 0.71,0.91; 1.0,1.0">
                                          <p:stCondLst>
                                            <p:cond delay="0"/>
                                          </p:stCondLst>
                                        </p:cTn>
                                        <p:tgtEl>
                                          <p:spTgt spid="2050"/>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2050"/>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2050"/>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2050"/>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2050"/>
                                        </p:tgtEl>
                                        <p:attrNameLst>
                                          <p:attrName>ppt_y</p:attrName>
                                        </p:attrNameLst>
                                      </p:cBhvr>
                                      <p:tavLst>
                                        <p:tav tm="0" fmla="#ppt_y-sin(pi*$)/81">
                                          <p:val>
                                            <p:fltVal val="0"/>
                                          </p:val>
                                        </p:tav>
                                        <p:tav tm="100000">
                                          <p:val>
                                            <p:fltVal val="1"/>
                                          </p:val>
                                        </p:tav>
                                      </p:tavLst>
                                    </p:anim>
                                    <p:animScale>
                                      <p:cBhvr>
                                        <p:cTn id="29" dur="26">
                                          <p:stCondLst>
                                            <p:cond delay="650"/>
                                          </p:stCondLst>
                                        </p:cTn>
                                        <p:tgtEl>
                                          <p:spTgt spid="2050"/>
                                        </p:tgtEl>
                                      </p:cBhvr>
                                      <p:to x="100000" y="60000"/>
                                    </p:animScale>
                                    <p:animScale>
                                      <p:cBhvr>
                                        <p:cTn id="30" dur="166" decel="50000">
                                          <p:stCondLst>
                                            <p:cond delay="676"/>
                                          </p:stCondLst>
                                        </p:cTn>
                                        <p:tgtEl>
                                          <p:spTgt spid="2050"/>
                                        </p:tgtEl>
                                      </p:cBhvr>
                                      <p:to x="100000" y="100000"/>
                                    </p:animScale>
                                    <p:animScale>
                                      <p:cBhvr>
                                        <p:cTn id="31" dur="26">
                                          <p:stCondLst>
                                            <p:cond delay="1312"/>
                                          </p:stCondLst>
                                        </p:cTn>
                                        <p:tgtEl>
                                          <p:spTgt spid="2050"/>
                                        </p:tgtEl>
                                      </p:cBhvr>
                                      <p:to x="100000" y="80000"/>
                                    </p:animScale>
                                    <p:animScale>
                                      <p:cBhvr>
                                        <p:cTn id="32" dur="166" decel="50000">
                                          <p:stCondLst>
                                            <p:cond delay="1338"/>
                                          </p:stCondLst>
                                        </p:cTn>
                                        <p:tgtEl>
                                          <p:spTgt spid="2050"/>
                                        </p:tgtEl>
                                      </p:cBhvr>
                                      <p:to x="100000" y="100000"/>
                                    </p:animScale>
                                    <p:animScale>
                                      <p:cBhvr>
                                        <p:cTn id="33" dur="26">
                                          <p:stCondLst>
                                            <p:cond delay="1642"/>
                                          </p:stCondLst>
                                        </p:cTn>
                                        <p:tgtEl>
                                          <p:spTgt spid="2050"/>
                                        </p:tgtEl>
                                      </p:cBhvr>
                                      <p:to x="100000" y="90000"/>
                                    </p:animScale>
                                    <p:animScale>
                                      <p:cBhvr>
                                        <p:cTn id="34" dur="166" decel="50000">
                                          <p:stCondLst>
                                            <p:cond delay="1668"/>
                                          </p:stCondLst>
                                        </p:cTn>
                                        <p:tgtEl>
                                          <p:spTgt spid="2050"/>
                                        </p:tgtEl>
                                      </p:cBhvr>
                                      <p:to x="100000" y="100000"/>
                                    </p:animScale>
                                    <p:animScale>
                                      <p:cBhvr>
                                        <p:cTn id="35" dur="26">
                                          <p:stCondLst>
                                            <p:cond delay="1808"/>
                                          </p:stCondLst>
                                        </p:cTn>
                                        <p:tgtEl>
                                          <p:spTgt spid="2050"/>
                                        </p:tgtEl>
                                      </p:cBhvr>
                                      <p:to x="100000" y="95000"/>
                                    </p:animScale>
                                    <p:animScale>
                                      <p:cBhvr>
                                        <p:cTn id="36" dur="166" decel="50000">
                                          <p:stCondLst>
                                            <p:cond delay="1834"/>
                                          </p:stCondLst>
                                        </p:cTn>
                                        <p:tgtEl>
                                          <p:spTgt spid="205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0" grpId="0"/>
      <p:bldP spid="20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1B6214-9F83-4F60-A50E-761CD8E7B2B7}"/>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5123" name="Slide Number Placeholder 5">
            <a:extLst>
              <a:ext uri="{FF2B5EF4-FFF2-40B4-BE49-F238E27FC236}">
                <a16:creationId xmlns:a16="http://schemas.microsoft.com/office/drawing/2014/main" id="{3FFCF1CC-AE69-4B16-B442-A7124B39FC6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56769C3-982C-4878-9E42-E2454319C70E}" type="slidenum">
              <a:rPr lang="en-US" altLang="en-US" sz="1000"/>
              <a:pPr algn="r">
                <a:spcBef>
                  <a:spcPct val="0"/>
                </a:spcBef>
                <a:buClrTx/>
                <a:buFontTx/>
                <a:buNone/>
              </a:pPr>
              <a:t>2</a:t>
            </a:fld>
            <a:endParaRPr lang="en-US" altLang="en-US" sz="1000"/>
          </a:p>
        </p:txBody>
      </p:sp>
      <p:sp>
        <p:nvSpPr>
          <p:cNvPr id="5124" name="Rectangle 2">
            <a:extLst>
              <a:ext uri="{FF2B5EF4-FFF2-40B4-BE49-F238E27FC236}">
                <a16:creationId xmlns:a16="http://schemas.microsoft.com/office/drawing/2014/main" id="{8B0F22E2-7FFC-40E3-8D1A-A12EEB909E2E}"/>
              </a:ext>
            </a:extLst>
          </p:cNvPr>
          <p:cNvSpPr>
            <a:spLocks noGrp="1" noChangeArrowheads="1"/>
          </p:cNvSpPr>
          <p:nvPr>
            <p:ph type="title"/>
          </p:nvPr>
        </p:nvSpPr>
        <p:spPr>
          <a:xfrm>
            <a:off x="457200" y="354013"/>
            <a:ext cx="8229600" cy="620712"/>
          </a:xfrm>
        </p:spPr>
        <p:txBody>
          <a:bodyPr/>
          <a:lstStyle/>
          <a:p>
            <a:pPr eaLnBrk="1" hangingPunct="1"/>
            <a:r>
              <a:rPr lang="en-US" altLang="en-US" sz="3500"/>
              <a:t>Nội dung chi tiết</a:t>
            </a:r>
          </a:p>
        </p:txBody>
      </p:sp>
      <p:sp>
        <p:nvSpPr>
          <p:cNvPr id="5125" name="Rectangle 3">
            <a:extLst>
              <a:ext uri="{FF2B5EF4-FFF2-40B4-BE49-F238E27FC236}">
                <a16:creationId xmlns:a16="http://schemas.microsoft.com/office/drawing/2014/main" id="{7AEDB9D2-C4AD-4D22-86FD-F3F0C5FA8DDD}"/>
              </a:ext>
            </a:extLst>
          </p:cNvPr>
          <p:cNvSpPr>
            <a:spLocks noGrp="1" noChangeArrowheads="1"/>
          </p:cNvSpPr>
          <p:nvPr>
            <p:ph type="body" idx="1"/>
          </p:nvPr>
        </p:nvSpPr>
        <p:spPr>
          <a:xfrm>
            <a:off x="457200" y="1295400"/>
            <a:ext cx="8229600" cy="4835525"/>
          </a:xfrm>
        </p:spPr>
        <p:txBody>
          <a:bodyPr/>
          <a:lstStyle/>
          <a:p>
            <a:pPr marL="514350" indent="-514350" eaLnBrk="1" hangingPunct="1">
              <a:buFont typeface="+mj-lt"/>
              <a:buAutoNum type="arabicPeriod"/>
            </a:pPr>
            <a:r>
              <a:rPr lang="en-US" altLang="en-US" dirty="0" err="1"/>
              <a:t>Các</a:t>
            </a:r>
            <a:r>
              <a:rPr lang="en-US" altLang="en-US" dirty="0"/>
              <a:t> </a:t>
            </a:r>
            <a:r>
              <a:rPr lang="en-US" altLang="en-US" dirty="0" err="1"/>
              <a:t>khái</a:t>
            </a:r>
            <a:r>
              <a:rPr lang="en-US" altLang="en-US" dirty="0"/>
              <a:t> </a:t>
            </a:r>
            <a:r>
              <a:rPr lang="en-US" altLang="en-US" dirty="0" err="1"/>
              <a:t>niệm</a:t>
            </a:r>
            <a:r>
              <a:rPr lang="en-US" altLang="en-US" dirty="0"/>
              <a:t> </a:t>
            </a:r>
            <a:r>
              <a:rPr lang="en-US" altLang="en-US" dirty="0" err="1"/>
              <a:t>cơ</a:t>
            </a:r>
            <a:r>
              <a:rPr lang="en-US" altLang="en-US" dirty="0"/>
              <a:t> </a:t>
            </a:r>
            <a:r>
              <a:rPr lang="en-US" altLang="en-US" dirty="0" err="1"/>
              <a:t>bản</a:t>
            </a:r>
            <a:endParaRPr lang="en-US" altLang="en-US" dirty="0"/>
          </a:p>
          <a:p>
            <a:pPr marL="514350" indent="-514350" eaLnBrk="1" hangingPunct="1">
              <a:buFont typeface="+mj-lt"/>
              <a:buAutoNum type="arabicPeriod"/>
            </a:pPr>
            <a:r>
              <a:rPr lang="en-US" altLang="en-US" dirty="0" err="1"/>
              <a:t>Các</a:t>
            </a:r>
            <a:r>
              <a:rPr lang="en-US" altLang="en-US" dirty="0"/>
              <a:t> </a:t>
            </a:r>
            <a:r>
              <a:rPr lang="en-US" altLang="en-US" dirty="0" err="1"/>
              <a:t>đặc</a:t>
            </a:r>
            <a:r>
              <a:rPr lang="en-US" altLang="en-US" dirty="0"/>
              <a:t> </a:t>
            </a:r>
            <a:r>
              <a:rPr lang="en-US" altLang="en-US" dirty="0" err="1"/>
              <a:t>trưng</a:t>
            </a:r>
            <a:r>
              <a:rPr lang="en-US" altLang="en-US" dirty="0"/>
              <a:t> </a:t>
            </a:r>
            <a:r>
              <a:rPr lang="en-US" altLang="en-US" dirty="0" err="1"/>
              <a:t>của</a:t>
            </a:r>
            <a:r>
              <a:rPr lang="en-US" altLang="en-US" dirty="0"/>
              <a:t> </a:t>
            </a:r>
            <a:r>
              <a:rPr lang="en-US" altLang="en-US" dirty="0" err="1"/>
              <a:t>quan</a:t>
            </a:r>
            <a:r>
              <a:rPr lang="en-US" altLang="en-US" dirty="0"/>
              <a:t> </a:t>
            </a:r>
            <a:r>
              <a:rPr lang="en-US" altLang="en-US" dirty="0" err="1"/>
              <a:t>hệ</a:t>
            </a:r>
            <a:endParaRPr lang="en-US" altLang="en-US" dirty="0"/>
          </a:p>
          <a:p>
            <a:pPr marL="514350" indent="-514350" eaLnBrk="1" hangingPunct="1">
              <a:buFont typeface="+mj-lt"/>
              <a:buAutoNum type="arabicPeriod"/>
            </a:pPr>
            <a:r>
              <a:rPr lang="en-US" altLang="en-US" dirty="0" err="1"/>
              <a:t>Chuyển</a:t>
            </a:r>
            <a:r>
              <a:rPr lang="en-US" altLang="en-US" dirty="0"/>
              <a:t> </a:t>
            </a:r>
            <a:r>
              <a:rPr lang="en-US" altLang="en-US" dirty="0" err="1"/>
              <a:t>từ</a:t>
            </a:r>
            <a:r>
              <a:rPr lang="en-US" altLang="en-US" dirty="0"/>
              <a:t> </a:t>
            </a:r>
            <a:r>
              <a:rPr lang="vi-VN" altLang="en-US" dirty="0"/>
              <a:t>ERD</a:t>
            </a:r>
            <a:r>
              <a:rPr lang="en-US" altLang="en-US" dirty="0"/>
              <a:t> sang </a:t>
            </a:r>
            <a:r>
              <a:rPr lang="en-US" altLang="en-US" dirty="0" err="1"/>
              <a:t>mô</a:t>
            </a:r>
            <a:r>
              <a:rPr lang="en-US" altLang="en-US" dirty="0"/>
              <a:t> </a:t>
            </a:r>
            <a:r>
              <a:rPr lang="en-US" altLang="en-US" dirty="0" err="1"/>
              <a:t>hình</a:t>
            </a:r>
            <a:r>
              <a:rPr lang="en-US" altLang="en-US" dirty="0"/>
              <a:t> </a:t>
            </a:r>
            <a:r>
              <a:rPr lang="en-US" altLang="en-US" dirty="0" err="1"/>
              <a:t>dữ</a:t>
            </a:r>
            <a:r>
              <a:rPr lang="en-US" altLang="en-US" dirty="0"/>
              <a:t> </a:t>
            </a:r>
            <a:r>
              <a:rPr lang="en-US" altLang="en-US" dirty="0" err="1"/>
              <a:t>liệu</a:t>
            </a:r>
            <a:r>
              <a:rPr lang="en-US" altLang="en-US" dirty="0"/>
              <a:t> </a:t>
            </a:r>
            <a:r>
              <a:rPr lang="en-US" altLang="en-US" dirty="0" err="1"/>
              <a:t>quan</a:t>
            </a:r>
            <a:r>
              <a:rPr lang="en-US" altLang="en-US" dirty="0"/>
              <a:t> </a:t>
            </a:r>
            <a:r>
              <a:rPr lang="en-US" altLang="en-US" dirty="0" err="1"/>
              <a:t>hệ</a:t>
            </a:r>
            <a:endParaRPr lang="en-US" altLang="en-US" dirty="0"/>
          </a:p>
          <a:p>
            <a:pPr marL="514350" indent="-514350" eaLnBrk="1" hangingPunct="1">
              <a:buFont typeface="+mj-lt"/>
              <a:buAutoNum type="arabicPeriod"/>
            </a:pPr>
            <a:r>
              <a:rPr lang="en-US" sz="2800" dirty="0" err="1"/>
              <a:t>Ví</a:t>
            </a:r>
            <a:r>
              <a:rPr lang="en-US" sz="2800" dirty="0"/>
              <a:t> </a:t>
            </a:r>
            <a:r>
              <a:rPr lang="en-US" sz="2800" dirty="0" err="1"/>
              <a:t>dụ</a:t>
            </a:r>
            <a:r>
              <a:rPr lang="en-US" sz="2800" dirty="0"/>
              <a:t> </a:t>
            </a:r>
            <a:r>
              <a:rPr lang="en-US" sz="2800" dirty="0" err="1"/>
              <a:t>và</a:t>
            </a:r>
            <a:r>
              <a:rPr lang="en-US" sz="2800" dirty="0"/>
              <a:t> </a:t>
            </a:r>
            <a:r>
              <a:rPr lang="vi-VN" sz="2800" dirty="0"/>
              <a:t>b</a:t>
            </a:r>
            <a:r>
              <a:rPr lang="en-US" sz="2800" dirty="0" err="1"/>
              <a:t>ài</a:t>
            </a:r>
            <a:r>
              <a:rPr lang="en-US" sz="2800" dirty="0"/>
              <a:t> </a:t>
            </a:r>
            <a:r>
              <a:rPr lang="en-US" sz="2800" dirty="0" err="1"/>
              <a:t>tập</a:t>
            </a:r>
            <a:r>
              <a:rPr lang="en-US" sz="2800" dirty="0"/>
              <a:t> </a:t>
            </a:r>
            <a:r>
              <a:rPr lang="en-US" sz="2800" dirty="0" err="1"/>
              <a:t>áp</a:t>
            </a:r>
            <a:r>
              <a:rPr lang="en-US" sz="2800" dirty="0"/>
              <a:t> </a:t>
            </a:r>
            <a:r>
              <a:rPr lang="en-US" sz="2800" dirty="0" err="1"/>
              <a:t>dụng</a:t>
            </a:r>
            <a:r>
              <a:rPr lang="en-VN" dirty="0">
                <a:effectLst/>
              </a:rPr>
              <a:t> </a:t>
            </a:r>
            <a:endParaRPr lang="en-US" altLang="en-US" dirty="0"/>
          </a:p>
          <a:p>
            <a:pPr eaLnBrk="1" hangingPunct="1"/>
            <a:endParaRPr lang="en-US" altLang="en-US" dirty="0"/>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3</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a:t>Các khái niệm cơ bản</a:t>
            </a:r>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b="1" dirty="0"/>
              <a:t>Quan </a:t>
            </a:r>
            <a:r>
              <a:rPr lang="en-US" altLang="en-US" b="1" dirty="0" err="1"/>
              <a:t>hệ</a:t>
            </a:r>
            <a:r>
              <a:rPr lang="en-US" altLang="en-US" b="1" dirty="0"/>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dirty="0" err="1">
                <a:solidFill>
                  <a:schemeClr val="bg1">
                    <a:lumMod val="50000"/>
                  </a:schemeClr>
                </a:solidFill>
              </a:rPr>
              <a:t>Lược</a:t>
            </a:r>
            <a:r>
              <a:rPr lang="en-US" altLang="en-US" dirty="0">
                <a:solidFill>
                  <a:schemeClr val="bg1">
                    <a:lumMod val="50000"/>
                  </a:schemeClr>
                </a:solidFill>
              </a:rPr>
              <a:t> </a:t>
            </a:r>
            <a:r>
              <a:rPr lang="en-US" altLang="en-US" dirty="0" err="1">
                <a:solidFill>
                  <a:schemeClr val="bg1">
                    <a:lumMod val="50000"/>
                  </a:schemeClr>
                </a:solidFill>
              </a:rPr>
              <a:t>đồ</a:t>
            </a:r>
            <a:r>
              <a:rPr lang="en-US" altLang="en-US"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Date Placeholder 3">
            <a:extLst>
              <a:ext uri="{FF2B5EF4-FFF2-40B4-BE49-F238E27FC236}">
                <a16:creationId xmlns:a16="http://schemas.microsoft.com/office/drawing/2014/main" id="{DF149887-A00E-4098-8BFD-A6EDD5B7262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9219" name="Slide Number Placeholder 5">
            <a:extLst>
              <a:ext uri="{FF2B5EF4-FFF2-40B4-BE49-F238E27FC236}">
                <a16:creationId xmlns:a16="http://schemas.microsoft.com/office/drawing/2014/main" id="{92B90A73-F449-4E77-890C-C9C6C6E0B83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54D734D-7A75-48F6-9D1B-3690D9B691B9}" type="slidenum">
              <a:rPr lang="en-US" altLang="en-US" sz="1000"/>
              <a:pPr algn="r">
                <a:spcBef>
                  <a:spcPct val="0"/>
                </a:spcBef>
                <a:buClrTx/>
                <a:buFontTx/>
                <a:buNone/>
              </a:pPr>
              <a:t>4</a:t>
            </a:fld>
            <a:endParaRPr lang="en-US" altLang="en-US" sz="1000"/>
          </a:p>
        </p:txBody>
      </p:sp>
      <p:grpSp>
        <p:nvGrpSpPr>
          <p:cNvPr id="2" name="Group 2">
            <a:extLst>
              <a:ext uri="{FF2B5EF4-FFF2-40B4-BE49-F238E27FC236}">
                <a16:creationId xmlns:a16="http://schemas.microsoft.com/office/drawing/2014/main" id="{8CA130A1-4DCF-44CB-8A70-D7C35AD724B4}"/>
              </a:ext>
            </a:extLst>
          </p:cNvPr>
          <p:cNvGrpSpPr>
            <a:grpSpLocks/>
          </p:cNvGrpSpPr>
          <p:nvPr/>
        </p:nvGrpSpPr>
        <p:grpSpPr bwMode="auto">
          <a:xfrm>
            <a:off x="1676400" y="2438400"/>
            <a:ext cx="3505200" cy="2559050"/>
            <a:chOff x="1056" y="1536"/>
            <a:chExt cx="2208" cy="1612"/>
          </a:xfrm>
        </p:grpSpPr>
        <p:sp>
          <p:nvSpPr>
            <p:cNvPr id="9271" name="Rectangle 3">
              <a:extLst>
                <a:ext uri="{FF2B5EF4-FFF2-40B4-BE49-F238E27FC236}">
                  <a16:creationId xmlns:a16="http://schemas.microsoft.com/office/drawing/2014/main" id="{006674EA-FCA9-4F71-B85E-FC2422C5B10E}"/>
                </a:ext>
              </a:extLst>
            </p:cNvPr>
            <p:cNvSpPr>
              <a:spLocks noChangeArrowheads="1"/>
            </p:cNvSpPr>
            <p:nvPr/>
          </p:nvSpPr>
          <p:spPr bwMode="auto">
            <a:xfrm>
              <a:off x="1200" y="1996"/>
              <a:ext cx="576" cy="1152"/>
            </a:xfrm>
            <a:prstGeom prst="rect">
              <a:avLst/>
            </a:prstGeom>
            <a:solidFill>
              <a:srgbClr val="FF99CC">
                <a:alpha val="79999"/>
              </a:srgbClr>
            </a:solidFill>
            <a:ln w="12700" algn="ctr">
              <a:solidFill>
                <a:srgbClr val="FF99CC"/>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9272" name="Text Box 4">
              <a:extLst>
                <a:ext uri="{FF2B5EF4-FFF2-40B4-BE49-F238E27FC236}">
                  <a16:creationId xmlns:a16="http://schemas.microsoft.com/office/drawing/2014/main" id="{0CDC23F8-3763-4680-AC1C-BAE2C07A70F2}"/>
                </a:ext>
              </a:extLst>
            </p:cNvPr>
            <p:cNvSpPr txBox="1">
              <a:spLocks noChangeArrowheads="1"/>
            </p:cNvSpPr>
            <p:nvPr/>
          </p:nvSpPr>
          <p:spPr bwMode="auto">
            <a:xfrm>
              <a:off x="1056" y="1536"/>
              <a:ext cx="220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cs typeface="Tahoma" panose="020B0604030504040204" pitchFamily="34" charset="0"/>
                </a:rPr>
                <a:t>1 cột là 1 thuộc tính của nhân viên</a:t>
              </a:r>
            </a:p>
          </p:txBody>
        </p:sp>
        <p:sp>
          <p:nvSpPr>
            <p:cNvPr id="9273" name="Line 5">
              <a:extLst>
                <a:ext uri="{FF2B5EF4-FFF2-40B4-BE49-F238E27FC236}">
                  <a16:creationId xmlns:a16="http://schemas.microsoft.com/office/drawing/2014/main" id="{4CF0AD8C-13B2-4ADF-A5E3-0D74D1A44C39}"/>
                </a:ext>
              </a:extLst>
            </p:cNvPr>
            <p:cNvSpPr>
              <a:spLocks noChangeShapeType="1"/>
            </p:cNvSpPr>
            <p:nvPr/>
          </p:nvSpPr>
          <p:spPr bwMode="auto">
            <a:xfrm flipH="1">
              <a:off x="1728" y="1728"/>
              <a:ext cx="240" cy="384"/>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grpSp>
        <p:nvGrpSpPr>
          <p:cNvPr id="3" name="Group 6">
            <a:extLst>
              <a:ext uri="{FF2B5EF4-FFF2-40B4-BE49-F238E27FC236}">
                <a16:creationId xmlns:a16="http://schemas.microsoft.com/office/drawing/2014/main" id="{705E535B-0336-404E-8E21-888485B742B2}"/>
              </a:ext>
            </a:extLst>
          </p:cNvPr>
          <p:cNvGrpSpPr>
            <a:grpSpLocks/>
          </p:cNvGrpSpPr>
          <p:nvPr/>
        </p:nvGrpSpPr>
        <p:grpSpPr bwMode="auto">
          <a:xfrm>
            <a:off x="152400" y="4235450"/>
            <a:ext cx="8305800" cy="1250950"/>
            <a:chOff x="96" y="2352"/>
            <a:chExt cx="5232" cy="788"/>
          </a:xfrm>
        </p:grpSpPr>
        <p:sp>
          <p:nvSpPr>
            <p:cNvPr id="9268" name="Rectangle 7">
              <a:extLst>
                <a:ext uri="{FF2B5EF4-FFF2-40B4-BE49-F238E27FC236}">
                  <a16:creationId xmlns:a16="http://schemas.microsoft.com/office/drawing/2014/main" id="{428B5526-4704-4279-B300-1AF708A7692D}"/>
                </a:ext>
              </a:extLst>
            </p:cNvPr>
            <p:cNvSpPr>
              <a:spLocks noChangeArrowheads="1"/>
            </p:cNvSpPr>
            <p:nvPr/>
          </p:nvSpPr>
          <p:spPr bwMode="auto">
            <a:xfrm>
              <a:off x="384" y="2352"/>
              <a:ext cx="4944" cy="192"/>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9269" name="Text Box 8">
              <a:extLst>
                <a:ext uri="{FF2B5EF4-FFF2-40B4-BE49-F238E27FC236}">
                  <a16:creationId xmlns:a16="http://schemas.microsoft.com/office/drawing/2014/main" id="{D8FA3DE2-1AAA-46ED-94D6-B9D7A5E1A9C1}"/>
                </a:ext>
              </a:extLst>
            </p:cNvPr>
            <p:cNvSpPr txBox="1">
              <a:spLocks noChangeArrowheads="1"/>
            </p:cNvSpPr>
            <p:nvPr/>
          </p:nvSpPr>
          <p:spPr bwMode="auto">
            <a:xfrm>
              <a:off x="96" y="2928"/>
              <a:ext cx="139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1 dòng là 1 nhân viên</a:t>
              </a:r>
            </a:p>
          </p:txBody>
        </p:sp>
        <p:sp>
          <p:nvSpPr>
            <p:cNvPr id="9270" name="Line 9">
              <a:extLst>
                <a:ext uri="{FF2B5EF4-FFF2-40B4-BE49-F238E27FC236}">
                  <a16:creationId xmlns:a16="http://schemas.microsoft.com/office/drawing/2014/main" id="{1208347F-0F9A-4C79-8F1B-E63E4C818395}"/>
                </a:ext>
              </a:extLst>
            </p:cNvPr>
            <p:cNvSpPr>
              <a:spLocks noChangeShapeType="1"/>
            </p:cNvSpPr>
            <p:nvPr/>
          </p:nvSpPr>
          <p:spPr bwMode="auto">
            <a:xfrm flipV="1">
              <a:off x="480" y="2448"/>
              <a:ext cx="96" cy="48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grpSp>
      <p:sp>
        <p:nvSpPr>
          <p:cNvPr id="9222" name="Rectangle 10">
            <a:extLst>
              <a:ext uri="{FF2B5EF4-FFF2-40B4-BE49-F238E27FC236}">
                <a16:creationId xmlns:a16="http://schemas.microsoft.com/office/drawing/2014/main" id="{1BF4CDB4-5E4B-4E27-AF2B-234B9479316C}"/>
              </a:ext>
            </a:extLst>
          </p:cNvPr>
          <p:cNvSpPr>
            <a:spLocks noGrp="1" noChangeArrowheads="1"/>
          </p:cNvSpPr>
          <p:nvPr>
            <p:ph type="title"/>
          </p:nvPr>
        </p:nvSpPr>
        <p:spPr>
          <a:xfrm>
            <a:off x="457200" y="354013"/>
            <a:ext cx="8229600" cy="620712"/>
          </a:xfrm>
        </p:spPr>
        <p:txBody>
          <a:bodyPr/>
          <a:lstStyle/>
          <a:p>
            <a:pPr eaLnBrk="1" hangingPunct="1"/>
            <a:r>
              <a:rPr lang="en-US" altLang="en-US" sz="3500"/>
              <a:t>Quan hệ </a:t>
            </a:r>
          </a:p>
        </p:txBody>
      </p:sp>
      <p:sp>
        <p:nvSpPr>
          <p:cNvPr id="9223" name="Rectangle 11">
            <a:extLst>
              <a:ext uri="{FF2B5EF4-FFF2-40B4-BE49-F238E27FC236}">
                <a16:creationId xmlns:a16="http://schemas.microsoft.com/office/drawing/2014/main" id="{70DE5287-BB56-4025-9BDB-93CD2EE1826F}"/>
              </a:ext>
            </a:extLst>
          </p:cNvPr>
          <p:cNvSpPr>
            <a:spLocks noGrp="1" noChangeArrowheads="1"/>
          </p:cNvSpPr>
          <p:nvPr>
            <p:ph type="body" idx="1"/>
          </p:nvPr>
        </p:nvSpPr>
        <p:spPr>
          <a:xfrm>
            <a:off x="457200" y="1295400"/>
            <a:ext cx="8229600" cy="4835525"/>
          </a:xfrm>
        </p:spPr>
        <p:txBody>
          <a:bodyPr/>
          <a:lstStyle/>
          <a:p>
            <a:pPr eaLnBrk="1" hangingPunct="1"/>
            <a:r>
              <a:rPr lang="en-US" altLang="en-US"/>
              <a:t>Các thông tin lưu trữ trong CSDL được tổ chức thành </a:t>
            </a:r>
            <a:r>
              <a:rPr lang="en-US" altLang="en-US" u="sng"/>
              <a:t>bảng (table) 2 chiều</a:t>
            </a:r>
            <a:r>
              <a:rPr lang="en-US" altLang="en-US"/>
              <a:t> gọi là quan hệ</a:t>
            </a:r>
          </a:p>
        </p:txBody>
      </p:sp>
      <p:grpSp>
        <p:nvGrpSpPr>
          <p:cNvPr id="9224" name="Group 12">
            <a:extLst>
              <a:ext uri="{FF2B5EF4-FFF2-40B4-BE49-F238E27FC236}">
                <a16:creationId xmlns:a16="http://schemas.microsoft.com/office/drawing/2014/main" id="{B777A722-316A-4B68-9615-823464B31300}"/>
              </a:ext>
            </a:extLst>
          </p:cNvPr>
          <p:cNvGrpSpPr>
            <a:grpSpLocks/>
          </p:cNvGrpSpPr>
          <p:nvPr/>
        </p:nvGrpSpPr>
        <p:grpSpPr bwMode="auto">
          <a:xfrm>
            <a:off x="838200" y="3244850"/>
            <a:ext cx="7467600" cy="1600200"/>
            <a:chOff x="528" y="1680"/>
            <a:chExt cx="4704" cy="1008"/>
          </a:xfrm>
        </p:grpSpPr>
        <p:sp>
          <p:nvSpPr>
            <p:cNvPr id="9226" name="Line 13">
              <a:extLst>
                <a:ext uri="{FF2B5EF4-FFF2-40B4-BE49-F238E27FC236}">
                  <a16:creationId xmlns:a16="http://schemas.microsoft.com/office/drawing/2014/main" id="{CA4ADD7D-49A3-495A-B709-661D10D7CDCC}"/>
                </a:ext>
              </a:extLst>
            </p:cNvPr>
            <p:cNvSpPr>
              <a:spLocks noChangeShapeType="1"/>
            </p:cNvSpPr>
            <p:nvPr/>
          </p:nvSpPr>
          <p:spPr bwMode="auto">
            <a:xfrm>
              <a:off x="528" y="1872"/>
              <a:ext cx="47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9227" name="Line 14">
              <a:extLst>
                <a:ext uri="{FF2B5EF4-FFF2-40B4-BE49-F238E27FC236}">
                  <a16:creationId xmlns:a16="http://schemas.microsoft.com/office/drawing/2014/main" id="{0707DCD9-678F-41B3-80D3-B6708E8E8472}"/>
                </a:ext>
              </a:extLst>
            </p:cNvPr>
            <p:cNvSpPr>
              <a:spLocks noChangeShapeType="1"/>
            </p:cNvSpPr>
            <p:nvPr/>
          </p:nvSpPr>
          <p:spPr bwMode="auto">
            <a:xfrm>
              <a:off x="1152"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28" name="Text Box 15">
              <a:extLst>
                <a:ext uri="{FF2B5EF4-FFF2-40B4-BE49-F238E27FC236}">
                  <a16:creationId xmlns:a16="http://schemas.microsoft.com/office/drawing/2014/main" id="{1DB48256-E061-42C5-8B9A-F90111899F2C}"/>
                </a:ext>
              </a:extLst>
            </p:cNvPr>
            <p:cNvSpPr txBox="1">
              <a:spLocks noChangeArrowheads="1"/>
            </p:cNvSpPr>
            <p:nvPr/>
          </p:nvSpPr>
          <p:spPr bwMode="auto">
            <a:xfrm>
              <a:off x="528" y="168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9229" name="Text Box 16">
              <a:extLst>
                <a:ext uri="{FF2B5EF4-FFF2-40B4-BE49-F238E27FC236}">
                  <a16:creationId xmlns:a16="http://schemas.microsoft.com/office/drawing/2014/main" id="{FDD93BED-F35B-4777-9459-D52922608283}"/>
                </a:ext>
              </a:extLst>
            </p:cNvPr>
            <p:cNvSpPr txBox="1">
              <a:spLocks noChangeArrowheads="1"/>
            </p:cNvSpPr>
            <p:nvPr/>
          </p:nvSpPr>
          <p:spPr bwMode="auto">
            <a:xfrm>
              <a:off x="1152"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9230" name="Line 17">
              <a:extLst>
                <a:ext uri="{FF2B5EF4-FFF2-40B4-BE49-F238E27FC236}">
                  <a16:creationId xmlns:a16="http://schemas.microsoft.com/office/drawing/2014/main" id="{EEA0509A-40C0-4585-9F05-2F71DC658BD3}"/>
                </a:ext>
              </a:extLst>
            </p:cNvPr>
            <p:cNvSpPr>
              <a:spLocks noChangeShapeType="1"/>
            </p:cNvSpPr>
            <p:nvPr/>
          </p:nvSpPr>
          <p:spPr bwMode="auto">
            <a:xfrm>
              <a:off x="1824"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31" name="Text Box 18">
              <a:extLst>
                <a:ext uri="{FF2B5EF4-FFF2-40B4-BE49-F238E27FC236}">
                  <a16:creationId xmlns:a16="http://schemas.microsoft.com/office/drawing/2014/main" id="{1A0241D3-C893-44DE-B2CB-AC29C649FE10}"/>
                </a:ext>
              </a:extLst>
            </p:cNvPr>
            <p:cNvSpPr txBox="1">
              <a:spLocks noChangeArrowheads="1"/>
            </p:cNvSpPr>
            <p:nvPr/>
          </p:nvSpPr>
          <p:spPr bwMode="auto">
            <a:xfrm>
              <a:off x="1824" y="168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9232" name="Line 19">
              <a:extLst>
                <a:ext uri="{FF2B5EF4-FFF2-40B4-BE49-F238E27FC236}">
                  <a16:creationId xmlns:a16="http://schemas.microsoft.com/office/drawing/2014/main" id="{450F34F8-2D6C-4C6A-8052-24206741874B}"/>
                </a:ext>
              </a:extLst>
            </p:cNvPr>
            <p:cNvSpPr>
              <a:spLocks noChangeShapeType="1"/>
            </p:cNvSpPr>
            <p:nvPr/>
          </p:nvSpPr>
          <p:spPr bwMode="auto">
            <a:xfrm>
              <a:off x="2544"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33" name="Text Box 20">
              <a:extLst>
                <a:ext uri="{FF2B5EF4-FFF2-40B4-BE49-F238E27FC236}">
                  <a16:creationId xmlns:a16="http://schemas.microsoft.com/office/drawing/2014/main" id="{B593001D-704B-4FC3-8094-A72F55B2621C}"/>
                </a:ext>
              </a:extLst>
            </p:cNvPr>
            <p:cNvSpPr txBox="1">
              <a:spLocks noChangeArrowheads="1"/>
            </p:cNvSpPr>
            <p:nvPr/>
          </p:nvSpPr>
          <p:spPr bwMode="auto">
            <a:xfrm>
              <a:off x="2544" y="1680"/>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9234" name="Line 21">
              <a:extLst>
                <a:ext uri="{FF2B5EF4-FFF2-40B4-BE49-F238E27FC236}">
                  <a16:creationId xmlns:a16="http://schemas.microsoft.com/office/drawing/2014/main" id="{33E17B98-4CE1-4AE2-9979-A07E06D0C4C5}"/>
                </a:ext>
              </a:extLst>
            </p:cNvPr>
            <p:cNvSpPr>
              <a:spLocks noChangeShapeType="1"/>
            </p:cNvSpPr>
            <p:nvPr/>
          </p:nvSpPr>
          <p:spPr bwMode="auto">
            <a:xfrm>
              <a:off x="3408"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35" name="Text Box 22">
              <a:extLst>
                <a:ext uri="{FF2B5EF4-FFF2-40B4-BE49-F238E27FC236}">
                  <a16:creationId xmlns:a16="http://schemas.microsoft.com/office/drawing/2014/main" id="{699160CE-BC7C-4CC6-876E-EFC699AF7EBA}"/>
                </a:ext>
              </a:extLst>
            </p:cNvPr>
            <p:cNvSpPr txBox="1">
              <a:spLocks noChangeArrowheads="1"/>
            </p:cNvSpPr>
            <p:nvPr/>
          </p:nvSpPr>
          <p:spPr bwMode="auto">
            <a:xfrm>
              <a:off x="3408" y="1680"/>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9236" name="Line 23">
              <a:extLst>
                <a:ext uri="{FF2B5EF4-FFF2-40B4-BE49-F238E27FC236}">
                  <a16:creationId xmlns:a16="http://schemas.microsoft.com/office/drawing/2014/main" id="{422D8B1C-446A-4BE8-87A5-244325FCA7E5}"/>
                </a:ext>
              </a:extLst>
            </p:cNvPr>
            <p:cNvSpPr>
              <a:spLocks noChangeShapeType="1"/>
            </p:cNvSpPr>
            <p:nvPr/>
          </p:nvSpPr>
          <p:spPr bwMode="auto">
            <a:xfrm>
              <a:off x="3888"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37" name="Text Box 24">
              <a:extLst>
                <a:ext uri="{FF2B5EF4-FFF2-40B4-BE49-F238E27FC236}">
                  <a16:creationId xmlns:a16="http://schemas.microsoft.com/office/drawing/2014/main" id="{71AA4302-295B-4010-AE98-A856EEF25405}"/>
                </a:ext>
              </a:extLst>
            </p:cNvPr>
            <p:cNvSpPr txBox="1">
              <a:spLocks noChangeArrowheads="1"/>
            </p:cNvSpPr>
            <p:nvPr/>
          </p:nvSpPr>
          <p:spPr bwMode="auto">
            <a:xfrm>
              <a:off x="3888"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9238" name="Line 25">
              <a:extLst>
                <a:ext uri="{FF2B5EF4-FFF2-40B4-BE49-F238E27FC236}">
                  <a16:creationId xmlns:a16="http://schemas.microsoft.com/office/drawing/2014/main" id="{9C33547F-BFA3-4321-A4A9-717BA6626D6E}"/>
                </a:ext>
              </a:extLst>
            </p:cNvPr>
            <p:cNvSpPr>
              <a:spLocks noChangeShapeType="1"/>
            </p:cNvSpPr>
            <p:nvPr/>
          </p:nvSpPr>
          <p:spPr bwMode="auto">
            <a:xfrm>
              <a:off x="4560"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9239" name="Text Box 26">
              <a:extLst>
                <a:ext uri="{FF2B5EF4-FFF2-40B4-BE49-F238E27FC236}">
                  <a16:creationId xmlns:a16="http://schemas.microsoft.com/office/drawing/2014/main" id="{FEBE4B4F-A5DC-4810-97A5-B83E1C623B2E}"/>
                </a:ext>
              </a:extLst>
            </p:cNvPr>
            <p:cNvSpPr txBox="1">
              <a:spLocks noChangeArrowheads="1"/>
            </p:cNvSpPr>
            <p:nvPr/>
          </p:nvSpPr>
          <p:spPr bwMode="auto">
            <a:xfrm>
              <a:off x="4560"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9240" name="Text Box 27">
              <a:extLst>
                <a:ext uri="{FF2B5EF4-FFF2-40B4-BE49-F238E27FC236}">
                  <a16:creationId xmlns:a16="http://schemas.microsoft.com/office/drawing/2014/main" id="{07D8B652-8CDA-47E2-916E-0B9943161789}"/>
                </a:ext>
              </a:extLst>
            </p:cNvPr>
            <p:cNvSpPr txBox="1">
              <a:spLocks noChangeArrowheads="1"/>
            </p:cNvSpPr>
            <p:nvPr/>
          </p:nvSpPr>
          <p:spPr bwMode="auto">
            <a:xfrm>
              <a:off x="528" y="192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9241" name="Text Box 28">
              <a:extLst>
                <a:ext uri="{FF2B5EF4-FFF2-40B4-BE49-F238E27FC236}">
                  <a16:creationId xmlns:a16="http://schemas.microsoft.com/office/drawing/2014/main" id="{C164F29B-843F-4C14-BB1D-1BB18A76469B}"/>
                </a:ext>
              </a:extLst>
            </p:cNvPr>
            <p:cNvSpPr txBox="1">
              <a:spLocks noChangeArrowheads="1"/>
            </p:cNvSpPr>
            <p:nvPr/>
          </p:nvSpPr>
          <p:spPr bwMode="auto">
            <a:xfrm>
              <a:off x="1152"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9242" name="Text Box 29">
              <a:extLst>
                <a:ext uri="{FF2B5EF4-FFF2-40B4-BE49-F238E27FC236}">
                  <a16:creationId xmlns:a16="http://schemas.microsoft.com/office/drawing/2014/main" id="{95FEB622-1C1A-4585-9FFA-847443DDC6A5}"/>
                </a:ext>
              </a:extLst>
            </p:cNvPr>
            <p:cNvSpPr txBox="1">
              <a:spLocks noChangeArrowheads="1"/>
            </p:cNvSpPr>
            <p:nvPr/>
          </p:nvSpPr>
          <p:spPr bwMode="auto">
            <a:xfrm>
              <a:off x="1824" y="192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9243" name="Text Box 30">
              <a:extLst>
                <a:ext uri="{FF2B5EF4-FFF2-40B4-BE49-F238E27FC236}">
                  <a16:creationId xmlns:a16="http://schemas.microsoft.com/office/drawing/2014/main" id="{E5DFA7C4-FE2C-4DF8-8110-DB7EDC564386}"/>
                </a:ext>
              </a:extLst>
            </p:cNvPr>
            <p:cNvSpPr txBox="1">
              <a:spLocks noChangeArrowheads="1"/>
            </p:cNvSpPr>
            <p:nvPr/>
          </p:nvSpPr>
          <p:spPr bwMode="auto">
            <a:xfrm>
              <a:off x="2544" y="1920"/>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9244" name="Text Box 31">
              <a:extLst>
                <a:ext uri="{FF2B5EF4-FFF2-40B4-BE49-F238E27FC236}">
                  <a16:creationId xmlns:a16="http://schemas.microsoft.com/office/drawing/2014/main" id="{5B14805B-A0B4-43B5-AF86-7F6370166A6A}"/>
                </a:ext>
              </a:extLst>
            </p:cNvPr>
            <p:cNvSpPr txBox="1">
              <a:spLocks noChangeArrowheads="1"/>
            </p:cNvSpPr>
            <p:nvPr/>
          </p:nvSpPr>
          <p:spPr bwMode="auto">
            <a:xfrm>
              <a:off x="3408" y="1920"/>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9245" name="Text Box 32">
              <a:extLst>
                <a:ext uri="{FF2B5EF4-FFF2-40B4-BE49-F238E27FC236}">
                  <a16:creationId xmlns:a16="http://schemas.microsoft.com/office/drawing/2014/main" id="{90E697A5-A659-4C76-9CF1-55F5B0FBF606}"/>
                </a:ext>
              </a:extLst>
            </p:cNvPr>
            <p:cNvSpPr txBox="1">
              <a:spLocks noChangeArrowheads="1"/>
            </p:cNvSpPr>
            <p:nvPr/>
          </p:nvSpPr>
          <p:spPr bwMode="auto">
            <a:xfrm>
              <a:off x="3888"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9246" name="Text Box 33">
              <a:extLst>
                <a:ext uri="{FF2B5EF4-FFF2-40B4-BE49-F238E27FC236}">
                  <a16:creationId xmlns:a16="http://schemas.microsoft.com/office/drawing/2014/main" id="{79AE5177-8214-4A16-B2B7-5A79832C261E}"/>
                </a:ext>
              </a:extLst>
            </p:cNvPr>
            <p:cNvSpPr txBox="1">
              <a:spLocks noChangeArrowheads="1"/>
            </p:cNvSpPr>
            <p:nvPr/>
          </p:nvSpPr>
          <p:spPr bwMode="auto">
            <a:xfrm>
              <a:off x="4560"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9247" name="Text Box 34">
              <a:extLst>
                <a:ext uri="{FF2B5EF4-FFF2-40B4-BE49-F238E27FC236}">
                  <a16:creationId xmlns:a16="http://schemas.microsoft.com/office/drawing/2014/main" id="{0D89F574-AA8B-491C-BB05-518ACE33A4EE}"/>
                </a:ext>
              </a:extLst>
            </p:cNvPr>
            <p:cNvSpPr txBox="1">
              <a:spLocks noChangeArrowheads="1"/>
            </p:cNvSpPr>
            <p:nvPr/>
          </p:nvSpPr>
          <p:spPr bwMode="auto">
            <a:xfrm>
              <a:off x="528" y="2112"/>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9248" name="Text Box 35">
              <a:extLst>
                <a:ext uri="{FF2B5EF4-FFF2-40B4-BE49-F238E27FC236}">
                  <a16:creationId xmlns:a16="http://schemas.microsoft.com/office/drawing/2014/main" id="{482133EA-2A76-44A6-9DB6-3E794A7E971C}"/>
                </a:ext>
              </a:extLst>
            </p:cNvPr>
            <p:cNvSpPr txBox="1">
              <a:spLocks noChangeArrowheads="1"/>
            </p:cNvSpPr>
            <p:nvPr/>
          </p:nvSpPr>
          <p:spPr bwMode="auto">
            <a:xfrm>
              <a:off x="1152"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9249" name="Text Box 36">
              <a:extLst>
                <a:ext uri="{FF2B5EF4-FFF2-40B4-BE49-F238E27FC236}">
                  <a16:creationId xmlns:a16="http://schemas.microsoft.com/office/drawing/2014/main" id="{AF4A2C98-CFDC-4B89-A3AC-C4A0748D5219}"/>
                </a:ext>
              </a:extLst>
            </p:cNvPr>
            <p:cNvSpPr txBox="1">
              <a:spLocks noChangeArrowheads="1"/>
            </p:cNvSpPr>
            <p:nvPr/>
          </p:nvSpPr>
          <p:spPr bwMode="auto">
            <a:xfrm>
              <a:off x="1824" y="211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9250" name="Text Box 37">
              <a:extLst>
                <a:ext uri="{FF2B5EF4-FFF2-40B4-BE49-F238E27FC236}">
                  <a16:creationId xmlns:a16="http://schemas.microsoft.com/office/drawing/2014/main" id="{2C26E05E-843A-4578-99FF-7DDF6122310A}"/>
                </a:ext>
              </a:extLst>
            </p:cNvPr>
            <p:cNvSpPr txBox="1">
              <a:spLocks noChangeArrowheads="1"/>
            </p:cNvSpPr>
            <p:nvPr/>
          </p:nvSpPr>
          <p:spPr bwMode="auto">
            <a:xfrm>
              <a:off x="2544" y="2112"/>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332 NTH Q1</a:t>
              </a:r>
            </a:p>
          </p:txBody>
        </p:sp>
        <p:sp>
          <p:nvSpPr>
            <p:cNvPr id="9251" name="Text Box 38">
              <a:extLst>
                <a:ext uri="{FF2B5EF4-FFF2-40B4-BE49-F238E27FC236}">
                  <a16:creationId xmlns:a16="http://schemas.microsoft.com/office/drawing/2014/main" id="{326306FA-173D-4027-833E-1BC3FC6A9D43}"/>
                </a:ext>
              </a:extLst>
            </p:cNvPr>
            <p:cNvSpPr txBox="1">
              <a:spLocks noChangeArrowheads="1"/>
            </p:cNvSpPr>
            <p:nvPr/>
          </p:nvSpPr>
          <p:spPr bwMode="auto">
            <a:xfrm>
              <a:off x="3408" y="2112"/>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9252" name="Text Box 39">
              <a:extLst>
                <a:ext uri="{FF2B5EF4-FFF2-40B4-BE49-F238E27FC236}">
                  <a16:creationId xmlns:a16="http://schemas.microsoft.com/office/drawing/2014/main" id="{37429383-23AE-4045-B689-82CD15DF92F3}"/>
                </a:ext>
              </a:extLst>
            </p:cNvPr>
            <p:cNvSpPr txBox="1">
              <a:spLocks noChangeArrowheads="1"/>
            </p:cNvSpPr>
            <p:nvPr/>
          </p:nvSpPr>
          <p:spPr bwMode="auto">
            <a:xfrm>
              <a:off x="3888"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9253" name="Text Box 40">
              <a:extLst>
                <a:ext uri="{FF2B5EF4-FFF2-40B4-BE49-F238E27FC236}">
                  <a16:creationId xmlns:a16="http://schemas.microsoft.com/office/drawing/2014/main" id="{F237A309-376F-462E-8340-ADC8E412A52D}"/>
                </a:ext>
              </a:extLst>
            </p:cNvPr>
            <p:cNvSpPr txBox="1">
              <a:spLocks noChangeArrowheads="1"/>
            </p:cNvSpPr>
            <p:nvPr/>
          </p:nvSpPr>
          <p:spPr bwMode="auto">
            <a:xfrm>
              <a:off x="4560"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9254" name="Text Box 41">
              <a:extLst>
                <a:ext uri="{FF2B5EF4-FFF2-40B4-BE49-F238E27FC236}">
                  <a16:creationId xmlns:a16="http://schemas.microsoft.com/office/drawing/2014/main" id="{99EA764A-F728-4037-8DE2-4D324D1D7130}"/>
                </a:ext>
              </a:extLst>
            </p:cNvPr>
            <p:cNvSpPr txBox="1">
              <a:spLocks noChangeArrowheads="1"/>
            </p:cNvSpPr>
            <p:nvPr/>
          </p:nvSpPr>
          <p:spPr bwMode="auto">
            <a:xfrm>
              <a:off x="528" y="230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9255" name="Text Box 42">
              <a:extLst>
                <a:ext uri="{FF2B5EF4-FFF2-40B4-BE49-F238E27FC236}">
                  <a16:creationId xmlns:a16="http://schemas.microsoft.com/office/drawing/2014/main" id="{72B0FE86-53EE-47ED-8413-E344B39CC111}"/>
                </a:ext>
              </a:extLst>
            </p:cNvPr>
            <p:cNvSpPr txBox="1">
              <a:spLocks noChangeArrowheads="1"/>
            </p:cNvSpPr>
            <p:nvPr/>
          </p:nvSpPr>
          <p:spPr bwMode="auto">
            <a:xfrm>
              <a:off x="1152"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9256" name="Text Box 43">
              <a:extLst>
                <a:ext uri="{FF2B5EF4-FFF2-40B4-BE49-F238E27FC236}">
                  <a16:creationId xmlns:a16="http://schemas.microsoft.com/office/drawing/2014/main" id="{2A2DFE86-E199-40ED-ACC5-84CA8A54D2B4}"/>
                </a:ext>
              </a:extLst>
            </p:cNvPr>
            <p:cNvSpPr txBox="1">
              <a:spLocks noChangeArrowheads="1"/>
            </p:cNvSpPr>
            <p:nvPr/>
          </p:nvSpPr>
          <p:spPr bwMode="auto">
            <a:xfrm>
              <a:off x="1824"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06/20/1951</a:t>
              </a:r>
            </a:p>
          </p:txBody>
        </p:sp>
        <p:sp>
          <p:nvSpPr>
            <p:cNvPr id="9257" name="Text Box 44">
              <a:extLst>
                <a:ext uri="{FF2B5EF4-FFF2-40B4-BE49-F238E27FC236}">
                  <a16:creationId xmlns:a16="http://schemas.microsoft.com/office/drawing/2014/main" id="{69C1811B-D901-4D64-84D2-E501B38018F9}"/>
                </a:ext>
              </a:extLst>
            </p:cNvPr>
            <p:cNvSpPr txBox="1">
              <a:spLocks noChangeArrowheads="1"/>
            </p:cNvSpPr>
            <p:nvPr/>
          </p:nvSpPr>
          <p:spPr bwMode="auto">
            <a:xfrm>
              <a:off x="2544" y="2304"/>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291 HVH QPN</a:t>
              </a:r>
            </a:p>
          </p:txBody>
        </p:sp>
        <p:sp>
          <p:nvSpPr>
            <p:cNvPr id="9258" name="Text Box 45">
              <a:extLst>
                <a:ext uri="{FF2B5EF4-FFF2-40B4-BE49-F238E27FC236}">
                  <a16:creationId xmlns:a16="http://schemas.microsoft.com/office/drawing/2014/main" id="{54F3DE21-151D-4C92-9D61-11A3C9BB6188}"/>
                </a:ext>
              </a:extLst>
            </p:cNvPr>
            <p:cNvSpPr txBox="1">
              <a:spLocks noChangeArrowheads="1"/>
            </p:cNvSpPr>
            <p:nvPr/>
          </p:nvSpPr>
          <p:spPr bwMode="auto">
            <a:xfrm>
              <a:off x="3408" y="2304"/>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9259" name="Text Box 46">
              <a:extLst>
                <a:ext uri="{FF2B5EF4-FFF2-40B4-BE49-F238E27FC236}">
                  <a16:creationId xmlns:a16="http://schemas.microsoft.com/office/drawing/2014/main" id="{AC335209-869D-4AF9-89EF-8E1E96E21609}"/>
                </a:ext>
              </a:extLst>
            </p:cNvPr>
            <p:cNvSpPr txBox="1">
              <a:spLocks noChangeArrowheads="1"/>
            </p:cNvSpPr>
            <p:nvPr/>
          </p:nvSpPr>
          <p:spPr bwMode="auto">
            <a:xfrm>
              <a:off x="3888"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9260" name="Text Box 47">
              <a:extLst>
                <a:ext uri="{FF2B5EF4-FFF2-40B4-BE49-F238E27FC236}">
                  <a16:creationId xmlns:a16="http://schemas.microsoft.com/office/drawing/2014/main" id="{05C5CC91-6D48-48AF-88CD-18246F731858}"/>
                </a:ext>
              </a:extLst>
            </p:cNvPr>
            <p:cNvSpPr txBox="1">
              <a:spLocks noChangeArrowheads="1"/>
            </p:cNvSpPr>
            <p:nvPr/>
          </p:nvSpPr>
          <p:spPr bwMode="auto">
            <a:xfrm>
              <a:off x="4560"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9261" name="Text Box 48">
              <a:extLst>
                <a:ext uri="{FF2B5EF4-FFF2-40B4-BE49-F238E27FC236}">
                  <a16:creationId xmlns:a16="http://schemas.microsoft.com/office/drawing/2014/main" id="{69FBDDCD-EFCD-4715-A7F9-DB6C3546CDDE}"/>
                </a:ext>
              </a:extLst>
            </p:cNvPr>
            <p:cNvSpPr txBox="1">
              <a:spLocks noChangeArrowheads="1"/>
            </p:cNvSpPr>
            <p:nvPr/>
          </p:nvSpPr>
          <p:spPr bwMode="auto">
            <a:xfrm>
              <a:off x="528" y="249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9262" name="Text Box 49">
              <a:extLst>
                <a:ext uri="{FF2B5EF4-FFF2-40B4-BE49-F238E27FC236}">
                  <a16:creationId xmlns:a16="http://schemas.microsoft.com/office/drawing/2014/main" id="{BD896195-68AF-4302-8F0B-276F55DA2A93}"/>
                </a:ext>
              </a:extLst>
            </p:cNvPr>
            <p:cNvSpPr txBox="1">
              <a:spLocks noChangeArrowheads="1"/>
            </p:cNvSpPr>
            <p:nvPr/>
          </p:nvSpPr>
          <p:spPr bwMode="auto">
            <a:xfrm>
              <a:off x="1152"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9263" name="Text Box 50">
              <a:extLst>
                <a:ext uri="{FF2B5EF4-FFF2-40B4-BE49-F238E27FC236}">
                  <a16:creationId xmlns:a16="http://schemas.microsoft.com/office/drawing/2014/main" id="{7F32DA8C-4F76-4E97-BA17-9B9A9A60BE3B}"/>
                </a:ext>
              </a:extLst>
            </p:cNvPr>
            <p:cNvSpPr txBox="1">
              <a:spLocks noChangeArrowheads="1"/>
            </p:cNvSpPr>
            <p:nvPr/>
          </p:nvSpPr>
          <p:spPr bwMode="auto">
            <a:xfrm>
              <a:off x="1824" y="249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9264" name="Text Box 51">
              <a:extLst>
                <a:ext uri="{FF2B5EF4-FFF2-40B4-BE49-F238E27FC236}">
                  <a16:creationId xmlns:a16="http://schemas.microsoft.com/office/drawing/2014/main" id="{FC4BEEBD-38D9-4FFB-9E7F-D10A80A80C1A}"/>
                </a:ext>
              </a:extLst>
            </p:cNvPr>
            <p:cNvSpPr txBox="1">
              <a:spLocks noChangeArrowheads="1"/>
            </p:cNvSpPr>
            <p:nvPr/>
          </p:nvSpPr>
          <p:spPr bwMode="auto">
            <a:xfrm>
              <a:off x="2544" y="2496"/>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9265" name="Text Box 52">
              <a:extLst>
                <a:ext uri="{FF2B5EF4-FFF2-40B4-BE49-F238E27FC236}">
                  <a16:creationId xmlns:a16="http://schemas.microsoft.com/office/drawing/2014/main" id="{9A8518E5-C123-4840-8143-21999E01628C}"/>
                </a:ext>
              </a:extLst>
            </p:cNvPr>
            <p:cNvSpPr txBox="1">
              <a:spLocks noChangeArrowheads="1"/>
            </p:cNvSpPr>
            <p:nvPr/>
          </p:nvSpPr>
          <p:spPr bwMode="auto">
            <a:xfrm>
              <a:off x="3408" y="249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9266" name="Text Box 53">
              <a:extLst>
                <a:ext uri="{FF2B5EF4-FFF2-40B4-BE49-F238E27FC236}">
                  <a16:creationId xmlns:a16="http://schemas.microsoft.com/office/drawing/2014/main" id="{2474D573-326F-4FA5-84C8-23D084559BEE}"/>
                </a:ext>
              </a:extLst>
            </p:cNvPr>
            <p:cNvSpPr txBox="1">
              <a:spLocks noChangeArrowheads="1"/>
            </p:cNvSpPr>
            <p:nvPr/>
          </p:nvSpPr>
          <p:spPr bwMode="auto">
            <a:xfrm>
              <a:off x="3888"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9267" name="Text Box 54">
              <a:extLst>
                <a:ext uri="{FF2B5EF4-FFF2-40B4-BE49-F238E27FC236}">
                  <a16:creationId xmlns:a16="http://schemas.microsoft.com/office/drawing/2014/main" id="{DFCA1E57-727D-4CC9-AA7A-02F2262148E9}"/>
                </a:ext>
              </a:extLst>
            </p:cNvPr>
            <p:cNvSpPr txBox="1">
              <a:spLocks noChangeArrowheads="1"/>
            </p:cNvSpPr>
            <p:nvPr/>
          </p:nvSpPr>
          <p:spPr bwMode="auto">
            <a:xfrm>
              <a:off x="4560"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sp>
        <p:nvSpPr>
          <p:cNvPr id="9225" name="Text Box 55">
            <a:extLst>
              <a:ext uri="{FF2B5EF4-FFF2-40B4-BE49-F238E27FC236}">
                <a16:creationId xmlns:a16="http://schemas.microsoft.com/office/drawing/2014/main" id="{84A4EF6A-7885-4386-BF55-31CD4E20AEFD}"/>
              </a:ext>
            </a:extLst>
          </p:cNvPr>
          <p:cNvSpPr txBox="1">
            <a:spLocks noChangeArrowheads="1"/>
          </p:cNvSpPr>
          <p:nvPr/>
        </p:nvSpPr>
        <p:spPr bwMode="auto">
          <a:xfrm>
            <a:off x="2514600" y="5410200"/>
            <a:ext cx="4114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Tên quan hệ là NHANVIEN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ppt_x"/>
                                          </p:val>
                                        </p:tav>
                                        <p:tav tm="100000">
                                          <p:val>
                                            <p:strVal val="#ppt_x"/>
                                          </p:val>
                                        </p:tav>
                                      </p:tavLst>
                                    </p:anim>
                                    <p:anim calcmode="lin" valueType="num">
                                      <p:cBhvr additive="base">
                                        <p:cTn id="14"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39204A0C-950B-4D29-9B05-84A67A11950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1267" name="Slide Number Placeholder 5">
            <a:extLst>
              <a:ext uri="{FF2B5EF4-FFF2-40B4-BE49-F238E27FC236}">
                <a16:creationId xmlns:a16="http://schemas.microsoft.com/office/drawing/2014/main" id="{BBEAA10B-05BE-450D-A359-809455EBFE6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757FFB0-7945-442A-BBAB-1FEAED3767F0}" type="slidenum">
              <a:rPr lang="en-US" altLang="en-US" sz="1000"/>
              <a:pPr algn="r">
                <a:spcBef>
                  <a:spcPct val="0"/>
                </a:spcBef>
                <a:buClrTx/>
                <a:buFontTx/>
                <a:buNone/>
              </a:pPr>
              <a:t>5</a:t>
            </a:fld>
            <a:endParaRPr lang="en-US" altLang="en-US" sz="1000"/>
          </a:p>
        </p:txBody>
      </p:sp>
      <p:sp>
        <p:nvSpPr>
          <p:cNvPr id="11268" name="Rectangle 2">
            <a:extLst>
              <a:ext uri="{FF2B5EF4-FFF2-40B4-BE49-F238E27FC236}">
                <a16:creationId xmlns:a16="http://schemas.microsoft.com/office/drawing/2014/main" id="{D8042F7A-FC33-4A7A-80E1-946659D90126}"/>
              </a:ext>
            </a:extLst>
          </p:cNvPr>
          <p:cNvSpPr>
            <a:spLocks noGrp="1" noChangeArrowheads="1"/>
          </p:cNvSpPr>
          <p:nvPr>
            <p:ph type="title"/>
          </p:nvPr>
        </p:nvSpPr>
        <p:spPr>
          <a:xfrm>
            <a:off x="457200" y="354013"/>
            <a:ext cx="8229600" cy="620712"/>
          </a:xfrm>
        </p:spPr>
        <p:txBody>
          <a:bodyPr/>
          <a:lstStyle/>
          <a:p>
            <a:pPr eaLnBrk="1" hangingPunct="1"/>
            <a:r>
              <a:rPr lang="en-US" altLang="en-US" sz="3500"/>
              <a:t>Quan hệ (tt)</a:t>
            </a:r>
          </a:p>
        </p:txBody>
      </p:sp>
      <p:sp>
        <p:nvSpPr>
          <p:cNvPr id="11269" name="Rectangle 3">
            <a:extLst>
              <a:ext uri="{FF2B5EF4-FFF2-40B4-BE49-F238E27FC236}">
                <a16:creationId xmlns:a16="http://schemas.microsoft.com/office/drawing/2014/main" id="{8B97EE59-2651-44DC-927D-90597AC3E0D9}"/>
              </a:ext>
            </a:extLst>
          </p:cNvPr>
          <p:cNvSpPr>
            <a:spLocks noGrp="1" noChangeArrowheads="1"/>
          </p:cNvSpPr>
          <p:nvPr>
            <p:ph type="body" idx="1"/>
          </p:nvPr>
        </p:nvSpPr>
        <p:spPr>
          <a:xfrm>
            <a:off x="457200" y="1295400"/>
            <a:ext cx="8229600" cy="4835525"/>
          </a:xfrm>
        </p:spPr>
        <p:txBody>
          <a:bodyPr/>
          <a:lstStyle/>
          <a:p>
            <a:pPr eaLnBrk="1" hangingPunct="1"/>
            <a:r>
              <a:rPr lang="en-US" altLang="en-US"/>
              <a:t>Quan hệ gồm</a:t>
            </a:r>
          </a:p>
          <a:p>
            <a:pPr lvl="1" eaLnBrk="1" hangingPunct="1"/>
            <a:r>
              <a:rPr lang="en-US" altLang="en-US"/>
              <a:t>Tên</a:t>
            </a:r>
          </a:p>
          <a:p>
            <a:pPr lvl="1" eaLnBrk="1" hangingPunct="1"/>
            <a:r>
              <a:rPr lang="en-US" altLang="en-US"/>
              <a:t>Tập hợp các cột</a:t>
            </a:r>
          </a:p>
          <a:p>
            <a:pPr lvl="2" eaLnBrk="1" hangingPunct="1"/>
            <a:r>
              <a:rPr lang="en-US" altLang="en-US">
                <a:solidFill>
                  <a:srgbClr val="FF0000"/>
                </a:solidFill>
              </a:rPr>
              <a:t>Cố định</a:t>
            </a:r>
          </a:p>
          <a:p>
            <a:pPr lvl="2" eaLnBrk="1" hangingPunct="1"/>
            <a:r>
              <a:rPr lang="en-US" altLang="en-US"/>
              <a:t>Được đặt tên</a:t>
            </a:r>
          </a:p>
          <a:p>
            <a:pPr lvl="2" eaLnBrk="1" hangingPunct="1"/>
            <a:r>
              <a:rPr lang="en-US" altLang="en-US"/>
              <a:t>Có kiểu dữ liệu</a:t>
            </a:r>
          </a:p>
          <a:p>
            <a:pPr lvl="1" eaLnBrk="1" hangingPunct="1"/>
            <a:r>
              <a:rPr lang="en-US" altLang="en-US"/>
              <a:t>Tập hợp các dòng</a:t>
            </a:r>
          </a:p>
          <a:p>
            <a:pPr lvl="2" eaLnBrk="1" hangingPunct="1"/>
            <a:r>
              <a:rPr lang="en-US" altLang="en-US">
                <a:solidFill>
                  <a:srgbClr val="FF0000"/>
                </a:solidFill>
              </a:rPr>
              <a:t>Thay đổi theo thời gian</a:t>
            </a:r>
          </a:p>
          <a:p>
            <a:pPr lvl="2" eaLnBrk="1" hangingPunct="1"/>
            <a:endParaRPr lang="en-US" altLang="en-US"/>
          </a:p>
          <a:p>
            <a:pPr eaLnBrk="1" hangingPunct="1"/>
            <a:r>
              <a:rPr lang="en-US" altLang="en-US"/>
              <a:t>Một dòng ~ Một thực thể</a:t>
            </a:r>
          </a:p>
          <a:p>
            <a:pPr eaLnBrk="1" hangingPunct="1"/>
            <a:r>
              <a:rPr lang="en-US" altLang="en-US"/>
              <a:t>Quan hệ ~ Tập thực thể</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6</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b="1" dirty="0" err="1"/>
              <a:t>Thuộc</a:t>
            </a:r>
            <a:r>
              <a:rPr lang="en-US" altLang="en-US" b="1" dirty="0"/>
              <a:t> </a:t>
            </a:r>
            <a:r>
              <a:rPr lang="en-US" altLang="en-US" b="1" dirty="0" err="1"/>
              <a:t>tính</a:t>
            </a:r>
            <a:r>
              <a:rPr lang="en-US" altLang="en-US" b="1" dirty="0"/>
              <a:t> (Attribute)</a:t>
            </a:r>
          </a:p>
          <a:p>
            <a:pPr eaLnBrk="1" hangingPunct="1"/>
            <a:r>
              <a:rPr lang="en-US" altLang="en-US" dirty="0" err="1">
                <a:solidFill>
                  <a:schemeClr val="bg1">
                    <a:lumMod val="50000"/>
                  </a:schemeClr>
                </a:solidFill>
              </a:rPr>
              <a:t>Lược</a:t>
            </a:r>
            <a:r>
              <a:rPr lang="en-US" altLang="en-US" dirty="0">
                <a:solidFill>
                  <a:schemeClr val="bg1">
                    <a:lumMod val="50000"/>
                  </a:schemeClr>
                </a:solidFill>
              </a:rPr>
              <a:t> </a:t>
            </a:r>
            <a:r>
              <a:rPr lang="en-US" altLang="en-US" dirty="0" err="1">
                <a:solidFill>
                  <a:schemeClr val="bg1">
                    <a:lumMod val="50000"/>
                  </a:schemeClr>
                </a:solidFill>
              </a:rPr>
              <a:t>đồ</a:t>
            </a:r>
            <a:r>
              <a:rPr lang="en-US" altLang="en-US"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4256775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Date Placeholder 3">
            <a:extLst>
              <a:ext uri="{FF2B5EF4-FFF2-40B4-BE49-F238E27FC236}">
                <a16:creationId xmlns:a16="http://schemas.microsoft.com/office/drawing/2014/main" id="{ADF2053F-DD6C-42D9-95D5-AFA4EA41331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3315" name="Slide Number Placeholder 5">
            <a:extLst>
              <a:ext uri="{FF2B5EF4-FFF2-40B4-BE49-F238E27FC236}">
                <a16:creationId xmlns:a16="http://schemas.microsoft.com/office/drawing/2014/main" id="{65D461BB-F3F8-4315-AC36-F8458F4B167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DB5DE99-FE86-4B0F-B976-9886DD82063F}" type="slidenum">
              <a:rPr lang="en-US" altLang="en-US" sz="1000"/>
              <a:pPr algn="r">
                <a:spcBef>
                  <a:spcPct val="0"/>
                </a:spcBef>
                <a:buClrTx/>
                <a:buFontTx/>
                <a:buNone/>
              </a:pPr>
              <a:t>7</a:t>
            </a:fld>
            <a:endParaRPr lang="en-US" altLang="en-US" sz="1000"/>
          </a:p>
        </p:txBody>
      </p:sp>
      <p:sp>
        <p:nvSpPr>
          <p:cNvPr id="314417" name="Rectangle 49">
            <a:extLst>
              <a:ext uri="{FF2B5EF4-FFF2-40B4-BE49-F238E27FC236}">
                <a16:creationId xmlns:a16="http://schemas.microsoft.com/office/drawing/2014/main" id="{87BF5B71-370A-465B-8593-617B59BA3D55}"/>
              </a:ext>
            </a:extLst>
          </p:cNvPr>
          <p:cNvSpPr>
            <a:spLocks noChangeArrowheads="1"/>
          </p:cNvSpPr>
          <p:nvPr/>
        </p:nvSpPr>
        <p:spPr bwMode="auto">
          <a:xfrm>
            <a:off x="533400" y="3243263"/>
            <a:ext cx="7772400" cy="304800"/>
          </a:xfrm>
          <a:prstGeom prst="rect">
            <a:avLst/>
          </a:prstGeom>
          <a:solidFill>
            <a:srgbClr val="FFCC99">
              <a:alpha val="79999"/>
            </a:srgbClr>
          </a:solidFill>
          <a:ln w="12700" algn="ctr">
            <a:solidFill>
              <a:srgbClr val="FFCC99"/>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3317" name="Rectangle 2">
            <a:extLst>
              <a:ext uri="{FF2B5EF4-FFF2-40B4-BE49-F238E27FC236}">
                <a16:creationId xmlns:a16="http://schemas.microsoft.com/office/drawing/2014/main" id="{3B3BC7CA-C2BE-4A9D-8CC3-FFC936B78EDC}"/>
              </a:ext>
            </a:extLst>
          </p:cNvPr>
          <p:cNvSpPr>
            <a:spLocks noGrp="1" noChangeArrowheads="1"/>
          </p:cNvSpPr>
          <p:nvPr>
            <p:ph type="title"/>
          </p:nvPr>
        </p:nvSpPr>
        <p:spPr>
          <a:xfrm>
            <a:off x="457200" y="354013"/>
            <a:ext cx="8229600" cy="620712"/>
          </a:xfrm>
        </p:spPr>
        <p:txBody>
          <a:bodyPr/>
          <a:lstStyle/>
          <a:p>
            <a:pPr eaLnBrk="1" hangingPunct="1"/>
            <a:r>
              <a:rPr lang="en-US" altLang="en-US" sz="3500"/>
              <a:t>Thuộc tính</a:t>
            </a:r>
          </a:p>
        </p:txBody>
      </p:sp>
      <p:sp>
        <p:nvSpPr>
          <p:cNvPr id="314371" name="Rectangle 3">
            <a:extLst>
              <a:ext uri="{FF2B5EF4-FFF2-40B4-BE49-F238E27FC236}">
                <a16:creationId xmlns:a16="http://schemas.microsoft.com/office/drawing/2014/main" id="{BB88C371-4DC0-4C67-BFD2-FEA80E25FA1A}"/>
              </a:ext>
            </a:extLst>
          </p:cNvPr>
          <p:cNvSpPr>
            <a:spLocks noGrp="1" noChangeArrowheads="1"/>
          </p:cNvSpPr>
          <p:nvPr>
            <p:ph type="body" idx="1"/>
          </p:nvPr>
        </p:nvSpPr>
        <p:spPr>
          <a:xfrm>
            <a:off x="457200" y="1295400"/>
            <a:ext cx="8229600" cy="4835525"/>
          </a:xfrm>
        </p:spPr>
        <p:txBody>
          <a:bodyPr/>
          <a:lstStyle/>
          <a:p>
            <a:pPr eaLnBrk="1" hangingPunct="1"/>
            <a:r>
              <a:rPr lang="en-US" altLang="en-US"/>
              <a:t>Tên các cột của quan hệ</a:t>
            </a:r>
          </a:p>
          <a:p>
            <a:pPr eaLnBrk="1" hangingPunct="1"/>
            <a:r>
              <a:rPr lang="en-US" altLang="en-US"/>
              <a:t>Mô tả ý nghĩa cho các giá trị tại cột đó</a:t>
            </a:r>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endParaRPr lang="en-US" altLang="en-US"/>
          </a:p>
          <a:p>
            <a:pPr eaLnBrk="1" hangingPunct="1"/>
            <a:r>
              <a:rPr lang="en-US" altLang="en-US"/>
              <a:t>Tất cả các dữ liệu trong cùng 1 một cột đều có cùng kiểu dữ liệu</a:t>
            </a:r>
          </a:p>
        </p:txBody>
      </p:sp>
      <p:grpSp>
        <p:nvGrpSpPr>
          <p:cNvPr id="13319" name="Group 4">
            <a:extLst>
              <a:ext uri="{FF2B5EF4-FFF2-40B4-BE49-F238E27FC236}">
                <a16:creationId xmlns:a16="http://schemas.microsoft.com/office/drawing/2014/main" id="{8D1F2B5B-D2DB-445E-AB99-C86B98C719A4}"/>
              </a:ext>
            </a:extLst>
          </p:cNvPr>
          <p:cNvGrpSpPr>
            <a:grpSpLocks/>
          </p:cNvGrpSpPr>
          <p:nvPr/>
        </p:nvGrpSpPr>
        <p:grpSpPr bwMode="auto">
          <a:xfrm>
            <a:off x="685800" y="3276600"/>
            <a:ext cx="7467600" cy="1600200"/>
            <a:chOff x="528" y="1680"/>
            <a:chExt cx="4704" cy="1008"/>
          </a:xfrm>
        </p:grpSpPr>
        <p:sp>
          <p:nvSpPr>
            <p:cNvPr id="13329" name="Line 5">
              <a:extLst>
                <a:ext uri="{FF2B5EF4-FFF2-40B4-BE49-F238E27FC236}">
                  <a16:creationId xmlns:a16="http://schemas.microsoft.com/office/drawing/2014/main" id="{D44A3578-52D6-41DD-9522-30C88BD5ED61}"/>
                </a:ext>
              </a:extLst>
            </p:cNvPr>
            <p:cNvSpPr>
              <a:spLocks noChangeShapeType="1"/>
            </p:cNvSpPr>
            <p:nvPr/>
          </p:nvSpPr>
          <p:spPr bwMode="auto">
            <a:xfrm>
              <a:off x="528" y="1872"/>
              <a:ext cx="47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330" name="Line 6">
              <a:extLst>
                <a:ext uri="{FF2B5EF4-FFF2-40B4-BE49-F238E27FC236}">
                  <a16:creationId xmlns:a16="http://schemas.microsoft.com/office/drawing/2014/main" id="{F8A3DEB5-2C64-4DAA-9B18-A5FA6CE1E34A}"/>
                </a:ext>
              </a:extLst>
            </p:cNvPr>
            <p:cNvSpPr>
              <a:spLocks noChangeShapeType="1"/>
            </p:cNvSpPr>
            <p:nvPr/>
          </p:nvSpPr>
          <p:spPr bwMode="auto">
            <a:xfrm>
              <a:off x="1152"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31" name="Text Box 7">
              <a:extLst>
                <a:ext uri="{FF2B5EF4-FFF2-40B4-BE49-F238E27FC236}">
                  <a16:creationId xmlns:a16="http://schemas.microsoft.com/office/drawing/2014/main" id="{F06EBFE5-8210-431D-906F-51B30A0F3F68}"/>
                </a:ext>
              </a:extLst>
            </p:cNvPr>
            <p:cNvSpPr txBox="1">
              <a:spLocks noChangeArrowheads="1"/>
            </p:cNvSpPr>
            <p:nvPr/>
          </p:nvSpPr>
          <p:spPr bwMode="auto">
            <a:xfrm>
              <a:off x="528" y="168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13332" name="Text Box 8">
              <a:extLst>
                <a:ext uri="{FF2B5EF4-FFF2-40B4-BE49-F238E27FC236}">
                  <a16:creationId xmlns:a16="http://schemas.microsoft.com/office/drawing/2014/main" id="{24673755-8D6F-4F17-9DBE-2AEE1A395F47}"/>
                </a:ext>
              </a:extLst>
            </p:cNvPr>
            <p:cNvSpPr txBox="1">
              <a:spLocks noChangeArrowheads="1"/>
            </p:cNvSpPr>
            <p:nvPr/>
          </p:nvSpPr>
          <p:spPr bwMode="auto">
            <a:xfrm>
              <a:off x="1152"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13333" name="Line 9">
              <a:extLst>
                <a:ext uri="{FF2B5EF4-FFF2-40B4-BE49-F238E27FC236}">
                  <a16:creationId xmlns:a16="http://schemas.microsoft.com/office/drawing/2014/main" id="{4CD53FA7-007E-4AA2-943A-BBA9E82DDBDA}"/>
                </a:ext>
              </a:extLst>
            </p:cNvPr>
            <p:cNvSpPr>
              <a:spLocks noChangeShapeType="1"/>
            </p:cNvSpPr>
            <p:nvPr/>
          </p:nvSpPr>
          <p:spPr bwMode="auto">
            <a:xfrm>
              <a:off x="1824"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34" name="Text Box 10">
              <a:extLst>
                <a:ext uri="{FF2B5EF4-FFF2-40B4-BE49-F238E27FC236}">
                  <a16:creationId xmlns:a16="http://schemas.microsoft.com/office/drawing/2014/main" id="{72160EF3-0C5D-41F7-A042-E0B6A2E89069}"/>
                </a:ext>
              </a:extLst>
            </p:cNvPr>
            <p:cNvSpPr txBox="1">
              <a:spLocks noChangeArrowheads="1"/>
            </p:cNvSpPr>
            <p:nvPr/>
          </p:nvSpPr>
          <p:spPr bwMode="auto">
            <a:xfrm>
              <a:off x="1824" y="168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13335" name="Line 11">
              <a:extLst>
                <a:ext uri="{FF2B5EF4-FFF2-40B4-BE49-F238E27FC236}">
                  <a16:creationId xmlns:a16="http://schemas.microsoft.com/office/drawing/2014/main" id="{A6F459B3-EB7B-48C7-80D2-068481CD3852}"/>
                </a:ext>
              </a:extLst>
            </p:cNvPr>
            <p:cNvSpPr>
              <a:spLocks noChangeShapeType="1"/>
            </p:cNvSpPr>
            <p:nvPr/>
          </p:nvSpPr>
          <p:spPr bwMode="auto">
            <a:xfrm>
              <a:off x="2544"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36" name="Text Box 12">
              <a:extLst>
                <a:ext uri="{FF2B5EF4-FFF2-40B4-BE49-F238E27FC236}">
                  <a16:creationId xmlns:a16="http://schemas.microsoft.com/office/drawing/2014/main" id="{B68B0781-2AE3-4167-B7D5-6E5FE3B03B23}"/>
                </a:ext>
              </a:extLst>
            </p:cNvPr>
            <p:cNvSpPr txBox="1">
              <a:spLocks noChangeArrowheads="1"/>
            </p:cNvSpPr>
            <p:nvPr/>
          </p:nvSpPr>
          <p:spPr bwMode="auto">
            <a:xfrm>
              <a:off x="2544" y="1680"/>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13337" name="Line 13">
              <a:extLst>
                <a:ext uri="{FF2B5EF4-FFF2-40B4-BE49-F238E27FC236}">
                  <a16:creationId xmlns:a16="http://schemas.microsoft.com/office/drawing/2014/main" id="{4A0E7C32-5AB3-4995-8206-6F5B3523D697}"/>
                </a:ext>
              </a:extLst>
            </p:cNvPr>
            <p:cNvSpPr>
              <a:spLocks noChangeShapeType="1"/>
            </p:cNvSpPr>
            <p:nvPr/>
          </p:nvSpPr>
          <p:spPr bwMode="auto">
            <a:xfrm>
              <a:off x="3408"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38" name="Text Box 14">
              <a:extLst>
                <a:ext uri="{FF2B5EF4-FFF2-40B4-BE49-F238E27FC236}">
                  <a16:creationId xmlns:a16="http://schemas.microsoft.com/office/drawing/2014/main" id="{E5B5991C-5C7D-4687-BC10-5FE948AB9A27}"/>
                </a:ext>
              </a:extLst>
            </p:cNvPr>
            <p:cNvSpPr txBox="1">
              <a:spLocks noChangeArrowheads="1"/>
            </p:cNvSpPr>
            <p:nvPr/>
          </p:nvSpPr>
          <p:spPr bwMode="auto">
            <a:xfrm>
              <a:off x="3408" y="1680"/>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13339" name="Line 15">
              <a:extLst>
                <a:ext uri="{FF2B5EF4-FFF2-40B4-BE49-F238E27FC236}">
                  <a16:creationId xmlns:a16="http://schemas.microsoft.com/office/drawing/2014/main" id="{EDF00006-A5A5-440F-8A21-6A1933F23BE6}"/>
                </a:ext>
              </a:extLst>
            </p:cNvPr>
            <p:cNvSpPr>
              <a:spLocks noChangeShapeType="1"/>
            </p:cNvSpPr>
            <p:nvPr/>
          </p:nvSpPr>
          <p:spPr bwMode="auto">
            <a:xfrm>
              <a:off x="3888"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40" name="Text Box 16">
              <a:extLst>
                <a:ext uri="{FF2B5EF4-FFF2-40B4-BE49-F238E27FC236}">
                  <a16:creationId xmlns:a16="http://schemas.microsoft.com/office/drawing/2014/main" id="{5BC49CCE-21C8-4567-A211-4BE5C02F5FF8}"/>
                </a:ext>
              </a:extLst>
            </p:cNvPr>
            <p:cNvSpPr txBox="1">
              <a:spLocks noChangeArrowheads="1"/>
            </p:cNvSpPr>
            <p:nvPr/>
          </p:nvSpPr>
          <p:spPr bwMode="auto">
            <a:xfrm>
              <a:off x="3888"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13341" name="Line 17">
              <a:extLst>
                <a:ext uri="{FF2B5EF4-FFF2-40B4-BE49-F238E27FC236}">
                  <a16:creationId xmlns:a16="http://schemas.microsoft.com/office/drawing/2014/main" id="{F6FBED52-81D4-4026-894F-719EFF53D341}"/>
                </a:ext>
              </a:extLst>
            </p:cNvPr>
            <p:cNvSpPr>
              <a:spLocks noChangeShapeType="1"/>
            </p:cNvSpPr>
            <p:nvPr/>
          </p:nvSpPr>
          <p:spPr bwMode="auto">
            <a:xfrm>
              <a:off x="4560" y="1680"/>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42" name="Text Box 18">
              <a:extLst>
                <a:ext uri="{FF2B5EF4-FFF2-40B4-BE49-F238E27FC236}">
                  <a16:creationId xmlns:a16="http://schemas.microsoft.com/office/drawing/2014/main" id="{164B1C60-5AAE-4F0B-A989-C026D0ED84FE}"/>
                </a:ext>
              </a:extLst>
            </p:cNvPr>
            <p:cNvSpPr txBox="1">
              <a:spLocks noChangeArrowheads="1"/>
            </p:cNvSpPr>
            <p:nvPr/>
          </p:nvSpPr>
          <p:spPr bwMode="auto">
            <a:xfrm>
              <a:off x="4560" y="168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13343" name="Text Box 19">
              <a:extLst>
                <a:ext uri="{FF2B5EF4-FFF2-40B4-BE49-F238E27FC236}">
                  <a16:creationId xmlns:a16="http://schemas.microsoft.com/office/drawing/2014/main" id="{C79C7BA9-C257-461B-952C-B43FF36173DA}"/>
                </a:ext>
              </a:extLst>
            </p:cNvPr>
            <p:cNvSpPr txBox="1">
              <a:spLocks noChangeArrowheads="1"/>
            </p:cNvSpPr>
            <p:nvPr/>
          </p:nvSpPr>
          <p:spPr bwMode="auto">
            <a:xfrm>
              <a:off x="528" y="1920"/>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13344" name="Text Box 20">
              <a:extLst>
                <a:ext uri="{FF2B5EF4-FFF2-40B4-BE49-F238E27FC236}">
                  <a16:creationId xmlns:a16="http://schemas.microsoft.com/office/drawing/2014/main" id="{FAE444A2-1A0A-4E55-B56C-675A7D56A433}"/>
                </a:ext>
              </a:extLst>
            </p:cNvPr>
            <p:cNvSpPr txBox="1">
              <a:spLocks noChangeArrowheads="1"/>
            </p:cNvSpPr>
            <p:nvPr/>
          </p:nvSpPr>
          <p:spPr bwMode="auto">
            <a:xfrm>
              <a:off x="1152"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13345" name="Text Box 21">
              <a:extLst>
                <a:ext uri="{FF2B5EF4-FFF2-40B4-BE49-F238E27FC236}">
                  <a16:creationId xmlns:a16="http://schemas.microsoft.com/office/drawing/2014/main" id="{38A6A98A-6108-4B66-9318-A11CDE3099B1}"/>
                </a:ext>
              </a:extLst>
            </p:cNvPr>
            <p:cNvSpPr txBox="1">
              <a:spLocks noChangeArrowheads="1"/>
            </p:cNvSpPr>
            <p:nvPr/>
          </p:nvSpPr>
          <p:spPr bwMode="auto">
            <a:xfrm>
              <a:off x="1824" y="192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13346" name="Text Box 22">
              <a:extLst>
                <a:ext uri="{FF2B5EF4-FFF2-40B4-BE49-F238E27FC236}">
                  <a16:creationId xmlns:a16="http://schemas.microsoft.com/office/drawing/2014/main" id="{2A2AD8BA-6ED3-4F67-82D9-5FCC087327B5}"/>
                </a:ext>
              </a:extLst>
            </p:cNvPr>
            <p:cNvSpPr txBox="1">
              <a:spLocks noChangeArrowheads="1"/>
            </p:cNvSpPr>
            <p:nvPr/>
          </p:nvSpPr>
          <p:spPr bwMode="auto">
            <a:xfrm>
              <a:off x="2544" y="1920"/>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13347" name="Text Box 23">
              <a:extLst>
                <a:ext uri="{FF2B5EF4-FFF2-40B4-BE49-F238E27FC236}">
                  <a16:creationId xmlns:a16="http://schemas.microsoft.com/office/drawing/2014/main" id="{DE3A6984-3A60-4E81-B489-915D9740DEC4}"/>
                </a:ext>
              </a:extLst>
            </p:cNvPr>
            <p:cNvSpPr txBox="1">
              <a:spLocks noChangeArrowheads="1"/>
            </p:cNvSpPr>
            <p:nvPr/>
          </p:nvSpPr>
          <p:spPr bwMode="auto">
            <a:xfrm>
              <a:off x="3408" y="1920"/>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3348" name="Text Box 24">
              <a:extLst>
                <a:ext uri="{FF2B5EF4-FFF2-40B4-BE49-F238E27FC236}">
                  <a16:creationId xmlns:a16="http://schemas.microsoft.com/office/drawing/2014/main" id="{B7B36A8A-37C8-4A33-A241-79D74D76879A}"/>
                </a:ext>
              </a:extLst>
            </p:cNvPr>
            <p:cNvSpPr txBox="1">
              <a:spLocks noChangeArrowheads="1"/>
            </p:cNvSpPr>
            <p:nvPr/>
          </p:nvSpPr>
          <p:spPr bwMode="auto">
            <a:xfrm>
              <a:off x="3888"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13349" name="Text Box 25">
              <a:extLst>
                <a:ext uri="{FF2B5EF4-FFF2-40B4-BE49-F238E27FC236}">
                  <a16:creationId xmlns:a16="http://schemas.microsoft.com/office/drawing/2014/main" id="{4B7B8E0F-49C1-4F83-AF90-A2D1233212A9}"/>
                </a:ext>
              </a:extLst>
            </p:cNvPr>
            <p:cNvSpPr txBox="1">
              <a:spLocks noChangeArrowheads="1"/>
            </p:cNvSpPr>
            <p:nvPr/>
          </p:nvSpPr>
          <p:spPr bwMode="auto">
            <a:xfrm>
              <a:off x="4560" y="192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sp>
          <p:nvSpPr>
            <p:cNvPr id="13350" name="Text Box 26">
              <a:extLst>
                <a:ext uri="{FF2B5EF4-FFF2-40B4-BE49-F238E27FC236}">
                  <a16:creationId xmlns:a16="http://schemas.microsoft.com/office/drawing/2014/main" id="{5C0B5CCB-F821-455D-97D2-D8CEB62174FD}"/>
                </a:ext>
              </a:extLst>
            </p:cNvPr>
            <p:cNvSpPr txBox="1">
              <a:spLocks noChangeArrowheads="1"/>
            </p:cNvSpPr>
            <p:nvPr/>
          </p:nvSpPr>
          <p:spPr bwMode="auto">
            <a:xfrm>
              <a:off x="528" y="2112"/>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13351" name="Text Box 27">
              <a:extLst>
                <a:ext uri="{FF2B5EF4-FFF2-40B4-BE49-F238E27FC236}">
                  <a16:creationId xmlns:a16="http://schemas.microsoft.com/office/drawing/2014/main" id="{6288BE15-5DB6-48C6-A686-0C5B6B50499A}"/>
                </a:ext>
              </a:extLst>
            </p:cNvPr>
            <p:cNvSpPr txBox="1">
              <a:spLocks noChangeArrowheads="1"/>
            </p:cNvSpPr>
            <p:nvPr/>
          </p:nvSpPr>
          <p:spPr bwMode="auto">
            <a:xfrm>
              <a:off x="1152"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13352" name="Text Box 28">
              <a:extLst>
                <a:ext uri="{FF2B5EF4-FFF2-40B4-BE49-F238E27FC236}">
                  <a16:creationId xmlns:a16="http://schemas.microsoft.com/office/drawing/2014/main" id="{5258D4D5-4582-4FE2-BFDA-3BEA3612172C}"/>
                </a:ext>
              </a:extLst>
            </p:cNvPr>
            <p:cNvSpPr txBox="1">
              <a:spLocks noChangeArrowheads="1"/>
            </p:cNvSpPr>
            <p:nvPr/>
          </p:nvSpPr>
          <p:spPr bwMode="auto">
            <a:xfrm>
              <a:off x="1824" y="2112"/>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13353" name="Text Box 29">
              <a:extLst>
                <a:ext uri="{FF2B5EF4-FFF2-40B4-BE49-F238E27FC236}">
                  <a16:creationId xmlns:a16="http://schemas.microsoft.com/office/drawing/2014/main" id="{4EB3BF2D-AEB5-4778-96BC-687FC4FD75F5}"/>
                </a:ext>
              </a:extLst>
            </p:cNvPr>
            <p:cNvSpPr txBox="1">
              <a:spLocks noChangeArrowheads="1"/>
            </p:cNvSpPr>
            <p:nvPr/>
          </p:nvSpPr>
          <p:spPr bwMode="auto">
            <a:xfrm>
              <a:off x="2544" y="2112"/>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332 NTH Q1</a:t>
              </a:r>
            </a:p>
          </p:txBody>
        </p:sp>
        <p:sp>
          <p:nvSpPr>
            <p:cNvPr id="13354" name="Text Box 30">
              <a:extLst>
                <a:ext uri="{FF2B5EF4-FFF2-40B4-BE49-F238E27FC236}">
                  <a16:creationId xmlns:a16="http://schemas.microsoft.com/office/drawing/2014/main" id="{50382606-8552-49E6-A849-02C079AB3113}"/>
                </a:ext>
              </a:extLst>
            </p:cNvPr>
            <p:cNvSpPr txBox="1">
              <a:spLocks noChangeArrowheads="1"/>
            </p:cNvSpPr>
            <p:nvPr/>
          </p:nvSpPr>
          <p:spPr bwMode="auto">
            <a:xfrm>
              <a:off x="3408" y="2112"/>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13355" name="Text Box 31">
              <a:extLst>
                <a:ext uri="{FF2B5EF4-FFF2-40B4-BE49-F238E27FC236}">
                  <a16:creationId xmlns:a16="http://schemas.microsoft.com/office/drawing/2014/main" id="{624CA577-C84D-4416-9ACB-2C6D25161AA8}"/>
                </a:ext>
              </a:extLst>
            </p:cNvPr>
            <p:cNvSpPr txBox="1">
              <a:spLocks noChangeArrowheads="1"/>
            </p:cNvSpPr>
            <p:nvPr/>
          </p:nvSpPr>
          <p:spPr bwMode="auto">
            <a:xfrm>
              <a:off x="3888"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13356" name="Text Box 32">
              <a:extLst>
                <a:ext uri="{FF2B5EF4-FFF2-40B4-BE49-F238E27FC236}">
                  <a16:creationId xmlns:a16="http://schemas.microsoft.com/office/drawing/2014/main" id="{20730FCB-AC42-4F17-81F7-BE8D0B25BA30}"/>
                </a:ext>
              </a:extLst>
            </p:cNvPr>
            <p:cNvSpPr txBox="1">
              <a:spLocks noChangeArrowheads="1"/>
            </p:cNvSpPr>
            <p:nvPr/>
          </p:nvSpPr>
          <p:spPr bwMode="auto">
            <a:xfrm>
              <a:off x="4560" y="2112"/>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3357" name="Text Box 33">
              <a:extLst>
                <a:ext uri="{FF2B5EF4-FFF2-40B4-BE49-F238E27FC236}">
                  <a16:creationId xmlns:a16="http://schemas.microsoft.com/office/drawing/2014/main" id="{36CA0F95-44AA-4DA6-9F33-75215659648B}"/>
                </a:ext>
              </a:extLst>
            </p:cNvPr>
            <p:cNvSpPr txBox="1">
              <a:spLocks noChangeArrowheads="1"/>
            </p:cNvSpPr>
            <p:nvPr/>
          </p:nvSpPr>
          <p:spPr bwMode="auto">
            <a:xfrm>
              <a:off x="528" y="2304"/>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13358" name="Text Box 34">
              <a:extLst>
                <a:ext uri="{FF2B5EF4-FFF2-40B4-BE49-F238E27FC236}">
                  <a16:creationId xmlns:a16="http://schemas.microsoft.com/office/drawing/2014/main" id="{8E63346D-DE16-4E50-AA48-703451FC7CB3}"/>
                </a:ext>
              </a:extLst>
            </p:cNvPr>
            <p:cNvSpPr txBox="1">
              <a:spLocks noChangeArrowheads="1"/>
            </p:cNvSpPr>
            <p:nvPr/>
          </p:nvSpPr>
          <p:spPr bwMode="auto">
            <a:xfrm>
              <a:off x="1152"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13359" name="Text Box 35">
              <a:extLst>
                <a:ext uri="{FF2B5EF4-FFF2-40B4-BE49-F238E27FC236}">
                  <a16:creationId xmlns:a16="http://schemas.microsoft.com/office/drawing/2014/main" id="{26862D0A-85B1-472C-9DC7-8060E712B885}"/>
                </a:ext>
              </a:extLst>
            </p:cNvPr>
            <p:cNvSpPr txBox="1">
              <a:spLocks noChangeArrowheads="1"/>
            </p:cNvSpPr>
            <p:nvPr/>
          </p:nvSpPr>
          <p:spPr bwMode="auto">
            <a:xfrm>
              <a:off x="1824" y="230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06/20/1951</a:t>
              </a:r>
            </a:p>
          </p:txBody>
        </p:sp>
        <p:sp>
          <p:nvSpPr>
            <p:cNvPr id="13360" name="Text Box 36">
              <a:extLst>
                <a:ext uri="{FF2B5EF4-FFF2-40B4-BE49-F238E27FC236}">
                  <a16:creationId xmlns:a16="http://schemas.microsoft.com/office/drawing/2014/main" id="{FC549E28-A9F1-4D70-9A9A-CA7502DA2EDD}"/>
                </a:ext>
              </a:extLst>
            </p:cNvPr>
            <p:cNvSpPr txBox="1">
              <a:spLocks noChangeArrowheads="1"/>
            </p:cNvSpPr>
            <p:nvPr/>
          </p:nvSpPr>
          <p:spPr bwMode="auto">
            <a:xfrm>
              <a:off x="2544" y="2304"/>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291 HVH QPN</a:t>
              </a:r>
            </a:p>
          </p:txBody>
        </p:sp>
        <p:sp>
          <p:nvSpPr>
            <p:cNvPr id="13361" name="Text Box 37">
              <a:extLst>
                <a:ext uri="{FF2B5EF4-FFF2-40B4-BE49-F238E27FC236}">
                  <a16:creationId xmlns:a16="http://schemas.microsoft.com/office/drawing/2014/main" id="{FD5ACD7C-2EEB-441E-A5F8-731D0C87C644}"/>
                </a:ext>
              </a:extLst>
            </p:cNvPr>
            <p:cNvSpPr txBox="1">
              <a:spLocks noChangeArrowheads="1"/>
            </p:cNvSpPr>
            <p:nvPr/>
          </p:nvSpPr>
          <p:spPr bwMode="auto">
            <a:xfrm>
              <a:off x="3408" y="2304"/>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13362" name="Text Box 38">
              <a:extLst>
                <a:ext uri="{FF2B5EF4-FFF2-40B4-BE49-F238E27FC236}">
                  <a16:creationId xmlns:a16="http://schemas.microsoft.com/office/drawing/2014/main" id="{2EB60E2E-2FF3-4F1D-9A0A-99D86A7DFFE4}"/>
                </a:ext>
              </a:extLst>
            </p:cNvPr>
            <p:cNvSpPr txBox="1">
              <a:spLocks noChangeArrowheads="1"/>
            </p:cNvSpPr>
            <p:nvPr/>
          </p:nvSpPr>
          <p:spPr bwMode="auto">
            <a:xfrm>
              <a:off x="3888"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13363" name="Text Box 39">
              <a:extLst>
                <a:ext uri="{FF2B5EF4-FFF2-40B4-BE49-F238E27FC236}">
                  <a16:creationId xmlns:a16="http://schemas.microsoft.com/office/drawing/2014/main" id="{BA58631F-08DB-43D6-9792-A85CB64DB551}"/>
                </a:ext>
              </a:extLst>
            </p:cNvPr>
            <p:cNvSpPr txBox="1">
              <a:spLocks noChangeArrowheads="1"/>
            </p:cNvSpPr>
            <p:nvPr/>
          </p:nvSpPr>
          <p:spPr bwMode="auto">
            <a:xfrm>
              <a:off x="4560" y="230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13364" name="Text Box 40">
              <a:extLst>
                <a:ext uri="{FF2B5EF4-FFF2-40B4-BE49-F238E27FC236}">
                  <a16:creationId xmlns:a16="http://schemas.microsoft.com/office/drawing/2014/main" id="{4EAEAF96-9B44-4FD0-A7CA-73013365DD10}"/>
                </a:ext>
              </a:extLst>
            </p:cNvPr>
            <p:cNvSpPr txBox="1">
              <a:spLocks noChangeArrowheads="1"/>
            </p:cNvSpPr>
            <p:nvPr/>
          </p:nvSpPr>
          <p:spPr bwMode="auto">
            <a:xfrm>
              <a:off x="528" y="2496"/>
              <a:ext cx="62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13365" name="Text Box 41">
              <a:extLst>
                <a:ext uri="{FF2B5EF4-FFF2-40B4-BE49-F238E27FC236}">
                  <a16:creationId xmlns:a16="http://schemas.microsoft.com/office/drawing/2014/main" id="{7F2F3336-CE8F-4101-9044-D63B2C1A16E1}"/>
                </a:ext>
              </a:extLst>
            </p:cNvPr>
            <p:cNvSpPr txBox="1">
              <a:spLocks noChangeArrowheads="1"/>
            </p:cNvSpPr>
            <p:nvPr/>
          </p:nvSpPr>
          <p:spPr bwMode="auto">
            <a:xfrm>
              <a:off x="1152"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13366" name="Text Box 42">
              <a:extLst>
                <a:ext uri="{FF2B5EF4-FFF2-40B4-BE49-F238E27FC236}">
                  <a16:creationId xmlns:a16="http://schemas.microsoft.com/office/drawing/2014/main" id="{3CCFC1C2-BDFF-4963-94C1-8731D2C060D7}"/>
                </a:ext>
              </a:extLst>
            </p:cNvPr>
            <p:cNvSpPr txBox="1">
              <a:spLocks noChangeArrowheads="1"/>
            </p:cNvSpPr>
            <p:nvPr/>
          </p:nvSpPr>
          <p:spPr bwMode="auto">
            <a:xfrm>
              <a:off x="1824" y="249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13367" name="Text Box 43">
              <a:extLst>
                <a:ext uri="{FF2B5EF4-FFF2-40B4-BE49-F238E27FC236}">
                  <a16:creationId xmlns:a16="http://schemas.microsoft.com/office/drawing/2014/main" id="{CB8C73D3-611E-460F-8D68-47514E4AF4A8}"/>
                </a:ext>
              </a:extLst>
            </p:cNvPr>
            <p:cNvSpPr txBox="1">
              <a:spLocks noChangeArrowheads="1"/>
            </p:cNvSpPr>
            <p:nvPr/>
          </p:nvSpPr>
          <p:spPr bwMode="auto">
            <a:xfrm>
              <a:off x="2544" y="2496"/>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Ba Ria VT</a:t>
              </a:r>
            </a:p>
          </p:txBody>
        </p:sp>
        <p:sp>
          <p:nvSpPr>
            <p:cNvPr id="13368" name="Text Box 44">
              <a:extLst>
                <a:ext uri="{FF2B5EF4-FFF2-40B4-BE49-F238E27FC236}">
                  <a16:creationId xmlns:a16="http://schemas.microsoft.com/office/drawing/2014/main" id="{778C6C5C-70C4-45C2-AF5A-965C39BFBC4C}"/>
                </a:ext>
              </a:extLst>
            </p:cNvPr>
            <p:cNvSpPr txBox="1">
              <a:spLocks noChangeArrowheads="1"/>
            </p:cNvSpPr>
            <p:nvPr/>
          </p:nvSpPr>
          <p:spPr bwMode="auto">
            <a:xfrm>
              <a:off x="3408" y="249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13369" name="Text Box 45">
              <a:extLst>
                <a:ext uri="{FF2B5EF4-FFF2-40B4-BE49-F238E27FC236}">
                  <a16:creationId xmlns:a16="http://schemas.microsoft.com/office/drawing/2014/main" id="{D4E5373B-9B68-4191-A5A5-6B255D373157}"/>
                </a:ext>
              </a:extLst>
            </p:cNvPr>
            <p:cNvSpPr txBox="1">
              <a:spLocks noChangeArrowheads="1"/>
            </p:cNvSpPr>
            <p:nvPr/>
          </p:nvSpPr>
          <p:spPr bwMode="auto">
            <a:xfrm>
              <a:off x="3888"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13370" name="Text Box 46">
              <a:extLst>
                <a:ext uri="{FF2B5EF4-FFF2-40B4-BE49-F238E27FC236}">
                  <a16:creationId xmlns:a16="http://schemas.microsoft.com/office/drawing/2014/main" id="{80B8F48C-08E2-4F72-82E7-5EF851465B64}"/>
                </a:ext>
              </a:extLst>
            </p:cNvPr>
            <p:cNvSpPr txBox="1">
              <a:spLocks noChangeArrowheads="1"/>
            </p:cNvSpPr>
            <p:nvPr/>
          </p:nvSpPr>
          <p:spPr bwMode="auto">
            <a:xfrm>
              <a:off x="4560" y="249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grpSp>
        <p:nvGrpSpPr>
          <p:cNvPr id="3" name="Group 58">
            <a:extLst>
              <a:ext uri="{FF2B5EF4-FFF2-40B4-BE49-F238E27FC236}">
                <a16:creationId xmlns:a16="http://schemas.microsoft.com/office/drawing/2014/main" id="{14EF3BF7-85AB-4867-8AB4-58FF2E7C4BF6}"/>
              </a:ext>
            </a:extLst>
          </p:cNvPr>
          <p:cNvGrpSpPr>
            <a:grpSpLocks/>
          </p:cNvGrpSpPr>
          <p:nvPr/>
        </p:nvGrpSpPr>
        <p:grpSpPr bwMode="auto">
          <a:xfrm>
            <a:off x="1447800" y="2438400"/>
            <a:ext cx="5867400" cy="914400"/>
            <a:chOff x="912" y="1536"/>
            <a:chExt cx="3696" cy="576"/>
          </a:xfrm>
        </p:grpSpPr>
        <p:sp>
          <p:nvSpPr>
            <p:cNvPr id="13321" name="Line 51">
              <a:extLst>
                <a:ext uri="{FF2B5EF4-FFF2-40B4-BE49-F238E27FC236}">
                  <a16:creationId xmlns:a16="http://schemas.microsoft.com/office/drawing/2014/main" id="{47418935-8F1B-4F90-9AAC-261CEBD8E937}"/>
                </a:ext>
              </a:extLst>
            </p:cNvPr>
            <p:cNvSpPr>
              <a:spLocks noChangeShapeType="1"/>
            </p:cNvSpPr>
            <p:nvPr/>
          </p:nvSpPr>
          <p:spPr bwMode="auto">
            <a:xfrm flipH="1">
              <a:off x="2832" y="1776"/>
              <a:ext cx="96" cy="336"/>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322" name="Text Box 47">
              <a:extLst>
                <a:ext uri="{FF2B5EF4-FFF2-40B4-BE49-F238E27FC236}">
                  <a16:creationId xmlns:a16="http://schemas.microsoft.com/office/drawing/2014/main" id="{871B7411-73F0-439E-8CCC-585BA6F3B4E9}"/>
                </a:ext>
              </a:extLst>
            </p:cNvPr>
            <p:cNvSpPr txBox="1">
              <a:spLocks noChangeArrowheads="1"/>
            </p:cNvSpPr>
            <p:nvPr/>
          </p:nvSpPr>
          <p:spPr bwMode="auto">
            <a:xfrm>
              <a:off x="2304" y="1536"/>
              <a:ext cx="124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Thuộc tính</a:t>
              </a:r>
            </a:p>
          </p:txBody>
        </p:sp>
        <p:sp>
          <p:nvSpPr>
            <p:cNvPr id="13323" name="Line 48">
              <a:extLst>
                <a:ext uri="{FF2B5EF4-FFF2-40B4-BE49-F238E27FC236}">
                  <a16:creationId xmlns:a16="http://schemas.microsoft.com/office/drawing/2014/main" id="{EDF055A6-89A5-4C71-AE1F-D3C6602E077D}"/>
                </a:ext>
              </a:extLst>
            </p:cNvPr>
            <p:cNvSpPr>
              <a:spLocks noChangeShapeType="1"/>
            </p:cNvSpPr>
            <p:nvPr/>
          </p:nvSpPr>
          <p:spPr bwMode="auto">
            <a:xfrm flipH="1">
              <a:off x="2304" y="1776"/>
              <a:ext cx="576" cy="28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324" name="Line 52">
              <a:extLst>
                <a:ext uri="{FF2B5EF4-FFF2-40B4-BE49-F238E27FC236}">
                  <a16:creationId xmlns:a16="http://schemas.microsoft.com/office/drawing/2014/main" id="{2E7163BC-B826-4F02-91FA-5BC98B730A88}"/>
                </a:ext>
              </a:extLst>
            </p:cNvPr>
            <p:cNvSpPr>
              <a:spLocks noChangeShapeType="1"/>
            </p:cNvSpPr>
            <p:nvPr/>
          </p:nvSpPr>
          <p:spPr bwMode="auto">
            <a:xfrm>
              <a:off x="2976" y="1776"/>
              <a:ext cx="624" cy="336"/>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25" name="Line 53">
              <a:extLst>
                <a:ext uri="{FF2B5EF4-FFF2-40B4-BE49-F238E27FC236}">
                  <a16:creationId xmlns:a16="http://schemas.microsoft.com/office/drawing/2014/main" id="{1105843D-7F66-40EF-8D78-10EC7BF30C6B}"/>
                </a:ext>
              </a:extLst>
            </p:cNvPr>
            <p:cNvSpPr>
              <a:spLocks noChangeShapeType="1"/>
            </p:cNvSpPr>
            <p:nvPr/>
          </p:nvSpPr>
          <p:spPr bwMode="auto">
            <a:xfrm>
              <a:off x="3072" y="1776"/>
              <a:ext cx="1104" cy="28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13326" name="Line 54">
              <a:extLst>
                <a:ext uri="{FF2B5EF4-FFF2-40B4-BE49-F238E27FC236}">
                  <a16:creationId xmlns:a16="http://schemas.microsoft.com/office/drawing/2014/main" id="{76BF9E7D-02C9-4389-9262-D0FE82F8F6AA}"/>
                </a:ext>
              </a:extLst>
            </p:cNvPr>
            <p:cNvSpPr>
              <a:spLocks noChangeShapeType="1"/>
            </p:cNvSpPr>
            <p:nvPr/>
          </p:nvSpPr>
          <p:spPr bwMode="auto">
            <a:xfrm flipH="1">
              <a:off x="1584" y="1776"/>
              <a:ext cx="1152" cy="336"/>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327" name="Line 55">
              <a:extLst>
                <a:ext uri="{FF2B5EF4-FFF2-40B4-BE49-F238E27FC236}">
                  <a16:creationId xmlns:a16="http://schemas.microsoft.com/office/drawing/2014/main" id="{8AF43050-A95B-4F75-9340-338593EE5B4E}"/>
                </a:ext>
              </a:extLst>
            </p:cNvPr>
            <p:cNvSpPr>
              <a:spLocks noChangeShapeType="1"/>
            </p:cNvSpPr>
            <p:nvPr/>
          </p:nvSpPr>
          <p:spPr bwMode="auto">
            <a:xfrm flipH="1">
              <a:off x="912" y="1776"/>
              <a:ext cx="1680" cy="336"/>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3328" name="Line 56">
              <a:extLst>
                <a:ext uri="{FF2B5EF4-FFF2-40B4-BE49-F238E27FC236}">
                  <a16:creationId xmlns:a16="http://schemas.microsoft.com/office/drawing/2014/main" id="{FE37F1CA-CB79-4DA0-B69A-79FDAB152225}"/>
                </a:ext>
              </a:extLst>
            </p:cNvPr>
            <p:cNvSpPr>
              <a:spLocks noChangeShapeType="1"/>
            </p:cNvSpPr>
            <p:nvPr/>
          </p:nvSpPr>
          <p:spPr bwMode="auto">
            <a:xfrm>
              <a:off x="3216" y="1776"/>
              <a:ext cx="1392" cy="288"/>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14417"/>
                                        </p:tgtEl>
                                        <p:attrNameLst>
                                          <p:attrName>style.visibility</p:attrName>
                                        </p:attrNameLst>
                                      </p:cBhvr>
                                      <p:to>
                                        <p:strVal val="visible"/>
                                      </p:to>
                                    </p:set>
                                    <p:anim calcmode="lin" valueType="num">
                                      <p:cBhvr additive="base">
                                        <p:cTn id="11" dur="500" fill="hold"/>
                                        <p:tgtEl>
                                          <p:spTgt spid="314417"/>
                                        </p:tgtEl>
                                        <p:attrNameLst>
                                          <p:attrName>ppt_x</p:attrName>
                                        </p:attrNameLst>
                                      </p:cBhvr>
                                      <p:tavLst>
                                        <p:tav tm="0">
                                          <p:val>
                                            <p:strVal val="#ppt_x"/>
                                          </p:val>
                                        </p:tav>
                                        <p:tav tm="100000">
                                          <p:val>
                                            <p:strVal val="#ppt_x"/>
                                          </p:val>
                                        </p:tav>
                                      </p:tavLst>
                                    </p:anim>
                                    <p:anim calcmode="lin" valueType="num">
                                      <p:cBhvr additive="base">
                                        <p:cTn id="12" dur="500" fill="hold"/>
                                        <p:tgtEl>
                                          <p:spTgt spid="314417"/>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14371">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14371">
                                            <p:txEl>
                                              <p:pRg st="1" end="1"/>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43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441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8</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t>Lược</a:t>
            </a:r>
            <a:r>
              <a:rPr lang="en-US" altLang="en-US" b="1" dirty="0"/>
              <a:t> </a:t>
            </a:r>
            <a:r>
              <a:rPr lang="en-US" altLang="en-US" b="1" dirty="0" err="1"/>
              <a:t>đồ</a:t>
            </a:r>
            <a:r>
              <a:rPr lang="en-US" altLang="en-US" b="1" dirty="0"/>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10450244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a:extLst>
              <a:ext uri="{FF2B5EF4-FFF2-40B4-BE49-F238E27FC236}">
                <a16:creationId xmlns:a16="http://schemas.microsoft.com/office/drawing/2014/main" id="{99D7743F-8C80-413E-B5C0-2F6F76CD4617}"/>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5363" name="Slide Number Placeholder 5">
            <a:extLst>
              <a:ext uri="{FF2B5EF4-FFF2-40B4-BE49-F238E27FC236}">
                <a16:creationId xmlns:a16="http://schemas.microsoft.com/office/drawing/2014/main" id="{A4566297-97CD-4ADE-9495-3E6ADAEE3E79}"/>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16229969-EBAB-485A-B9C0-9E651FE0CBCE}" type="slidenum">
              <a:rPr lang="en-US" altLang="en-US" sz="1000"/>
              <a:pPr algn="r">
                <a:spcBef>
                  <a:spcPct val="0"/>
                </a:spcBef>
                <a:buClrTx/>
                <a:buFontTx/>
                <a:buNone/>
              </a:pPr>
              <a:t>9</a:t>
            </a:fld>
            <a:endParaRPr lang="en-US" altLang="en-US" sz="1000"/>
          </a:p>
        </p:txBody>
      </p:sp>
      <p:grpSp>
        <p:nvGrpSpPr>
          <p:cNvPr id="2" name="Group 68">
            <a:extLst>
              <a:ext uri="{FF2B5EF4-FFF2-40B4-BE49-F238E27FC236}">
                <a16:creationId xmlns:a16="http://schemas.microsoft.com/office/drawing/2014/main" id="{7127D8D9-B6EC-400F-9A2B-030362DA9C05}"/>
              </a:ext>
            </a:extLst>
          </p:cNvPr>
          <p:cNvGrpSpPr>
            <a:grpSpLocks/>
          </p:cNvGrpSpPr>
          <p:nvPr/>
        </p:nvGrpSpPr>
        <p:grpSpPr bwMode="auto">
          <a:xfrm>
            <a:off x="228600" y="3048000"/>
            <a:ext cx="8534400" cy="1295400"/>
            <a:chOff x="192" y="1632"/>
            <a:chExt cx="5376" cy="816"/>
          </a:xfrm>
        </p:grpSpPr>
        <p:sp>
          <p:nvSpPr>
            <p:cNvPr id="15371" name="Text Box 58">
              <a:extLst>
                <a:ext uri="{FF2B5EF4-FFF2-40B4-BE49-F238E27FC236}">
                  <a16:creationId xmlns:a16="http://schemas.microsoft.com/office/drawing/2014/main" id="{6F3DF9BE-AD5F-455E-BDDA-36111A509889}"/>
                </a:ext>
              </a:extLst>
            </p:cNvPr>
            <p:cNvSpPr txBox="1">
              <a:spLocks noChangeArrowheads="1"/>
            </p:cNvSpPr>
            <p:nvPr/>
          </p:nvSpPr>
          <p:spPr bwMode="auto">
            <a:xfrm>
              <a:off x="192" y="1632"/>
              <a:ext cx="17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Lược đồ quan hệ</a:t>
              </a:r>
            </a:p>
          </p:txBody>
        </p:sp>
        <p:sp>
          <p:nvSpPr>
            <p:cNvPr id="15372" name="Line 66">
              <a:extLst>
                <a:ext uri="{FF2B5EF4-FFF2-40B4-BE49-F238E27FC236}">
                  <a16:creationId xmlns:a16="http://schemas.microsoft.com/office/drawing/2014/main" id="{920DE2B9-C893-4A72-9633-774A90FC5C73}"/>
                </a:ext>
              </a:extLst>
            </p:cNvPr>
            <p:cNvSpPr>
              <a:spLocks noChangeShapeType="1"/>
            </p:cNvSpPr>
            <p:nvPr/>
          </p:nvSpPr>
          <p:spPr bwMode="auto">
            <a:xfrm>
              <a:off x="912" y="1872"/>
              <a:ext cx="144" cy="240"/>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5373" name="Rectangle 67">
              <a:extLst>
                <a:ext uri="{FF2B5EF4-FFF2-40B4-BE49-F238E27FC236}">
                  <a16:creationId xmlns:a16="http://schemas.microsoft.com/office/drawing/2014/main" id="{A4C78DFA-B730-4BDE-A1C5-795ABE27346C}"/>
                </a:ext>
              </a:extLst>
            </p:cNvPr>
            <p:cNvSpPr>
              <a:spLocks noChangeArrowheads="1"/>
            </p:cNvSpPr>
            <p:nvPr/>
          </p:nvSpPr>
          <p:spPr bwMode="auto">
            <a:xfrm>
              <a:off x="432" y="2112"/>
              <a:ext cx="5136" cy="336"/>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grpSp>
      <p:sp>
        <p:nvSpPr>
          <p:cNvPr id="15365" name="Rectangle 3">
            <a:extLst>
              <a:ext uri="{FF2B5EF4-FFF2-40B4-BE49-F238E27FC236}">
                <a16:creationId xmlns:a16="http://schemas.microsoft.com/office/drawing/2014/main" id="{E77399E2-71E0-4555-8792-91CDFB2CCFBA}"/>
              </a:ext>
            </a:extLst>
          </p:cNvPr>
          <p:cNvSpPr>
            <a:spLocks noGrp="1" noChangeArrowheads="1"/>
          </p:cNvSpPr>
          <p:nvPr>
            <p:ph type="title"/>
          </p:nvPr>
        </p:nvSpPr>
        <p:spPr>
          <a:xfrm>
            <a:off x="457200" y="354013"/>
            <a:ext cx="8229600" cy="620712"/>
          </a:xfrm>
        </p:spPr>
        <p:txBody>
          <a:bodyPr/>
          <a:lstStyle/>
          <a:p>
            <a:pPr eaLnBrk="1" hangingPunct="1"/>
            <a:r>
              <a:rPr lang="en-US" altLang="en-US" sz="3500"/>
              <a:t>Lược đồ</a:t>
            </a:r>
          </a:p>
        </p:txBody>
      </p:sp>
      <p:sp>
        <p:nvSpPr>
          <p:cNvPr id="15366" name="Rectangle 4">
            <a:extLst>
              <a:ext uri="{FF2B5EF4-FFF2-40B4-BE49-F238E27FC236}">
                <a16:creationId xmlns:a16="http://schemas.microsoft.com/office/drawing/2014/main" id="{C74D2385-D82F-48FB-B1BF-0BEE5E1D1BA2}"/>
              </a:ext>
            </a:extLst>
          </p:cNvPr>
          <p:cNvSpPr>
            <a:spLocks noGrp="1" noChangeArrowheads="1"/>
          </p:cNvSpPr>
          <p:nvPr>
            <p:ph type="body" idx="1"/>
          </p:nvPr>
        </p:nvSpPr>
        <p:spPr>
          <a:xfrm>
            <a:off x="457200" y="1295400"/>
            <a:ext cx="8229600" cy="4835525"/>
          </a:xfrm>
        </p:spPr>
        <p:txBody>
          <a:bodyPr/>
          <a:lstStyle/>
          <a:p>
            <a:pPr eaLnBrk="1" hangingPunct="1"/>
            <a:r>
              <a:rPr lang="en-US" altLang="en-US"/>
              <a:t>Lược đồ quan hệ</a:t>
            </a:r>
          </a:p>
          <a:p>
            <a:pPr lvl="1" eaLnBrk="1" hangingPunct="1"/>
            <a:r>
              <a:rPr lang="en-US" altLang="en-US"/>
              <a:t>Tên của quan hệ</a:t>
            </a:r>
          </a:p>
          <a:p>
            <a:pPr lvl="1" eaLnBrk="1" hangingPunct="1"/>
            <a:r>
              <a:rPr lang="en-US" altLang="en-US"/>
              <a:t>Tên của tập thuộc tính</a:t>
            </a:r>
          </a:p>
        </p:txBody>
      </p:sp>
      <p:sp>
        <p:nvSpPr>
          <p:cNvPr id="15367" name="Text Box 57">
            <a:extLst>
              <a:ext uri="{FF2B5EF4-FFF2-40B4-BE49-F238E27FC236}">
                <a16:creationId xmlns:a16="http://schemas.microsoft.com/office/drawing/2014/main" id="{9BC36C55-19DA-4563-94BC-B8C6420870AA}"/>
              </a:ext>
            </a:extLst>
          </p:cNvPr>
          <p:cNvSpPr txBox="1">
            <a:spLocks noChangeArrowheads="1"/>
          </p:cNvSpPr>
          <p:nvPr/>
        </p:nvSpPr>
        <p:spPr bwMode="auto">
          <a:xfrm>
            <a:off x="838200" y="3886200"/>
            <a:ext cx="784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NHANVIEN(MANV, TENNV, HONV, NGSINH, DCHI, PHAI, LUONG, PHG)</a:t>
            </a:r>
          </a:p>
        </p:txBody>
      </p:sp>
      <p:grpSp>
        <p:nvGrpSpPr>
          <p:cNvPr id="3" name="Group 70">
            <a:extLst>
              <a:ext uri="{FF2B5EF4-FFF2-40B4-BE49-F238E27FC236}">
                <a16:creationId xmlns:a16="http://schemas.microsoft.com/office/drawing/2014/main" id="{CC43E959-6A82-4528-A214-23A0B2D651AB}"/>
              </a:ext>
            </a:extLst>
          </p:cNvPr>
          <p:cNvGrpSpPr>
            <a:grpSpLocks/>
          </p:cNvGrpSpPr>
          <p:nvPr/>
        </p:nvGrpSpPr>
        <p:grpSpPr bwMode="auto">
          <a:xfrm>
            <a:off x="2362200" y="4235450"/>
            <a:ext cx="5943600" cy="793750"/>
            <a:chOff x="1488" y="2668"/>
            <a:chExt cx="3744" cy="500"/>
          </a:xfrm>
        </p:grpSpPr>
        <p:sp>
          <p:nvSpPr>
            <p:cNvPr id="15369" name="AutoShape 62">
              <a:extLst>
                <a:ext uri="{FF2B5EF4-FFF2-40B4-BE49-F238E27FC236}">
                  <a16:creationId xmlns:a16="http://schemas.microsoft.com/office/drawing/2014/main" id="{B8843A1E-62B3-4D36-83E6-10963964608F}"/>
                </a:ext>
              </a:extLst>
            </p:cNvPr>
            <p:cNvSpPr>
              <a:spLocks/>
            </p:cNvSpPr>
            <p:nvPr/>
          </p:nvSpPr>
          <p:spPr bwMode="auto">
            <a:xfrm rot="5400000">
              <a:off x="3230" y="926"/>
              <a:ext cx="260" cy="3744"/>
            </a:xfrm>
            <a:prstGeom prst="rightBrace">
              <a:avLst>
                <a:gd name="adj1" fmla="val 120000"/>
                <a:gd name="adj2" fmla="val 50000"/>
              </a:avLst>
            </a:prstGeom>
            <a:noFill/>
            <a:ln w="12700">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5370" name="Text Box 63">
              <a:extLst>
                <a:ext uri="{FF2B5EF4-FFF2-40B4-BE49-F238E27FC236}">
                  <a16:creationId xmlns:a16="http://schemas.microsoft.com/office/drawing/2014/main" id="{111A3A3C-98C0-479A-8B36-F267AA13A17C}"/>
                </a:ext>
              </a:extLst>
            </p:cNvPr>
            <p:cNvSpPr txBox="1">
              <a:spLocks noChangeArrowheads="1"/>
            </p:cNvSpPr>
            <p:nvPr/>
          </p:nvSpPr>
          <p:spPr bwMode="auto">
            <a:xfrm>
              <a:off x="2784" y="2956"/>
              <a:ext cx="120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Là tập hợp</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4" presetClass="exit" presetSubtype="16" fill="hold" nodeType="clickEffect">
                                  <p:stCondLst>
                                    <p:cond delay="0"/>
                                  </p:stCondLst>
                                  <p:childTnLst>
                                    <p:animEffect transition="out" filter="box(in)">
                                      <p:cBhvr>
                                        <p:cTn id="10" dur="500"/>
                                        <p:tgtEl>
                                          <p:spTgt spid="2"/>
                                        </p:tgtEl>
                                      </p:cBhvr>
                                    </p:animEffect>
                                    <p:set>
                                      <p:cBhvr>
                                        <p:cTn id="11" dur="1" fill="hold">
                                          <p:stCondLst>
                                            <p:cond delay="499"/>
                                          </p:stCondLst>
                                        </p:cTn>
                                        <p:tgtEl>
                                          <p:spTgt spid="2"/>
                                        </p:tgtEl>
                                        <p:attrNameLst>
                                          <p:attrName>style.visibility</p:attrName>
                                        </p:attrNameLst>
                                      </p:cBhvr>
                                      <p:to>
                                        <p:strVal val="hidden"/>
                                      </p:to>
                                    </p:set>
                                  </p:childTnLst>
                                </p:cTn>
                              </p:par>
                              <p:par>
                                <p:cTn id="12" presetID="1" presetClass="entr" presetSubtype="0" fill="hold" nodeType="withEffect">
                                  <p:stCondLst>
                                    <p:cond delay="0"/>
                                  </p:stCondLst>
                                  <p:childTnLst>
                                    <p:set>
                                      <p:cBhvr>
                                        <p:cTn id="13"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ate Placeholder 3">
            <a:extLst>
              <a:ext uri="{FF2B5EF4-FFF2-40B4-BE49-F238E27FC236}">
                <a16:creationId xmlns:a16="http://schemas.microsoft.com/office/drawing/2014/main" id="{019A4994-56CD-407A-9BEE-73E75A87195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7411" name="Slide Number Placeholder 5">
            <a:extLst>
              <a:ext uri="{FF2B5EF4-FFF2-40B4-BE49-F238E27FC236}">
                <a16:creationId xmlns:a16="http://schemas.microsoft.com/office/drawing/2014/main" id="{43A0D433-1973-4602-B644-CD936771C60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3C92D9F-635D-46ED-AB01-7EBDFC1A3CB1}" type="slidenum">
              <a:rPr lang="en-US" altLang="en-US" sz="1000"/>
              <a:pPr algn="r">
                <a:spcBef>
                  <a:spcPct val="0"/>
                </a:spcBef>
                <a:buClrTx/>
                <a:buFontTx/>
                <a:buNone/>
              </a:pPr>
              <a:t>10</a:t>
            </a:fld>
            <a:endParaRPr lang="en-US" altLang="en-US" sz="1000"/>
          </a:p>
        </p:txBody>
      </p:sp>
      <p:sp>
        <p:nvSpPr>
          <p:cNvPr id="17412" name="Rectangle 2">
            <a:extLst>
              <a:ext uri="{FF2B5EF4-FFF2-40B4-BE49-F238E27FC236}">
                <a16:creationId xmlns:a16="http://schemas.microsoft.com/office/drawing/2014/main" id="{AAA18018-34B5-477F-8FF4-A5F103607719}"/>
              </a:ext>
            </a:extLst>
          </p:cNvPr>
          <p:cNvSpPr>
            <a:spLocks noGrp="1" noChangeArrowheads="1"/>
          </p:cNvSpPr>
          <p:nvPr>
            <p:ph type="title"/>
          </p:nvPr>
        </p:nvSpPr>
        <p:spPr>
          <a:xfrm>
            <a:off x="457200" y="354013"/>
            <a:ext cx="8229600" cy="620712"/>
          </a:xfrm>
        </p:spPr>
        <p:txBody>
          <a:bodyPr/>
          <a:lstStyle/>
          <a:p>
            <a:pPr eaLnBrk="1" hangingPunct="1"/>
            <a:r>
              <a:rPr lang="en-US" altLang="en-US" sz="3500"/>
              <a:t>Lược đồ (tt)</a:t>
            </a:r>
          </a:p>
        </p:txBody>
      </p:sp>
      <p:sp>
        <p:nvSpPr>
          <p:cNvPr id="17413" name="Rectangle 3">
            <a:extLst>
              <a:ext uri="{FF2B5EF4-FFF2-40B4-BE49-F238E27FC236}">
                <a16:creationId xmlns:a16="http://schemas.microsoft.com/office/drawing/2014/main" id="{7D7D383A-A4BF-4656-8C76-64B2B9765C9C}"/>
              </a:ext>
            </a:extLst>
          </p:cNvPr>
          <p:cNvSpPr>
            <a:spLocks noGrp="1" noChangeArrowheads="1"/>
          </p:cNvSpPr>
          <p:nvPr>
            <p:ph type="body" idx="1"/>
          </p:nvPr>
        </p:nvSpPr>
        <p:spPr>
          <a:xfrm>
            <a:off x="457200" y="1295400"/>
            <a:ext cx="8229600" cy="4835525"/>
          </a:xfrm>
        </p:spPr>
        <p:txBody>
          <a:bodyPr/>
          <a:lstStyle/>
          <a:p>
            <a:pPr eaLnBrk="1" hangingPunct="1"/>
            <a:r>
              <a:rPr lang="en-US" altLang="en-US"/>
              <a:t>Lược đồ CSDL</a:t>
            </a:r>
          </a:p>
          <a:p>
            <a:pPr lvl="1" eaLnBrk="1" hangingPunct="1"/>
            <a:r>
              <a:rPr lang="en-US" altLang="en-US"/>
              <a:t>Gồm nhiều lược đồ quan hệ</a:t>
            </a:r>
          </a:p>
        </p:txBody>
      </p:sp>
      <p:grpSp>
        <p:nvGrpSpPr>
          <p:cNvPr id="17414" name="Group 20">
            <a:extLst>
              <a:ext uri="{FF2B5EF4-FFF2-40B4-BE49-F238E27FC236}">
                <a16:creationId xmlns:a16="http://schemas.microsoft.com/office/drawing/2014/main" id="{DF41C78A-04AD-4B76-BB98-73DA9578F52B}"/>
              </a:ext>
            </a:extLst>
          </p:cNvPr>
          <p:cNvGrpSpPr>
            <a:grpSpLocks/>
          </p:cNvGrpSpPr>
          <p:nvPr/>
        </p:nvGrpSpPr>
        <p:grpSpPr bwMode="auto">
          <a:xfrm>
            <a:off x="533400" y="2438400"/>
            <a:ext cx="7924800" cy="2819400"/>
            <a:chOff x="336" y="1536"/>
            <a:chExt cx="4992" cy="1776"/>
          </a:xfrm>
        </p:grpSpPr>
        <p:sp>
          <p:nvSpPr>
            <p:cNvPr id="17415" name="Text Box 7">
              <a:extLst>
                <a:ext uri="{FF2B5EF4-FFF2-40B4-BE49-F238E27FC236}">
                  <a16:creationId xmlns:a16="http://schemas.microsoft.com/office/drawing/2014/main" id="{0C57DEBB-77DC-4AA6-9E71-FCC54DBB0869}"/>
                </a:ext>
              </a:extLst>
            </p:cNvPr>
            <p:cNvSpPr txBox="1">
              <a:spLocks noChangeArrowheads="1"/>
            </p:cNvSpPr>
            <p:nvPr/>
          </p:nvSpPr>
          <p:spPr bwMode="auto">
            <a:xfrm>
              <a:off x="336" y="1536"/>
              <a:ext cx="177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Lược đồ CSDL</a:t>
              </a:r>
            </a:p>
          </p:txBody>
        </p:sp>
        <p:grpSp>
          <p:nvGrpSpPr>
            <p:cNvPr id="17416" name="Group 19">
              <a:extLst>
                <a:ext uri="{FF2B5EF4-FFF2-40B4-BE49-F238E27FC236}">
                  <a16:creationId xmlns:a16="http://schemas.microsoft.com/office/drawing/2014/main" id="{0B46BFBD-C527-482E-AB67-916C941B0DCF}"/>
                </a:ext>
              </a:extLst>
            </p:cNvPr>
            <p:cNvGrpSpPr>
              <a:grpSpLocks/>
            </p:cNvGrpSpPr>
            <p:nvPr/>
          </p:nvGrpSpPr>
          <p:grpSpPr bwMode="auto">
            <a:xfrm>
              <a:off x="336" y="2112"/>
              <a:ext cx="4992" cy="1200"/>
              <a:chOff x="336" y="2112"/>
              <a:chExt cx="4992" cy="1200"/>
            </a:xfrm>
          </p:grpSpPr>
          <p:sp>
            <p:nvSpPr>
              <p:cNvPr id="17418" name="Rectangle 17">
                <a:extLst>
                  <a:ext uri="{FF2B5EF4-FFF2-40B4-BE49-F238E27FC236}">
                    <a16:creationId xmlns:a16="http://schemas.microsoft.com/office/drawing/2014/main" id="{8E4EEC9C-28AA-4F94-8B1A-AAA2843D056C}"/>
                  </a:ext>
                </a:extLst>
              </p:cNvPr>
              <p:cNvSpPr>
                <a:spLocks noChangeArrowheads="1"/>
              </p:cNvSpPr>
              <p:nvPr/>
            </p:nvSpPr>
            <p:spPr bwMode="auto">
              <a:xfrm>
                <a:off x="336" y="2112"/>
                <a:ext cx="4944" cy="1200"/>
              </a:xfrm>
              <a:prstGeom prst="rect">
                <a:avLst/>
              </a:prstGeom>
              <a:solidFill>
                <a:srgbClr val="FF99CC">
                  <a:alpha val="79999"/>
                </a:srgbClr>
              </a:solidFill>
              <a:ln w="12700" algn="ctr">
                <a:solidFill>
                  <a:srgbClr val="FF99CC"/>
                </a:solidFill>
                <a:miter lim="800000"/>
                <a:headEnd/>
                <a:tailEnd/>
              </a:ln>
            </p:spPr>
            <p:txBody>
              <a:bodyPr wrap="none"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7419" name="Text Box 6">
                <a:extLst>
                  <a:ext uri="{FF2B5EF4-FFF2-40B4-BE49-F238E27FC236}">
                    <a16:creationId xmlns:a16="http://schemas.microsoft.com/office/drawing/2014/main" id="{FE46B8A0-4BF8-4FF6-8C21-4FA9BA0A98B6}"/>
                  </a:ext>
                </a:extLst>
              </p:cNvPr>
              <p:cNvSpPr txBox="1">
                <a:spLocks noChangeArrowheads="1"/>
              </p:cNvSpPr>
              <p:nvPr/>
            </p:nvSpPr>
            <p:spPr bwMode="auto">
              <a:xfrm>
                <a:off x="384" y="2112"/>
                <a:ext cx="49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NHANVIEN(MANV, TENNV, HONV, NGSINH, DCHI, PHAI, LUONG, PHG)</a:t>
                </a:r>
              </a:p>
            </p:txBody>
          </p:sp>
          <p:sp>
            <p:nvSpPr>
              <p:cNvPr id="17420" name="Text Box 12">
                <a:extLst>
                  <a:ext uri="{FF2B5EF4-FFF2-40B4-BE49-F238E27FC236}">
                    <a16:creationId xmlns:a16="http://schemas.microsoft.com/office/drawing/2014/main" id="{2B2F7629-5C06-4301-9C3C-AD4A97708849}"/>
                  </a:ext>
                </a:extLst>
              </p:cNvPr>
              <p:cNvSpPr txBox="1">
                <a:spLocks noChangeArrowheads="1"/>
              </p:cNvSpPr>
              <p:nvPr/>
            </p:nvSpPr>
            <p:spPr bwMode="auto">
              <a:xfrm>
                <a:off x="384" y="2352"/>
                <a:ext cx="49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PHONGBAN(MAPHG, TENPHG, TRPHG, NG_NHANCHUC)</a:t>
                </a:r>
              </a:p>
            </p:txBody>
          </p:sp>
          <p:sp>
            <p:nvSpPr>
              <p:cNvPr id="17421" name="Text Box 13">
                <a:extLst>
                  <a:ext uri="{FF2B5EF4-FFF2-40B4-BE49-F238E27FC236}">
                    <a16:creationId xmlns:a16="http://schemas.microsoft.com/office/drawing/2014/main" id="{FCBD4DA0-F120-4A38-9226-4EAE38B32844}"/>
                  </a:ext>
                </a:extLst>
              </p:cNvPr>
              <p:cNvSpPr txBox="1">
                <a:spLocks noChangeArrowheads="1"/>
              </p:cNvSpPr>
              <p:nvPr/>
            </p:nvSpPr>
            <p:spPr bwMode="auto">
              <a:xfrm>
                <a:off x="384" y="2592"/>
                <a:ext cx="49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DIADIEM_PHG(MAPHG, DIADIEM)</a:t>
                </a:r>
              </a:p>
            </p:txBody>
          </p:sp>
          <p:sp>
            <p:nvSpPr>
              <p:cNvPr id="17422" name="Text Box 14">
                <a:extLst>
                  <a:ext uri="{FF2B5EF4-FFF2-40B4-BE49-F238E27FC236}">
                    <a16:creationId xmlns:a16="http://schemas.microsoft.com/office/drawing/2014/main" id="{AA27533C-B167-47B3-82DA-7719CFFEBF1C}"/>
                  </a:ext>
                </a:extLst>
              </p:cNvPr>
              <p:cNvSpPr txBox="1">
                <a:spLocks noChangeArrowheads="1"/>
              </p:cNvSpPr>
              <p:nvPr/>
            </p:nvSpPr>
            <p:spPr bwMode="auto">
              <a:xfrm>
                <a:off x="384" y="2832"/>
                <a:ext cx="49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THANNHAN(MA_NVIEN, TENTN, PHAI, NGSINH, QUANHE)</a:t>
                </a:r>
              </a:p>
            </p:txBody>
          </p:sp>
          <p:sp>
            <p:nvSpPr>
              <p:cNvPr id="17423" name="Text Box 15">
                <a:extLst>
                  <a:ext uri="{FF2B5EF4-FFF2-40B4-BE49-F238E27FC236}">
                    <a16:creationId xmlns:a16="http://schemas.microsoft.com/office/drawing/2014/main" id="{AB5B2E17-AB2E-4C9A-8033-0031A39733A5}"/>
                  </a:ext>
                </a:extLst>
              </p:cNvPr>
              <p:cNvSpPr txBox="1">
                <a:spLocks noChangeArrowheads="1"/>
              </p:cNvSpPr>
              <p:nvPr/>
            </p:nvSpPr>
            <p:spPr bwMode="auto">
              <a:xfrm>
                <a:off x="384" y="3072"/>
                <a:ext cx="49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DEAN(TENDA, MADA, DDIEM_DA, PHONG)</a:t>
                </a:r>
              </a:p>
            </p:txBody>
          </p:sp>
        </p:grpSp>
        <p:sp>
          <p:nvSpPr>
            <p:cNvPr id="17417" name="Line 18">
              <a:extLst>
                <a:ext uri="{FF2B5EF4-FFF2-40B4-BE49-F238E27FC236}">
                  <a16:creationId xmlns:a16="http://schemas.microsoft.com/office/drawing/2014/main" id="{A9F9F5CD-F3D8-4BB6-B77D-8089BDC282D2}"/>
                </a:ext>
              </a:extLst>
            </p:cNvPr>
            <p:cNvSpPr>
              <a:spLocks noChangeShapeType="1"/>
            </p:cNvSpPr>
            <p:nvPr/>
          </p:nvSpPr>
          <p:spPr bwMode="auto">
            <a:xfrm>
              <a:off x="1296" y="1728"/>
              <a:ext cx="96" cy="384"/>
            </a:xfrm>
            <a:prstGeom prst="line">
              <a:avLst/>
            </a:prstGeom>
            <a:noFill/>
            <a:ln w="12700">
              <a:solidFill>
                <a:schemeClr val="tx1"/>
              </a:solidFill>
              <a:prstDash val="dash"/>
              <a:round/>
              <a:headEn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11</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solidFill>
                  <a:schemeClr val="bg1">
                    <a:lumMod val="50000"/>
                  </a:schemeClr>
                </a:solidFill>
              </a:rPr>
              <a:t>Lược</a:t>
            </a:r>
            <a:r>
              <a:rPr lang="en-US" altLang="en-US" b="1" dirty="0">
                <a:solidFill>
                  <a:schemeClr val="bg1">
                    <a:lumMod val="50000"/>
                  </a:schemeClr>
                </a:solidFill>
              </a:rPr>
              <a:t> </a:t>
            </a:r>
            <a:r>
              <a:rPr lang="en-US" altLang="en-US" b="1" dirty="0" err="1">
                <a:solidFill>
                  <a:schemeClr val="bg1">
                    <a:lumMod val="50000"/>
                  </a:schemeClr>
                </a:solidFill>
              </a:rPr>
              <a:t>đồ</a:t>
            </a:r>
            <a:r>
              <a:rPr lang="en-US" altLang="en-US" b="1" dirty="0">
                <a:solidFill>
                  <a:schemeClr val="bg1">
                    <a:lumMod val="50000"/>
                  </a:schemeClr>
                </a:solidFill>
              </a:rPr>
              <a:t> (Schema)</a:t>
            </a:r>
          </a:p>
          <a:p>
            <a:pPr eaLnBrk="1" hangingPunct="1"/>
            <a:r>
              <a:rPr lang="en-US" altLang="en-US" b="1" dirty="0" err="1"/>
              <a:t>Bộ</a:t>
            </a:r>
            <a:r>
              <a:rPr lang="en-US" altLang="en-US" b="1" dirty="0"/>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41002278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Date Placeholder 3">
            <a:extLst>
              <a:ext uri="{FF2B5EF4-FFF2-40B4-BE49-F238E27FC236}">
                <a16:creationId xmlns:a16="http://schemas.microsoft.com/office/drawing/2014/main" id="{245E4B1B-0A39-4D64-8EF4-7ECA2FD76DC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19459" name="Slide Number Placeholder 5">
            <a:extLst>
              <a:ext uri="{FF2B5EF4-FFF2-40B4-BE49-F238E27FC236}">
                <a16:creationId xmlns:a16="http://schemas.microsoft.com/office/drawing/2014/main" id="{3C7E0351-75CC-48B9-9A7A-DE8B867BAC9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74D9281-8F9B-453F-B7F3-AA92DB3F3126}" type="slidenum">
              <a:rPr lang="en-US" altLang="en-US" sz="1000"/>
              <a:pPr algn="r">
                <a:spcBef>
                  <a:spcPct val="0"/>
                </a:spcBef>
                <a:buClrTx/>
                <a:buFontTx/>
                <a:buNone/>
              </a:pPr>
              <a:t>12</a:t>
            </a:fld>
            <a:endParaRPr lang="en-US" altLang="en-US" sz="1000"/>
          </a:p>
        </p:txBody>
      </p:sp>
      <p:grpSp>
        <p:nvGrpSpPr>
          <p:cNvPr id="19460" name="Group 18">
            <a:extLst>
              <a:ext uri="{FF2B5EF4-FFF2-40B4-BE49-F238E27FC236}">
                <a16:creationId xmlns:a16="http://schemas.microsoft.com/office/drawing/2014/main" id="{BA7FF847-3587-4769-8294-F0E9C16903CA}"/>
              </a:ext>
            </a:extLst>
          </p:cNvPr>
          <p:cNvGrpSpPr>
            <a:grpSpLocks/>
          </p:cNvGrpSpPr>
          <p:nvPr/>
        </p:nvGrpSpPr>
        <p:grpSpPr bwMode="auto">
          <a:xfrm>
            <a:off x="3124200" y="3505200"/>
            <a:ext cx="1905000" cy="1495425"/>
            <a:chOff x="1968" y="2208"/>
            <a:chExt cx="1200" cy="942"/>
          </a:xfrm>
        </p:grpSpPr>
        <p:sp>
          <p:nvSpPr>
            <p:cNvPr id="19464" name="Rectangle 13">
              <a:extLst>
                <a:ext uri="{FF2B5EF4-FFF2-40B4-BE49-F238E27FC236}">
                  <a16:creationId xmlns:a16="http://schemas.microsoft.com/office/drawing/2014/main" id="{6EB7C351-F18E-4BB1-A5AF-540C513FB123}"/>
                </a:ext>
              </a:extLst>
            </p:cNvPr>
            <p:cNvSpPr>
              <a:spLocks noChangeArrowheads="1"/>
            </p:cNvSpPr>
            <p:nvPr/>
          </p:nvSpPr>
          <p:spPr bwMode="auto">
            <a:xfrm>
              <a:off x="1968" y="2208"/>
              <a:ext cx="768" cy="336"/>
            </a:xfrm>
            <a:prstGeom prst="rect">
              <a:avLst/>
            </a:prstGeom>
            <a:solidFill>
              <a:srgbClr val="99CCFF">
                <a:alpha val="79999"/>
              </a:srgbClr>
            </a:solidFill>
            <a:ln w="12700" algn="ctr">
              <a:solidFill>
                <a:srgbClr val="99CCFF"/>
              </a:solidFill>
              <a:miter lim="800000"/>
              <a:headEnd/>
              <a:tailEnd/>
            </a:ln>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19465" name="Text Box 14">
              <a:extLst>
                <a:ext uri="{FF2B5EF4-FFF2-40B4-BE49-F238E27FC236}">
                  <a16:creationId xmlns:a16="http://schemas.microsoft.com/office/drawing/2014/main" id="{E93F607B-58AD-47C0-AD84-17E29B5B4004}"/>
                </a:ext>
              </a:extLst>
            </p:cNvPr>
            <p:cNvSpPr txBox="1">
              <a:spLocks noChangeArrowheads="1"/>
            </p:cNvSpPr>
            <p:nvPr/>
          </p:nvSpPr>
          <p:spPr bwMode="auto">
            <a:xfrm>
              <a:off x="2160" y="2784"/>
              <a:ext cx="1008"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600">
                  <a:solidFill>
                    <a:srgbClr val="969696"/>
                  </a:solidFill>
                  <a:latin typeface="Tahoma" panose="020B0604030504040204" pitchFamily="34" charset="0"/>
                </a:rPr>
                <a:t>Dữ liệu cụ thể của thuộc tính</a:t>
              </a:r>
            </a:p>
          </p:txBody>
        </p:sp>
        <p:sp>
          <p:nvSpPr>
            <p:cNvPr id="19466" name="Line 15">
              <a:extLst>
                <a:ext uri="{FF2B5EF4-FFF2-40B4-BE49-F238E27FC236}">
                  <a16:creationId xmlns:a16="http://schemas.microsoft.com/office/drawing/2014/main" id="{B90F7135-B0A6-4EF5-BEF9-A90AB5D3D9F4}"/>
                </a:ext>
              </a:extLst>
            </p:cNvPr>
            <p:cNvSpPr>
              <a:spLocks noChangeShapeType="1"/>
            </p:cNvSpPr>
            <p:nvPr/>
          </p:nvSpPr>
          <p:spPr bwMode="auto">
            <a:xfrm>
              <a:off x="2400" y="2448"/>
              <a:ext cx="192" cy="336"/>
            </a:xfrm>
            <a:prstGeom prst="line">
              <a:avLst/>
            </a:prstGeom>
            <a:noFill/>
            <a:ln w="12700">
              <a:solidFill>
                <a:schemeClr val="tx1"/>
              </a:solidFill>
              <a:prstDash val="dash"/>
              <a:round/>
              <a:headEnd type="triangle" w="med" len="med"/>
              <a:tailEnd/>
            </a:ln>
            <a:extLst>
              <a:ext uri="{909E8E84-426E-40DD-AFC4-6F175D3DCCD1}">
                <a14:hiddenFill xmlns:a14="http://schemas.microsoft.com/office/drawing/2010/main">
                  <a:noFill/>
                </a14:hiddenFill>
              </a:ext>
            </a:extLst>
          </p:spPr>
          <p:txBody>
            <a:bodyPr anchor="ctr">
              <a:spAutoFit/>
            </a:bodyPr>
            <a:lstStyle/>
            <a:p>
              <a:endParaRPr lang="en-US"/>
            </a:p>
          </p:txBody>
        </p:sp>
      </p:grpSp>
      <p:sp>
        <p:nvSpPr>
          <p:cNvPr id="19461" name="Rectangle 2">
            <a:extLst>
              <a:ext uri="{FF2B5EF4-FFF2-40B4-BE49-F238E27FC236}">
                <a16:creationId xmlns:a16="http://schemas.microsoft.com/office/drawing/2014/main" id="{B458D64B-484E-4FDF-9ED8-35B156E6DB8B}"/>
              </a:ext>
            </a:extLst>
          </p:cNvPr>
          <p:cNvSpPr>
            <a:spLocks noGrp="1" noChangeArrowheads="1"/>
          </p:cNvSpPr>
          <p:nvPr>
            <p:ph type="title"/>
          </p:nvPr>
        </p:nvSpPr>
        <p:spPr>
          <a:xfrm>
            <a:off x="457200" y="354013"/>
            <a:ext cx="8229600" cy="620712"/>
          </a:xfrm>
        </p:spPr>
        <p:txBody>
          <a:bodyPr/>
          <a:lstStyle/>
          <a:p>
            <a:pPr eaLnBrk="1" hangingPunct="1"/>
            <a:r>
              <a:rPr lang="en-US" altLang="en-US" sz="3500"/>
              <a:t>Bộ</a:t>
            </a:r>
          </a:p>
        </p:txBody>
      </p:sp>
      <p:sp>
        <p:nvSpPr>
          <p:cNvPr id="19462" name="Rectangle 3">
            <a:extLst>
              <a:ext uri="{FF2B5EF4-FFF2-40B4-BE49-F238E27FC236}">
                <a16:creationId xmlns:a16="http://schemas.microsoft.com/office/drawing/2014/main" id="{494E262F-2282-40B9-B5E1-1D7CBD408097}"/>
              </a:ext>
            </a:extLst>
          </p:cNvPr>
          <p:cNvSpPr>
            <a:spLocks noGrp="1" noChangeArrowheads="1"/>
          </p:cNvSpPr>
          <p:nvPr>
            <p:ph type="body" idx="1"/>
          </p:nvPr>
        </p:nvSpPr>
        <p:spPr>
          <a:xfrm>
            <a:off x="457200" y="1295400"/>
            <a:ext cx="8229600" cy="4835525"/>
          </a:xfrm>
        </p:spPr>
        <p:txBody>
          <a:bodyPr/>
          <a:lstStyle/>
          <a:p>
            <a:pPr eaLnBrk="1" hangingPunct="1"/>
            <a:r>
              <a:rPr lang="en-US" altLang="en-US"/>
              <a:t>Là các dòng của quan hệ (trừ dòng tiêu đề - tên của các thuộc tính)</a:t>
            </a:r>
          </a:p>
          <a:p>
            <a:pPr eaLnBrk="1" hangingPunct="1"/>
            <a:r>
              <a:rPr lang="en-US" altLang="en-US"/>
              <a:t>Thể hiện dữ liệu cụ thể của các thuộc tính trong quan hệ</a:t>
            </a:r>
          </a:p>
          <a:p>
            <a:pPr lvl="1" eaLnBrk="1" hangingPunct="1">
              <a:buFont typeface="Arial" panose="020B0604020202020204" pitchFamily="34" charset="0"/>
              <a:buNone/>
            </a:pPr>
            <a:endParaRPr lang="en-US" altLang="en-US"/>
          </a:p>
        </p:txBody>
      </p:sp>
      <p:sp>
        <p:nvSpPr>
          <p:cNvPr id="19463" name="Text Box 12">
            <a:extLst>
              <a:ext uri="{FF2B5EF4-FFF2-40B4-BE49-F238E27FC236}">
                <a16:creationId xmlns:a16="http://schemas.microsoft.com/office/drawing/2014/main" id="{5B95E29D-AD9E-4C06-9E53-82D73E49A76B}"/>
              </a:ext>
            </a:extLst>
          </p:cNvPr>
          <p:cNvSpPr txBox="1">
            <a:spLocks noChangeArrowheads="1"/>
          </p:cNvSpPr>
          <p:nvPr/>
        </p:nvSpPr>
        <p:spPr bwMode="auto">
          <a:xfrm>
            <a:off x="838200" y="3581400"/>
            <a:ext cx="7315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&lt;Tung, Nguyen, 12/08/1955, 638 NVC, Q5, Nam, 40000, 5&gt;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13</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solidFill>
                  <a:schemeClr val="bg1">
                    <a:lumMod val="50000"/>
                  </a:schemeClr>
                </a:solidFill>
              </a:rPr>
              <a:t>Lược</a:t>
            </a:r>
            <a:r>
              <a:rPr lang="en-US" altLang="en-US" b="1" dirty="0">
                <a:solidFill>
                  <a:schemeClr val="bg1">
                    <a:lumMod val="50000"/>
                  </a:schemeClr>
                </a:solidFill>
              </a:rPr>
              <a:t> </a:t>
            </a:r>
            <a:r>
              <a:rPr lang="en-US" altLang="en-US" b="1" dirty="0" err="1">
                <a:solidFill>
                  <a:schemeClr val="bg1">
                    <a:lumMod val="50000"/>
                  </a:schemeClr>
                </a:solidFill>
              </a:rPr>
              <a:t>đồ</a:t>
            </a:r>
            <a:r>
              <a:rPr lang="en-US" altLang="en-US" b="1"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b="1" dirty="0" err="1"/>
              <a:t>Bậc</a:t>
            </a:r>
            <a:endParaRPr lang="en-US" altLang="en-US" b="1" dirty="0"/>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38184576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Date Placeholder 4">
            <a:extLst>
              <a:ext uri="{FF2B5EF4-FFF2-40B4-BE49-F238E27FC236}">
                <a16:creationId xmlns:a16="http://schemas.microsoft.com/office/drawing/2014/main" id="{9FEDC277-B913-48A7-83E5-71C7C78D342E}"/>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1507" name="Slide Number Placeholder 6">
            <a:extLst>
              <a:ext uri="{FF2B5EF4-FFF2-40B4-BE49-F238E27FC236}">
                <a16:creationId xmlns:a16="http://schemas.microsoft.com/office/drawing/2014/main" id="{07E79866-6B95-4157-9E58-0421E246B8E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E8BC107-9E24-4138-BECD-29914C0BCFA1}" type="slidenum">
              <a:rPr lang="en-US" altLang="en-US" sz="1000"/>
              <a:pPr algn="r">
                <a:spcBef>
                  <a:spcPct val="0"/>
                </a:spcBef>
                <a:buClrTx/>
                <a:buFontTx/>
                <a:buNone/>
              </a:pPr>
              <a:t>14</a:t>
            </a:fld>
            <a:endParaRPr lang="en-US" altLang="en-US" sz="1000"/>
          </a:p>
        </p:txBody>
      </p:sp>
      <p:sp>
        <p:nvSpPr>
          <p:cNvPr id="21508" name="Rectangle 2">
            <a:extLst>
              <a:ext uri="{FF2B5EF4-FFF2-40B4-BE49-F238E27FC236}">
                <a16:creationId xmlns:a16="http://schemas.microsoft.com/office/drawing/2014/main" id="{60E236F1-EB9B-4CB8-A918-4CFE31454D6C}"/>
              </a:ext>
            </a:extLst>
          </p:cNvPr>
          <p:cNvSpPr>
            <a:spLocks noGrp="1" noChangeArrowheads="1"/>
          </p:cNvSpPr>
          <p:nvPr>
            <p:ph type="title"/>
          </p:nvPr>
        </p:nvSpPr>
        <p:spPr/>
        <p:txBody>
          <a:bodyPr/>
          <a:lstStyle/>
          <a:p>
            <a:pPr eaLnBrk="1" hangingPunct="1"/>
            <a:r>
              <a:rPr lang="en-US" altLang="en-US"/>
              <a:t>Bậc</a:t>
            </a:r>
          </a:p>
        </p:txBody>
      </p:sp>
      <p:sp>
        <p:nvSpPr>
          <p:cNvPr id="21509" name="Rectangle 3">
            <a:extLst>
              <a:ext uri="{FF2B5EF4-FFF2-40B4-BE49-F238E27FC236}">
                <a16:creationId xmlns:a16="http://schemas.microsoft.com/office/drawing/2014/main" id="{22BB0A33-75DA-478C-86DC-8ADC164B60AF}"/>
              </a:ext>
            </a:extLst>
          </p:cNvPr>
          <p:cNvSpPr>
            <a:spLocks noGrp="1" noChangeArrowheads="1"/>
          </p:cNvSpPr>
          <p:nvPr>
            <p:ph type="body" sz="half" idx="1"/>
          </p:nvPr>
        </p:nvSpPr>
        <p:spPr>
          <a:xfrm>
            <a:off x="457200" y="1219200"/>
            <a:ext cx="8458200" cy="4911725"/>
          </a:xfrm>
        </p:spPr>
        <p:txBody>
          <a:bodyPr/>
          <a:lstStyle/>
          <a:p>
            <a:pPr marL="495300" indent="-495300" eaLnBrk="1" hangingPunct="1"/>
            <a:r>
              <a:rPr lang="en-US" altLang="en-US" u="sng" dirty="0" err="1"/>
              <a:t>Bậc</a:t>
            </a:r>
            <a:r>
              <a:rPr lang="en-US" altLang="en-US" dirty="0"/>
              <a:t> </a:t>
            </a:r>
            <a:r>
              <a:rPr lang="en-US" altLang="en-US" dirty="0" err="1"/>
              <a:t>của</a:t>
            </a:r>
            <a:r>
              <a:rPr lang="en-US" altLang="en-US" dirty="0"/>
              <a:t> </a:t>
            </a:r>
            <a:r>
              <a:rPr lang="en-US" altLang="en-US" dirty="0" err="1"/>
              <a:t>lược</a:t>
            </a:r>
            <a:r>
              <a:rPr lang="en-US" altLang="en-US" dirty="0"/>
              <a:t> </a:t>
            </a:r>
            <a:r>
              <a:rPr lang="en-US" altLang="en-US" dirty="0" err="1"/>
              <a:t>đồ</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là</a:t>
            </a:r>
            <a:r>
              <a:rPr lang="en-US" altLang="en-US" dirty="0"/>
              <a:t> </a:t>
            </a:r>
            <a:r>
              <a:rPr lang="en-US" altLang="en-US" dirty="0" err="1"/>
              <a:t>số</a:t>
            </a:r>
            <a:r>
              <a:rPr lang="en-US" altLang="en-US" dirty="0"/>
              <a:t> </a:t>
            </a:r>
            <a:r>
              <a:rPr lang="en-US" altLang="en-US" dirty="0" err="1"/>
              <a:t>lượng</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trong</a:t>
            </a:r>
            <a:r>
              <a:rPr lang="en-US" altLang="en-US" dirty="0"/>
              <a:t> </a:t>
            </a:r>
            <a:r>
              <a:rPr lang="en-US" altLang="en-US" dirty="0" err="1"/>
              <a:t>lược</a:t>
            </a:r>
            <a:r>
              <a:rPr lang="en-US" altLang="en-US" dirty="0"/>
              <a:t> </a:t>
            </a:r>
            <a:r>
              <a:rPr lang="en-US" altLang="en-US" dirty="0" err="1"/>
              <a:t>đồ</a:t>
            </a:r>
            <a:endParaRPr lang="en-US" altLang="en-US" dirty="0"/>
          </a:p>
          <a:p>
            <a:pPr marL="495300" indent="-495300" eaLnBrk="1" hangingPunct="1"/>
            <a:endParaRPr lang="en-US" altLang="en-US" dirty="0"/>
          </a:p>
          <a:p>
            <a:pPr marL="495300" indent="-495300" eaLnBrk="1" hangingPunct="1"/>
            <a:endParaRPr lang="en-US" altLang="en-US" dirty="0"/>
          </a:p>
          <a:p>
            <a:pPr marL="495300" indent="-495300" eaLnBrk="1" hangingPunct="1"/>
            <a:endParaRPr lang="en-US" altLang="en-US" dirty="0"/>
          </a:p>
          <a:p>
            <a:pPr marL="495300" indent="-495300" eaLnBrk="1" hangingPunct="1"/>
            <a:endParaRPr lang="en-US" altLang="en-US" dirty="0"/>
          </a:p>
          <a:p>
            <a:pPr marL="495300" indent="-495300" eaLnBrk="1" hangingPunct="1"/>
            <a:endParaRPr lang="en-US" altLang="en-US" dirty="0"/>
          </a:p>
          <a:p>
            <a:pPr marL="495300" indent="-495300" eaLnBrk="1" hangingPunct="1"/>
            <a:r>
              <a:rPr lang="en-US" altLang="en-US" b="1" i="1" dirty="0" err="1"/>
              <a:t>Bậc</a:t>
            </a:r>
            <a:r>
              <a:rPr lang="en-US" altLang="en-US" dirty="0"/>
              <a:t>:</a:t>
            </a:r>
            <a:r>
              <a:rPr lang="vi-VN" altLang="en-US" dirty="0"/>
              <a:t> </a:t>
            </a:r>
            <a:r>
              <a:rPr lang="en-US" altLang="en-US" dirty="0" err="1"/>
              <a:t>Bảng</a:t>
            </a:r>
            <a:r>
              <a:rPr lang="en-US" altLang="en-US" dirty="0"/>
              <a:t> </a:t>
            </a:r>
            <a:r>
              <a:rPr lang="en-US" altLang="en-US" dirty="0" err="1"/>
              <a:t>lưu</a:t>
            </a:r>
            <a:r>
              <a:rPr lang="en-US" altLang="en-US" dirty="0"/>
              <a:t> </a:t>
            </a:r>
            <a:r>
              <a:rPr lang="en-US" altLang="en-US" dirty="0" err="1"/>
              <a:t>trữ</a:t>
            </a:r>
            <a:r>
              <a:rPr lang="en-US" altLang="en-US" dirty="0"/>
              <a:t> </a:t>
            </a:r>
            <a:r>
              <a:rPr lang="en-US" altLang="en-US" dirty="0" err="1"/>
              <a:t>hồ</a:t>
            </a:r>
            <a:r>
              <a:rPr lang="en-US" altLang="en-US" dirty="0"/>
              <a:t> </a:t>
            </a:r>
            <a:r>
              <a:rPr lang="en-US" altLang="en-US" dirty="0" err="1"/>
              <a:t>sơ</a:t>
            </a:r>
            <a:r>
              <a:rPr lang="en-US" altLang="en-US" dirty="0"/>
              <a:t> </a:t>
            </a:r>
            <a:r>
              <a:rPr lang="en-US" altLang="en-US" dirty="0" err="1"/>
              <a:t>nhân</a:t>
            </a:r>
            <a:r>
              <a:rPr lang="en-US" altLang="en-US" dirty="0"/>
              <a:t> </a:t>
            </a:r>
            <a:r>
              <a:rPr lang="en-US" altLang="en-US" dirty="0" err="1"/>
              <a:t>sự</a:t>
            </a:r>
            <a:r>
              <a:rPr lang="en-US" altLang="en-US" dirty="0"/>
              <a:t> </a:t>
            </a:r>
            <a:r>
              <a:rPr lang="en-US" altLang="en-US" dirty="0" err="1"/>
              <a:t>của</a:t>
            </a:r>
            <a:r>
              <a:rPr lang="en-US" altLang="en-US" dirty="0"/>
              <a:t> </a:t>
            </a:r>
            <a:r>
              <a:rPr lang="en-US" altLang="en-US" dirty="0" err="1"/>
              <a:t>cơ</a:t>
            </a:r>
            <a:r>
              <a:rPr lang="en-US" altLang="en-US" dirty="0"/>
              <a:t> </a:t>
            </a:r>
            <a:r>
              <a:rPr lang="en-US" altLang="en-US" dirty="0" err="1"/>
              <a:t>quan</a:t>
            </a:r>
            <a:r>
              <a:rPr lang="en-US" altLang="en-US" dirty="0"/>
              <a:t> </a:t>
            </a:r>
            <a:r>
              <a:rPr lang="en-US" altLang="en-US" dirty="0" err="1"/>
              <a:t>là</a:t>
            </a:r>
            <a:r>
              <a:rPr lang="en-US" altLang="en-US" dirty="0"/>
              <a:t> </a:t>
            </a:r>
            <a:r>
              <a:rPr lang="en-US" altLang="en-US" dirty="0" err="1"/>
              <a:t>một</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Với</a:t>
            </a:r>
            <a:r>
              <a:rPr lang="en-US" altLang="en-US" dirty="0"/>
              <a:t> R = {</a:t>
            </a:r>
            <a:r>
              <a:rPr lang="vi-VN" altLang="en-US" dirty="0"/>
              <a:t>MASO</a:t>
            </a:r>
            <a:r>
              <a:rPr lang="en-US" altLang="en-US" dirty="0"/>
              <a:t>, </a:t>
            </a:r>
            <a:r>
              <a:rPr lang="vi-VN" altLang="en-US" dirty="0"/>
              <a:t>TE</a:t>
            </a:r>
            <a:r>
              <a:rPr lang="en-US" altLang="en-US" dirty="0"/>
              <a:t>N, </a:t>
            </a:r>
            <a:r>
              <a:rPr lang="vi-VN" altLang="en-US" dirty="0"/>
              <a:t>NAMSINH</a:t>
            </a:r>
            <a:r>
              <a:rPr lang="en-US" altLang="en-US" dirty="0"/>
              <a:t>, </a:t>
            </a:r>
            <a:r>
              <a:rPr lang="vi-VN" altLang="en-US" dirty="0"/>
              <a:t>TRINHDO</a:t>
            </a:r>
            <a:r>
              <a:rPr lang="en-US" altLang="en-US" dirty="0"/>
              <a:t>, </a:t>
            </a:r>
            <a:r>
              <a:rPr lang="vi-VN" altLang="en-US" dirty="0"/>
              <a:t>QUEQUAN</a:t>
            </a:r>
            <a:r>
              <a:rPr lang="en-US" altLang="en-US" dirty="0"/>
              <a:t>, </a:t>
            </a:r>
            <a:r>
              <a:rPr lang="vi-VN" altLang="en-US" dirty="0"/>
              <a:t>PHAI</a:t>
            </a:r>
            <a:r>
              <a:rPr lang="en-US" altLang="en-US" dirty="0"/>
              <a:t>, LƯƠNG}, </a:t>
            </a:r>
            <a:r>
              <a:rPr lang="en-US" altLang="en-US" dirty="0" err="1"/>
              <a:t>là</a:t>
            </a:r>
            <a:r>
              <a:rPr lang="en-US" altLang="en-US" dirty="0"/>
              <a:t> </a:t>
            </a:r>
            <a:r>
              <a:rPr lang="en-US" altLang="en-US" dirty="0" err="1"/>
              <a:t>một</a:t>
            </a:r>
            <a:r>
              <a:rPr lang="en-US" altLang="en-US" dirty="0"/>
              <a:t> </a:t>
            </a:r>
            <a:r>
              <a:rPr lang="en-US" altLang="en-US" dirty="0" err="1"/>
              <a:t>quan</a:t>
            </a:r>
            <a:r>
              <a:rPr lang="en-US" altLang="en-US" dirty="0"/>
              <a:t> </a:t>
            </a:r>
            <a:r>
              <a:rPr lang="en-US" altLang="en-US" dirty="0" err="1"/>
              <a:t>hệ</a:t>
            </a:r>
            <a:r>
              <a:rPr lang="en-US" altLang="en-US" dirty="0"/>
              <a:t> </a:t>
            </a:r>
            <a:r>
              <a:rPr lang="vi-VN" altLang="en-US" dirty="0"/>
              <a:t>7</a:t>
            </a:r>
            <a:r>
              <a:rPr lang="en-US" altLang="en-US" dirty="0"/>
              <a:t> </a:t>
            </a:r>
            <a:r>
              <a:rPr lang="en-US" altLang="en-US" dirty="0" err="1"/>
              <a:t>ngôi</a:t>
            </a:r>
            <a:r>
              <a:rPr lang="en-US" altLang="en-US" dirty="0"/>
              <a:t> (</a:t>
            </a:r>
            <a:r>
              <a:rPr lang="en-US" altLang="en-US" dirty="0" err="1"/>
              <a:t>bậc</a:t>
            </a:r>
            <a:r>
              <a:rPr lang="en-US" altLang="en-US" dirty="0"/>
              <a:t> </a:t>
            </a:r>
            <a:r>
              <a:rPr lang="vi-VN" altLang="en-US" dirty="0"/>
              <a:t>7</a:t>
            </a:r>
            <a:r>
              <a:rPr lang="en-US" altLang="en-US" dirty="0"/>
              <a:t>)</a:t>
            </a:r>
          </a:p>
          <a:p>
            <a:pPr marL="495300" indent="-495300" eaLnBrk="1" hangingPunct="1"/>
            <a:endParaRPr lang="en-US" altLang="en-US" dirty="0"/>
          </a:p>
        </p:txBody>
      </p:sp>
      <p:graphicFrame>
        <p:nvGraphicFramePr>
          <p:cNvPr id="4" name="Group 272">
            <a:extLst>
              <a:ext uri="{FF2B5EF4-FFF2-40B4-BE49-F238E27FC236}">
                <a16:creationId xmlns:a16="http://schemas.microsoft.com/office/drawing/2014/main" id="{8BA74F4B-D6D7-C68A-5211-655DE346744D}"/>
              </a:ext>
            </a:extLst>
          </p:cNvPr>
          <p:cNvGraphicFramePr>
            <a:graphicFrameLocks/>
          </p:cNvGraphicFramePr>
          <p:nvPr>
            <p:extLst>
              <p:ext uri="{D42A27DB-BD31-4B8C-83A1-F6EECF244321}">
                <p14:modId xmlns:p14="http://schemas.microsoft.com/office/powerpoint/2010/main" val="1327400147"/>
              </p:ext>
            </p:extLst>
          </p:nvPr>
        </p:nvGraphicFramePr>
        <p:xfrm>
          <a:off x="589279" y="2209801"/>
          <a:ext cx="8049578" cy="2325330"/>
        </p:xfrm>
        <a:graphic>
          <a:graphicData uri="http://schemas.openxmlformats.org/drawingml/2006/table">
            <a:tbl>
              <a:tblPr/>
              <a:tblGrid>
                <a:gridCol w="948055">
                  <a:extLst>
                    <a:ext uri="{9D8B030D-6E8A-4147-A177-3AD203B41FA5}">
                      <a16:colId xmlns:a16="http://schemas.microsoft.com/office/drawing/2014/main" val="20001"/>
                    </a:ext>
                  </a:extLst>
                </a:gridCol>
                <a:gridCol w="968375">
                  <a:extLst>
                    <a:ext uri="{9D8B030D-6E8A-4147-A177-3AD203B41FA5}">
                      <a16:colId xmlns:a16="http://schemas.microsoft.com/office/drawing/2014/main" val="20002"/>
                    </a:ext>
                  </a:extLst>
                </a:gridCol>
                <a:gridCol w="1378268">
                  <a:extLst>
                    <a:ext uri="{9D8B030D-6E8A-4147-A177-3AD203B41FA5}">
                      <a16:colId xmlns:a16="http://schemas.microsoft.com/office/drawing/2014/main" val="20003"/>
                    </a:ext>
                  </a:extLst>
                </a:gridCol>
                <a:gridCol w="1289050">
                  <a:extLst>
                    <a:ext uri="{9D8B030D-6E8A-4147-A177-3AD203B41FA5}">
                      <a16:colId xmlns:a16="http://schemas.microsoft.com/office/drawing/2014/main" val="20004"/>
                    </a:ext>
                  </a:extLst>
                </a:gridCol>
                <a:gridCol w="1529080">
                  <a:extLst>
                    <a:ext uri="{9D8B030D-6E8A-4147-A177-3AD203B41FA5}">
                      <a16:colId xmlns:a16="http://schemas.microsoft.com/office/drawing/2014/main" val="20005"/>
                    </a:ext>
                  </a:extLst>
                </a:gridCol>
                <a:gridCol w="879475">
                  <a:extLst>
                    <a:ext uri="{9D8B030D-6E8A-4147-A177-3AD203B41FA5}">
                      <a16:colId xmlns:a16="http://schemas.microsoft.com/office/drawing/2014/main" val="20006"/>
                    </a:ext>
                  </a:extLst>
                </a:gridCol>
                <a:gridCol w="1057275">
                  <a:extLst>
                    <a:ext uri="{9D8B030D-6E8A-4147-A177-3AD203B41FA5}">
                      <a16:colId xmlns:a16="http://schemas.microsoft.com/office/drawing/2014/main" val="20007"/>
                    </a:ext>
                  </a:extLst>
                </a:gridCol>
              </a:tblGrid>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MASO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NAMSINH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TRINHDO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QUEQUAN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PHAI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LƯƠNG</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01</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Huy</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1945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ại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học</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Hà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ội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300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02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Tiến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1950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Cao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Đẳng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Hải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hòng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400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Lan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Trung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cấp</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Nam</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 Định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ữ</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200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Hiền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a:t>
                      </a: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Hải</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 Dương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250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05</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Lan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Hồ Chí Minh</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Nữ</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340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391442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15</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solidFill>
                  <a:schemeClr val="bg1">
                    <a:lumMod val="50000"/>
                  </a:schemeClr>
                </a:solidFill>
              </a:rPr>
              <a:t>Lược</a:t>
            </a:r>
            <a:r>
              <a:rPr lang="en-US" altLang="en-US" b="1" dirty="0">
                <a:solidFill>
                  <a:schemeClr val="bg1">
                    <a:lumMod val="50000"/>
                  </a:schemeClr>
                </a:solidFill>
              </a:rPr>
              <a:t> </a:t>
            </a:r>
            <a:r>
              <a:rPr lang="en-US" altLang="en-US" b="1" dirty="0" err="1">
                <a:solidFill>
                  <a:schemeClr val="bg1">
                    <a:lumMod val="50000"/>
                  </a:schemeClr>
                </a:solidFill>
              </a:rPr>
              <a:t>đồ</a:t>
            </a:r>
            <a:r>
              <a:rPr lang="en-US" altLang="en-US" b="1"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b="1" dirty="0" err="1"/>
              <a:t>Miền</a:t>
            </a:r>
            <a:r>
              <a:rPr lang="en-US" altLang="en-US" b="1" dirty="0"/>
              <a:t> </a:t>
            </a:r>
            <a:r>
              <a:rPr lang="en-US" altLang="en-US" b="1" dirty="0" err="1"/>
              <a:t>giá</a:t>
            </a:r>
            <a:r>
              <a:rPr lang="en-US" altLang="en-US" b="1" dirty="0"/>
              <a:t> </a:t>
            </a:r>
            <a:r>
              <a:rPr lang="en-US" altLang="en-US" b="1" dirty="0" err="1"/>
              <a:t>trị</a:t>
            </a:r>
            <a:r>
              <a:rPr lang="en-US" altLang="en-US" b="1" dirty="0"/>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32905623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89904072-3D66-4C47-A60B-8C4045A8B3A6}"/>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2531" name="Slide Number Placeholder 5">
            <a:extLst>
              <a:ext uri="{FF2B5EF4-FFF2-40B4-BE49-F238E27FC236}">
                <a16:creationId xmlns:a16="http://schemas.microsoft.com/office/drawing/2014/main" id="{1E8177B7-4DA6-43EB-A311-385BFC01C35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519E68F-5C56-4C98-B5A2-595D4D3B1A34}" type="slidenum">
              <a:rPr lang="en-US" altLang="en-US" sz="1000"/>
              <a:pPr algn="r">
                <a:spcBef>
                  <a:spcPct val="0"/>
                </a:spcBef>
                <a:buClrTx/>
                <a:buFontTx/>
                <a:buNone/>
              </a:pPr>
              <a:t>16</a:t>
            </a:fld>
            <a:endParaRPr lang="en-US" altLang="en-US" sz="1000"/>
          </a:p>
        </p:txBody>
      </p:sp>
      <p:sp>
        <p:nvSpPr>
          <p:cNvPr id="22532" name="Rectangle 6">
            <a:extLst>
              <a:ext uri="{FF2B5EF4-FFF2-40B4-BE49-F238E27FC236}">
                <a16:creationId xmlns:a16="http://schemas.microsoft.com/office/drawing/2014/main" id="{82894692-1965-4C8F-A379-76AC26B60665}"/>
              </a:ext>
            </a:extLst>
          </p:cNvPr>
          <p:cNvSpPr>
            <a:spLocks noGrp="1" noChangeArrowheads="1"/>
          </p:cNvSpPr>
          <p:nvPr>
            <p:ph type="title"/>
          </p:nvPr>
        </p:nvSpPr>
        <p:spPr>
          <a:xfrm>
            <a:off x="457200" y="354013"/>
            <a:ext cx="8229600" cy="620712"/>
          </a:xfrm>
        </p:spPr>
        <p:txBody>
          <a:bodyPr/>
          <a:lstStyle/>
          <a:p>
            <a:pPr eaLnBrk="1" hangingPunct="1"/>
            <a:r>
              <a:rPr lang="en-US" altLang="en-US" sz="3500"/>
              <a:t>Miền giá trị</a:t>
            </a:r>
          </a:p>
        </p:txBody>
      </p:sp>
      <p:sp>
        <p:nvSpPr>
          <p:cNvPr id="22533" name="Rectangle 7">
            <a:extLst>
              <a:ext uri="{FF2B5EF4-FFF2-40B4-BE49-F238E27FC236}">
                <a16:creationId xmlns:a16="http://schemas.microsoft.com/office/drawing/2014/main" id="{5FC3B48D-EE2B-4546-A137-C24A29B0F367}"/>
              </a:ext>
            </a:extLst>
          </p:cNvPr>
          <p:cNvSpPr>
            <a:spLocks noGrp="1" noChangeArrowheads="1"/>
          </p:cNvSpPr>
          <p:nvPr>
            <p:ph type="body" idx="1"/>
          </p:nvPr>
        </p:nvSpPr>
        <p:spPr>
          <a:xfrm>
            <a:off x="457200" y="1295400"/>
            <a:ext cx="8229600" cy="5257800"/>
          </a:xfrm>
        </p:spPr>
        <p:txBody>
          <a:bodyPr/>
          <a:lstStyle/>
          <a:p>
            <a:pPr eaLnBrk="1" hangingPunct="1"/>
            <a:r>
              <a:rPr lang="en-US" altLang="en-US"/>
              <a:t>Là tập các </a:t>
            </a:r>
            <a:r>
              <a:rPr lang="en-US" altLang="en-US" u="sng"/>
              <a:t>giá trị nguyên tố</a:t>
            </a:r>
            <a:r>
              <a:rPr lang="en-US" altLang="en-US"/>
              <a:t> gắn liền với một thuộc tính</a:t>
            </a:r>
          </a:p>
          <a:p>
            <a:pPr lvl="1" eaLnBrk="1" hangingPunct="1"/>
            <a:r>
              <a:rPr lang="en-US" altLang="en-US"/>
              <a:t>Kiểu dữ liệu cơ sở </a:t>
            </a:r>
          </a:p>
          <a:p>
            <a:pPr lvl="2" eaLnBrk="1" hangingPunct="1"/>
            <a:r>
              <a:rPr lang="en-US" altLang="en-US"/>
              <a:t>Chuỗi ký tự (string) </a:t>
            </a:r>
          </a:p>
          <a:p>
            <a:pPr lvl="2" eaLnBrk="1" hangingPunct="1"/>
            <a:r>
              <a:rPr lang="en-US" altLang="en-US"/>
              <a:t>Số (number)</a:t>
            </a:r>
          </a:p>
          <a:p>
            <a:pPr lvl="1" eaLnBrk="1" hangingPunct="1"/>
            <a:r>
              <a:rPr lang="en-US" altLang="en-US"/>
              <a:t>Các kiểu dữ liệu phức tạp</a:t>
            </a:r>
          </a:p>
          <a:p>
            <a:pPr lvl="2" eaLnBrk="1" hangingPunct="1"/>
            <a:r>
              <a:rPr lang="en-US" altLang="en-US"/>
              <a:t>Tập hợp (set)</a:t>
            </a:r>
          </a:p>
          <a:p>
            <a:pPr lvl="2" eaLnBrk="1" hangingPunct="1"/>
            <a:r>
              <a:rPr lang="en-US" altLang="en-US"/>
              <a:t>Danh sách (list)</a:t>
            </a:r>
          </a:p>
          <a:p>
            <a:pPr lvl="2" eaLnBrk="1" hangingPunct="1"/>
            <a:r>
              <a:rPr lang="en-US" altLang="en-US"/>
              <a:t>Mảng (array)</a:t>
            </a:r>
          </a:p>
          <a:p>
            <a:pPr lvl="2" eaLnBrk="1" hangingPunct="1"/>
            <a:r>
              <a:rPr lang="en-US" altLang="en-US"/>
              <a:t>Bản ghi (record)</a:t>
            </a:r>
          </a:p>
          <a:p>
            <a:pPr eaLnBrk="1" hangingPunct="1"/>
            <a:r>
              <a:rPr lang="en-US" altLang="en-US"/>
              <a:t>Ví dụ</a:t>
            </a:r>
          </a:p>
          <a:p>
            <a:pPr lvl="1" eaLnBrk="1" hangingPunct="1"/>
            <a:r>
              <a:rPr lang="en-US" altLang="en-US"/>
              <a:t>TENNV: string</a:t>
            </a:r>
          </a:p>
          <a:p>
            <a:pPr lvl="1" eaLnBrk="1" hangingPunct="1"/>
            <a:r>
              <a:rPr lang="en-US" altLang="en-US"/>
              <a:t>LUONG: number</a:t>
            </a:r>
          </a:p>
        </p:txBody>
      </p:sp>
      <p:sp>
        <p:nvSpPr>
          <p:cNvPr id="22534" name="AutoShape 9">
            <a:extLst>
              <a:ext uri="{FF2B5EF4-FFF2-40B4-BE49-F238E27FC236}">
                <a16:creationId xmlns:a16="http://schemas.microsoft.com/office/drawing/2014/main" id="{FB4BE113-1D69-42BA-B276-7113872C505D}"/>
              </a:ext>
            </a:extLst>
          </p:cNvPr>
          <p:cNvSpPr>
            <a:spLocks/>
          </p:cNvSpPr>
          <p:nvPr/>
        </p:nvSpPr>
        <p:spPr bwMode="auto">
          <a:xfrm>
            <a:off x="3733800" y="3810000"/>
            <a:ext cx="228600" cy="1447800"/>
          </a:xfrm>
          <a:prstGeom prst="rightBrace">
            <a:avLst>
              <a:gd name="adj1" fmla="val 52778"/>
              <a:gd name="adj2" fmla="val 50000"/>
            </a:avLst>
          </a:prstGeom>
          <a:noFill/>
          <a:ln w="12700">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22535" name="Text Box 10">
            <a:extLst>
              <a:ext uri="{FF2B5EF4-FFF2-40B4-BE49-F238E27FC236}">
                <a16:creationId xmlns:a16="http://schemas.microsoft.com/office/drawing/2014/main" id="{ECA14EAA-DB21-4482-8C21-6BB3EF879660}"/>
              </a:ext>
            </a:extLst>
          </p:cNvPr>
          <p:cNvSpPr txBox="1">
            <a:spLocks noChangeArrowheads="1"/>
          </p:cNvSpPr>
          <p:nvPr/>
        </p:nvSpPr>
        <p:spPr bwMode="auto">
          <a:xfrm>
            <a:off x="3810000" y="4343400"/>
            <a:ext cx="304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Không được chấp nhận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17</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solidFill>
                  <a:schemeClr val="bg1">
                    <a:lumMod val="50000"/>
                  </a:schemeClr>
                </a:solidFill>
              </a:rPr>
              <a:t>Lược</a:t>
            </a:r>
            <a:r>
              <a:rPr lang="en-US" altLang="en-US" b="1" dirty="0">
                <a:solidFill>
                  <a:schemeClr val="bg1">
                    <a:lumMod val="50000"/>
                  </a:schemeClr>
                </a:solidFill>
              </a:rPr>
              <a:t> </a:t>
            </a:r>
            <a:r>
              <a:rPr lang="en-US" altLang="en-US" b="1" dirty="0" err="1">
                <a:solidFill>
                  <a:schemeClr val="bg1">
                    <a:lumMod val="50000"/>
                  </a:schemeClr>
                </a:solidFill>
              </a:rPr>
              <a:t>đồ</a:t>
            </a:r>
            <a:r>
              <a:rPr lang="en-US" altLang="en-US" b="1"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b="1" dirty="0" err="1"/>
              <a:t>Siêu</a:t>
            </a:r>
            <a:r>
              <a:rPr lang="en-US" altLang="en-US" b="1" dirty="0"/>
              <a:t> </a:t>
            </a:r>
            <a:r>
              <a:rPr lang="en-US" altLang="en-US" b="1" dirty="0" err="1"/>
              <a:t>khóa</a:t>
            </a:r>
            <a:r>
              <a:rPr lang="en-US" altLang="en-US" b="1" dirty="0"/>
              <a:t> (Supper key)</a:t>
            </a:r>
            <a:r>
              <a:rPr lang="vi-VN" altLang="en-US" b="1" dirty="0"/>
              <a:t> vs </a:t>
            </a:r>
            <a:r>
              <a:rPr lang="en-US" altLang="en-US" b="1" dirty="0" err="1"/>
              <a:t>Khóa</a:t>
            </a:r>
            <a:r>
              <a:rPr lang="en-US" altLang="en-US" b="1" dirty="0"/>
              <a:t> (Candidate key)</a:t>
            </a:r>
          </a:p>
          <a:p>
            <a:pPr eaLnBrk="1" hangingPunct="1"/>
            <a:r>
              <a:rPr lang="en-US" altLang="en-US" dirty="0" err="1">
                <a:solidFill>
                  <a:schemeClr val="bg1">
                    <a:lumMod val="50000"/>
                  </a:schemeClr>
                </a:solidFill>
              </a:rPr>
              <a:t>Khoá</a:t>
            </a:r>
            <a:r>
              <a:rPr lang="en-US" altLang="en-US" dirty="0">
                <a:solidFill>
                  <a:schemeClr val="bg1">
                    <a:lumMod val="50000"/>
                  </a:schemeClr>
                </a:solidFill>
              </a:rPr>
              <a:t> </a:t>
            </a:r>
            <a:r>
              <a:rPr lang="en-US" altLang="en-US" dirty="0" err="1">
                <a:solidFill>
                  <a:schemeClr val="bg1">
                    <a:lumMod val="50000"/>
                  </a:schemeClr>
                </a:solidFill>
              </a:rPr>
              <a:t>chính</a:t>
            </a:r>
            <a:r>
              <a:rPr lang="en-US" altLang="en-US" dirty="0">
                <a:solidFill>
                  <a:schemeClr val="bg1">
                    <a:lumMod val="50000"/>
                  </a:schemeClr>
                </a:solidFill>
              </a:rPr>
              <a:t> (Primary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a:t>
            </a:r>
            <a:r>
              <a:rPr lang="en-US" altLang="en-US" dirty="0" err="1">
                <a:solidFill>
                  <a:schemeClr val="bg1">
                    <a:lumMod val="50000"/>
                  </a:schemeClr>
                </a:solidFill>
              </a:rPr>
              <a:t>ngoại</a:t>
            </a:r>
            <a:r>
              <a:rPr lang="en-US" altLang="en-US" dirty="0">
                <a:solidFill>
                  <a:schemeClr val="bg1">
                    <a:lumMod val="50000"/>
                  </a:schemeClr>
                </a:solidFill>
              </a:rPr>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1303392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Date Placeholder 3">
            <a:extLst>
              <a:ext uri="{FF2B5EF4-FFF2-40B4-BE49-F238E27FC236}">
                <a16:creationId xmlns:a16="http://schemas.microsoft.com/office/drawing/2014/main" id="{8F36FB97-8228-46F2-9930-98B0ECEBCC3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4579" name="Slide Number Placeholder 5">
            <a:extLst>
              <a:ext uri="{FF2B5EF4-FFF2-40B4-BE49-F238E27FC236}">
                <a16:creationId xmlns:a16="http://schemas.microsoft.com/office/drawing/2014/main" id="{806AA8E8-8E94-4A28-B708-506CB3490224}"/>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9FF65F1-58C2-4BF5-AFD3-30D16C2DB86C}" type="slidenum">
              <a:rPr lang="en-US" altLang="en-US" sz="1000"/>
              <a:pPr algn="r">
                <a:spcBef>
                  <a:spcPct val="0"/>
                </a:spcBef>
                <a:buClrTx/>
                <a:buFontTx/>
                <a:buNone/>
              </a:pPr>
              <a:t>18</a:t>
            </a:fld>
            <a:endParaRPr lang="en-US" altLang="en-US" sz="1000"/>
          </a:p>
        </p:txBody>
      </p:sp>
      <p:sp>
        <p:nvSpPr>
          <p:cNvPr id="24580" name="Rectangle 2">
            <a:extLst>
              <a:ext uri="{FF2B5EF4-FFF2-40B4-BE49-F238E27FC236}">
                <a16:creationId xmlns:a16="http://schemas.microsoft.com/office/drawing/2014/main" id="{0A02A133-D6D0-4C69-BA63-D9E240413126}"/>
              </a:ext>
            </a:extLst>
          </p:cNvPr>
          <p:cNvSpPr>
            <a:spLocks noGrp="1" noChangeArrowheads="1"/>
          </p:cNvSpPr>
          <p:nvPr>
            <p:ph type="title"/>
          </p:nvPr>
        </p:nvSpPr>
        <p:spPr>
          <a:xfrm>
            <a:off x="457200" y="354013"/>
            <a:ext cx="8229600" cy="620712"/>
          </a:xfrm>
        </p:spPr>
        <p:txBody>
          <a:bodyPr/>
          <a:lstStyle/>
          <a:p>
            <a:pPr eaLnBrk="1" hangingPunct="1"/>
            <a:r>
              <a:rPr lang="en-US" altLang="en-US" sz="3500"/>
              <a:t>Siêu khóa</a:t>
            </a:r>
          </a:p>
        </p:txBody>
      </p:sp>
      <p:sp>
        <p:nvSpPr>
          <p:cNvPr id="24581" name="Rectangle 3">
            <a:extLst>
              <a:ext uri="{FF2B5EF4-FFF2-40B4-BE49-F238E27FC236}">
                <a16:creationId xmlns:a16="http://schemas.microsoft.com/office/drawing/2014/main" id="{811AD1A7-A77C-48CA-AECA-4FE7D074BBAB}"/>
              </a:ext>
            </a:extLst>
          </p:cNvPr>
          <p:cNvSpPr>
            <a:spLocks noGrp="1" noChangeArrowheads="1"/>
          </p:cNvSpPr>
          <p:nvPr>
            <p:ph type="body" idx="1"/>
          </p:nvPr>
        </p:nvSpPr>
        <p:spPr>
          <a:xfrm>
            <a:off x="457200" y="1295400"/>
            <a:ext cx="8229600" cy="4835525"/>
          </a:xfrm>
        </p:spPr>
        <p:txBody>
          <a:bodyPr/>
          <a:lstStyle/>
          <a:p>
            <a:pPr eaLnBrk="1" hangingPunct="1"/>
            <a:r>
              <a:rPr lang="en-US" altLang="en-US"/>
              <a:t>Các bộ trong quan hệ phải khác nhau từng đôi một</a:t>
            </a:r>
          </a:p>
          <a:p>
            <a:pPr eaLnBrk="1" hangingPunct="1"/>
            <a:r>
              <a:rPr lang="en-US" altLang="en-US"/>
              <a:t>Siêu khóa (Super Key)</a:t>
            </a:r>
          </a:p>
          <a:p>
            <a:pPr lvl="1" eaLnBrk="1" hangingPunct="1"/>
            <a:r>
              <a:rPr lang="en-US" altLang="en-US"/>
              <a:t>Gọi SK là một tập con khác rỗng các thuộc tính của R</a:t>
            </a:r>
          </a:p>
          <a:p>
            <a:pPr lvl="1" eaLnBrk="1" hangingPunct="1"/>
            <a:r>
              <a:rPr lang="en-US" altLang="en-US"/>
              <a:t>SK là siêu khóa khi</a:t>
            </a:r>
          </a:p>
          <a:p>
            <a:pPr lvl="1" eaLnBrk="1" hangingPunct="1"/>
            <a:endParaRPr lang="en-US" altLang="en-US"/>
          </a:p>
          <a:p>
            <a:pPr lvl="1" eaLnBrk="1" hangingPunct="1"/>
            <a:endParaRPr lang="en-US" altLang="en-US"/>
          </a:p>
          <a:p>
            <a:pPr lvl="1" eaLnBrk="1" hangingPunct="1"/>
            <a:r>
              <a:rPr lang="en-US" altLang="en-US"/>
              <a:t>Siêu khóa là tập các thuộc tính dùng để xác định </a:t>
            </a:r>
            <a:r>
              <a:rPr lang="en-US" altLang="en-US" u="sng"/>
              <a:t>tính duy nhất</a:t>
            </a:r>
            <a:r>
              <a:rPr lang="en-US" altLang="en-US"/>
              <a:t> của mỗi bộ trong quan hệ</a:t>
            </a:r>
          </a:p>
          <a:p>
            <a:pPr lvl="1" eaLnBrk="1" hangingPunct="1"/>
            <a:r>
              <a:rPr lang="en-US" altLang="en-US"/>
              <a:t>Mọi lược đồ quan hệ có tối thiểu một siêu khóa</a:t>
            </a:r>
          </a:p>
        </p:txBody>
      </p:sp>
      <p:grpSp>
        <p:nvGrpSpPr>
          <p:cNvPr id="24582" name="Group 21">
            <a:extLst>
              <a:ext uri="{FF2B5EF4-FFF2-40B4-BE49-F238E27FC236}">
                <a16:creationId xmlns:a16="http://schemas.microsoft.com/office/drawing/2014/main" id="{30A28477-C6B2-4C8B-BB3E-123A5A58EB28}"/>
              </a:ext>
            </a:extLst>
          </p:cNvPr>
          <p:cNvGrpSpPr>
            <a:grpSpLocks/>
          </p:cNvGrpSpPr>
          <p:nvPr/>
        </p:nvGrpSpPr>
        <p:grpSpPr bwMode="auto">
          <a:xfrm>
            <a:off x="1524000" y="3200400"/>
            <a:ext cx="5562600" cy="457200"/>
            <a:chOff x="1056" y="2112"/>
            <a:chExt cx="3504" cy="288"/>
          </a:xfrm>
        </p:grpSpPr>
        <p:sp>
          <p:nvSpPr>
            <p:cNvPr id="24583" name="Text Box 13">
              <a:extLst>
                <a:ext uri="{FF2B5EF4-FFF2-40B4-BE49-F238E27FC236}">
                  <a16:creationId xmlns:a16="http://schemas.microsoft.com/office/drawing/2014/main" id="{A1C4E2F1-E258-4CE5-949F-DF47D779FEAF}"/>
                </a:ext>
              </a:extLst>
            </p:cNvPr>
            <p:cNvSpPr txBox="1">
              <a:spLocks noChangeArrowheads="1"/>
            </p:cNvSpPr>
            <p:nvPr/>
          </p:nvSpPr>
          <p:spPr bwMode="auto">
            <a:xfrm>
              <a:off x="2880" y="2112"/>
              <a:ext cx="3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grpSp>
          <p:nvGrpSpPr>
            <p:cNvPr id="24584" name="Group 20">
              <a:extLst>
                <a:ext uri="{FF2B5EF4-FFF2-40B4-BE49-F238E27FC236}">
                  <a16:creationId xmlns:a16="http://schemas.microsoft.com/office/drawing/2014/main" id="{57F1D68E-9B93-4913-80F4-D6DF6A000533}"/>
                </a:ext>
              </a:extLst>
            </p:cNvPr>
            <p:cNvGrpSpPr>
              <a:grpSpLocks/>
            </p:cNvGrpSpPr>
            <p:nvPr/>
          </p:nvGrpSpPr>
          <p:grpSpPr bwMode="auto">
            <a:xfrm>
              <a:off x="1056" y="2112"/>
              <a:ext cx="1872" cy="288"/>
              <a:chOff x="1584" y="2208"/>
              <a:chExt cx="1872" cy="288"/>
            </a:xfrm>
          </p:grpSpPr>
          <p:grpSp>
            <p:nvGrpSpPr>
              <p:cNvPr id="24589" name="Group 19">
                <a:extLst>
                  <a:ext uri="{FF2B5EF4-FFF2-40B4-BE49-F238E27FC236}">
                    <a16:creationId xmlns:a16="http://schemas.microsoft.com/office/drawing/2014/main" id="{7B348135-ABEA-45E3-8A56-29F12B3EA223}"/>
                  </a:ext>
                </a:extLst>
              </p:cNvPr>
              <p:cNvGrpSpPr>
                <a:grpSpLocks/>
              </p:cNvGrpSpPr>
              <p:nvPr/>
            </p:nvGrpSpPr>
            <p:grpSpPr bwMode="auto">
              <a:xfrm>
                <a:off x="1584" y="2208"/>
                <a:ext cx="480" cy="288"/>
                <a:chOff x="1488" y="2208"/>
                <a:chExt cx="480" cy="288"/>
              </a:xfrm>
            </p:grpSpPr>
            <p:sp>
              <p:nvSpPr>
                <p:cNvPr id="24596" name="Text Box 5">
                  <a:extLst>
                    <a:ext uri="{FF2B5EF4-FFF2-40B4-BE49-F238E27FC236}">
                      <a16:creationId xmlns:a16="http://schemas.microsoft.com/office/drawing/2014/main" id="{D445FF09-248A-4775-BC32-3D8C2C8A9EBC}"/>
                    </a:ext>
                  </a:extLst>
                </p:cNvPr>
                <p:cNvSpPr txBox="1">
                  <a:spLocks noChangeArrowheads="1"/>
                </p:cNvSpPr>
                <p:nvPr/>
              </p:nvSpPr>
              <p:spPr bwMode="auto">
                <a:xfrm>
                  <a:off x="1488" y="22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sp>
              <p:nvSpPr>
                <p:cNvPr id="24597" name="Text Box 6">
                  <a:extLst>
                    <a:ext uri="{FF2B5EF4-FFF2-40B4-BE49-F238E27FC236}">
                      <a16:creationId xmlns:a16="http://schemas.microsoft.com/office/drawing/2014/main" id="{1653F4A9-03E8-4F93-A516-75DA166987A1}"/>
                    </a:ext>
                  </a:extLst>
                </p:cNvPr>
                <p:cNvSpPr txBox="1">
                  <a:spLocks noChangeArrowheads="1"/>
                </p:cNvSpPr>
                <p:nvPr/>
              </p:nvSpPr>
              <p:spPr bwMode="auto">
                <a:xfrm>
                  <a:off x="1632" y="2256"/>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r,</a:t>
                  </a:r>
                </a:p>
              </p:txBody>
            </p:sp>
          </p:grpSp>
          <p:sp>
            <p:nvSpPr>
              <p:cNvPr id="24590" name="Text Box 7">
                <a:extLst>
                  <a:ext uri="{FF2B5EF4-FFF2-40B4-BE49-F238E27FC236}">
                    <a16:creationId xmlns:a16="http://schemas.microsoft.com/office/drawing/2014/main" id="{47921FC2-0F2D-4EE5-8DA2-263BCBC41D14}"/>
                  </a:ext>
                </a:extLst>
              </p:cNvPr>
              <p:cNvSpPr txBox="1">
                <a:spLocks noChangeArrowheads="1"/>
              </p:cNvSpPr>
              <p:nvPr/>
            </p:nvSpPr>
            <p:spPr bwMode="auto">
              <a:xfrm>
                <a:off x="1920" y="220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sp>
            <p:nvSpPr>
              <p:cNvPr id="24591" name="Text Box 8">
                <a:extLst>
                  <a:ext uri="{FF2B5EF4-FFF2-40B4-BE49-F238E27FC236}">
                    <a16:creationId xmlns:a16="http://schemas.microsoft.com/office/drawing/2014/main" id="{A8970EA9-1010-4904-8C66-68426412DFAB}"/>
                  </a:ext>
                </a:extLst>
              </p:cNvPr>
              <p:cNvSpPr txBox="1">
                <a:spLocks noChangeArrowheads="1"/>
              </p:cNvSpPr>
              <p:nvPr/>
            </p:nvSpPr>
            <p:spPr bwMode="auto">
              <a:xfrm>
                <a:off x="2064" y="2256"/>
                <a:ext cx="57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t1,t2</a:t>
                </a:r>
              </a:p>
            </p:txBody>
          </p:sp>
          <p:sp>
            <p:nvSpPr>
              <p:cNvPr id="24592" name="Text Box 9">
                <a:extLst>
                  <a:ext uri="{FF2B5EF4-FFF2-40B4-BE49-F238E27FC236}">
                    <a16:creationId xmlns:a16="http://schemas.microsoft.com/office/drawing/2014/main" id="{A8F43960-54A8-4669-9B4D-562413304BF9}"/>
                  </a:ext>
                </a:extLst>
              </p:cNvPr>
              <p:cNvSpPr txBox="1">
                <a:spLocks noChangeArrowheads="1"/>
              </p:cNvSpPr>
              <p:nvPr/>
            </p:nvSpPr>
            <p:spPr bwMode="auto">
              <a:xfrm>
                <a:off x="2448"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sp>
            <p:nvSpPr>
              <p:cNvPr id="24593" name="Text Box 10">
                <a:extLst>
                  <a:ext uri="{FF2B5EF4-FFF2-40B4-BE49-F238E27FC236}">
                    <a16:creationId xmlns:a16="http://schemas.microsoft.com/office/drawing/2014/main" id="{7DABE0DE-B6E8-4A49-BE30-F94F82728E18}"/>
                  </a:ext>
                </a:extLst>
              </p:cNvPr>
              <p:cNvSpPr txBox="1">
                <a:spLocks noChangeArrowheads="1"/>
              </p:cNvSpPr>
              <p:nvPr/>
            </p:nvSpPr>
            <p:spPr bwMode="auto">
              <a:xfrm>
                <a:off x="2544" y="225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r,  t1</a:t>
                </a:r>
              </a:p>
            </p:txBody>
          </p:sp>
          <p:sp>
            <p:nvSpPr>
              <p:cNvPr id="24594" name="Text Box 12">
                <a:extLst>
                  <a:ext uri="{FF2B5EF4-FFF2-40B4-BE49-F238E27FC236}">
                    <a16:creationId xmlns:a16="http://schemas.microsoft.com/office/drawing/2014/main" id="{F73FC14D-2CD1-4B88-9751-61900B3AEFCD}"/>
                  </a:ext>
                </a:extLst>
              </p:cNvPr>
              <p:cNvSpPr txBox="1">
                <a:spLocks noChangeArrowheads="1"/>
              </p:cNvSpPr>
              <p:nvPr/>
            </p:nvSpPr>
            <p:spPr bwMode="auto">
              <a:xfrm>
                <a:off x="2928" y="2256"/>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t2</a:t>
                </a:r>
              </a:p>
            </p:txBody>
          </p:sp>
          <p:sp>
            <p:nvSpPr>
              <p:cNvPr id="24595" name="Text Box 15">
                <a:extLst>
                  <a:ext uri="{FF2B5EF4-FFF2-40B4-BE49-F238E27FC236}">
                    <a16:creationId xmlns:a16="http://schemas.microsoft.com/office/drawing/2014/main" id="{D753B58D-48E2-4A84-90CD-0C1125D7E405}"/>
                  </a:ext>
                </a:extLst>
              </p:cNvPr>
              <p:cNvSpPr txBox="1">
                <a:spLocks noChangeArrowheads="1"/>
              </p:cNvSpPr>
              <p:nvPr/>
            </p:nvSpPr>
            <p:spPr bwMode="auto">
              <a:xfrm>
                <a:off x="2928" y="2208"/>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grpSp>
        <p:grpSp>
          <p:nvGrpSpPr>
            <p:cNvPr id="24585" name="Group 18">
              <a:extLst>
                <a:ext uri="{FF2B5EF4-FFF2-40B4-BE49-F238E27FC236}">
                  <a16:creationId xmlns:a16="http://schemas.microsoft.com/office/drawing/2014/main" id="{4C819252-3A80-46F9-B291-9C1A335E81B3}"/>
                </a:ext>
              </a:extLst>
            </p:cNvPr>
            <p:cNvGrpSpPr>
              <a:grpSpLocks/>
            </p:cNvGrpSpPr>
            <p:nvPr/>
          </p:nvGrpSpPr>
          <p:grpSpPr bwMode="auto">
            <a:xfrm>
              <a:off x="3168" y="2112"/>
              <a:ext cx="1392" cy="288"/>
              <a:chOff x="2832" y="3072"/>
              <a:chExt cx="1392" cy="288"/>
            </a:xfrm>
          </p:grpSpPr>
          <p:sp>
            <p:nvSpPr>
              <p:cNvPr id="24586" name="Text Box 11">
                <a:extLst>
                  <a:ext uri="{FF2B5EF4-FFF2-40B4-BE49-F238E27FC236}">
                    <a16:creationId xmlns:a16="http://schemas.microsoft.com/office/drawing/2014/main" id="{91E43881-2C5F-4D15-83B0-4DFA3401C4D2}"/>
                  </a:ext>
                </a:extLst>
              </p:cNvPr>
              <p:cNvSpPr txBox="1">
                <a:spLocks noChangeArrowheads="1"/>
              </p:cNvSpPr>
              <p:nvPr/>
            </p:nvSpPr>
            <p:spPr bwMode="auto">
              <a:xfrm>
                <a:off x="3408" y="307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latin typeface="Tahoma" panose="020B0604030504040204" pitchFamily="34" charset="0"/>
                    <a:sym typeface="Symbol" panose="05050102010706020507" pitchFamily="18" charset="2"/>
                  </a:rPr>
                  <a:t></a:t>
                </a:r>
              </a:p>
            </p:txBody>
          </p:sp>
          <p:sp>
            <p:nvSpPr>
              <p:cNvPr id="24587" name="Text Box 14">
                <a:extLst>
                  <a:ext uri="{FF2B5EF4-FFF2-40B4-BE49-F238E27FC236}">
                    <a16:creationId xmlns:a16="http://schemas.microsoft.com/office/drawing/2014/main" id="{2D0223E6-2455-47D0-A4A3-11696BD525E2}"/>
                  </a:ext>
                </a:extLst>
              </p:cNvPr>
              <p:cNvSpPr txBox="1">
                <a:spLocks noChangeArrowheads="1"/>
              </p:cNvSpPr>
              <p:nvPr/>
            </p:nvSpPr>
            <p:spPr bwMode="auto">
              <a:xfrm>
                <a:off x="2832" y="3129"/>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t1[SK]</a:t>
                </a:r>
              </a:p>
            </p:txBody>
          </p:sp>
          <p:sp>
            <p:nvSpPr>
              <p:cNvPr id="24588" name="Text Box 17">
                <a:extLst>
                  <a:ext uri="{FF2B5EF4-FFF2-40B4-BE49-F238E27FC236}">
                    <a16:creationId xmlns:a16="http://schemas.microsoft.com/office/drawing/2014/main" id="{6954F2AB-B129-49D6-A866-B14EBACA51DC}"/>
                  </a:ext>
                </a:extLst>
              </p:cNvPr>
              <p:cNvSpPr txBox="1">
                <a:spLocks noChangeArrowheads="1"/>
              </p:cNvSpPr>
              <p:nvPr/>
            </p:nvSpPr>
            <p:spPr bwMode="auto">
              <a:xfrm>
                <a:off x="3456" y="3120"/>
                <a:ext cx="76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t2[SK]</a:t>
                </a:r>
              </a:p>
            </p:txBody>
          </p:sp>
        </p:gr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88138-CB64-30BE-1BA8-B3CD5945BF32}"/>
              </a:ext>
            </a:extLst>
          </p:cNvPr>
          <p:cNvSpPr>
            <a:spLocks noGrp="1"/>
          </p:cNvSpPr>
          <p:nvPr>
            <p:ph type="title"/>
          </p:nvPr>
        </p:nvSpPr>
        <p:spPr/>
        <p:txBody>
          <a:bodyPr/>
          <a:lstStyle/>
          <a:p>
            <a:r>
              <a:rPr lang="vi-VN" dirty="0"/>
              <a:t>Siêu khóa (tt)</a:t>
            </a:r>
            <a:endParaRPr lang="en-US" dirty="0"/>
          </a:p>
        </p:txBody>
      </p:sp>
      <p:sp>
        <p:nvSpPr>
          <p:cNvPr id="4" name="Date Placeholder 3">
            <a:extLst>
              <a:ext uri="{FF2B5EF4-FFF2-40B4-BE49-F238E27FC236}">
                <a16:creationId xmlns:a16="http://schemas.microsoft.com/office/drawing/2014/main" id="{99D443E0-3A91-4A42-DB2E-42FB1024CECA}"/>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2B5D7389-4615-1A0B-DF96-26FFBC039395}"/>
              </a:ext>
            </a:extLst>
          </p:cNvPr>
          <p:cNvSpPr>
            <a:spLocks noGrp="1"/>
          </p:cNvSpPr>
          <p:nvPr>
            <p:ph type="sldNum" sz="quarter" idx="12"/>
          </p:nvPr>
        </p:nvSpPr>
        <p:spPr/>
        <p:txBody>
          <a:bodyPr/>
          <a:lstStyle/>
          <a:p>
            <a:fld id="{2F60D9C9-C94C-4B3C-936E-8A1AECA54F0E}" type="slidenum">
              <a:rPr lang="en-US" altLang="en-US" smtClean="0"/>
              <a:pPr/>
              <a:t>19</a:t>
            </a:fld>
            <a:endParaRPr lang="en-US" altLang="en-US"/>
          </a:p>
        </p:txBody>
      </p:sp>
      <p:graphicFrame>
        <p:nvGraphicFramePr>
          <p:cNvPr id="6" name="Group 272">
            <a:extLst>
              <a:ext uri="{FF2B5EF4-FFF2-40B4-BE49-F238E27FC236}">
                <a16:creationId xmlns:a16="http://schemas.microsoft.com/office/drawing/2014/main" id="{147E1264-EB77-F1E7-7F5C-6AF48A848228}"/>
              </a:ext>
            </a:extLst>
          </p:cNvPr>
          <p:cNvGraphicFramePr>
            <a:graphicFrameLocks/>
          </p:cNvGraphicFramePr>
          <p:nvPr>
            <p:extLst>
              <p:ext uri="{D42A27DB-BD31-4B8C-83A1-F6EECF244321}">
                <p14:modId xmlns:p14="http://schemas.microsoft.com/office/powerpoint/2010/main" val="760956273"/>
              </p:ext>
            </p:extLst>
          </p:nvPr>
        </p:nvGraphicFramePr>
        <p:xfrm>
          <a:off x="547211" y="1158240"/>
          <a:ext cx="8049578" cy="2719440"/>
        </p:xfrm>
        <a:graphic>
          <a:graphicData uri="http://schemas.openxmlformats.org/drawingml/2006/table">
            <a:tbl>
              <a:tblPr/>
              <a:tblGrid>
                <a:gridCol w="948055">
                  <a:extLst>
                    <a:ext uri="{9D8B030D-6E8A-4147-A177-3AD203B41FA5}">
                      <a16:colId xmlns:a16="http://schemas.microsoft.com/office/drawing/2014/main" val="20001"/>
                    </a:ext>
                  </a:extLst>
                </a:gridCol>
                <a:gridCol w="968375">
                  <a:extLst>
                    <a:ext uri="{9D8B030D-6E8A-4147-A177-3AD203B41FA5}">
                      <a16:colId xmlns:a16="http://schemas.microsoft.com/office/drawing/2014/main" val="20002"/>
                    </a:ext>
                  </a:extLst>
                </a:gridCol>
                <a:gridCol w="1378268">
                  <a:extLst>
                    <a:ext uri="{9D8B030D-6E8A-4147-A177-3AD203B41FA5}">
                      <a16:colId xmlns:a16="http://schemas.microsoft.com/office/drawing/2014/main" val="20003"/>
                    </a:ext>
                  </a:extLst>
                </a:gridCol>
                <a:gridCol w="1289050">
                  <a:extLst>
                    <a:ext uri="{9D8B030D-6E8A-4147-A177-3AD203B41FA5}">
                      <a16:colId xmlns:a16="http://schemas.microsoft.com/office/drawing/2014/main" val="20004"/>
                    </a:ext>
                  </a:extLst>
                </a:gridCol>
                <a:gridCol w="1529080">
                  <a:extLst>
                    <a:ext uri="{9D8B030D-6E8A-4147-A177-3AD203B41FA5}">
                      <a16:colId xmlns:a16="http://schemas.microsoft.com/office/drawing/2014/main" val="20005"/>
                    </a:ext>
                  </a:extLst>
                </a:gridCol>
                <a:gridCol w="879475">
                  <a:extLst>
                    <a:ext uri="{9D8B030D-6E8A-4147-A177-3AD203B41FA5}">
                      <a16:colId xmlns:a16="http://schemas.microsoft.com/office/drawing/2014/main" val="20006"/>
                    </a:ext>
                  </a:extLst>
                </a:gridCol>
                <a:gridCol w="1057275">
                  <a:extLst>
                    <a:ext uri="{9D8B030D-6E8A-4147-A177-3AD203B41FA5}">
                      <a16:colId xmlns:a16="http://schemas.microsoft.com/office/drawing/2014/main" val="20007"/>
                    </a:ext>
                  </a:extLst>
                </a:gridCol>
              </a:tblGrid>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MASO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NAMSINH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TRINHDO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QUEQUAN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PHAI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LƯƠNG</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01</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Huy</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1945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ại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học</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Hà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ội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300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02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Tiến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1950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Cao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Đẳng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Hải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hòng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400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Lan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Trung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cấp</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Nam</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 Định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ữ</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200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Hiền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a:t>
                      </a: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Hải</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 Phòng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250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05</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Lan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Hồ Chí Minh</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Nữ</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340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3914425"/>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Bảo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Đại học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Đồng Nai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Nam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400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5966519"/>
                  </a:ext>
                </a:extLst>
              </a:tr>
            </a:tbl>
          </a:graphicData>
        </a:graphic>
      </p:graphicFrame>
      <p:sp>
        <p:nvSpPr>
          <p:cNvPr id="3" name="Rounded Rectangular Callout 2">
            <a:extLst>
              <a:ext uri="{FF2B5EF4-FFF2-40B4-BE49-F238E27FC236}">
                <a16:creationId xmlns:a16="http://schemas.microsoft.com/office/drawing/2014/main" id="{6AC043E7-7922-5450-34E2-F8BE12E508CE}"/>
              </a:ext>
            </a:extLst>
          </p:cNvPr>
          <p:cNvSpPr/>
          <p:nvPr/>
        </p:nvSpPr>
        <p:spPr bwMode="auto">
          <a:xfrm>
            <a:off x="3258653" y="5002216"/>
            <a:ext cx="2626706" cy="408623"/>
          </a:xfrm>
          <a:prstGeom prst="wedgeRoundRectCallou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1800" b="0" i="0" u="none" strike="noStrike" cap="none" normalizeH="0" baseline="0">
                <a:ln>
                  <a:noFill/>
                </a:ln>
                <a:solidFill>
                  <a:schemeClr val="tx1"/>
                </a:solidFill>
                <a:effectLst/>
                <a:latin typeface="Tahoma" pitchFamily="34" charset="0"/>
              </a:rPr>
              <a:t>Cho biết các super key?</a:t>
            </a:r>
          </a:p>
        </p:txBody>
      </p:sp>
    </p:spTree>
    <p:extLst>
      <p:ext uri="{BB962C8B-B14F-4D97-AF65-F5344CB8AC3E}">
        <p14:creationId xmlns:p14="http://schemas.microsoft.com/office/powerpoint/2010/main" val="1239408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Date Placeholder 3">
            <a:extLst>
              <a:ext uri="{FF2B5EF4-FFF2-40B4-BE49-F238E27FC236}">
                <a16:creationId xmlns:a16="http://schemas.microsoft.com/office/drawing/2014/main" id="{F1A91139-0EB6-409B-AE08-3A668F7C6DE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6627" name="Slide Number Placeholder 5">
            <a:extLst>
              <a:ext uri="{FF2B5EF4-FFF2-40B4-BE49-F238E27FC236}">
                <a16:creationId xmlns:a16="http://schemas.microsoft.com/office/drawing/2014/main" id="{683F737D-B861-449E-9ED8-996C10807F2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98A4CE5F-9681-4424-8F37-63A44D568E12}" type="slidenum">
              <a:rPr lang="en-US" altLang="en-US" sz="1000"/>
              <a:pPr algn="r">
                <a:spcBef>
                  <a:spcPct val="0"/>
                </a:spcBef>
                <a:buClrTx/>
                <a:buFontTx/>
                <a:buNone/>
              </a:pPr>
              <a:t>20</a:t>
            </a:fld>
            <a:endParaRPr lang="en-US" altLang="en-US" sz="1000"/>
          </a:p>
        </p:txBody>
      </p:sp>
      <p:sp>
        <p:nvSpPr>
          <p:cNvPr id="26628" name="Rectangle 2">
            <a:extLst>
              <a:ext uri="{FF2B5EF4-FFF2-40B4-BE49-F238E27FC236}">
                <a16:creationId xmlns:a16="http://schemas.microsoft.com/office/drawing/2014/main" id="{8D47B16C-B4E0-4408-9B47-C42D4DC3C780}"/>
              </a:ext>
            </a:extLst>
          </p:cNvPr>
          <p:cNvSpPr>
            <a:spLocks noGrp="1" noChangeArrowheads="1"/>
          </p:cNvSpPr>
          <p:nvPr>
            <p:ph type="title"/>
          </p:nvPr>
        </p:nvSpPr>
        <p:spPr>
          <a:xfrm>
            <a:off x="457200" y="354013"/>
            <a:ext cx="8229600" cy="620712"/>
          </a:xfrm>
        </p:spPr>
        <p:txBody>
          <a:bodyPr/>
          <a:lstStyle/>
          <a:p>
            <a:pPr eaLnBrk="1" hangingPunct="1"/>
            <a:r>
              <a:rPr lang="en-US" altLang="en-US" sz="3500"/>
              <a:t>Khóa</a:t>
            </a:r>
          </a:p>
        </p:txBody>
      </p:sp>
      <p:sp>
        <p:nvSpPr>
          <p:cNvPr id="26629" name="Rectangle 3">
            <a:extLst>
              <a:ext uri="{FF2B5EF4-FFF2-40B4-BE49-F238E27FC236}">
                <a16:creationId xmlns:a16="http://schemas.microsoft.com/office/drawing/2014/main" id="{64454841-2655-496D-A7AF-3F0A0DC42141}"/>
              </a:ext>
            </a:extLst>
          </p:cNvPr>
          <p:cNvSpPr>
            <a:spLocks noGrp="1" noChangeArrowheads="1"/>
          </p:cNvSpPr>
          <p:nvPr>
            <p:ph type="body" idx="1"/>
          </p:nvPr>
        </p:nvSpPr>
        <p:spPr>
          <a:xfrm>
            <a:off x="457200" y="1143000"/>
            <a:ext cx="8229600" cy="5257800"/>
          </a:xfrm>
        </p:spPr>
        <p:txBody>
          <a:bodyPr/>
          <a:lstStyle/>
          <a:p>
            <a:pPr eaLnBrk="1" hangingPunct="1"/>
            <a:r>
              <a:rPr lang="en-US" altLang="en-US" dirty="0" err="1"/>
              <a:t>Định</a:t>
            </a:r>
            <a:r>
              <a:rPr lang="en-US" altLang="en-US" dirty="0"/>
              <a:t> </a:t>
            </a:r>
            <a:r>
              <a:rPr lang="en-US" altLang="en-US" dirty="0" err="1"/>
              <a:t>nghĩa</a:t>
            </a:r>
            <a:endParaRPr lang="en-US" altLang="en-US" dirty="0"/>
          </a:p>
          <a:p>
            <a:pPr lvl="1" eaLnBrk="1" hangingPunct="1"/>
            <a:r>
              <a:rPr lang="en-US" altLang="en-US" dirty="0" err="1"/>
              <a:t>Gọi</a:t>
            </a:r>
            <a:r>
              <a:rPr lang="en-US" altLang="en-US" dirty="0"/>
              <a:t> K </a:t>
            </a:r>
            <a:r>
              <a:rPr lang="en-US" altLang="en-US" dirty="0" err="1"/>
              <a:t>là</a:t>
            </a:r>
            <a:r>
              <a:rPr lang="en-US" altLang="en-US" dirty="0"/>
              <a:t> </a:t>
            </a:r>
            <a:r>
              <a:rPr lang="en-US" altLang="en-US" dirty="0" err="1"/>
              <a:t>một</a:t>
            </a:r>
            <a:r>
              <a:rPr lang="en-US" altLang="en-US" dirty="0"/>
              <a:t> </a:t>
            </a:r>
            <a:r>
              <a:rPr lang="en-US" altLang="en-US" dirty="0" err="1"/>
              <a:t>tập</a:t>
            </a:r>
            <a:r>
              <a:rPr lang="en-US" altLang="en-US" dirty="0"/>
              <a:t> con </a:t>
            </a:r>
            <a:r>
              <a:rPr lang="en-US" altLang="en-US" dirty="0" err="1"/>
              <a:t>khác</a:t>
            </a:r>
            <a:r>
              <a:rPr lang="en-US" altLang="en-US" dirty="0"/>
              <a:t> </a:t>
            </a:r>
            <a:r>
              <a:rPr lang="en-US" altLang="en-US" dirty="0" err="1"/>
              <a:t>rỗng</a:t>
            </a:r>
            <a:r>
              <a:rPr lang="en-US" altLang="en-US" dirty="0"/>
              <a:t> </a:t>
            </a:r>
            <a:r>
              <a:rPr lang="en-US" altLang="en-US" dirty="0" err="1"/>
              <a:t>các</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của</a:t>
            </a:r>
            <a:r>
              <a:rPr lang="en-US" altLang="en-US" dirty="0"/>
              <a:t> R</a:t>
            </a:r>
          </a:p>
          <a:p>
            <a:pPr lvl="1" eaLnBrk="1" hangingPunct="1"/>
            <a:r>
              <a:rPr lang="en-US" altLang="en-US" dirty="0"/>
              <a:t>K </a:t>
            </a:r>
            <a:r>
              <a:rPr lang="en-US" altLang="en-US" dirty="0" err="1"/>
              <a:t>là</a:t>
            </a:r>
            <a:r>
              <a:rPr lang="en-US" altLang="en-US" dirty="0"/>
              <a:t> </a:t>
            </a:r>
            <a:r>
              <a:rPr lang="en-US" altLang="en-US" dirty="0" err="1"/>
              <a:t>khóa</a:t>
            </a:r>
            <a:r>
              <a:rPr lang="en-US" altLang="en-US" dirty="0"/>
              <a:t> </a:t>
            </a:r>
            <a:r>
              <a:rPr lang="en-US" altLang="en-US" dirty="0" err="1"/>
              <a:t>nếu</a:t>
            </a:r>
            <a:r>
              <a:rPr lang="en-US" altLang="en-US" dirty="0"/>
              <a:t> </a:t>
            </a:r>
            <a:r>
              <a:rPr lang="en-US" altLang="en-US" dirty="0" err="1"/>
              <a:t>thỏa</a:t>
            </a:r>
            <a:r>
              <a:rPr lang="en-US" altLang="en-US" dirty="0"/>
              <a:t> </a:t>
            </a:r>
            <a:r>
              <a:rPr lang="en-US" altLang="en-US" dirty="0" err="1"/>
              <a:t>đồng</a:t>
            </a:r>
            <a:r>
              <a:rPr lang="en-US" altLang="en-US" dirty="0"/>
              <a:t> </a:t>
            </a:r>
            <a:r>
              <a:rPr lang="en-US" altLang="en-US" dirty="0" err="1"/>
              <a:t>thời</a:t>
            </a:r>
            <a:r>
              <a:rPr lang="en-US" altLang="en-US" dirty="0"/>
              <a:t> 2 </a:t>
            </a:r>
            <a:r>
              <a:rPr lang="en-US" altLang="en-US" dirty="0" err="1"/>
              <a:t>điều</a:t>
            </a:r>
            <a:r>
              <a:rPr lang="en-US" altLang="en-US" dirty="0"/>
              <a:t> </a:t>
            </a:r>
            <a:r>
              <a:rPr lang="en-US" altLang="en-US" dirty="0" err="1"/>
              <a:t>kiện</a:t>
            </a:r>
            <a:endParaRPr lang="en-US" altLang="en-US" dirty="0"/>
          </a:p>
          <a:p>
            <a:pPr lvl="2" eaLnBrk="1" hangingPunct="1"/>
            <a:r>
              <a:rPr lang="en-US" altLang="en-US" dirty="0">
                <a:solidFill>
                  <a:srgbClr val="FF0000"/>
                </a:solidFill>
              </a:rPr>
              <a:t>K </a:t>
            </a:r>
            <a:r>
              <a:rPr lang="en-US" altLang="en-US" dirty="0" err="1">
                <a:solidFill>
                  <a:srgbClr val="FF0000"/>
                </a:solidFill>
              </a:rPr>
              <a:t>là</a:t>
            </a:r>
            <a:r>
              <a:rPr lang="en-US" altLang="en-US" dirty="0">
                <a:solidFill>
                  <a:srgbClr val="FF0000"/>
                </a:solidFill>
              </a:rPr>
              <a:t> </a:t>
            </a:r>
            <a:r>
              <a:rPr lang="en-US" altLang="en-US" dirty="0" err="1">
                <a:solidFill>
                  <a:srgbClr val="FF0000"/>
                </a:solidFill>
              </a:rPr>
              <a:t>một</a:t>
            </a:r>
            <a:r>
              <a:rPr lang="en-US" altLang="en-US" dirty="0">
                <a:solidFill>
                  <a:srgbClr val="FF0000"/>
                </a:solidFill>
              </a:rPr>
              <a:t> </a:t>
            </a:r>
            <a:r>
              <a:rPr lang="en-US" altLang="en-US" dirty="0" err="1">
                <a:solidFill>
                  <a:srgbClr val="FF0000"/>
                </a:solidFill>
              </a:rPr>
              <a:t>siêu</a:t>
            </a:r>
            <a:r>
              <a:rPr lang="en-US" altLang="en-US" dirty="0">
                <a:solidFill>
                  <a:srgbClr val="FF0000"/>
                </a:solidFill>
              </a:rPr>
              <a:t> </a:t>
            </a:r>
            <a:r>
              <a:rPr lang="en-US" altLang="en-US" dirty="0" err="1">
                <a:solidFill>
                  <a:srgbClr val="FF0000"/>
                </a:solidFill>
              </a:rPr>
              <a:t>khóa</a:t>
            </a:r>
            <a:r>
              <a:rPr lang="en-US" altLang="en-US" dirty="0">
                <a:solidFill>
                  <a:srgbClr val="FF0000"/>
                </a:solidFill>
              </a:rPr>
              <a:t> </a:t>
            </a:r>
            <a:r>
              <a:rPr lang="en-US" altLang="en-US" dirty="0" err="1">
                <a:solidFill>
                  <a:srgbClr val="FF0000"/>
                </a:solidFill>
              </a:rPr>
              <a:t>của</a:t>
            </a:r>
            <a:r>
              <a:rPr lang="en-US" altLang="en-US" dirty="0">
                <a:solidFill>
                  <a:srgbClr val="FF0000"/>
                </a:solidFill>
              </a:rPr>
              <a:t> R</a:t>
            </a:r>
          </a:p>
          <a:p>
            <a:pPr lvl="2" eaLnBrk="1" hangingPunct="1"/>
            <a:r>
              <a:rPr lang="en-US" altLang="en-US" dirty="0">
                <a:solidFill>
                  <a:srgbClr val="FF0000"/>
                </a:solidFill>
              </a:rPr>
              <a:t> </a:t>
            </a:r>
          </a:p>
          <a:p>
            <a:pPr eaLnBrk="1" hangingPunct="1"/>
            <a:r>
              <a:rPr lang="en-US" altLang="en-US" dirty="0" err="1"/>
              <a:t>Nhận</a:t>
            </a:r>
            <a:r>
              <a:rPr lang="en-US" altLang="en-US" dirty="0"/>
              <a:t> </a:t>
            </a:r>
            <a:r>
              <a:rPr lang="en-US" altLang="en-US" dirty="0" err="1"/>
              <a:t>xét</a:t>
            </a:r>
            <a:endParaRPr lang="en-US" altLang="en-US" dirty="0"/>
          </a:p>
          <a:p>
            <a:pPr lvl="1" eaLnBrk="1" hangingPunct="1"/>
            <a:r>
              <a:rPr lang="en-US" altLang="en-US" dirty="0" err="1"/>
              <a:t>Giá</a:t>
            </a:r>
            <a:r>
              <a:rPr lang="en-US" altLang="en-US" dirty="0"/>
              <a:t> </a:t>
            </a:r>
            <a:r>
              <a:rPr lang="en-US" altLang="en-US" dirty="0" err="1"/>
              <a:t>trị</a:t>
            </a:r>
            <a:r>
              <a:rPr lang="en-US" altLang="en-US" dirty="0"/>
              <a:t> </a:t>
            </a:r>
            <a:r>
              <a:rPr lang="en-US" altLang="en-US" dirty="0" err="1"/>
              <a:t>của</a:t>
            </a:r>
            <a:r>
              <a:rPr lang="en-US" altLang="en-US" dirty="0"/>
              <a:t> </a:t>
            </a:r>
            <a:r>
              <a:rPr lang="en-US" altLang="en-US" dirty="0" err="1"/>
              <a:t>khóa</a:t>
            </a:r>
            <a:r>
              <a:rPr lang="en-US" altLang="en-US" dirty="0"/>
              <a:t> dùng </a:t>
            </a:r>
            <a:r>
              <a:rPr lang="en-US" altLang="en-US" dirty="0" err="1"/>
              <a:t>để</a:t>
            </a:r>
            <a:r>
              <a:rPr lang="en-US" altLang="en-US" dirty="0"/>
              <a:t> </a:t>
            </a:r>
            <a:r>
              <a:rPr lang="en-US" altLang="en-US" dirty="0" err="1"/>
              <a:t>nhận</a:t>
            </a:r>
            <a:r>
              <a:rPr lang="en-US" altLang="en-US" dirty="0"/>
              <a:t> </a:t>
            </a:r>
            <a:r>
              <a:rPr lang="en-US" altLang="en-US" dirty="0" err="1"/>
              <a:t>biết</a:t>
            </a:r>
            <a:r>
              <a:rPr lang="en-US" altLang="en-US" dirty="0"/>
              <a:t> </a:t>
            </a:r>
            <a:r>
              <a:rPr lang="en-US" altLang="en-US" dirty="0" err="1"/>
              <a:t>một</a:t>
            </a:r>
            <a:r>
              <a:rPr lang="en-US" altLang="en-US" dirty="0"/>
              <a:t> </a:t>
            </a:r>
            <a:r>
              <a:rPr lang="en-US" altLang="en-US" dirty="0" err="1"/>
              <a:t>bộ</a:t>
            </a:r>
            <a:r>
              <a:rPr lang="en-US" altLang="en-US" dirty="0"/>
              <a:t> </a:t>
            </a:r>
            <a:r>
              <a:rPr lang="en-US" altLang="en-US" dirty="0" err="1"/>
              <a:t>trong</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err="1"/>
              <a:t>Khóa</a:t>
            </a:r>
            <a:r>
              <a:rPr lang="en-US" altLang="en-US" dirty="0"/>
              <a:t> </a:t>
            </a:r>
            <a:r>
              <a:rPr lang="en-US" altLang="en-US" dirty="0" err="1"/>
              <a:t>là</a:t>
            </a:r>
            <a:r>
              <a:rPr lang="en-US" altLang="en-US" dirty="0"/>
              <a:t> </a:t>
            </a:r>
            <a:r>
              <a:rPr lang="en-US" altLang="en-US" dirty="0" err="1"/>
              <a:t>một</a:t>
            </a:r>
            <a:r>
              <a:rPr lang="en-US" altLang="en-US" dirty="0"/>
              <a:t> </a:t>
            </a:r>
            <a:r>
              <a:rPr lang="en-US" altLang="en-US" dirty="0" err="1"/>
              <a:t>đặc</a:t>
            </a:r>
            <a:r>
              <a:rPr lang="en-US" altLang="en-US" dirty="0"/>
              <a:t> </a:t>
            </a:r>
            <a:r>
              <a:rPr lang="en-US" altLang="en-US" dirty="0" err="1"/>
              <a:t>trưng</a:t>
            </a:r>
            <a:r>
              <a:rPr lang="en-US" altLang="en-US" dirty="0"/>
              <a:t> </a:t>
            </a:r>
            <a:r>
              <a:rPr lang="en-US" altLang="en-US" dirty="0" err="1"/>
              <a:t>của</a:t>
            </a:r>
            <a:r>
              <a:rPr lang="en-US" altLang="en-US" dirty="0"/>
              <a:t> </a:t>
            </a:r>
            <a:r>
              <a:rPr lang="en-US" altLang="en-US" dirty="0" err="1"/>
              <a:t>lược</a:t>
            </a:r>
            <a:r>
              <a:rPr lang="en-US" altLang="en-US" dirty="0"/>
              <a:t> </a:t>
            </a:r>
            <a:r>
              <a:rPr lang="en-US" altLang="en-US" dirty="0" err="1"/>
              <a:t>đồ</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không</a:t>
            </a:r>
            <a:r>
              <a:rPr lang="en-US" altLang="en-US" dirty="0"/>
              <a:t> </a:t>
            </a:r>
            <a:r>
              <a:rPr lang="en-US" altLang="en-US" dirty="0" err="1"/>
              <a:t>phụ</a:t>
            </a:r>
            <a:r>
              <a:rPr lang="en-US" altLang="en-US" dirty="0"/>
              <a:t> </a:t>
            </a:r>
            <a:r>
              <a:rPr lang="en-US" altLang="en-US" dirty="0" err="1"/>
              <a:t>thuộc</a:t>
            </a:r>
            <a:r>
              <a:rPr lang="en-US" altLang="en-US" dirty="0"/>
              <a:t> </a:t>
            </a:r>
            <a:r>
              <a:rPr lang="en-US" altLang="en-US" dirty="0" err="1"/>
              <a:t>vào</a:t>
            </a:r>
            <a:r>
              <a:rPr lang="en-US" altLang="en-US" dirty="0"/>
              <a:t> </a:t>
            </a:r>
            <a:r>
              <a:rPr lang="en-US" altLang="en-US" dirty="0" err="1"/>
              <a:t>thể</a:t>
            </a:r>
            <a:r>
              <a:rPr lang="en-US" altLang="en-US" dirty="0"/>
              <a:t> </a:t>
            </a:r>
            <a:r>
              <a:rPr lang="en-US" altLang="en-US" dirty="0" err="1"/>
              <a:t>thiện</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err="1"/>
              <a:t>Khóa</a:t>
            </a:r>
            <a:r>
              <a:rPr lang="en-US" altLang="en-US" dirty="0"/>
              <a:t> </a:t>
            </a:r>
            <a:r>
              <a:rPr lang="en-US" altLang="en-US" dirty="0" err="1"/>
              <a:t>được</a:t>
            </a:r>
            <a:r>
              <a:rPr lang="en-US" altLang="en-US" dirty="0"/>
              <a:t> </a:t>
            </a:r>
            <a:r>
              <a:rPr lang="en-US" altLang="en-US" dirty="0" err="1"/>
              <a:t>xây</a:t>
            </a:r>
            <a:r>
              <a:rPr lang="en-US" altLang="en-US" dirty="0"/>
              <a:t> </a:t>
            </a:r>
            <a:r>
              <a:rPr lang="en-US" altLang="en-US" dirty="0" err="1"/>
              <a:t>dựng</a:t>
            </a:r>
            <a:r>
              <a:rPr lang="en-US" altLang="en-US" dirty="0"/>
              <a:t> </a:t>
            </a:r>
            <a:r>
              <a:rPr lang="en-US" altLang="en-US" dirty="0" err="1"/>
              <a:t>dựa</a:t>
            </a:r>
            <a:r>
              <a:rPr lang="en-US" altLang="en-US" dirty="0"/>
              <a:t> </a:t>
            </a:r>
            <a:r>
              <a:rPr lang="en-US" altLang="en-US" dirty="0" err="1"/>
              <a:t>vào</a:t>
            </a:r>
            <a:r>
              <a:rPr lang="en-US" altLang="en-US" dirty="0"/>
              <a:t> ý </a:t>
            </a:r>
            <a:r>
              <a:rPr lang="en-US" altLang="en-US" dirty="0" err="1"/>
              <a:t>nghĩa</a:t>
            </a:r>
            <a:r>
              <a:rPr lang="en-US" altLang="en-US" dirty="0"/>
              <a:t> </a:t>
            </a:r>
            <a:r>
              <a:rPr lang="en-US" altLang="en-US" dirty="0" err="1"/>
              <a:t>của</a:t>
            </a:r>
            <a:r>
              <a:rPr lang="en-US" altLang="en-US" dirty="0"/>
              <a:t> </a:t>
            </a:r>
            <a:r>
              <a:rPr lang="en-US" altLang="en-US" dirty="0" err="1"/>
              <a:t>một</a:t>
            </a:r>
            <a:r>
              <a:rPr lang="en-US" altLang="en-US" dirty="0"/>
              <a:t> </a:t>
            </a:r>
            <a:r>
              <a:rPr lang="en-US" altLang="en-US" dirty="0" err="1"/>
              <a:t>số</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trong</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err="1"/>
              <a:t>Lược</a:t>
            </a:r>
            <a:r>
              <a:rPr lang="en-US" altLang="en-US" dirty="0"/>
              <a:t> </a:t>
            </a:r>
            <a:r>
              <a:rPr lang="en-US" altLang="en-US" dirty="0" err="1"/>
              <a:t>đồ</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khóa</a:t>
            </a:r>
            <a:endParaRPr lang="en-US" altLang="en-US" dirty="0"/>
          </a:p>
        </p:txBody>
      </p:sp>
      <p:grpSp>
        <p:nvGrpSpPr>
          <p:cNvPr id="26630" name="Group 4">
            <a:extLst>
              <a:ext uri="{FF2B5EF4-FFF2-40B4-BE49-F238E27FC236}">
                <a16:creationId xmlns:a16="http://schemas.microsoft.com/office/drawing/2014/main" id="{A5503B88-5C59-477C-A835-AFB82CB80088}"/>
              </a:ext>
            </a:extLst>
          </p:cNvPr>
          <p:cNvGrpSpPr>
            <a:grpSpLocks/>
          </p:cNvGrpSpPr>
          <p:nvPr/>
        </p:nvGrpSpPr>
        <p:grpSpPr bwMode="auto">
          <a:xfrm>
            <a:off x="1371600" y="2743200"/>
            <a:ext cx="7086600" cy="457200"/>
            <a:chOff x="912" y="1968"/>
            <a:chExt cx="4464" cy="288"/>
          </a:xfrm>
        </p:grpSpPr>
        <p:sp>
          <p:nvSpPr>
            <p:cNvPr id="26631" name="Text Box 5">
              <a:extLst>
                <a:ext uri="{FF2B5EF4-FFF2-40B4-BE49-F238E27FC236}">
                  <a16:creationId xmlns:a16="http://schemas.microsoft.com/office/drawing/2014/main" id="{367C99E0-3A3A-4281-867D-A482E7B6A7F1}"/>
                </a:ext>
              </a:extLst>
            </p:cNvPr>
            <p:cNvSpPr txBox="1">
              <a:spLocks noChangeArrowheads="1"/>
            </p:cNvSpPr>
            <p:nvPr/>
          </p:nvSpPr>
          <p:spPr bwMode="auto">
            <a:xfrm>
              <a:off x="912" y="1968"/>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dirty="0">
                  <a:solidFill>
                    <a:srgbClr val="FF0000"/>
                  </a:solidFill>
                  <a:latin typeface="Tahoma" panose="020B0604030504040204" pitchFamily="34" charset="0"/>
                  <a:sym typeface="Symbol" panose="05050102010706020507" pitchFamily="18" charset="2"/>
                </a:rPr>
                <a:t></a:t>
              </a:r>
            </a:p>
          </p:txBody>
        </p:sp>
        <p:grpSp>
          <p:nvGrpSpPr>
            <p:cNvPr id="26632" name="Group 6">
              <a:extLst>
                <a:ext uri="{FF2B5EF4-FFF2-40B4-BE49-F238E27FC236}">
                  <a16:creationId xmlns:a16="http://schemas.microsoft.com/office/drawing/2014/main" id="{DF6B3D90-8C6D-4830-9A6D-D3AA8FD50891}"/>
                </a:ext>
              </a:extLst>
            </p:cNvPr>
            <p:cNvGrpSpPr>
              <a:grpSpLocks/>
            </p:cNvGrpSpPr>
            <p:nvPr/>
          </p:nvGrpSpPr>
          <p:grpSpPr bwMode="auto">
            <a:xfrm>
              <a:off x="1488" y="1968"/>
              <a:ext cx="816" cy="288"/>
              <a:chOff x="2496" y="2544"/>
              <a:chExt cx="816" cy="288"/>
            </a:xfrm>
          </p:grpSpPr>
          <p:sp>
            <p:nvSpPr>
              <p:cNvPr id="26639" name="Text Box 7">
                <a:extLst>
                  <a:ext uri="{FF2B5EF4-FFF2-40B4-BE49-F238E27FC236}">
                    <a16:creationId xmlns:a16="http://schemas.microsoft.com/office/drawing/2014/main" id="{27119454-419C-4FF4-97FA-5FA21576A5E7}"/>
                  </a:ext>
                </a:extLst>
              </p:cNvPr>
              <p:cNvSpPr txBox="1">
                <a:spLocks noChangeArrowheads="1"/>
              </p:cNvSpPr>
              <p:nvPr/>
            </p:nvSpPr>
            <p:spPr bwMode="auto">
              <a:xfrm>
                <a:off x="2880" y="2544"/>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solidFill>
                      <a:srgbClr val="FF0000"/>
                    </a:solidFill>
                    <a:latin typeface="Tahoma" panose="020B0604030504040204" pitchFamily="34" charset="0"/>
                    <a:sym typeface="Symbol" panose="05050102010706020507" pitchFamily="18" charset="2"/>
                  </a:rPr>
                  <a:t></a:t>
                </a:r>
              </a:p>
            </p:txBody>
          </p:sp>
          <p:sp>
            <p:nvSpPr>
              <p:cNvPr id="26640" name="Text Box 8">
                <a:extLst>
                  <a:ext uri="{FF2B5EF4-FFF2-40B4-BE49-F238E27FC236}">
                    <a16:creationId xmlns:a16="http://schemas.microsoft.com/office/drawing/2014/main" id="{D918CDC6-ADA7-42ED-BA9A-F94620CDA439}"/>
                  </a:ext>
                </a:extLst>
              </p:cNvPr>
              <p:cNvSpPr txBox="1">
                <a:spLocks noChangeArrowheads="1"/>
              </p:cNvSpPr>
              <p:nvPr/>
            </p:nvSpPr>
            <p:spPr bwMode="auto">
              <a:xfrm>
                <a:off x="3024" y="2592"/>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rgbClr val="FF0000"/>
                    </a:solidFill>
                    <a:latin typeface="Tahoma" panose="020B0604030504040204" pitchFamily="34" charset="0"/>
                  </a:rPr>
                  <a:t>K</a:t>
                </a:r>
              </a:p>
            </p:txBody>
          </p:sp>
          <p:sp>
            <p:nvSpPr>
              <p:cNvPr id="26641" name="Text Box 9">
                <a:extLst>
                  <a:ext uri="{FF2B5EF4-FFF2-40B4-BE49-F238E27FC236}">
                    <a16:creationId xmlns:a16="http://schemas.microsoft.com/office/drawing/2014/main" id="{76BFA20D-4BEB-4D9B-B069-62B733C5166E}"/>
                  </a:ext>
                </a:extLst>
              </p:cNvPr>
              <p:cNvSpPr txBox="1">
                <a:spLocks noChangeArrowheads="1"/>
              </p:cNvSpPr>
              <p:nvPr/>
            </p:nvSpPr>
            <p:spPr bwMode="auto">
              <a:xfrm>
                <a:off x="2496" y="2592"/>
                <a:ext cx="5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rgbClr val="FF0000"/>
                    </a:solidFill>
                    <a:latin typeface="Tahoma" panose="020B0604030504040204" pitchFamily="34" charset="0"/>
                  </a:rPr>
                  <a:t>,  K’</a:t>
                </a:r>
              </a:p>
            </p:txBody>
          </p:sp>
        </p:grpSp>
        <p:grpSp>
          <p:nvGrpSpPr>
            <p:cNvPr id="26633" name="Group 10">
              <a:extLst>
                <a:ext uri="{FF2B5EF4-FFF2-40B4-BE49-F238E27FC236}">
                  <a16:creationId xmlns:a16="http://schemas.microsoft.com/office/drawing/2014/main" id="{F20063C9-EADD-414A-8FC9-5CAC2571D623}"/>
                </a:ext>
              </a:extLst>
            </p:cNvPr>
            <p:cNvGrpSpPr>
              <a:grpSpLocks/>
            </p:cNvGrpSpPr>
            <p:nvPr/>
          </p:nvGrpSpPr>
          <p:grpSpPr bwMode="auto">
            <a:xfrm>
              <a:off x="1088" y="1968"/>
              <a:ext cx="640" cy="288"/>
              <a:chOff x="1472" y="2352"/>
              <a:chExt cx="640" cy="288"/>
            </a:xfrm>
          </p:grpSpPr>
          <p:sp>
            <p:nvSpPr>
              <p:cNvPr id="26636" name="Text Box 11">
                <a:extLst>
                  <a:ext uri="{FF2B5EF4-FFF2-40B4-BE49-F238E27FC236}">
                    <a16:creationId xmlns:a16="http://schemas.microsoft.com/office/drawing/2014/main" id="{2D4F1F53-9BB2-4E9C-82BD-44EB05374817}"/>
                  </a:ext>
                </a:extLst>
              </p:cNvPr>
              <p:cNvSpPr txBox="1">
                <a:spLocks noChangeArrowheads="1"/>
              </p:cNvSpPr>
              <p:nvPr/>
            </p:nvSpPr>
            <p:spPr bwMode="auto">
              <a:xfrm>
                <a:off x="1472" y="2400"/>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rgbClr val="FF0000"/>
                    </a:solidFill>
                    <a:latin typeface="Tahoma" panose="020B0604030504040204" pitchFamily="34" charset="0"/>
                  </a:rPr>
                  <a:t>K’</a:t>
                </a:r>
              </a:p>
            </p:txBody>
          </p:sp>
          <p:sp>
            <p:nvSpPr>
              <p:cNvPr id="26637" name="Text Box 12">
                <a:extLst>
                  <a:ext uri="{FF2B5EF4-FFF2-40B4-BE49-F238E27FC236}">
                    <a16:creationId xmlns:a16="http://schemas.microsoft.com/office/drawing/2014/main" id="{40BF5792-6E76-4585-AAEB-6095A15D40BC}"/>
                  </a:ext>
                </a:extLst>
              </p:cNvPr>
              <p:cNvSpPr txBox="1">
                <a:spLocks noChangeArrowheads="1"/>
              </p:cNvSpPr>
              <p:nvPr/>
            </p:nvSpPr>
            <p:spPr bwMode="auto">
              <a:xfrm>
                <a:off x="1680" y="2352"/>
                <a:ext cx="2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2400" b="1">
                    <a:solidFill>
                      <a:srgbClr val="FF0000"/>
                    </a:solidFill>
                    <a:latin typeface="Tahoma" panose="020B0604030504040204" pitchFamily="34" charset="0"/>
                    <a:sym typeface="Symbol" panose="05050102010706020507" pitchFamily="18" charset="2"/>
                  </a:rPr>
                  <a:t></a:t>
                </a:r>
              </a:p>
            </p:txBody>
          </p:sp>
          <p:sp>
            <p:nvSpPr>
              <p:cNvPr id="26638" name="Text Box 13">
                <a:extLst>
                  <a:ext uri="{FF2B5EF4-FFF2-40B4-BE49-F238E27FC236}">
                    <a16:creationId xmlns:a16="http://schemas.microsoft.com/office/drawing/2014/main" id="{E57FACDF-5DBD-490B-86A7-A1DE109124E4}"/>
                  </a:ext>
                </a:extLst>
              </p:cNvPr>
              <p:cNvSpPr txBox="1">
                <a:spLocks noChangeArrowheads="1"/>
              </p:cNvSpPr>
              <p:nvPr/>
            </p:nvSpPr>
            <p:spPr bwMode="auto">
              <a:xfrm>
                <a:off x="1776" y="2409"/>
                <a:ext cx="33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rgbClr val="FF0000"/>
                    </a:solidFill>
                    <a:latin typeface="Tahoma" panose="020B0604030504040204" pitchFamily="34" charset="0"/>
                  </a:rPr>
                  <a:t>K</a:t>
                </a:r>
              </a:p>
            </p:txBody>
          </p:sp>
        </p:grpSp>
        <p:sp>
          <p:nvSpPr>
            <p:cNvPr id="26634" name="Text Box 14">
              <a:extLst>
                <a:ext uri="{FF2B5EF4-FFF2-40B4-BE49-F238E27FC236}">
                  <a16:creationId xmlns:a16="http://schemas.microsoft.com/office/drawing/2014/main" id="{601AF680-7A07-4AC4-9D03-1914C2174070}"/>
                </a:ext>
              </a:extLst>
            </p:cNvPr>
            <p:cNvSpPr txBox="1">
              <a:spLocks noChangeArrowheads="1"/>
            </p:cNvSpPr>
            <p:nvPr/>
          </p:nvSpPr>
          <p:spPr bwMode="auto">
            <a:xfrm>
              <a:off x="2496" y="2006"/>
              <a:ext cx="288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2000" dirty="0" err="1">
                  <a:solidFill>
                    <a:srgbClr val="FF0000"/>
                  </a:solidFill>
                </a:rPr>
                <a:t>không</a:t>
              </a:r>
              <a:r>
                <a:rPr lang="en-US" altLang="en-US" sz="2000" dirty="0">
                  <a:solidFill>
                    <a:srgbClr val="FF0000"/>
                  </a:solidFill>
                </a:rPr>
                <a:t> </a:t>
              </a:r>
              <a:r>
                <a:rPr lang="en-US" altLang="en-US" sz="2000" dirty="0" err="1">
                  <a:solidFill>
                    <a:srgbClr val="FF0000"/>
                  </a:solidFill>
                </a:rPr>
                <a:t>phải</a:t>
              </a:r>
              <a:r>
                <a:rPr lang="en-US" altLang="en-US" sz="2000" dirty="0">
                  <a:solidFill>
                    <a:srgbClr val="FF0000"/>
                  </a:solidFill>
                </a:rPr>
                <a:t> </a:t>
              </a:r>
              <a:r>
                <a:rPr lang="en-US" altLang="en-US" sz="2000" dirty="0" err="1">
                  <a:solidFill>
                    <a:srgbClr val="FF0000"/>
                  </a:solidFill>
                </a:rPr>
                <a:t>là</a:t>
              </a:r>
              <a:r>
                <a:rPr lang="en-US" altLang="en-US" sz="2000" dirty="0">
                  <a:solidFill>
                    <a:srgbClr val="FF0000"/>
                  </a:solidFill>
                </a:rPr>
                <a:t> </a:t>
              </a:r>
              <a:r>
                <a:rPr lang="en-US" altLang="en-US" sz="2000" dirty="0" err="1">
                  <a:solidFill>
                    <a:srgbClr val="FF0000"/>
                  </a:solidFill>
                </a:rPr>
                <a:t>siêu</a:t>
              </a:r>
              <a:r>
                <a:rPr lang="en-US" altLang="en-US" sz="2000" dirty="0">
                  <a:solidFill>
                    <a:srgbClr val="FF0000"/>
                  </a:solidFill>
                </a:rPr>
                <a:t> </a:t>
              </a:r>
              <a:r>
                <a:rPr lang="en-US" altLang="en-US" sz="2000" dirty="0" err="1">
                  <a:solidFill>
                    <a:srgbClr val="FF0000"/>
                  </a:solidFill>
                </a:rPr>
                <a:t>khóa</a:t>
              </a:r>
              <a:r>
                <a:rPr lang="en-US" altLang="en-US" sz="2000" dirty="0">
                  <a:solidFill>
                    <a:srgbClr val="FF0000"/>
                  </a:solidFill>
                </a:rPr>
                <a:t> </a:t>
              </a:r>
              <a:r>
                <a:rPr lang="en-US" altLang="en-US" sz="2000" dirty="0" err="1">
                  <a:solidFill>
                    <a:srgbClr val="FF0000"/>
                  </a:solidFill>
                </a:rPr>
                <a:t>của</a:t>
              </a:r>
              <a:r>
                <a:rPr lang="en-US" altLang="en-US" sz="2000" dirty="0">
                  <a:solidFill>
                    <a:srgbClr val="FF0000"/>
                  </a:solidFill>
                </a:rPr>
                <a:t> R</a:t>
              </a:r>
            </a:p>
          </p:txBody>
        </p:sp>
        <p:sp>
          <p:nvSpPr>
            <p:cNvPr id="26635" name="Text Box 15">
              <a:extLst>
                <a:ext uri="{FF2B5EF4-FFF2-40B4-BE49-F238E27FC236}">
                  <a16:creationId xmlns:a16="http://schemas.microsoft.com/office/drawing/2014/main" id="{EF6D1539-F6AA-4C97-87A8-835BB9DF1C78}"/>
                </a:ext>
              </a:extLst>
            </p:cNvPr>
            <p:cNvSpPr txBox="1">
              <a:spLocks noChangeArrowheads="1"/>
            </p:cNvSpPr>
            <p:nvPr/>
          </p:nvSpPr>
          <p:spPr bwMode="auto">
            <a:xfrm>
              <a:off x="2160" y="2025"/>
              <a:ext cx="38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solidFill>
                    <a:srgbClr val="FF0000"/>
                  </a:solidFill>
                  <a:latin typeface="Tahoma" panose="020B0604030504040204" pitchFamily="34" charset="0"/>
                </a:rPr>
                <a:t>,  K’</a:t>
              </a: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88138-CB64-30BE-1BA8-B3CD5945BF32}"/>
              </a:ext>
            </a:extLst>
          </p:cNvPr>
          <p:cNvSpPr>
            <a:spLocks noGrp="1"/>
          </p:cNvSpPr>
          <p:nvPr>
            <p:ph type="title"/>
          </p:nvPr>
        </p:nvSpPr>
        <p:spPr/>
        <p:txBody>
          <a:bodyPr/>
          <a:lstStyle/>
          <a:p>
            <a:r>
              <a:rPr lang="vi-VN" dirty="0"/>
              <a:t>Khóa (tt)</a:t>
            </a:r>
            <a:endParaRPr lang="en-US" dirty="0"/>
          </a:p>
        </p:txBody>
      </p:sp>
      <p:sp>
        <p:nvSpPr>
          <p:cNvPr id="4" name="Date Placeholder 3">
            <a:extLst>
              <a:ext uri="{FF2B5EF4-FFF2-40B4-BE49-F238E27FC236}">
                <a16:creationId xmlns:a16="http://schemas.microsoft.com/office/drawing/2014/main" id="{99D443E0-3A91-4A42-DB2E-42FB1024CECA}"/>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2B5D7389-4615-1A0B-DF96-26FFBC039395}"/>
              </a:ext>
            </a:extLst>
          </p:cNvPr>
          <p:cNvSpPr>
            <a:spLocks noGrp="1"/>
          </p:cNvSpPr>
          <p:nvPr>
            <p:ph type="sldNum" sz="quarter" idx="12"/>
          </p:nvPr>
        </p:nvSpPr>
        <p:spPr/>
        <p:txBody>
          <a:bodyPr/>
          <a:lstStyle/>
          <a:p>
            <a:fld id="{2F60D9C9-C94C-4B3C-936E-8A1AECA54F0E}" type="slidenum">
              <a:rPr lang="en-US" altLang="en-US" smtClean="0"/>
              <a:pPr/>
              <a:t>21</a:t>
            </a:fld>
            <a:endParaRPr lang="en-US" altLang="en-US"/>
          </a:p>
        </p:txBody>
      </p:sp>
      <p:graphicFrame>
        <p:nvGraphicFramePr>
          <p:cNvPr id="6" name="Group 272">
            <a:extLst>
              <a:ext uri="{FF2B5EF4-FFF2-40B4-BE49-F238E27FC236}">
                <a16:creationId xmlns:a16="http://schemas.microsoft.com/office/drawing/2014/main" id="{147E1264-EB77-F1E7-7F5C-6AF48A848228}"/>
              </a:ext>
            </a:extLst>
          </p:cNvPr>
          <p:cNvGraphicFramePr>
            <a:graphicFrameLocks/>
          </p:cNvGraphicFramePr>
          <p:nvPr>
            <p:extLst>
              <p:ext uri="{D42A27DB-BD31-4B8C-83A1-F6EECF244321}">
                <p14:modId xmlns:p14="http://schemas.microsoft.com/office/powerpoint/2010/main" val="4063784316"/>
              </p:ext>
            </p:extLst>
          </p:nvPr>
        </p:nvGraphicFramePr>
        <p:xfrm>
          <a:off x="547211" y="1158240"/>
          <a:ext cx="8049578" cy="2719440"/>
        </p:xfrm>
        <a:graphic>
          <a:graphicData uri="http://schemas.openxmlformats.org/drawingml/2006/table">
            <a:tbl>
              <a:tblPr/>
              <a:tblGrid>
                <a:gridCol w="948055">
                  <a:extLst>
                    <a:ext uri="{9D8B030D-6E8A-4147-A177-3AD203B41FA5}">
                      <a16:colId xmlns:a16="http://schemas.microsoft.com/office/drawing/2014/main" val="20001"/>
                    </a:ext>
                  </a:extLst>
                </a:gridCol>
                <a:gridCol w="968375">
                  <a:extLst>
                    <a:ext uri="{9D8B030D-6E8A-4147-A177-3AD203B41FA5}">
                      <a16:colId xmlns:a16="http://schemas.microsoft.com/office/drawing/2014/main" val="20002"/>
                    </a:ext>
                  </a:extLst>
                </a:gridCol>
                <a:gridCol w="1378268">
                  <a:extLst>
                    <a:ext uri="{9D8B030D-6E8A-4147-A177-3AD203B41FA5}">
                      <a16:colId xmlns:a16="http://schemas.microsoft.com/office/drawing/2014/main" val="20003"/>
                    </a:ext>
                  </a:extLst>
                </a:gridCol>
                <a:gridCol w="1289050">
                  <a:extLst>
                    <a:ext uri="{9D8B030D-6E8A-4147-A177-3AD203B41FA5}">
                      <a16:colId xmlns:a16="http://schemas.microsoft.com/office/drawing/2014/main" val="20004"/>
                    </a:ext>
                  </a:extLst>
                </a:gridCol>
                <a:gridCol w="1529080">
                  <a:extLst>
                    <a:ext uri="{9D8B030D-6E8A-4147-A177-3AD203B41FA5}">
                      <a16:colId xmlns:a16="http://schemas.microsoft.com/office/drawing/2014/main" val="20005"/>
                    </a:ext>
                  </a:extLst>
                </a:gridCol>
                <a:gridCol w="879475">
                  <a:extLst>
                    <a:ext uri="{9D8B030D-6E8A-4147-A177-3AD203B41FA5}">
                      <a16:colId xmlns:a16="http://schemas.microsoft.com/office/drawing/2014/main" val="20006"/>
                    </a:ext>
                  </a:extLst>
                </a:gridCol>
                <a:gridCol w="1057275">
                  <a:extLst>
                    <a:ext uri="{9D8B030D-6E8A-4147-A177-3AD203B41FA5}">
                      <a16:colId xmlns:a16="http://schemas.microsoft.com/office/drawing/2014/main" val="20007"/>
                    </a:ext>
                  </a:extLst>
                </a:gridCol>
              </a:tblGrid>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MASO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NAMSINH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TRINHDO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QUEQUAN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PHAI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LƯƠNG</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01</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Huy</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1945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ại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học</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Hà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ội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300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02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Tiến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1950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Cao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Đẳng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Hải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hòng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400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Lan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Trung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cấp</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Nam</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 Định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ữ</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200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Hiền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a:t>
                      </a: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Hải</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 Phòng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250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05</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Lan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Hồ Chí Minh</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Nữ</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340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3914425"/>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Bảo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Đại học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Đồng Nai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Nam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400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5966519"/>
                  </a:ext>
                </a:extLst>
              </a:tr>
            </a:tbl>
          </a:graphicData>
        </a:graphic>
      </p:graphicFrame>
      <p:sp>
        <p:nvSpPr>
          <p:cNvPr id="3" name="Rounded Rectangular Callout 2">
            <a:extLst>
              <a:ext uri="{FF2B5EF4-FFF2-40B4-BE49-F238E27FC236}">
                <a16:creationId xmlns:a16="http://schemas.microsoft.com/office/drawing/2014/main" id="{6AC043E7-7922-5450-34E2-F8BE12E508CE}"/>
              </a:ext>
            </a:extLst>
          </p:cNvPr>
          <p:cNvSpPr/>
          <p:nvPr/>
        </p:nvSpPr>
        <p:spPr bwMode="auto">
          <a:xfrm>
            <a:off x="3045822" y="5002216"/>
            <a:ext cx="3052373" cy="408623"/>
          </a:xfrm>
          <a:prstGeom prst="wedgeRoundRectCallou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1800" b="0" i="0" u="none" strike="noStrike" cap="none" normalizeH="0" baseline="0">
                <a:ln>
                  <a:noFill/>
                </a:ln>
                <a:solidFill>
                  <a:schemeClr val="tx1"/>
                </a:solidFill>
                <a:effectLst/>
                <a:latin typeface="Tahoma" pitchFamily="34" charset="0"/>
              </a:rPr>
              <a:t>Cho biết các candidate key?</a:t>
            </a:r>
          </a:p>
        </p:txBody>
      </p:sp>
    </p:spTree>
    <p:extLst>
      <p:ext uri="{BB962C8B-B14F-4D97-AF65-F5344CB8AC3E}">
        <p14:creationId xmlns:p14="http://schemas.microsoft.com/office/powerpoint/2010/main" val="12526945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E100F8D-7ADF-40A7-99A5-DA36B1313A3C}"/>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171" name="Slide Number Placeholder 5">
            <a:extLst>
              <a:ext uri="{FF2B5EF4-FFF2-40B4-BE49-F238E27FC236}">
                <a16:creationId xmlns:a16="http://schemas.microsoft.com/office/drawing/2014/main" id="{6D63B993-642A-450E-BF03-9C05609958FD}"/>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E862EA2D-84A6-4F91-B09D-E84022AECE21}" type="slidenum">
              <a:rPr lang="en-US" altLang="en-US" sz="1000"/>
              <a:pPr algn="r">
                <a:spcBef>
                  <a:spcPct val="0"/>
                </a:spcBef>
                <a:buClrTx/>
                <a:buFontTx/>
                <a:buNone/>
              </a:pPr>
              <a:t>22</a:t>
            </a:fld>
            <a:endParaRPr lang="en-US" altLang="en-US" sz="1000"/>
          </a:p>
        </p:txBody>
      </p:sp>
      <p:sp>
        <p:nvSpPr>
          <p:cNvPr id="7172" name="Rectangle 2">
            <a:extLst>
              <a:ext uri="{FF2B5EF4-FFF2-40B4-BE49-F238E27FC236}">
                <a16:creationId xmlns:a16="http://schemas.microsoft.com/office/drawing/2014/main" id="{8F49780C-F30C-4FF6-86A2-639D66BF867E}"/>
              </a:ext>
            </a:extLst>
          </p:cNvPr>
          <p:cNvSpPr>
            <a:spLocks noGrp="1" noChangeArrowheads="1"/>
          </p:cNvSpPr>
          <p:nvPr>
            <p:ph type="title"/>
          </p:nvPr>
        </p:nvSpPr>
        <p:spPr>
          <a:xfrm>
            <a:off x="457200" y="354013"/>
            <a:ext cx="8229600" cy="620712"/>
          </a:xfrm>
        </p:spPr>
        <p:txBody>
          <a:bodyPr/>
          <a:lstStyle/>
          <a:p>
            <a:pPr eaLnBrk="1" hangingPunct="1"/>
            <a:r>
              <a:rPr lang="en-US" altLang="en-US" sz="3500" dirty="0" err="1"/>
              <a:t>Các</a:t>
            </a:r>
            <a:r>
              <a:rPr lang="en-US" altLang="en-US" sz="3500" dirty="0"/>
              <a:t> </a:t>
            </a:r>
            <a:r>
              <a:rPr lang="en-US" altLang="en-US" sz="3500" dirty="0" err="1"/>
              <a:t>khái</a:t>
            </a:r>
            <a:r>
              <a:rPr lang="en-US" altLang="en-US" sz="3500" dirty="0"/>
              <a:t> </a:t>
            </a:r>
            <a:r>
              <a:rPr lang="en-US" altLang="en-US" sz="3500" dirty="0" err="1"/>
              <a:t>niệm</a:t>
            </a:r>
            <a:r>
              <a:rPr lang="en-US" altLang="en-US" sz="3500" dirty="0"/>
              <a:t> </a:t>
            </a:r>
            <a:r>
              <a:rPr lang="en-US" altLang="en-US" sz="3500" dirty="0" err="1"/>
              <a:t>cơ</a:t>
            </a:r>
            <a:r>
              <a:rPr lang="en-US" altLang="en-US" sz="3500" dirty="0"/>
              <a:t> </a:t>
            </a:r>
            <a:r>
              <a:rPr lang="en-US" altLang="en-US" sz="3500" dirty="0" err="1"/>
              <a:t>bản</a:t>
            </a:r>
            <a:endParaRPr lang="en-US" altLang="en-US" sz="3500" dirty="0"/>
          </a:p>
        </p:txBody>
      </p:sp>
      <p:sp>
        <p:nvSpPr>
          <p:cNvPr id="7173" name="Rectangle 3">
            <a:extLst>
              <a:ext uri="{FF2B5EF4-FFF2-40B4-BE49-F238E27FC236}">
                <a16:creationId xmlns:a16="http://schemas.microsoft.com/office/drawing/2014/main" id="{EA70AEAA-4391-4893-9459-D56AC80660A5}"/>
              </a:ext>
            </a:extLst>
          </p:cNvPr>
          <p:cNvSpPr>
            <a:spLocks noGrp="1" noChangeArrowheads="1"/>
          </p:cNvSpPr>
          <p:nvPr>
            <p:ph type="body" idx="1"/>
          </p:nvPr>
        </p:nvSpPr>
        <p:spPr>
          <a:xfrm>
            <a:off x="457200" y="1295400"/>
            <a:ext cx="8229600" cy="4835525"/>
          </a:xfrm>
        </p:spPr>
        <p:txBody>
          <a:bodyPr/>
          <a:lstStyle/>
          <a:p>
            <a:pPr eaLnBrk="1" hangingPunct="1"/>
            <a:r>
              <a:rPr lang="en-US" altLang="en-US" dirty="0">
                <a:solidFill>
                  <a:schemeClr val="bg1">
                    <a:lumMod val="50000"/>
                  </a:schemeClr>
                </a:solidFill>
              </a:rPr>
              <a:t>Quan </a:t>
            </a:r>
            <a:r>
              <a:rPr lang="en-US" altLang="en-US" dirty="0" err="1">
                <a:solidFill>
                  <a:schemeClr val="bg1">
                    <a:lumMod val="50000"/>
                  </a:schemeClr>
                </a:solidFill>
              </a:rPr>
              <a:t>hệ</a:t>
            </a:r>
            <a:r>
              <a:rPr lang="en-US" altLang="en-US" dirty="0">
                <a:solidFill>
                  <a:schemeClr val="bg1">
                    <a:lumMod val="50000"/>
                  </a:schemeClr>
                </a:solidFill>
              </a:rPr>
              <a:t> (Relation)</a:t>
            </a:r>
          </a:p>
          <a:p>
            <a:pPr eaLnBrk="1" hangingPunct="1"/>
            <a:r>
              <a:rPr lang="en-US" altLang="en-US" dirty="0" err="1">
                <a:solidFill>
                  <a:schemeClr val="bg1">
                    <a:lumMod val="50000"/>
                  </a:schemeClr>
                </a:solidFill>
              </a:rPr>
              <a:t>Thuộc</a:t>
            </a:r>
            <a:r>
              <a:rPr lang="en-US" altLang="en-US" dirty="0">
                <a:solidFill>
                  <a:schemeClr val="bg1">
                    <a:lumMod val="50000"/>
                  </a:schemeClr>
                </a:solidFill>
              </a:rPr>
              <a:t> </a:t>
            </a:r>
            <a:r>
              <a:rPr lang="en-US" altLang="en-US" dirty="0" err="1">
                <a:solidFill>
                  <a:schemeClr val="bg1">
                    <a:lumMod val="50000"/>
                  </a:schemeClr>
                </a:solidFill>
              </a:rPr>
              <a:t>tính</a:t>
            </a:r>
            <a:r>
              <a:rPr lang="en-US" altLang="en-US" dirty="0">
                <a:solidFill>
                  <a:schemeClr val="bg1">
                    <a:lumMod val="50000"/>
                  </a:schemeClr>
                </a:solidFill>
              </a:rPr>
              <a:t> (Attribute)</a:t>
            </a:r>
          </a:p>
          <a:p>
            <a:pPr eaLnBrk="1" hangingPunct="1"/>
            <a:r>
              <a:rPr lang="en-US" altLang="en-US" b="1" dirty="0" err="1">
                <a:solidFill>
                  <a:schemeClr val="bg1">
                    <a:lumMod val="50000"/>
                  </a:schemeClr>
                </a:solidFill>
              </a:rPr>
              <a:t>Lược</a:t>
            </a:r>
            <a:r>
              <a:rPr lang="en-US" altLang="en-US" b="1" dirty="0">
                <a:solidFill>
                  <a:schemeClr val="bg1">
                    <a:lumMod val="50000"/>
                  </a:schemeClr>
                </a:solidFill>
              </a:rPr>
              <a:t> </a:t>
            </a:r>
            <a:r>
              <a:rPr lang="en-US" altLang="en-US" b="1" dirty="0" err="1">
                <a:solidFill>
                  <a:schemeClr val="bg1">
                    <a:lumMod val="50000"/>
                  </a:schemeClr>
                </a:solidFill>
              </a:rPr>
              <a:t>đồ</a:t>
            </a:r>
            <a:r>
              <a:rPr lang="en-US" altLang="en-US" b="1" dirty="0">
                <a:solidFill>
                  <a:schemeClr val="bg1">
                    <a:lumMod val="50000"/>
                  </a:schemeClr>
                </a:solidFill>
              </a:rPr>
              <a:t> (Schema)</a:t>
            </a:r>
          </a:p>
          <a:p>
            <a:pPr eaLnBrk="1" hangingPunct="1"/>
            <a:r>
              <a:rPr lang="en-US" altLang="en-US" dirty="0" err="1">
                <a:solidFill>
                  <a:schemeClr val="bg1">
                    <a:lumMod val="50000"/>
                  </a:schemeClr>
                </a:solidFill>
              </a:rPr>
              <a:t>Bộ</a:t>
            </a:r>
            <a:r>
              <a:rPr lang="en-US" altLang="en-US" dirty="0">
                <a:solidFill>
                  <a:schemeClr val="bg1">
                    <a:lumMod val="50000"/>
                  </a:schemeClr>
                </a:solidFill>
              </a:rPr>
              <a:t> (Tuple)</a:t>
            </a:r>
          </a:p>
          <a:p>
            <a:pPr eaLnBrk="1" hangingPunct="1"/>
            <a:r>
              <a:rPr lang="en-US" altLang="en-US" dirty="0" err="1">
                <a:solidFill>
                  <a:schemeClr val="bg1">
                    <a:lumMod val="50000"/>
                  </a:schemeClr>
                </a:solidFill>
              </a:rPr>
              <a:t>Bậc</a:t>
            </a:r>
            <a:endParaRPr lang="en-US" altLang="en-US" dirty="0">
              <a:solidFill>
                <a:schemeClr val="bg1">
                  <a:lumMod val="50000"/>
                </a:schemeClr>
              </a:solidFill>
            </a:endParaRPr>
          </a:p>
          <a:p>
            <a:pPr eaLnBrk="1" hangingPunct="1"/>
            <a:r>
              <a:rPr lang="en-US" altLang="en-US" dirty="0" err="1">
                <a:solidFill>
                  <a:schemeClr val="bg1">
                    <a:lumMod val="50000"/>
                  </a:schemeClr>
                </a:solidFill>
              </a:rPr>
              <a:t>Miền</a:t>
            </a:r>
            <a:r>
              <a:rPr lang="en-US" altLang="en-US" dirty="0">
                <a:solidFill>
                  <a:schemeClr val="bg1">
                    <a:lumMod val="50000"/>
                  </a:schemeClr>
                </a:solidFill>
              </a:rPr>
              <a:t> </a:t>
            </a:r>
            <a:r>
              <a:rPr lang="en-US" altLang="en-US" dirty="0" err="1">
                <a:solidFill>
                  <a:schemeClr val="bg1">
                    <a:lumMod val="50000"/>
                  </a:schemeClr>
                </a:solidFill>
              </a:rPr>
              <a:t>giá</a:t>
            </a:r>
            <a:r>
              <a:rPr lang="en-US" altLang="en-US" dirty="0">
                <a:solidFill>
                  <a:schemeClr val="bg1">
                    <a:lumMod val="50000"/>
                  </a:schemeClr>
                </a:solidFill>
              </a:rPr>
              <a:t> </a:t>
            </a:r>
            <a:r>
              <a:rPr lang="en-US" altLang="en-US" dirty="0" err="1">
                <a:solidFill>
                  <a:schemeClr val="bg1">
                    <a:lumMod val="50000"/>
                  </a:schemeClr>
                </a:solidFill>
              </a:rPr>
              <a:t>trị</a:t>
            </a:r>
            <a:r>
              <a:rPr lang="en-US" altLang="en-US" dirty="0">
                <a:solidFill>
                  <a:schemeClr val="bg1">
                    <a:lumMod val="50000"/>
                  </a:schemeClr>
                </a:solidFill>
              </a:rPr>
              <a:t> (Domain)</a:t>
            </a:r>
          </a:p>
          <a:p>
            <a:pPr eaLnBrk="1" hangingPunct="1"/>
            <a:r>
              <a:rPr lang="en-US" altLang="en-US" dirty="0" err="1">
                <a:solidFill>
                  <a:schemeClr val="bg1">
                    <a:lumMod val="50000"/>
                  </a:schemeClr>
                </a:solidFill>
              </a:rPr>
              <a:t>Siêu</a:t>
            </a:r>
            <a:r>
              <a:rPr lang="en-US" altLang="en-US" dirty="0">
                <a:solidFill>
                  <a:schemeClr val="bg1">
                    <a:lumMod val="50000"/>
                  </a:schemeClr>
                </a:solidFill>
              </a:rPr>
              <a:t> </a:t>
            </a:r>
            <a:r>
              <a:rPr lang="en-US" altLang="en-US" dirty="0" err="1">
                <a:solidFill>
                  <a:schemeClr val="bg1">
                    <a:lumMod val="50000"/>
                  </a:schemeClr>
                </a:solidFill>
              </a:rPr>
              <a:t>khóa</a:t>
            </a:r>
            <a:r>
              <a:rPr lang="en-US" altLang="en-US" dirty="0">
                <a:solidFill>
                  <a:schemeClr val="bg1">
                    <a:lumMod val="50000"/>
                  </a:schemeClr>
                </a:solidFill>
              </a:rPr>
              <a:t> (Supper key)</a:t>
            </a:r>
            <a:r>
              <a:rPr lang="vi-VN" altLang="en-US" dirty="0">
                <a:solidFill>
                  <a:schemeClr val="bg1">
                    <a:lumMod val="50000"/>
                  </a:schemeClr>
                </a:solidFill>
              </a:rPr>
              <a:t> vs </a:t>
            </a:r>
            <a:r>
              <a:rPr lang="en-US" altLang="en-US" dirty="0" err="1">
                <a:solidFill>
                  <a:schemeClr val="bg1">
                    <a:lumMod val="50000"/>
                  </a:schemeClr>
                </a:solidFill>
              </a:rPr>
              <a:t>Khóa</a:t>
            </a:r>
            <a:r>
              <a:rPr lang="en-US" altLang="en-US" dirty="0">
                <a:solidFill>
                  <a:schemeClr val="bg1">
                    <a:lumMod val="50000"/>
                  </a:schemeClr>
                </a:solidFill>
              </a:rPr>
              <a:t> (Candidate key)</a:t>
            </a:r>
          </a:p>
          <a:p>
            <a:pPr eaLnBrk="1" hangingPunct="1"/>
            <a:r>
              <a:rPr lang="en-US" altLang="en-US" b="1" dirty="0" err="1"/>
              <a:t>Khoá</a:t>
            </a:r>
            <a:r>
              <a:rPr lang="en-US" altLang="en-US" b="1" dirty="0"/>
              <a:t> </a:t>
            </a:r>
            <a:r>
              <a:rPr lang="en-US" altLang="en-US" b="1" dirty="0" err="1"/>
              <a:t>chính</a:t>
            </a:r>
            <a:r>
              <a:rPr lang="en-US" altLang="en-US" b="1" dirty="0"/>
              <a:t> (Primary key)</a:t>
            </a:r>
            <a:r>
              <a:rPr lang="vi-VN" altLang="en-US" b="1" dirty="0"/>
              <a:t> vs </a:t>
            </a:r>
            <a:r>
              <a:rPr lang="en-US" altLang="en-US" b="1" dirty="0" err="1"/>
              <a:t>Khóa</a:t>
            </a:r>
            <a:r>
              <a:rPr lang="en-US" altLang="en-US" b="1" dirty="0"/>
              <a:t> </a:t>
            </a:r>
            <a:r>
              <a:rPr lang="en-US" altLang="en-US" b="1" dirty="0" err="1"/>
              <a:t>ngoại</a:t>
            </a:r>
            <a:r>
              <a:rPr lang="en-US" altLang="en-US" b="1" dirty="0"/>
              <a:t> (Foreign key)</a:t>
            </a:r>
          </a:p>
          <a:p>
            <a:pPr eaLnBrk="1" hangingPunct="1"/>
            <a:endParaRPr lang="en-US" altLang="en-US" dirty="0">
              <a:solidFill>
                <a:srgbClr val="777777"/>
              </a:solidFill>
            </a:endParaRPr>
          </a:p>
        </p:txBody>
      </p:sp>
    </p:spTree>
    <p:extLst>
      <p:ext uri="{BB962C8B-B14F-4D97-AF65-F5344CB8AC3E}">
        <p14:creationId xmlns:p14="http://schemas.microsoft.com/office/powerpoint/2010/main" val="175834440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Date Placeholder 3">
            <a:extLst>
              <a:ext uri="{FF2B5EF4-FFF2-40B4-BE49-F238E27FC236}">
                <a16:creationId xmlns:a16="http://schemas.microsoft.com/office/drawing/2014/main" id="{F876BC23-17EA-45C3-BC0A-91FF875FA56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28675" name="Slide Number Placeholder 5">
            <a:extLst>
              <a:ext uri="{FF2B5EF4-FFF2-40B4-BE49-F238E27FC236}">
                <a16:creationId xmlns:a16="http://schemas.microsoft.com/office/drawing/2014/main" id="{342063CF-758E-4111-80A1-A16968541EC5}"/>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F053465-5DF5-4EC4-9719-3F108E07E77D}" type="slidenum">
              <a:rPr lang="en-US" altLang="en-US" sz="1000"/>
              <a:pPr algn="r">
                <a:spcBef>
                  <a:spcPct val="0"/>
                </a:spcBef>
                <a:buClrTx/>
                <a:buFontTx/>
                <a:buNone/>
              </a:pPr>
              <a:t>23</a:t>
            </a:fld>
            <a:endParaRPr lang="en-US" altLang="en-US" sz="1000"/>
          </a:p>
        </p:txBody>
      </p:sp>
      <p:sp>
        <p:nvSpPr>
          <p:cNvPr id="28676" name="Rectangle 2">
            <a:extLst>
              <a:ext uri="{FF2B5EF4-FFF2-40B4-BE49-F238E27FC236}">
                <a16:creationId xmlns:a16="http://schemas.microsoft.com/office/drawing/2014/main" id="{78F342C4-B4CD-4E75-870E-0AEC46DF4E32}"/>
              </a:ext>
            </a:extLst>
          </p:cNvPr>
          <p:cNvSpPr>
            <a:spLocks noGrp="1" noChangeArrowheads="1"/>
          </p:cNvSpPr>
          <p:nvPr>
            <p:ph type="title"/>
          </p:nvPr>
        </p:nvSpPr>
        <p:spPr>
          <a:xfrm>
            <a:off x="457200" y="354013"/>
            <a:ext cx="8229600" cy="620712"/>
          </a:xfrm>
        </p:spPr>
        <p:txBody>
          <a:bodyPr/>
          <a:lstStyle/>
          <a:p>
            <a:pPr eaLnBrk="1" hangingPunct="1"/>
            <a:r>
              <a:rPr lang="en-US" altLang="en-US" sz="3500"/>
              <a:t>Khóa chính </a:t>
            </a:r>
          </a:p>
        </p:txBody>
      </p:sp>
      <p:sp>
        <p:nvSpPr>
          <p:cNvPr id="28677" name="Rectangle 3">
            <a:extLst>
              <a:ext uri="{FF2B5EF4-FFF2-40B4-BE49-F238E27FC236}">
                <a16:creationId xmlns:a16="http://schemas.microsoft.com/office/drawing/2014/main" id="{51ACD123-6331-4BBF-95F0-23DC82D1DD38}"/>
              </a:ext>
            </a:extLst>
          </p:cNvPr>
          <p:cNvSpPr>
            <a:spLocks noGrp="1" noChangeArrowheads="1"/>
          </p:cNvSpPr>
          <p:nvPr>
            <p:ph type="body" idx="1"/>
          </p:nvPr>
        </p:nvSpPr>
        <p:spPr>
          <a:xfrm>
            <a:off x="457200" y="1295400"/>
            <a:ext cx="8229600" cy="5257800"/>
          </a:xfrm>
        </p:spPr>
        <p:txBody>
          <a:bodyPr/>
          <a:lstStyle/>
          <a:p>
            <a:pPr eaLnBrk="1" hangingPunct="1"/>
            <a:r>
              <a:rPr lang="en-US" altLang="en-US"/>
              <a:t>Xét quan hệ</a:t>
            </a:r>
          </a:p>
          <a:p>
            <a:pPr lvl="2" eaLnBrk="1" hangingPunct="1"/>
            <a:endParaRPr lang="en-US" altLang="en-US"/>
          </a:p>
          <a:p>
            <a:pPr lvl="2" eaLnBrk="1" hangingPunct="1"/>
            <a:endParaRPr lang="en-US" altLang="en-US"/>
          </a:p>
          <a:p>
            <a:pPr lvl="1" eaLnBrk="1" hangingPunct="1"/>
            <a:r>
              <a:rPr lang="en-US" altLang="en-US"/>
              <a:t>Có 2 khóa</a:t>
            </a:r>
          </a:p>
          <a:p>
            <a:pPr lvl="2" eaLnBrk="1" hangingPunct="1"/>
            <a:r>
              <a:rPr lang="en-US" altLang="en-US"/>
              <a:t>MANV</a:t>
            </a:r>
          </a:p>
          <a:p>
            <a:pPr lvl="2" eaLnBrk="1" hangingPunct="1"/>
            <a:r>
              <a:rPr lang="en-US" altLang="en-US"/>
              <a:t>HONV, TENNV, NGSINH</a:t>
            </a:r>
          </a:p>
          <a:p>
            <a:pPr lvl="1" eaLnBrk="1" hangingPunct="1"/>
            <a:r>
              <a:rPr lang="en-US" altLang="en-US"/>
              <a:t>Khi cài đặt quan hệ thành bảng (table)</a:t>
            </a:r>
          </a:p>
          <a:p>
            <a:pPr lvl="2" eaLnBrk="1" hangingPunct="1"/>
            <a:r>
              <a:rPr lang="en-US" altLang="en-US"/>
              <a:t>Chọn 1 khóa làm cơ sở để nhận biết các bộ</a:t>
            </a:r>
          </a:p>
          <a:p>
            <a:pPr lvl="3" eaLnBrk="1" hangingPunct="1"/>
            <a:r>
              <a:rPr lang="en-US" altLang="en-US"/>
              <a:t>Khóa có ít thuộc tính hơn</a:t>
            </a:r>
          </a:p>
          <a:p>
            <a:pPr lvl="2" eaLnBrk="1" hangingPunct="1"/>
            <a:r>
              <a:rPr lang="en-US" altLang="en-US"/>
              <a:t>Khóa được chọn gọi là </a:t>
            </a:r>
            <a:r>
              <a:rPr lang="en-US" altLang="en-US" u="sng"/>
              <a:t>khóa chính</a:t>
            </a:r>
            <a:r>
              <a:rPr lang="en-US" altLang="en-US"/>
              <a:t> (PK - primary key)</a:t>
            </a:r>
          </a:p>
          <a:p>
            <a:pPr lvl="3" eaLnBrk="1" hangingPunct="1"/>
            <a:r>
              <a:rPr lang="en-US" altLang="en-US"/>
              <a:t>Các thuộc tính khóa chính phải có giá trị khác null</a:t>
            </a:r>
          </a:p>
          <a:p>
            <a:pPr lvl="3" eaLnBrk="1" hangingPunct="1"/>
            <a:r>
              <a:rPr lang="en-US" altLang="en-US"/>
              <a:t>Các thuộc tính khóa chính thường được gạch dưới</a:t>
            </a:r>
          </a:p>
        </p:txBody>
      </p:sp>
      <p:sp>
        <p:nvSpPr>
          <p:cNvPr id="28678" name="Text Box 16">
            <a:extLst>
              <a:ext uri="{FF2B5EF4-FFF2-40B4-BE49-F238E27FC236}">
                <a16:creationId xmlns:a16="http://schemas.microsoft.com/office/drawing/2014/main" id="{12092926-C6E0-4A6D-A1D8-153B62FD8BBD}"/>
              </a:ext>
            </a:extLst>
          </p:cNvPr>
          <p:cNvSpPr txBox="1">
            <a:spLocks noChangeArrowheads="1"/>
          </p:cNvSpPr>
          <p:nvPr/>
        </p:nvSpPr>
        <p:spPr bwMode="auto">
          <a:xfrm>
            <a:off x="762000" y="1828800"/>
            <a:ext cx="784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NHANVIEN(MANV, TENNV, HONV, NGSINH, DCHI, PHAI, LUONG, PHONG)</a:t>
            </a:r>
          </a:p>
        </p:txBody>
      </p:sp>
      <p:sp>
        <p:nvSpPr>
          <p:cNvPr id="28679" name="Text Box 17">
            <a:extLst>
              <a:ext uri="{FF2B5EF4-FFF2-40B4-BE49-F238E27FC236}">
                <a16:creationId xmlns:a16="http://schemas.microsoft.com/office/drawing/2014/main" id="{A98655E5-CC81-4AB5-B778-BB37FDA0F4D7}"/>
              </a:ext>
            </a:extLst>
          </p:cNvPr>
          <p:cNvSpPr txBox="1">
            <a:spLocks noChangeArrowheads="1"/>
          </p:cNvSpPr>
          <p:nvPr/>
        </p:nvSpPr>
        <p:spPr bwMode="auto">
          <a:xfrm>
            <a:off x="762000" y="5943600"/>
            <a:ext cx="7848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800">
                <a:latin typeface="Tahoma" panose="020B0604030504040204" pitchFamily="34" charset="0"/>
              </a:rPr>
              <a:t>NHANVIEN(</a:t>
            </a:r>
            <a:r>
              <a:rPr lang="en-US" altLang="en-US" sz="1800" u="sng">
                <a:latin typeface="Tahoma" panose="020B0604030504040204" pitchFamily="34" charset="0"/>
              </a:rPr>
              <a:t>MANV</a:t>
            </a:r>
            <a:r>
              <a:rPr lang="en-US" altLang="en-US" sz="1800">
                <a:latin typeface="Tahoma" panose="020B0604030504040204" pitchFamily="34" charset="0"/>
              </a:rPr>
              <a:t>, TENNV, HONV, NGSINH, DCHI, PHAI, LUONG, PHONG)</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88138-CB64-30BE-1BA8-B3CD5945BF32}"/>
              </a:ext>
            </a:extLst>
          </p:cNvPr>
          <p:cNvSpPr>
            <a:spLocks noGrp="1"/>
          </p:cNvSpPr>
          <p:nvPr>
            <p:ph type="title"/>
          </p:nvPr>
        </p:nvSpPr>
        <p:spPr/>
        <p:txBody>
          <a:bodyPr/>
          <a:lstStyle/>
          <a:p>
            <a:r>
              <a:rPr lang="vi-VN" dirty="0"/>
              <a:t>Khóa chính (tt)</a:t>
            </a:r>
            <a:endParaRPr lang="en-US" dirty="0"/>
          </a:p>
        </p:txBody>
      </p:sp>
      <p:sp>
        <p:nvSpPr>
          <p:cNvPr id="4" name="Date Placeholder 3">
            <a:extLst>
              <a:ext uri="{FF2B5EF4-FFF2-40B4-BE49-F238E27FC236}">
                <a16:creationId xmlns:a16="http://schemas.microsoft.com/office/drawing/2014/main" id="{99D443E0-3A91-4A42-DB2E-42FB1024CECA}"/>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2B5D7389-4615-1A0B-DF96-26FFBC039395}"/>
              </a:ext>
            </a:extLst>
          </p:cNvPr>
          <p:cNvSpPr>
            <a:spLocks noGrp="1"/>
          </p:cNvSpPr>
          <p:nvPr>
            <p:ph type="sldNum" sz="quarter" idx="12"/>
          </p:nvPr>
        </p:nvSpPr>
        <p:spPr/>
        <p:txBody>
          <a:bodyPr/>
          <a:lstStyle/>
          <a:p>
            <a:fld id="{2F60D9C9-C94C-4B3C-936E-8A1AECA54F0E}" type="slidenum">
              <a:rPr lang="en-US" altLang="en-US" smtClean="0"/>
              <a:pPr/>
              <a:t>24</a:t>
            </a:fld>
            <a:endParaRPr lang="en-US" altLang="en-US"/>
          </a:p>
        </p:txBody>
      </p:sp>
      <p:graphicFrame>
        <p:nvGraphicFramePr>
          <p:cNvPr id="6" name="Group 272">
            <a:extLst>
              <a:ext uri="{FF2B5EF4-FFF2-40B4-BE49-F238E27FC236}">
                <a16:creationId xmlns:a16="http://schemas.microsoft.com/office/drawing/2014/main" id="{147E1264-EB77-F1E7-7F5C-6AF48A848228}"/>
              </a:ext>
            </a:extLst>
          </p:cNvPr>
          <p:cNvGraphicFramePr>
            <a:graphicFrameLocks/>
          </p:cNvGraphicFramePr>
          <p:nvPr/>
        </p:nvGraphicFramePr>
        <p:xfrm>
          <a:off x="547211" y="1158240"/>
          <a:ext cx="8049578" cy="2719440"/>
        </p:xfrm>
        <a:graphic>
          <a:graphicData uri="http://schemas.openxmlformats.org/drawingml/2006/table">
            <a:tbl>
              <a:tblPr/>
              <a:tblGrid>
                <a:gridCol w="948055">
                  <a:extLst>
                    <a:ext uri="{9D8B030D-6E8A-4147-A177-3AD203B41FA5}">
                      <a16:colId xmlns:a16="http://schemas.microsoft.com/office/drawing/2014/main" val="20001"/>
                    </a:ext>
                  </a:extLst>
                </a:gridCol>
                <a:gridCol w="968375">
                  <a:extLst>
                    <a:ext uri="{9D8B030D-6E8A-4147-A177-3AD203B41FA5}">
                      <a16:colId xmlns:a16="http://schemas.microsoft.com/office/drawing/2014/main" val="20002"/>
                    </a:ext>
                  </a:extLst>
                </a:gridCol>
                <a:gridCol w="1378268">
                  <a:extLst>
                    <a:ext uri="{9D8B030D-6E8A-4147-A177-3AD203B41FA5}">
                      <a16:colId xmlns:a16="http://schemas.microsoft.com/office/drawing/2014/main" val="20003"/>
                    </a:ext>
                  </a:extLst>
                </a:gridCol>
                <a:gridCol w="1289050">
                  <a:extLst>
                    <a:ext uri="{9D8B030D-6E8A-4147-A177-3AD203B41FA5}">
                      <a16:colId xmlns:a16="http://schemas.microsoft.com/office/drawing/2014/main" val="20004"/>
                    </a:ext>
                  </a:extLst>
                </a:gridCol>
                <a:gridCol w="1529080">
                  <a:extLst>
                    <a:ext uri="{9D8B030D-6E8A-4147-A177-3AD203B41FA5}">
                      <a16:colId xmlns:a16="http://schemas.microsoft.com/office/drawing/2014/main" val="20005"/>
                    </a:ext>
                  </a:extLst>
                </a:gridCol>
                <a:gridCol w="879475">
                  <a:extLst>
                    <a:ext uri="{9D8B030D-6E8A-4147-A177-3AD203B41FA5}">
                      <a16:colId xmlns:a16="http://schemas.microsoft.com/office/drawing/2014/main" val="20006"/>
                    </a:ext>
                  </a:extLst>
                </a:gridCol>
                <a:gridCol w="1057275">
                  <a:extLst>
                    <a:ext uri="{9D8B030D-6E8A-4147-A177-3AD203B41FA5}">
                      <a16:colId xmlns:a16="http://schemas.microsoft.com/office/drawing/2014/main" val="20007"/>
                    </a:ext>
                  </a:extLst>
                </a:gridCol>
              </a:tblGrid>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MASO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TEN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NAMSINH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TRINHDO</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QUEQUAN</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PHAI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LƯƠNG</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0C0C0"/>
                    </a:solidFill>
                  </a:tcPr>
                </a:tc>
                <a:extLst>
                  <a:ext uri="{0D108BD9-81ED-4DB2-BD59-A6C34878D82A}">
                    <a16:rowId xmlns:a16="http://schemas.microsoft.com/office/drawing/2014/main" val="10000"/>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01</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Huy</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1945</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ại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học</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Hà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ội</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300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02</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Tiến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1950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Cao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Đẳng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Hải</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P</a:t>
                      </a:r>
                      <a:r>
                        <a:rPr kumimoji="0" lang="en-US" sz="1900" b="0" i="0" u="none" strike="noStrike" cap="none" normalizeH="0" baseline="0" dirty="0" err="1">
                          <a:ln>
                            <a:noFill/>
                          </a:ln>
                          <a:solidFill>
                            <a:schemeClr val="tx1"/>
                          </a:solidFill>
                          <a:effectLst/>
                          <a:latin typeface="Times New Roman" pitchFamily="18" charset="0"/>
                          <a:cs typeface="Times New Roman" pitchFamily="18" charset="0"/>
                        </a:rPr>
                        <a:t>hòng</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Nam</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400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17089">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03</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Lan</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1960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Trung </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cấp</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dirty="0">
                          <a:ln>
                            <a:noFill/>
                          </a:ln>
                          <a:solidFill>
                            <a:schemeClr val="tx1"/>
                          </a:solidFill>
                          <a:effectLst/>
                          <a:latin typeface="Times New Roman" pitchFamily="18" charset="0"/>
                          <a:cs typeface="Times New Roman" pitchFamily="18" charset="0"/>
                        </a:rPr>
                        <a:t>Nam</a:t>
                      </a:r>
                      <a:r>
                        <a:rPr kumimoji="0" lang="vi-VN" sz="1900" b="0" i="0" u="none" strike="noStrike" cap="none" normalizeH="0" baseline="0" dirty="0">
                          <a:ln>
                            <a:noFill/>
                          </a:ln>
                          <a:solidFill>
                            <a:schemeClr val="tx1"/>
                          </a:solidFill>
                          <a:effectLst/>
                          <a:latin typeface="Times New Roman" pitchFamily="18" charset="0"/>
                          <a:cs typeface="Times New Roman" pitchFamily="18" charset="0"/>
                        </a:rPr>
                        <a:t> Định</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cap="none" normalizeH="0" baseline="0" dirty="0">
                          <a:ln>
                            <a:noFill/>
                          </a:ln>
                          <a:solidFill>
                            <a:schemeClr val="tx1"/>
                          </a:solidFill>
                          <a:effectLst/>
                          <a:latin typeface="Times New Roman" pitchFamily="18" charset="0"/>
                          <a:cs typeface="Times New Roman" pitchFamily="18" charset="0"/>
                        </a:rPr>
                        <a:t>N</a:t>
                      </a:r>
                      <a:r>
                        <a:rPr kumimoji="0" lang="en-US" sz="1900" b="0" i="0" u="none" strike="noStrike" cap="none" normalizeH="0" baseline="0" dirty="0">
                          <a:ln>
                            <a:noFill/>
                          </a:ln>
                          <a:solidFill>
                            <a:schemeClr val="tx1"/>
                          </a:solidFill>
                          <a:effectLst/>
                          <a:latin typeface="Times New Roman" pitchFamily="18" charset="0"/>
                          <a:cs typeface="Times New Roman" pitchFamily="18" charset="0"/>
                        </a:rPr>
                        <a:t>ữ</a:t>
                      </a: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cap="none" normalizeH="0" baseline="0">
                          <a:ln>
                            <a:noFill/>
                          </a:ln>
                          <a:solidFill>
                            <a:schemeClr val="tx1"/>
                          </a:solidFill>
                          <a:effectLst/>
                          <a:latin typeface="Times New Roman" pitchFamily="18" charset="0"/>
                          <a:cs typeface="Times New Roman" pitchFamily="18" charset="0"/>
                        </a:rPr>
                        <a:t>200</a:t>
                      </a:r>
                      <a:endParaRPr kumimoji="0" lang="en-US" sz="2800" b="0" i="0" u="none" strike="noStrike" cap="none" normalizeH="0" baseline="0">
                        <a:ln>
                          <a:noFill/>
                        </a:ln>
                        <a:solidFill>
                          <a:schemeClr val="tx1"/>
                        </a:solidFill>
                        <a:effectLst/>
                        <a:latin typeface="Arial"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04</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Hiền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1965</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a:t>
                      </a: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err="1">
                          <a:ln>
                            <a:noFill/>
                          </a:ln>
                          <a:solidFill>
                            <a:schemeClr val="tx1"/>
                          </a:solidFill>
                          <a:effectLst/>
                          <a:latin typeface="Times New Roman" pitchFamily="18" charset="0"/>
                          <a:ea typeface="+mn-ea"/>
                          <a:cs typeface="Times New Roman" pitchFamily="18" charset="0"/>
                        </a:rPr>
                        <a:t>Hải</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 Dương</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a:t>
                      </a: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ữ</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250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05</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Lan</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1960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Trung cấp</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Hồ Chí Minh</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Nữ</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vi-VN" sz="1900" b="0" i="0" u="none" strike="noStrike" kern="1200" cap="none" normalizeH="0" baseline="0" dirty="0">
                          <a:ln>
                            <a:noFill/>
                          </a:ln>
                          <a:solidFill>
                            <a:schemeClr val="tx1"/>
                          </a:solidFill>
                          <a:effectLst/>
                          <a:latin typeface="Times New Roman" pitchFamily="18" charset="0"/>
                          <a:ea typeface="+mn-ea"/>
                          <a:cs typeface="Times New Roman" pitchFamily="18" charset="0"/>
                        </a:rPr>
                        <a:t>340</a:t>
                      </a:r>
                      <a:endPar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013914425"/>
                  </a:ext>
                </a:extLst>
              </a:tr>
              <a:tr h="394110">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06</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Bảo</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1950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Đại học</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Đồng Nai</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Nam</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p>
                      <a:pPr marL="274320" marR="0" lvl="0" indent="-342900" algn="l" defTabSz="914400" rtl="0" eaLnBrk="1" fontAlgn="base" latinLnBrk="0" hangingPunct="1">
                        <a:lnSpc>
                          <a:spcPct val="100000"/>
                        </a:lnSpc>
                        <a:spcBef>
                          <a:spcPct val="0"/>
                        </a:spcBef>
                        <a:spcAft>
                          <a:spcPct val="0"/>
                        </a:spcAft>
                        <a:buClrTx/>
                        <a:buSzTx/>
                        <a:buFontTx/>
                        <a:buNone/>
                        <a:tabLst/>
                      </a:pPr>
                      <a:r>
                        <a:rPr kumimoji="0" lang="en-US" sz="1900" b="0" i="0" u="none" strike="noStrike" kern="1200" cap="none" normalizeH="0" baseline="0" dirty="0">
                          <a:ln>
                            <a:noFill/>
                          </a:ln>
                          <a:solidFill>
                            <a:schemeClr val="tx1"/>
                          </a:solidFill>
                          <a:effectLst/>
                          <a:latin typeface="Times New Roman" pitchFamily="18" charset="0"/>
                          <a:ea typeface="+mn-ea"/>
                          <a:cs typeface="Times New Roman" pitchFamily="18" charset="0"/>
                        </a:rPr>
                        <a:t>400</a:t>
                      </a: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385966519"/>
                  </a:ext>
                </a:extLst>
              </a:tr>
            </a:tbl>
          </a:graphicData>
        </a:graphic>
      </p:graphicFrame>
      <p:sp>
        <p:nvSpPr>
          <p:cNvPr id="3" name="Rounded Rectangular Callout 2">
            <a:extLst>
              <a:ext uri="{FF2B5EF4-FFF2-40B4-BE49-F238E27FC236}">
                <a16:creationId xmlns:a16="http://schemas.microsoft.com/office/drawing/2014/main" id="{6AC043E7-7922-5450-34E2-F8BE12E508CE}"/>
              </a:ext>
            </a:extLst>
          </p:cNvPr>
          <p:cNvSpPr/>
          <p:nvPr/>
        </p:nvSpPr>
        <p:spPr bwMode="auto">
          <a:xfrm>
            <a:off x="3150216" y="5002216"/>
            <a:ext cx="2843586" cy="408623"/>
          </a:xfrm>
          <a:prstGeom prst="wedgeRoundRectCallout">
            <a:avLst/>
          </a:prstGeom>
          <a:no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0"/>
              </a:spcAft>
              <a:buClrTx/>
              <a:buSzTx/>
              <a:buFontTx/>
              <a:buNone/>
              <a:tabLst/>
            </a:pPr>
            <a:r>
              <a:rPr kumimoji="0" lang="en-US" sz="1800" b="0" i="0" u="none" strike="noStrike" cap="none" normalizeH="0" baseline="0">
                <a:ln>
                  <a:noFill/>
                </a:ln>
                <a:solidFill>
                  <a:schemeClr val="tx1"/>
                </a:solidFill>
                <a:effectLst/>
                <a:latin typeface="Tahoma" pitchFamily="34" charset="0"/>
              </a:rPr>
              <a:t>Cho biết các primary key?</a:t>
            </a:r>
          </a:p>
        </p:txBody>
      </p:sp>
    </p:spTree>
    <p:extLst>
      <p:ext uri="{BB962C8B-B14F-4D97-AF65-F5344CB8AC3E}">
        <p14:creationId xmlns:p14="http://schemas.microsoft.com/office/powerpoint/2010/main" val="37439100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9CCEB87-7803-4A70-B896-19D79FBB8A62}"/>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0723" name="Slide Number Placeholder 5">
            <a:extLst>
              <a:ext uri="{FF2B5EF4-FFF2-40B4-BE49-F238E27FC236}">
                <a16:creationId xmlns:a16="http://schemas.microsoft.com/office/drawing/2014/main" id="{F0AE893C-A554-4F6D-95A0-37B1A55A5E41}"/>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62457A44-A9D0-4207-86E3-CDECABC98192}" type="slidenum">
              <a:rPr lang="en-US" altLang="en-US" sz="1000"/>
              <a:pPr algn="r">
                <a:spcBef>
                  <a:spcPct val="0"/>
                </a:spcBef>
                <a:buClrTx/>
                <a:buFontTx/>
                <a:buNone/>
              </a:pPr>
              <a:t>25</a:t>
            </a:fld>
            <a:endParaRPr lang="en-US" altLang="en-US" sz="1000"/>
          </a:p>
        </p:txBody>
      </p:sp>
      <p:sp>
        <p:nvSpPr>
          <p:cNvPr id="30724" name="Rectangle 2">
            <a:extLst>
              <a:ext uri="{FF2B5EF4-FFF2-40B4-BE49-F238E27FC236}">
                <a16:creationId xmlns:a16="http://schemas.microsoft.com/office/drawing/2014/main" id="{1CFA8FBD-5B73-4C2E-8297-8E84FD6FF622}"/>
              </a:ext>
            </a:extLst>
          </p:cNvPr>
          <p:cNvSpPr>
            <a:spLocks noGrp="1" noChangeArrowheads="1"/>
          </p:cNvSpPr>
          <p:nvPr>
            <p:ph type="title"/>
          </p:nvPr>
        </p:nvSpPr>
        <p:spPr/>
        <p:txBody>
          <a:bodyPr/>
          <a:lstStyle/>
          <a:p>
            <a:pPr eaLnBrk="1" hangingPunct="1"/>
            <a:r>
              <a:rPr lang="en-US" altLang="en-US"/>
              <a:t>Khóa ngoại</a:t>
            </a:r>
          </a:p>
        </p:txBody>
      </p:sp>
      <p:sp>
        <p:nvSpPr>
          <p:cNvPr id="30725" name="Rectangle 3">
            <a:extLst>
              <a:ext uri="{FF2B5EF4-FFF2-40B4-BE49-F238E27FC236}">
                <a16:creationId xmlns:a16="http://schemas.microsoft.com/office/drawing/2014/main" id="{D0DC75A0-707D-4232-9CE6-67DAA0FB8746}"/>
              </a:ext>
            </a:extLst>
          </p:cNvPr>
          <p:cNvSpPr>
            <a:spLocks noGrp="1" noChangeArrowheads="1"/>
          </p:cNvSpPr>
          <p:nvPr>
            <p:ph type="body" idx="1"/>
          </p:nvPr>
        </p:nvSpPr>
        <p:spPr/>
        <p:txBody>
          <a:bodyPr/>
          <a:lstStyle/>
          <a:p>
            <a:pPr eaLnBrk="1" hangingPunct="1"/>
            <a:r>
              <a:rPr lang="en-US" altLang="en-US"/>
              <a:t>Cho 2 quan hệ R và S. Một tập thuộc tính K của quan hệ R được gọi là khoá ngoại của quan hệ R nếu K là khoá nội của quan hệ S.</a:t>
            </a:r>
            <a:endParaRPr lang="pt-BR" altLang="en-US"/>
          </a:p>
          <a:p>
            <a:pPr eaLnBrk="1" hangingPunct="1"/>
            <a:r>
              <a:rPr lang="pt-BR" altLang="en-US"/>
              <a:t>Ví dụ:</a:t>
            </a:r>
            <a:endParaRPr lang="pt-BR" altLang="en-US" b="1"/>
          </a:p>
          <a:p>
            <a:pPr lvl="1" eaLnBrk="1" hangingPunct="1"/>
            <a:r>
              <a:rPr lang="pt-BR" altLang="en-US" b="1"/>
              <a:t>KHOA</a:t>
            </a:r>
            <a:r>
              <a:rPr lang="pt-BR" altLang="en-US"/>
              <a:t>(</a:t>
            </a:r>
            <a:r>
              <a:rPr lang="pt-BR" altLang="en-US" u="sng"/>
              <a:t>MaKhoa</a:t>
            </a:r>
            <a:r>
              <a:rPr lang="pt-BR" altLang="en-US"/>
              <a:t>, TenKhoa)</a:t>
            </a:r>
            <a:endParaRPr lang="en-US" altLang="en-US" b="1"/>
          </a:p>
          <a:p>
            <a:pPr lvl="1" eaLnBrk="1" hangingPunct="1"/>
            <a:r>
              <a:rPr lang="en-US" altLang="en-US" b="1"/>
              <a:t>LOP_HOC</a:t>
            </a:r>
            <a:r>
              <a:rPr lang="en-US" altLang="en-US"/>
              <a:t>(</a:t>
            </a:r>
            <a:r>
              <a:rPr lang="en-US" altLang="en-US" u="sng"/>
              <a:t>MaLop</a:t>
            </a:r>
            <a:r>
              <a:rPr lang="en-US" altLang="en-US"/>
              <a:t>, TenLop, NienKhoa, #MaKhoa)</a:t>
            </a:r>
          </a:p>
          <a:p>
            <a:pPr lvl="1" eaLnBrk="1" hangingPunct="1"/>
            <a:r>
              <a:rPr lang="en-US" altLang="en-US"/>
              <a:t>MaKhoa trong quan hệ LOP_HOC là khoá ngoại vì nó là khoá chính của quan hệ KHOA..</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6121549-8EC6-4A46-8705-0D89E46E6543}"/>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1747" name="Slide Number Placeholder 5">
            <a:extLst>
              <a:ext uri="{FF2B5EF4-FFF2-40B4-BE49-F238E27FC236}">
                <a16:creationId xmlns:a16="http://schemas.microsoft.com/office/drawing/2014/main" id="{CC54119F-4018-4953-94A8-35577995644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4A04F55-99EF-425C-8594-D24BB0739D69}" type="slidenum">
              <a:rPr lang="en-US" altLang="en-US" sz="1000"/>
              <a:pPr algn="r">
                <a:spcBef>
                  <a:spcPct val="0"/>
                </a:spcBef>
                <a:buClrTx/>
                <a:buFontTx/>
                <a:buNone/>
              </a:pPr>
              <a:t>26</a:t>
            </a:fld>
            <a:endParaRPr lang="en-US" altLang="en-US" sz="1000"/>
          </a:p>
        </p:txBody>
      </p:sp>
      <p:sp>
        <p:nvSpPr>
          <p:cNvPr id="31748" name="Rectangle 2">
            <a:extLst>
              <a:ext uri="{FF2B5EF4-FFF2-40B4-BE49-F238E27FC236}">
                <a16:creationId xmlns:a16="http://schemas.microsoft.com/office/drawing/2014/main" id="{42753CE3-2398-4E33-9BB9-2B8C0337A220}"/>
              </a:ext>
            </a:extLst>
          </p:cNvPr>
          <p:cNvSpPr>
            <a:spLocks noGrp="1" noChangeArrowheads="1"/>
          </p:cNvSpPr>
          <p:nvPr>
            <p:ph type="title"/>
          </p:nvPr>
        </p:nvSpPr>
        <p:spPr>
          <a:xfrm>
            <a:off x="457200" y="354013"/>
            <a:ext cx="8229600" cy="620712"/>
          </a:xfrm>
        </p:spPr>
        <p:txBody>
          <a:bodyPr/>
          <a:lstStyle/>
          <a:p>
            <a:pPr eaLnBrk="1" hangingPunct="1"/>
            <a:r>
              <a:rPr lang="en-US" altLang="en-US" sz="3500"/>
              <a:t>Khóa ngoại (tt)</a:t>
            </a:r>
          </a:p>
        </p:txBody>
      </p:sp>
      <p:sp>
        <p:nvSpPr>
          <p:cNvPr id="31749" name="Rectangle 3">
            <a:extLst>
              <a:ext uri="{FF2B5EF4-FFF2-40B4-BE49-F238E27FC236}">
                <a16:creationId xmlns:a16="http://schemas.microsoft.com/office/drawing/2014/main" id="{215FF3D8-0D8D-435F-A0EC-EF8160017E11}"/>
              </a:ext>
            </a:extLst>
          </p:cNvPr>
          <p:cNvSpPr>
            <a:spLocks noGrp="1" noChangeArrowheads="1"/>
          </p:cNvSpPr>
          <p:nvPr>
            <p:ph type="body" idx="1"/>
          </p:nvPr>
        </p:nvSpPr>
        <p:spPr>
          <a:xfrm>
            <a:off x="457200" y="1295400"/>
            <a:ext cx="8229600" cy="5105400"/>
          </a:xfrm>
        </p:spPr>
        <p:txBody>
          <a:bodyPr/>
          <a:lstStyle/>
          <a:p>
            <a:pPr eaLnBrk="1" hangingPunct="1"/>
            <a:r>
              <a:rPr lang="en-US" altLang="en-US">
                <a:sym typeface="Symbol" panose="05050102010706020507" pitchFamily="18" charset="2"/>
              </a:rPr>
              <a:t>Nhận xét</a:t>
            </a:r>
          </a:p>
          <a:p>
            <a:pPr lvl="1" eaLnBrk="1" hangingPunct="1"/>
            <a:r>
              <a:rPr lang="en-US" altLang="en-US">
                <a:sym typeface="Symbol" panose="05050102010706020507" pitchFamily="18" charset="2"/>
              </a:rPr>
              <a:t>Trong một lược đồ quan hệ, một thuộc tính vừa có thể tham gia vào khóa chính, vừa tham gia vào khóa ngoại</a:t>
            </a:r>
          </a:p>
          <a:p>
            <a:pPr lvl="1" eaLnBrk="1" hangingPunct="1"/>
            <a:r>
              <a:rPr lang="en-US" altLang="en-US">
                <a:sym typeface="Symbol" panose="05050102010706020507" pitchFamily="18" charset="2"/>
              </a:rPr>
              <a:t>Khóa ngoại có thể tham chiếu đến khóa chính trên cùng 1 lược đồ quan hệ</a:t>
            </a:r>
          </a:p>
          <a:p>
            <a:pPr lvl="1" eaLnBrk="1" hangingPunct="1"/>
            <a:r>
              <a:rPr lang="en-US" altLang="en-US">
                <a:sym typeface="Symbol" panose="05050102010706020507" pitchFamily="18" charset="2"/>
              </a:rPr>
              <a:t>Có thể có nhiều khóa ngoại tham chiếu đến cùng một khóa chính</a:t>
            </a:r>
          </a:p>
          <a:p>
            <a:pPr lvl="1" eaLnBrk="1" hangingPunct="1"/>
            <a:r>
              <a:rPr lang="en-US" altLang="en-US">
                <a:sym typeface="Symbol" panose="05050102010706020507" pitchFamily="18" charset="2"/>
              </a:rPr>
              <a:t>Ràng buộc tham chiếu = Ràng buộc khóa ngoại</a:t>
            </a:r>
          </a:p>
          <a:p>
            <a:pPr lvl="1" eaLnBrk="1" hangingPunct="1"/>
            <a:endParaRPr lang="en-US" altLang="en-US">
              <a:sym typeface="Symbol" panose="05050102010706020507" pitchFamily="18" charset="2"/>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AE53595-FA45-4DB8-B2FA-CF37374FF2F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3795" name="Slide Number Placeholder 5">
            <a:extLst>
              <a:ext uri="{FF2B5EF4-FFF2-40B4-BE49-F238E27FC236}">
                <a16:creationId xmlns:a16="http://schemas.microsoft.com/office/drawing/2014/main" id="{0499E0E3-DB3C-410D-89F4-0F68B7C702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3015FA21-6AF3-4FBE-A0E0-B694D73C3FAC}" type="slidenum">
              <a:rPr lang="en-US" altLang="en-US" sz="1000"/>
              <a:pPr algn="r">
                <a:spcBef>
                  <a:spcPct val="0"/>
                </a:spcBef>
                <a:buClrTx/>
                <a:buFontTx/>
                <a:buNone/>
              </a:pPr>
              <a:t>27</a:t>
            </a:fld>
            <a:endParaRPr lang="en-US" altLang="en-US" sz="1000"/>
          </a:p>
        </p:txBody>
      </p:sp>
      <p:sp>
        <p:nvSpPr>
          <p:cNvPr id="33796" name="Rectangle 2">
            <a:extLst>
              <a:ext uri="{FF2B5EF4-FFF2-40B4-BE49-F238E27FC236}">
                <a16:creationId xmlns:a16="http://schemas.microsoft.com/office/drawing/2014/main" id="{94921D94-191E-4BD6-86F1-EC7157C30318}"/>
              </a:ext>
            </a:extLst>
          </p:cNvPr>
          <p:cNvSpPr>
            <a:spLocks noGrp="1" noChangeArrowheads="1"/>
          </p:cNvSpPr>
          <p:nvPr>
            <p:ph type="title"/>
          </p:nvPr>
        </p:nvSpPr>
        <p:spPr>
          <a:xfrm>
            <a:off x="457200" y="354013"/>
            <a:ext cx="8229600" cy="620712"/>
          </a:xfrm>
        </p:spPr>
        <p:txBody>
          <a:bodyPr/>
          <a:lstStyle/>
          <a:p>
            <a:pPr eaLnBrk="1" hangingPunct="1"/>
            <a:r>
              <a:rPr lang="en-US" altLang="en-US" sz="3500"/>
              <a:t>Khóa ngoại (tt)</a:t>
            </a:r>
          </a:p>
        </p:txBody>
      </p:sp>
      <p:pic>
        <p:nvPicPr>
          <p:cNvPr id="33797" name="Picture 5">
            <a:extLst>
              <a:ext uri="{FF2B5EF4-FFF2-40B4-BE49-F238E27FC236}">
                <a16:creationId xmlns:a16="http://schemas.microsoft.com/office/drawing/2014/main" id="{B5C2A2C6-6C9E-4E5C-BE44-E469E3B1FE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027113"/>
            <a:ext cx="7696200" cy="5430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Date Placeholder 3">
            <a:extLst>
              <a:ext uri="{FF2B5EF4-FFF2-40B4-BE49-F238E27FC236}">
                <a16:creationId xmlns:a16="http://schemas.microsoft.com/office/drawing/2014/main" id="{9669E41A-5A0F-4CCC-A045-497DF45D012A}"/>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5843" name="Slide Number Placeholder 5">
            <a:extLst>
              <a:ext uri="{FF2B5EF4-FFF2-40B4-BE49-F238E27FC236}">
                <a16:creationId xmlns:a16="http://schemas.microsoft.com/office/drawing/2014/main" id="{66ED9791-FBAE-42FE-9371-7965DACC0570}"/>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983A3EC-1449-4744-80F1-DBC307D8DB1D}" type="slidenum">
              <a:rPr lang="en-US" altLang="en-US" sz="1000"/>
              <a:pPr algn="r">
                <a:spcBef>
                  <a:spcPct val="0"/>
                </a:spcBef>
                <a:buClrTx/>
                <a:buFontTx/>
                <a:buNone/>
              </a:pPr>
              <a:t>28</a:t>
            </a:fld>
            <a:endParaRPr lang="en-US" altLang="en-US" sz="1000"/>
          </a:p>
        </p:txBody>
      </p:sp>
      <p:sp>
        <p:nvSpPr>
          <p:cNvPr id="35844" name="Rectangle 2">
            <a:extLst>
              <a:ext uri="{FF2B5EF4-FFF2-40B4-BE49-F238E27FC236}">
                <a16:creationId xmlns:a16="http://schemas.microsoft.com/office/drawing/2014/main" id="{D51D6848-6F16-49C8-AD7E-7C08746F2B9C}"/>
              </a:ext>
            </a:extLst>
          </p:cNvPr>
          <p:cNvSpPr>
            <a:spLocks noGrp="1" noChangeArrowheads="1"/>
          </p:cNvSpPr>
          <p:nvPr>
            <p:ph type="title"/>
          </p:nvPr>
        </p:nvSpPr>
        <p:spPr>
          <a:xfrm>
            <a:off x="457200" y="354013"/>
            <a:ext cx="8534400" cy="620712"/>
          </a:xfrm>
        </p:spPr>
        <p:txBody>
          <a:bodyPr/>
          <a:lstStyle/>
          <a:p>
            <a:pPr eaLnBrk="1" hangingPunct="1"/>
            <a:r>
              <a:rPr lang="en-US" altLang="en-US" sz="3500"/>
              <a:t>Các đặc trưng của quan hệ </a:t>
            </a:r>
          </a:p>
        </p:txBody>
      </p:sp>
      <p:sp>
        <p:nvSpPr>
          <p:cNvPr id="35845" name="Rectangle 3">
            <a:extLst>
              <a:ext uri="{FF2B5EF4-FFF2-40B4-BE49-F238E27FC236}">
                <a16:creationId xmlns:a16="http://schemas.microsoft.com/office/drawing/2014/main" id="{41EA45B4-70EA-474E-895E-37DB73CCDCF3}"/>
              </a:ext>
            </a:extLst>
          </p:cNvPr>
          <p:cNvSpPr>
            <a:spLocks noGrp="1" noChangeArrowheads="1"/>
          </p:cNvSpPr>
          <p:nvPr>
            <p:ph type="body" idx="1"/>
          </p:nvPr>
        </p:nvSpPr>
        <p:spPr>
          <a:xfrm>
            <a:off x="457200" y="1295400"/>
            <a:ext cx="8229600" cy="4835525"/>
          </a:xfrm>
        </p:spPr>
        <p:txBody>
          <a:bodyPr/>
          <a:lstStyle/>
          <a:p>
            <a:pPr eaLnBrk="1" hangingPunct="1"/>
            <a:r>
              <a:rPr lang="en-US" altLang="en-US"/>
              <a:t>Thứ tự các bộ trong quan hệ là không quan trọng</a:t>
            </a:r>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lvl="1" eaLnBrk="1" hangingPunct="1"/>
            <a:endParaRPr lang="en-US" altLang="en-US"/>
          </a:p>
          <a:p>
            <a:pPr eaLnBrk="1" hangingPunct="1"/>
            <a:r>
              <a:rPr lang="en-US" altLang="en-US"/>
              <a:t>Thứ tự giữa các giá trị trong một bộ là quan trọng</a:t>
            </a:r>
          </a:p>
        </p:txBody>
      </p:sp>
      <p:grpSp>
        <p:nvGrpSpPr>
          <p:cNvPr id="2" name="Group 91">
            <a:extLst>
              <a:ext uri="{FF2B5EF4-FFF2-40B4-BE49-F238E27FC236}">
                <a16:creationId xmlns:a16="http://schemas.microsoft.com/office/drawing/2014/main" id="{1E19C2AB-6568-49D2-9CF7-DADBE3EE672B}"/>
              </a:ext>
            </a:extLst>
          </p:cNvPr>
          <p:cNvGrpSpPr>
            <a:grpSpLocks/>
          </p:cNvGrpSpPr>
          <p:nvPr/>
        </p:nvGrpSpPr>
        <p:grpSpPr bwMode="auto">
          <a:xfrm>
            <a:off x="838200" y="2438400"/>
            <a:ext cx="7543800" cy="304800"/>
            <a:chOff x="528" y="1584"/>
            <a:chExt cx="4752" cy="192"/>
          </a:xfrm>
        </p:grpSpPr>
        <p:sp>
          <p:nvSpPr>
            <p:cNvPr id="35887" name="Text Box 19">
              <a:extLst>
                <a:ext uri="{FF2B5EF4-FFF2-40B4-BE49-F238E27FC236}">
                  <a16:creationId xmlns:a16="http://schemas.microsoft.com/office/drawing/2014/main" id="{F63D3458-1F71-4CE4-8144-EE5381520115}"/>
                </a:ext>
              </a:extLst>
            </p:cNvPr>
            <p:cNvSpPr txBox="1">
              <a:spLocks noChangeArrowheads="1"/>
            </p:cNvSpPr>
            <p:nvPr/>
          </p:nvSpPr>
          <p:spPr bwMode="auto">
            <a:xfrm>
              <a:off x="1200"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Tung</a:t>
              </a:r>
            </a:p>
          </p:txBody>
        </p:sp>
        <p:sp>
          <p:nvSpPr>
            <p:cNvPr id="35888" name="Text Box 20">
              <a:extLst>
                <a:ext uri="{FF2B5EF4-FFF2-40B4-BE49-F238E27FC236}">
                  <a16:creationId xmlns:a16="http://schemas.microsoft.com/office/drawing/2014/main" id="{A8A95481-5788-41F8-97AA-94510C928D5F}"/>
                </a:ext>
              </a:extLst>
            </p:cNvPr>
            <p:cNvSpPr txBox="1">
              <a:spLocks noChangeArrowheads="1"/>
            </p:cNvSpPr>
            <p:nvPr/>
          </p:nvSpPr>
          <p:spPr bwMode="auto">
            <a:xfrm>
              <a:off x="528"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35889" name="Text Box 21">
              <a:extLst>
                <a:ext uri="{FF2B5EF4-FFF2-40B4-BE49-F238E27FC236}">
                  <a16:creationId xmlns:a16="http://schemas.microsoft.com/office/drawing/2014/main" id="{003655C2-AE15-444B-86AD-EFF4E878449E}"/>
                </a:ext>
              </a:extLst>
            </p:cNvPr>
            <p:cNvSpPr txBox="1">
              <a:spLocks noChangeArrowheads="1"/>
            </p:cNvSpPr>
            <p:nvPr/>
          </p:nvSpPr>
          <p:spPr bwMode="auto">
            <a:xfrm>
              <a:off x="1872" y="158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12/08/1955</a:t>
              </a:r>
            </a:p>
          </p:txBody>
        </p:sp>
        <p:sp>
          <p:nvSpPr>
            <p:cNvPr id="35890" name="Text Box 22">
              <a:extLst>
                <a:ext uri="{FF2B5EF4-FFF2-40B4-BE49-F238E27FC236}">
                  <a16:creationId xmlns:a16="http://schemas.microsoft.com/office/drawing/2014/main" id="{A7966E46-DF8A-466D-92E4-848AE249F082}"/>
                </a:ext>
              </a:extLst>
            </p:cNvPr>
            <p:cNvSpPr txBox="1">
              <a:spLocks noChangeArrowheads="1"/>
            </p:cNvSpPr>
            <p:nvPr/>
          </p:nvSpPr>
          <p:spPr bwMode="auto">
            <a:xfrm>
              <a:off x="2592" y="1584"/>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638 NVC Q5</a:t>
              </a:r>
            </a:p>
          </p:txBody>
        </p:sp>
        <p:sp>
          <p:nvSpPr>
            <p:cNvPr id="35891" name="Text Box 23">
              <a:extLst>
                <a:ext uri="{FF2B5EF4-FFF2-40B4-BE49-F238E27FC236}">
                  <a16:creationId xmlns:a16="http://schemas.microsoft.com/office/drawing/2014/main" id="{0C316E24-39DF-41A1-8911-061AF419DD90}"/>
                </a:ext>
              </a:extLst>
            </p:cNvPr>
            <p:cNvSpPr txBox="1">
              <a:spLocks noChangeArrowheads="1"/>
            </p:cNvSpPr>
            <p:nvPr/>
          </p:nvSpPr>
          <p:spPr bwMode="auto">
            <a:xfrm>
              <a:off x="3456" y="1584"/>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35892" name="Text Box 24">
              <a:extLst>
                <a:ext uri="{FF2B5EF4-FFF2-40B4-BE49-F238E27FC236}">
                  <a16:creationId xmlns:a16="http://schemas.microsoft.com/office/drawing/2014/main" id="{8846C079-3C3F-4589-BF79-3F85C995B7A3}"/>
                </a:ext>
              </a:extLst>
            </p:cNvPr>
            <p:cNvSpPr txBox="1">
              <a:spLocks noChangeArrowheads="1"/>
            </p:cNvSpPr>
            <p:nvPr/>
          </p:nvSpPr>
          <p:spPr bwMode="auto">
            <a:xfrm>
              <a:off x="3936"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40000</a:t>
              </a:r>
            </a:p>
          </p:txBody>
        </p:sp>
        <p:sp>
          <p:nvSpPr>
            <p:cNvPr id="35893" name="Text Box 25">
              <a:extLst>
                <a:ext uri="{FF2B5EF4-FFF2-40B4-BE49-F238E27FC236}">
                  <a16:creationId xmlns:a16="http://schemas.microsoft.com/office/drawing/2014/main" id="{43BE3DB0-C7FE-478F-B2CB-CD3BF2B22E95}"/>
                </a:ext>
              </a:extLst>
            </p:cNvPr>
            <p:cNvSpPr txBox="1">
              <a:spLocks noChangeArrowheads="1"/>
            </p:cNvSpPr>
            <p:nvPr/>
          </p:nvSpPr>
          <p:spPr bwMode="auto">
            <a:xfrm>
              <a:off x="4608" y="158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grpSp>
        <p:nvGrpSpPr>
          <p:cNvPr id="35847" name="Group 92">
            <a:extLst>
              <a:ext uri="{FF2B5EF4-FFF2-40B4-BE49-F238E27FC236}">
                <a16:creationId xmlns:a16="http://schemas.microsoft.com/office/drawing/2014/main" id="{9B539C13-3D35-441B-8439-402DA6A7D8B2}"/>
              </a:ext>
            </a:extLst>
          </p:cNvPr>
          <p:cNvGrpSpPr>
            <a:grpSpLocks/>
          </p:cNvGrpSpPr>
          <p:nvPr/>
        </p:nvGrpSpPr>
        <p:grpSpPr bwMode="auto">
          <a:xfrm>
            <a:off x="838200" y="2057400"/>
            <a:ext cx="7543800" cy="1600200"/>
            <a:chOff x="528" y="1344"/>
            <a:chExt cx="4752" cy="1008"/>
          </a:xfrm>
        </p:grpSpPr>
        <p:sp>
          <p:nvSpPr>
            <p:cNvPr id="35859" name="Line 5">
              <a:extLst>
                <a:ext uri="{FF2B5EF4-FFF2-40B4-BE49-F238E27FC236}">
                  <a16:creationId xmlns:a16="http://schemas.microsoft.com/office/drawing/2014/main" id="{800B8307-ECCE-4320-8961-E0EEFC14FF25}"/>
                </a:ext>
              </a:extLst>
            </p:cNvPr>
            <p:cNvSpPr>
              <a:spLocks noChangeShapeType="1"/>
            </p:cNvSpPr>
            <p:nvPr/>
          </p:nvSpPr>
          <p:spPr bwMode="auto">
            <a:xfrm>
              <a:off x="576" y="1536"/>
              <a:ext cx="470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sp>
          <p:nvSpPr>
            <p:cNvPr id="35860" name="Line 6">
              <a:extLst>
                <a:ext uri="{FF2B5EF4-FFF2-40B4-BE49-F238E27FC236}">
                  <a16:creationId xmlns:a16="http://schemas.microsoft.com/office/drawing/2014/main" id="{E91AD06C-B4F4-403A-ABE1-123FE096FD7F}"/>
                </a:ext>
              </a:extLst>
            </p:cNvPr>
            <p:cNvSpPr>
              <a:spLocks noChangeShapeType="1"/>
            </p:cNvSpPr>
            <p:nvPr/>
          </p:nvSpPr>
          <p:spPr bwMode="auto">
            <a:xfrm>
              <a:off x="1200"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61" name="Text Box 7">
              <a:extLst>
                <a:ext uri="{FF2B5EF4-FFF2-40B4-BE49-F238E27FC236}">
                  <a16:creationId xmlns:a16="http://schemas.microsoft.com/office/drawing/2014/main" id="{4AAC11D5-52A8-43CE-9495-CAE8771DA05A}"/>
                </a:ext>
              </a:extLst>
            </p:cNvPr>
            <p:cNvSpPr txBox="1">
              <a:spLocks noChangeArrowheads="1"/>
            </p:cNvSpPr>
            <p:nvPr/>
          </p:nvSpPr>
          <p:spPr bwMode="auto">
            <a:xfrm>
              <a:off x="1200" y="13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TENNV</a:t>
              </a:r>
            </a:p>
          </p:txBody>
        </p:sp>
        <p:sp>
          <p:nvSpPr>
            <p:cNvPr id="35862" name="Text Box 8">
              <a:extLst>
                <a:ext uri="{FF2B5EF4-FFF2-40B4-BE49-F238E27FC236}">
                  <a16:creationId xmlns:a16="http://schemas.microsoft.com/office/drawing/2014/main" id="{EFCF3A89-A117-4F6A-A649-30629329835E}"/>
                </a:ext>
              </a:extLst>
            </p:cNvPr>
            <p:cNvSpPr txBox="1">
              <a:spLocks noChangeArrowheads="1"/>
            </p:cNvSpPr>
            <p:nvPr/>
          </p:nvSpPr>
          <p:spPr bwMode="auto">
            <a:xfrm>
              <a:off x="528" y="13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HONV</a:t>
              </a:r>
            </a:p>
          </p:txBody>
        </p:sp>
        <p:sp>
          <p:nvSpPr>
            <p:cNvPr id="35863" name="Line 9">
              <a:extLst>
                <a:ext uri="{FF2B5EF4-FFF2-40B4-BE49-F238E27FC236}">
                  <a16:creationId xmlns:a16="http://schemas.microsoft.com/office/drawing/2014/main" id="{3A08132B-C74D-423E-A2AA-FF7A4E9FF3E4}"/>
                </a:ext>
              </a:extLst>
            </p:cNvPr>
            <p:cNvSpPr>
              <a:spLocks noChangeShapeType="1"/>
            </p:cNvSpPr>
            <p:nvPr/>
          </p:nvSpPr>
          <p:spPr bwMode="auto">
            <a:xfrm>
              <a:off x="1872"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64" name="Text Box 10">
              <a:extLst>
                <a:ext uri="{FF2B5EF4-FFF2-40B4-BE49-F238E27FC236}">
                  <a16:creationId xmlns:a16="http://schemas.microsoft.com/office/drawing/2014/main" id="{99ABA12B-1DE5-458F-89E0-AFCFAB0E3884}"/>
                </a:ext>
              </a:extLst>
            </p:cNvPr>
            <p:cNvSpPr txBox="1">
              <a:spLocks noChangeArrowheads="1"/>
            </p:cNvSpPr>
            <p:nvPr/>
          </p:nvSpPr>
          <p:spPr bwMode="auto">
            <a:xfrm>
              <a:off x="1872" y="1344"/>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NGSINH</a:t>
              </a:r>
            </a:p>
          </p:txBody>
        </p:sp>
        <p:sp>
          <p:nvSpPr>
            <p:cNvPr id="35865" name="Line 11">
              <a:extLst>
                <a:ext uri="{FF2B5EF4-FFF2-40B4-BE49-F238E27FC236}">
                  <a16:creationId xmlns:a16="http://schemas.microsoft.com/office/drawing/2014/main" id="{BEB9F38E-966D-4E6B-BC27-D7862CE9759F}"/>
                </a:ext>
              </a:extLst>
            </p:cNvPr>
            <p:cNvSpPr>
              <a:spLocks noChangeShapeType="1"/>
            </p:cNvSpPr>
            <p:nvPr/>
          </p:nvSpPr>
          <p:spPr bwMode="auto">
            <a:xfrm>
              <a:off x="2592"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66" name="Text Box 12">
              <a:extLst>
                <a:ext uri="{FF2B5EF4-FFF2-40B4-BE49-F238E27FC236}">
                  <a16:creationId xmlns:a16="http://schemas.microsoft.com/office/drawing/2014/main" id="{BB087191-B468-4C01-9767-9B4C8FD996A9}"/>
                </a:ext>
              </a:extLst>
            </p:cNvPr>
            <p:cNvSpPr txBox="1">
              <a:spLocks noChangeArrowheads="1"/>
            </p:cNvSpPr>
            <p:nvPr/>
          </p:nvSpPr>
          <p:spPr bwMode="auto">
            <a:xfrm>
              <a:off x="2592" y="1344"/>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DCHI</a:t>
              </a:r>
            </a:p>
          </p:txBody>
        </p:sp>
        <p:sp>
          <p:nvSpPr>
            <p:cNvPr id="35867" name="Line 13">
              <a:extLst>
                <a:ext uri="{FF2B5EF4-FFF2-40B4-BE49-F238E27FC236}">
                  <a16:creationId xmlns:a16="http://schemas.microsoft.com/office/drawing/2014/main" id="{3388538A-F056-419E-9551-7C493B715E06}"/>
                </a:ext>
              </a:extLst>
            </p:cNvPr>
            <p:cNvSpPr>
              <a:spLocks noChangeShapeType="1"/>
            </p:cNvSpPr>
            <p:nvPr/>
          </p:nvSpPr>
          <p:spPr bwMode="auto">
            <a:xfrm>
              <a:off x="3456"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68" name="Text Box 14">
              <a:extLst>
                <a:ext uri="{FF2B5EF4-FFF2-40B4-BE49-F238E27FC236}">
                  <a16:creationId xmlns:a16="http://schemas.microsoft.com/office/drawing/2014/main" id="{D03E14AC-3924-4FBB-ACB4-280A6F920464}"/>
                </a:ext>
              </a:extLst>
            </p:cNvPr>
            <p:cNvSpPr txBox="1">
              <a:spLocks noChangeArrowheads="1"/>
            </p:cNvSpPr>
            <p:nvPr/>
          </p:nvSpPr>
          <p:spPr bwMode="auto">
            <a:xfrm>
              <a:off x="3456" y="1344"/>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PHAI</a:t>
              </a:r>
            </a:p>
          </p:txBody>
        </p:sp>
        <p:sp>
          <p:nvSpPr>
            <p:cNvPr id="35869" name="Line 15">
              <a:extLst>
                <a:ext uri="{FF2B5EF4-FFF2-40B4-BE49-F238E27FC236}">
                  <a16:creationId xmlns:a16="http://schemas.microsoft.com/office/drawing/2014/main" id="{6B144571-23BD-4F36-A836-C8FE1BEDE5D8}"/>
                </a:ext>
              </a:extLst>
            </p:cNvPr>
            <p:cNvSpPr>
              <a:spLocks noChangeShapeType="1"/>
            </p:cNvSpPr>
            <p:nvPr/>
          </p:nvSpPr>
          <p:spPr bwMode="auto">
            <a:xfrm>
              <a:off x="3936"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70" name="Text Box 16">
              <a:extLst>
                <a:ext uri="{FF2B5EF4-FFF2-40B4-BE49-F238E27FC236}">
                  <a16:creationId xmlns:a16="http://schemas.microsoft.com/office/drawing/2014/main" id="{DABFF10C-F257-4030-90B7-1E9386A51CD1}"/>
                </a:ext>
              </a:extLst>
            </p:cNvPr>
            <p:cNvSpPr txBox="1">
              <a:spLocks noChangeArrowheads="1"/>
            </p:cNvSpPr>
            <p:nvPr/>
          </p:nvSpPr>
          <p:spPr bwMode="auto">
            <a:xfrm>
              <a:off x="3936" y="13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LUONG</a:t>
              </a:r>
            </a:p>
          </p:txBody>
        </p:sp>
        <p:sp>
          <p:nvSpPr>
            <p:cNvPr id="35871" name="Line 17">
              <a:extLst>
                <a:ext uri="{FF2B5EF4-FFF2-40B4-BE49-F238E27FC236}">
                  <a16:creationId xmlns:a16="http://schemas.microsoft.com/office/drawing/2014/main" id="{16BEF330-BCDD-4196-87BA-EB2F3DFA77B2}"/>
                </a:ext>
              </a:extLst>
            </p:cNvPr>
            <p:cNvSpPr>
              <a:spLocks noChangeShapeType="1"/>
            </p:cNvSpPr>
            <p:nvPr/>
          </p:nvSpPr>
          <p:spPr bwMode="auto">
            <a:xfrm>
              <a:off x="4608" y="1344"/>
              <a:ext cx="0" cy="1008"/>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35872" name="Text Box 18">
              <a:extLst>
                <a:ext uri="{FF2B5EF4-FFF2-40B4-BE49-F238E27FC236}">
                  <a16:creationId xmlns:a16="http://schemas.microsoft.com/office/drawing/2014/main" id="{76CE2E41-DFF8-480F-86F9-8F2C3BA38427}"/>
                </a:ext>
              </a:extLst>
            </p:cNvPr>
            <p:cNvSpPr txBox="1">
              <a:spLocks noChangeArrowheads="1"/>
            </p:cNvSpPr>
            <p:nvPr/>
          </p:nvSpPr>
          <p:spPr bwMode="auto">
            <a:xfrm>
              <a:off x="4608" y="1344"/>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PHG</a:t>
              </a:r>
            </a:p>
          </p:txBody>
        </p:sp>
        <p:sp>
          <p:nvSpPr>
            <p:cNvPr id="35873" name="Text Box 26">
              <a:extLst>
                <a:ext uri="{FF2B5EF4-FFF2-40B4-BE49-F238E27FC236}">
                  <a16:creationId xmlns:a16="http://schemas.microsoft.com/office/drawing/2014/main" id="{0853534D-E81F-4961-AC8D-4D2D163A6F23}"/>
                </a:ext>
              </a:extLst>
            </p:cNvPr>
            <p:cNvSpPr txBox="1">
              <a:spLocks noChangeArrowheads="1"/>
            </p:cNvSpPr>
            <p:nvPr/>
          </p:nvSpPr>
          <p:spPr bwMode="auto">
            <a:xfrm>
              <a:off x="1200"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Hang</a:t>
              </a:r>
            </a:p>
          </p:txBody>
        </p:sp>
        <p:sp>
          <p:nvSpPr>
            <p:cNvPr id="35874" name="Text Box 27">
              <a:extLst>
                <a:ext uri="{FF2B5EF4-FFF2-40B4-BE49-F238E27FC236}">
                  <a16:creationId xmlns:a16="http://schemas.microsoft.com/office/drawing/2014/main" id="{95DB4A1D-59EC-4EF6-BEB0-CB43F8D06DF5}"/>
                </a:ext>
              </a:extLst>
            </p:cNvPr>
            <p:cNvSpPr txBox="1">
              <a:spLocks noChangeArrowheads="1"/>
            </p:cNvSpPr>
            <p:nvPr/>
          </p:nvSpPr>
          <p:spPr bwMode="auto">
            <a:xfrm>
              <a:off x="528"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Bui</a:t>
              </a:r>
            </a:p>
          </p:txBody>
        </p:sp>
        <p:sp>
          <p:nvSpPr>
            <p:cNvPr id="35875" name="Text Box 28">
              <a:extLst>
                <a:ext uri="{FF2B5EF4-FFF2-40B4-BE49-F238E27FC236}">
                  <a16:creationId xmlns:a16="http://schemas.microsoft.com/office/drawing/2014/main" id="{561C3229-71F6-411A-9E5D-3D15412100DE}"/>
                </a:ext>
              </a:extLst>
            </p:cNvPr>
            <p:cNvSpPr txBox="1">
              <a:spLocks noChangeArrowheads="1"/>
            </p:cNvSpPr>
            <p:nvPr/>
          </p:nvSpPr>
          <p:spPr bwMode="auto">
            <a:xfrm>
              <a:off x="1872" y="1776"/>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07/19/1968</a:t>
              </a:r>
            </a:p>
          </p:txBody>
        </p:sp>
        <p:sp>
          <p:nvSpPr>
            <p:cNvPr id="35876" name="Text Box 29">
              <a:extLst>
                <a:ext uri="{FF2B5EF4-FFF2-40B4-BE49-F238E27FC236}">
                  <a16:creationId xmlns:a16="http://schemas.microsoft.com/office/drawing/2014/main" id="{2C3A137F-9ECF-4493-AE21-3879B6F331CC}"/>
                </a:ext>
              </a:extLst>
            </p:cNvPr>
            <p:cNvSpPr txBox="1">
              <a:spLocks noChangeArrowheads="1"/>
            </p:cNvSpPr>
            <p:nvPr/>
          </p:nvSpPr>
          <p:spPr bwMode="auto">
            <a:xfrm>
              <a:off x="2592" y="1776"/>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332 NTH Q1</a:t>
              </a:r>
            </a:p>
          </p:txBody>
        </p:sp>
        <p:sp>
          <p:nvSpPr>
            <p:cNvPr id="35877" name="Text Box 30">
              <a:extLst>
                <a:ext uri="{FF2B5EF4-FFF2-40B4-BE49-F238E27FC236}">
                  <a16:creationId xmlns:a16="http://schemas.microsoft.com/office/drawing/2014/main" id="{E6E3AB28-A0D6-4319-A7F7-6A2ACB6C6E41}"/>
                </a:ext>
              </a:extLst>
            </p:cNvPr>
            <p:cNvSpPr txBox="1">
              <a:spLocks noChangeArrowheads="1"/>
            </p:cNvSpPr>
            <p:nvPr/>
          </p:nvSpPr>
          <p:spPr bwMode="auto">
            <a:xfrm>
              <a:off x="3456" y="1776"/>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35878" name="Text Box 31">
              <a:extLst>
                <a:ext uri="{FF2B5EF4-FFF2-40B4-BE49-F238E27FC236}">
                  <a16:creationId xmlns:a16="http://schemas.microsoft.com/office/drawing/2014/main" id="{E9F6245F-4A1F-4A13-851E-677DEC5D9856}"/>
                </a:ext>
              </a:extLst>
            </p:cNvPr>
            <p:cNvSpPr txBox="1">
              <a:spLocks noChangeArrowheads="1"/>
            </p:cNvSpPr>
            <p:nvPr/>
          </p:nvSpPr>
          <p:spPr bwMode="auto">
            <a:xfrm>
              <a:off x="3936"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25000</a:t>
              </a:r>
            </a:p>
          </p:txBody>
        </p:sp>
        <p:sp>
          <p:nvSpPr>
            <p:cNvPr id="35879" name="Text Box 32">
              <a:extLst>
                <a:ext uri="{FF2B5EF4-FFF2-40B4-BE49-F238E27FC236}">
                  <a16:creationId xmlns:a16="http://schemas.microsoft.com/office/drawing/2014/main" id="{ADFA593D-44AB-427D-9C03-516B0615C239}"/>
                </a:ext>
              </a:extLst>
            </p:cNvPr>
            <p:cNvSpPr txBox="1">
              <a:spLocks noChangeArrowheads="1"/>
            </p:cNvSpPr>
            <p:nvPr/>
          </p:nvSpPr>
          <p:spPr bwMode="auto">
            <a:xfrm>
              <a:off x="4608" y="1776"/>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sp>
          <p:nvSpPr>
            <p:cNvPr id="35880" name="Text Box 33">
              <a:extLst>
                <a:ext uri="{FF2B5EF4-FFF2-40B4-BE49-F238E27FC236}">
                  <a16:creationId xmlns:a16="http://schemas.microsoft.com/office/drawing/2014/main" id="{9A1670E2-895D-4668-BB2D-17C00DA63F03}"/>
                </a:ext>
              </a:extLst>
            </p:cNvPr>
            <p:cNvSpPr txBox="1">
              <a:spLocks noChangeArrowheads="1"/>
            </p:cNvSpPr>
            <p:nvPr/>
          </p:nvSpPr>
          <p:spPr bwMode="auto">
            <a:xfrm>
              <a:off x="1200"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Nhu</a:t>
              </a:r>
            </a:p>
          </p:txBody>
        </p:sp>
        <p:sp>
          <p:nvSpPr>
            <p:cNvPr id="35881" name="Text Box 34">
              <a:extLst>
                <a:ext uri="{FF2B5EF4-FFF2-40B4-BE49-F238E27FC236}">
                  <a16:creationId xmlns:a16="http://schemas.microsoft.com/office/drawing/2014/main" id="{02FE474A-1386-4019-8EDB-7F1572FC222A}"/>
                </a:ext>
              </a:extLst>
            </p:cNvPr>
            <p:cNvSpPr txBox="1">
              <a:spLocks noChangeArrowheads="1"/>
            </p:cNvSpPr>
            <p:nvPr/>
          </p:nvSpPr>
          <p:spPr bwMode="auto">
            <a:xfrm>
              <a:off x="528"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Le</a:t>
              </a:r>
            </a:p>
          </p:txBody>
        </p:sp>
        <p:sp>
          <p:nvSpPr>
            <p:cNvPr id="35882" name="Text Box 35">
              <a:extLst>
                <a:ext uri="{FF2B5EF4-FFF2-40B4-BE49-F238E27FC236}">
                  <a16:creationId xmlns:a16="http://schemas.microsoft.com/office/drawing/2014/main" id="{E5C8CCF7-23E7-45B6-B3C0-C659A9D33D04}"/>
                </a:ext>
              </a:extLst>
            </p:cNvPr>
            <p:cNvSpPr txBox="1">
              <a:spLocks noChangeArrowheads="1"/>
            </p:cNvSpPr>
            <p:nvPr/>
          </p:nvSpPr>
          <p:spPr bwMode="auto">
            <a:xfrm>
              <a:off x="1872" y="1968"/>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06/20/1951</a:t>
              </a:r>
            </a:p>
          </p:txBody>
        </p:sp>
        <p:sp>
          <p:nvSpPr>
            <p:cNvPr id="35883" name="Text Box 36">
              <a:extLst>
                <a:ext uri="{FF2B5EF4-FFF2-40B4-BE49-F238E27FC236}">
                  <a16:creationId xmlns:a16="http://schemas.microsoft.com/office/drawing/2014/main" id="{94AE398D-F5E9-484F-B4DF-247C2031E6DA}"/>
                </a:ext>
              </a:extLst>
            </p:cNvPr>
            <p:cNvSpPr txBox="1">
              <a:spLocks noChangeArrowheads="1"/>
            </p:cNvSpPr>
            <p:nvPr/>
          </p:nvSpPr>
          <p:spPr bwMode="auto">
            <a:xfrm>
              <a:off x="2592" y="1968"/>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291 HVH QPN</a:t>
              </a:r>
            </a:p>
          </p:txBody>
        </p:sp>
        <p:sp>
          <p:nvSpPr>
            <p:cNvPr id="35884" name="Text Box 37">
              <a:extLst>
                <a:ext uri="{FF2B5EF4-FFF2-40B4-BE49-F238E27FC236}">
                  <a16:creationId xmlns:a16="http://schemas.microsoft.com/office/drawing/2014/main" id="{F77A34CC-FF22-4C92-8FBD-08900E878D1C}"/>
                </a:ext>
              </a:extLst>
            </p:cNvPr>
            <p:cNvSpPr txBox="1">
              <a:spLocks noChangeArrowheads="1"/>
            </p:cNvSpPr>
            <p:nvPr/>
          </p:nvSpPr>
          <p:spPr bwMode="auto">
            <a:xfrm>
              <a:off x="3456" y="1968"/>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a:t>
              </a:r>
            </a:p>
          </p:txBody>
        </p:sp>
        <p:sp>
          <p:nvSpPr>
            <p:cNvPr id="35885" name="Text Box 38">
              <a:extLst>
                <a:ext uri="{FF2B5EF4-FFF2-40B4-BE49-F238E27FC236}">
                  <a16:creationId xmlns:a16="http://schemas.microsoft.com/office/drawing/2014/main" id="{7A6C7A46-D32C-43FF-9CB5-2E6D38B04A19}"/>
                </a:ext>
              </a:extLst>
            </p:cNvPr>
            <p:cNvSpPr txBox="1">
              <a:spLocks noChangeArrowheads="1"/>
            </p:cNvSpPr>
            <p:nvPr/>
          </p:nvSpPr>
          <p:spPr bwMode="auto">
            <a:xfrm>
              <a:off x="3936"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43000</a:t>
              </a:r>
            </a:p>
          </p:txBody>
        </p:sp>
        <p:sp>
          <p:nvSpPr>
            <p:cNvPr id="35886" name="Text Box 39">
              <a:extLst>
                <a:ext uri="{FF2B5EF4-FFF2-40B4-BE49-F238E27FC236}">
                  <a16:creationId xmlns:a16="http://schemas.microsoft.com/office/drawing/2014/main" id="{4A682980-86F7-47AC-B674-2F146A127C02}"/>
                </a:ext>
              </a:extLst>
            </p:cNvPr>
            <p:cNvSpPr txBox="1">
              <a:spLocks noChangeArrowheads="1"/>
            </p:cNvSpPr>
            <p:nvPr/>
          </p:nvSpPr>
          <p:spPr bwMode="auto">
            <a:xfrm>
              <a:off x="4608" y="1968"/>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4</a:t>
              </a:r>
            </a:p>
          </p:txBody>
        </p:sp>
      </p:grpSp>
      <p:grpSp>
        <p:nvGrpSpPr>
          <p:cNvPr id="4" name="Group 90">
            <a:extLst>
              <a:ext uri="{FF2B5EF4-FFF2-40B4-BE49-F238E27FC236}">
                <a16:creationId xmlns:a16="http://schemas.microsoft.com/office/drawing/2014/main" id="{2CF66AD8-F517-4379-A0F4-35F10CD14F9C}"/>
              </a:ext>
            </a:extLst>
          </p:cNvPr>
          <p:cNvGrpSpPr>
            <a:grpSpLocks/>
          </p:cNvGrpSpPr>
          <p:nvPr/>
        </p:nvGrpSpPr>
        <p:grpSpPr bwMode="auto">
          <a:xfrm>
            <a:off x="838200" y="3352800"/>
            <a:ext cx="7543800" cy="304800"/>
            <a:chOff x="528" y="2160"/>
            <a:chExt cx="4752" cy="192"/>
          </a:xfrm>
        </p:grpSpPr>
        <p:sp>
          <p:nvSpPr>
            <p:cNvPr id="35852" name="Text Box 40">
              <a:extLst>
                <a:ext uri="{FF2B5EF4-FFF2-40B4-BE49-F238E27FC236}">
                  <a16:creationId xmlns:a16="http://schemas.microsoft.com/office/drawing/2014/main" id="{DC6FB217-1052-4D5B-AB58-3EF70537522B}"/>
                </a:ext>
              </a:extLst>
            </p:cNvPr>
            <p:cNvSpPr txBox="1">
              <a:spLocks noChangeArrowheads="1"/>
            </p:cNvSpPr>
            <p:nvPr/>
          </p:nvSpPr>
          <p:spPr bwMode="auto">
            <a:xfrm>
              <a:off x="1200"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Hung</a:t>
              </a:r>
            </a:p>
          </p:txBody>
        </p:sp>
        <p:sp>
          <p:nvSpPr>
            <p:cNvPr id="35853" name="Text Box 41">
              <a:extLst>
                <a:ext uri="{FF2B5EF4-FFF2-40B4-BE49-F238E27FC236}">
                  <a16:creationId xmlns:a16="http://schemas.microsoft.com/office/drawing/2014/main" id="{4EF60F48-5426-43D9-8B88-4F4A04718094}"/>
                </a:ext>
              </a:extLst>
            </p:cNvPr>
            <p:cNvSpPr txBox="1">
              <a:spLocks noChangeArrowheads="1"/>
            </p:cNvSpPr>
            <p:nvPr/>
          </p:nvSpPr>
          <p:spPr bwMode="auto">
            <a:xfrm>
              <a:off x="528"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Nguyen</a:t>
              </a:r>
            </a:p>
          </p:txBody>
        </p:sp>
        <p:sp>
          <p:nvSpPr>
            <p:cNvPr id="35854" name="Text Box 42">
              <a:extLst>
                <a:ext uri="{FF2B5EF4-FFF2-40B4-BE49-F238E27FC236}">
                  <a16:creationId xmlns:a16="http://schemas.microsoft.com/office/drawing/2014/main" id="{22109688-6A40-4728-B647-EFA7080B223B}"/>
                </a:ext>
              </a:extLst>
            </p:cNvPr>
            <p:cNvSpPr txBox="1">
              <a:spLocks noChangeArrowheads="1"/>
            </p:cNvSpPr>
            <p:nvPr/>
          </p:nvSpPr>
          <p:spPr bwMode="auto">
            <a:xfrm>
              <a:off x="1872" y="2160"/>
              <a:ext cx="72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09/15/1962</a:t>
              </a:r>
            </a:p>
          </p:txBody>
        </p:sp>
        <p:sp>
          <p:nvSpPr>
            <p:cNvPr id="35855" name="Text Box 43">
              <a:extLst>
                <a:ext uri="{FF2B5EF4-FFF2-40B4-BE49-F238E27FC236}">
                  <a16:creationId xmlns:a16="http://schemas.microsoft.com/office/drawing/2014/main" id="{FA30D4C6-A471-4B36-B036-25609B6EF099}"/>
                </a:ext>
              </a:extLst>
            </p:cNvPr>
            <p:cNvSpPr txBox="1">
              <a:spLocks noChangeArrowheads="1"/>
            </p:cNvSpPr>
            <p:nvPr/>
          </p:nvSpPr>
          <p:spPr bwMode="auto">
            <a:xfrm>
              <a:off x="2592" y="2160"/>
              <a:ext cx="8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null</a:t>
              </a:r>
            </a:p>
          </p:txBody>
        </p:sp>
        <p:sp>
          <p:nvSpPr>
            <p:cNvPr id="35856" name="Text Box 44">
              <a:extLst>
                <a:ext uri="{FF2B5EF4-FFF2-40B4-BE49-F238E27FC236}">
                  <a16:creationId xmlns:a16="http://schemas.microsoft.com/office/drawing/2014/main" id="{482EEDF1-0C3E-4095-A5C5-8D18458D1AC3}"/>
                </a:ext>
              </a:extLst>
            </p:cNvPr>
            <p:cNvSpPr txBox="1">
              <a:spLocks noChangeArrowheads="1"/>
            </p:cNvSpPr>
            <p:nvPr/>
          </p:nvSpPr>
          <p:spPr bwMode="auto">
            <a:xfrm>
              <a:off x="3456" y="2160"/>
              <a:ext cx="4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Nam</a:t>
              </a:r>
            </a:p>
          </p:txBody>
        </p:sp>
        <p:sp>
          <p:nvSpPr>
            <p:cNvPr id="35857" name="Text Box 45">
              <a:extLst>
                <a:ext uri="{FF2B5EF4-FFF2-40B4-BE49-F238E27FC236}">
                  <a16:creationId xmlns:a16="http://schemas.microsoft.com/office/drawing/2014/main" id="{723CB8C5-5125-46C6-A453-823C09821800}"/>
                </a:ext>
              </a:extLst>
            </p:cNvPr>
            <p:cNvSpPr txBox="1">
              <a:spLocks noChangeArrowheads="1"/>
            </p:cNvSpPr>
            <p:nvPr/>
          </p:nvSpPr>
          <p:spPr bwMode="auto">
            <a:xfrm>
              <a:off x="3936"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38000</a:t>
              </a:r>
            </a:p>
          </p:txBody>
        </p:sp>
        <p:sp>
          <p:nvSpPr>
            <p:cNvPr id="35858" name="Text Box 46">
              <a:extLst>
                <a:ext uri="{FF2B5EF4-FFF2-40B4-BE49-F238E27FC236}">
                  <a16:creationId xmlns:a16="http://schemas.microsoft.com/office/drawing/2014/main" id="{8BC8B0BA-A901-436B-A584-B5FFFB0BB262}"/>
                </a:ext>
              </a:extLst>
            </p:cNvPr>
            <p:cNvSpPr txBox="1">
              <a:spLocks noChangeArrowheads="1"/>
            </p:cNvSpPr>
            <p:nvPr/>
          </p:nvSpPr>
          <p:spPr bwMode="auto">
            <a:xfrm>
              <a:off x="4608" y="2160"/>
              <a:ext cx="672"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5</a:t>
              </a:r>
            </a:p>
          </p:txBody>
        </p:sp>
      </p:grpSp>
      <p:sp>
        <p:nvSpPr>
          <p:cNvPr id="35849" name="Text Box 93">
            <a:extLst>
              <a:ext uri="{FF2B5EF4-FFF2-40B4-BE49-F238E27FC236}">
                <a16:creationId xmlns:a16="http://schemas.microsoft.com/office/drawing/2014/main" id="{9EC567B9-8D29-485E-A17D-925335F63946}"/>
              </a:ext>
            </a:extLst>
          </p:cNvPr>
          <p:cNvSpPr txBox="1">
            <a:spLocks noChangeArrowheads="1"/>
          </p:cNvSpPr>
          <p:nvPr/>
        </p:nvSpPr>
        <p:spPr bwMode="auto">
          <a:xfrm>
            <a:off x="762000" y="4648200"/>
            <a:ext cx="7696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Bộ &lt;Nguyen, Tung, 12/08/1955, 638 NVC Q5, </a:t>
            </a:r>
            <a:r>
              <a:rPr lang="en-US" altLang="en-US" sz="1400" b="1" i="1">
                <a:latin typeface="Tahoma" panose="020B0604030504040204" pitchFamily="34" charset="0"/>
              </a:rPr>
              <a:t>Nam, 40000</a:t>
            </a:r>
            <a:r>
              <a:rPr lang="en-US" altLang="en-US" sz="1400">
                <a:latin typeface="Tahoma" panose="020B0604030504040204" pitchFamily="34" charset="0"/>
              </a:rPr>
              <a:t>, 5&gt;</a:t>
            </a:r>
          </a:p>
        </p:txBody>
      </p:sp>
      <p:sp>
        <p:nvSpPr>
          <p:cNvPr id="35850" name="Text Box 95">
            <a:extLst>
              <a:ext uri="{FF2B5EF4-FFF2-40B4-BE49-F238E27FC236}">
                <a16:creationId xmlns:a16="http://schemas.microsoft.com/office/drawing/2014/main" id="{CF72C1A5-79FF-45A2-BC88-BD23E7C4429B}"/>
              </a:ext>
            </a:extLst>
          </p:cNvPr>
          <p:cNvSpPr txBox="1">
            <a:spLocks noChangeArrowheads="1"/>
          </p:cNvSpPr>
          <p:nvPr/>
        </p:nvSpPr>
        <p:spPr bwMode="auto">
          <a:xfrm>
            <a:off x="3886200" y="5105400"/>
            <a:ext cx="1219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khác</a:t>
            </a:r>
          </a:p>
        </p:txBody>
      </p:sp>
      <p:sp>
        <p:nvSpPr>
          <p:cNvPr id="35851" name="Text Box 96">
            <a:extLst>
              <a:ext uri="{FF2B5EF4-FFF2-40B4-BE49-F238E27FC236}">
                <a16:creationId xmlns:a16="http://schemas.microsoft.com/office/drawing/2014/main" id="{F90D5F12-3C03-4C3E-A0E1-239214F686ED}"/>
              </a:ext>
            </a:extLst>
          </p:cNvPr>
          <p:cNvSpPr txBox="1">
            <a:spLocks noChangeArrowheads="1"/>
          </p:cNvSpPr>
          <p:nvPr/>
        </p:nvSpPr>
        <p:spPr bwMode="auto">
          <a:xfrm>
            <a:off x="762000" y="5562600"/>
            <a:ext cx="7696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Bộ &lt;Nguyen, Tung, 12/08/1955, 638 NVC Q5, </a:t>
            </a:r>
            <a:r>
              <a:rPr lang="en-US" altLang="en-US" sz="1400" b="1" i="1">
                <a:latin typeface="Tahoma" panose="020B0604030504040204" pitchFamily="34" charset="0"/>
              </a:rPr>
              <a:t>40000, Nam</a:t>
            </a:r>
            <a:r>
              <a:rPr lang="en-US" altLang="en-US" sz="1400">
                <a:latin typeface="Tahoma" panose="020B0604030504040204" pitchFamily="34" charset="0"/>
              </a:rPr>
              <a:t>, 5&gt;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path" presetSubtype="0" accel="50000" decel="50000" fill="hold" nodeType="clickEffect">
                                  <p:stCondLst>
                                    <p:cond delay="0"/>
                                  </p:stCondLst>
                                  <p:childTnLst>
                                    <p:animMotion origin="layout" path="M 0 6.93642E-7 L 0 0.13318 " pathEditMode="relative" rAng="0" ptsTypes="AA">
                                      <p:cBhvr>
                                        <p:cTn id="6" dur="2000" fill="hold"/>
                                        <p:tgtEl>
                                          <p:spTgt spid="2"/>
                                        </p:tgtEl>
                                        <p:attrNameLst>
                                          <p:attrName>ppt_x</p:attrName>
                                          <p:attrName>ppt_y</p:attrName>
                                        </p:attrNameLst>
                                      </p:cBhvr>
                                      <p:rCtr x="0" y="6659"/>
                                    </p:animMotion>
                                  </p:childTnLst>
                                </p:cTn>
                              </p:par>
                              <p:par>
                                <p:cTn id="7" presetID="64" presetClass="path" presetSubtype="0" accel="50000" decel="50000" fill="hold" nodeType="withEffect">
                                  <p:stCondLst>
                                    <p:cond delay="0"/>
                                  </p:stCondLst>
                                  <p:childTnLst>
                                    <p:animMotion origin="layout" path="M -3.33333E-6 1.50289E-6 L -3.33333E-6 -0.13318 " pathEditMode="relative" rAng="0" ptsTypes="AA">
                                      <p:cBhvr>
                                        <p:cTn id="8" dur="2000" fill="hold"/>
                                        <p:tgtEl>
                                          <p:spTgt spid="4"/>
                                        </p:tgtEl>
                                        <p:attrNameLst>
                                          <p:attrName>ppt_x</p:attrName>
                                          <p:attrName>ppt_y</p:attrName>
                                        </p:attrNameLst>
                                      </p:cBhvr>
                                      <p:rCtr x="0" y="-6659"/>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47487D-C8FD-49A4-92FD-044D12D388BB}"/>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37891" name="Slide Number Placeholder 5">
            <a:extLst>
              <a:ext uri="{FF2B5EF4-FFF2-40B4-BE49-F238E27FC236}">
                <a16:creationId xmlns:a16="http://schemas.microsoft.com/office/drawing/2014/main" id="{6B767143-9D32-4604-9FE9-FC74827E3A1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BE18AE77-7D51-4D24-87A8-4785BEAC9557}" type="slidenum">
              <a:rPr lang="en-US" altLang="en-US" sz="1000"/>
              <a:pPr algn="r">
                <a:spcBef>
                  <a:spcPct val="0"/>
                </a:spcBef>
                <a:buClrTx/>
                <a:buFontTx/>
                <a:buNone/>
              </a:pPr>
              <a:t>29</a:t>
            </a:fld>
            <a:endParaRPr lang="en-US" altLang="en-US" sz="1000"/>
          </a:p>
        </p:txBody>
      </p:sp>
      <p:sp>
        <p:nvSpPr>
          <p:cNvPr id="37892" name="Rectangle 2">
            <a:extLst>
              <a:ext uri="{FF2B5EF4-FFF2-40B4-BE49-F238E27FC236}">
                <a16:creationId xmlns:a16="http://schemas.microsoft.com/office/drawing/2014/main" id="{AA70B98B-BD88-4B24-90D1-2F04B854C199}"/>
              </a:ext>
            </a:extLst>
          </p:cNvPr>
          <p:cNvSpPr>
            <a:spLocks noGrp="1" noChangeArrowheads="1"/>
          </p:cNvSpPr>
          <p:nvPr>
            <p:ph type="title"/>
          </p:nvPr>
        </p:nvSpPr>
        <p:spPr>
          <a:xfrm>
            <a:off x="457200" y="354013"/>
            <a:ext cx="8534400" cy="620712"/>
          </a:xfrm>
        </p:spPr>
        <p:txBody>
          <a:bodyPr/>
          <a:lstStyle/>
          <a:p>
            <a:pPr eaLnBrk="1" hangingPunct="1"/>
            <a:r>
              <a:rPr lang="en-US" altLang="en-US" sz="3500"/>
              <a:t>Các đặc trưng của quan hệ (tt)</a:t>
            </a:r>
          </a:p>
        </p:txBody>
      </p:sp>
      <p:sp>
        <p:nvSpPr>
          <p:cNvPr id="37893" name="Rectangle 3">
            <a:extLst>
              <a:ext uri="{FF2B5EF4-FFF2-40B4-BE49-F238E27FC236}">
                <a16:creationId xmlns:a16="http://schemas.microsoft.com/office/drawing/2014/main" id="{21B1D2D7-5842-4210-87A8-7A3FAB8E5826}"/>
              </a:ext>
            </a:extLst>
          </p:cNvPr>
          <p:cNvSpPr>
            <a:spLocks noGrp="1" noChangeArrowheads="1"/>
          </p:cNvSpPr>
          <p:nvPr>
            <p:ph type="body" idx="1"/>
          </p:nvPr>
        </p:nvSpPr>
        <p:spPr>
          <a:xfrm>
            <a:off x="457200" y="1295400"/>
            <a:ext cx="8229600" cy="4835525"/>
          </a:xfrm>
        </p:spPr>
        <p:txBody>
          <a:bodyPr/>
          <a:lstStyle/>
          <a:p>
            <a:pPr eaLnBrk="1" hangingPunct="1"/>
            <a:r>
              <a:rPr lang="en-US" altLang="en-US"/>
              <a:t>Mỗi giá trị trong một bộ</a:t>
            </a:r>
          </a:p>
          <a:p>
            <a:pPr lvl="1" eaLnBrk="1" hangingPunct="1"/>
            <a:r>
              <a:rPr lang="en-US" altLang="en-US"/>
              <a:t>Hoặc là một giá trị nguyên tố</a:t>
            </a:r>
          </a:p>
          <a:p>
            <a:pPr lvl="1" eaLnBrk="1" hangingPunct="1"/>
            <a:r>
              <a:rPr lang="en-US" altLang="en-US"/>
              <a:t>Hoặc là một giá trị rỗng (null)</a:t>
            </a:r>
          </a:p>
          <a:p>
            <a:pPr lvl="1" eaLnBrk="1" hangingPunct="1"/>
            <a:endParaRPr lang="en-US" altLang="en-US"/>
          </a:p>
          <a:p>
            <a:pPr eaLnBrk="1" hangingPunct="1"/>
            <a:r>
              <a:rPr lang="en-US" altLang="en-US"/>
              <a:t>Không có bộ nào trùng nhau</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Date Placeholder 3">
            <a:extLst>
              <a:ext uri="{FF2B5EF4-FFF2-40B4-BE49-F238E27FC236}">
                <a16:creationId xmlns:a16="http://schemas.microsoft.com/office/drawing/2014/main" id="{71BB68EF-C31F-42B2-9418-43D299E4D865}"/>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0963" name="Slide Number Placeholder 5">
            <a:extLst>
              <a:ext uri="{FF2B5EF4-FFF2-40B4-BE49-F238E27FC236}">
                <a16:creationId xmlns:a16="http://schemas.microsoft.com/office/drawing/2014/main" id="{5F4D93F5-B1E1-4FAA-9D27-4B469C093106}"/>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A7CDE54F-F30A-4308-9943-7E08134CDB92}" type="slidenum">
              <a:rPr lang="en-US" altLang="en-US" sz="1000"/>
              <a:pPr algn="r">
                <a:spcBef>
                  <a:spcPct val="0"/>
                </a:spcBef>
                <a:buClrTx/>
                <a:buFontTx/>
                <a:buNone/>
              </a:pPr>
              <a:t>30</a:t>
            </a:fld>
            <a:endParaRPr lang="en-US" altLang="en-US" sz="1000"/>
          </a:p>
        </p:txBody>
      </p:sp>
      <p:sp>
        <p:nvSpPr>
          <p:cNvPr id="40966" name="Rectangle 2">
            <a:extLst>
              <a:ext uri="{FF2B5EF4-FFF2-40B4-BE49-F238E27FC236}">
                <a16:creationId xmlns:a16="http://schemas.microsoft.com/office/drawing/2014/main" id="{B68971AC-7115-4EEA-AAAE-909B322896DB}"/>
              </a:ext>
            </a:extLst>
          </p:cNvPr>
          <p:cNvSpPr>
            <a:spLocks noGrp="1" noChangeArrowheads="1"/>
          </p:cNvSpPr>
          <p:nvPr>
            <p:ph type="title"/>
          </p:nvPr>
        </p:nvSpPr>
        <p:spPr>
          <a:xfrm>
            <a:off x="457200" y="354013"/>
            <a:ext cx="8229600" cy="620712"/>
          </a:xfrm>
        </p:spPr>
        <p:txBody>
          <a:bodyPr/>
          <a:lstStyle/>
          <a:p>
            <a:pPr eaLnBrk="1" hangingPunct="1"/>
            <a:r>
              <a:rPr lang="en-US" altLang="en-US" sz="2400" dirty="0" err="1"/>
              <a:t>Chuyển</a:t>
            </a:r>
            <a:r>
              <a:rPr lang="en-US" altLang="en-US" sz="2400" dirty="0"/>
              <a:t> </a:t>
            </a:r>
            <a:r>
              <a:rPr lang="en-US" altLang="en-US" sz="2400" dirty="0" err="1"/>
              <a:t>từ</a:t>
            </a:r>
            <a:r>
              <a:rPr lang="en-US" altLang="en-US" sz="2400" dirty="0"/>
              <a:t> </a:t>
            </a:r>
            <a:r>
              <a:rPr lang="en-US" altLang="en-US" sz="2400" dirty="0" err="1"/>
              <a:t>mô</a:t>
            </a:r>
            <a:r>
              <a:rPr lang="en-US" altLang="en-US" sz="2400" dirty="0"/>
              <a:t> </a:t>
            </a:r>
            <a:r>
              <a:rPr lang="en-US" altLang="en-US" sz="2400" dirty="0" err="1"/>
              <a:t>hình</a:t>
            </a:r>
            <a:r>
              <a:rPr lang="en-US" altLang="en-US" sz="2400" dirty="0"/>
              <a:t> </a:t>
            </a:r>
            <a:r>
              <a:rPr lang="en-US" altLang="en-US" sz="2400" dirty="0" err="1"/>
              <a:t>thực</a:t>
            </a:r>
            <a:r>
              <a:rPr lang="en-US" altLang="en-US" sz="2400" dirty="0"/>
              <a:t> </a:t>
            </a:r>
            <a:r>
              <a:rPr lang="en-US" altLang="en-US" sz="2400" dirty="0" err="1"/>
              <a:t>thể</a:t>
            </a:r>
            <a:r>
              <a:rPr lang="en-US" altLang="en-US" sz="2400" dirty="0"/>
              <a:t> </a:t>
            </a:r>
            <a:r>
              <a:rPr lang="en-US" altLang="en-US" sz="2400" dirty="0" err="1"/>
              <a:t>kết</a:t>
            </a:r>
            <a:r>
              <a:rPr lang="en-US" altLang="en-US" sz="2400" dirty="0"/>
              <a:t> </a:t>
            </a:r>
            <a:r>
              <a:rPr lang="en-US" altLang="en-US" sz="2400" dirty="0" err="1"/>
              <a:t>hợp</a:t>
            </a:r>
            <a:r>
              <a:rPr lang="en-US" altLang="en-US" sz="2400" dirty="0"/>
              <a:t> sang </a:t>
            </a:r>
            <a:r>
              <a:rPr lang="en-US" altLang="en-US" sz="2400" dirty="0" err="1"/>
              <a:t>mô</a:t>
            </a:r>
            <a:r>
              <a:rPr lang="en-US" altLang="en-US" sz="2400" dirty="0"/>
              <a:t> </a:t>
            </a:r>
            <a:r>
              <a:rPr lang="en-US" altLang="en-US" sz="2400" dirty="0" err="1"/>
              <a:t>hình</a:t>
            </a:r>
            <a:r>
              <a:rPr lang="en-US" altLang="en-US" sz="2400" dirty="0"/>
              <a:t> </a:t>
            </a:r>
            <a:r>
              <a:rPr lang="en-US" altLang="en-US" sz="2400" dirty="0" err="1"/>
              <a:t>dữ</a:t>
            </a:r>
            <a:r>
              <a:rPr lang="en-US" altLang="en-US" sz="2400" dirty="0"/>
              <a:t> </a:t>
            </a:r>
            <a:r>
              <a:rPr lang="en-US" altLang="en-US" sz="2400" dirty="0" err="1"/>
              <a:t>liệu</a:t>
            </a:r>
            <a:r>
              <a:rPr lang="en-US" altLang="en-US" sz="2400" dirty="0"/>
              <a:t> </a:t>
            </a:r>
            <a:r>
              <a:rPr lang="en-US" altLang="en-US" sz="2400" dirty="0" err="1"/>
              <a:t>quan</a:t>
            </a:r>
            <a:r>
              <a:rPr lang="en-US" altLang="en-US" sz="2400" dirty="0"/>
              <a:t> </a:t>
            </a:r>
            <a:r>
              <a:rPr lang="en-US" altLang="en-US" sz="2400" dirty="0" err="1"/>
              <a:t>hệ</a:t>
            </a:r>
            <a:br>
              <a:rPr lang="en-US" altLang="en-US" sz="2400" dirty="0" err="1"/>
            </a:br>
            <a:r>
              <a:rPr lang="en-US" altLang="en-US" sz="2400" b="0" dirty="0" err="1"/>
              <a:t>(1) Các tập thực thể sang mô hình quan hệ</a:t>
            </a:r>
            <a:endParaRPr lang="en-US" altLang="en-US" sz="2400" b="0" dirty="0"/>
          </a:p>
        </p:txBody>
      </p:sp>
      <p:sp>
        <p:nvSpPr>
          <p:cNvPr id="40969" name="Text Box 89">
            <a:extLst>
              <a:ext uri="{FF2B5EF4-FFF2-40B4-BE49-F238E27FC236}">
                <a16:creationId xmlns:a16="http://schemas.microsoft.com/office/drawing/2014/main" id="{0402FF2E-A07D-4618-94E3-A2EFF4D4295C}"/>
              </a:ext>
            </a:extLst>
          </p:cNvPr>
          <p:cNvSpPr txBox="1">
            <a:spLocks noChangeArrowheads="1"/>
          </p:cNvSpPr>
          <p:nvPr/>
        </p:nvSpPr>
        <p:spPr bwMode="auto">
          <a:xfrm>
            <a:off x="304800" y="5881688"/>
            <a:ext cx="7010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NHANVIEN(</a:t>
            </a:r>
            <a:r>
              <a:rPr lang="en-US" altLang="en-US" sz="1800" u="sng">
                <a:latin typeface="Tahoma" panose="020B0604030504040204" pitchFamily="34" charset="0"/>
              </a:rPr>
              <a:t>MaNV</a:t>
            </a:r>
            <a:r>
              <a:rPr lang="en-US" altLang="en-US" sz="1800">
                <a:latin typeface="Tahoma" panose="020B0604030504040204" pitchFamily="34" charset="0"/>
              </a:rPr>
              <a:t>, HoTen, NgaySinh, Phai, DiaChi, Luong)</a:t>
            </a:r>
          </a:p>
        </p:txBody>
      </p:sp>
      <p:sp>
        <p:nvSpPr>
          <p:cNvPr id="40970" name="Text Box 90">
            <a:extLst>
              <a:ext uri="{FF2B5EF4-FFF2-40B4-BE49-F238E27FC236}">
                <a16:creationId xmlns:a16="http://schemas.microsoft.com/office/drawing/2014/main" id="{9648C416-FECB-4AA5-8286-075B24923B10}"/>
              </a:ext>
            </a:extLst>
          </p:cNvPr>
          <p:cNvSpPr txBox="1">
            <a:spLocks noChangeArrowheads="1"/>
          </p:cNvSpPr>
          <p:nvPr/>
        </p:nvSpPr>
        <p:spPr bwMode="auto">
          <a:xfrm>
            <a:off x="5257800" y="5334000"/>
            <a:ext cx="3581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PHONGBAN(</a:t>
            </a:r>
            <a:r>
              <a:rPr lang="en-US" altLang="en-US" sz="1800" u="sng">
                <a:latin typeface="Tahoma" panose="020B0604030504040204" pitchFamily="34" charset="0"/>
              </a:rPr>
              <a:t>MaPhg</a:t>
            </a:r>
            <a:r>
              <a:rPr lang="en-US" altLang="en-US" sz="1800">
                <a:latin typeface="Tahoma" panose="020B0604030504040204" pitchFamily="34" charset="0"/>
              </a:rPr>
              <a:t>, TenPhong)</a:t>
            </a:r>
          </a:p>
        </p:txBody>
      </p:sp>
      <p:pic>
        <p:nvPicPr>
          <p:cNvPr id="15" name="Picture 14" descr="A diagram of a computer&#10;&#10;Description automatically generated">
            <a:extLst>
              <a:ext uri="{FF2B5EF4-FFF2-40B4-BE49-F238E27FC236}">
                <a16:creationId xmlns:a16="http://schemas.microsoft.com/office/drawing/2014/main" id="{34B8CF48-6550-E4D6-608D-04A05BB96D3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 y="1515351"/>
            <a:ext cx="8839200" cy="3224937"/>
          </a:xfrm>
          <a:prstGeom prst="rect">
            <a:avLst/>
          </a:prstGeom>
        </p:spPr>
      </p:pic>
      <p:cxnSp>
        <p:nvCxnSpPr>
          <p:cNvPr id="10" name="Straight Connector 9">
            <a:extLst>
              <a:ext uri="{FF2B5EF4-FFF2-40B4-BE49-F238E27FC236}">
                <a16:creationId xmlns:a16="http://schemas.microsoft.com/office/drawing/2014/main" id="{668D2B95-E20F-61D2-F709-00F6401241D5}"/>
              </a:ext>
            </a:extLst>
          </p:cNvPr>
          <p:cNvCxnSpPr>
            <a:cxnSpLocks/>
          </p:cNvCxnSpPr>
          <p:nvPr/>
        </p:nvCxnSpPr>
        <p:spPr bwMode="auto">
          <a:xfrm>
            <a:off x="2667000" y="3429000"/>
            <a:ext cx="1535596" cy="2378869"/>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5B9EBBF0-5431-A74F-3064-409FACF6B3B8}"/>
              </a:ext>
            </a:extLst>
          </p:cNvPr>
          <p:cNvCxnSpPr>
            <a:cxnSpLocks/>
            <a:endCxn id="40970" idx="0"/>
          </p:cNvCxnSpPr>
          <p:nvPr/>
        </p:nvCxnSpPr>
        <p:spPr bwMode="auto">
          <a:xfrm flipH="1">
            <a:off x="7048500" y="3429000"/>
            <a:ext cx="266700" cy="190500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Date Placeholder 3">
            <a:extLst>
              <a:ext uri="{FF2B5EF4-FFF2-40B4-BE49-F238E27FC236}">
                <a16:creationId xmlns:a16="http://schemas.microsoft.com/office/drawing/2014/main" id="{B16FE08A-5E96-424A-998C-8333AE18404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3011" name="Slide Number Placeholder 5">
            <a:extLst>
              <a:ext uri="{FF2B5EF4-FFF2-40B4-BE49-F238E27FC236}">
                <a16:creationId xmlns:a16="http://schemas.microsoft.com/office/drawing/2014/main" id="{CB7F7500-72B5-4398-9847-7EBF662B7933}"/>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02993DE7-2D17-4CF8-9736-49C1F9F62597}" type="slidenum">
              <a:rPr lang="en-US" altLang="en-US" sz="1000"/>
              <a:pPr algn="r">
                <a:spcBef>
                  <a:spcPct val="0"/>
                </a:spcBef>
                <a:buClrTx/>
                <a:buFontTx/>
                <a:buNone/>
              </a:pPr>
              <a:t>31</a:t>
            </a:fld>
            <a:endParaRPr lang="en-US" altLang="en-US" sz="1000"/>
          </a:p>
        </p:txBody>
      </p:sp>
      <p:sp>
        <p:nvSpPr>
          <p:cNvPr id="43013" name="Rectangle 2">
            <a:extLst>
              <a:ext uri="{FF2B5EF4-FFF2-40B4-BE49-F238E27FC236}">
                <a16:creationId xmlns:a16="http://schemas.microsoft.com/office/drawing/2014/main" id="{C5320CB0-EF18-4659-A813-CF63C6788AEE}"/>
              </a:ext>
            </a:extLst>
          </p:cNvPr>
          <p:cNvSpPr>
            <a:spLocks noGrp="1" noChangeArrowheads="1"/>
          </p:cNvSpPr>
          <p:nvPr>
            <p:ph type="title"/>
          </p:nvPr>
        </p:nvSpPr>
        <p:spPr>
          <a:xfrm>
            <a:off x="457200" y="354013"/>
            <a:ext cx="8229600" cy="620712"/>
          </a:xfrm>
        </p:spPr>
        <p:txBody>
          <a:bodyPr/>
          <a:lstStyle/>
          <a:p>
            <a:pPr eaLnBrk="1" hangingPunct="1"/>
            <a:r>
              <a:rPr lang="en-US" altLang="en-US" sz="3500"/>
              <a:t>Các qui tắc chuyển đổi (tt)</a:t>
            </a:r>
          </a:p>
        </p:txBody>
      </p:sp>
      <p:sp>
        <p:nvSpPr>
          <p:cNvPr id="43014" name="Rectangle 3">
            <a:extLst>
              <a:ext uri="{FF2B5EF4-FFF2-40B4-BE49-F238E27FC236}">
                <a16:creationId xmlns:a16="http://schemas.microsoft.com/office/drawing/2014/main" id="{30A3B02A-86AF-4BBA-A80A-7AF0CB94AD29}"/>
              </a:ext>
            </a:extLst>
          </p:cNvPr>
          <p:cNvSpPr>
            <a:spLocks noGrp="1" noChangeArrowheads="1"/>
          </p:cNvSpPr>
          <p:nvPr>
            <p:ph type="body" idx="1"/>
          </p:nvPr>
        </p:nvSpPr>
        <p:spPr>
          <a:xfrm>
            <a:off x="457200" y="1295400"/>
            <a:ext cx="8229600" cy="4835525"/>
          </a:xfrm>
        </p:spPr>
        <p:txBody>
          <a:bodyPr/>
          <a:lstStyle/>
          <a:p>
            <a:pPr marL="0" indent="0" eaLnBrk="1" hangingPunct="1">
              <a:buNone/>
            </a:pPr>
            <a:r>
              <a:rPr lang="en-US" altLang="en-US" dirty="0"/>
              <a:t>(2) </a:t>
            </a:r>
            <a:r>
              <a:rPr lang="en-US" altLang="en-US" dirty="0" err="1"/>
              <a:t>Mối</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(2a) </a:t>
            </a:r>
            <a:r>
              <a:rPr lang="en-US" altLang="en-US" dirty="0" err="1"/>
              <a:t>Nhiều-Nhiều</a:t>
            </a:r>
            <a:endParaRPr lang="en-US" altLang="en-US" dirty="0"/>
          </a:p>
          <a:p>
            <a:pPr lvl="2" eaLnBrk="1" hangingPunct="1"/>
            <a:r>
              <a:rPr lang="en-US" altLang="en-US" dirty="0" err="1"/>
              <a:t>Tạo</a:t>
            </a:r>
            <a:r>
              <a:rPr lang="en-US" altLang="en-US" dirty="0"/>
              <a:t> </a:t>
            </a:r>
            <a:r>
              <a:rPr lang="en-US" altLang="en-US" dirty="0" err="1"/>
              <a:t>một</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mới</a:t>
            </a:r>
            <a:r>
              <a:rPr lang="en-US" altLang="en-US" dirty="0"/>
              <a:t> </a:t>
            </a:r>
            <a:r>
              <a:rPr lang="en-US" altLang="en-US" dirty="0" err="1"/>
              <a:t>có</a:t>
            </a:r>
            <a:r>
              <a:rPr lang="en-US" altLang="en-US" dirty="0"/>
              <a:t> </a:t>
            </a:r>
          </a:p>
          <a:p>
            <a:pPr lvl="3" eaLnBrk="1" hangingPunct="1"/>
            <a:r>
              <a:rPr lang="en-US" altLang="en-US" dirty="0" err="1"/>
              <a:t>Tên</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là</a:t>
            </a:r>
            <a:r>
              <a:rPr lang="en-US" altLang="en-US" dirty="0"/>
              <a:t> </a:t>
            </a:r>
            <a:r>
              <a:rPr lang="en-US" altLang="en-US" dirty="0" err="1"/>
              <a:t>tên</a:t>
            </a:r>
            <a:r>
              <a:rPr lang="en-US" altLang="en-US" dirty="0"/>
              <a:t> </a:t>
            </a:r>
            <a:r>
              <a:rPr lang="en-US" altLang="en-US" dirty="0" err="1"/>
              <a:t>của</a:t>
            </a:r>
            <a:r>
              <a:rPr lang="en-US" altLang="en-US" dirty="0"/>
              <a:t> </a:t>
            </a:r>
            <a:r>
              <a:rPr lang="en-US" altLang="en-US" dirty="0" err="1"/>
              <a:t>mối</a:t>
            </a:r>
            <a:r>
              <a:rPr lang="en-US" altLang="en-US" dirty="0"/>
              <a:t> </a:t>
            </a:r>
            <a:r>
              <a:rPr lang="en-US" altLang="en-US" dirty="0" err="1"/>
              <a:t>quan</a:t>
            </a:r>
            <a:r>
              <a:rPr lang="en-US" altLang="en-US" dirty="0"/>
              <a:t> </a:t>
            </a:r>
            <a:r>
              <a:rPr lang="en-US" altLang="en-US" dirty="0" err="1"/>
              <a:t>hệ</a:t>
            </a:r>
            <a:endParaRPr lang="en-US" altLang="en-US" dirty="0"/>
          </a:p>
          <a:p>
            <a:pPr lvl="3" eaLnBrk="1" hangingPunct="1"/>
            <a:r>
              <a:rPr lang="en-US" altLang="en-US" dirty="0" err="1"/>
              <a:t>Thuộc</a:t>
            </a:r>
            <a:r>
              <a:rPr lang="en-US" altLang="en-US" dirty="0"/>
              <a:t> </a:t>
            </a:r>
            <a:r>
              <a:rPr lang="en-US" altLang="en-US" dirty="0" err="1"/>
              <a:t>tính</a:t>
            </a:r>
            <a:r>
              <a:rPr lang="en-US" altLang="en-US" dirty="0"/>
              <a:t> </a:t>
            </a:r>
            <a:r>
              <a:rPr lang="en-US" altLang="en-US" dirty="0" err="1"/>
              <a:t>là</a:t>
            </a:r>
            <a:r>
              <a:rPr lang="en-US" altLang="en-US" dirty="0"/>
              <a:t> </a:t>
            </a:r>
            <a:r>
              <a:rPr lang="en-US" altLang="en-US" dirty="0" err="1"/>
              <a:t>những</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khóa</a:t>
            </a:r>
            <a:r>
              <a:rPr lang="en-US" altLang="en-US" dirty="0"/>
              <a:t> </a:t>
            </a:r>
            <a:r>
              <a:rPr lang="en-US" altLang="en-US" dirty="0" err="1"/>
              <a:t>của</a:t>
            </a:r>
            <a:r>
              <a:rPr lang="en-US" altLang="en-US" dirty="0"/>
              <a:t> </a:t>
            </a:r>
            <a:r>
              <a:rPr lang="en-US" altLang="en-US" dirty="0" err="1"/>
              <a:t>các</a:t>
            </a:r>
            <a:r>
              <a:rPr lang="en-US" altLang="en-US" dirty="0"/>
              <a:t> </a:t>
            </a:r>
            <a:r>
              <a:rPr lang="en-US" altLang="en-US" dirty="0" err="1"/>
              <a:t>tập</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liên</a:t>
            </a:r>
            <a:r>
              <a:rPr lang="en-US" altLang="en-US" dirty="0"/>
              <a:t> </a:t>
            </a:r>
            <a:r>
              <a:rPr lang="en-US" altLang="en-US" dirty="0" err="1"/>
              <a:t>quan</a:t>
            </a:r>
            <a:endParaRPr lang="en-US" altLang="en-US" dirty="0">
              <a:solidFill>
                <a:srgbClr val="777777"/>
              </a:solidFill>
            </a:endParaRPr>
          </a:p>
        </p:txBody>
      </p:sp>
      <p:sp>
        <p:nvSpPr>
          <p:cNvPr id="43018" name="Text Box 178">
            <a:extLst>
              <a:ext uri="{FF2B5EF4-FFF2-40B4-BE49-F238E27FC236}">
                <a16:creationId xmlns:a16="http://schemas.microsoft.com/office/drawing/2014/main" id="{6B1E47B8-A1B3-4A8D-8E1B-90F1C134186F}"/>
              </a:ext>
            </a:extLst>
          </p:cNvPr>
          <p:cNvSpPr txBox="1">
            <a:spLocks noChangeArrowheads="1"/>
          </p:cNvSpPr>
          <p:nvPr/>
        </p:nvSpPr>
        <p:spPr bwMode="auto">
          <a:xfrm>
            <a:off x="2514600" y="6019800"/>
            <a:ext cx="43434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PHANCONG(</a:t>
            </a:r>
            <a:r>
              <a:rPr lang="en-US" altLang="en-US" sz="1800" u="sng">
                <a:latin typeface="Tahoma" panose="020B0604030504040204" pitchFamily="34" charset="0"/>
              </a:rPr>
              <a:t>MaNV, MaDA</a:t>
            </a:r>
            <a:r>
              <a:rPr lang="en-US" altLang="en-US" sz="1800">
                <a:latin typeface="Tahoma" panose="020B0604030504040204" pitchFamily="34" charset="0"/>
              </a:rPr>
              <a:t>, ThoiGian)</a:t>
            </a:r>
          </a:p>
        </p:txBody>
      </p:sp>
      <p:pic>
        <p:nvPicPr>
          <p:cNvPr id="3" name="Picture 2" descr="A diagram of a company&#10;&#10;Description automatically generated">
            <a:extLst>
              <a:ext uri="{FF2B5EF4-FFF2-40B4-BE49-F238E27FC236}">
                <a16:creationId xmlns:a16="http://schemas.microsoft.com/office/drawing/2014/main" id="{2EBD0B0F-B443-C022-C9DA-17D1367238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 y="3257045"/>
            <a:ext cx="7772400" cy="2762755"/>
          </a:xfrm>
          <a:prstGeom prst="rect">
            <a:avLst/>
          </a:prstGeom>
        </p:spPr>
      </p:pic>
      <p:cxnSp>
        <p:nvCxnSpPr>
          <p:cNvPr id="4" name="Straight Connector 3">
            <a:extLst>
              <a:ext uri="{FF2B5EF4-FFF2-40B4-BE49-F238E27FC236}">
                <a16:creationId xmlns:a16="http://schemas.microsoft.com/office/drawing/2014/main" id="{8E4E7CAF-7DE8-9695-310A-994D4BBC3169}"/>
              </a:ext>
            </a:extLst>
          </p:cNvPr>
          <p:cNvCxnSpPr>
            <a:cxnSpLocks/>
          </p:cNvCxnSpPr>
          <p:nvPr/>
        </p:nvCxnSpPr>
        <p:spPr bwMode="auto">
          <a:xfrm flipH="1">
            <a:off x="4953000" y="4953000"/>
            <a:ext cx="228600" cy="914400"/>
          </a:xfrm>
          <a:prstGeom prst="line">
            <a:avLst/>
          </a:prstGeom>
          <a:ln w="19050" cap="flat" cmpd="sng" algn="ctr">
            <a:solidFill>
              <a:schemeClr val="accent5"/>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Date Placeholder 3">
            <a:extLst>
              <a:ext uri="{FF2B5EF4-FFF2-40B4-BE49-F238E27FC236}">
                <a16:creationId xmlns:a16="http://schemas.microsoft.com/office/drawing/2014/main" id="{20DAD8BE-A119-4BCE-B4D3-DD170D166ADD}"/>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5059" name="Slide Number Placeholder 5">
            <a:extLst>
              <a:ext uri="{FF2B5EF4-FFF2-40B4-BE49-F238E27FC236}">
                <a16:creationId xmlns:a16="http://schemas.microsoft.com/office/drawing/2014/main" id="{50CB5595-4E67-4979-B13E-2F4DB34BE8F2}"/>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DE541A9C-53CD-4987-9839-E8677CB852D5}" type="slidenum">
              <a:rPr lang="en-US" altLang="en-US" sz="1000"/>
              <a:pPr algn="r">
                <a:spcBef>
                  <a:spcPct val="0"/>
                </a:spcBef>
                <a:buClrTx/>
                <a:buFontTx/>
                <a:buNone/>
              </a:pPr>
              <a:t>32</a:t>
            </a:fld>
            <a:endParaRPr lang="en-US" altLang="en-US" sz="1000"/>
          </a:p>
        </p:txBody>
      </p:sp>
      <p:sp>
        <p:nvSpPr>
          <p:cNvPr id="45061" name="Rectangle 2">
            <a:extLst>
              <a:ext uri="{FF2B5EF4-FFF2-40B4-BE49-F238E27FC236}">
                <a16:creationId xmlns:a16="http://schemas.microsoft.com/office/drawing/2014/main" id="{2AE89719-04F6-4BEC-B9FB-888A2869C861}"/>
              </a:ext>
            </a:extLst>
          </p:cNvPr>
          <p:cNvSpPr>
            <a:spLocks noGrp="1" noChangeArrowheads="1"/>
          </p:cNvSpPr>
          <p:nvPr>
            <p:ph type="title"/>
          </p:nvPr>
        </p:nvSpPr>
        <p:spPr>
          <a:xfrm>
            <a:off x="457200" y="354013"/>
            <a:ext cx="8229600" cy="620712"/>
          </a:xfrm>
        </p:spPr>
        <p:txBody>
          <a:bodyPr/>
          <a:lstStyle/>
          <a:p>
            <a:pPr eaLnBrk="1" hangingPunct="1"/>
            <a:r>
              <a:rPr lang="en-US" altLang="en-US" sz="3500"/>
              <a:t>Các qui tắc chuyển đổi (tt)</a:t>
            </a:r>
          </a:p>
        </p:txBody>
      </p:sp>
      <p:sp>
        <p:nvSpPr>
          <p:cNvPr id="45062" name="Rectangle 3">
            <a:extLst>
              <a:ext uri="{FF2B5EF4-FFF2-40B4-BE49-F238E27FC236}">
                <a16:creationId xmlns:a16="http://schemas.microsoft.com/office/drawing/2014/main" id="{E300AF85-0570-40D5-BD16-1B9B9484EE43}"/>
              </a:ext>
            </a:extLst>
          </p:cNvPr>
          <p:cNvSpPr>
            <a:spLocks noGrp="1" noChangeArrowheads="1"/>
          </p:cNvSpPr>
          <p:nvPr>
            <p:ph type="body" idx="1"/>
          </p:nvPr>
        </p:nvSpPr>
        <p:spPr>
          <a:xfrm>
            <a:off x="457200" y="1295400"/>
            <a:ext cx="8229600" cy="4835525"/>
          </a:xfrm>
        </p:spPr>
        <p:txBody>
          <a:bodyPr/>
          <a:lstStyle/>
          <a:p>
            <a:pPr marL="0" indent="0" eaLnBrk="1" hangingPunct="1">
              <a:buNone/>
            </a:pPr>
            <a:r>
              <a:rPr lang="en-US" altLang="en-US" dirty="0"/>
              <a:t>(2) </a:t>
            </a:r>
            <a:r>
              <a:rPr lang="en-US" altLang="en-US" dirty="0" err="1"/>
              <a:t>Mối</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(2b) </a:t>
            </a:r>
            <a:r>
              <a:rPr lang="en-US" altLang="en-US" dirty="0" err="1"/>
              <a:t>Một-Nhiều</a:t>
            </a:r>
            <a:endParaRPr lang="en-US" altLang="en-US" dirty="0"/>
          </a:p>
          <a:p>
            <a:pPr lvl="2" eaLnBrk="1" hangingPunct="1"/>
            <a:r>
              <a:rPr lang="en-US" altLang="en-US" dirty="0" err="1"/>
              <a:t>Thêm</a:t>
            </a:r>
            <a:r>
              <a:rPr lang="en-US" altLang="en-US" dirty="0"/>
              <a:t> </a:t>
            </a:r>
            <a:r>
              <a:rPr lang="en-US" altLang="en-US" dirty="0" err="1"/>
              <a:t>vào</a:t>
            </a:r>
            <a:r>
              <a:rPr lang="en-US" altLang="en-US" dirty="0"/>
              <a:t> </a:t>
            </a:r>
            <a:r>
              <a:rPr lang="en-US" altLang="en-US" dirty="0" err="1"/>
              <a:t>quan-hệ-nhiều thuộc</a:t>
            </a:r>
            <a:r>
              <a:rPr lang="en-US" altLang="en-US" dirty="0"/>
              <a:t> </a:t>
            </a:r>
            <a:r>
              <a:rPr lang="en-US" altLang="en-US" dirty="0" err="1"/>
              <a:t>tính</a:t>
            </a:r>
            <a:r>
              <a:rPr lang="en-US" altLang="en-US" dirty="0"/>
              <a:t> </a:t>
            </a:r>
            <a:r>
              <a:rPr lang="en-US" altLang="en-US" dirty="0" err="1"/>
              <a:t>khóa</a:t>
            </a:r>
            <a:r>
              <a:rPr lang="en-US" altLang="en-US" dirty="0"/>
              <a:t> </a:t>
            </a:r>
            <a:r>
              <a:rPr lang="en-US" altLang="en-US" dirty="0" err="1"/>
              <a:t>của</a:t>
            </a:r>
            <a:r>
              <a:rPr lang="en-US" altLang="en-US" dirty="0"/>
              <a:t> </a:t>
            </a:r>
            <a:r>
              <a:rPr lang="en-US" altLang="en-US" dirty="0" err="1"/>
              <a:t>quan-hệ-một</a:t>
            </a:r>
            <a:endParaRPr lang="en-US" altLang="en-US" dirty="0">
              <a:solidFill>
                <a:srgbClr val="777777"/>
              </a:solidFill>
            </a:endParaRPr>
          </a:p>
        </p:txBody>
      </p:sp>
      <p:sp>
        <p:nvSpPr>
          <p:cNvPr id="45064" name="Text Box 120">
            <a:extLst>
              <a:ext uri="{FF2B5EF4-FFF2-40B4-BE49-F238E27FC236}">
                <a16:creationId xmlns:a16="http://schemas.microsoft.com/office/drawing/2014/main" id="{1CA7F229-5FA1-4068-82DF-54D3009621C1}"/>
              </a:ext>
            </a:extLst>
          </p:cNvPr>
          <p:cNvSpPr txBox="1">
            <a:spLocks noChangeArrowheads="1"/>
          </p:cNvSpPr>
          <p:nvPr/>
        </p:nvSpPr>
        <p:spPr bwMode="auto">
          <a:xfrm>
            <a:off x="533400" y="6019800"/>
            <a:ext cx="8305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NHANVIEN(</a:t>
            </a:r>
            <a:r>
              <a:rPr lang="en-US" altLang="en-US" sz="1800" u="sng">
                <a:latin typeface="Tahoma" panose="020B0604030504040204" pitchFamily="34" charset="0"/>
              </a:rPr>
              <a:t>MaNV</a:t>
            </a:r>
            <a:r>
              <a:rPr lang="en-US" altLang="en-US" sz="1800">
                <a:latin typeface="Tahoma" panose="020B0604030504040204" pitchFamily="34" charset="0"/>
              </a:rPr>
              <a:t>, HoTen, NgaySinh, DiaChi, Phai, Luong, #</a:t>
            </a:r>
            <a:r>
              <a:rPr lang="en-US" altLang="en-US" sz="1800" b="1">
                <a:latin typeface="Tahoma" panose="020B0604030504040204" pitchFamily="34" charset="0"/>
              </a:rPr>
              <a:t>MaPhg</a:t>
            </a:r>
            <a:r>
              <a:rPr lang="en-US" altLang="en-US" sz="1800">
                <a:latin typeface="Tahoma" panose="020B0604030504040204" pitchFamily="34" charset="0"/>
              </a:rPr>
              <a:t>)</a:t>
            </a:r>
          </a:p>
        </p:txBody>
      </p:sp>
      <p:pic>
        <p:nvPicPr>
          <p:cNvPr id="3" name="Picture 2" descr="A diagram of a computer&#10;&#10;Description automatically generated">
            <a:extLst>
              <a:ext uri="{FF2B5EF4-FFF2-40B4-BE49-F238E27FC236}">
                <a16:creationId xmlns:a16="http://schemas.microsoft.com/office/drawing/2014/main" id="{FE1A1F49-B4A1-4455-ECF0-0A1F23A133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6446" y="2743200"/>
            <a:ext cx="8728954" cy="3048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Date Placeholder 3">
            <a:extLst>
              <a:ext uri="{FF2B5EF4-FFF2-40B4-BE49-F238E27FC236}">
                <a16:creationId xmlns:a16="http://schemas.microsoft.com/office/drawing/2014/main" id="{033FCC30-4C12-4373-90E2-FB97C2DCA869}"/>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7107" name="Slide Number Placeholder 5">
            <a:extLst>
              <a:ext uri="{FF2B5EF4-FFF2-40B4-BE49-F238E27FC236}">
                <a16:creationId xmlns:a16="http://schemas.microsoft.com/office/drawing/2014/main" id="{497614B3-87B2-4472-9796-46DD259828BC}"/>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46900083-45C1-4105-B0FE-A7C6B763212C}" type="slidenum">
              <a:rPr lang="en-US" altLang="en-US" sz="1000"/>
              <a:pPr algn="r">
                <a:spcBef>
                  <a:spcPct val="0"/>
                </a:spcBef>
                <a:buClrTx/>
                <a:buFontTx/>
                <a:buNone/>
              </a:pPr>
              <a:t>33</a:t>
            </a:fld>
            <a:endParaRPr lang="en-US" altLang="en-US" sz="1000"/>
          </a:p>
        </p:txBody>
      </p:sp>
      <p:sp>
        <p:nvSpPr>
          <p:cNvPr id="47109" name="Rectangle 2">
            <a:extLst>
              <a:ext uri="{FF2B5EF4-FFF2-40B4-BE49-F238E27FC236}">
                <a16:creationId xmlns:a16="http://schemas.microsoft.com/office/drawing/2014/main" id="{44E76F6B-5B60-49A4-9076-601DCE862B35}"/>
              </a:ext>
            </a:extLst>
          </p:cNvPr>
          <p:cNvSpPr>
            <a:spLocks noGrp="1" noChangeArrowheads="1"/>
          </p:cNvSpPr>
          <p:nvPr>
            <p:ph type="title"/>
          </p:nvPr>
        </p:nvSpPr>
        <p:spPr>
          <a:xfrm>
            <a:off x="457200" y="354013"/>
            <a:ext cx="8229600" cy="620712"/>
          </a:xfrm>
        </p:spPr>
        <p:txBody>
          <a:bodyPr/>
          <a:lstStyle/>
          <a:p>
            <a:pPr eaLnBrk="1" hangingPunct="1"/>
            <a:r>
              <a:rPr lang="en-US" altLang="en-US" sz="3500"/>
              <a:t>Các qui tắc chuyển đổi (tt)</a:t>
            </a:r>
          </a:p>
        </p:txBody>
      </p:sp>
      <p:sp>
        <p:nvSpPr>
          <p:cNvPr id="47110" name="Rectangle 3">
            <a:extLst>
              <a:ext uri="{FF2B5EF4-FFF2-40B4-BE49-F238E27FC236}">
                <a16:creationId xmlns:a16="http://schemas.microsoft.com/office/drawing/2014/main" id="{D6AC7F49-7935-49B1-A406-6F604B74272E}"/>
              </a:ext>
            </a:extLst>
          </p:cNvPr>
          <p:cNvSpPr>
            <a:spLocks noGrp="1" noChangeArrowheads="1"/>
          </p:cNvSpPr>
          <p:nvPr>
            <p:ph type="body" idx="1"/>
          </p:nvPr>
        </p:nvSpPr>
        <p:spPr>
          <a:xfrm>
            <a:off x="457200" y="1295400"/>
            <a:ext cx="8229600" cy="4835525"/>
          </a:xfrm>
        </p:spPr>
        <p:txBody>
          <a:bodyPr/>
          <a:lstStyle/>
          <a:p>
            <a:pPr marL="0" indent="0" eaLnBrk="1" hangingPunct="1">
              <a:buNone/>
            </a:pPr>
            <a:r>
              <a:rPr lang="en-US" altLang="en-US" dirty="0"/>
              <a:t>(2) </a:t>
            </a:r>
            <a:r>
              <a:rPr lang="en-US" altLang="en-US" dirty="0" err="1"/>
              <a:t>Mối</a:t>
            </a:r>
            <a:r>
              <a:rPr lang="en-US" altLang="en-US" dirty="0"/>
              <a:t> </a:t>
            </a:r>
            <a:r>
              <a:rPr lang="en-US" altLang="en-US" dirty="0" err="1"/>
              <a:t>quan</a:t>
            </a:r>
            <a:r>
              <a:rPr lang="en-US" altLang="en-US" dirty="0"/>
              <a:t> </a:t>
            </a:r>
            <a:r>
              <a:rPr lang="en-US" altLang="en-US" dirty="0" err="1"/>
              <a:t>hệ</a:t>
            </a:r>
            <a:endParaRPr lang="en-US" altLang="en-US" dirty="0"/>
          </a:p>
          <a:p>
            <a:pPr lvl="1" eaLnBrk="1" hangingPunct="1"/>
            <a:r>
              <a:rPr lang="en-US" altLang="en-US" dirty="0"/>
              <a:t>(2c) </a:t>
            </a:r>
            <a:r>
              <a:rPr lang="en-US" altLang="en-US" dirty="0" err="1"/>
              <a:t>Một-Một</a:t>
            </a:r>
            <a:endParaRPr lang="en-US" altLang="en-US" dirty="0"/>
          </a:p>
          <a:p>
            <a:pPr lvl="2" eaLnBrk="1" hangingPunct="1"/>
            <a:r>
              <a:rPr lang="en-US" altLang="en-US" dirty="0" err="1"/>
              <a:t>Hoặc</a:t>
            </a:r>
            <a:r>
              <a:rPr lang="en-US" altLang="en-US" dirty="0"/>
              <a:t> </a:t>
            </a:r>
            <a:r>
              <a:rPr lang="en-US" altLang="en-US" dirty="0" err="1"/>
              <a:t>thêm</a:t>
            </a:r>
            <a:r>
              <a:rPr lang="en-US" altLang="en-US" dirty="0"/>
              <a:t> </a:t>
            </a:r>
            <a:r>
              <a:rPr lang="en-US" altLang="en-US" dirty="0" err="1"/>
              <a:t>vào</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này</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khóa</a:t>
            </a:r>
            <a:r>
              <a:rPr lang="en-US" altLang="en-US" dirty="0"/>
              <a:t> </a:t>
            </a:r>
            <a:r>
              <a:rPr lang="en-US" altLang="en-US" dirty="0" err="1"/>
              <a:t>của</a:t>
            </a:r>
            <a:r>
              <a:rPr lang="en-US" altLang="en-US" dirty="0"/>
              <a:t> </a:t>
            </a:r>
            <a:r>
              <a:rPr lang="en-US" altLang="en-US" dirty="0" err="1"/>
              <a:t>quan</a:t>
            </a:r>
            <a:r>
              <a:rPr lang="en-US" altLang="en-US" dirty="0"/>
              <a:t> </a:t>
            </a:r>
            <a:r>
              <a:rPr lang="en-US" altLang="en-US" dirty="0" err="1"/>
              <a:t>hệ</a:t>
            </a:r>
            <a:r>
              <a:rPr lang="en-US" altLang="en-US" dirty="0"/>
              <a:t> kia</a:t>
            </a:r>
          </a:p>
          <a:p>
            <a:pPr lvl="2" eaLnBrk="1" hangingPunct="1"/>
            <a:r>
              <a:rPr lang="en-US" altLang="en-US" dirty="0" err="1"/>
              <a:t>Hoặc</a:t>
            </a:r>
            <a:r>
              <a:rPr lang="en-US" altLang="en-US" dirty="0"/>
              <a:t> </a:t>
            </a:r>
            <a:r>
              <a:rPr lang="en-US" altLang="en-US" dirty="0" err="1"/>
              <a:t>thêm</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khóa</a:t>
            </a:r>
            <a:r>
              <a:rPr lang="en-US" altLang="en-US" dirty="0"/>
              <a:t> </a:t>
            </a:r>
            <a:r>
              <a:rPr lang="en-US" altLang="en-US" dirty="0" err="1"/>
              <a:t>vào</a:t>
            </a:r>
            <a:r>
              <a:rPr lang="en-US" altLang="en-US" dirty="0"/>
              <a:t> </a:t>
            </a:r>
            <a:r>
              <a:rPr lang="en-US" altLang="en-US" dirty="0" err="1"/>
              <a:t>cả</a:t>
            </a:r>
            <a:r>
              <a:rPr lang="en-US" altLang="en-US" dirty="0"/>
              <a:t> 2 </a:t>
            </a:r>
            <a:r>
              <a:rPr lang="en-US" altLang="en-US" dirty="0" err="1"/>
              <a:t>quan</a:t>
            </a:r>
            <a:r>
              <a:rPr lang="en-US" altLang="en-US" dirty="0"/>
              <a:t> </a:t>
            </a:r>
            <a:r>
              <a:rPr lang="en-US" altLang="en-US" dirty="0" err="1"/>
              <a:t>hệ</a:t>
            </a:r>
            <a:endParaRPr lang="en-US" altLang="en-US" dirty="0">
              <a:solidFill>
                <a:srgbClr val="777777"/>
              </a:solidFill>
            </a:endParaRPr>
          </a:p>
        </p:txBody>
      </p:sp>
      <p:sp>
        <p:nvSpPr>
          <p:cNvPr id="47112" name="Text Box 62">
            <a:extLst>
              <a:ext uri="{FF2B5EF4-FFF2-40B4-BE49-F238E27FC236}">
                <a16:creationId xmlns:a16="http://schemas.microsoft.com/office/drawing/2014/main" id="{93BE0ABF-5C26-4D7C-BEBD-1A49C9BA26A1}"/>
              </a:ext>
            </a:extLst>
          </p:cNvPr>
          <p:cNvSpPr txBox="1">
            <a:spLocks noChangeArrowheads="1"/>
          </p:cNvSpPr>
          <p:nvPr/>
        </p:nvSpPr>
        <p:spPr bwMode="auto">
          <a:xfrm>
            <a:off x="1295400" y="6096000"/>
            <a:ext cx="6324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PHONGBAN(</a:t>
            </a:r>
            <a:r>
              <a:rPr lang="en-US" altLang="en-US" sz="1800" u="sng">
                <a:latin typeface="Tahoma" panose="020B0604030504040204" pitchFamily="34" charset="0"/>
              </a:rPr>
              <a:t>MaPhg</a:t>
            </a:r>
            <a:r>
              <a:rPr lang="en-US" altLang="en-US" sz="1800">
                <a:latin typeface="Tahoma" panose="020B0604030504040204" pitchFamily="34" charset="0"/>
              </a:rPr>
              <a:t>, TenPhong, #</a:t>
            </a:r>
            <a:r>
              <a:rPr lang="en-US" altLang="en-US" sz="1800" b="1">
                <a:latin typeface="Tahoma" panose="020B0604030504040204" pitchFamily="34" charset="0"/>
              </a:rPr>
              <a:t>MaNV, NgayNhanChuc</a:t>
            </a:r>
            <a:r>
              <a:rPr lang="en-US" altLang="en-US" sz="1800">
                <a:latin typeface="Tahoma" panose="020B0604030504040204" pitchFamily="34" charset="0"/>
              </a:rPr>
              <a:t>)</a:t>
            </a:r>
          </a:p>
        </p:txBody>
      </p:sp>
      <p:sp>
        <p:nvSpPr>
          <p:cNvPr id="47113" name="Line 65">
            <a:extLst>
              <a:ext uri="{FF2B5EF4-FFF2-40B4-BE49-F238E27FC236}">
                <a16:creationId xmlns:a16="http://schemas.microsoft.com/office/drawing/2014/main" id="{081AF9A7-2DE8-486E-B174-3C3B37C3B830}"/>
              </a:ext>
            </a:extLst>
          </p:cNvPr>
          <p:cNvSpPr>
            <a:spLocks noChangeShapeType="1"/>
          </p:cNvSpPr>
          <p:nvPr/>
        </p:nvSpPr>
        <p:spPr bwMode="auto">
          <a:xfrm>
            <a:off x="5257800" y="5105400"/>
            <a:ext cx="457200" cy="838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spAutoFit/>
          </a:bodyPr>
          <a:lstStyle/>
          <a:p>
            <a:endParaRPr lang="en-US"/>
          </a:p>
        </p:txBody>
      </p:sp>
      <p:sp>
        <p:nvSpPr>
          <p:cNvPr id="47114" name="Line 66">
            <a:extLst>
              <a:ext uri="{FF2B5EF4-FFF2-40B4-BE49-F238E27FC236}">
                <a16:creationId xmlns:a16="http://schemas.microsoft.com/office/drawing/2014/main" id="{92A5276C-6925-4B7E-9533-27E086BBC20C}"/>
              </a:ext>
            </a:extLst>
          </p:cNvPr>
          <p:cNvSpPr>
            <a:spLocks noChangeShapeType="1"/>
          </p:cNvSpPr>
          <p:nvPr/>
        </p:nvSpPr>
        <p:spPr bwMode="auto">
          <a:xfrm flipH="1">
            <a:off x="4953000" y="5105400"/>
            <a:ext cx="304800" cy="8382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nchor="ctr">
            <a:spAutoFit/>
          </a:bodyPr>
          <a:lstStyle/>
          <a:p>
            <a:endParaRPr lang="en-US"/>
          </a:p>
        </p:txBody>
      </p:sp>
      <p:pic>
        <p:nvPicPr>
          <p:cNvPr id="3" name="Picture 2" descr="A diagram of a network&#10;&#10;Description automatically generated">
            <a:extLst>
              <a:ext uri="{FF2B5EF4-FFF2-40B4-BE49-F238E27FC236}">
                <a16:creationId xmlns:a16="http://schemas.microsoft.com/office/drawing/2014/main" id="{10199907-50F9-4B5B-0537-E346CEE949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2971800"/>
            <a:ext cx="8153400" cy="3004521"/>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Date Placeholder 3">
            <a:extLst>
              <a:ext uri="{FF2B5EF4-FFF2-40B4-BE49-F238E27FC236}">
                <a16:creationId xmlns:a16="http://schemas.microsoft.com/office/drawing/2014/main" id="{FF1BF43E-754E-4C8D-AE83-EC9A3369EFA1}"/>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49155" name="Slide Number Placeholder 5">
            <a:extLst>
              <a:ext uri="{FF2B5EF4-FFF2-40B4-BE49-F238E27FC236}">
                <a16:creationId xmlns:a16="http://schemas.microsoft.com/office/drawing/2014/main" id="{0F472759-90B3-420C-9FBF-A3EDFB2148AA}"/>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r">
              <a:spcBef>
                <a:spcPct val="0"/>
              </a:spcBef>
              <a:buClrTx/>
              <a:buFontTx/>
              <a:buNone/>
            </a:pPr>
            <a:fld id="{22745E85-E13F-4ED2-8F69-930B14F33CDF}" type="slidenum">
              <a:rPr lang="en-US" altLang="en-US" sz="1000"/>
              <a:pPr algn="r">
                <a:spcBef>
                  <a:spcPct val="0"/>
                </a:spcBef>
                <a:buClrTx/>
                <a:buFontTx/>
                <a:buNone/>
              </a:pPr>
              <a:t>34</a:t>
            </a:fld>
            <a:endParaRPr lang="en-US" altLang="en-US" sz="1000"/>
          </a:p>
        </p:txBody>
      </p:sp>
      <p:sp>
        <p:nvSpPr>
          <p:cNvPr id="49157" name="Rectangle 2">
            <a:extLst>
              <a:ext uri="{FF2B5EF4-FFF2-40B4-BE49-F238E27FC236}">
                <a16:creationId xmlns:a16="http://schemas.microsoft.com/office/drawing/2014/main" id="{A410989B-C4D1-4B19-9BEA-0F5185497827}"/>
              </a:ext>
            </a:extLst>
          </p:cNvPr>
          <p:cNvSpPr>
            <a:spLocks noGrp="1" noChangeArrowheads="1"/>
          </p:cNvSpPr>
          <p:nvPr>
            <p:ph type="title"/>
          </p:nvPr>
        </p:nvSpPr>
        <p:spPr>
          <a:xfrm>
            <a:off x="457200" y="354013"/>
            <a:ext cx="8229600" cy="620712"/>
          </a:xfrm>
        </p:spPr>
        <p:txBody>
          <a:bodyPr/>
          <a:lstStyle/>
          <a:p>
            <a:pPr eaLnBrk="1" hangingPunct="1"/>
            <a:r>
              <a:rPr lang="en-US" altLang="en-US" sz="3500"/>
              <a:t>Các qui tắc chuyển đổi (tt)</a:t>
            </a:r>
          </a:p>
        </p:txBody>
      </p:sp>
      <p:sp>
        <p:nvSpPr>
          <p:cNvPr id="49158" name="Rectangle 3">
            <a:extLst>
              <a:ext uri="{FF2B5EF4-FFF2-40B4-BE49-F238E27FC236}">
                <a16:creationId xmlns:a16="http://schemas.microsoft.com/office/drawing/2014/main" id="{591C500C-ECDB-4831-BC0D-EBB438DC499B}"/>
              </a:ext>
            </a:extLst>
          </p:cNvPr>
          <p:cNvSpPr>
            <a:spLocks noGrp="1" noChangeArrowheads="1"/>
          </p:cNvSpPr>
          <p:nvPr>
            <p:ph type="body" idx="1"/>
          </p:nvPr>
        </p:nvSpPr>
        <p:spPr>
          <a:xfrm>
            <a:off x="457200" y="1295400"/>
            <a:ext cx="8229600" cy="4835525"/>
          </a:xfrm>
        </p:spPr>
        <p:txBody>
          <a:bodyPr/>
          <a:lstStyle/>
          <a:p>
            <a:pPr marL="0" indent="0" eaLnBrk="1" hangingPunct="1">
              <a:buNone/>
            </a:pPr>
            <a:r>
              <a:rPr lang="en-US" altLang="en-US" dirty="0"/>
              <a:t>(3) </a:t>
            </a:r>
            <a:r>
              <a:rPr lang="en-US" altLang="en-US" dirty="0" err="1"/>
              <a:t>Thực</a:t>
            </a:r>
            <a:r>
              <a:rPr lang="en-US" altLang="en-US" dirty="0"/>
              <a:t> </a:t>
            </a:r>
            <a:r>
              <a:rPr lang="en-US" altLang="en-US" dirty="0" err="1"/>
              <a:t>thể</a:t>
            </a:r>
            <a:r>
              <a:rPr lang="en-US" altLang="en-US" dirty="0"/>
              <a:t> </a:t>
            </a:r>
            <a:r>
              <a:rPr lang="en-US" altLang="en-US" dirty="0" err="1"/>
              <a:t>yếu</a:t>
            </a:r>
            <a:endParaRPr lang="en-US" altLang="en-US" dirty="0"/>
          </a:p>
          <a:p>
            <a:pPr lvl="1" eaLnBrk="1" hangingPunct="1"/>
            <a:r>
              <a:rPr lang="en-US" altLang="en-US" dirty="0" err="1"/>
              <a:t>Chuyển</a:t>
            </a:r>
            <a:r>
              <a:rPr lang="en-US" altLang="en-US" dirty="0"/>
              <a:t> </a:t>
            </a:r>
            <a:r>
              <a:rPr lang="en-US" altLang="en-US" dirty="0" err="1"/>
              <a:t>thành</a:t>
            </a:r>
            <a:r>
              <a:rPr lang="en-US" altLang="en-US" dirty="0"/>
              <a:t> </a:t>
            </a:r>
            <a:r>
              <a:rPr lang="en-US" altLang="en-US" dirty="0" err="1"/>
              <a:t>một</a:t>
            </a:r>
            <a:r>
              <a:rPr lang="en-US" altLang="en-US" dirty="0"/>
              <a:t> </a:t>
            </a:r>
            <a:r>
              <a:rPr lang="en-US" altLang="en-US" dirty="0" err="1"/>
              <a:t>quan</a:t>
            </a:r>
            <a:r>
              <a:rPr lang="en-US" altLang="en-US" dirty="0"/>
              <a:t> </a:t>
            </a:r>
            <a:r>
              <a:rPr lang="en-US" altLang="en-US" dirty="0" err="1"/>
              <a:t>hệ</a:t>
            </a:r>
            <a:r>
              <a:rPr lang="en-US" altLang="en-US" dirty="0"/>
              <a:t> </a:t>
            </a:r>
          </a:p>
          <a:p>
            <a:pPr lvl="2" eaLnBrk="1" hangingPunct="1"/>
            <a:r>
              <a:rPr lang="en-US" altLang="en-US" dirty="0" err="1"/>
              <a:t>Có</a:t>
            </a:r>
            <a:r>
              <a:rPr lang="en-US" altLang="en-US" dirty="0"/>
              <a:t> </a:t>
            </a:r>
            <a:r>
              <a:rPr lang="en-US" altLang="en-US" dirty="0" err="1"/>
              <a:t>cùng</a:t>
            </a:r>
            <a:r>
              <a:rPr lang="en-US" altLang="en-US" dirty="0"/>
              <a:t> </a:t>
            </a:r>
            <a:r>
              <a:rPr lang="en-US" altLang="en-US" dirty="0" err="1"/>
              <a:t>tên</a:t>
            </a:r>
            <a:r>
              <a:rPr lang="en-US" altLang="en-US" dirty="0"/>
              <a:t> </a:t>
            </a:r>
            <a:r>
              <a:rPr lang="en-US" altLang="en-US" dirty="0" err="1"/>
              <a:t>với</a:t>
            </a:r>
            <a:r>
              <a:rPr lang="en-US" altLang="en-US" dirty="0"/>
              <a:t> </a:t>
            </a:r>
            <a:r>
              <a:rPr lang="en-US" altLang="en-US" dirty="0" err="1"/>
              <a:t>thực</a:t>
            </a:r>
            <a:r>
              <a:rPr lang="en-US" altLang="en-US" dirty="0"/>
              <a:t> </a:t>
            </a:r>
            <a:r>
              <a:rPr lang="en-US" altLang="en-US" dirty="0" err="1"/>
              <a:t>thể</a:t>
            </a:r>
            <a:r>
              <a:rPr lang="en-US" altLang="en-US" dirty="0"/>
              <a:t> </a:t>
            </a:r>
            <a:r>
              <a:rPr lang="en-US" altLang="en-US" dirty="0" err="1"/>
              <a:t>yếu</a:t>
            </a:r>
            <a:endParaRPr lang="en-US" altLang="en-US" dirty="0"/>
          </a:p>
          <a:p>
            <a:pPr lvl="2" eaLnBrk="1" hangingPunct="1"/>
            <a:r>
              <a:rPr lang="en-US" altLang="en-US" dirty="0" err="1"/>
              <a:t>Thêm</a:t>
            </a:r>
            <a:r>
              <a:rPr lang="en-US" altLang="en-US" dirty="0"/>
              <a:t> </a:t>
            </a:r>
            <a:r>
              <a:rPr lang="en-US" altLang="en-US" dirty="0" err="1"/>
              <a:t>vào</a:t>
            </a:r>
            <a:r>
              <a:rPr lang="en-US" altLang="en-US" dirty="0"/>
              <a:t> </a:t>
            </a:r>
            <a:r>
              <a:rPr lang="en-US" altLang="en-US" dirty="0" err="1"/>
              <a:t>thuộc</a:t>
            </a:r>
            <a:r>
              <a:rPr lang="en-US" altLang="en-US" dirty="0"/>
              <a:t> </a:t>
            </a:r>
            <a:r>
              <a:rPr lang="en-US" altLang="en-US" dirty="0" err="1"/>
              <a:t>tính</a:t>
            </a:r>
            <a:r>
              <a:rPr lang="en-US" altLang="en-US" dirty="0"/>
              <a:t> </a:t>
            </a:r>
            <a:r>
              <a:rPr lang="en-US" altLang="en-US" dirty="0" err="1"/>
              <a:t>khóa</a:t>
            </a:r>
            <a:r>
              <a:rPr lang="en-US" altLang="en-US" dirty="0"/>
              <a:t> </a:t>
            </a:r>
            <a:r>
              <a:rPr lang="en-US" altLang="en-US" dirty="0" err="1"/>
              <a:t>của</a:t>
            </a:r>
            <a:r>
              <a:rPr lang="en-US" altLang="en-US" dirty="0"/>
              <a:t> </a:t>
            </a:r>
            <a:r>
              <a:rPr lang="en-US" altLang="en-US" dirty="0" err="1"/>
              <a:t>quan</a:t>
            </a:r>
            <a:r>
              <a:rPr lang="en-US" altLang="en-US" dirty="0"/>
              <a:t> </a:t>
            </a:r>
            <a:r>
              <a:rPr lang="en-US" altLang="en-US" dirty="0" err="1"/>
              <a:t>hệ</a:t>
            </a:r>
            <a:r>
              <a:rPr lang="en-US" altLang="en-US" dirty="0"/>
              <a:t> </a:t>
            </a:r>
            <a:r>
              <a:rPr lang="en-US" altLang="en-US" dirty="0" err="1"/>
              <a:t>liên</a:t>
            </a:r>
            <a:r>
              <a:rPr lang="en-US" altLang="en-US" dirty="0"/>
              <a:t> </a:t>
            </a:r>
            <a:r>
              <a:rPr lang="en-US" altLang="en-US" dirty="0" err="1"/>
              <a:t>quan</a:t>
            </a:r>
            <a:endParaRPr lang="en-US" altLang="en-US" dirty="0"/>
          </a:p>
        </p:txBody>
      </p:sp>
      <p:sp>
        <p:nvSpPr>
          <p:cNvPr id="49160" name="Text Box 55">
            <a:extLst>
              <a:ext uri="{FF2B5EF4-FFF2-40B4-BE49-F238E27FC236}">
                <a16:creationId xmlns:a16="http://schemas.microsoft.com/office/drawing/2014/main" id="{A90C70B2-530F-432E-8720-A548F8E0B1D1}"/>
              </a:ext>
            </a:extLst>
          </p:cNvPr>
          <p:cNvSpPr txBox="1">
            <a:spLocks noChangeArrowheads="1"/>
          </p:cNvSpPr>
          <p:nvPr/>
        </p:nvSpPr>
        <p:spPr bwMode="auto">
          <a:xfrm>
            <a:off x="1028700" y="6134655"/>
            <a:ext cx="70866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l" eaLnBrk="1" hangingPunct="1">
              <a:spcBef>
                <a:spcPct val="50000"/>
              </a:spcBef>
              <a:buClrTx/>
              <a:buFontTx/>
              <a:buNone/>
            </a:pPr>
            <a:r>
              <a:rPr lang="en-US" altLang="en-US" sz="1800">
                <a:latin typeface="Tahoma" panose="020B0604030504040204" pitchFamily="34" charset="0"/>
              </a:rPr>
              <a:t>THANNHAN(</a:t>
            </a:r>
            <a:r>
              <a:rPr lang="en-US" altLang="en-US" sz="1800" b="1" u="sng">
                <a:latin typeface="Tahoma" panose="020B0604030504040204" pitchFamily="34" charset="0"/>
              </a:rPr>
              <a:t>MaNV</a:t>
            </a:r>
            <a:r>
              <a:rPr lang="en-US" altLang="en-US" sz="1800" u="sng">
                <a:latin typeface="Tahoma" panose="020B0604030504040204" pitchFamily="34" charset="0"/>
              </a:rPr>
              <a:t>, HoTenTN</a:t>
            </a:r>
            <a:r>
              <a:rPr lang="en-US" altLang="en-US" sz="1800">
                <a:latin typeface="Tahoma" panose="020B0604030504040204" pitchFamily="34" charset="0"/>
              </a:rPr>
              <a:t>, GioiTinh, NgaySinh, MoiQuanHe)</a:t>
            </a:r>
          </a:p>
        </p:txBody>
      </p:sp>
      <p:sp>
        <p:nvSpPr>
          <p:cNvPr id="49168" name="Oval 96">
            <a:extLst>
              <a:ext uri="{FF2B5EF4-FFF2-40B4-BE49-F238E27FC236}">
                <a16:creationId xmlns:a16="http://schemas.microsoft.com/office/drawing/2014/main" id="{B034B130-3F99-40D7-8C7F-2BB984530142}"/>
              </a:ext>
            </a:extLst>
          </p:cNvPr>
          <p:cNvSpPr>
            <a:spLocks noChangeArrowheads="1"/>
          </p:cNvSpPr>
          <p:nvPr/>
        </p:nvSpPr>
        <p:spPr bwMode="auto">
          <a:xfrm>
            <a:off x="7034213" y="4114800"/>
            <a:ext cx="838200" cy="381000"/>
          </a:xfrm>
          <a:prstGeom prst="ellipse">
            <a:avLst/>
          </a:prstGeom>
          <a:noFill/>
          <a:ln w="127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nchor="ct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endParaRPr lang="en-US" altLang="en-US" sz="1800">
              <a:latin typeface="Tahoma" panose="020B0604030504040204" pitchFamily="34" charset="0"/>
            </a:endParaRPr>
          </a:p>
        </p:txBody>
      </p:sp>
      <p:sp>
        <p:nvSpPr>
          <p:cNvPr id="49169" name="Text Box 97">
            <a:extLst>
              <a:ext uri="{FF2B5EF4-FFF2-40B4-BE49-F238E27FC236}">
                <a16:creationId xmlns:a16="http://schemas.microsoft.com/office/drawing/2014/main" id="{82791491-1323-40DA-A24E-B504EA111CE6}"/>
              </a:ext>
            </a:extLst>
          </p:cNvPr>
          <p:cNvSpPr txBox="1">
            <a:spLocks noChangeArrowheads="1"/>
          </p:cNvSpPr>
          <p:nvPr/>
        </p:nvSpPr>
        <p:spPr bwMode="auto">
          <a:xfrm>
            <a:off x="6996113" y="4152900"/>
            <a:ext cx="914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algn="just">
              <a:spcBef>
                <a:spcPct val="20000"/>
              </a:spcBef>
              <a:buClr>
                <a:srgbClr val="CC0000"/>
              </a:buClr>
              <a:buFont typeface="Wingdings 2" panose="05020102010507070707" pitchFamily="18" charset="2"/>
              <a:buChar char="¡"/>
              <a:defRPr sz="2600">
                <a:solidFill>
                  <a:schemeClr val="tx1"/>
                </a:solidFill>
                <a:latin typeface="Arial" panose="020B0604020202020204" pitchFamily="34" charset="0"/>
              </a:defRPr>
            </a:lvl1pPr>
            <a:lvl2pPr marL="742950" indent="-285750" algn="just">
              <a:spcBef>
                <a:spcPct val="20000"/>
              </a:spcBef>
              <a:buClr>
                <a:srgbClr val="CC0000"/>
              </a:buClr>
              <a:buFont typeface="Arial" panose="020B0604020202020204" pitchFamily="34" charset="0"/>
              <a:buChar char="-"/>
              <a:defRPr sz="2300">
                <a:solidFill>
                  <a:schemeClr val="tx1"/>
                </a:solidFill>
                <a:latin typeface="Arial" panose="020B0604020202020204" pitchFamily="34" charset="0"/>
              </a:defRPr>
            </a:lvl2pPr>
            <a:lvl3pPr marL="1143000" indent="-228600" algn="just">
              <a:spcBef>
                <a:spcPct val="20000"/>
              </a:spcBef>
              <a:buClr>
                <a:srgbClr val="CC0000"/>
              </a:buClr>
              <a:buFont typeface="Wingdings" panose="05000000000000000000" pitchFamily="2" charset="2"/>
              <a:buChar char=""/>
              <a:defRPr sz="2000">
                <a:solidFill>
                  <a:schemeClr val="tx1"/>
                </a:solidFill>
                <a:latin typeface="Arial" panose="020B0604020202020204" pitchFamily="34" charset="0"/>
              </a:defRPr>
            </a:lvl3pPr>
            <a:lvl4pPr marL="1600200" indent="-228600" algn="just">
              <a:spcBef>
                <a:spcPct val="20000"/>
              </a:spcBef>
              <a:buClr>
                <a:srgbClr val="CC0000"/>
              </a:buClr>
              <a:buFont typeface="Symbol" panose="05050102010706020507" pitchFamily="18" charset="2"/>
              <a:buChar char="*"/>
              <a:defRPr sz="1700">
                <a:solidFill>
                  <a:schemeClr val="tx1"/>
                </a:solidFill>
                <a:latin typeface="Arial" panose="020B0604020202020204" pitchFamily="34" charset="0"/>
              </a:defRPr>
            </a:lvl4pPr>
            <a:lvl5pPr marL="2057400" indent="-228600" algn="just">
              <a:spcBef>
                <a:spcPct val="20000"/>
              </a:spcBef>
              <a:buClr>
                <a:srgbClr val="CC0000"/>
              </a:buClr>
              <a:buFont typeface="Wingdings" panose="05000000000000000000" pitchFamily="2" charset="2"/>
              <a:buChar char="§"/>
              <a:defRPr sz="1400">
                <a:solidFill>
                  <a:schemeClr val="tx1"/>
                </a:solidFill>
                <a:latin typeface="Arial" panose="020B0604020202020204" pitchFamily="34" charset="0"/>
              </a:defRPr>
            </a:lvl5pPr>
            <a:lvl6pPr marL="25146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6pPr>
            <a:lvl7pPr marL="29718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7pPr>
            <a:lvl8pPr marL="34290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8pPr>
            <a:lvl9pPr marL="3886200" indent="-228600" algn="just"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Arial" panose="020B0604020202020204" pitchFamily="34" charset="0"/>
              </a:defRPr>
            </a:lvl9pPr>
          </a:lstStyle>
          <a:p>
            <a:pPr algn="ctr" eaLnBrk="1" hangingPunct="1">
              <a:spcBef>
                <a:spcPct val="50000"/>
              </a:spcBef>
              <a:buClrTx/>
              <a:buFontTx/>
              <a:buNone/>
            </a:pPr>
            <a:r>
              <a:rPr lang="en-US" altLang="en-US" sz="1400">
                <a:latin typeface="Tahoma" panose="020B0604030504040204" pitchFamily="34" charset="0"/>
              </a:rPr>
              <a:t>QUANHE</a:t>
            </a:r>
          </a:p>
        </p:txBody>
      </p:sp>
      <p:pic>
        <p:nvPicPr>
          <p:cNvPr id="5" name="Picture 4" descr="A diagram of a network&#10;&#10;Description automatically generated">
            <a:extLst>
              <a:ext uri="{FF2B5EF4-FFF2-40B4-BE49-F238E27FC236}">
                <a16:creationId xmlns:a16="http://schemas.microsoft.com/office/drawing/2014/main" id="{70BEBE62-A1BF-E45C-6E39-9AFC24DB180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96" y="2961234"/>
            <a:ext cx="8219204" cy="313476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B50A3-8D3D-9C06-1A9A-72991710B3D8}"/>
              </a:ext>
            </a:extLst>
          </p:cNvPr>
          <p:cNvSpPr>
            <a:spLocks noGrp="1"/>
          </p:cNvSpPr>
          <p:nvPr>
            <p:ph type="title"/>
          </p:nvPr>
        </p:nvSpPr>
        <p:spPr/>
        <p:txBody>
          <a:bodyPr/>
          <a:lstStyle/>
          <a:p>
            <a:r>
              <a:rPr lang="en-US"/>
              <a:t>Mô tả thông tin thuộc tính</a:t>
            </a:r>
          </a:p>
        </p:txBody>
      </p:sp>
      <p:sp>
        <p:nvSpPr>
          <p:cNvPr id="3" name="Content Placeholder 2">
            <a:extLst>
              <a:ext uri="{FF2B5EF4-FFF2-40B4-BE49-F238E27FC236}">
                <a16:creationId xmlns:a16="http://schemas.microsoft.com/office/drawing/2014/main" id="{A63FDED2-88F6-F509-0D7D-CBCFB8183855}"/>
              </a:ext>
            </a:extLst>
          </p:cNvPr>
          <p:cNvSpPr>
            <a:spLocks noGrp="1"/>
          </p:cNvSpPr>
          <p:nvPr>
            <p:ph idx="1"/>
          </p:nvPr>
        </p:nvSpPr>
        <p:spPr>
          <a:xfrm>
            <a:off x="457200" y="1219201"/>
            <a:ext cx="8229600" cy="788988"/>
          </a:xfrm>
        </p:spPr>
        <p:txBody>
          <a:bodyPr/>
          <a:lstStyle/>
          <a:p>
            <a:r>
              <a:rPr lang="en-US"/>
              <a:t>Tên quan hệ</a:t>
            </a:r>
          </a:p>
          <a:p>
            <a:r>
              <a:rPr lang="en-US"/>
              <a:t>Bảng mô tả thuộc tính</a:t>
            </a:r>
          </a:p>
        </p:txBody>
      </p:sp>
      <p:sp>
        <p:nvSpPr>
          <p:cNvPr id="4" name="Date Placeholder 3">
            <a:extLst>
              <a:ext uri="{FF2B5EF4-FFF2-40B4-BE49-F238E27FC236}">
                <a16:creationId xmlns:a16="http://schemas.microsoft.com/office/drawing/2014/main" id="{8EFC0A32-6132-FF22-6B59-5B23010CFE08}"/>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5885ED55-5656-4B28-F360-6E1D6ABC5822}"/>
              </a:ext>
            </a:extLst>
          </p:cNvPr>
          <p:cNvSpPr>
            <a:spLocks noGrp="1"/>
          </p:cNvSpPr>
          <p:nvPr>
            <p:ph type="sldNum" sz="quarter" idx="12"/>
          </p:nvPr>
        </p:nvSpPr>
        <p:spPr/>
        <p:txBody>
          <a:bodyPr/>
          <a:lstStyle/>
          <a:p>
            <a:fld id="{2F60D9C9-C94C-4B3C-936E-8A1AECA54F0E}" type="slidenum">
              <a:rPr lang="en-US" altLang="en-US"/>
              <a:pPr/>
              <a:t>35</a:t>
            </a:fld>
            <a:endParaRPr lang="en-US" altLang="en-US"/>
          </a:p>
        </p:txBody>
      </p:sp>
      <p:graphicFrame>
        <p:nvGraphicFramePr>
          <p:cNvPr id="7" name="Table 7">
            <a:extLst>
              <a:ext uri="{FF2B5EF4-FFF2-40B4-BE49-F238E27FC236}">
                <a16:creationId xmlns:a16="http://schemas.microsoft.com/office/drawing/2014/main" id="{B0ED9DE8-FAC4-C354-B5A5-18857D691F97}"/>
              </a:ext>
            </a:extLst>
          </p:cNvPr>
          <p:cNvGraphicFramePr>
            <a:graphicFrameLocks noGrp="1"/>
          </p:cNvGraphicFramePr>
          <p:nvPr>
            <p:extLst>
              <p:ext uri="{D42A27DB-BD31-4B8C-83A1-F6EECF244321}">
                <p14:modId xmlns:p14="http://schemas.microsoft.com/office/powerpoint/2010/main" val="511621794"/>
              </p:ext>
            </p:extLst>
          </p:nvPr>
        </p:nvGraphicFramePr>
        <p:xfrm>
          <a:off x="914400" y="2290354"/>
          <a:ext cx="6207125" cy="1112520"/>
        </p:xfrm>
        <a:graphic>
          <a:graphicData uri="http://schemas.openxmlformats.org/drawingml/2006/table">
            <a:tbl>
              <a:tblPr firstRow="1" bandRow="1">
                <a:tableStyleId>{5C22544A-7EE6-4342-B048-85BDC9FD1C3A}</a:tableStyleId>
              </a:tblPr>
              <a:tblGrid>
                <a:gridCol w="551180">
                  <a:extLst>
                    <a:ext uri="{9D8B030D-6E8A-4147-A177-3AD203B41FA5}">
                      <a16:colId xmlns:a16="http://schemas.microsoft.com/office/drawing/2014/main" val="2806601294"/>
                    </a:ext>
                  </a:extLst>
                </a:gridCol>
                <a:gridCol w="1414780">
                  <a:extLst>
                    <a:ext uri="{9D8B030D-6E8A-4147-A177-3AD203B41FA5}">
                      <a16:colId xmlns:a16="http://schemas.microsoft.com/office/drawing/2014/main" val="4260037175"/>
                    </a:ext>
                  </a:extLst>
                </a:gridCol>
                <a:gridCol w="1567180">
                  <a:extLst>
                    <a:ext uri="{9D8B030D-6E8A-4147-A177-3AD203B41FA5}">
                      <a16:colId xmlns:a16="http://schemas.microsoft.com/office/drawing/2014/main" val="3282010298"/>
                    </a:ext>
                  </a:extLst>
                </a:gridCol>
                <a:gridCol w="1475105">
                  <a:extLst>
                    <a:ext uri="{9D8B030D-6E8A-4147-A177-3AD203B41FA5}">
                      <a16:colId xmlns:a16="http://schemas.microsoft.com/office/drawing/2014/main" val="1541249594"/>
                    </a:ext>
                  </a:extLst>
                </a:gridCol>
                <a:gridCol w="1198880">
                  <a:extLst>
                    <a:ext uri="{9D8B030D-6E8A-4147-A177-3AD203B41FA5}">
                      <a16:colId xmlns:a16="http://schemas.microsoft.com/office/drawing/2014/main" val="1146405452"/>
                    </a:ext>
                  </a:extLst>
                </a:gridCol>
              </a:tblGrid>
              <a:tr h="370840">
                <a:tc>
                  <a:txBody>
                    <a:bodyPr/>
                    <a:lstStyle/>
                    <a:p>
                      <a:r>
                        <a:rPr lang="en-US"/>
                        <a:t>Stt</a:t>
                      </a:r>
                    </a:p>
                  </a:txBody>
                  <a:tcPr/>
                </a:tc>
                <a:tc>
                  <a:txBody>
                    <a:bodyPr/>
                    <a:lstStyle/>
                    <a:p>
                      <a:r>
                        <a:rPr lang="en-US"/>
                        <a:t>Thuộc tính</a:t>
                      </a:r>
                    </a:p>
                  </a:txBody>
                  <a:tcPr/>
                </a:tc>
                <a:tc>
                  <a:txBody>
                    <a:bodyPr/>
                    <a:lstStyle/>
                    <a:p>
                      <a:r>
                        <a:rPr lang="en-US"/>
                        <a:t>Kiểu dữ liệu</a:t>
                      </a:r>
                    </a:p>
                  </a:txBody>
                  <a:tcPr/>
                </a:tc>
                <a:tc>
                  <a:txBody>
                    <a:bodyPr/>
                    <a:lstStyle/>
                    <a:p>
                      <a:r>
                        <a:rPr lang="en-US"/>
                        <a:t>Kích thước</a:t>
                      </a:r>
                    </a:p>
                  </a:txBody>
                  <a:tcPr/>
                </a:tc>
                <a:tc>
                  <a:txBody>
                    <a:bodyPr/>
                    <a:lstStyle/>
                    <a:p>
                      <a:r>
                        <a:rPr lang="en-US"/>
                        <a:t>Diễn giải</a:t>
                      </a:r>
                    </a:p>
                  </a:txBody>
                  <a:tcPr/>
                </a:tc>
                <a:extLst>
                  <a:ext uri="{0D108BD9-81ED-4DB2-BD59-A6C34878D82A}">
                    <a16:rowId xmlns:a16="http://schemas.microsoft.com/office/drawing/2014/main" val="1428471444"/>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311203762"/>
                  </a:ext>
                </a:extLst>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66429161"/>
                  </a:ext>
                </a:extLst>
              </a:tr>
            </a:tbl>
          </a:graphicData>
        </a:graphic>
      </p:graphicFrame>
      <p:sp>
        <p:nvSpPr>
          <p:cNvPr id="8" name="Content Placeholder 2">
            <a:extLst>
              <a:ext uri="{FF2B5EF4-FFF2-40B4-BE49-F238E27FC236}">
                <a16:creationId xmlns:a16="http://schemas.microsoft.com/office/drawing/2014/main" id="{7F7DF31D-2165-C77B-345F-07C0B8D7FA58}"/>
              </a:ext>
            </a:extLst>
          </p:cNvPr>
          <p:cNvSpPr txBox="1">
            <a:spLocks/>
          </p:cNvSpPr>
          <p:nvPr/>
        </p:nvSpPr>
        <p:spPr bwMode="auto">
          <a:xfrm>
            <a:off x="457200" y="3429000"/>
            <a:ext cx="8229600" cy="11081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just" rtl="0" eaLnBrk="0" fontAlgn="base" hangingPunct="0">
              <a:spcBef>
                <a:spcPct val="20000"/>
              </a:spcBef>
              <a:spcAft>
                <a:spcPct val="0"/>
              </a:spcAft>
              <a:buClr>
                <a:srgbClr val="CC0000"/>
              </a:buClr>
              <a:buFont typeface="Wingdings 2" panose="05020102010507070707" pitchFamily="18" charset="2"/>
              <a:buChar char="¡"/>
              <a:defRPr sz="2600">
                <a:solidFill>
                  <a:schemeClr val="tx1"/>
                </a:solidFill>
                <a:latin typeface="+mn-lt"/>
                <a:ea typeface="+mn-ea"/>
                <a:cs typeface="+mn-cs"/>
              </a:defRPr>
            </a:lvl1pPr>
            <a:lvl2pPr marL="669925" indent="-325438" algn="just" rtl="0" eaLnBrk="0" fontAlgn="base" hangingPunct="0">
              <a:spcBef>
                <a:spcPct val="20000"/>
              </a:spcBef>
              <a:spcAft>
                <a:spcPct val="0"/>
              </a:spcAft>
              <a:buClr>
                <a:srgbClr val="CC0000"/>
              </a:buClr>
              <a:buFont typeface="Arial" panose="020B0604020202020204" pitchFamily="34" charset="0"/>
              <a:buChar char="-"/>
              <a:defRPr sz="2300">
                <a:solidFill>
                  <a:schemeClr val="tx1"/>
                </a:solidFill>
                <a:latin typeface="+mn-lt"/>
              </a:defRPr>
            </a:lvl2pPr>
            <a:lvl3pPr marL="1022350" indent="-350838" algn="just" rtl="0" eaLnBrk="0" fontAlgn="base" hangingPunct="0">
              <a:spcBef>
                <a:spcPct val="20000"/>
              </a:spcBef>
              <a:spcAft>
                <a:spcPct val="0"/>
              </a:spcAft>
              <a:buClr>
                <a:srgbClr val="CC0000"/>
              </a:buClr>
              <a:buFont typeface="Wingdings" panose="05000000000000000000" pitchFamily="2" charset="2"/>
              <a:buChar char=""/>
              <a:defRPr sz="2000">
                <a:solidFill>
                  <a:schemeClr val="tx1"/>
                </a:solidFill>
                <a:latin typeface="+mn-lt"/>
              </a:defRPr>
            </a:lvl3pPr>
            <a:lvl4pPr marL="1339850" indent="-315913" algn="just" rtl="0" eaLnBrk="0" fontAlgn="base" hangingPunct="0">
              <a:spcBef>
                <a:spcPct val="20000"/>
              </a:spcBef>
              <a:spcAft>
                <a:spcPct val="0"/>
              </a:spcAft>
              <a:buClr>
                <a:srgbClr val="CC0000"/>
              </a:buClr>
              <a:buFont typeface="Symbol" panose="05050102010706020507" pitchFamily="18" charset="2"/>
              <a:buChar char="*"/>
              <a:defRPr sz="1700">
                <a:solidFill>
                  <a:schemeClr val="tx1"/>
                </a:solidFill>
                <a:latin typeface="+mn-lt"/>
              </a:defRPr>
            </a:lvl4pPr>
            <a:lvl5pPr marL="1681163" indent="-339725" algn="just" rtl="0" eaLnBrk="0" fontAlgn="base" hangingPunct="0">
              <a:spcBef>
                <a:spcPct val="20000"/>
              </a:spcBef>
              <a:spcAft>
                <a:spcPct val="0"/>
              </a:spcAft>
              <a:buClr>
                <a:srgbClr val="CC0000"/>
              </a:buClr>
              <a:buFont typeface="Wingdings" panose="05000000000000000000" pitchFamily="2" charset="2"/>
              <a:buChar char="§"/>
              <a:defRPr sz="1400">
                <a:solidFill>
                  <a:schemeClr val="tx1"/>
                </a:solidFill>
                <a:latin typeface="+mn-lt"/>
              </a:defRPr>
            </a:lvl5pPr>
            <a:lvl6pPr marL="21383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6pPr>
            <a:lvl7pPr marL="25955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7pPr>
            <a:lvl8pPr marL="30527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8pPr>
            <a:lvl9pPr marL="3509963" indent="-339725" algn="just" rtl="0" fontAlgn="base">
              <a:spcBef>
                <a:spcPct val="20000"/>
              </a:spcBef>
              <a:spcAft>
                <a:spcPct val="0"/>
              </a:spcAft>
              <a:buClr>
                <a:srgbClr val="CC0000"/>
              </a:buClr>
              <a:buFont typeface="Wingdings" pitchFamily="2" charset="2"/>
              <a:buChar char="§"/>
              <a:defRPr sz="1400">
                <a:solidFill>
                  <a:schemeClr val="tx1"/>
                </a:solidFill>
                <a:latin typeface="+mn-lt"/>
              </a:defRPr>
            </a:lvl9pPr>
          </a:lstStyle>
          <a:p>
            <a:pPr marL="0" indent="0">
              <a:buNone/>
            </a:pPr>
            <a:r>
              <a:rPr lang="en-US" b="1" kern="0"/>
              <a:t>Ví dụ</a:t>
            </a:r>
          </a:p>
          <a:p>
            <a:r>
              <a:rPr lang="en-US" kern="0"/>
              <a:t>Tên quan hệ: NHANVIEN</a:t>
            </a:r>
          </a:p>
          <a:p>
            <a:r>
              <a:rPr lang="en-US" kern="0"/>
              <a:t>Bảng mô tả thuộc tính</a:t>
            </a:r>
          </a:p>
        </p:txBody>
      </p:sp>
      <p:graphicFrame>
        <p:nvGraphicFramePr>
          <p:cNvPr id="9" name="Table 7">
            <a:extLst>
              <a:ext uri="{FF2B5EF4-FFF2-40B4-BE49-F238E27FC236}">
                <a16:creationId xmlns:a16="http://schemas.microsoft.com/office/drawing/2014/main" id="{7064C247-45B6-79FE-A25C-28D396ED9641}"/>
              </a:ext>
            </a:extLst>
          </p:cNvPr>
          <p:cNvGraphicFramePr>
            <a:graphicFrameLocks noGrp="1"/>
          </p:cNvGraphicFramePr>
          <p:nvPr>
            <p:extLst>
              <p:ext uri="{D42A27DB-BD31-4B8C-83A1-F6EECF244321}">
                <p14:modId xmlns:p14="http://schemas.microsoft.com/office/powerpoint/2010/main" val="354409544"/>
              </p:ext>
            </p:extLst>
          </p:nvPr>
        </p:nvGraphicFramePr>
        <p:xfrm>
          <a:off x="914400" y="4917440"/>
          <a:ext cx="7413625" cy="1483360"/>
        </p:xfrm>
        <a:graphic>
          <a:graphicData uri="http://schemas.openxmlformats.org/drawingml/2006/table">
            <a:tbl>
              <a:tblPr firstRow="1" bandRow="1">
                <a:tableStyleId>{5C22544A-7EE6-4342-B048-85BDC9FD1C3A}</a:tableStyleId>
              </a:tblPr>
              <a:tblGrid>
                <a:gridCol w="551180">
                  <a:extLst>
                    <a:ext uri="{9D8B030D-6E8A-4147-A177-3AD203B41FA5}">
                      <a16:colId xmlns:a16="http://schemas.microsoft.com/office/drawing/2014/main" val="2806601294"/>
                    </a:ext>
                  </a:extLst>
                </a:gridCol>
                <a:gridCol w="1414780">
                  <a:extLst>
                    <a:ext uri="{9D8B030D-6E8A-4147-A177-3AD203B41FA5}">
                      <a16:colId xmlns:a16="http://schemas.microsoft.com/office/drawing/2014/main" val="4260037175"/>
                    </a:ext>
                  </a:extLst>
                </a:gridCol>
                <a:gridCol w="1567180">
                  <a:extLst>
                    <a:ext uri="{9D8B030D-6E8A-4147-A177-3AD203B41FA5}">
                      <a16:colId xmlns:a16="http://schemas.microsoft.com/office/drawing/2014/main" val="3282010298"/>
                    </a:ext>
                  </a:extLst>
                </a:gridCol>
                <a:gridCol w="1475105">
                  <a:extLst>
                    <a:ext uri="{9D8B030D-6E8A-4147-A177-3AD203B41FA5}">
                      <a16:colId xmlns:a16="http://schemas.microsoft.com/office/drawing/2014/main" val="1541249594"/>
                    </a:ext>
                  </a:extLst>
                </a:gridCol>
                <a:gridCol w="2405380">
                  <a:extLst>
                    <a:ext uri="{9D8B030D-6E8A-4147-A177-3AD203B41FA5}">
                      <a16:colId xmlns:a16="http://schemas.microsoft.com/office/drawing/2014/main" val="1146405452"/>
                    </a:ext>
                  </a:extLst>
                </a:gridCol>
              </a:tblGrid>
              <a:tr h="370840">
                <a:tc>
                  <a:txBody>
                    <a:bodyPr/>
                    <a:lstStyle/>
                    <a:p>
                      <a:r>
                        <a:rPr lang="en-US"/>
                        <a:t>Stt</a:t>
                      </a:r>
                    </a:p>
                  </a:txBody>
                  <a:tcPr/>
                </a:tc>
                <a:tc>
                  <a:txBody>
                    <a:bodyPr/>
                    <a:lstStyle/>
                    <a:p>
                      <a:r>
                        <a:rPr lang="en-US"/>
                        <a:t>Thuộc tính</a:t>
                      </a:r>
                    </a:p>
                  </a:txBody>
                  <a:tcPr/>
                </a:tc>
                <a:tc>
                  <a:txBody>
                    <a:bodyPr/>
                    <a:lstStyle/>
                    <a:p>
                      <a:r>
                        <a:rPr lang="en-US"/>
                        <a:t>Kiểu dữ liệu</a:t>
                      </a:r>
                    </a:p>
                  </a:txBody>
                  <a:tcPr/>
                </a:tc>
                <a:tc>
                  <a:txBody>
                    <a:bodyPr/>
                    <a:lstStyle/>
                    <a:p>
                      <a:r>
                        <a:rPr lang="en-US"/>
                        <a:t>Kích thước</a:t>
                      </a:r>
                    </a:p>
                  </a:txBody>
                  <a:tcPr/>
                </a:tc>
                <a:tc>
                  <a:txBody>
                    <a:bodyPr/>
                    <a:lstStyle/>
                    <a:p>
                      <a:r>
                        <a:rPr lang="en-US"/>
                        <a:t>Diễn giải</a:t>
                      </a:r>
                    </a:p>
                  </a:txBody>
                  <a:tcPr/>
                </a:tc>
                <a:extLst>
                  <a:ext uri="{0D108BD9-81ED-4DB2-BD59-A6C34878D82A}">
                    <a16:rowId xmlns:a16="http://schemas.microsoft.com/office/drawing/2014/main" val="1428471444"/>
                  </a:ext>
                </a:extLst>
              </a:tr>
              <a:tr h="370840">
                <a:tc>
                  <a:txBody>
                    <a:bodyPr/>
                    <a:lstStyle/>
                    <a:p>
                      <a:r>
                        <a:rPr lang="en-US"/>
                        <a:t>1</a:t>
                      </a:r>
                    </a:p>
                  </a:txBody>
                  <a:tcPr/>
                </a:tc>
                <a:tc>
                  <a:txBody>
                    <a:bodyPr/>
                    <a:lstStyle/>
                    <a:p>
                      <a:r>
                        <a:rPr lang="en-US"/>
                        <a:t>MaNV</a:t>
                      </a:r>
                    </a:p>
                  </a:txBody>
                  <a:tcPr/>
                </a:tc>
                <a:tc>
                  <a:txBody>
                    <a:bodyPr/>
                    <a:lstStyle/>
                    <a:p>
                      <a:r>
                        <a:rPr lang="en-US"/>
                        <a:t>Chuỗi</a:t>
                      </a:r>
                    </a:p>
                  </a:txBody>
                  <a:tcPr/>
                </a:tc>
                <a:tc>
                  <a:txBody>
                    <a:bodyPr/>
                    <a:lstStyle/>
                    <a:p>
                      <a:r>
                        <a:rPr lang="en-US"/>
                        <a:t>4</a:t>
                      </a:r>
                    </a:p>
                  </a:txBody>
                  <a:tcPr/>
                </a:tc>
                <a:tc>
                  <a:txBody>
                    <a:bodyPr/>
                    <a:lstStyle/>
                    <a:p>
                      <a:r>
                        <a:rPr lang="en-US"/>
                        <a:t>Mã nhân viên</a:t>
                      </a:r>
                    </a:p>
                  </a:txBody>
                  <a:tcPr/>
                </a:tc>
                <a:extLst>
                  <a:ext uri="{0D108BD9-81ED-4DB2-BD59-A6C34878D82A}">
                    <a16:rowId xmlns:a16="http://schemas.microsoft.com/office/drawing/2014/main" val="3311203762"/>
                  </a:ext>
                </a:extLst>
              </a:tr>
              <a:tr h="370840">
                <a:tc>
                  <a:txBody>
                    <a:bodyPr/>
                    <a:lstStyle/>
                    <a:p>
                      <a:r>
                        <a:rPr lang="en-US"/>
                        <a:t>2</a:t>
                      </a:r>
                    </a:p>
                  </a:txBody>
                  <a:tcPr/>
                </a:tc>
                <a:tc>
                  <a:txBody>
                    <a:bodyPr/>
                    <a:lstStyle/>
                    <a:p>
                      <a:r>
                        <a:rPr lang="en-US"/>
                        <a:t>HoTen</a:t>
                      </a:r>
                    </a:p>
                  </a:txBody>
                  <a:tcPr/>
                </a:tc>
                <a:tc>
                  <a:txBody>
                    <a:bodyPr/>
                    <a:lstStyle/>
                    <a:p>
                      <a:r>
                        <a:rPr lang="en-US"/>
                        <a:t>Chuỗi</a:t>
                      </a:r>
                    </a:p>
                  </a:txBody>
                  <a:tcPr/>
                </a:tc>
                <a:tc>
                  <a:txBody>
                    <a:bodyPr/>
                    <a:lstStyle/>
                    <a:p>
                      <a:r>
                        <a:rPr lang="en-US"/>
                        <a:t>30</a:t>
                      </a:r>
                    </a:p>
                  </a:txBody>
                  <a:tcPr/>
                </a:tc>
                <a:tc>
                  <a:txBody>
                    <a:bodyPr/>
                    <a:lstStyle/>
                    <a:p>
                      <a:r>
                        <a:rPr lang="en-US"/>
                        <a:t>Họ và tên nhân viên</a:t>
                      </a:r>
                    </a:p>
                  </a:txBody>
                  <a:tcPr/>
                </a:tc>
                <a:extLst>
                  <a:ext uri="{0D108BD9-81ED-4DB2-BD59-A6C34878D82A}">
                    <a16:rowId xmlns:a16="http://schemas.microsoft.com/office/drawing/2014/main" val="1866429161"/>
                  </a:ext>
                </a:extLst>
              </a:tr>
              <a:tr h="370840">
                <a:tc>
                  <a:txBody>
                    <a:bodyPr/>
                    <a:lstStyle/>
                    <a:p>
                      <a:r>
                        <a:rPr lang="en-US"/>
                        <a:t>3</a:t>
                      </a:r>
                    </a:p>
                  </a:txBody>
                  <a:tcPr/>
                </a:tc>
                <a:tc>
                  <a:txBody>
                    <a:bodyPr/>
                    <a:lstStyle/>
                    <a:p>
                      <a:r>
                        <a:rPr lang="en-US"/>
                        <a:t>NgaySinh</a:t>
                      </a:r>
                    </a:p>
                  </a:txBody>
                  <a:tcPr/>
                </a:tc>
                <a:tc>
                  <a:txBody>
                    <a:bodyPr/>
                    <a:lstStyle/>
                    <a:p>
                      <a:r>
                        <a:rPr lang="en-US"/>
                        <a:t>Date</a:t>
                      </a:r>
                    </a:p>
                  </a:txBody>
                  <a:tcPr/>
                </a:tc>
                <a:tc>
                  <a:txBody>
                    <a:bodyPr/>
                    <a:lstStyle/>
                    <a:p>
                      <a:endParaRPr lang="en-US"/>
                    </a:p>
                  </a:txBody>
                  <a:tcPr/>
                </a:tc>
                <a:tc>
                  <a:txBody>
                    <a:bodyPr/>
                    <a:lstStyle/>
                    <a:p>
                      <a:r>
                        <a:rPr lang="en-US"/>
                        <a:t>Ngày tháng năm sinh</a:t>
                      </a:r>
                    </a:p>
                  </a:txBody>
                  <a:tcPr/>
                </a:tc>
                <a:extLst>
                  <a:ext uri="{0D108BD9-81ED-4DB2-BD59-A6C34878D82A}">
                    <a16:rowId xmlns:a16="http://schemas.microsoft.com/office/drawing/2014/main" val="1317912924"/>
                  </a:ext>
                </a:extLst>
              </a:tr>
            </a:tbl>
          </a:graphicData>
        </a:graphic>
      </p:graphicFrame>
    </p:spTree>
    <p:extLst>
      <p:ext uri="{BB962C8B-B14F-4D97-AF65-F5344CB8AC3E}">
        <p14:creationId xmlns:p14="http://schemas.microsoft.com/office/powerpoint/2010/main" val="38830188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ECF06-0E3F-45F3-74EB-44079B0FC00D}"/>
              </a:ext>
            </a:extLst>
          </p:cNvPr>
          <p:cNvSpPr>
            <a:spLocks noGrp="1"/>
          </p:cNvSpPr>
          <p:nvPr>
            <p:ph type="title"/>
          </p:nvPr>
        </p:nvSpPr>
        <p:spPr/>
        <p:txBody>
          <a:bodyPr/>
          <a:lstStyle/>
          <a:p>
            <a:r>
              <a:rPr lang="vi-VN" dirty="0"/>
              <a:t>Bài tập</a:t>
            </a:r>
            <a:endParaRPr lang="en-US" dirty="0"/>
          </a:p>
        </p:txBody>
      </p:sp>
      <p:sp>
        <p:nvSpPr>
          <p:cNvPr id="3" name="Content Placeholder 2">
            <a:extLst>
              <a:ext uri="{FF2B5EF4-FFF2-40B4-BE49-F238E27FC236}">
                <a16:creationId xmlns:a16="http://schemas.microsoft.com/office/drawing/2014/main" id="{5DB768D1-EC8A-775D-5D04-60246307AA0E}"/>
              </a:ext>
            </a:extLst>
          </p:cNvPr>
          <p:cNvSpPr>
            <a:spLocks noGrp="1"/>
          </p:cNvSpPr>
          <p:nvPr>
            <p:ph idx="1"/>
          </p:nvPr>
        </p:nvSpPr>
        <p:spPr/>
        <p:txBody>
          <a:bodyPr/>
          <a:lstStyle/>
          <a:p>
            <a:pPr marL="0" indent="0">
              <a:buNone/>
            </a:pPr>
            <a:r>
              <a:rPr lang="vi-VN" dirty="0"/>
              <a:t>Chuyển các ERD sang lược đồ CSDL quan hệ</a:t>
            </a:r>
          </a:p>
          <a:p>
            <a:pPr marL="0" indent="0">
              <a:buNone/>
            </a:pPr>
            <a:r>
              <a:rPr lang="vi-VN" b="1" u="sng" dirty="0"/>
              <a:t>Quy tắc</a:t>
            </a:r>
          </a:p>
          <a:p>
            <a:r>
              <a:rPr lang="vi-VN" b="1" dirty="0"/>
              <a:t>Bước 1</a:t>
            </a:r>
            <a:r>
              <a:rPr lang="vi-VN" dirty="0"/>
              <a:t>: Xét các tập thực thể</a:t>
            </a:r>
          </a:p>
          <a:p>
            <a:r>
              <a:rPr lang="vi-VN" b="1" dirty="0"/>
              <a:t>Bước 2</a:t>
            </a:r>
            <a:r>
              <a:rPr lang="vi-VN" dirty="0"/>
              <a:t>: Xét các mối quan hệ</a:t>
            </a:r>
          </a:p>
          <a:p>
            <a:pPr lvl="1"/>
            <a:r>
              <a:rPr lang="vi-VN" dirty="0"/>
              <a:t>n - n</a:t>
            </a:r>
          </a:p>
          <a:p>
            <a:pPr lvl="1"/>
            <a:r>
              <a:rPr lang="vi-VN" dirty="0"/>
              <a:t>1 - n</a:t>
            </a:r>
          </a:p>
          <a:p>
            <a:pPr lvl="1"/>
            <a:r>
              <a:rPr lang="vi-VN" dirty="0"/>
              <a:t>1 - 1</a:t>
            </a:r>
          </a:p>
          <a:p>
            <a:r>
              <a:rPr lang="vi-VN" b="1" dirty="0"/>
              <a:t>Bước 3</a:t>
            </a:r>
            <a:r>
              <a:rPr lang="vi-VN" dirty="0"/>
              <a:t>: Xét các tập thực thể yếu</a:t>
            </a:r>
          </a:p>
        </p:txBody>
      </p:sp>
      <p:sp>
        <p:nvSpPr>
          <p:cNvPr id="4" name="Date Placeholder 3">
            <a:extLst>
              <a:ext uri="{FF2B5EF4-FFF2-40B4-BE49-F238E27FC236}">
                <a16:creationId xmlns:a16="http://schemas.microsoft.com/office/drawing/2014/main" id="{FBDC4277-262F-BBA1-A8BA-377DB1368200}"/>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A90D3BF1-7E18-3976-BE53-B84A133F74EF}"/>
              </a:ext>
            </a:extLst>
          </p:cNvPr>
          <p:cNvSpPr>
            <a:spLocks noGrp="1"/>
          </p:cNvSpPr>
          <p:nvPr>
            <p:ph type="sldNum" sz="quarter" idx="12"/>
          </p:nvPr>
        </p:nvSpPr>
        <p:spPr/>
        <p:txBody>
          <a:bodyPr/>
          <a:lstStyle/>
          <a:p>
            <a:fld id="{2F60D9C9-C94C-4B3C-936E-8A1AECA54F0E}" type="slidenum">
              <a:rPr lang="en-US" altLang="en-US" smtClean="0"/>
              <a:pPr/>
              <a:t>36</a:t>
            </a:fld>
            <a:endParaRPr lang="en-US" altLang="en-US"/>
          </a:p>
        </p:txBody>
      </p:sp>
    </p:spTree>
    <p:extLst>
      <p:ext uri="{BB962C8B-B14F-4D97-AF65-F5344CB8AC3E}">
        <p14:creationId xmlns:p14="http://schemas.microsoft.com/office/powerpoint/2010/main" val="258233481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E67BE258-AA5D-47BA-9B5A-5D1C5DDF28F2}"/>
              </a:ext>
            </a:extLst>
          </p:cNvPr>
          <p:cNvSpPr>
            <a:spLocks noGrp="1" noChangeArrowheads="1"/>
          </p:cNvSpPr>
          <p:nvPr>
            <p:ph type="title"/>
          </p:nvPr>
        </p:nvSpPr>
        <p:spPr/>
        <p:txBody>
          <a:bodyPr/>
          <a:lstStyle/>
          <a:p>
            <a:pPr eaLnBrk="1" hangingPunct="1"/>
            <a:r>
              <a:rPr lang="en-US" altLang="en-US" dirty="0" err="1"/>
              <a:t>Bài</a:t>
            </a:r>
            <a:r>
              <a:rPr lang="en-US" altLang="en-US" dirty="0"/>
              <a:t> </a:t>
            </a:r>
            <a:r>
              <a:rPr lang="en-US" altLang="en-US" dirty="0" err="1"/>
              <a:t>tập</a:t>
            </a:r>
            <a:r>
              <a:rPr lang="en-US" altLang="en-US" dirty="0"/>
              <a:t> </a:t>
            </a:r>
            <a:r>
              <a:rPr lang="vi-VN" altLang="en-US" dirty="0"/>
              <a:t>1 – Mô tả CSDL</a:t>
            </a:r>
            <a:endParaRPr lang="en-US" altLang="en-US" dirty="0"/>
          </a:p>
        </p:txBody>
      </p:sp>
      <p:sp>
        <p:nvSpPr>
          <p:cNvPr id="70658" name="Content Placeholder 2">
            <a:extLst>
              <a:ext uri="{FF2B5EF4-FFF2-40B4-BE49-F238E27FC236}">
                <a16:creationId xmlns:a16="http://schemas.microsoft.com/office/drawing/2014/main" id="{0E852609-E3D7-49BD-A7FB-E1F82857E274}"/>
              </a:ext>
            </a:extLst>
          </p:cNvPr>
          <p:cNvSpPr>
            <a:spLocks noGrp="1" noChangeArrowheads="1"/>
          </p:cNvSpPr>
          <p:nvPr>
            <p:ph idx="1"/>
          </p:nvPr>
        </p:nvSpPr>
        <p:spPr/>
        <p:txBody>
          <a:bodyPr/>
          <a:lstStyle/>
          <a:p>
            <a:pPr marL="0" indent="0">
              <a:buNone/>
            </a:pPr>
            <a:r>
              <a:rPr lang="en-US" altLang="en-US" dirty="0" err="1"/>
              <a:t>Một</a:t>
            </a:r>
            <a:r>
              <a:rPr lang="en-US" altLang="en-US" dirty="0"/>
              <a:t> </a:t>
            </a:r>
            <a:r>
              <a:rPr lang="en-US" altLang="en-US" dirty="0" err="1"/>
              <a:t>hệ</a:t>
            </a:r>
            <a:r>
              <a:rPr lang="en-US" altLang="en-US" dirty="0"/>
              <a:t> </a:t>
            </a:r>
            <a:r>
              <a:rPr lang="en-US" altLang="en-US" dirty="0" err="1"/>
              <a:t>thống</a:t>
            </a:r>
            <a:r>
              <a:rPr lang="en-US" altLang="en-US" dirty="0"/>
              <a:t> </a:t>
            </a:r>
            <a:r>
              <a:rPr lang="en-US" altLang="en-US" dirty="0" err="1"/>
              <a:t>quản</a:t>
            </a:r>
            <a:r>
              <a:rPr lang="en-US" altLang="en-US" dirty="0"/>
              <a:t> </a:t>
            </a:r>
            <a:r>
              <a:rPr lang="en-US" altLang="en-US" dirty="0" err="1"/>
              <a:t>lý</a:t>
            </a:r>
            <a:r>
              <a:rPr lang="en-US" altLang="en-US" dirty="0"/>
              <a:t> </a:t>
            </a:r>
            <a:r>
              <a:rPr lang="en-US" altLang="en-US" dirty="0" err="1"/>
              <a:t>điểm</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của</a:t>
            </a:r>
            <a:r>
              <a:rPr lang="en-US" altLang="en-US" dirty="0"/>
              <a:t> </a:t>
            </a:r>
            <a:r>
              <a:rPr lang="en-US" altLang="en-US" dirty="0" err="1"/>
              <a:t>các</a:t>
            </a:r>
            <a:r>
              <a:rPr lang="en-US" altLang="en-US" dirty="0"/>
              <a:t> khoa ở </a:t>
            </a:r>
            <a:r>
              <a:rPr lang="en-US" altLang="en-US" dirty="0" err="1"/>
              <a:t>một</a:t>
            </a:r>
            <a:r>
              <a:rPr lang="en-US" altLang="en-US" dirty="0"/>
              <a:t> </a:t>
            </a:r>
            <a:r>
              <a:rPr lang="en-US" altLang="en-US" dirty="0" err="1"/>
              <a:t>trường</a:t>
            </a:r>
            <a:r>
              <a:rPr lang="en-US" altLang="en-US" dirty="0"/>
              <a:t> </a:t>
            </a:r>
            <a:r>
              <a:rPr lang="en-US" altLang="en-US" dirty="0" err="1"/>
              <a:t>đại</a:t>
            </a:r>
            <a:r>
              <a:rPr lang="en-US" altLang="en-US" dirty="0"/>
              <a:t> </a:t>
            </a:r>
            <a:r>
              <a:rPr lang="en-US" altLang="en-US" dirty="0" err="1"/>
              <a:t>học</a:t>
            </a:r>
            <a:r>
              <a:rPr lang="en-US" altLang="en-US" dirty="0"/>
              <a:t>. </a:t>
            </a:r>
            <a:r>
              <a:rPr lang="en-US" altLang="en-US" dirty="0" err="1"/>
              <a:t>Biết</a:t>
            </a:r>
            <a:r>
              <a:rPr lang="en-US" altLang="en-US" dirty="0"/>
              <a:t> </a:t>
            </a:r>
            <a:r>
              <a:rPr lang="en-US" altLang="en-US" dirty="0" err="1"/>
              <a:t>rằng</a:t>
            </a:r>
            <a:r>
              <a:rPr lang="en-US" altLang="en-US" dirty="0"/>
              <a:t> </a:t>
            </a:r>
            <a:r>
              <a:rPr lang="en-US" altLang="en-US" dirty="0" err="1"/>
              <a:t>trường</a:t>
            </a:r>
            <a:r>
              <a:rPr lang="en-US" altLang="en-US" dirty="0"/>
              <a:t> </a:t>
            </a:r>
            <a:r>
              <a:rPr lang="en-US" altLang="en-US" dirty="0" err="1"/>
              <a:t>có</a:t>
            </a:r>
            <a:r>
              <a:rPr lang="en-US" altLang="en-US" dirty="0"/>
              <a:t> </a:t>
            </a:r>
            <a:r>
              <a:rPr lang="en-US" altLang="en-US" dirty="0" err="1"/>
              <a:t>nhiều</a:t>
            </a:r>
            <a:r>
              <a:rPr lang="en-US" altLang="en-US" dirty="0"/>
              <a:t> khoa, </a:t>
            </a:r>
            <a:r>
              <a:rPr lang="en-US" altLang="en-US" dirty="0" err="1"/>
              <a:t>mỗi</a:t>
            </a:r>
            <a:r>
              <a:rPr lang="en-US" altLang="en-US" dirty="0"/>
              <a:t> khoa </a:t>
            </a:r>
            <a:r>
              <a:rPr lang="en-US" altLang="en-US" dirty="0" err="1"/>
              <a:t>có</a:t>
            </a:r>
            <a:r>
              <a:rPr lang="en-US" altLang="en-US" dirty="0"/>
              <a:t> </a:t>
            </a:r>
            <a:r>
              <a:rPr lang="en-US" altLang="en-US" dirty="0" err="1"/>
              <a:t>ít</a:t>
            </a:r>
            <a:r>
              <a:rPr lang="en-US" altLang="en-US" dirty="0"/>
              <a:t> </a:t>
            </a:r>
            <a:r>
              <a:rPr lang="en-US" altLang="en-US" dirty="0" err="1"/>
              <a:t>nhất</a:t>
            </a:r>
            <a:r>
              <a:rPr lang="en-US" altLang="en-US" dirty="0"/>
              <a:t> </a:t>
            </a:r>
            <a:r>
              <a:rPr lang="en-US" altLang="en-US" dirty="0" err="1"/>
              <a:t>một</a:t>
            </a:r>
            <a:r>
              <a:rPr lang="en-US" altLang="en-US" dirty="0"/>
              <a:t> </a:t>
            </a:r>
            <a:r>
              <a:rPr lang="en-US" altLang="en-US" dirty="0" err="1"/>
              <a:t>lớp học và một</a:t>
            </a:r>
            <a:r>
              <a:rPr lang="en-US" altLang="en-US" dirty="0"/>
              <a:t> </a:t>
            </a:r>
            <a:r>
              <a:rPr lang="en-US" altLang="en-US" dirty="0" err="1"/>
              <a:t>lớp</a:t>
            </a:r>
            <a:r>
              <a:rPr lang="en-US" altLang="en-US" dirty="0"/>
              <a:t> </a:t>
            </a:r>
            <a:r>
              <a:rPr lang="en-US" altLang="en-US" dirty="0" err="1"/>
              <a:t>chỉ</a:t>
            </a:r>
            <a:r>
              <a:rPr lang="en-US" altLang="en-US" dirty="0"/>
              <a:t> </a:t>
            </a:r>
            <a:r>
              <a:rPr lang="en-US" altLang="en-US" dirty="0" err="1"/>
              <a:t>thuộc</a:t>
            </a:r>
            <a:r>
              <a:rPr lang="en-US" altLang="en-US" dirty="0"/>
              <a:t> về </a:t>
            </a:r>
            <a:r>
              <a:rPr lang="en-US" altLang="en-US" dirty="0" err="1"/>
              <a:t>một</a:t>
            </a:r>
            <a:r>
              <a:rPr lang="en-US" altLang="en-US" dirty="0"/>
              <a:t> khoa duy nhất. </a:t>
            </a:r>
            <a:r>
              <a:rPr lang="en-US" altLang="en-US" dirty="0" err="1"/>
              <a:t>Mỗi</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thuộc vào một</a:t>
            </a:r>
            <a:r>
              <a:rPr lang="en-US" altLang="en-US" dirty="0"/>
              <a:t> </a:t>
            </a:r>
            <a:r>
              <a:rPr lang="en-US" altLang="en-US" dirty="0" err="1"/>
              <a:t>lớp và một</a:t>
            </a:r>
            <a:r>
              <a:rPr lang="en-US" altLang="en-US" dirty="0"/>
              <a:t> </a:t>
            </a:r>
            <a:r>
              <a:rPr lang="en-US" altLang="en-US" dirty="0" err="1"/>
              <a:t>lớp</a:t>
            </a:r>
            <a:r>
              <a:rPr lang="en-US" altLang="en-US" dirty="0"/>
              <a:t> </a:t>
            </a:r>
            <a:r>
              <a:rPr lang="en-US" altLang="en-US" dirty="0" err="1"/>
              <a:t>có</a:t>
            </a:r>
            <a:r>
              <a:rPr lang="en-US" altLang="en-US" dirty="0"/>
              <a:t> </a:t>
            </a:r>
            <a:r>
              <a:rPr lang="en-US" altLang="en-US" dirty="0" err="1"/>
              <a:t>thể</a:t>
            </a:r>
            <a:r>
              <a:rPr lang="en-US" altLang="en-US" dirty="0"/>
              <a:t> </a:t>
            </a:r>
            <a:r>
              <a:rPr lang="en-US" altLang="en-US" dirty="0" err="1"/>
              <a:t>có</a:t>
            </a:r>
            <a:r>
              <a:rPr lang="en-US" altLang="en-US" dirty="0"/>
              <a:t> </a:t>
            </a:r>
            <a:r>
              <a:rPr lang="en-US" altLang="en-US" dirty="0" err="1"/>
              <a:t>nhiều</a:t>
            </a:r>
            <a:r>
              <a:rPr lang="en-US" altLang="en-US" dirty="0"/>
              <a:t> </a:t>
            </a:r>
            <a:r>
              <a:rPr lang="en-US" altLang="en-US" dirty="0" err="1"/>
              <a:t>sinh</a:t>
            </a:r>
            <a:r>
              <a:rPr lang="en-US" altLang="en-US" dirty="0"/>
              <a:t> </a:t>
            </a:r>
            <a:r>
              <a:rPr lang="en-US" altLang="en-US" dirty="0" err="1"/>
              <a:t>viên</a:t>
            </a:r>
            <a:r>
              <a:rPr lang="en-US" altLang="en-US" dirty="0"/>
              <a:t> </a:t>
            </a:r>
            <a:r>
              <a:rPr lang="en-US" altLang="en-US" dirty="0" err="1"/>
              <a:t>nhưng</a:t>
            </a:r>
            <a:r>
              <a:rPr lang="en-US" altLang="en-US" dirty="0"/>
              <a:t> </a:t>
            </a:r>
            <a:r>
              <a:rPr lang="en-US" altLang="en-US" dirty="0" err="1"/>
              <a:t>tối</a:t>
            </a:r>
            <a:r>
              <a:rPr lang="en-US" altLang="en-US" dirty="0"/>
              <a:t> </a:t>
            </a:r>
            <a:r>
              <a:rPr lang="en-US" altLang="en-US" dirty="0" err="1"/>
              <a:t>thiểu</a:t>
            </a:r>
            <a:r>
              <a:rPr lang="en-US" altLang="en-US" dirty="0"/>
              <a:t> </a:t>
            </a:r>
            <a:r>
              <a:rPr lang="en-US" altLang="en-US" dirty="0" err="1"/>
              <a:t>phải</a:t>
            </a:r>
            <a:r>
              <a:rPr lang="en-US" altLang="en-US" dirty="0"/>
              <a:t> </a:t>
            </a:r>
            <a:r>
              <a:rPr lang="en-US" altLang="en-US" dirty="0" err="1"/>
              <a:t>có</a:t>
            </a:r>
            <a:r>
              <a:rPr lang="en-US" altLang="en-US" dirty="0"/>
              <a:t> 20 </a:t>
            </a:r>
            <a:r>
              <a:rPr lang="en-US" altLang="en-US" dirty="0" err="1"/>
              <a:t>sinh</a:t>
            </a:r>
            <a:r>
              <a:rPr lang="en-US" altLang="en-US" dirty="0"/>
              <a:t> </a:t>
            </a:r>
            <a:r>
              <a:rPr lang="en-US" altLang="en-US" dirty="0" err="1"/>
              <a:t>viên</a:t>
            </a:r>
            <a:r>
              <a:rPr lang="en-US" altLang="en-US" dirty="0"/>
              <a:t>. Biết rằng, thông tin của sinh viên gồm có </a:t>
            </a:r>
            <a:r>
              <a:rPr lang="en-US" altLang="en-US" dirty="0" err="1"/>
              <a:t>mã</a:t>
            </a:r>
            <a:r>
              <a:rPr lang="en-US" altLang="en-US" dirty="0"/>
              <a:t> </a:t>
            </a:r>
            <a:r>
              <a:rPr lang="en-US" altLang="en-US" dirty="0" err="1"/>
              <a:t>sinh</a:t>
            </a:r>
            <a:r>
              <a:rPr lang="en-US" altLang="en-US" dirty="0"/>
              <a:t> </a:t>
            </a:r>
            <a:r>
              <a:rPr lang="en-US" altLang="en-US" dirty="0" err="1"/>
              <a:t>viên (gồm 3 ký tự)</a:t>
            </a:r>
            <a:r>
              <a:rPr lang="en-US" altLang="en-US" dirty="0"/>
              <a:t>, </a:t>
            </a:r>
            <a:r>
              <a:rPr lang="en-US" altLang="en-US" dirty="0" err="1"/>
              <a:t>họ</a:t>
            </a:r>
            <a:r>
              <a:rPr lang="en-US" altLang="en-US" dirty="0"/>
              <a:t> </a:t>
            </a:r>
            <a:r>
              <a:rPr lang="en-US" altLang="en-US" dirty="0" err="1"/>
              <a:t>tên (</a:t>
            </a:r>
            <a:r>
              <a:rPr lang="en-US" altLang="en-US" i="1" dirty="0" err="1"/>
              <a:t>được tách ra thành các thành phần riêng biệt, mỗi thành phần khoảng 15 ký tự</a:t>
            </a:r>
            <a:r>
              <a:rPr lang="en-US" altLang="en-US" dirty="0" err="1"/>
              <a:t>)</a:t>
            </a:r>
            <a:r>
              <a:rPr lang="en-US" altLang="en-US" dirty="0"/>
              <a:t>, </a:t>
            </a:r>
            <a:r>
              <a:rPr lang="en-US" altLang="en-US" dirty="0" err="1"/>
              <a:t>ngày</a:t>
            </a:r>
            <a:r>
              <a:rPr lang="en-US" altLang="en-US" dirty="0"/>
              <a:t> </a:t>
            </a:r>
            <a:r>
              <a:rPr lang="en-US" altLang="en-US" dirty="0" err="1"/>
              <a:t>sinh và giới</a:t>
            </a:r>
            <a:r>
              <a:rPr lang="en-US" altLang="en-US" dirty="0"/>
              <a:t> </a:t>
            </a:r>
            <a:r>
              <a:rPr lang="en-US" altLang="en-US" dirty="0" err="1"/>
              <a:t>tính. Thông tin của lớp học gồm </a:t>
            </a:r>
            <a:r>
              <a:rPr lang="en-US" altLang="en-US" dirty="0"/>
              <a:t>mã lớp (gồm 4 ký tự) và </a:t>
            </a:r>
            <a:r>
              <a:rPr lang="en-US" altLang="en-US" dirty="0" err="1"/>
              <a:t>tên</a:t>
            </a:r>
            <a:r>
              <a:rPr lang="en-US" altLang="en-US" dirty="0"/>
              <a:t> </a:t>
            </a:r>
            <a:r>
              <a:rPr lang="en-US" altLang="en-US" dirty="0" err="1"/>
              <a:t>lớp (20 ký tự). Thông tin của khoa gồm </a:t>
            </a:r>
            <a:r>
              <a:rPr lang="en-US" altLang="en-US" dirty="0"/>
              <a:t>mã khoa (2 ký tự), tên khoa (khoảng 30 ký tự) và năm thành lập</a:t>
            </a:r>
            <a:endParaRPr lang="en-US" dirty="0"/>
          </a:p>
        </p:txBody>
      </p:sp>
      <p:sp>
        <p:nvSpPr>
          <p:cNvPr id="4" name="Date Placeholder 3">
            <a:extLst>
              <a:ext uri="{FF2B5EF4-FFF2-40B4-BE49-F238E27FC236}">
                <a16:creationId xmlns:a16="http://schemas.microsoft.com/office/drawing/2014/main" id="{74792455-08AF-4CAA-AF45-AC9092A6AF9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0660" name="Slide Number Placeholder 4">
            <a:extLst>
              <a:ext uri="{FF2B5EF4-FFF2-40B4-BE49-F238E27FC236}">
                <a16:creationId xmlns:a16="http://schemas.microsoft.com/office/drawing/2014/main" id="{C27E5F84-E5A5-48EE-84DE-547C2E785365}"/>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6507A40-93BB-4C99-8A06-CE22A41F308C}" type="slidenum">
              <a:rPr lang="en-US" altLang="en-US">
                <a:latin typeface="Arial" panose="020B0604020202020204" pitchFamily="34" charset="0"/>
              </a:rPr>
              <a:pPr/>
              <a:t>37</a:t>
            </a:fld>
            <a:endParaRPr lang="en-US" altLang="en-US">
              <a:latin typeface="Arial" panose="020B0604020202020204" pitchFamily="34"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0DFDC523-7435-7758-53FB-6AC83DCF37EE}"/>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18C6B5EF-27B2-7390-79B7-7755E253A0AD}"/>
              </a:ext>
            </a:extLst>
          </p:cNvPr>
          <p:cNvSpPr>
            <a:spLocks noGrp="1"/>
          </p:cNvSpPr>
          <p:nvPr>
            <p:ph type="sldNum" sz="quarter" idx="12"/>
          </p:nvPr>
        </p:nvSpPr>
        <p:spPr/>
        <p:txBody>
          <a:bodyPr/>
          <a:lstStyle/>
          <a:p>
            <a:pPr>
              <a:defRPr/>
            </a:pPr>
            <a:fld id="{C829124A-08A9-4D4E-B3E1-53AD02BA2154}" type="slidenum">
              <a:rPr lang="en-US" altLang="en-US"/>
              <a:pPr>
                <a:defRPr/>
              </a:pPr>
              <a:t>38</a:t>
            </a:fld>
            <a:endParaRPr lang="en-US" altLang="en-US"/>
          </a:p>
        </p:txBody>
      </p:sp>
      <p:pic>
        <p:nvPicPr>
          <p:cNvPr id="6" name="Picture 5" descr="A diagram of a computer&#10;&#10;Description automatically generated">
            <a:extLst>
              <a:ext uri="{FF2B5EF4-FFF2-40B4-BE49-F238E27FC236}">
                <a16:creationId xmlns:a16="http://schemas.microsoft.com/office/drawing/2014/main" id="{0278ADE4-7E53-D035-ECB6-A683F2F7A0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681" y="1371600"/>
            <a:ext cx="8492519" cy="5105400"/>
          </a:xfrm>
          <a:prstGeom prst="rect">
            <a:avLst/>
          </a:prstGeom>
        </p:spPr>
      </p:pic>
      <p:sp>
        <p:nvSpPr>
          <p:cNvPr id="7" name="Title 1">
            <a:extLst>
              <a:ext uri="{FF2B5EF4-FFF2-40B4-BE49-F238E27FC236}">
                <a16:creationId xmlns:a16="http://schemas.microsoft.com/office/drawing/2014/main" id="{556F8C3D-F268-B093-EDA8-F3DBAC26623A}"/>
              </a:ext>
            </a:extLst>
          </p:cNvPr>
          <p:cNvSpPr>
            <a:spLocks noGrp="1" noChangeArrowheads="1"/>
          </p:cNvSpPr>
          <p:nvPr>
            <p:ph type="title"/>
          </p:nvPr>
        </p:nvSpPr>
        <p:spPr>
          <a:xfrm>
            <a:off x="457200" y="354013"/>
            <a:ext cx="8229600" cy="788987"/>
          </a:xfrm>
        </p:spPr>
        <p:txBody>
          <a:bodyPr/>
          <a:lstStyle/>
          <a:p>
            <a:pPr eaLnBrk="1" hangingPunct="1"/>
            <a:r>
              <a:rPr lang="en-US" altLang="en-US" sz="3000" dirty="0" err="1"/>
              <a:t>Bài tập 1 - Chuyển sang lược đồ CSDL quan hệ và bảng mô tả kiểu dữ liệu</a:t>
            </a:r>
            <a:endParaRPr lang="en-US" altLang="en-US" sz="3000" dirty="0"/>
          </a:p>
        </p:txBody>
      </p:sp>
    </p:spTree>
    <p:extLst>
      <p:ext uri="{BB962C8B-B14F-4D97-AF65-F5344CB8AC3E}">
        <p14:creationId xmlns:p14="http://schemas.microsoft.com/office/powerpoint/2010/main" val="1969496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D48B9B-7852-A78D-E555-07BD019E09DA}"/>
              </a:ext>
            </a:extLst>
          </p:cNvPr>
          <p:cNvSpPr>
            <a:spLocks noGrp="1"/>
          </p:cNvSpPr>
          <p:nvPr>
            <p:ph type="title"/>
          </p:nvPr>
        </p:nvSpPr>
        <p:spPr/>
        <p:txBody>
          <a:bodyPr/>
          <a:lstStyle/>
          <a:p>
            <a:r>
              <a:rPr lang="vi-VN" dirty="0"/>
              <a:t>Bài tập 2 – Mô tả CSDL</a:t>
            </a:r>
            <a:endParaRPr lang="en-US" dirty="0"/>
          </a:p>
        </p:txBody>
      </p:sp>
      <p:sp>
        <p:nvSpPr>
          <p:cNvPr id="3" name="Content Placeholder 2">
            <a:extLst>
              <a:ext uri="{FF2B5EF4-FFF2-40B4-BE49-F238E27FC236}">
                <a16:creationId xmlns:a16="http://schemas.microsoft.com/office/drawing/2014/main" id="{BDD69D4E-F9C7-F325-36EC-2A0DB063E5A0}"/>
              </a:ext>
            </a:extLst>
          </p:cNvPr>
          <p:cNvSpPr>
            <a:spLocks noGrp="1"/>
          </p:cNvSpPr>
          <p:nvPr>
            <p:ph idx="1"/>
          </p:nvPr>
        </p:nvSpPr>
        <p:spPr>
          <a:xfrm>
            <a:off x="457200" y="1143000"/>
            <a:ext cx="8229600" cy="4987925"/>
          </a:xfrm>
        </p:spPr>
        <p:txBody>
          <a:bodyPr/>
          <a:lstStyle/>
          <a:p>
            <a:pPr marL="0" indent="0">
              <a:buNone/>
            </a:pPr>
            <a:r>
              <a:rPr lang="vi-VN" sz="2300" dirty="0">
                <a:effectLst/>
                <a:latin typeface="Times New Roman" panose="02020603050405020304" pitchFamily="18" charset="0"/>
                <a:ea typeface="Calibri" panose="020F0502020204030204" pitchFamily="34" charset="0"/>
              </a:rPr>
              <a:t>Cho Cơ sở dữ liệu (CSDL) quản lý đề án công ty nhằm theo dõi các thông tin liên quan đến nhân viên, phòng ban và đề án. Trong đó, công ty có nhiều phòng ban, mỗi phòng ban có tên duy nhất, mã phòng là 1 số nguyên duy nhất, một mã trưởng phòng và ngày nhận chức. Mỗi phòng ban có thể ở nhiều địa điểm khác nhau và một địa điểm cũng có thể có nhiều phòng ban. Mỗi địa điểm phòng ban có mã là 1 số nguyên duy nhất và tên địa điểm. Đề án có tên duy nhất, mã là 1 số nguyên duy nhất, do 1 một phòng ban chủ trì và được triển khai ở 1 địa điểm. Nhân viên có mã số gồm 3 ký tự duy nhất, tên, địa chỉ, ngày sinh, phái và lương. Mỗi nhân viên làm việc ở trong 1 phòng ban, tham gia vào các đề án với số giờ làm việc khác nhau. Mỗi nhân viên đều có một người quản lý trực tiếp. Một nhân viên có thể có nhiều thân nhân làm việc trong cùng công ty và mỗi thân nhân cũng có thể là thân nhân của nhiều nhân viên. Mỗi thân nhân có tên, phái, ngày sinh và mối quan hệ với nhân viên đó</a:t>
            </a:r>
            <a:endParaRPr lang="en-US" sz="2300" dirty="0"/>
          </a:p>
        </p:txBody>
      </p:sp>
      <p:sp>
        <p:nvSpPr>
          <p:cNvPr id="4" name="Date Placeholder 3">
            <a:extLst>
              <a:ext uri="{FF2B5EF4-FFF2-40B4-BE49-F238E27FC236}">
                <a16:creationId xmlns:a16="http://schemas.microsoft.com/office/drawing/2014/main" id="{1C04F540-E7B1-8E7D-3991-2C36137E500A}"/>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477D391F-2173-481C-D5A5-7BAFE6FE382E}"/>
              </a:ext>
            </a:extLst>
          </p:cNvPr>
          <p:cNvSpPr>
            <a:spLocks noGrp="1"/>
          </p:cNvSpPr>
          <p:nvPr>
            <p:ph type="sldNum" sz="quarter" idx="12"/>
          </p:nvPr>
        </p:nvSpPr>
        <p:spPr/>
        <p:txBody>
          <a:bodyPr/>
          <a:lstStyle/>
          <a:p>
            <a:fld id="{2F60D9C9-C94C-4B3C-936E-8A1AECA54F0E}" type="slidenum">
              <a:rPr lang="en-US" altLang="en-US" smtClean="0"/>
              <a:pPr/>
              <a:t>39</a:t>
            </a:fld>
            <a:endParaRPr lang="en-US" altLang="en-US"/>
          </a:p>
        </p:txBody>
      </p:sp>
    </p:spTree>
    <p:extLst>
      <p:ext uri="{BB962C8B-B14F-4D97-AF65-F5344CB8AC3E}">
        <p14:creationId xmlns:p14="http://schemas.microsoft.com/office/powerpoint/2010/main" val="2581748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908809F-BF28-6E24-7286-1959866C0CDE}"/>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77DFF261-EFA9-B5D6-4531-459F800F563A}"/>
              </a:ext>
            </a:extLst>
          </p:cNvPr>
          <p:cNvSpPr>
            <a:spLocks noGrp="1"/>
          </p:cNvSpPr>
          <p:nvPr>
            <p:ph type="sldNum" sz="quarter" idx="12"/>
          </p:nvPr>
        </p:nvSpPr>
        <p:spPr/>
        <p:txBody>
          <a:bodyPr/>
          <a:lstStyle/>
          <a:p>
            <a:fld id="{2F60D9C9-C94C-4B3C-936E-8A1AECA54F0E}" type="slidenum">
              <a:rPr lang="en-US" altLang="en-US"/>
              <a:pPr/>
              <a:t>40</a:t>
            </a:fld>
            <a:endParaRPr lang="en-US" altLang="en-US"/>
          </a:p>
        </p:txBody>
      </p:sp>
      <p:pic>
        <p:nvPicPr>
          <p:cNvPr id="7" name="Picture 6" descr="A diagram of a network&#10;&#10;Description automatically generated">
            <a:extLst>
              <a:ext uri="{FF2B5EF4-FFF2-40B4-BE49-F238E27FC236}">
                <a16:creationId xmlns:a16="http://schemas.microsoft.com/office/drawing/2014/main" id="{B3D9DF44-D08A-AFC9-8411-DD108FA7A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1676400"/>
            <a:ext cx="8991600" cy="4491012"/>
          </a:xfrm>
          <a:prstGeom prst="rect">
            <a:avLst/>
          </a:prstGeom>
        </p:spPr>
      </p:pic>
      <p:sp>
        <p:nvSpPr>
          <p:cNvPr id="8" name="Title 1">
            <a:extLst>
              <a:ext uri="{FF2B5EF4-FFF2-40B4-BE49-F238E27FC236}">
                <a16:creationId xmlns:a16="http://schemas.microsoft.com/office/drawing/2014/main" id="{8F70979F-74E1-EB05-F0C6-F989AF5BFBAF}"/>
              </a:ext>
            </a:extLst>
          </p:cNvPr>
          <p:cNvSpPr>
            <a:spLocks noGrp="1" noChangeArrowheads="1"/>
          </p:cNvSpPr>
          <p:nvPr>
            <p:ph type="title"/>
          </p:nvPr>
        </p:nvSpPr>
        <p:spPr>
          <a:xfrm>
            <a:off x="457200" y="354013"/>
            <a:ext cx="8229600" cy="788987"/>
          </a:xfrm>
        </p:spPr>
        <p:txBody>
          <a:bodyPr/>
          <a:lstStyle/>
          <a:p>
            <a:pPr eaLnBrk="1" hangingPunct="1"/>
            <a:r>
              <a:rPr lang="en-US" altLang="en-US" sz="3000" dirty="0" err="1"/>
              <a:t>Bài tập 2 - Chuyển sang lược đồ CSDL quan hệ và bảng mô tả kiểu dữ liệu</a:t>
            </a:r>
            <a:endParaRPr lang="en-US" altLang="en-US" sz="3000" dirty="0"/>
          </a:p>
        </p:txBody>
      </p:sp>
    </p:spTree>
    <p:extLst>
      <p:ext uri="{BB962C8B-B14F-4D97-AF65-F5344CB8AC3E}">
        <p14:creationId xmlns:p14="http://schemas.microsoft.com/office/powerpoint/2010/main" val="11759353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118A3789-E4EC-4B2F-A0F8-4357475B67D6}"/>
              </a:ext>
            </a:extLst>
          </p:cNvPr>
          <p:cNvSpPr>
            <a:spLocks noGrp="1" noChangeArrowheads="1"/>
          </p:cNvSpPr>
          <p:nvPr>
            <p:ph type="title"/>
          </p:nvPr>
        </p:nvSpPr>
        <p:spPr/>
        <p:txBody>
          <a:bodyPr/>
          <a:lstStyle/>
          <a:p>
            <a:pPr eaLnBrk="1" hangingPunct="1"/>
            <a:r>
              <a:rPr lang="en-US" altLang="en-US" dirty="0" err="1"/>
              <a:t>Bài</a:t>
            </a:r>
            <a:r>
              <a:rPr lang="en-US" altLang="en-US" dirty="0"/>
              <a:t> </a:t>
            </a:r>
            <a:r>
              <a:rPr lang="en-US" altLang="en-US" dirty="0" err="1"/>
              <a:t>tập</a:t>
            </a:r>
            <a:r>
              <a:rPr lang="en-US" altLang="en-US" dirty="0"/>
              <a:t> </a:t>
            </a:r>
            <a:r>
              <a:rPr lang="vi-VN" altLang="en-US" dirty="0"/>
              <a:t>3</a:t>
            </a:r>
            <a:endParaRPr lang="en-US" altLang="en-US" dirty="0"/>
          </a:p>
        </p:txBody>
      </p:sp>
      <p:sp>
        <p:nvSpPr>
          <p:cNvPr id="71682" name="Content Placeholder 2">
            <a:extLst>
              <a:ext uri="{FF2B5EF4-FFF2-40B4-BE49-F238E27FC236}">
                <a16:creationId xmlns:a16="http://schemas.microsoft.com/office/drawing/2014/main" id="{4D062F8A-3BEA-402E-A1DC-3C51F4F27696}"/>
              </a:ext>
            </a:extLst>
          </p:cNvPr>
          <p:cNvSpPr>
            <a:spLocks noGrp="1" noChangeArrowheads="1"/>
          </p:cNvSpPr>
          <p:nvPr>
            <p:ph idx="1"/>
          </p:nvPr>
        </p:nvSpPr>
        <p:spPr/>
        <p:txBody>
          <a:bodyPr/>
          <a:lstStyle/>
          <a:p>
            <a:pPr marL="0" indent="0" eaLnBrk="1" hangingPunct="1">
              <a:buNone/>
            </a:pPr>
            <a:r>
              <a:rPr lang="vi-VN" sz="2400" dirty="0">
                <a:effectLst/>
                <a:ea typeface="Calibri" panose="020F0502020204030204" pitchFamily="34" charset="0"/>
                <a:cs typeface="Times New Roman" panose="02020603050405020304" pitchFamily="18" charset="0"/>
              </a:rPr>
              <a:t>C</a:t>
            </a:r>
            <a:r>
              <a:rPr lang="en-US" sz="2400" dirty="0" err="1">
                <a:effectLst/>
                <a:ea typeface="Calibri" panose="020F0502020204030204" pitchFamily="34" charset="0"/>
                <a:cs typeface="Times New Roman" panose="02020603050405020304" pitchFamily="18" charset="0"/>
              </a:rPr>
              <a:t>ông</a:t>
            </a:r>
            <a:r>
              <a:rPr lang="en-US" sz="2400" dirty="0">
                <a:effectLst/>
                <a:ea typeface="Calibri" panose="020F0502020204030204" pitchFamily="34" charset="0"/>
                <a:cs typeface="Times New Roman" panose="02020603050405020304" pitchFamily="18" charset="0"/>
              </a:rPr>
              <a:t> ty </a:t>
            </a:r>
            <a:r>
              <a:rPr lang="vi-VN" sz="2400" dirty="0">
                <a:effectLst/>
                <a:ea typeface="Calibri" panose="020F0502020204030204" pitchFamily="34" charset="0"/>
                <a:cs typeface="Times New Roman" panose="02020603050405020304" pitchFamily="18" charset="0"/>
              </a:rPr>
              <a:t>chuyên lĩnh vực gia công phần mềm cần quản lý các dự án</a:t>
            </a:r>
            <a:r>
              <a:rPr lang="en-US" sz="2400" dirty="0">
                <a:effectLst/>
                <a:ea typeface="Calibri" panose="020F0502020204030204" pitchFamily="34" charset="0"/>
                <a:cs typeface="Times New Roman" panose="02020603050405020304" pitchFamily="18" charset="0"/>
              </a:rPr>
              <a:t>. Trong </a:t>
            </a:r>
            <a:r>
              <a:rPr lang="en-US" sz="2400" dirty="0" err="1">
                <a:effectLst/>
                <a:ea typeface="Calibri" panose="020F0502020204030204" pitchFamily="34" charset="0"/>
                <a:cs typeface="Times New Roman" panose="02020603050405020304" pitchFamily="18" charset="0"/>
              </a:rPr>
              <a:t>đó</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cần lưu trữ </a:t>
            </a:r>
            <a:r>
              <a:rPr lang="en-US" sz="2400" dirty="0" err="1">
                <a:effectLst/>
                <a:ea typeface="Calibri" panose="020F0502020204030204" pitchFamily="34" charset="0"/>
                <a:cs typeface="Times New Roman" panose="02020603050405020304" pitchFamily="18" charset="0"/>
              </a:rPr>
              <a:t>thông</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tin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gồm</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mã</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vi-VN" sz="2400" dirty="0">
                <a:effectLst/>
                <a:ea typeface="Calibri" panose="020F0502020204030204" pitchFamily="34" charset="0"/>
                <a:cs typeface="Times New Roman" panose="02020603050405020304" pitchFamily="18" charset="0"/>
              </a:rPr>
              <a:t> (3 ký tự)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vi-VN" sz="2400" dirty="0">
                <a:effectLst/>
                <a:ea typeface="Calibri" panose="020F0502020204030204" pitchFamily="34" charset="0"/>
                <a:cs typeface="Times New Roman" panose="02020603050405020304" pitchFamily="18" charset="0"/>
              </a:rPr>
              <a:t> (khoảng 30 ký tự)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giới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tính</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địa</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chỉ</a:t>
            </a:r>
            <a:r>
              <a:rPr lang="vi-VN" sz="2400" dirty="0">
                <a:effectLst/>
                <a:ea typeface="Calibri" panose="020F0502020204030204" pitchFamily="34" charset="0"/>
                <a:cs typeface="Times New Roman" panose="02020603050405020304" pitchFamily="18" charset="0"/>
              </a:rPr>
              <a:t> (khoảng 30 ký tự)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và</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ngày</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sinh</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Công</a:t>
            </a:r>
            <a:r>
              <a:rPr lang="en-US" sz="2400" dirty="0">
                <a:effectLst/>
                <a:ea typeface="Calibri" panose="020F0502020204030204" pitchFamily="34" charset="0"/>
                <a:cs typeface="Times New Roman" panose="02020603050405020304" pitchFamily="18" charset="0"/>
              </a:rPr>
              <a:t> ty </a:t>
            </a:r>
            <a:r>
              <a:rPr lang="en-US" sz="2400" dirty="0" err="1">
                <a:effectLst/>
                <a:ea typeface="Calibri" panose="020F0502020204030204" pitchFamily="34" charset="0"/>
                <a:cs typeface="Times New Roman" panose="02020603050405020304" pitchFamily="18" charset="0"/>
              </a:rPr>
              <a:t>có</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tham</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gia </a:t>
            </a:r>
            <a:r>
              <a:rPr lang="en-US" sz="2400" dirty="0" err="1">
                <a:effectLst/>
                <a:ea typeface="Calibri" panose="020F0502020204030204" pitchFamily="34" charset="0"/>
                <a:cs typeface="Times New Roman" panose="02020603050405020304" pitchFamily="18" charset="0"/>
              </a:rPr>
              <a:t>thực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hiện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một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vài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Mỗi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gồm</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có</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mã</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vi-VN" sz="2400" dirty="0">
                <a:effectLst/>
                <a:ea typeface="Calibri" panose="020F0502020204030204" pitchFamily="34" charset="0"/>
                <a:cs typeface="Times New Roman" panose="02020603050405020304" pitchFamily="18" charset="0"/>
              </a:rPr>
              <a:t> (số nguyên)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(khoảng 20 ký tự) </a:t>
            </a:r>
            <a:r>
              <a:rPr lang="en-US" sz="2400" dirty="0" err="1">
                <a:effectLst/>
                <a:ea typeface="Calibri" panose="020F0502020204030204" pitchFamily="34" charset="0"/>
                <a:cs typeface="Times New Roman" panose="02020603050405020304" pitchFamily="18" charset="0"/>
              </a:rPr>
              <a:t>và</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ngày</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bắt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đầu</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thực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hiện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có</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thể</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tham</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gia</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một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vài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hoặc không tham gia dự án nào</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Mỗi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được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thực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hiện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bởi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ít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nhất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một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Khi </a:t>
            </a:r>
            <a:r>
              <a:rPr lang="en-US" sz="2400" dirty="0" err="1">
                <a:effectLst/>
                <a:ea typeface="Calibri" panose="020F0502020204030204" pitchFamily="34" charset="0"/>
                <a:cs typeface="Times New Roman" panose="02020603050405020304" pitchFamily="18" charset="0"/>
              </a:rPr>
              <a:t>tham</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gia</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thông</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tin về số ngày thực hiện được lưu lại. T</a:t>
            </a:r>
            <a:r>
              <a:rPr lang="en-US" sz="2400" dirty="0" err="1">
                <a:effectLst/>
                <a:ea typeface="Calibri" panose="020F0502020204030204" pitchFamily="34" charset="0"/>
                <a:cs typeface="Times New Roman" panose="02020603050405020304" pitchFamily="18" charset="0"/>
              </a:rPr>
              <a:t>iền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lương</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sẽ</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được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tính</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cho</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mỗi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tham</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gia</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án </a:t>
            </a:r>
            <a:r>
              <a:rPr lang="en-US" sz="2400" dirty="0" err="1">
                <a:effectLst/>
                <a:ea typeface="Calibri" panose="020F0502020204030204" pitchFamily="34" charset="0"/>
                <a:cs typeface="Times New Roman" panose="02020603050405020304" pitchFamily="18" charset="0"/>
              </a:rPr>
              <a:t>với</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các mức khác </a:t>
            </a:r>
            <a:r>
              <a:rPr lang="en-US" sz="2400" dirty="0" err="1">
                <a:effectLst/>
                <a:ea typeface="Calibri" panose="020F0502020204030204" pitchFamily="34" charset="0"/>
                <a:cs typeface="Times New Roman" panose="02020603050405020304" pitchFamily="18" charset="0"/>
              </a:rPr>
              <a:t>nhau</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tuỳ</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thuộc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vào</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nội</a:t>
            </a:r>
            <a:r>
              <a:rPr lang="en-US" sz="2400" dirty="0">
                <a:effectLst/>
                <a:ea typeface="Calibri" panose="020F0502020204030204" pitchFamily="34" charset="0"/>
                <a:cs typeface="Times New Roman" panose="02020603050405020304" pitchFamily="18" charset="0"/>
              </a:rPr>
              <a:t> dung </a:t>
            </a:r>
            <a:r>
              <a:rPr lang="en-US" sz="2400" dirty="0" err="1">
                <a:effectLst/>
                <a:ea typeface="Calibri" panose="020F0502020204030204" pitchFamily="34" charset="0"/>
                <a:cs typeface="Times New Roman" panose="02020603050405020304" pitchFamily="18" charset="0"/>
              </a:rPr>
              <a:t>thực</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hiện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của</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từng</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Công</a:t>
            </a:r>
            <a:r>
              <a:rPr lang="en-US" sz="2400" dirty="0">
                <a:effectLst/>
                <a:ea typeface="Calibri" panose="020F0502020204030204" pitchFamily="34" charset="0"/>
                <a:cs typeface="Times New Roman" panose="02020603050405020304" pitchFamily="18" charset="0"/>
              </a:rPr>
              <a:t> ty </a:t>
            </a:r>
            <a:r>
              <a:rPr lang="en-US" sz="2400" dirty="0" err="1">
                <a:effectLst/>
                <a:ea typeface="Calibri" panose="020F0502020204030204" pitchFamily="34" charset="0"/>
                <a:cs typeface="Times New Roman" panose="02020603050405020304" pitchFamily="18" charset="0"/>
              </a:rPr>
              <a:t>cần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lưu</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lại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số</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tiền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này</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cho</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mỗi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khi</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phân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công</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nhân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viên</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vào</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một</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dự</a:t>
            </a:r>
            <a:r>
              <a:rPr lang="en-US" sz="2400" dirty="0">
                <a:effectLst/>
                <a:ea typeface="Calibri" panose="020F0502020204030204" pitchFamily="34" charset="0"/>
                <a:cs typeface="Times New Roman" panose="02020603050405020304" pitchFamily="18" charset="0"/>
              </a:rPr>
              <a:t> </a:t>
            </a:r>
            <a:r>
              <a:rPr lang="en-US" sz="2400" dirty="0" err="1">
                <a:effectLst/>
                <a:ea typeface="Calibri" panose="020F0502020204030204" pitchFamily="34" charset="0"/>
                <a:cs typeface="Times New Roman" panose="02020603050405020304" pitchFamily="18" charset="0"/>
              </a:rPr>
              <a:t>án</a:t>
            </a:r>
            <a:r>
              <a:rPr lang="en-US" sz="2400" dirty="0">
                <a:effectLst/>
                <a:ea typeface="Calibri" panose="020F0502020204030204" pitchFamily="34" charset="0"/>
                <a:cs typeface="Times New Roman" panose="02020603050405020304" pitchFamily="18" charset="0"/>
              </a:rPr>
              <a:t> </a:t>
            </a:r>
            <a:r>
              <a:rPr lang="vi-VN" sz="2400" dirty="0">
                <a:effectLst/>
                <a:ea typeface="Calibri" panose="020F0502020204030204" pitchFamily="34" charset="0"/>
                <a:cs typeface="Times New Roman" panose="02020603050405020304" pitchFamily="18" charset="0"/>
              </a:rPr>
              <a:t>nào đó</a:t>
            </a:r>
            <a:r>
              <a:rPr lang="en-VN" sz="2400" dirty="0">
                <a:effectLst/>
              </a:rPr>
              <a:t> </a:t>
            </a:r>
            <a:endParaRPr lang="en-US" altLang="en-US" sz="2400" dirty="0"/>
          </a:p>
        </p:txBody>
      </p:sp>
      <p:sp>
        <p:nvSpPr>
          <p:cNvPr id="4" name="Date Placeholder 3">
            <a:extLst>
              <a:ext uri="{FF2B5EF4-FFF2-40B4-BE49-F238E27FC236}">
                <a16:creationId xmlns:a16="http://schemas.microsoft.com/office/drawing/2014/main" id="{506130A7-7C16-4E50-89AC-0C791B6E5843}"/>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1684" name="Slide Number Placeholder 4">
            <a:extLst>
              <a:ext uri="{FF2B5EF4-FFF2-40B4-BE49-F238E27FC236}">
                <a16:creationId xmlns:a16="http://schemas.microsoft.com/office/drawing/2014/main" id="{D92036FC-33F2-4AD9-9B06-EFD29F6A2CE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6B3F9BBA-23E0-416E-84BF-31C9C9ECC5F3}" type="slidenum">
              <a:rPr lang="en-US" altLang="en-US">
                <a:latin typeface="Arial" panose="020B0604020202020204" pitchFamily="34" charset="0"/>
              </a:rPr>
              <a:pPr/>
              <a:t>41</a:t>
            </a:fld>
            <a:endParaRPr lang="en-US" altLang="en-US">
              <a:latin typeface="Arial" panose="020B0604020202020204" pitchFamily="34"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848BAC3-5817-E36D-BF37-0E00C4714896}"/>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83DD522A-9F8A-F8F7-8F78-4DBA84F2184F}"/>
              </a:ext>
            </a:extLst>
          </p:cNvPr>
          <p:cNvSpPr>
            <a:spLocks noGrp="1"/>
          </p:cNvSpPr>
          <p:nvPr>
            <p:ph type="sldNum" sz="quarter" idx="12"/>
          </p:nvPr>
        </p:nvSpPr>
        <p:spPr/>
        <p:txBody>
          <a:bodyPr/>
          <a:lstStyle/>
          <a:p>
            <a:pPr>
              <a:defRPr/>
            </a:pPr>
            <a:fld id="{C829124A-08A9-4D4E-B3E1-53AD02BA2154}" type="slidenum">
              <a:rPr lang="en-US" altLang="en-US"/>
              <a:pPr>
                <a:defRPr/>
              </a:pPr>
              <a:t>42</a:t>
            </a:fld>
            <a:endParaRPr lang="en-US" altLang="en-US"/>
          </a:p>
        </p:txBody>
      </p:sp>
      <p:pic>
        <p:nvPicPr>
          <p:cNvPr id="6" name="Picture 5" descr="A diagram of a company&#10;&#10;Description automatically generated">
            <a:extLst>
              <a:ext uri="{FF2B5EF4-FFF2-40B4-BE49-F238E27FC236}">
                <a16:creationId xmlns:a16="http://schemas.microsoft.com/office/drawing/2014/main" id="{2D2A3489-8B40-EFD8-CC30-59273844F8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 y="2209800"/>
            <a:ext cx="8991600" cy="2862494"/>
          </a:xfrm>
          <a:prstGeom prst="rect">
            <a:avLst/>
          </a:prstGeom>
        </p:spPr>
      </p:pic>
      <p:sp>
        <p:nvSpPr>
          <p:cNvPr id="7" name="Title 1">
            <a:extLst>
              <a:ext uri="{FF2B5EF4-FFF2-40B4-BE49-F238E27FC236}">
                <a16:creationId xmlns:a16="http://schemas.microsoft.com/office/drawing/2014/main" id="{B2C46D09-6902-D476-85D4-E16AAE355155}"/>
              </a:ext>
            </a:extLst>
          </p:cNvPr>
          <p:cNvSpPr>
            <a:spLocks noGrp="1" noChangeArrowheads="1"/>
          </p:cNvSpPr>
          <p:nvPr>
            <p:ph type="title"/>
          </p:nvPr>
        </p:nvSpPr>
        <p:spPr>
          <a:xfrm>
            <a:off x="457200" y="354013"/>
            <a:ext cx="8229600" cy="788987"/>
          </a:xfrm>
        </p:spPr>
        <p:txBody>
          <a:bodyPr/>
          <a:lstStyle/>
          <a:p>
            <a:pPr eaLnBrk="1" hangingPunct="1"/>
            <a:r>
              <a:rPr lang="en-US" altLang="en-US" sz="3000" dirty="0" err="1"/>
              <a:t>Bài tập 3 - Chuyển sang lược đồ CSDL quan hệ và bảng mô tả kiểu dữ liệu</a:t>
            </a:r>
            <a:endParaRPr lang="en-US" altLang="en-US" sz="3000" dirty="0"/>
          </a:p>
        </p:txBody>
      </p:sp>
    </p:spTree>
    <p:extLst>
      <p:ext uri="{BB962C8B-B14F-4D97-AF65-F5344CB8AC3E}">
        <p14:creationId xmlns:p14="http://schemas.microsoft.com/office/powerpoint/2010/main" val="17171433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61313361-06B2-4EB3-A257-1AEBB5C63520}"/>
              </a:ext>
            </a:extLst>
          </p:cNvPr>
          <p:cNvSpPr>
            <a:spLocks noGrp="1" noChangeArrowheads="1"/>
          </p:cNvSpPr>
          <p:nvPr>
            <p:ph type="title"/>
          </p:nvPr>
        </p:nvSpPr>
        <p:spPr/>
        <p:txBody>
          <a:bodyPr/>
          <a:lstStyle/>
          <a:p>
            <a:pPr eaLnBrk="1" hangingPunct="1"/>
            <a:r>
              <a:rPr lang="en-US" altLang="en-US" dirty="0" err="1"/>
              <a:t>Bài</a:t>
            </a:r>
            <a:r>
              <a:rPr lang="en-US" altLang="en-US" dirty="0"/>
              <a:t> </a:t>
            </a:r>
            <a:r>
              <a:rPr lang="en-US" altLang="en-US" dirty="0" err="1"/>
              <a:t>tập</a:t>
            </a:r>
            <a:r>
              <a:rPr lang="en-US" altLang="en-US" dirty="0"/>
              <a:t> </a:t>
            </a:r>
            <a:r>
              <a:rPr lang="vi-VN" altLang="en-US" dirty="0"/>
              <a:t>4 – Mô tả CSDL</a:t>
            </a:r>
            <a:endParaRPr lang="en-US" altLang="en-US" dirty="0"/>
          </a:p>
        </p:txBody>
      </p:sp>
      <p:sp>
        <p:nvSpPr>
          <p:cNvPr id="72706" name="Content Placeholder 2">
            <a:extLst>
              <a:ext uri="{FF2B5EF4-FFF2-40B4-BE49-F238E27FC236}">
                <a16:creationId xmlns:a16="http://schemas.microsoft.com/office/drawing/2014/main" id="{32114BB1-2BD7-4546-A0E3-D28C180DA6A9}"/>
              </a:ext>
            </a:extLst>
          </p:cNvPr>
          <p:cNvSpPr>
            <a:spLocks noGrp="1" noChangeArrowheads="1"/>
          </p:cNvSpPr>
          <p:nvPr>
            <p:ph idx="1"/>
          </p:nvPr>
        </p:nvSpPr>
        <p:spPr>
          <a:xfrm>
            <a:off x="457200" y="1219200"/>
            <a:ext cx="8229600" cy="5284787"/>
          </a:xfrm>
        </p:spPr>
        <p:txBody>
          <a:bodyPr/>
          <a:lstStyle/>
          <a:p>
            <a:pPr marL="0" indent="0" eaLnBrk="1" hangingPunct="1">
              <a:buNone/>
            </a:pP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phòng </a:t>
            </a:r>
            <a:r>
              <a:rPr lang="en-US" sz="2300" dirty="0" err="1">
                <a:effectLst/>
                <a:ea typeface="Calibri" panose="020F0502020204030204" pitchFamily="34" charset="0"/>
                <a:cs typeface="Times New Roman" panose="02020603050405020304" pitchFamily="18" charset="0"/>
              </a:rPr>
              <a:t>thí</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nghiệm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các</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nhà nghiên cứu hoá học tham gia. Trong đó, </a:t>
            </a:r>
            <a:r>
              <a:rPr lang="en-US" sz="2300" dirty="0" err="1">
                <a:effectLst/>
                <a:ea typeface="Calibri" panose="020F0502020204030204" pitchFamily="34" charset="0"/>
                <a:cs typeface="Times New Roman" panose="02020603050405020304" pitchFamily="18" charset="0"/>
              </a:rPr>
              <a:t>mỗi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hóa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thể </a:t>
            </a:r>
            <a:r>
              <a:rPr lang="en-US" sz="2300" dirty="0" err="1">
                <a:effectLst/>
                <a:ea typeface="Calibri" panose="020F0502020204030204" pitchFamily="34" charset="0"/>
                <a:cs typeface="Times New Roman" panose="02020603050405020304" pitchFamily="18" charset="0"/>
              </a:rPr>
              <a:t>tham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hoặc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án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hóa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sẽ</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đăng ký </a:t>
            </a:r>
            <a:r>
              <a:rPr lang="en-US" sz="2300" dirty="0" err="1">
                <a:effectLst/>
                <a:ea typeface="Calibri" panose="020F0502020204030204" pitchFamily="34" charset="0"/>
                <a:cs typeface="Times New Roman" panose="02020603050405020304" pitchFamily="18" charset="0"/>
              </a:rPr>
              <a:t>sử</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dụng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số</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trang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bị</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phục vụ</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án</a:t>
            </a:r>
            <a:r>
              <a:rPr lang="en-US" sz="2300" dirty="0">
                <a:effectLst/>
                <a:ea typeface="Calibri" panose="020F0502020204030204" pitchFamily="34" charset="0"/>
                <a:cs typeface="Times New Roman" panose="02020603050405020304" pitchFamily="18" charset="0"/>
              </a:rPr>
              <a:t>. Thông tin </a:t>
            </a:r>
            <a:r>
              <a:rPr lang="en-US" sz="2300" dirty="0" err="1">
                <a:effectLst/>
                <a:ea typeface="Calibri" panose="020F0502020204030204" pitchFamily="34" charset="0"/>
                <a:cs typeface="Times New Roman" panose="02020603050405020304" pitchFamily="18" charset="0"/>
              </a:rPr>
              <a:t>về</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hóa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cần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lưu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trữ</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mã</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số</a:t>
            </a:r>
            <a:r>
              <a:rPr lang="vi-VN" sz="2300" dirty="0">
                <a:effectLst/>
                <a:ea typeface="Calibri" panose="020F0502020204030204" pitchFamily="34" charset="0"/>
                <a:cs typeface="Times New Roman" panose="02020603050405020304" pitchFamily="18" charset="0"/>
              </a:rPr>
              <a:t> (gồm 3 ký tự) duy nhất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tên</a:t>
            </a:r>
            <a:r>
              <a:rPr lang="vi-VN" sz="2300" dirty="0">
                <a:effectLst/>
                <a:ea typeface="Calibri" panose="020F0502020204030204" pitchFamily="34" charset="0"/>
                <a:cs typeface="Times New Roman" panose="02020603050405020304" pitchFamily="18" charset="0"/>
              </a:rPr>
              <a:t> (khoảng 30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giới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tính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tháng </a:t>
            </a:r>
            <a:r>
              <a:rPr lang="en-US" sz="2300" dirty="0" err="1">
                <a:effectLst/>
                <a:ea typeface="Calibri" panose="020F0502020204030204" pitchFamily="34" charset="0"/>
                <a:cs typeface="Times New Roman" panose="02020603050405020304" pitchFamily="18" charset="0"/>
              </a:rPr>
              <a:t>năm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sinh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số</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điện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thoại</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liên lạc</a:t>
            </a:r>
            <a:r>
              <a:rPr lang="en-US" sz="2300" dirty="0">
                <a:effectLst/>
                <a:ea typeface="Calibri" panose="020F0502020204030204" pitchFamily="34" charset="0"/>
                <a:cs typeface="Times New Roman" panose="02020603050405020304" pitchFamily="18" charset="0"/>
              </a:rPr>
              <a:t>. Thông tin </a:t>
            </a:r>
            <a:r>
              <a:rPr lang="en-US" sz="2300" dirty="0" err="1">
                <a:effectLst/>
                <a:ea typeface="Calibri" panose="020F0502020204030204" pitchFamily="34" charset="0"/>
                <a:cs typeface="Times New Roman" panose="02020603050405020304" pitchFamily="18" charset="0"/>
              </a:rPr>
              <a:t>về</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án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gồm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mã</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số</a:t>
            </a:r>
            <a:r>
              <a:rPr lang="vi-VN" sz="2300" dirty="0">
                <a:effectLst/>
                <a:ea typeface="Calibri" panose="020F0502020204030204" pitchFamily="34" charset="0"/>
                <a:cs typeface="Times New Roman" panose="02020603050405020304" pitchFamily="18" charset="0"/>
              </a:rPr>
              <a:t> (số nguyên) duy nhất, tên dự án (khoảng 20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bắt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đầu</a:t>
            </a:r>
            <a:r>
              <a:rPr lang="en-US" sz="2300" dirty="0">
                <a:effectLst/>
                <a:ea typeface="Calibri" panose="020F0502020204030204" pitchFamily="34" charset="0"/>
                <a:cs typeface="Times New Roman" panose="02020603050405020304" pitchFamily="18" charset="0"/>
              </a:rPr>
              <a:t>. Thông tin </a:t>
            </a:r>
            <a:r>
              <a:rPr lang="en-US" sz="2300" dirty="0" err="1">
                <a:effectLst/>
                <a:ea typeface="Calibri" panose="020F0502020204030204" pitchFamily="34" charset="0"/>
                <a:cs typeface="Times New Roman" panose="02020603050405020304" pitchFamily="18" charset="0"/>
              </a:rPr>
              <a:t>về</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gồm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mã</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số</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(số nguyên) duy nhất, tên thiết bị (khoảng 30 ký tự) ngày mua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giá</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thành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Hệ</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thống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cần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lưu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thông</a:t>
            </a:r>
            <a:r>
              <a:rPr lang="en-US" sz="2300" dirty="0">
                <a:effectLst/>
                <a:ea typeface="Calibri" panose="020F0502020204030204" pitchFamily="34" charset="0"/>
                <a:cs typeface="Times New Roman" panose="02020603050405020304" pitchFamily="18" charset="0"/>
              </a:rPr>
              <a:t> tin </a:t>
            </a:r>
            <a:r>
              <a:rPr lang="en-US" sz="2300" dirty="0" err="1">
                <a:effectLst/>
                <a:ea typeface="Calibri" panose="020F0502020204030204" pitchFamily="34" charset="0"/>
                <a:cs typeface="Times New Roman" panose="02020603050405020304" pitchFamily="18" charset="0"/>
              </a:rPr>
              <a:t>về</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giao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bị</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khi bàn giao cho nhà hoá học sử dụng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được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giao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hóa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để</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sử</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dụng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án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án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thể</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chưa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hóa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tham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do </a:t>
            </a:r>
            <a:r>
              <a:rPr lang="en-US" sz="2300" dirty="0" err="1">
                <a:effectLst/>
                <a:ea typeface="Calibri" panose="020F0502020204030204" pitchFamily="34" charset="0"/>
                <a:cs typeface="Times New Roman" panose="02020603050405020304" pitchFamily="18" charset="0"/>
              </a:rPr>
              <a:t>đó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cũng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chưa</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đăng ký </a:t>
            </a:r>
            <a:r>
              <a:rPr lang="en-US" sz="2300" dirty="0" err="1">
                <a:effectLst/>
                <a:ea typeface="Calibri" panose="020F0502020204030204" pitchFamily="34" charset="0"/>
                <a:cs typeface="Times New Roman" panose="02020603050405020304" pitchFamily="18" charset="0"/>
              </a:rPr>
              <a:t>sử</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dụng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bị</a:t>
            </a:r>
            <a:endParaRPr lang="en-US" altLang="en-US" sz="2300" dirty="0"/>
          </a:p>
        </p:txBody>
      </p:sp>
      <p:sp>
        <p:nvSpPr>
          <p:cNvPr id="4" name="Date Placeholder 3">
            <a:extLst>
              <a:ext uri="{FF2B5EF4-FFF2-40B4-BE49-F238E27FC236}">
                <a16:creationId xmlns:a16="http://schemas.microsoft.com/office/drawing/2014/main" id="{F34A4B55-4299-45A2-BE71-812EF8843A8E}"/>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2708" name="Slide Number Placeholder 4">
            <a:extLst>
              <a:ext uri="{FF2B5EF4-FFF2-40B4-BE49-F238E27FC236}">
                <a16:creationId xmlns:a16="http://schemas.microsoft.com/office/drawing/2014/main" id="{0D799AC2-DA3D-42A0-9189-EB88740A4FEB}"/>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B16C34-DAB9-4BE9-95EE-CAC2F8447EF9}" type="slidenum">
              <a:rPr lang="en-US" altLang="en-US">
                <a:latin typeface="Arial" panose="020B0604020202020204" pitchFamily="34" charset="0"/>
              </a:rPr>
              <a:pPr/>
              <a:t>43</a:t>
            </a:fld>
            <a:endParaRPr lang="en-US" altLang="en-US">
              <a:latin typeface="Arial" panose="020B0604020202020204" pitchFamily="34"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1D08AE8-6BDA-B930-B4DD-B701A02B7EAF}"/>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3EF0A276-48FE-FCDA-6260-E3BE67FADAA1}"/>
              </a:ext>
            </a:extLst>
          </p:cNvPr>
          <p:cNvSpPr>
            <a:spLocks noGrp="1"/>
          </p:cNvSpPr>
          <p:nvPr>
            <p:ph type="sldNum" sz="quarter" idx="12"/>
          </p:nvPr>
        </p:nvSpPr>
        <p:spPr/>
        <p:txBody>
          <a:bodyPr/>
          <a:lstStyle/>
          <a:p>
            <a:pPr>
              <a:defRPr/>
            </a:pPr>
            <a:fld id="{C829124A-08A9-4D4E-B3E1-53AD02BA2154}" type="slidenum">
              <a:rPr lang="en-US" altLang="en-US"/>
              <a:pPr>
                <a:defRPr/>
              </a:pPr>
              <a:t>44</a:t>
            </a:fld>
            <a:endParaRPr lang="en-US" altLang="en-US"/>
          </a:p>
        </p:txBody>
      </p:sp>
      <p:pic>
        <p:nvPicPr>
          <p:cNvPr id="3" name="Picture 2" descr="A diagram of a company&#10;&#10;Description automatically generated">
            <a:extLst>
              <a:ext uri="{FF2B5EF4-FFF2-40B4-BE49-F238E27FC236}">
                <a16:creationId xmlns:a16="http://schemas.microsoft.com/office/drawing/2014/main" id="{8E9F37CD-A05B-5D14-2AB0-EF443A182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33" y="2280762"/>
            <a:ext cx="9011767" cy="4196237"/>
          </a:xfrm>
          <a:prstGeom prst="rect">
            <a:avLst/>
          </a:prstGeom>
        </p:spPr>
      </p:pic>
      <p:sp>
        <p:nvSpPr>
          <p:cNvPr id="7" name="Title 1">
            <a:extLst>
              <a:ext uri="{FF2B5EF4-FFF2-40B4-BE49-F238E27FC236}">
                <a16:creationId xmlns:a16="http://schemas.microsoft.com/office/drawing/2014/main" id="{A0810D81-9730-8C17-C18A-09535FF1AEC1}"/>
              </a:ext>
            </a:extLst>
          </p:cNvPr>
          <p:cNvSpPr>
            <a:spLocks noGrp="1" noChangeArrowheads="1"/>
          </p:cNvSpPr>
          <p:nvPr>
            <p:ph type="title"/>
          </p:nvPr>
        </p:nvSpPr>
        <p:spPr>
          <a:xfrm>
            <a:off x="457200" y="354013"/>
            <a:ext cx="8229600" cy="788987"/>
          </a:xfrm>
        </p:spPr>
        <p:txBody>
          <a:bodyPr/>
          <a:lstStyle/>
          <a:p>
            <a:pPr eaLnBrk="1" hangingPunct="1"/>
            <a:r>
              <a:rPr lang="en-US" altLang="en-US" sz="3000" dirty="0" err="1"/>
              <a:t>Bài tập 4 - Chuyển sang lược đồ CSDL quan hệ và bảng mô tả kiểu dữ liệu</a:t>
            </a:r>
            <a:endParaRPr lang="en-US" altLang="en-US" sz="3000" dirty="0"/>
          </a:p>
        </p:txBody>
      </p:sp>
    </p:spTree>
    <p:extLst>
      <p:ext uri="{BB962C8B-B14F-4D97-AF65-F5344CB8AC3E}">
        <p14:creationId xmlns:p14="http://schemas.microsoft.com/office/powerpoint/2010/main" val="37785832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72FD4397-7A45-46FE-B2EC-2648BDA4AA68}"/>
              </a:ext>
            </a:extLst>
          </p:cNvPr>
          <p:cNvSpPr>
            <a:spLocks noGrp="1" noChangeArrowheads="1"/>
          </p:cNvSpPr>
          <p:nvPr>
            <p:ph type="title"/>
          </p:nvPr>
        </p:nvSpPr>
        <p:spPr/>
        <p:txBody>
          <a:bodyPr/>
          <a:lstStyle/>
          <a:p>
            <a:pPr eaLnBrk="1" hangingPunct="1"/>
            <a:r>
              <a:rPr lang="en-US" altLang="en-US" dirty="0" err="1"/>
              <a:t>Bài</a:t>
            </a:r>
            <a:r>
              <a:rPr lang="en-US" altLang="en-US" dirty="0"/>
              <a:t> </a:t>
            </a:r>
            <a:r>
              <a:rPr lang="en-US" altLang="en-US" dirty="0" err="1"/>
              <a:t>tập</a:t>
            </a:r>
            <a:r>
              <a:rPr lang="en-US" altLang="en-US" dirty="0"/>
              <a:t> </a:t>
            </a:r>
            <a:r>
              <a:rPr lang="vi-VN" altLang="en-US" dirty="0"/>
              <a:t>5 – Mô tả CSDL</a:t>
            </a:r>
            <a:endParaRPr lang="en-US" altLang="en-US" dirty="0"/>
          </a:p>
        </p:txBody>
      </p:sp>
      <p:sp>
        <p:nvSpPr>
          <p:cNvPr id="73730" name="Content Placeholder 2">
            <a:extLst>
              <a:ext uri="{FF2B5EF4-FFF2-40B4-BE49-F238E27FC236}">
                <a16:creationId xmlns:a16="http://schemas.microsoft.com/office/drawing/2014/main" id="{4B2FEFD3-0174-489D-963F-B451540D190A}"/>
              </a:ext>
            </a:extLst>
          </p:cNvPr>
          <p:cNvSpPr>
            <a:spLocks noGrp="1" noChangeArrowheads="1"/>
          </p:cNvSpPr>
          <p:nvPr>
            <p:ph idx="1"/>
          </p:nvPr>
        </p:nvSpPr>
        <p:spPr>
          <a:xfrm>
            <a:off x="457200" y="1143000"/>
            <a:ext cx="8229600" cy="5253038"/>
          </a:xfrm>
        </p:spPr>
        <p:txBody>
          <a:bodyPr/>
          <a:lstStyle/>
          <a:p>
            <a:pPr marL="0" indent="0" eaLnBrk="1" hangingPunct="1">
              <a:buNone/>
            </a:pP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viện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Thuộc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tính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của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gồm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mã</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vi-VN" sz="2300" dirty="0">
                <a:effectLst/>
                <a:ea typeface="Calibri" panose="020F0502020204030204" pitchFamily="34" charset="0"/>
                <a:cs typeface="Times New Roman" panose="02020603050405020304" pitchFamily="18" charset="0"/>
              </a:rPr>
              <a:t> (gồm 3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tên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vi-VN" sz="2300" dirty="0">
                <a:effectLst/>
                <a:ea typeface="Calibri" panose="020F0502020204030204" pitchFamily="34" charset="0"/>
                <a:cs typeface="Times New Roman" panose="02020603050405020304" pitchFamily="18" charset="0"/>
              </a:rPr>
              <a:t> (khoảng 30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sinh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giới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tính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chuyên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khoa</a:t>
            </a:r>
            <a:r>
              <a:rPr lang="vi-VN" sz="2300" dirty="0">
                <a:effectLst/>
                <a:ea typeface="Calibri" panose="020F0502020204030204" pitchFamily="34" charset="0"/>
                <a:cs typeface="Times New Roman" panose="02020603050405020304" pitchFamily="18" charset="0"/>
              </a:rPr>
              <a:t> (khoảng 20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được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tiếp</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nhận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viện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thông</a:t>
            </a:r>
            <a:r>
              <a:rPr lang="en-US" sz="2300" dirty="0">
                <a:effectLst/>
                <a:ea typeface="Calibri" panose="020F0502020204030204" pitchFamily="34" charset="0"/>
                <a:cs typeface="Times New Roman" panose="02020603050405020304" pitchFamily="18" charset="0"/>
              </a:rPr>
              <a:t> qua </a:t>
            </a:r>
            <a:r>
              <a:rPr lang="en-US" sz="2300" dirty="0" err="1">
                <a:effectLst/>
                <a:ea typeface="Calibri" panose="020F0502020204030204" pitchFamily="34" charset="0"/>
                <a:cs typeface="Times New Roman" panose="02020603050405020304" pitchFamily="18" charset="0"/>
              </a:rPr>
              <a:t>việc</a:t>
            </a:r>
            <a:r>
              <a:rPr lang="en-US" sz="2300" dirty="0">
                <a:effectLst/>
                <a:ea typeface="Calibri" panose="020F0502020204030204" pitchFamily="34" charset="0"/>
                <a:cs typeface="Times New Roman" panose="02020603050405020304" pitchFamily="18" charset="0"/>
              </a:rPr>
              <a:t> </a:t>
            </a:r>
            <a:r>
              <a:rPr lang="vi-VN" sz="2300" dirty="0">
                <a:effectLst/>
                <a:ea typeface="Calibri" panose="020F0502020204030204" pitchFamily="34" charset="0"/>
                <a:cs typeface="Times New Roman" panose="02020603050405020304" pitchFamily="18" charset="0"/>
              </a:rPr>
              <a:t>thăm khám sàng lọc ban đầu bởi một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Thuộc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tính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của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gồm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mã</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vi-VN" sz="2300" dirty="0">
                <a:effectLst/>
                <a:ea typeface="Calibri" panose="020F0502020204030204" pitchFamily="34" charset="0"/>
                <a:cs typeface="Times New Roman" panose="02020603050405020304" pitchFamily="18" charset="0"/>
              </a:rPr>
              <a:t> (gồm 5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họ</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tên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vi-VN" sz="2300" dirty="0">
                <a:effectLst/>
                <a:ea typeface="Calibri" panose="020F0502020204030204" pitchFamily="34" charset="0"/>
                <a:cs typeface="Times New Roman" panose="02020603050405020304" pitchFamily="18" charset="0"/>
              </a:rPr>
              <a:t> (khoảng 30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giới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tính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địa</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chỉ</a:t>
            </a:r>
            <a:r>
              <a:rPr lang="vi-VN" sz="2300" dirty="0">
                <a:effectLst/>
                <a:ea typeface="Calibri" panose="020F0502020204030204" pitchFamily="34" charset="0"/>
                <a:cs typeface="Times New Roman" panose="02020603050405020304" pitchFamily="18" charset="0"/>
              </a:rPr>
              <a:t> (khoảng 30 ký tự)</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năm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sinh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thể</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khám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Khi</a:t>
            </a:r>
            <a:r>
              <a:rPr lang="vi-VN" sz="2300" dirty="0">
                <a:effectLst/>
                <a:ea typeface="Calibri" panose="020F0502020204030204" pitchFamily="34" charset="0"/>
                <a:cs typeface="Times New Roman" panose="02020603050405020304" pitchFamily="18" charset="0"/>
              </a:rPr>
              <a:t> tiếp</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nhận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viện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sẽ</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ghi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nhận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nhập</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viện</a:t>
            </a:r>
            <a:r>
              <a:rPr lang="vi-VN" sz="2300" dirty="0">
                <a:effectLst/>
                <a:ea typeface="Calibri" panose="020F0502020204030204" pitchFamily="34" charset="0"/>
                <a:cs typeface="Times New Roman" panose="02020603050405020304" pitchFamily="18" charset="0"/>
              </a:rPr>
              <a:t>. M</a:t>
            </a:r>
            <a:r>
              <a:rPr lang="en-US" sz="2300" dirty="0" err="1">
                <a:effectLst/>
                <a:ea typeface="Calibri" panose="020F0502020204030204" pitchFamily="34" charset="0"/>
                <a:cs typeface="Times New Roman" panose="02020603050405020304" pitchFamily="18" charset="0"/>
              </a:rPr>
              <a:t>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sẽ</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được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bởi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ít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nhất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có</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thể</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không</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nào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hoặc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viện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cần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lưu</a:t>
            </a:r>
            <a:r>
              <a:rPr lang="en-US" sz="2300" dirty="0">
                <a:effectLst/>
                <a:ea typeface="Calibri" panose="020F0502020204030204" pitchFamily="34" charset="0"/>
                <a:cs typeface="Times New Roman" panose="02020603050405020304" pitchFamily="18" charset="0"/>
              </a:rPr>
              <a:t> chi </a:t>
            </a:r>
            <a:r>
              <a:rPr lang="en-US" sz="2300" dirty="0" err="1">
                <a:effectLst/>
                <a:ea typeface="Calibri" panose="020F0502020204030204" pitchFamily="34" charset="0"/>
                <a:cs typeface="Times New Roman" panose="02020603050405020304" pitchFamily="18" charset="0"/>
              </a:rPr>
              <a:t>tiết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về</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mỗi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lần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bác</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sĩ</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cho</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một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bệnh</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nhân</a:t>
            </a:r>
            <a:r>
              <a:rPr lang="en-US" sz="2300" dirty="0">
                <a:effectLst/>
                <a:ea typeface="Calibri" panose="020F0502020204030204" pitchFamily="34" charset="0"/>
                <a:cs typeface="Times New Roman" panose="02020603050405020304" pitchFamily="18" charset="0"/>
              </a:rPr>
              <a:t>. Chi </a:t>
            </a:r>
            <a:r>
              <a:rPr lang="en-US" sz="2300" dirty="0" err="1">
                <a:effectLst/>
                <a:ea typeface="Calibri" panose="020F0502020204030204" pitchFamily="34" charset="0"/>
                <a:cs typeface="Times New Roman" panose="02020603050405020304" pitchFamily="18" charset="0"/>
              </a:rPr>
              <a:t>tiết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bao </a:t>
            </a:r>
            <a:r>
              <a:rPr lang="en-US" sz="2300" dirty="0" err="1">
                <a:effectLst/>
                <a:ea typeface="Calibri" panose="020F0502020204030204" pitchFamily="34" charset="0"/>
                <a:cs typeface="Times New Roman" panose="02020603050405020304" pitchFamily="18" charset="0"/>
              </a:rPr>
              <a:t>gồm</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ngày</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thời</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gian</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điều</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trị</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và</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kết</a:t>
            </a:r>
            <a:r>
              <a:rPr lang="en-US" sz="2300" dirty="0">
                <a:effectLst/>
                <a:ea typeface="Calibri" panose="020F0502020204030204" pitchFamily="34" charset="0"/>
                <a:cs typeface="Times New Roman" panose="02020603050405020304" pitchFamily="18" charset="0"/>
              </a:rPr>
              <a:t> </a:t>
            </a:r>
            <a:r>
              <a:rPr lang="en-US" sz="2300" dirty="0" err="1">
                <a:effectLst/>
                <a:ea typeface="Calibri" panose="020F0502020204030204" pitchFamily="34" charset="0"/>
                <a:cs typeface="Times New Roman" panose="02020603050405020304" pitchFamily="18" charset="0"/>
              </a:rPr>
              <a:t>quả</a:t>
            </a:r>
            <a:r>
              <a:rPr lang="vi-VN" sz="2300" dirty="0">
                <a:effectLst/>
                <a:ea typeface="Calibri" panose="020F0502020204030204" pitchFamily="34" charset="0"/>
                <a:cs typeface="Times New Roman" panose="02020603050405020304" pitchFamily="18" charset="0"/>
              </a:rPr>
              <a:t> (khoảng 30 ký tự)</a:t>
            </a:r>
            <a:r>
              <a:rPr lang="en-VN" sz="2300" dirty="0">
                <a:effectLst/>
              </a:rPr>
              <a:t> </a:t>
            </a:r>
            <a:endParaRPr lang="en-US" altLang="en-US" sz="2300" dirty="0"/>
          </a:p>
        </p:txBody>
      </p:sp>
      <p:sp>
        <p:nvSpPr>
          <p:cNvPr id="4" name="Date Placeholder 3">
            <a:extLst>
              <a:ext uri="{FF2B5EF4-FFF2-40B4-BE49-F238E27FC236}">
                <a16:creationId xmlns:a16="http://schemas.microsoft.com/office/drawing/2014/main" id="{C45598AE-BA50-4CA9-A0CE-48CFC07BE41F}"/>
              </a:ext>
            </a:extLst>
          </p:cNvPr>
          <p:cNvSpPr>
            <a:spLocks noGrp="1"/>
          </p:cNvSpPr>
          <p:nvPr>
            <p:ph type="dt" sz="quarter" idx="10"/>
          </p:nvPr>
        </p:nvSpPr>
        <p:spPr/>
        <p:txBody>
          <a:bodyPr/>
          <a:lstStyle/>
          <a:p>
            <a:pPr>
              <a:defRPr/>
            </a:pPr>
            <a:r>
              <a:rPr lang="en-US"/>
              <a:t>Bộ môn Hệ thống Thông tin - Khoa CNTT</a:t>
            </a:r>
            <a:endParaRPr lang="en-US" altLang="en-US" dirty="0"/>
          </a:p>
        </p:txBody>
      </p:sp>
      <p:sp>
        <p:nvSpPr>
          <p:cNvPr id="73732" name="Slide Number Placeholder 4">
            <a:extLst>
              <a:ext uri="{FF2B5EF4-FFF2-40B4-BE49-F238E27FC236}">
                <a16:creationId xmlns:a16="http://schemas.microsoft.com/office/drawing/2014/main" id="{F8FF3903-99C3-4BB7-8988-37331C88900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A345BEC4-BFD9-4219-B31B-AFFE958CBB11}" type="slidenum">
              <a:rPr lang="en-US" altLang="en-US">
                <a:latin typeface="Arial" panose="020B0604020202020204" pitchFamily="34" charset="0"/>
              </a:rPr>
              <a:pPr/>
              <a:t>45</a:t>
            </a:fld>
            <a:endParaRPr lang="en-US" altLang="en-US">
              <a:latin typeface="Arial" panose="020B0604020202020204" pitchFamily="34" charset="0"/>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BE76801-1987-3D25-13BC-9F2DCF5C10DA}"/>
              </a:ext>
            </a:extLst>
          </p:cNvPr>
          <p:cNvSpPr>
            <a:spLocks noGrp="1"/>
          </p:cNvSpPr>
          <p:nvPr>
            <p:ph type="dt" sz="half" idx="10"/>
          </p:nvPr>
        </p:nvSpPr>
        <p:spPr/>
        <p:txBody>
          <a:bodyPr/>
          <a:lstStyle/>
          <a:p>
            <a:pPr>
              <a:defRPr/>
            </a:pPr>
            <a:r>
              <a:rPr lang="en-US"/>
              <a:t>Bộ môn Hệ thống Thông tin - Khoa CNTT</a:t>
            </a:r>
            <a:endParaRPr lang="en-US" altLang="en-US"/>
          </a:p>
        </p:txBody>
      </p:sp>
      <p:sp>
        <p:nvSpPr>
          <p:cNvPr id="5" name="Slide Number Placeholder 4">
            <a:extLst>
              <a:ext uri="{FF2B5EF4-FFF2-40B4-BE49-F238E27FC236}">
                <a16:creationId xmlns:a16="http://schemas.microsoft.com/office/drawing/2014/main" id="{76D73F00-0E27-A68A-25DD-D5C93AB7EFBB}"/>
              </a:ext>
            </a:extLst>
          </p:cNvPr>
          <p:cNvSpPr>
            <a:spLocks noGrp="1"/>
          </p:cNvSpPr>
          <p:nvPr>
            <p:ph type="sldNum" sz="quarter" idx="12"/>
          </p:nvPr>
        </p:nvSpPr>
        <p:spPr/>
        <p:txBody>
          <a:bodyPr/>
          <a:lstStyle/>
          <a:p>
            <a:pPr>
              <a:defRPr/>
            </a:pPr>
            <a:fld id="{C829124A-08A9-4D4E-B3E1-53AD02BA2154}" type="slidenum">
              <a:rPr lang="en-US" altLang="en-US"/>
              <a:pPr>
                <a:defRPr/>
              </a:pPr>
              <a:t>46</a:t>
            </a:fld>
            <a:endParaRPr lang="en-US" altLang="en-US"/>
          </a:p>
        </p:txBody>
      </p:sp>
      <p:pic>
        <p:nvPicPr>
          <p:cNvPr id="6" name="Picture 5" descr="A diagram of a company&#10;&#10;Description automatically generated">
            <a:extLst>
              <a:ext uri="{FF2B5EF4-FFF2-40B4-BE49-F238E27FC236}">
                <a16:creationId xmlns:a16="http://schemas.microsoft.com/office/drawing/2014/main" id="{7CAEB139-5B28-DCFC-8590-F2FF8AD5FE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14" y="2438401"/>
            <a:ext cx="9038966" cy="3200399"/>
          </a:xfrm>
          <a:prstGeom prst="rect">
            <a:avLst/>
          </a:prstGeom>
        </p:spPr>
      </p:pic>
      <p:sp>
        <p:nvSpPr>
          <p:cNvPr id="7" name="Title 1">
            <a:extLst>
              <a:ext uri="{FF2B5EF4-FFF2-40B4-BE49-F238E27FC236}">
                <a16:creationId xmlns:a16="http://schemas.microsoft.com/office/drawing/2014/main" id="{BA50F423-33D1-EE66-EE8C-54C84A20C7CE}"/>
              </a:ext>
            </a:extLst>
          </p:cNvPr>
          <p:cNvSpPr>
            <a:spLocks noGrp="1" noChangeArrowheads="1"/>
          </p:cNvSpPr>
          <p:nvPr>
            <p:ph type="title"/>
          </p:nvPr>
        </p:nvSpPr>
        <p:spPr>
          <a:xfrm>
            <a:off x="457200" y="354013"/>
            <a:ext cx="8229600" cy="788987"/>
          </a:xfrm>
        </p:spPr>
        <p:txBody>
          <a:bodyPr/>
          <a:lstStyle/>
          <a:p>
            <a:pPr eaLnBrk="1" hangingPunct="1"/>
            <a:r>
              <a:rPr lang="en-US" altLang="en-US" sz="3000" dirty="0" err="1"/>
              <a:t>Bài tập 5 - Chuyển sang lược đồ CSDL quan hệ và bảng mô tả kiểu dữ liệu</a:t>
            </a:r>
            <a:endParaRPr lang="en-US" altLang="en-US" sz="3000" dirty="0"/>
          </a:p>
        </p:txBody>
      </p:sp>
    </p:spTree>
    <p:extLst>
      <p:ext uri="{BB962C8B-B14F-4D97-AF65-F5344CB8AC3E}">
        <p14:creationId xmlns:p14="http://schemas.microsoft.com/office/powerpoint/2010/main" val="61568978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Date Placeholder 3">
            <a:extLst>
              <a:ext uri="{FF2B5EF4-FFF2-40B4-BE49-F238E27FC236}">
                <a16:creationId xmlns:a16="http://schemas.microsoft.com/office/drawing/2014/main" id="{7E089A24-B662-4458-BF68-D72851B2D2D7}"/>
              </a:ext>
            </a:extLst>
          </p:cNvPr>
          <p:cNvSpPr>
            <a:spLocks noGrp="1"/>
          </p:cNvSpPr>
          <p:nvPr>
            <p:ph type="dt" sz="quarter" idx="10"/>
          </p:nvPr>
        </p:nvSpPr>
        <p:spPr/>
        <p:txBody>
          <a:bodyPr/>
          <a:lstStyle/>
          <a:p>
            <a:pPr>
              <a:defRPr/>
            </a:pPr>
            <a:r>
              <a:rPr lang="en-US"/>
              <a:t>Bộ môn Hệ thống Thông tin - Khoa CNTT</a:t>
            </a:r>
            <a:endParaRPr lang="en-US" altLang="en-US"/>
          </a:p>
        </p:txBody>
      </p:sp>
      <p:sp>
        <p:nvSpPr>
          <p:cNvPr id="74754" name="Slide Number Placeholder 5">
            <a:extLst>
              <a:ext uri="{FF2B5EF4-FFF2-40B4-BE49-F238E27FC236}">
                <a16:creationId xmlns:a16="http://schemas.microsoft.com/office/drawing/2014/main" id="{EB1A90EC-ECE1-46CE-928B-8F5B07171913}"/>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Tahoma" panose="020B0604030504040204" pitchFamily="34" charset="0"/>
              </a:defRPr>
            </a:lvl1pPr>
            <a:lvl2pPr marL="742950" indent="-285750">
              <a:defRPr>
                <a:solidFill>
                  <a:schemeClr val="tx1"/>
                </a:solidFill>
                <a:latin typeface="Tahoma" panose="020B0604030504040204" pitchFamily="34" charset="0"/>
              </a:defRPr>
            </a:lvl2pPr>
            <a:lvl3pPr marL="1143000" indent="-228600">
              <a:defRPr>
                <a:solidFill>
                  <a:schemeClr val="tx1"/>
                </a:solidFill>
                <a:latin typeface="Tahoma" panose="020B0604030504040204" pitchFamily="34" charset="0"/>
              </a:defRPr>
            </a:lvl3pPr>
            <a:lvl4pPr marL="1600200" indent="-228600">
              <a:defRPr>
                <a:solidFill>
                  <a:schemeClr val="tx1"/>
                </a:solidFill>
                <a:latin typeface="Tahoma" panose="020B0604030504040204" pitchFamily="34" charset="0"/>
              </a:defRPr>
            </a:lvl4pPr>
            <a:lvl5pPr marL="2057400" indent="-228600">
              <a:defRPr>
                <a:solidFill>
                  <a:schemeClr val="tx1"/>
                </a:solidFill>
                <a:latin typeface="Tahoma" panose="020B0604030504040204" pitchFamily="34" charset="0"/>
              </a:defRPr>
            </a:lvl5pPr>
            <a:lvl6pPr marL="2514600" indent="-228600" eaLnBrk="0" fontAlgn="base" hangingPunct="0">
              <a:spcBef>
                <a:spcPct val="0"/>
              </a:spcBef>
              <a:spcAft>
                <a:spcPct val="0"/>
              </a:spcAft>
              <a:defRPr>
                <a:solidFill>
                  <a:schemeClr val="tx1"/>
                </a:solidFill>
                <a:latin typeface="Tahoma" panose="020B0604030504040204" pitchFamily="34" charset="0"/>
              </a:defRPr>
            </a:lvl6pPr>
            <a:lvl7pPr marL="2971800" indent="-228600" eaLnBrk="0" fontAlgn="base" hangingPunct="0">
              <a:spcBef>
                <a:spcPct val="0"/>
              </a:spcBef>
              <a:spcAft>
                <a:spcPct val="0"/>
              </a:spcAft>
              <a:defRPr>
                <a:solidFill>
                  <a:schemeClr val="tx1"/>
                </a:solidFill>
                <a:latin typeface="Tahoma" panose="020B0604030504040204" pitchFamily="34" charset="0"/>
              </a:defRPr>
            </a:lvl7pPr>
            <a:lvl8pPr marL="3429000" indent="-228600" eaLnBrk="0" fontAlgn="base" hangingPunct="0">
              <a:spcBef>
                <a:spcPct val="0"/>
              </a:spcBef>
              <a:spcAft>
                <a:spcPct val="0"/>
              </a:spcAft>
              <a:defRPr>
                <a:solidFill>
                  <a:schemeClr val="tx1"/>
                </a:solidFill>
                <a:latin typeface="Tahoma" panose="020B0604030504040204" pitchFamily="34" charset="0"/>
              </a:defRPr>
            </a:lvl8pPr>
            <a:lvl9pPr marL="3886200" indent="-228600" eaLnBrk="0" fontAlgn="base" hangingPunct="0">
              <a:spcBef>
                <a:spcPct val="0"/>
              </a:spcBef>
              <a:spcAft>
                <a:spcPct val="0"/>
              </a:spcAft>
              <a:defRPr>
                <a:solidFill>
                  <a:schemeClr val="tx1"/>
                </a:solidFill>
                <a:latin typeface="Tahoma" panose="020B0604030504040204" pitchFamily="34" charset="0"/>
              </a:defRPr>
            </a:lvl9pPr>
          </a:lstStyle>
          <a:p>
            <a:fld id="{B742150C-126C-413F-B19F-A279053D869D}" type="slidenum">
              <a:rPr lang="en-US" altLang="en-US">
                <a:latin typeface="Arial" panose="020B0604020202020204" pitchFamily="34" charset="0"/>
              </a:rPr>
              <a:pPr/>
              <a:t>47</a:t>
            </a:fld>
            <a:endParaRPr lang="en-US" altLang="en-US">
              <a:latin typeface="Arial" panose="020B0604020202020204" pitchFamily="34" charset="0"/>
            </a:endParaRPr>
          </a:p>
        </p:txBody>
      </p:sp>
      <p:grpSp>
        <p:nvGrpSpPr>
          <p:cNvPr id="74755" name="Group 17">
            <a:extLst>
              <a:ext uri="{FF2B5EF4-FFF2-40B4-BE49-F238E27FC236}">
                <a16:creationId xmlns:a16="http://schemas.microsoft.com/office/drawing/2014/main" id="{A42C0BF4-C4C6-4061-9CCA-E5DBC66F62C3}"/>
              </a:ext>
            </a:extLst>
          </p:cNvPr>
          <p:cNvGrpSpPr>
            <a:grpSpLocks/>
          </p:cNvGrpSpPr>
          <p:nvPr/>
        </p:nvGrpSpPr>
        <p:grpSpPr bwMode="auto">
          <a:xfrm>
            <a:off x="3505200" y="1219200"/>
            <a:ext cx="1857375" cy="3995738"/>
            <a:chOff x="2208" y="768"/>
            <a:chExt cx="1170" cy="2517"/>
          </a:xfrm>
        </p:grpSpPr>
        <p:sp>
          <p:nvSpPr>
            <p:cNvPr id="74756" name="AutoShape 7">
              <a:extLst>
                <a:ext uri="{FF2B5EF4-FFF2-40B4-BE49-F238E27FC236}">
                  <a16:creationId xmlns:a16="http://schemas.microsoft.com/office/drawing/2014/main" id="{B1633CDC-3B46-47EE-B8CC-3053BEBC9466}"/>
                </a:ext>
              </a:extLst>
            </p:cNvPr>
            <p:cNvSpPr>
              <a:spLocks noChangeAspect="1" noChangeArrowheads="1" noTextEdit="1"/>
            </p:cNvSpPr>
            <p:nvPr/>
          </p:nvSpPr>
          <p:spPr bwMode="auto">
            <a:xfrm>
              <a:off x="2208" y="768"/>
              <a:ext cx="1170" cy="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74757" name="Freeform 8">
              <a:extLst>
                <a:ext uri="{FF2B5EF4-FFF2-40B4-BE49-F238E27FC236}">
                  <a16:creationId xmlns:a16="http://schemas.microsoft.com/office/drawing/2014/main" id="{C0679AA3-84A7-4456-8FF8-D39D5AEE522E}"/>
                </a:ext>
              </a:extLst>
            </p:cNvPr>
            <p:cNvSpPr>
              <a:spLocks/>
            </p:cNvSpPr>
            <p:nvPr/>
          </p:nvSpPr>
          <p:spPr bwMode="auto">
            <a:xfrm>
              <a:off x="2582" y="1093"/>
              <a:ext cx="457" cy="507"/>
            </a:xfrm>
            <a:custGeom>
              <a:avLst/>
              <a:gdLst>
                <a:gd name="T0" fmla="*/ 238 w 457"/>
                <a:gd name="T1" fmla="*/ 117 h 507"/>
                <a:gd name="T2" fmla="*/ 198 w 457"/>
                <a:gd name="T3" fmla="*/ 65 h 507"/>
                <a:gd name="T4" fmla="*/ 142 w 457"/>
                <a:gd name="T5" fmla="*/ 26 h 507"/>
                <a:gd name="T6" fmla="*/ 92 w 457"/>
                <a:gd name="T7" fmla="*/ 0 h 507"/>
                <a:gd name="T8" fmla="*/ 52 w 457"/>
                <a:gd name="T9" fmla="*/ 7 h 507"/>
                <a:gd name="T10" fmla="*/ 23 w 457"/>
                <a:gd name="T11" fmla="*/ 36 h 507"/>
                <a:gd name="T12" fmla="*/ 0 w 457"/>
                <a:gd name="T13" fmla="*/ 124 h 507"/>
                <a:gd name="T14" fmla="*/ 9 w 457"/>
                <a:gd name="T15" fmla="*/ 225 h 507"/>
                <a:gd name="T16" fmla="*/ 33 w 457"/>
                <a:gd name="T17" fmla="*/ 322 h 507"/>
                <a:gd name="T18" fmla="*/ 59 w 457"/>
                <a:gd name="T19" fmla="*/ 397 h 507"/>
                <a:gd name="T20" fmla="*/ 109 w 457"/>
                <a:gd name="T21" fmla="*/ 475 h 507"/>
                <a:gd name="T22" fmla="*/ 152 w 457"/>
                <a:gd name="T23" fmla="*/ 507 h 507"/>
                <a:gd name="T24" fmla="*/ 211 w 457"/>
                <a:gd name="T25" fmla="*/ 507 h 507"/>
                <a:gd name="T26" fmla="*/ 271 w 457"/>
                <a:gd name="T27" fmla="*/ 485 h 507"/>
                <a:gd name="T28" fmla="*/ 301 w 457"/>
                <a:gd name="T29" fmla="*/ 429 h 507"/>
                <a:gd name="T30" fmla="*/ 317 w 457"/>
                <a:gd name="T31" fmla="*/ 358 h 507"/>
                <a:gd name="T32" fmla="*/ 311 w 457"/>
                <a:gd name="T33" fmla="*/ 270 h 507"/>
                <a:gd name="T34" fmla="*/ 450 w 457"/>
                <a:gd name="T35" fmla="*/ 280 h 507"/>
                <a:gd name="T36" fmla="*/ 457 w 457"/>
                <a:gd name="T37" fmla="*/ 241 h 507"/>
                <a:gd name="T38" fmla="*/ 298 w 457"/>
                <a:gd name="T39" fmla="*/ 225 h 507"/>
                <a:gd name="T40" fmla="*/ 258 w 457"/>
                <a:gd name="T41" fmla="*/ 134 h 507"/>
                <a:gd name="T42" fmla="*/ 238 w 457"/>
                <a:gd name="T43" fmla="*/ 117 h 507"/>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457" h="507">
                  <a:moveTo>
                    <a:pt x="238" y="117"/>
                  </a:moveTo>
                  <a:lnTo>
                    <a:pt x="198" y="65"/>
                  </a:lnTo>
                  <a:lnTo>
                    <a:pt x="142" y="26"/>
                  </a:lnTo>
                  <a:lnTo>
                    <a:pt x="92" y="0"/>
                  </a:lnTo>
                  <a:lnTo>
                    <a:pt x="52" y="7"/>
                  </a:lnTo>
                  <a:lnTo>
                    <a:pt x="23" y="36"/>
                  </a:lnTo>
                  <a:lnTo>
                    <a:pt x="0" y="124"/>
                  </a:lnTo>
                  <a:lnTo>
                    <a:pt x="9" y="225"/>
                  </a:lnTo>
                  <a:lnTo>
                    <a:pt x="33" y="322"/>
                  </a:lnTo>
                  <a:lnTo>
                    <a:pt x="59" y="397"/>
                  </a:lnTo>
                  <a:lnTo>
                    <a:pt x="109" y="475"/>
                  </a:lnTo>
                  <a:lnTo>
                    <a:pt x="152" y="507"/>
                  </a:lnTo>
                  <a:lnTo>
                    <a:pt x="211" y="507"/>
                  </a:lnTo>
                  <a:lnTo>
                    <a:pt x="271" y="485"/>
                  </a:lnTo>
                  <a:lnTo>
                    <a:pt x="301" y="429"/>
                  </a:lnTo>
                  <a:lnTo>
                    <a:pt x="317" y="358"/>
                  </a:lnTo>
                  <a:lnTo>
                    <a:pt x="311" y="270"/>
                  </a:lnTo>
                  <a:lnTo>
                    <a:pt x="450" y="280"/>
                  </a:lnTo>
                  <a:lnTo>
                    <a:pt x="457" y="241"/>
                  </a:lnTo>
                  <a:lnTo>
                    <a:pt x="298" y="225"/>
                  </a:lnTo>
                  <a:lnTo>
                    <a:pt x="258" y="134"/>
                  </a:lnTo>
                  <a:lnTo>
                    <a:pt x="238" y="117"/>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58" name="Freeform 9">
              <a:extLst>
                <a:ext uri="{FF2B5EF4-FFF2-40B4-BE49-F238E27FC236}">
                  <a16:creationId xmlns:a16="http://schemas.microsoft.com/office/drawing/2014/main" id="{0C3BA68C-7657-4A1F-B8ED-EF3748B87014}"/>
                </a:ext>
              </a:extLst>
            </p:cNvPr>
            <p:cNvSpPr>
              <a:spLocks/>
            </p:cNvSpPr>
            <p:nvPr/>
          </p:nvSpPr>
          <p:spPr bwMode="auto">
            <a:xfrm>
              <a:off x="2210" y="963"/>
              <a:ext cx="526" cy="813"/>
            </a:xfrm>
            <a:custGeom>
              <a:avLst/>
              <a:gdLst>
                <a:gd name="T0" fmla="*/ 307 w 526"/>
                <a:gd name="T1" fmla="*/ 19 h 813"/>
                <a:gd name="T2" fmla="*/ 373 w 526"/>
                <a:gd name="T3" fmla="*/ 0 h 813"/>
                <a:gd name="T4" fmla="*/ 426 w 526"/>
                <a:gd name="T5" fmla="*/ 3 h 813"/>
                <a:gd name="T6" fmla="*/ 466 w 526"/>
                <a:gd name="T7" fmla="*/ 32 h 813"/>
                <a:gd name="T8" fmla="*/ 493 w 526"/>
                <a:gd name="T9" fmla="*/ 78 h 813"/>
                <a:gd name="T10" fmla="*/ 483 w 526"/>
                <a:gd name="T11" fmla="*/ 126 h 813"/>
                <a:gd name="T12" fmla="*/ 446 w 526"/>
                <a:gd name="T13" fmla="*/ 126 h 813"/>
                <a:gd name="T14" fmla="*/ 456 w 526"/>
                <a:gd name="T15" fmla="*/ 87 h 813"/>
                <a:gd name="T16" fmla="*/ 426 w 526"/>
                <a:gd name="T17" fmla="*/ 52 h 813"/>
                <a:gd name="T18" fmla="*/ 397 w 526"/>
                <a:gd name="T19" fmla="*/ 39 h 813"/>
                <a:gd name="T20" fmla="*/ 347 w 526"/>
                <a:gd name="T21" fmla="*/ 52 h 813"/>
                <a:gd name="T22" fmla="*/ 367 w 526"/>
                <a:gd name="T23" fmla="*/ 91 h 813"/>
                <a:gd name="T24" fmla="*/ 373 w 526"/>
                <a:gd name="T25" fmla="*/ 126 h 813"/>
                <a:gd name="T26" fmla="*/ 367 w 526"/>
                <a:gd name="T27" fmla="*/ 156 h 813"/>
                <a:gd name="T28" fmla="*/ 317 w 526"/>
                <a:gd name="T29" fmla="*/ 169 h 813"/>
                <a:gd name="T30" fmla="*/ 264 w 526"/>
                <a:gd name="T31" fmla="*/ 159 h 813"/>
                <a:gd name="T32" fmla="*/ 254 w 526"/>
                <a:gd name="T33" fmla="*/ 136 h 813"/>
                <a:gd name="T34" fmla="*/ 198 w 526"/>
                <a:gd name="T35" fmla="*/ 198 h 813"/>
                <a:gd name="T36" fmla="*/ 165 w 526"/>
                <a:gd name="T37" fmla="*/ 266 h 813"/>
                <a:gd name="T38" fmla="*/ 119 w 526"/>
                <a:gd name="T39" fmla="*/ 354 h 813"/>
                <a:gd name="T40" fmla="*/ 89 w 526"/>
                <a:gd name="T41" fmla="*/ 432 h 813"/>
                <a:gd name="T42" fmla="*/ 76 w 526"/>
                <a:gd name="T43" fmla="*/ 507 h 813"/>
                <a:gd name="T44" fmla="*/ 86 w 526"/>
                <a:gd name="T45" fmla="*/ 546 h 813"/>
                <a:gd name="T46" fmla="*/ 139 w 526"/>
                <a:gd name="T47" fmla="*/ 595 h 813"/>
                <a:gd name="T48" fmla="*/ 248 w 526"/>
                <a:gd name="T49" fmla="*/ 637 h 813"/>
                <a:gd name="T50" fmla="*/ 307 w 526"/>
                <a:gd name="T51" fmla="*/ 656 h 813"/>
                <a:gd name="T52" fmla="*/ 367 w 526"/>
                <a:gd name="T53" fmla="*/ 666 h 813"/>
                <a:gd name="T54" fmla="*/ 456 w 526"/>
                <a:gd name="T55" fmla="*/ 702 h 813"/>
                <a:gd name="T56" fmla="*/ 522 w 526"/>
                <a:gd name="T57" fmla="*/ 725 h 813"/>
                <a:gd name="T58" fmla="*/ 526 w 526"/>
                <a:gd name="T59" fmla="*/ 770 h 813"/>
                <a:gd name="T60" fmla="*/ 493 w 526"/>
                <a:gd name="T61" fmla="*/ 803 h 813"/>
                <a:gd name="T62" fmla="*/ 453 w 526"/>
                <a:gd name="T63" fmla="*/ 813 h 813"/>
                <a:gd name="T64" fmla="*/ 393 w 526"/>
                <a:gd name="T65" fmla="*/ 783 h 813"/>
                <a:gd name="T66" fmla="*/ 254 w 526"/>
                <a:gd name="T67" fmla="*/ 712 h 813"/>
                <a:gd name="T68" fmla="*/ 139 w 526"/>
                <a:gd name="T69" fmla="*/ 663 h 813"/>
                <a:gd name="T70" fmla="*/ 59 w 526"/>
                <a:gd name="T71" fmla="*/ 608 h 813"/>
                <a:gd name="T72" fmla="*/ 6 w 526"/>
                <a:gd name="T73" fmla="*/ 559 h 813"/>
                <a:gd name="T74" fmla="*/ 0 w 526"/>
                <a:gd name="T75" fmla="*/ 500 h 813"/>
                <a:gd name="T76" fmla="*/ 29 w 526"/>
                <a:gd name="T77" fmla="*/ 422 h 813"/>
                <a:gd name="T78" fmla="*/ 89 w 526"/>
                <a:gd name="T79" fmla="*/ 305 h 813"/>
                <a:gd name="T80" fmla="*/ 145 w 526"/>
                <a:gd name="T81" fmla="*/ 208 h 813"/>
                <a:gd name="T82" fmla="*/ 215 w 526"/>
                <a:gd name="T83" fmla="*/ 107 h 813"/>
                <a:gd name="T84" fmla="*/ 268 w 526"/>
                <a:gd name="T85" fmla="*/ 48 h 813"/>
                <a:gd name="T86" fmla="*/ 334 w 526"/>
                <a:gd name="T87" fmla="*/ 19 h 813"/>
                <a:gd name="T88" fmla="*/ 307 w 526"/>
                <a:gd name="T89" fmla="*/ 19 h 813"/>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526" h="813">
                  <a:moveTo>
                    <a:pt x="307" y="19"/>
                  </a:moveTo>
                  <a:lnTo>
                    <a:pt x="373" y="0"/>
                  </a:lnTo>
                  <a:lnTo>
                    <a:pt x="426" y="3"/>
                  </a:lnTo>
                  <a:lnTo>
                    <a:pt x="466" y="32"/>
                  </a:lnTo>
                  <a:lnTo>
                    <a:pt x="493" y="78"/>
                  </a:lnTo>
                  <a:lnTo>
                    <a:pt x="483" y="126"/>
                  </a:lnTo>
                  <a:lnTo>
                    <a:pt x="446" y="126"/>
                  </a:lnTo>
                  <a:lnTo>
                    <a:pt x="456" y="87"/>
                  </a:lnTo>
                  <a:lnTo>
                    <a:pt x="426" y="52"/>
                  </a:lnTo>
                  <a:lnTo>
                    <a:pt x="397" y="39"/>
                  </a:lnTo>
                  <a:lnTo>
                    <a:pt x="347" y="52"/>
                  </a:lnTo>
                  <a:lnTo>
                    <a:pt x="367" y="91"/>
                  </a:lnTo>
                  <a:lnTo>
                    <a:pt x="373" y="126"/>
                  </a:lnTo>
                  <a:lnTo>
                    <a:pt x="367" y="156"/>
                  </a:lnTo>
                  <a:lnTo>
                    <a:pt x="317" y="169"/>
                  </a:lnTo>
                  <a:lnTo>
                    <a:pt x="264" y="159"/>
                  </a:lnTo>
                  <a:lnTo>
                    <a:pt x="254" y="136"/>
                  </a:lnTo>
                  <a:lnTo>
                    <a:pt x="198" y="198"/>
                  </a:lnTo>
                  <a:lnTo>
                    <a:pt x="165" y="266"/>
                  </a:lnTo>
                  <a:lnTo>
                    <a:pt x="119" y="354"/>
                  </a:lnTo>
                  <a:lnTo>
                    <a:pt x="89" y="432"/>
                  </a:lnTo>
                  <a:lnTo>
                    <a:pt x="76" y="507"/>
                  </a:lnTo>
                  <a:lnTo>
                    <a:pt x="86" y="546"/>
                  </a:lnTo>
                  <a:lnTo>
                    <a:pt x="139" y="595"/>
                  </a:lnTo>
                  <a:lnTo>
                    <a:pt x="248" y="637"/>
                  </a:lnTo>
                  <a:lnTo>
                    <a:pt x="307" y="656"/>
                  </a:lnTo>
                  <a:lnTo>
                    <a:pt x="367" y="666"/>
                  </a:lnTo>
                  <a:lnTo>
                    <a:pt x="456" y="702"/>
                  </a:lnTo>
                  <a:lnTo>
                    <a:pt x="522" y="725"/>
                  </a:lnTo>
                  <a:lnTo>
                    <a:pt x="526" y="770"/>
                  </a:lnTo>
                  <a:lnTo>
                    <a:pt x="493" y="803"/>
                  </a:lnTo>
                  <a:lnTo>
                    <a:pt x="453" y="813"/>
                  </a:lnTo>
                  <a:lnTo>
                    <a:pt x="393" y="783"/>
                  </a:lnTo>
                  <a:lnTo>
                    <a:pt x="254" y="712"/>
                  </a:lnTo>
                  <a:lnTo>
                    <a:pt x="139" y="663"/>
                  </a:lnTo>
                  <a:lnTo>
                    <a:pt x="59" y="608"/>
                  </a:lnTo>
                  <a:lnTo>
                    <a:pt x="6" y="559"/>
                  </a:lnTo>
                  <a:lnTo>
                    <a:pt x="0" y="500"/>
                  </a:lnTo>
                  <a:lnTo>
                    <a:pt x="29" y="422"/>
                  </a:lnTo>
                  <a:lnTo>
                    <a:pt x="89" y="305"/>
                  </a:lnTo>
                  <a:lnTo>
                    <a:pt x="145" y="208"/>
                  </a:lnTo>
                  <a:lnTo>
                    <a:pt x="215" y="107"/>
                  </a:lnTo>
                  <a:lnTo>
                    <a:pt x="268" y="48"/>
                  </a:lnTo>
                  <a:lnTo>
                    <a:pt x="334" y="19"/>
                  </a:lnTo>
                  <a:lnTo>
                    <a:pt x="307" y="1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59" name="Freeform 10">
              <a:extLst>
                <a:ext uri="{FF2B5EF4-FFF2-40B4-BE49-F238E27FC236}">
                  <a16:creationId xmlns:a16="http://schemas.microsoft.com/office/drawing/2014/main" id="{BB932180-E4E7-4FFE-9BA4-08B5270AE156}"/>
                </a:ext>
              </a:extLst>
            </p:cNvPr>
            <p:cNvSpPr>
              <a:spLocks/>
            </p:cNvSpPr>
            <p:nvPr/>
          </p:nvSpPr>
          <p:spPr bwMode="auto">
            <a:xfrm>
              <a:off x="2706" y="1637"/>
              <a:ext cx="275" cy="763"/>
            </a:xfrm>
            <a:custGeom>
              <a:avLst/>
              <a:gdLst>
                <a:gd name="T0" fmla="*/ 17 w 275"/>
                <a:gd name="T1" fmla="*/ 59 h 763"/>
                <a:gd name="T2" fmla="*/ 27 w 275"/>
                <a:gd name="T3" fmla="*/ 20 h 763"/>
                <a:gd name="T4" fmla="*/ 70 w 275"/>
                <a:gd name="T5" fmla="*/ 0 h 763"/>
                <a:gd name="T6" fmla="*/ 109 w 275"/>
                <a:gd name="T7" fmla="*/ 0 h 763"/>
                <a:gd name="T8" fmla="*/ 159 w 275"/>
                <a:gd name="T9" fmla="*/ 29 h 763"/>
                <a:gd name="T10" fmla="*/ 206 w 275"/>
                <a:gd name="T11" fmla="*/ 98 h 763"/>
                <a:gd name="T12" fmla="*/ 239 w 275"/>
                <a:gd name="T13" fmla="*/ 169 h 763"/>
                <a:gd name="T14" fmla="*/ 255 w 275"/>
                <a:gd name="T15" fmla="*/ 266 h 763"/>
                <a:gd name="T16" fmla="*/ 269 w 275"/>
                <a:gd name="T17" fmla="*/ 380 h 763"/>
                <a:gd name="T18" fmla="*/ 275 w 275"/>
                <a:gd name="T19" fmla="*/ 490 h 763"/>
                <a:gd name="T20" fmla="*/ 275 w 275"/>
                <a:gd name="T21" fmla="*/ 633 h 763"/>
                <a:gd name="T22" fmla="*/ 255 w 275"/>
                <a:gd name="T23" fmla="*/ 721 h 763"/>
                <a:gd name="T24" fmla="*/ 219 w 275"/>
                <a:gd name="T25" fmla="*/ 753 h 763"/>
                <a:gd name="T26" fmla="*/ 156 w 275"/>
                <a:gd name="T27" fmla="*/ 763 h 763"/>
                <a:gd name="T28" fmla="*/ 90 w 275"/>
                <a:gd name="T29" fmla="*/ 760 h 763"/>
                <a:gd name="T30" fmla="*/ 56 w 275"/>
                <a:gd name="T31" fmla="*/ 721 h 763"/>
                <a:gd name="T32" fmla="*/ 37 w 275"/>
                <a:gd name="T33" fmla="*/ 653 h 763"/>
                <a:gd name="T34" fmla="*/ 20 w 275"/>
                <a:gd name="T35" fmla="*/ 585 h 763"/>
                <a:gd name="T36" fmla="*/ 7 w 275"/>
                <a:gd name="T37" fmla="*/ 461 h 763"/>
                <a:gd name="T38" fmla="*/ 0 w 275"/>
                <a:gd name="T39" fmla="*/ 322 h 763"/>
                <a:gd name="T40" fmla="*/ 0 w 275"/>
                <a:gd name="T41" fmla="*/ 159 h 763"/>
                <a:gd name="T42" fmla="*/ 17 w 275"/>
                <a:gd name="T43" fmla="*/ 88 h 763"/>
                <a:gd name="T44" fmla="*/ 17 w 275"/>
                <a:gd name="T45" fmla="*/ 59 h 763"/>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275" h="763">
                  <a:moveTo>
                    <a:pt x="17" y="59"/>
                  </a:moveTo>
                  <a:lnTo>
                    <a:pt x="27" y="20"/>
                  </a:lnTo>
                  <a:lnTo>
                    <a:pt x="70" y="0"/>
                  </a:lnTo>
                  <a:lnTo>
                    <a:pt x="109" y="0"/>
                  </a:lnTo>
                  <a:lnTo>
                    <a:pt x="159" y="29"/>
                  </a:lnTo>
                  <a:lnTo>
                    <a:pt x="206" y="98"/>
                  </a:lnTo>
                  <a:lnTo>
                    <a:pt x="239" y="169"/>
                  </a:lnTo>
                  <a:lnTo>
                    <a:pt x="255" y="266"/>
                  </a:lnTo>
                  <a:lnTo>
                    <a:pt x="269" y="380"/>
                  </a:lnTo>
                  <a:lnTo>
                    <a:pt x="275" y="490"/>
                  </a:lnTo>
                  <a:lnTo>
                    <a:pt x="275" y="633"/>
                  </a:lnTo>
                  <a:lnTo>
                    <a:pt x="255" y="721"/>
                  </a:lnTo>
                  <a:lnTo>
                    <a:pt x="219" y="753"/>
                  </a:lnTo>
                  <a:lnTo>
                    <a:pt x="156" y="763"/>
                  </a:lnTo>
                  <a:lnTo>
                    <a:pt x="90" y="760"/>
                  </a:lnTo>
                  <a:lnTo>
                    <a:pt x="56" y="721"/>
                  </a:lnTo>
                  <a:lnTo>
                    <a:pt x="37" y="653"/>
                  </a:lnTo>
                  <a:lnTo>
                    <a:pt x="20" y="585"/>
                  </a:lnTo>
                  <a:lnTo>
                    <a:pt x="7" y="461"/>
                  </a:lnTo>
                  <a:lnTo>
                    <a:pt x="0" y="322"/>
                  </a:lnTo>
                  <a:lnTo>
                    <a:pt x="0" y="159"/>
                  </a:lnTo>
                  <a:lnTo>
                    <a:pt x="17" y="88"/>
                  </a:lnTo>
                  <a:lnTo>
                    <a:pt x="17" y="5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0" name="Freeform 11">
              <a:extLst>
                <a:ext uri="{FF2B5EF4-FFF2-40B4-BE49-F238E27FC236}">
                  <a16:creationId xmlns:a16="http://schemas.microsoft.com/office/drawing/2014/main" id="{B86BB67D-5C8E-44C0-AC9A-938ECAF139BE}"/>
                </a:ext>
              </a:extLst>
            </p:cNvPr>
            <p:cNvSpPr>
              <a:spLocks/>
            </p:cNvSpPr>
            <p:nvPr/>
          </p:nvSpPr>
          <p:spPr bwMode="auto">
            <a:xfrm>
              <a:off x="2833" y="1658"/>
              <a:ext cx="420" cy="586"/>
            </a:xfrm>
            <a:custGeom>
              <a:avLst/>
              <a:gdLst>
                <a:gd name="T0" fmla="*/ 23 w 420"/>
                <a:gd name="T1" fmla="*/ 0 h 586"/>
                <a:gd name="T2" fmla="*/ 109 w 420"/>
                <a:gd name="T3" fmla="*/ 10 h 586"/>
                <a:gd name="T4" fmla="*/ 198 w 420"/>
                <a:gd name="T5" fmla="*/ 26 h 586"/>
                <a:gd name="T6" fmla="*/ 291 w 420"/>
                <a:gd name="T7" fmla="*/ 78 h 586"/>
                <a:gd name="T8" fmla="*/ 357 w 420"/>
                <a:gd name="T9" fmla="*/ 117 h 586"/>
                <a:gd name="T10" fmla="*/ 400 w 420"/>
                <a:gd name="T11" fmla="*/ 173 h 586"/>
                <a:gd name="T12" fmla="*/ 420 w 420"/>
                <a:gd name="T13" fmla="*/ 205 h 586"/>
                <a:gd name="T14" fmla="*/ 380 w 420"/>
                <a:gd name="T15" fmla="*/ 300 h 586"/>
                <a:gd name="T16" fmla="*/ 317 w 420"/>
                <a:gd name="T17" fmla="*/ 358 h 586"/>
                <a:gd name="T18" fmla="*/ 241 w 420"/>
                <a:gd name="T19" fmla="*/ 400 h 586"/>
                <a:gd name="T20" fmla="*/ 201 w 420"/>
                <a:gd name="T21" fmla="*/ 426 h 586"/>
                <a:gd name="T22" fmla="*/ 132 w 420"/>
                <a:gd name="T23" fmla="*/ 439 h 586"/>
                <a:gd name="T24" fmla="*/ 129 w 420"/>
                <a:gd name="T25" fmla="*/ 465 h 586"/>
                <a:gd name="T26" fmla="*/ 182 w 420"/>
                <a:gd name="T27" fmla="*/ 488 h 586"/>
                <a:gd name="T28" fmla="*/ 258 w 420"/>
                <a:gd name="T29" fmla="*/ 508 h 586"/>
                <a:gd name="T30" fmla="*/ 330 w 420"/>
                <a:gd name="T31" fmla="*/ 547 h 586"/>
                <a:gd name="T32" fmla="*/ 301 w 420"/>
                <a:gd name="T33" fmla="*/ 576 h 586"/>
                <a:gd name="T34" fmla="*/ 271 w 420"/>
                <a:gd name="T35" fmla="*/ 586 h 586"/>
                <a:gd name="T36" fmla="*/ 228 w 420"/>
                <a:gd name="T37" fmla="*/ 543 h 586"/>
                <a:gd name="T38" fmla="*/ 162 w 420"/>
                <a:gd name="T39" fmla="*/ 517 h 586"/>
                <a:gd name="T40" fmla="*/ 109 w 420"/>
                <a:gd name="T41" fmla="*/ 498 h 586"/>
                <a:gd name="T42" fmla="*/ 109 w 420"/>
                <a:gd name="T43" fmla="*/ 459 h 586"/>
                <a:gd name="T44" fmla="*/ 119 w 420"/>
                <a:gd name="T45" fmla="*/ 417 h 586"/>
                <a:gd name="T46" fmla="*/ 152 w 420"/>
                <a:gd name="T47" fmla="*/ 400 h 586"/>
                <a:gd name="T48" fmla="*/ 258 w 420"/>
                <a:gd name="T49" fmla="*/ 358 h 586"/>
                <a:gd name="T50" fmla="*/ 317 w 420"/>
                <a:gd name="T51" fmla="*/ 293 h 586"/>
                <a:gd name="T52" fmla="*/ 360 w 420"/>
                <a:gd name="T53" fmla="*/ 225 h 586"/>
                <a:gd name="T54" fmla="*/ 350 w 420"/>
                <a:gd name="T55" fmla="*/ 192 h 586"/>
                <a:gd name="T56" fmla="*/ 317 w 420"/>
                <a:gd name="T57" fmla="*/ 153 h 586"/>
                <a:gd name="T58" fmla="*/ 238 w 420"/>
                <a:gd name="T59" fmla="*/ 98 h 586"/>
                <a:gd name="T60" fmla="*/ 142 w 420"/>
                <a:gd name="T61" fmla="*/ 78 h 586"/>
                <a:gd name="T62" fmla="*/ 79 w 420"/>
                <a:gd name="T63" fmla="*/ 75 h 586"/>
                <a:gd name="T64" fmla="*/ 23 w 420"/>
                <a:gd name="T65" fmla="*/ 75 h 586"/>
                <a:gd name="T66" fmla="*/ 0 w 420"/>
                <a:gd name="T67" fmla="*/ 39 h 586"/>
                <a:gd name="T68" fmla="*/ 23 w 420"/>
                <a:gd name="T69" fmla="*/ 0 h 58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420" h="586">
                  <a:moveTo>
                    <a:pt x="23" y="0"/>
                  </a:moveTo>
                  <a:lnTo>
                    <a:pt x="109" y="10"/>
                  </a:lnTo>
                  <a:lnTo>
                    <a:pt x="198" y="26"/>
                  </a:lnTo>
                  <a:lnTo>
                    <a:pt x="291" y="78"/>
                  </a:lnTo>
                  <a:lnTo>
                    <a:pt x="357" y="117"/>
                  </a:lnTo>
                  <a:lnTo>
                    <a:pt x="400" y="173"/>
                  </a:lnTo>
                  <a:lnTo>
                    <a:pt x="420" y="205"/>
                  </a:lnTo>
                  <a:lnTo>
                    <a:pt x="380" y="300"/>
                  </a:lnTo>
                  <a:lnTo>
                    <a:pt x="317" y="358"/>
                  </a:lnTo>
                  <a:lnTo>
                    <a:pt x="241" y="400"/>
                  </a:lnTo>
                  <a:lnTo>
                    <a:pt x="201" y="426"/>
                  </a:lnTo>
                  <a:lnTo>
                    <a:pt x="132" y="439"/>
                  </a:lnTo>
                  <a:lnTo>
                    <a:pt x="129" y="465"/>
                  </a:lnTo>
                  <a:lnTo>
                    <a:pt x="182" y="488"/>
                  </a:lnTo>
                  <a:lnTo>
                    <a:pt x="258" y="508"/>
                  </a:lnTo>
                  <a:lnTo>
                    <a:pt x="330" y="547"/>
                  </a:lnTo>
                  <a:lnTo>
                    <a:pt x="301" y="576"/>
                  </a:lnTo>
                  <a:lnTo>
                    <a:pt x="271" y="586"/>
                  </a:lnTo>
                  <a:lnTo>
                    <a:pt x="228" y="543"/>
                  </a:lnTo>
                  <a:lnTo>
                    <a:pt x="162" y="517"/>
                  </a:lnTo>
                  <a:lnTo>
                    <a:pt x="109" y="498"/>
                  </a:lnTo>
                  <a:lnTo>
                    <a:pt x="109" y="459"/>
                  </a:lnTo>
                  <a:lnTo>
                    <a:pt x="119" y="417"/>
                  </a:lnTo>
                  <a:lnTo>
                    <a:pt x="152" y="400"/>
                  </a:lnTo>
                  <a:lnTo>
                    <a:pt x="258" y="358"/>
                  </a:lnTo>
                  <a:lnTo>
                    <a:pt x="317" y="293"/>
                  </a:lnTo>
                  <a:lnTo>
                    <a:pt x="360" y="225"/>
                  </a:lnTo>
                  <a:lnTo>
                    <a:pt x="350" y="192"/>
                  </a:lnTo>
                  <a:lnTo>
                    <a:pt x="317" y="153"/>
                  </a:lnTo>
                  <a:lnTo>
                    <a:pt x="238" y="98"/>
                  </a:lnTo>
                  <a:lnTo>
                    <a:pt x="142" y="78"/>
                  </a:lnTo>
                  <a:lnTo>
                    <a:pt x="79" y="75"/>
                  </a:lnTo>
                  <a:lnTo>
                    <a:pt x="23" y="75"/>
                  </a:lnTo>
                  <a:lnTo>
                    <a:pt x="0" y="39"/>
                  </a:lnTo>
                  <a:lnTo>
                    <a:pt x="23"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1" name="Freeform 12">
              <a:extLst>
                <a:ext uri="{FF2B5EF4-FFF2-40B4-BE49-F238E27FC236}">
                  <a16:creationId xmlns:a16="http://schemas.microsoft.com/office/drawing/2014/main" id="{76CB1218-6496-48AF-9BD5-1F5AFF389B9C}"/>
                </a:ext>
              </a:extLst>
            </p:cNvPr>
            <p:cNvSpPr>
              <a:spLocks/>
            </p:cNvSpPr>
            <p:nvPr/>
          </p:nvSpPr>
          <p:spPr bwMode="auto">
            <a:xfrm>
              <a:off x="2866" y="2322"/>
              <a:ext cx="511" cy="947"/>
            </a:xfrm>
            <a:custGeom>
              <a:avLst/>
              <a:gdLst>
                <a:gd name="T0" fmla="*/ 59 w 511"/>
                <a:gd name="T1" fmla="*/ 0 h 947"/>
                <a:gd name="T2" fmla="*/ 13 w 511"/>
                <a:gd name="T3" fmla="*/ 0 h 947"/>
                <a:gd name="T4" fmla="*/ 0 w 511"/>
                <a:gd name="T5" fmla="*/ 68 h 947"/>
                <a:gd name="T6" fmla="*/ 33 w 511"/>
                <a:gd name="T7" fmla="*/ 108 h 947"/>
                <a:gd name="T8" fmla="*/ 139 w 511"/>
                <a:gd name="T9" fmla="*/ 202 h 947"/>
                <a:gd name="T10" fmla="*/ 232 w 511"/>
                <a:gd name="T11" fmla="*/ 322 h 947"/>
                <a:gd name="T12" fmla="*/ 292 w 511"/>
                <a:gd name="T13" fmla="*/ 446 h 947"/>
                <a:gd name="T14" fmla="*/ 301 w 511"/>
                <a:gd name="T15" fmla="*/ 527 h 947"/>
                <a:gd name="T16" fmla="*/ 298 w 511"/>
                <a:gd name="T17" fmla="*/ 586 h 947"/>
                <a:gd name="T18" fmla="*/ 272 w 511"/>
                <a:gd name="T19" fmla="*/ 719 h 947"/>
                <a:gd name="T20" fmla="*/ 238 w 511"/>
                <a:gd name="T21" fmla="*/ 827 h 947"/>
                <a:gd name="T22" fmla="*/ 209 w 511"/>
                <a:gd name="T23" fmla="*/ 889 h 947"/>
                <a:gd name="T24" fmla="*/ 202 w 511"/>
                <a:gd name="T25" fmla="*/ 928 h 947"/>
                <a:gd name="T26" fmla="*/ 232 w 511"/>
                <a:gd name="T27" fmla="*/ 928 h 947"/>
                <a:gd name="T28" fmla="*/ 278 w 511"/>
                <a:gd name="T29" fmla="*/ 915 h 947"/>
                <a:gd name="T30" fmla="*/ 292 w 511"/>
                <a:gd name="T31" fmla="*/ 918 h 947"/>
                <a:gd name="T32" fmla="*/ 388 w 511"/>
                <a:gd name="T33" fmla="*/ 924 h 947"/>
                <a:gd name="T34" fmla="*/ 461 w 511"/>
                <a:gd name="T35" fmla="*/ 947 h 947"/>
                <a:gd name="T36" fmla="*/ 487 w 511"/>
                <a:gd name="T37" fmla="*/ 934 h 947"/>
                <a:gd name="T38" fmla="*/ 511 w 511"/>
                <a:gd name="T39" fmla="*/ 885 h 947"/>
                <a:gd name="T40" fmla="*/ 487 w 511"/>
                <a:gd name="T41" fmla="*/ 859 h 947"/>
                <a:gd name="T42" fmla="*/ 378 w 511"/>
                <a:gd name="T43" fmla="*/ 856 h 947"/>
                <a:gd name="T44" fmla="*/ 301 w 511"/>
                <a:gd name="T45" fmla="*/ 866 h 947"/>
                <a:gd name="T46" fmla="*/ 262 w 511"/>
                <a:gd name="T47" fmla="*/ 885 h 947"/>
                <a:gd name="T48" fmla="*/ 268 w 511"/>
                <a:gd name="T49" fmla="*/ 840 h 947"/>
                <a:gd name="T50" fmla="*/ 308 w 511"/>
                <a:gd name="T51" fmla="*/ 771 h 947"/>
                <a:gd name="T52" fmla="*/ 341 w 511"/>
                <a:gd name="T53" fmla="*/ 664 h 947"/>
                <a:gd name="T54" fmla="*/ 368 w 511"/>
                <a:gd name="T55" fmla="*/ 573 h 947"/>
                <a:gd name="T56" fmla="*/ 348 w 511"/>
                <a:gd name="T57" fmla="*/ 469 h 947"/>
                <a:gd name="T58" fmla="*/ 318 w 511"/>
                <a:gd name="T59" fmla="*/ 358 h 947"/>
                <a:gd name="T60" fmla="*/ 258 w 511"/>
                <a:gd name="T61" fmla="*/ 231 h 947"/>
                <a:gd name="T62" fmla="*/ 172 w 511"/>
                <a:gd name="T63" fmla="*/ 114 h 947"/>
                <a:gd name="T64" fmla="*/ 99 w 511"/>
                <a:gd name="T65" fmla="*/ 29 h 947"/>
                <a:gd name="T66" fmla="*/ 59 w 511"/>
                <a:gd name="T67" fmla="*/ 0 h 9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511" h="947">
                  <a:moveTo>
                    <a:pt x="59" y="0"/>
                  </a:moveTo>
                  <a:lnTo>
                    <a:pt x="13" y="0"/>
                  </a:lnTo>
                  <a:lnTo>
                    <a:pt x="0" y="68"/>
                  </a:lnTo>
                  <a:lnTo>
                    <a:pt x="33" y="108"/>
                  </a:lnTo>
                  <a:lnTo>
                    <a:pt x="139" y="202"/>
                  </a:lnTo>
                  <a:lnTo>
                    <a:pt x="232" y="322"/>
                  </a:lnTo>
                  <a:lnTo>
                    <a:pt x="292" y="446"/>
                  </a:lnTo>
                  <a:lnTo>
                    <a:pt x="301" y="527"/>
                  </a:lnTo>
                  <a:lnTo>
                    <a:pt x="298" y="586"/>
                  </a:lnTo>
                  <a:lnTo>
                    <a:pt x="272" y="719"/>
                  </a:lnTo>
                  <a:lnTo>
                    <a:pt x="238" y="827"/>
                  </a:lnTo>
                  <a:lnTo>
                    <a:pt x="209" y="889"/>
                  </a:lnTo>
                  <a:lnTo>
                    <a:pt x="202" y="928"/>
                  </a:lnTo>
                  <a:lnTo>
                    <a:pt x="232" y="928"/>
                  </a:lnTo>
                  <a:lnTo>
                    <a:pt x="278" y="915"/>
                  </a:lnTo>
                  <a:lnTo>
                    <a:pt x="292" y="918"/>
                  </a:lnTo>
                  <a:lnTo>
                    <a:pt x="388" y="924"/>
                  </a:lnTo>
                  <a:lnTo>
                    <a:pt x="461" y="947"/>
                  </a:lnTo>
                  <a:lnTo>
                    <a:pt x="487" y="934"/>
                  </a:lnTo>
                  <a:lnTo>
                    <a:pt x="511" y="885"/>
                  </a:lnTo>
                  <a:lnTo>
                    <a:pt x="487" y="859"/>
                  </a:lnTo>
                  <a:lnTo>
                    <a:pt x="378" y="856"/>
                  </a:lnTo>
                  <a:lnTo>
                    <a:pt x="301" y="866"/>
                  </a:lnTo>
                  <a:lnTo>
                    <a:pt x="262" y="885"/>
                  </a:lnTo>
                  <a:lnTo>
                    <a:pt x="268" y="840"/>
                  </a:lnTo>
                  <a:lnTo>
                    <a:pt x="308" y="771"/>
                  </a:lnTo>
                  <a:lnTo>
                    <a:pt x="341" y="664"/>
                  </a:lnTo>
                  <a:lnTo>
                    <a:pt x="368" y="573"/>
                  </a:lnTo>
                  <a:lnTo>
                    <a:pt x="348" y="469"/>
                  </a:lnTo>
                  <a:lnTo>
                    <a:pt x="318" y="358"/>
                  </a:lnTo>
                  <a:lnTo>
                    <a:pt x="258" y="231"/>
                  </a:lnTo>
                  <a:lnTo>
                    <a:pt x="172" y="114"/>
                  </a:lnTo>
                  <a:lnTo>
                    <a:pt x="99" y="29"/>
                  </a:lnTo>
                  <a:lnTo>
                    <a:pt x="59"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2" name="Freeform 13">
              <a:extLst>
                <a:ext uri="{FF2B5EF4-FFF2-40B4-BE49-F238E27FC236}">
                  <a16:creationId xmlns:a16="http://schemas.microsoft.com/office/drawing/2014/main" id="{C93A2BBE-5680-4C11-B2CA-9B9F4AA58009}"/>
                </a:ext>
              </a:extLst>
            </p:cNvPr>
            <p:cNvSpPr>
              <a:spLocks/>
            </p:cNvSpPr>
            <p:nvPr/>
          </p:nvSpPr>
          <p:spPr bwMode="auto">
            <a:xfrm>
              <a:off x="2545" y="2320"/>
              <a:ext cx="344" cy="965"/>
            </a:xfrm>
            <a:custGeom>
              <a:avLst/>
              <a:gdLst>
                <a:gd name="T0" fmla="*/ 238 w 344"/>
                <a:gd name="T1" fmla="*/ 0 h 965"/>
                <a:gd name="T2" fmla="*/ 195 w 344"/>
                <a:gd name="T3" fmla="*/ 91 h 965"/>
                <a:gd name="T4" fmla="*/ 165 w 344"/>
                <a:gd name="T5" fmla="*/ 224 h 965"/>
                <a:gd name="T6" fmla="*/ 129 w 344"/>
                <a:gd name="T7" fmla="*/ 371 h 965"/>
                <a:gd name="T8" fmla="*/ 96 w 344"/>
                <a:gd name="T9" fmla="*/ 520 h 965"/>
                <a:gd name="T10" fmla="*/ 96 w 344"/>
                <a:gd name="T11" fmla="*/ 575 h 965"/>
                <a:gd name="T12" fmla="*/ 129 w 344"/>
                <a:gd name="T13" fmla="*/ 673 h 965"/>
                <a:gd name="T14" fmla="*/ 175 w 344"/>
                <a:gd name="T15" fmla="*/ 725 h 965"/>
                <a:gd name="T16" fmla="*/ 218 w 344"/>
                <a:gd name="T17" fmla="*/ 790 h 965"/>
                <a:gd name="T18" fmla="*/ 248 w 344"/>
                <a:gd name="T19" fmla="*/ 838 h 965"/>
                <a:gd name="T20" fmla="*/ 235 w 344"/>
                <a:gd name="T21" fmla="*/ 861 h 965"/>
                <a:gd name="T22" fmla="*/ 159 w 344"/>
                <a:gd name="T23" fmla="*/ 871 h 965"/>
                <a:gd name="T24" fmla="*/ 36 w 344"/>
                <a:gd name="T25" fmla="*/ 890 h 965"/>
                <a:gd name="T26" fmla="*/ 0 w 344"/>
                <a:gd name="T27" fmla="*/ 920 h 965"/>
                <a:gd name="T28" fmla="*/ 30 w 344"/>
                <a:gd name="T29" fmla="*/ 946 h 965"/>
                <a:gd name="T30" fmla="*/ 99 w 344"/>
                <a:gd name="T31" fmla="*/ 965 h 965"/>
                <a:gd name="T32" fmla="*/ 179 w 344"/>
                <a:gd name="T33" fmla="*/ 926 h 965"/>
                <a:gd name="T34" fmla="*/ 238 w 344"/>
                <a:gd name="T35" fmla="*/ 900 h 965"/>
                <a:gd name="T36" fmla="*/ 314 w 344"/>
                <a:gd name="T37" fmla="*/ 890 h 965"/>
                <a:gd name="T38" fmla="*/ 344 w 344"/>
                <a:gd name="T39" fmla="*/ 881 h 965"/>
                <a:gd name="T40" fmla="*/ 334 w 344"/>
                <a:gd name="T41" fmla="*/ 848 h 965"/>
                <a:gd name="T42" fmla="*/ 248 w 344"/>
                <a:gd name="T43" fmla="*/ 764 h 965"/>
                <a:gd name="T44" fmla="*/ 198 w 344"/>
                <a:gd name="T45" fmla="*/ 676 h 965"/>
                <a:gd name="T46" fmla="*/ 155 w 344"/>
                <a:gd name="T47" fmla="*/ 617 h 965"/>
                <a:gd name="T48" fmla="*/ 149 w 344"/>
                <a:gd name="T49" fmla="*/ 559 h 965"/>
                <a:gd name="T50" fmla="*/ 169 w 344"/>
                <a:gd name="T51" fmla="*/ 462 h 965"/>
                <a:gd name="T52" fmla="*/ 215 w 344"/>
                <a:gd name="T53" fmla="*/ 361 h 965"/>
                <a:gd name="T54" fmla="*/ 265 w 344"/>
                <a:gd name="T55" fmla="*/ 189 h 965"/>
                <a:gd name="T56" fmla="*/ 308 w 344"/>
                <a:gd name="T57" fmla="*/ 88 h 965"/>
                <a:gd name="T58" fmla="*/ 304 w 344"/>
                <a:gd name="T59" fmla="*/ 29 h 965"/>
                <a:gd name="T60" fmla="*/ 265 w 344"/>
                <a:gd name="T61" fmla="*/ 0 h 965"/>
                <a:gd name="T62" fmla="*/ 238 w 344"/>
                <a:gd name="T63" fmla="*/ 0 h 96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4" h="965">
                  <a:moveTo>
                    <a:pt x="238" y="0"/>
                  </a:moveTo>
                  <a:lnTo>
                    <a:pt x="195" y="91"/>
                  </a:lnTo>
                  <a:lnTo>
                    <a:pt x="165" y="224"/>
                  </a:lnTo>
                  <a:lnTo>
                    <a:pt x="129" y="371"/>
                  </a:lnTo>
                  <a:lnTo>
                    <a:pt x="96" y="520"/>
                  </a:lnTo>
                  <a:lnTo>
                    <a:pt x="96" y="575"/>
                  </a:lnTo>
                  <a:lnTo>
                    <a:pt x="129" y="673"/>
                  </a:lnTo>
                  <a:lnTo>
                    <a:pt x="175" y="725"/>
                  </a:lnTo>
                  <a:lnTo>
                    <a:pt x="218" y="790"/>
                  </a:lnTo>
                  <a:lnTo>
                    <a:pt x="248" y="838"/>
                  </a:lnTo>
                  <a:lnTo>
                    <a:pt x="235" y="861"/>
                  </a:lnTo>
                  <a:lnTo>
                    <a:pt x="159" y="871"/>
                  </a:lnTo>
                  <a:lnTo>
                    <a:pt x="36" y="890"/>
                  </a:lnTo>
                  <a:lnTo>
                    <a:pt x="0" y="920"/>
                  </a:lnTo>
                  <a:lnTo>
                    <a:pt x="30" y="946"/>
                  </a:lnTo>
                  <a:lnTo>
                    <a:pt x="99" y="965"/>
                  </a:lnTo>
                  <a:lnTo>
                    <a:pt x="179" y="926"/>
                  </a:lnTo>
                  <a:lnTo>
                    <a:pt x="238" y="900"/>
                  </a:lnTo>
                  <a:lnTo>
                    <a:pt x="314" y="890"/>
                  </a:lnTo>
                  <a:lnTo>
                    <a:pt x="344" y="881"/>
                  </a:lnTo>
                  <a:lnTo>
                    <a:pt x="334" y="848"/>
                  </a:lnTo>
                  <a:lnTo>
                    <a:pt x="248" y="764"/>
                  </a:lnTo>
                  <a:lnTo>
                    <a:pt x="198" y="676"/>
                  </a:lnTo>
                  <a:lnTo>
                    <a:pt x="155" y="617"/>
                  </a:lnTo>
                  <a:lnTo>
                    <a:pt x="149" y="559"/>
                  </a:lnTo>
                  <a:lnTo>
                    <a:pt x="169" y="462"/>
                  </a:lnTo>
                  <a:lnTo>
                    <a:pt x="215" y="361"/>
                  </a:lnTo>
                  <a:lnTo>
                    <a:pt x="265" y="189"/>
                  </a:lnTo>
                  <a:lnTo>
                    <a:pt x="308" y="88"/>
                  </a:lnTo>
                  <a:lnTo>
                    <a:pt x="304" y="29"/>
                  </a:lnTo>
                  <a:lnTo>
                    <a:pt x="265" y="0"/>
                  </a:lnTo>
                  <a:lnTo>
                    <a:pt x="238" y="0"/>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3" name="Freeform 15">
              <a:extLst>
                <a:ext uri="{FF2B5EF4-FFF2-40B4-BE49-F238E27FC236}">
                  <a16:creationId xmlns:a16="http://schemas.microsoft.com/office/drawing/2014/main" id="{10B42FE3-94FD-4EB1-899C-62B0376B200F}"/>
                </a:ext>
              </a:extLst>
            </p:cNvPr>
            <p:cNvSpPr>
              <a:spLocks/>
            </p:cNvSpPr>
            <p:nvPr/>
          </p:nvSpPr>
          <p:spPr bwMode="auto">
            <a:xfrm>
              <a:off x="2954" y="770"/>
              <a:ext cx="170" cy="198"/>
            </a:xfrm>
            <a:custGeom>
              <a:avLst/>
              <a:gdLst>
                <a:gd name="T0" fmla="*/ 20 w 170"/>
                <a:gd name="T1" fmla="*/ 9 h 198"/>
                <a:gd name="T2" fmla="*/ 66 w 170"/>
                <a:gd name="T3" fmla="*/ 0 h 198"/>
                <a:gd name="T4" fmla="*/ 110 w 170"/>
                <a:gd name="T5" fmla="*/ 3 h 198"/>
                <a:gd name="T6" fmla="*/ 150 w 170"/>
                <a:gd name="T7" fmla="*/ 22 h 198"/>
                <a:gd name="T8" fmla="*/ 170 w 170"/>
                <a:gd name="T9" fmla="*/ 58 h 198"/>
                <a:gd name="T10" fmla="*/ 170 w 170"/>
                <a:gd name="T11" fmla="*/ 87 h 198"/>
                <a:gd name="T12" fmla="*/ 150 w 170"/>
                <a:gd name="T13" fmla="*/ 126 h 198"/>
                <a:gd name="T14" fmla="*/ 116 w 170"/>
                <a:gd name="T15" fmla="*/ 149 h 198"/>
                <a:gd name="T16" fmla="*/ 66 w 170"/>
                <a:gd name="T17" fmla="*/ 149 h 198"/>
                <a:gd name="T18" fmla="*/ 36 w 170"/>
                <a:gd name="T19" fmla="*/ 168 h 198"/>
                <a:gd name="T20" fmla="*/ 26 w 170"/>
                <a:gd name="T21" fmla="*/ 198 h 198"/>
                <a:gd name="T22" fmla="*/ 0 w 170"/>
                <a:gd name="T23" fmla="*/ 188 h 198"/>
                <a:gd name="T24" fmla="*/ 10 w 170"/>
                <a:gd name="T25" fmla="*/ 149 h 198"/>
                <a:gd name="T26" fmla="*/ 46 w 170"/>
                <a:gd name="T27" fmla="*/ 126 h 198"/>
                <a:gd name="T28" fmla="*/ 106 w 170"/>
                <a:gd name="T29" fmla="*/ 120 h 198"/>
                <a:gd name="T30" fmla="*/ 130 w 170"/>
                <a:gd name="T31" fmla="*/ 97 h 198"/>
                <a:gd name="T32" fmla="*/ 136 w 170"/>
                <a:gd name="T33" fmla="*/ 61 h 198"/>
                <a:gd name="T34" fmla="*/ 110 w 170"/>
                <a:gd name="T35" fmla="*/ 29 h 198"/>
                <a:gd name="T36" fmla="*/ 70 w 170"/>
                <a:gd name="T37" fmla="*/ 29 h 198"/>
                <a:gd name="T38" fmla="*/ 26 w 170"/>
                <a:gd name="T39" fmla="*/ 39 h 198"/>
                <a:gd name="T40" fmla="*/ 10 w 170"/>
                <a:gd name="T41" fmla="*/ 29 h 198"/>
                <a:gd name="T42" fmla="*/ 20 w 170"/>
                <a:gd name="T43" fmla="*/ 9 h 19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70" h="198">
                  <a:moveTo>
                    <a:pt x="20" y="9"/>
                  </a:moveTo>
                  <a:lnTo>
                    <a:pt x="66" y="0"/>
                  </a:lnTo>
                  <a:lnTo>
                    <a:pt x="110" y="3"/>
                  </a:lnTo>
                  <a:lnTo>
                    <a:pt x="150" y="22"/>
                  </a:lnTo>
                  <a:lnTo>
                    <a:pt x="170" y="58"/>
                  </a:lnTo>
                  <a:lnTo>
                    <a:pt x="170" y="87"/>
                  </a:lnTo>
                  <a:lnTo>
                    <a:pt x="150" y="126"/>
                  </a:lnTo>
                  <a:lnTo>
                    <a:pt x="116" y="149"/>
                  </a:lnTo>
                  <a:lnTo>
                    <a:pt x="66" y="149"/>
                  </a:lnTo>
                  <a:lnTo>
                    <a:pt x="36" y="168"/>
                  </a:lnTo>
                  <a:lnTo>
                    <a:pt x="26" y="198"/>
                  </a:lnTo>
                  <a:lnTo>
                    <a:pt x="0" y="188"/>
                  </a:lnTo>
                  <a:lnTo>
                    <a:pt x="10" y="149"/>
                  </a:lnTo>
                  <a:lnTo>
                    <a:pt x="46" y="126"/>
                  </a:lnTo>
                  <a:lnTo>
                    <a:pt x="106" y="120"/>
                  </a:lnTo>
                  <a:lnTo>
                    <a:pt x="130" y="97"/>
                  </a:lnTo>
                  <a:lnTo>
                    <a:pt x="136" y="61"/>
                  </a:lnTo>
                  <a:lnTo>
                    <a:pt x="110" y="29"/>
                  </a:lnTo>
                  <a:lnTo>
                    <a:pt x="70" y="29"/>
                  </a:lnTo>
                  <a:lnTo>
                    <a:pt x="26" y="39"/>
                  </a:lnTo>
                  <a:lnTo>
                    <a:pt x="10" y="29"/>
                  </a:lnTo>
                  <a:lnTo>
                    <a:pt x="20" y="9"/>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74764" name="Freeform 16">
              <a:extLst>
                <a:ext uri="{FF2B5EF4-FFF2-40B4-BE49-F238E27FC236}">
                  <a16:creationId xmlns:a16="http://schemas.microsoft.com/office/drawing/2014/main" id="{45051F23-9AB2-4FE9-9BF0-4233F01EA9AE}"/>
                </a:ext>
              </a:extLst>
            </p:cNvPr>
            <p:cNvSpPr>
              <a:spLocks/>
            </p:cNvSpPr>
            <p:nvPr/>
          </p:nvSpPr>
          <p:spPr bwMode="auto">
            <a:xfrm>
              <a:off x="2913" y="1001"/>
              <a:ext cx="53" cy="54"/>
            </a:xfrm>
            <a:custGeom>
              <a:avLst/>
              <a:gdLst>
                <a:gd name="T0" fmla="*/ 53 w 53"/>
                <a:gd name="T1" fmla="*/ 3 h 54"/>
                <a:gd name="T2" fmla="*/ 26 w 53"/>
                <a:gd name="T3" fmla="*/ 0 h 54"/>
                <a:gd name="T4" fmla="*/ 8 w 53"/>
                <a:gd name="T5" fmla="*/ 20 h 54"/>
                <a:gd name="T6" fmla="*/ 0 w 53"/>
                <a:gd name="T7" fmla="*/ 51 h 54"/>
                <a:gd name="T8" fmla="*/ 26 w 53"/>
                <a:gd name="T9" fmla="*/ 54 h 54"/>
                <a:gd name="T10" fmla="*/ 48 w 53"/>
                <a:gd name="T11" fmla="*/ 40 h 54"/>
                <a:gd name="T12" fmla="*/ 53 w 53"/>
                <a:gd name="T13" fmla="*/ 3 h 5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3" h="54">
                  <a:moveTo>
                    <a:pt x="53" y="3"/>
                  </a:moveTo>
                  <a:lnTo>
                    <a:pt x="26" y="0"/>
                  </a:lnTo>
                  <a:lnTo>
                    <a:pt x="8" y="20"/>
                  </a:lnTo>
                  <a:lnTo>
                    <a:pt x="0" y="51"/>
                  </a:lnTo>
                  <a:lnTo>
                    <a:pt x="26" y="54"/>
                  </a:lnTo>
                  <a:lnTo>
                    <a:pt x="48" y="40"/>
                  </a:lnTo>
                  <a:lnTo>
                    <a:pt x="53" y="3"/>
                  </a:lnTo>
                  <a:close/>
                </a:path>
              </a:pathLst>
            </a:custGeom>
            <a:solidFill>
              <a:srgbClr val="CC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spTree>
  </p:cSld>
  <p:clrMapOvr>
    <a:masterClrMapping/>
  </p:clrMapOvr>
</p:sld>
</file>

<file path=ppt/theme/theme1.xml><?xml version="1.0" encoding="utf-8"?>
<a:theme xmlns:a="http://schemas.openxmlformats.org/drawingml/2006/main" name="Edge">
  <a:themeElements>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Edge">
      <a:majorFont>
        <a:latin typeface="Verdana"/>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0"/>
          </a:spcAft>
          <a:buClrTx/>
          <a:buSzTx/>
          <a:buFontTx/>
          <a:buNone/>
          <a:tabLst/>
          <a:defRPr kumimoji="0" lang="en-US" sz="1800" b="0" i="0" u="none" strike="noStrike" cap="none" normalizeH="0" baseline="0" smtClean="0">
            <a:ln>
              <a:noFill/>
            </a:ln>
            <a:solidFill>
              <a:schemeClr val="tx1"/>
            </a:solidFill>
            <a:effectLst/>
            <a:latin typeface="Tahoma" pitchFamily="34"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4112</TotalTime>
  <Words>3947</Words>
  <Application>Microsoft Macintosh PowerPoint</Application>
  <PresentationFormat>On-screen Show (4:3)</PresentationFormat>
  <Paragraphs>740</Paragraphs>
  <Slides>47</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47</vt:i4>
      </vt:variant>
    </vt:vector>
  </HeadingPairs>
  <TitlesOfParts>
    <vt:vector size="56" baseType="lpstr">
      <vt:lpstr>Arial</vt:lpstr>
      <vt:lpstr>Calibri</vt:lpstr>
      <vt:lpstr>Symbol</vt:lpstr>
      <vt:lpstr>Tahoma</vt:lpstr>
      <vt:lpstr>Times New Roman</vt:lpstr>
      <vt:lpstr>Verdana</vt:lpstr>
      <vt:lpstr>Wingdings</vt:lpstr>
      <vt:lpstr>Wingdings 2</vt:lpstr>
      <vt:lpstr>Edge</vt:lpstr>
      <vt:lpstr>Chương 5</vt:lpstr>
      <vt:lpstr>Nội dung chi tiết</vt:lpstr>
      <vt:lpstr>Các khái niệm cơ bản</vt:lpstr>
      <vt:lpstr>Quan hệ </vt:lpstr>
      <vt:lpstr>Quan hệ (tt)</vt:lpstr>
      <vt:lpstr>Các khái niệm cơ bản</vt:lpstr>
      <vt:lpstr>Thuộc tính</vt:lpstr>
      <vt:lpstr>Các khái niệm cơ bản</vt:lpstr>
      <vt:lpstr>Lược đồ</vt:lpstr>
      <vt:lpstr>Lược đồ (tt)</vt:lpstr>
      <vt:lpstr>Các khái niệm cơ bản</vt:lpstr>
      <vt:lpstr>Bộ</vt:lpstr>
      <vt:lpstr>Các khái niệm cơ bản</vt:lpstr>
      <vt:lpstr>Bậc</vt:lpstr>
      <vt:lpstr>Các khái niệm cơ bản</vt:lpstr>
      <vt:lpstr>Miền giá trị</vt:lpstr>
      <vt:lpstr>Các khái niệm cơ bản</vt:lpstr>
      <vt:lpstr>Siêu khóa</vt:lpstr>
      <vt:lpstr>Siêu khóa (tt)</vt:lpstr>
      <vt:lpstr>Khóa</vt:lpstr>
      <vt:lpstr>Khóa (tt)</vt:lpstr>
      <vt:lpstr>Các khái niệm cơ bản</vt:lpstr>
      <vt:lpstr>Khóa chính </vt:lpstr>
      <vt:lpstr>Khóa chính (tt)</vt:lpstr>
      <vt:lpstr>Khóa ngoại</vt:lpstr>
      <vt:lpstr>Khóa ngoại (tt)</vt:lpstr>
      <vt:lpstr>Khóa ngoại (tt)</vt:lpstr>
      <vt:lpstr>Các đặc trưng của quan hệ </vt:lpstr>
      <vt:lpstr>Các đặc trưng của quan hệ (tt)</vt:lpstr>
      <vt:lpstr>Chuyển từ mô hình thực thể kết hợp sang mô hình dữ liệu quan hệ (1) Các tập thực thể sang mô hình quan hệ</vt:lpstr>
      <vt:lpstr>Các qui tắc chuyển đổi (tt)</vt:lpstr>
      <vt:lpstr>Các qui tắc chuyển đổi (tt)</vt:lpstr>
      <vt:lpstr>Các qui tắc chuyển đổi (tt)</vt:lpstr>
      <vt:lpstr>Các qui tắc chuyển đổi (tt)</vt:lpstr>
      <vt:lpstr>Mô tả thông tin thuộc tính</vt:lpstr>
      <vt:lpstr>Bài tập</vt:lpstr>
      <vt:lpstr>Bài tập 1 – Mô tả CSDL</vt:lpstr>
      <vt:lpstr>Bài tập 1 - Chuyển sang lược đồ CSDL quan hệ và bảng mô tả kiểu dữ liệu</vt:lpstr>
      <vt:lpstr>Bài tập 2 – Mô tả CSDL</vt:lpstr>
      <vt:lpstr>Bài tập 2 - Chuyển sang lược đồ CSDL quan hệ và bảng mô tả kiểu dữ liệu</vt:lpstr>
      <vt:lpstr>Bài tập 3</vt:lpstr>
      <vt:lpstr>Bài tập 3 - Chuyển sang lược đồ CSDL quan hệ và bảng mô tả kiểu dữ liệu</vt:lpstr>
      <vt:lpstr>Bài tập 4 – Mô tả CSDL</vt:lpstr>
      <vt:lpstr>Bài tập 4 - Chuyển sang lược đồ CSDL quan hệ và bảng mô tả kiểu dữ liệu</vt:lpstr>
      <vt:lpstr>Bài tập 5 – Mô tả CSDL</vt:lpstr>
      <vt:lpstr>Bài tập 5 - Chuyển sang lược đồ CSDL quan hệ và bảng mô tả kiểu dữ liệu</vt:lpstr>
      <vt:lpstr>PowerPoint Presentation</vt:lpstr>
    </vt:vector>
  </TitlesOfParts>
  <Company>SRDC METU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Semantics of Web Services</dc:title>
  <dc:creator>Asuman Dogac</dc:creator>
  <cp:lastModifiedBy>HUFLIT - Thái Trần Minh</cp:lastModifiedBy>
  <cp:revision>597</cp:revision>
  <dcterms:created xsi:type="dcterms:W3CDTF">2003-05-25T12:47:52Z</dcterms:created>
  <dcterms:modified xsi:type="dcterms:W3CDTF">2024-04-01T02:34:54Z</dcterms:modified>
</cp:coreProperties>
</file>