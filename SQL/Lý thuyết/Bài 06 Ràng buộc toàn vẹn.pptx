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4"/>
  </p:sldMasterIdLst>
  <p:notesMasterIdLst>
    <p:notesMasterId r:id="rId45"/>
  </p:notesMasterIdLst>
  <p:sldIdLst>
    <p:sldId id="256" r:id="rId5"/>
    <p:sldId id="258" r:id="rId6"/>
    <p:sldId id="386" r:id="rId7"/>
    <p:sldId id="391" r:id="rId8"/>
    <p:sldId id="388" r:id="rId9"/>
    <p:sldId id="389" r:id="rId10"/>
    <p:sldId id="395" r:id="rId11"/>
    <p:sldId id="394" r:id="rId12"/>
    <p:sldId id="396" r:id="rId13"/>
    <p:sldId id="397" r:id="rId14"/>
    <p:sldId id="398" r:id="rId15"/>
    <p:sldId id="399" r:id="rId16"/>
    <p:sldId id="400" r:id="rId17"/>
    <p:sldId id="390" r:id="rId18"/>
    <p:sldId id="454" r:id="rId19"/>
    <p:sldId id="401" r:id="rId20"/>
    <p:sldId id="405" r:id="rId21"/>
    <p:sldId id="406" r:id="rId22"/>
    <p:sldId id="402" r:id="rId23"/>
    <p:sldId id="407" r:id="rId24"/>
    <p:sldId id="408" r:id="rId25"/>
    <p:sldId id="411" r:id="rId26"/>
    <p:sldId id="403" r:id="rId27"/>
    <p:sldId id="409" r:id="rId28"/>
    <p:sldId id="410" r:id="rId29"/>
    <p:sldId id="451" r:id="rId30"/>
    <p:sldId id="452" r:id="rId31"/>
    <p:sldId id="453" r:id="rId32"/>
    <p:sldId id="414" r:id="rId33"/>
    <p:sldId id="419" r:id="rId34"/>
    <p:sldId id="455" r:id="rId35"/>
    <p:sldId id="415" r:id="rId36"/>
    <p:sldId id="421" r:id="rId37"/>
    <p:sldId id="416" r:id="rId38"/>
    <p:sldId id="423" r:id="rId39"/>
    <p:sldId id="417" r:id="rId40"/>
    <p:sldId id="424" r:id="rId41"/>
    <p:sldId id="432" r:id="rId42"/>
    <p:sldId id="433" r:id="rId43"/>
    <p:sldId id="434" r:id="rId4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sz="1500"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77777"/>
    <a:srgbClr val="FF3333"/>
    <a:srgbClr val="CC0000"/>
    <a:srgbClr val="FF3300"/>
    <a:srgbClr val="000066"/>
    <a:srgbClr val="800000"/>
    <a:srgbClr val="969696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D1247B0-8AC5-0248-B3B9-F29AFE606323}" v="12" dt="2022-05-10T02:41:48.5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0" autoAdjust="0"/>
    <p:restoredTop sz="94444" autoAdjust="0"/>
  </p:normalViewPr>
  <p:slideViewPr>
    <p:cSldViewPr>
      <p:cViewPr varScale="1">
        <p:scale>
          <a:sx n="99" d="100"/>
          <a:sy n="99" d="100"/>
        </p:scale>
        <p:origin x="1904" y="1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9" Type="http://schemas.openxmlformats.org/officeDocument/2006/relationships/slide" Target="slides/slide35.xml"/><Relationship Id="rId21" Type="http://schemas.openxmlformats.org/officeDocument/2006/relationships/slide" Target="slides/slide17.xml"/><Relationship Id="rId34" Type="http://schemas.openxmlformats.org/officeDocument/2006/relationships/slide" Target="slides/slide30.xml"/><Relationship Id="rId42" Type="http://schemas.openxmlformats.org/officeDocument/2006/relationships/slide" Target="slides/slide38.xml"/><Relationship Id="rId47" Type="http://schemas.openxmlformats.org/officeDocument/2006/relationships/viewProps" Target="viewProps.xml"/><Relationship Id="rId50" Type="http://schemas.microsoft.com/office/2016/11/relationships/changesInfo" Target="changesInfos/changesInfo1.xml"/><Relationship Id="rId7" Type="http://schemas.openxmlformats.org/officeDocument/2006/relationships/slide" Target="slides/slide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9" Type="http://schemas.openxmlformats.org/officeDocument/2006/relationships/slide" Target="slides/slide25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slide" Target="slides/slide28.xml"/><Relationship Id="rId37" Type="http://schemas.openxmlformats.org/officeDocument/2006/relationships/slide" Target="slides/slide33.xml"/><Relationship Id="rId40" Type="http://schemas.openxmlformats.org/officeDocument/2006/relationships/slide" Target="slides/slide36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36" Type="http://schemas.openxmlformats.org/officeDocument/2006/relationships/slide" Target="slides/slide32.xml"/><Relationship Id="rId49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slide" Target="slides/slide27.xml"/><Relationship Id="rId44" Type="http://schemas.openxmlformats.org/officeDocument/2006/relationships/slide" Target="slides/slide40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slide" Target="slides/slide26.xml"/><Relationship Id="rId35" Type="http://schemas.openxmlformats.org/officeDocument/2006/relationships/slide" Target="slides/slide31.xml"/><Relationship Id="rId43" Type="http://schemas.openxmlformats.org/officeDocument/2006/relationships/slide" Target="slides/slide39.xml"/><Relationship Id="rId48" Type="http://schemas.openxmlformats.org/officeDocument/2006/relationships/theme" Target="theme/theme1.xml"/><Relationship Id="rId8" Type="http://schemas.openxmlformats.org/officeDocument/2006/relationships/slide" Target="slides/slide4.xml"/><Relationship Id="rId51" Type="http://schemas.microsoft.com/office/2015/10/relationships/revisionInfo" Target="revisionInfo.xml"/><Relationship Id="rId3" Type="http://schemas.openxmlformats.org/officeDocument/2006/relationships/customXml" Target="../customXml/item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slide" Target="slides/slide29.xml"/><Relationship Id="rId38" Type="http://schemas.openxmlformats.org/officeDocument/2006/relationships/slide" Target="slides/slide34.xml"/><Relationship Id="rId46" Type="http://schemas.openxmlformats.org/officeDocument/2006/relationships/presProps" Target="presProps.xml"/><Relationship Id="rId20" Type="http://schemas.openxmlformats.org/officeDocument/2006/relationships/slide" Target="slides/slide16.xml"/><Relationship Id="rId41" Type="http://schemas.openxmlformats.org/officeDocument/2006/relationships/slide" Target="slides/slide37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h Thai Tran" userId="996740aabe1fc7dc" providerId="LiveId" clId="{DD1247B0-8AC5-0248-B3B9-F29AFE606323}"/>
    <pc:docChg chg="modSld">
      <pc:chgData name="Minh Thai Tran" userId="996740aabe1fc7dc" providerId="LiveId" clId="{DD1247B0-8AC5-0248-B3B9-F29AFE606323}" dt="2022-05-10T02:41:48.595" v="11" actId="20577"/>
      <pc:docMkLst>
        <pc:docMk/>
      </pc:docMkLst>
      <pc:sldChg chg="modSp">
        <pc:chgData name="Minh Thai Tran" userId="996740aabe1fc7dc" providerId="LiveId" clId="{DD1247B0-8AC5-0248-B3B9-F29AFE606323}" dt="2022-05-10T02:41:48.595" v="11" actId="20577"/>
        <pc:sldMkLst>
          <pc:docMk/>
          <pc:sldMk cId="0" sldId="256"/>
        </pc:sldMkLst>
        <pc:spChg chg="mod">
          <ac:chgData name="Minh Thai Tran" userId="996740aabe1fc7dc" providerId="LiveId" clId="{DD1247B0-8AC5-0248-B3B9-F29AFE606323}" dt="2022-05-10T02:41:48.595" v="11" actId="20577"/>
          <ac:spMkLst>
            <pc:docMk/>
            <pc:sldMk cId="0" sldId="256"/>
            <ac:spMk id="2050" creationId="{B639379A-058C-433E-9E52-7BE72D76FDB8}"/>
          </ac:spMkLst>
        </pc:spChg>
      </pc:sldChg>
    </pc:docChg>
  </pc:docChgLst>
  <pc:docChgLst>
    <pc:chgData name="HUFLIT - Thái Trần Minh" userId="843ebdbe-4c4e-4d24-ae24-ce84af2f2400" providerId="ADAL" clId="{EB30A0E5-9495-42EA-BFCC-AEAE7A469176}"/>
    <pc:docChg chg="custSel modSld">
      <pc:chgData name="HUFLIT - Thái Trần Minh" userId="843ebdbe-4c4e-4d24-ae24-ce84af2f2400" providerId="ADAL" clId="{EB30A0E5-9495-42EA-BFCC-AEAE7A469176}" dt="2020-06-09T08:58:02.298" v="114" actId="20577"/>
      <pc:docMkLst>
        <pc:docMk/>
      </pc:docMkLst>
      <pc:sldChg chg="modSp mod">
        <pc:chgData name="HUFLIT - Thái Trần Minh" userId="843ebdbe-4c4e-4d24-ae24-ce84af2f2400" providerId="ADAL" clId="{EB30A0E5-9495-42EA-BFCC-AEAE7A469176}" dt="2020-06-02T03:31:51.850" v="56" actId="20577"/>
        <pc:sldMkLst>
          <pc:docMk/>
          <pc:sldMk cId="0" sldId="256"/>
        </pc:sldMkLst>
        <pc:spChg chg="mod">
          <ac:chgData name="HUFLIT - Thái Trần Minh" userId="843ebdbe-4c4e-4d24-ae24-ce84af2f2400" providerId="ADAL" clId="{EB30A0E5-9495-42EA-BFCC-AEAE7A469176}" dt="2020-06-02T03:31:51.850" v="56" actId="20577"/>
          <ac:spMkLst>
            <pc:docMk/>
            <pc:sldMk cId="0" sldId="256"/>
            <ac:spMk id="4100" creationId="{E77C72BC-18A8-477E-9B43-5D3207C38045}"/>
          </ac:spMkLst>
        </pc:spChg>
      </pc:sldChg>
      <pc:sldChg chg="modSp mod">
        <pc:chgData name="HUFLIT - Thái Trần Minh" userId="843ebdbe-4c4e-4d24-ae24-ce84af2f2400" providerId="ADAL" clId="{EB30A0E5-9495-42EA-BFCC-AEAE7A469176}" dt="2020-06-02T05:46:18.943" v="58" actId="20577"/>
        <pc:sldMkLst>
          <pc:docMk/>
          <pc:sldMk cId="0" sldId="386"/>
        </pc:sldMkLst>
        <pc:spChg chg="mod">
          <ac:chgData name="HUFLIT - Thái Trần Minh" userId="843ebdbe-4c4e-4d24-ae24-ce84af2f2400" providerId="ADAL" clId="{EB30A0E5-9495-42EA-BFCC-AEAE7A469176}" dt="2020-06-02T05:46:18.943" v="58" actId="20577"/>
          <ac:spMkLst>
            <pc:docMk/>
            <pc:sldMk cId="0" sldId="386"/>
            <ac:spMk id="7173" creationId="{5871E315-75AD-463D-A809-07FF5E265D51}"/>
          </ac:spMkLst>
        </pc:spChg>
      </pc:sldChg>
      <pc:sldChg chg="modSp mod">
        <pc:chgData name="HUFLIT - Thái Trần Minh" userId="843ebdbe-4c4e-4d24-ae24-ce84af2f2400" providerId="ADAL" clId="{EB30A0E5-9495-42EA-BFCC-AEAE7A469176}" dt="2020-06-02T10:03:21.847" v="90" actId="20577"/>
        <pc:sldMkLst>
          <pc:docMk/>
          <pc:sldMk cId="0" sldId="408"/>
        </pc:sldMkLst>
        <pc:spChg chg="mod">
          <ac:chgData name="HUFLIT - Thái Trần Minh" userId="843ebdbe-4c4e-4d24-ae24-ce84af2f2400" providerId="ADAL" clId="{EB30A0E5-9495-42EA-BFCC-AEAE7A469176}" dt="2020-06-02T10:03:21.847" v="90" actId="20577"/>
          <ac:spMkLst>
            <pc:docMk/>
            <pc:sldMk cId="0" sldId="408"/>
            <ac:spMk id="43025" creationId="{F8A0D054-B9B1-4608-A733-4224B7F885A6}"/>
          </ac:spMkLst>
        </pc:spChg>
      </pc:sldChg>
      <pc:sldChg chg="modSp mod">
        <pc:chgData name="HUFLIT - Thái Trần Minh" userId="843ebdbe-4c4e-4d24-ae24-ce84af2f2400" providerId="ADAL" clId="{EB30A0E5-9495-42EA-BFCC-AEAE7A469176}" dt="2020-06-02T10:27:10.236" v="95" actId="20577"/>
        <pc:sldMkLst>
          <pc:docMk/>
          <pc:sldMk cId="0" sldId="411"/>
        </pc:sldMkLst>
        <pc:spChg chg="mod">
          <ac:chgData name="HUFLIT - Thái Trần Minh" userId="843ebdbe-4c4e-4d24-ae24-ce84af2f2400" providerId="ADAL" clId="{EB30A0E5-9495-42EA-BFCC-AEAE7A469176}" dt="2020-06-02T10:27:10.236" v="95" actId="20577"/>
          <ac:spMkLst>
            <pc:docMk/>
            <pc:sldMk cId="0" sldId="411"/>
            <ac:spMk id="45073" creationId="{9F90700D-3DE8-4303-87E1-3C84D644A380}"/>
          </ac:spMkLst>
        </pc:spChg>
      </pc:sldChg>
      <pc:sldChg chg="modSp mod">
        <pc:chgData name="HUFLIT - Thái Trần Minh" userId="843ebdbe-4c4e-4d24-ae24-ce84af2f2400" providerId="ADAL" clId="{EB30A0E5-9495-42EA-BFCC-AEAE7A469176}" dt="2020-06-09T08:57:53.031" v="113" actId="20577"/>
        <pc:sldMkLst>
          <pc:docMk/>
          <pc:sldMk cId="0" sldId="421"/>
        </pc:sldMkLst>
        <pc:spChg chg="mod">
          <ac:chgData name="HUFLIT - Thái Trần Minh" userId="843ebdbe-4c4e-4d24-ae24-ce84af2f2400" providerId="ADAL" clId="{EB30A0E5-9495-42EA-BFCC-AEAE7A469176}" dt="2020-06-09T08:57:53.031" v="113" actId="20577"/>
          <ac:spMkLst>
            <pc:docMk/>
            <pc:sldMk cId="0" sldId="421"/>
            <ac:spMk id="63504" creationId="{93EB2766-056F-40CC-9C41-025EB9D611DF}"/>
          </ac:spMkLst>
        </pc:spChg>
      </pc:sldChg>
      <pc:sldChg chg="modSp mod">
        <pc:chgData name="HUFLIT - Thái Trần Minh" userId="843ebdbe-4c4e-4d24-ae24-ce84af2f2400" providerId="ADAL" clId="{EB30A0E5-9495-42EA-BFCC-AEAE7A469176}" dt="2020-06-09T08:58:02.298" v="114" actId="20577"/>
        <pc:sldMkLst>
          <pc:docMk/>
          <pc:sldMk cId="0" sldId="423"/>
        </pc:sldMkLst>
        <pc:spChg chg="mod">
          <ac:chgData name="HUFLIT - Thái Trần Minh" userId="843ebdbe-4c4e-4d24-ae24-ce84af2f2400" providerId="ADAL" clId="{EB30A0E5-9495-42EA-BFCC-AEAE7A469176}" dt="2020-06-09T08:58:02.298" v="114" actId="20577"/>
          <ac:spMkLst>
            <pc:docMk/>
            <pc:sldMk cId="0" sldId="423"/>
            <ac:spMk id="67605" creationId="{4F677383-9B96-4BFD-86DA-534DBEC5EF8D}"/>
          </ac:spMkLst>
        </pc:spChg>
      </pc:sldChg>
      <pc:sldChg chg="delSp modSp mod">
        <pc:chgData name="HUFLIT - Thái Trần Minh" userId="843ebdbe-4c4e-4d24-ae24-ce84af2f2400" providerId="ADAL" clId="{EB30A0E5-9495-42EA-BFCC-AEAE7A469176}" dt="2020-06-02T07:58:35.347" v="84" actId="20577"/>
        <pc:sldMkLst>
          <pc:docMk/>
          <pc:sldMk cId="0" sldId="452"/>
        </pc:sldMkLst>
        <pc:spChg chg="del">
          <ac:chgData name="HUFLIT - Thái Trần Minh" userId="843ebdbe-4c4e-4d24-ae24-ce84af2f2400" providerId="ADAL" clId="{EB30A0E5-9495-42EA-BFCC-AEAE7A469176}" dt="2020-06-02T07:57:55.989" v="60" actId="478"/>
          <ac:spMkLst>
            <pc:docMk/>
            <pc:sldMk cId="0" sldId="452"/>
            <ac:spMk id="54280" creationId="{E6540348-6278-4748-B6E8-A89878742F86}"/>
          </ac:spMkLst>
        </pc:spChg>
        <pc:spChg chg="del">
          <ac:chgData name="HUFLIT - Thái Trần Minh" userId="843ebdbe-4c4e-4d24-ae24-ce84af2f2400" providerId="ADAL" clId="{EB30A0E5-9495-42EA-BFCC-AEAE7A469176}" dt="2020-06-02T07:57:52.198" v="59" actId="478"/>
          <ac:spMkLst>
            <pc:docMk/>
            <pc:sldMk cId="0" sldId="452"/>
            <ac:spMk id="54281" creationId="{C645B7B3-1EF7-4620-94F8-CC856CDDDD30}"/>
          </ac:spMkLst>
        </pc:spChg>
        <pc:spChg chg="mod">
          <ac:chgData name="HUFLIT - Thái Trần Minh" userId="843ebdbe-4c4e-4d24-ae24-ce84af2f2400" providerId="ADAL" clId="{EB30A0E5-9495-42EA-BFCC-AEAE7A469176}" dt="2020-06-02T07:58:35.347" v="84" actId="20577"/>
          <ac:spMkLst>
            <pc:docMk/>
            <pc:sldMk cId="0" sldId="452"/>
            <ac:spMk id="54291" creationId="{7D0B3F65-AB1D-46E5-BBFF-22607F0FED8E}"/>
          </ac:spMkLst>
        </pc:spChg>
      </pc:sldChg>
      <pc:sldChg chg="modSp mod">
        <pc:chgData name="HUFLIT - Thái Trần Minh" userId="843ebdbe-4c4e-4d24-ae24-ce84af2f2400" providerId="ADAL" clId="{EB30A0E5-9495-42EA-BFCC-AEAE7A469176}" dt="2020-06-09T08:57:40.491" v="111" actId="20577"/>
        <pc:sldMkLst>
          <pc:docMk/>
          <pc:sldMk cId="0" sldId="455"/>
        </pc:sldMkLst>
        <pc:spChg chg="mod">
          <ac:chgData name="HUFLIT - Thái Trần Minh" userId="843ebdbe-4c4e-4d24-ae24-ce84af2f2400" providerId="ADAL" clId="{EB30A0E5-9495-42EA-BFCC-AEAE7A469176}" dt="2020-06-09T08:57:40.491" v="111" actId="20577"/>
          <ac:spMkLst>
            <pc:docMk/>
            <pc:sldMk cId="0" sldId="455"/>
            <ac:spMk id="60432" creationId="{0526D8D9-337B-42C7-8986-6BBAA479549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033C41C4-D629-43FE-A257-511F0D6F2DA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624B66FA-2C31-4745-B3E1-3EAE94B5CB6D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2586A03A-BF94-437E-8770-C7EFDDE8CDBB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6389" name="Rectangle 5">
            <a:extLst>
              <a:ext uri="{FF2B5EF4-FFF2-40B4-BE49-F238E27FC236}">
                <a16:creationId xmlns:a16="http://schemas.microsoft.com/office/drawing/2014/main" id="{09E1E3AC-2BB6-428F-ADCC-13B7A4F2CF88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390" name="Rectangle 6">
            <a:extLst>
              <a:ext uri="{FF2B5EF4-FFF2-40B4-BE49-F238E27FC236}">
                <a16:creationId xmlns:a16="http://schemas.microsoft.com/office/drawing/2014/main" id="{7EA7BE05-5E2F-4F8D-8584-8B1CBCDB31B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16391" name="Rectangle 7">
            <a:extLst>
              <a:ext uri="{FF2B5EF4-FFF2-40B4-BE49-F238E27FC236}">
                <a16:creationId xmlns:a16="http://schemas.microsoft.com/office/drawing/2014/main" id="{AA1A58AC-2C8C-4046-B302-38BE4A69244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58519DCF-C8EE-49D1-8674-2F9A29A663FB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7">
            <a:extLst>
              <a:ext uri="{FF2B5EF4-FFF2-40B4-BE49-F238E27FC236}">
                <a16:creationId xmlns:a16="http://schemas.microsoft.com/office/drawing/2014/main" id="{13E95B2C-29B7-465E-897F-D518DFE0157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51142C0-16B8-4252-A13B-1DC09E52DACD}" type="slidenum">
              <a:rPr lang="en-US" altLang="en-US"/>
              <a:pPr>
                <a:spcBef>
                  <a:spcPct val="0"/>
                </a:spcBef>
              </a:pPr>
              <a:t>2</a:t>
            </a:fld>
            <a:endParaRPr lang="en-US" altLang="en-US"/>
          </a:p>
        </p:txBody>
      </p:sp>
      <p:sp>
        <p:nvSpPr>
          <p:cNvPr id="6147" name="Rectangle 2">
            <a:extLst>
              <a:ext uri="{FF2B5EF4-FFF2-40B4-BE49-F238E27FC236}">
                <a16:creationId xmlns:a16="http://schemas.microsoft.com/office/drawing/2014/main" id="{B923CBEA-D407-43EE-B455-AC6992026F5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148" name="Rectangle 3">
            <a:extLst>
              <a:ext uri="{FF2B5EF4-FFF2-40B4-BE49-F238E27FC236}">
                <a16:creationId xmlns:a16="http://schemas.microsoft.com/office/drawing/2014/main" id="{A22714E5-CEA9-467C-8D44-E13A1915F3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7">
            <a:extLst>
              <a:ext uri="{FF2B5EF4-FFF2-40B4-BE49-F238E27FC236}">
                <a16:creationId xmlns:a16="http://schemas.microsoft.com/office/drawing/2014/main" id="{021709EE-3BC0-476F-9FFD-7CC5E576BFB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2FB739C-AA3B-4E4B-ABFC-6FF25E7AA4C4}" type="slidenum">
              <a:rPr lang="en-US" altLang="en-US"/>
              <a:pPr>
                <a:spcBef>
                  <a:spcPct val="0"/>
                </a:spcBef>
              </a:pPr>
              <a:t>3</a:t>
            </a:fld>
            <a:endParaRPr lang="en-US" altLang="en-US"/>
          </a:p>
        </p:txBody>
      </p:sp>
      <p:sp>
        <p:nvSpPr>
          <p:cNvPr id="8195" name="Rectangle 2">
            <a:extLst>
              <a:ext uri="{FF2B5EF4-FFF2-40B4-BE49-F238E27FC236}">
                <a16:creationId xmlns:a16="http://schemas.microsoft.com/office/drawing/2014/main" id="{C3BA6B8A-8ABC-4378-9181-F4279C02B09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196" name="Rectangle 3">
            <a:extLst>
              <a:ext uri="{FF2B5EF4-FFF2-40B4-BE49-F238E27FC236}">
                <a16:creationId xmlns:a16="http://schemas.microsoft.com/office/drawing/2014/main" id="{1C438C23-0D0E-46F5-8325-CA3FC458AE2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r>
              <a:rPr lang="en-US" altLang="en-US">
                <a:latin typeface="Arial" panose="020B0604020202020204" pitchFamily="34" charset="0"/>
              </a:rPr>
              <a:t>‘Xấu’ : không phản ánh đúng thế giới thực mà mô hình dữ liệu đại diện.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7">
            <a:extLst>
              <a:ext uri="{FF2B5EF4-FFF2-40B4-BE49-F238E27FC236}">
                <a16:creationId xmlns:a16="http://schemas.microsoft.com/office/drawing/2014/main" id="{2B67F46D-9AB1-47D2-9E8F-06640E720AC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FE60DC3-A0F9-4742-9080-D24BFF997105}" type="slidenum">
              <a:rPr lang="en-US" altLang="en-US"/>
              <a:pPr>
                <a:spcBef>
                  <a:spcPct val="0"/>
                </a:spcBef>
              </a:pPr>
              <a:t>4</a:t>
            </a:fld>
            <a:endParaRPr lang="en-US" altLang="en-US"/>
          </a:p>
        </p:txBody>
      </p:sp>
      <p:sp>
        <p:nvSpPr>
          <p:cNvPr id="10243" name="Rectangle 2">
            <a:extLst>
              <a:ext uri="{FF2B5EF4-FFF2-40B4-BE49-F238E27FC236}">
                <a16:creationId xmlns:a16="http://schemas.microsoft.com/office/drawing/2014/main" id="{8CF60126-8901-4AF7-8A23-99DC5710519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>
            <a:extLst>
              <a:ext uri="{FF2B5EF4-FFF2-40B4-BE49-F238E27FC236}">
                <a16:creationId xmlns:a16="http://schemas.microsoft.com/office/drawing/2014/main" id="{931D9896-CD35-4024-B517-9A3B45F22D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7">
            <a:extLst>
              <a:ext uri="{FF2B5EF4-FFF2-40B4-BE49-F238E27FC236}">
                <a16:creationId xmlns:a16="http://schemas.microsoft.com/office/drawing/2014/main" id="{639D76D7-C989-4572-8022-795F2C01C4C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0A938F5-BC16-41B8-A711-D00C694D09A9}" type="slidenum">
              <a:rPr lang="en-US" altLang="en-US"/>
              <a:pPr>
                <a:spcBef>
                  <a:spcPct val="0"/>
                </a:spcBef>
              </a:pPr>
              <a:t>5</a:t>
            </a:fld>
            <a:endParaRPr lang="en-US" altLang="en-US"/>
          </a:p>
        </p:txBody>
      </p:sp>
      <p:sp>
        <p:nvSpPr>
          <p:cNvPr id="12291" name="Rectangle 2">
            <a:extLst>
              <a:ext uri="{FF2B5EF4-FFF2-40B4-BE49-F238E27FC236}">
                <a16:creationId xmlns:a16="http://schemas.microsoft.com/office/drawing/2014/main" id="{B51ECBB2-8E19-430A-AEB4-D485B3FB936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>
            <a:extLst>
              <a:ext uri="{FF2B5EF4-FFF2-40B4-BE49-F238E27FC236}">
                <a16:creationId xmlns:a16="http://schemas.microsoft.com/office/drawing/2014/main" id="{AC95EF6F-EF50-4559-A45C-6F33877A63F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7">
            <a:extLst>
              <a:ext uri="{FF2B5EF4-FFF2-40B4-BE49-F238E27FC236}">
                <a16:creationId xmlns:a16="http://schemas.microsoft.com/office/drawing/2014/main" id="{A64D36F9-A1DD-4D66-B2C6-761F5196710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2852A9F-9138-4D64-84CD-777D825DA542}" type="slidenum">
              <a:rPr lang="en-US" altLang="en-US"/>
              <a:pPr>
                <a:spcBef>
                  <a:spcPct val="0"/>
                </a:spcBef>
              </a:pPr>
              <a:t>6</a:t>
            </a:fld>
            <a:endParaRPr lang="en-US" altLang="en-US"/>
          </a:p>
        </p:txBody>
      </p:sp>
      <p:sp>
        <p:nvSpPr>
          <p:cNvPr id="14339" name="Rectangle 2">
            <a:extLst>
              <a:ext uri="{FF2B5EF4-FFF2-40B4-BE49-F238E27FC236}">
                <a16:creationId xmlns:a16="http://schemas.microsoft.com/office/drawing/2014/main" id="{AE2FFC8B-BC22-4654-BDD6-C63AA261B0F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>
            <a:extLst>
              <a:ext uri="{FF2B5EF4-FFF2-40B4-BE49-F238E27FC236}">
                <a16:creationId xmlns:a16="http://schemas.microsoft.com/office/drawing/2014/main" id="{AC7D384D-E5F3-441A-A72E-19AC8F76896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7">
            <a:extLst>
              <a:ext uri="{FF2B5EF4-FFF2-40B4-BE49-F238E27FC236}">
                <a16:creationId xmlns:a16="http://schemas.microsoft.com/office/drawing/2014/main" id="{B0DDEF98-C524-42B0-A809-DDE4C068001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9F72407-D592-4180-BB87-173682BE34CC}" type="slidenum">
              <a:rPr lang="en-US" altLang="en-US"/>
              <a:pPr>
                <a:spcBef>
                  <a:spcPct val="0"/>
                </a:spcBef>
              </a:pPr>
              <a:t>7</a:t>
            </a:fld>
            <a:endParaRPr lang="en-US" altLang="en-US"/>
          </a:p>
        </p:txBody>
      </p:sp>
      <p:sp>
        <p:nvSpPr>
          <p:cNvPr id="16387" name="Rectangle 2">
            <a:extLst>
              <a:ext uri="{FF2B5EF4-FFF2-40B4-BE49-F238E27FC236}">
                <a16:creationId xmlns:a16="http://schemas.microsoft.com/office/drawing/2014/main" id="{074F8834-BC60-4682-803A-D744FBD2DE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>
            <a:extLst>
              <a:ext uri="{FF2B5EF4-FFF2-40B4-BE49-F238E27FC236}">
                <a16:creationId xmlns:a16="http://schemas.microsoft.com/office/drawing/2014/main" id="{7885F848-A428-4C15-B8F6-DFBBC6AE45C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7">
            <a:extLst>
              <a:ext uri="{FF2B5EF4-FFF2-40B4-BE49-F238E27FC236}">
                <a16:creationId xmlns:a16="http://schemas.microsoft.com/office/drawing/2014/main" id="{1789963A-60E5-48F7-BA2E-0C31BF8540F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BC45259-A8B3-4025-9455-AB2E353E39ED}" type="slidenum">
              <a:rPr lang="en-US" altLang="en-US"/>
              <a:pPr>
                <a:spcBef>
                  <a:spcPct val="0"/>
                </a:spcBef>
              </a:pPr>
              <a:t>8</a:t>
            </a:fld>
            <a:endParaRPr lang="en-US" altLang="en-US"/>
          </a:p>
        </p:txBody>
      </p:sp>
      <p:sp>
        <p:nvSpPr>
          <p:cNvPr id="18435" name="Rectangle 2">
            <a:extLst>
              <a:ext uri="{FF2B5EF4-FFF2-40B4-BE49-F238E27FC236}">
                <a16:creationId xmlns:a16="http://schemas.microsoft.com/office/drawing/2014/main" id="{41CFB106-EE47-489F-A0DA-54A7047C95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>
            <a:extLst>
              <a:ext uri="{FF2B5EF4-FFF2-40B4-BE49-F238E27FC236}">
                <a16:creationId xmlns:a16="http://schemas.microsoft.com/office/drawing/2014/main" id="{7D63F8FB-6553-4C75-86AC-A6103531F1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>
            <a:extLst>
              <a:ext uri="{FF2B5EF4-FFF2-40B4-BE49-F238E27FC236}">
                <a16:creationId xmlns:a16="http://schemas.microsoft.com/office/drawing/2014/main" id="{0A8F0894-F394-4DB6-BDFC-EDE066A3AE2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A58B289-6432-4E17-816B-A2C48021D723}" type="slidenum">
              <a:rPr lang="en-US" altLang="en-US"/>
              <a:pPr>
                <a:spcBef>
                  <a:spcPct val="0"/>
                </a:spcBef>
              </a:pPr>
              <a:t>9</a:t>
            </a:fld>
            <a:endParaRPr lang="en-US" altLang="en-US"/>
          </a:p>
        </p:txBody>
      </p:sp>
      <p:sp>
        <p:nvSpPr>
          <p:cNvPr id="20483" name="Rectangle 2">
            <a:extLst>
              <a:ext uri="{FF2B5EF4-FFF2-40B4-BE49-F238E27FC236}">
                <a16:creationId xmlns:a16="http://schemas.microsoft.com/office/drawing/2014/main" id="{2FD7EFBB-AAEB-4D8D-96ED-DBEF387654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>
            <a:extLst>
              <a:ext uri="{FF2B5EF4-FFF2-40B4-BE49-F238E27FC236}">
                <a16:creationId xmlns:a16="http://schemas.microsoft.com/office/drawing/2014/main" id="{88149889-C756-4D76-860A-68631930063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7">
            <a:extLst>
              <a:ext uri="{FF2B5EF4-FFF2-40B4-BE49-F238E27FC236}">
                <a16:creationId xmlns:a16="http://schemas.microsoft.com/office/drawing/2014/main" id="{273B371C-013E-46E2-8DB4-2485F365DB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C17D376-543E-4C6F-AFE3-43A1526FD27B}" type="slidenum">
              <a:rPr lang="en-US" altLang="en-US"/>
              <a:pPr>
                <a:spcBef>
                  <a:spcPct val="0"/>
                </a:spcBef>
              </a:pPr>
              <a:t>10</a:t>
            </a:fld>
            <a:endParaRPr lang="en-US" altLang="en-US"/>
          </a:p>
        </p:txBody>
      </p:sp>
      <p:sp>
        <p:nvSpPr>
          <p:cNvPr id="22531" name="Rectangle 2">
            <a:extLst>
              <a:ext uri="{FF2B5EF4-FFF2-40B4-BE49-F238E27FC236}">
                <a16:creationId xmlns:a16="http://schemas.microsoft.com/office/drawing/2014/main" id="{A177122E-6593-4CB4-8F3C-046C150F203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>
            <a:extLst>
              <a:ext uri="{FF2B5EF4-FFF2-40B4-BE49-F238E27FC236}">
                <a16:creationId xmlns:a16="http://schemas.microsoft.com/office/drawing/2014/main" id="{D5DFC057-81EE-467C-8EBF-0D88222F52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>
            <a:extLst>
              <a:ext uri="{FF2B5EF4-FFF2-40B4-BE49-F238E27FC236}">
                <a16:creationId xmlns:a16="http://schemas.microsoft.com/office/drawing/2014/main" id="{420E393B-610D-40AE-839F-FBEE8530D0B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BB513F9-91EA-4355-B7EA-E9906AADC813}" type="slidenum">
              <a:rPr lang="en-US" altLang="en-US"/>
              <a:pPr>
                <a:spcBef>
                  <a:spcPct val="0"/>
                </a:spcBef>
              </a:pPr>
              <a:t>11</a:t>
            </a:fld>
            <a:endParaRPr lang="en-US" altLang="en-US"/>
          </a:p>
        </p:txBody>
      </p:sp>
      <p:sp>
        <p:nvSpPr>
          <p:cNvPr id="24579" name="Rectangle 2">
            <a:extLst>
              <a:ext uri="{FF2B5EF4-FFF2-40B4-BE49-F238E27FC236}">
                <a16:creationId xmlns:a16="http://schemas.microsoft.com/office/drawing/2014/main" id="{CA201DAB-EDE0-48C0-833F-010EF70EE94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>
            <a:extLst>
              <a:ext uri="{FF2B5EF4-FFF2-40B4-BE49-F238E27FC236}">
                <a16:creationId xmlns:a16="http://schemas.microsoft.com/office/drawing/2014/main" id="{A3761665-83D3-404D-9A0C-60DF86971DA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7">
            <a:extLst>
              <a:ext uri="{FF2B5EF4-FFF2-40B4-BE49-F238E27FC236}">
                <a16:creationId xmlns:a16="http://schemas.microsoft.com/office/drawing/2014/main" id="{52D4C2BA-29BF-42E5-B72C-DBA15C150EE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12BA717-9469-4D2B-8363-3D4FD78A0691}" type="slidenum">
              <a:rPr lang="en-US" altLang="en-US"/>
              <a:pPr>
                <a:spcBef>
                  <a:spcPct val="0"/>
                </a:spcBef>
              </a:pPr>
              <a:t>12</a:t>
            </a:fld>
            <a:endParaRPr lang="en-US" altLang="en-US"/>
          </a:p>
        </p:txBody>
      </p:sp>
      <p:sp>
        <p:nvSpPr>
          <p:cNvPr id="26627" name="Rectangle 2">
            <a:extLst>
              <a:ext uri="{FF2B5EF4-FFF2-40B4-BE49-F238E27FC236}">
                <a16:creationId xmlns:a16="http://schemas.microsoft.com/office/drawing/2014/main" id="{DF6764F3-51CD-4936-ABE1-C5C8C391E1B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>
            <a:extLst>
              <a:ext uri="{FF2B5EF4-FFF2-40B4-BE49-F238E27FC236}">
                <a16:creationId xmlns:a16="http://schemas.microsoft.com/office/drawing/2014/main" id="{B3E462E7-0240-40E5-80F7-D999222EF92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7">
            <a:extLst>
              <a:ext uri="{FF2B5EF4-FFF2-40B4-BE49-F238E27FC236}">
                <a16:creationId xmlns:a16="http://schemas.microsoft.com/office/drawing/2014/main" id="{082EDE9B-D4CD-4C54-A164-21799672DBD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E80A6B6-C983-4C11-B11F-E2330D9DD397}" type="slidenum">
              <a:rPr lang="en-US" altLang="en-US"/>
              <a:pPr>
                <a:spcBef>
                  <a:spcPct val="0"/>
                </a:spcBef>
              </a:pPr>
              <a:t>13</a:t>
            </a:fld>
            <a:endParaRPr lang="en-US" altLang="en-US"/>
          </a:p>
        </p:txBody>
      </p:sp>
      <p:sp>
        <p:nvSpPr>
          <p:cNvPr id="28675" name="Rectangle 2">
            <a:extLst>
              <a:ext uri="{FF2B5EF4-FFF2-40B4-BE49-F238E27FC236}">
                <a16:creationId xmlns:a16="http://schemas.microsoft.com/office/drawing/2014/main" id="{27633BBC-00E6-43F0-A159-3519C0A4B30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>
            <a:extLst>
              <a:ext uri="{FF2B5EF4-FFF2-40B4-BE49-F238E27FC236}">
                <a16:creationId xmlns:a16="http://schemas.microsoft.com/office/drawing/2014/main" id="{CA023C43-F237-4945-A657-CC00F7B9834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7">
            <a:extLst>
              <a:ext uri="{FF2B5EF4-FFF2-40B4-BE49-F238E27FC236}">
                <a16:creationId xmlns:a16="http://schemas.microsoft.com/office/drawing/2014/main" id="{91F2BAC3-0910-4F02-91E2-E3DD5C953B9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82208E34-7167-489A-9CA5-9CBF194C1B5E}" type="slidenum">
              <a:rPr lang="en-US" altLang="en-US"/>
              <a:pPr>
                <a:spcBef>
                  <a:spcPct val="0"/>
                </a:spcBef>
              </a:pPr>
              <a:t>14</a:t>
            </a:fld>
            <a:endParaRPr lang="en-US" altLang="en-US"/>
          </a:p>
        </p:txBody>
      </p:sp>
      <p:sp>
        <p:nvSpPr>
          <p:cNvPr id="30723" name="Rectangle 2">
            <a:extLst>
              <a:ext uri="{FF2B5EF4-FFF2-40B4-BE49-F238E27FC236}">
                <a16:creationId xmlns:a16="http://schemas.microsoft.com/office/drawing/2014/main" id="{8FE1659C-60B3-40AD-B4FE-2AB8295F7C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>
            <a:extLst>
              <a:ext uri="{FF2B5EF4-FFF2-40B4-BE49-F238E27FC236}">
                <a16:creationId xmlns:a16="http://schemas.microsoft.com/office/drawing/2014/main" id="{718CA7BA-5AE9-4BB8-B8CD-022534F175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7">
            <a:extLst>
              <a:ext uri="{FF2B5EF4-FFF2-40B4-BE49-F238E27FC236}">
                <a16:creationId xmlns:a16="http://schemas.microsoft.com/office/drawing/2014/main" id="{17A4143F-DC14-433F-ACFD-C1052BF93BC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2B7709E-8289-4003-97AA-0FE75A6A9EFF}" type="slidenum">
              <a:rPr lang="en-US" altLang="en-US"/>
              <a:pPr>
                <a:spcBef>
                  <a:spcPct val="0"/>
                </a:spcBef>
              </a:pPr>
              <a:t>16</a:t>
            </a:fld>
            <a:endParaRPr lang="en-US" altLang="en-US"/>
          </a:p>
        </p:txBody>
      </p:sp>
      <p:sp>
        <p:nvSpPr>
          <p:cNvPr id="33795" name="Rectangle 2">
            <a:extLst>
              <a:ext uri="{FF2B5EF4-FFF2-40B4-BE49-F238E27FC236}">
                <a16:creationId xmlns:a16="http://schemas.microsoft.com/office/drawing/2014/main" id="{912610EF-7015-4975-A803-F9984F7AE69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6" name="Rectangle 3">
            <a:extLst>
              <a:ext uri="{FF2B5EF4-FFF2-40B4-BE49-F238E27FC236}">
                <a16:creationId xmlns:a16="http://schemas.microsoft.com/office/drawing/2014/main" id="{E59B7941-0B9F-40A7-8B4C-388318D4644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7">
            <a:extLst>
              <a:ext uri="{FF2B5EF4-FFF2-40B4-BE49-F238E27FC236}">
                <a16:creationId xmlns:a16="http://schemas.microsoft.com/office/drawing/2014/main" id="{8B12C544-F9B4-4168-840B-70D6F4AFC9F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3E522B4-E7EA-4A36-8C6D-E15E841E8C3F}" type="slidenum">
              <a:rPr lang="en-US" altLang="en-US"/>
              <a:pPr>
                <a:spcBef>
                  <a:spcPct val="0"/>
                </a:spcBef>
              </a:pPr>
              <a:t>17</a:t>
            </a:fld>
            <a:endParaRPr lang="en-US" altLang="en-US"/>
          </a:p>
        </p:txBody>
      </p:sp>
      <p:sp>
        <p:nvSpPr>
          <p:cNvPr id="35843" name="Rectangle 2">
            <a:extLst>
              <a:ext uri="{FF2B5EF4-FFF2-40B4-BE49-F238E27FC236}">
                <a16:creationId xmlns:a16="http://schemas.microsoft.com/office/drawing/2014/main" id="{0AB08545-1511-4783-A5B0-E7B2756DA1C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4" name="Rectangle 3">
            <a:extLst>
              <a:ext uri="{FF2B5EF4-FFF2-40B4-BE49-F238E27FC236}">
                <a16:creationId xmlns:a16="http://schemas.microsoft.com/office/drawing/2014/main" id="{497F5445-9146-44B3-B218-1D712A6BCC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7">
            <a:extLst>
              <a:ext uri="{FF2B5EF4-FFF2-40B4-BE49-F238E27FC236}">
                <a16:creationId xmlns:a16="http://schemas.microsoft.com/office/drawing/2014/main" id="{1022246D-7EC9-47D0-9DC6-3FA792895CA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EEE12C45-11A0-48BD-BEC6-561AE1E07AC2}" type="slidenum">
              <a:rPr lang="en-US" altLang="en-US"/>
              <a:pPr>
                <a:spcBef>
                  <a:spcPct val="0"/>
                </a:spcBef>
              </a:pPr>
              <a:t>18</a:t>
            </a:fld>
            <a:endParaRPr lang="en-US" altLang="en-US"/>
          </a:p>
        </p:txBody>
      </p:sp>
      <p:sp>
        <p:nvSpPr>
          <p:cNvPr id="37891" name="Rectangle 2">
            <a:extLst>
              <a:ext uri="{FF2B5EF4-FFF2-40B4-BE49-F238E27FC236}">
                <a16:creationId xmlns:a16="http://schemas.microsoft.com/office/drawing/2014/main" id="{B897C366-5918-444F-B198-144F3F101D5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2" name="Rectangle 3">
            <a:extLst>
              <a:ext uri="{FF2B5EF4-FFF2-40B4-BE49-F238E27FC236}">
                <a16:creationId xmlns:a16="http://schemas.microsoft.com/office/drawing/2014/main" id="{C19B09FF-C84A-4C0F-A2E1-59B088F452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7">
            <a:extLst>
              <a:ext uri="{FF2B5EF4-FFF2-40B4-BE49-F238E27FC236}">
                <a16:creationId xmlns:a16="http://schemas.microsoft.com/office/drawing/2014/main" id="{FE5E6A52-3859-4A9D-8F6C-4F25138DE7F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D188BFC-5780-4B59-942B-A91AF9A441CA}" type="slidenum">
              <a:rPr lang="en-US" altLang="en-US"/>
              <a:pPr>
                <a:spcBef>
                  <a:spcPct val="0"/>
                </a:spcBef>
              </a:pPr>
              <a:t>19</a:t>
            </a:fld>
            <a:endParaRPr lang="en-US" altLang="en-US"/>
          </a:p>
        </p:txBody>
      </p:sp>
      <p:sp>
        <p:nvSpPr>
          <p:cNvPr id="39939" name="Rectangle 2">
            <a:extLst>
              <a:ext uri="{FF2B5EF4-FFF2-40B4-BE49-F238E27FC236}">
                <a16:creationId xmlns:a16="http://schemas.microsoft.com/office/drawing/2014/main" id="{C624503F-D22C-491D-B5E0-07F7A3FA566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0" name="Rectangle 3">
            <a:extLst>
              <a:ext uri="{FF2B5EF4-FFF2-40B4-BE49-F238E27FC236}">
                <a16:creationId xmlns:a16="http://schemas.microsoft.com/office/drawing/2014/main" id="{629CBECB-5EA6-440B-90B5-0820261FB4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7">
            <a:extLst>
              <a:ext uri="{FF2B5EF4-FFF2-40B4-BE49-F238E27FC236}">
                <a16:creationId xmlns:a16="http://schemas.microsoft.com/office/drawing/2014/main" id="{F0E4B291-6780-40F6-A60A-BAEF210477D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5441E33-6CF9-4A70-B973-E7E4CB4E4FCD}" type="slidenum">
              <a:rPr lang="en-US" altLang="en-US"/>
              <a:pPr>
                <a:spcBef>
                  <a:spcPct val="0"/>
                </a:spcBef>
              </a:pPr>
              <a:t>20</a:t>
            </a:fld>
            <a:endParaRPr lang="en-US" altLang="en-US"/>
          </a:p>
        </p:txBody>
      </p:sp>
      <p:sp>
        <p:nvSpPr>
          <p:cNvPr id="41987" name="Rectangle 2">
            <a:extLst>
              <a:ext uri="{FF2B5EF4-FFF2-40B4-BE49-F238E27FC236}">
                <a16:creationId xmlns:a16="http://schemas.microsoft.com/office/drawing/2014/main" id="{021260CB-35CE-4D02-9B56-81F6136AC2E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88" name="Rectangle 3">
            <a:extLst>
              <a:ext uri="{FF2B5EF4-FFF2-40B4-BE49-F238E27FC236}">
                <a16:creationId xmlns:a16="http://schemas.microsoft.com/office/drawing/2014/main" id="{B3A6DCD1-6573-49E9-9A23-EA39C25BD2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7">
            <a:extLst>
              <a:ext uri="{FF2B5EF4-FFF2-40B4-BE49-F238E27FC236}">
                <a16:creationId xmlns:a16="http://schemas.microsoft.com/office/drawing/2014/main" id="{58551454-0679-45E3-9128-D4DC3597937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4332B0A-513F-4CB3-A52B-AF4703663367}" type="slidenum">
              <a:rPr lang="en-US" altLang="en-US"/>
              <a:pPr>
                <a:spcBef>
                  <a:spcPct val="0"/>
                </a:spcBef>
              </a:pPr>
              <a:t>21</a:t>
            </a:fld>
            <a:endParaRPr lang="en-US" altLang="en-US"/>
          </a:p>
        </p:txBody>
      </p:sp>
      <p:sp>
        <p:nvSpPr>
          <p:cNvPr id="44035" name="Rectangle 2">
            <a:extLst>
              <a:ext uri="{FF2B5EF4-FFF2-40B4-BE49-F238E27FC236}">
                <a16:creationId xmlns:a16="http://schemas.microsoft.com/office/drawing/2014/main" id="{8F062AA2-D192-4D97-811E-F5D43B3DBC9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6" name="Rectangle 3">
            <a:extLst>
              <a:ext uri="{FF2B5EF4-FFF2-40B4-BE49-F238E27FC236}">
                <a16:creationId xmlns:a16="http://schemas.microsoft.com/office/drawing/2014/main" id="{9B788493-D759-44E6-9A70-AACCCC2C9B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7">
            <a:extLst>
              <a:ext uri="{FF2B5EF4-FFF2-40B4-BE49-F238E27FC236}">
                <a16:creationId xmlns:a16="http://schemas.microsoft.com/office/drawing/2014/main" id="{CEA2A374-7134-413D-BC89-E59481827E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F68FE341-DD3F-4BE2-99D3-0E58B1491505}" type="slidenum">
              <a:rPr lang="en-US" altLang="en-US"/>
              <a:pPr>
                <a:spcBef>
                  <a:spcPct val="0"/>
                </a:spcBef>
              </a:pPr>
              <a:t>22</a:t>
            </a:fld>
            <a:endParaRPr lang="en-US" altLang="en-US"/>
          </a:p>
        </p:txBody>
      </p:sp>
      <p:sp>
        <p:nvSpPr>
          <p:cNvPr id="46083" name="Rectangle 2">
            <a:extLst>
              <a:ext uri="{FF2B5EF4-FFF2-40B4-BE49-F238E27FC236}">
                <a16:creationId xmlns:a16="http://schemas.microsoft.com/office/drawing/2014/main" id="{5EFC5EC9-1A42-4B10-8C85-6F38F09B899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4" name="Rectangle 3">
            <a:extLst>
              <a:ext uri="{FF2B5EF4-FFF2-40B4-BE49-F238E27FC236}">
                <a16:creationId xmlns:a16="http://schemas.microsoft.com/office/drawing/2014/main" id="{49D6474E-9B48-4E41-9A60-44A23FC98C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0" name="Rectangle 7">
            <a:extLst>
              <a:ext uri="{FF2B5EF4-FFF2-40B4-BE49-F238E27FC236}">
                <a16:creationId xmlns:a16="http://schemas.microsoft.com/office/drawing/2014/main" id="{371E7396-59C8-4B2E-9FDF-5E13E82787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3FCB0581-8A4E-48D8-B5BC-2444862E5245}" type="slidenum">
              <a:rPr lang="en-US" altLang="en-US"/>
              <a:pPr>
                <a:spcBef>
                  <a:spcPct val="0"/>
                </a:spcBef>
              </a:pPr>
              <a:t>23</a:t>
            </a:fld>
            <a:endParaRPr lang="en-US" altLang="en-US"/>
          </a:p>
        </p:txBody>
      </p:sp>
      <p:sp>
        <p:nvSpPr>
          <p:cNvPr id="48131" name="Rectangle 2">
            <a:extLst>
              <a:ext uri="{FF2B5EF4-FFF2-40B4-BE49-F238E27FC236}">
                <a16:creationId xmlns:a16="http://schemas.microsoft.com/office/drawing/2014/main" id="{094D897B-A77F-4826-B864-E8FED1A99BA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8132" name="Rectangle 3">
            <a:extLst>
              <a:ext uri="{FF2B5EF4-FFF2-40B4-BE49-F238E27FC236}">
                <a16:creationId xmlns:a16="http://schemas.microsoft.com/office/drawing/2014/main" id="{34606472-D59C-4429-ACF6-A1C68D3B8C5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Rectangle 7">
            <a:extLst>
              <a:ext uri="{FF2B5EF4-FFF2-40B4-BE49-F238E27FC236}">
                <a16:creationId xmlns:a16="http://schemas.microsoft.com/office/drawing/2014/main" id="{0A39AA25-8141-4993-AD35-AA5E6EF85FD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162903F8-D754-4C02-B343-CD3FA675B3AB}" type="slidenum">
              <a:rPr lang="en-US" altLang="en-US"/>
              <a:pPr>
                <a:spcBef>
                  <a:spcPct val="0"/>
                </a:spcBef>
              </a:pPr>
              <a:t>24</a:t>
            </a:fld>
            <a:endParaRPr lang="en-US" altLang="en-US"/>
          </a:p>
        </p:txBody>
      </p:sp>
      <p:sp>
        <p:nvSpPr>
          <p:cNvPr id="50179" name="Rectangle 2">
            <a:extLst>
              <a:ext uri="{FF2B5EF4-FFF2-40B4-BE49-F238E27FC236}">
                <a16:creationId xmlns:a16="http://schemas.microsoft.com/office/drawing/2014/main" id="{30861B4C-EE6A-4493-B8EB-7B153ED733E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0180" name="Rectangle 3">
            <a:extLst>
              <a:ext uri="{FF2B5EF4-FFF2-40B4-BE49-F238E27FC236}">
                <a16:creationId xmlns:a16="http://schemas.microsoft.com/office/drawing/2014/main" id="{709B396B-A47B-43E4-AFC8-ABB8CCD1650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>
            <a:extLst>
              <a:ext uri="{FF2B5EF4-FFF2-40B4-BE49-F238E27FC236}">
                <a16:creationId xmlns:a16="http://schemas.microsoft.com/office/drawing/2014/main" id="{619D6D2B-ECB9-41A0-AA5C-CF1B1E30B62A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025A5F7-981B-4D8A-8EFC-56C60E498911}" type="slidenum">
              <a:rPr lang="en-US" altLang="en-US"/>
              <a:pPr>
                <a:spcBef>
                  <a:spcPct val="0"/>
                </a:spcBef>
              </a:pPr>
              <a:t>25</a:t>
            </a:fld>
            <a:endParaRPr lang="en-US" altLang="en-US"/>
          </a:p>
        </p:txBody>
      </p:sp>
      <p:sp>
        <p:nvSpPr>
          <p:cNvPr id="52227" name="Rectangle 2">
            <a:extLst>
              <a:ext uri="{FF2B5EF4-FFF2-40B4-BE49-F238E27FC236}">
                <a16:creationId xmlns:a16="http://schemas.microsoft.com/office/drawing/2014/main" id="{E9A083FC-21B9-4DC0-B3E7-D193E3C12B5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>
            <a:extLst>
              <a:ext uri="{FF2B5EF4-FFF2-40B4-BE49-F238E27FC236}">
                <a16:creationId xmlns:a16="http://schemas.microsoft.com/office/drawing/2014/main" id="{EF9897C2-99A6-481E-8F79-B39A096E4A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7">
            <a:extLst>
              <a:ext uri="{FF2B5EF4-FFF2-40B4-BE49-F238E27FC236}">
                <a16:creationId xmlns:a16="http://schemas.microsoft.com/office/drawing/2014/main" id="{04553674-2EF0-4C3A-8149-6FF4F270CE0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E1CF825-0673-4BD6-9401-D7E2B93D2868}" type="slidenum">
              <a:rPr lang="en-US" altLang="en-US"/>
              <a:pPr>
                <a:spcBef>
                  <a:spcPct val="0"/>
                </a:spcBef>
              </a:pPr>
              <a:t>29</a:t>
            </a:fld>
            <a:endParaRPr lang="en-US" altLang="en-US"/>
          </a:p>
        </p:txBody>
      </p:sp>
      <p:sp>
        <p:nvSpPr>
          <p:cNvPr id="57347" name="Rectangle 2">
            <a:extLst>
              <a:ext uri="{FF2B5EF4-FFF2-40B4-BE49-F238E27FC236}">
                <a16:creationId xmlns:a16="http://schemas.microsoft.com/office/drawing/2014/main" id="{31EAA7D2-BAE1-4136-BD00-D3EF9ABF907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>
            <a:extLst>
              <a:ext uri="{FF2B5EF4-FFF2-40B4-BE49-F238E27FC236}">
                <a16:creationId xmlns:a16="http://schemas.microsoft.com/office/drawing/2014/main" id="{690CB15E-E45B-4CC6-B41D-9A100C50060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7">
            <a:extLst>
              <a:ext uri="{FF2B5EF4-FFF2-40B4-BE49-F238E27FC236}">
                <a16:creationId xmlns:a16="http://schemas.microsoft.com/office/drawing/2014/main" id="{D49524CD-CBFA-48F8-928B-46F30508041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EA0EE0-0C18-4E30-83A7-1F12AD60AB82}" type="slidenum">
              <a:rPr lang="en-US" altLang="en-US"/>
              <a:pPr>
                <a:spcBef>
                  <a:spcPct val="0"/>
                </a:spcBef>
              </a:pPr>
              <a:t>30</a:t>
            </a:fld>
            <a:endParaRPr lang="en-US" altLang="en-US"/>
          </a:p>
        </p:txBody>
      </p:sp>
      <p:sp>
        <p:nvSpPr>
          <p:cNvPr id="59395" name="Rectangle 2">
            <a:extLst>
              <a:ext uri="{FF2B5EF4-FFF2-40B4-BE49-F238E27FC236}">
                <a16:creationId xmlns:a16="http://schemas.microsoft.com/office/drawing/2014/main" id="{C69A47EA-5B96-4AA2-AE32-E08760CEF846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9396" name="Rectangle 3">
            <a:extLst>
              <a:ext uri="{FF2B5EF4-FFF2-40B4-BE49-F238E27FC236}">
                <a16:creationId xmlns:a16="http://schemas.microsoft.com/office/drawing/2014/main" id="{E854C000-8FA6-4FAB-B80A-D7E58B8FD53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7">
            <a:extLst>
              <a:ext uri="{FF2B5EF4-FFF2-40B4-BE49-F238E27FC236}">
                <a16:creationId xmlns:a16="http://schemas.microsoft.com/office/drawing/2014/main" id="{0F1BB919-29A4-428A-8D3A-54815246E15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0ED27A31-D723-411C-B2F7-6DA1FC9ACB6F}" type="slidenum">
              <a:rPr lang="en-US" altLang="en-US"/>
              <a:pPr>
                <a:spcBef>
                  <a:spcPct val="0"/>
                </a:spcBef>
              </a:pPr>
              <a:t>32</a:t>
            </a:fld>
            <a:endParaRPr lang="en-US" altLang="en-US"/>
          </a:p>
        </p:txBody>
      </p:sp>
      <p:sp>
        <p:nvSpPr>
          <p:cNvPr id="62467" name="Rectangle 2">
            <a:extLst>
              <a:ext uri="{FF2B5EF4-FFF2-40B4-BE49-F238E27FC236}">
                <a16:creationId xmlns:a16="http://schemas.microsoft.com/office/drawing/2014/main" id="{13B02C03-FB88-4BCD-848D-64AB2CD46C0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2468" name="Rectangle 3">
            <a:extLst>
              <a:ext uri="{FF2B5EF4-FFF2-40B4-BE49-F238E27FC236}">
                <a16:creationId xmlns:a16="http://schemas.microsoft.com/office/drawing/2014/main" id="{1B2E0B7C-FA1E-458B-AB5A-2CD41D98410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7">
            <a:extLst>
              <a:ext uri="{FF2B5EF4-FFF2-40B4-BE49-F238E27FC236}">
                <a16:creationId xmlns:a16="http://schemas.microsoft.com/office/drawing/2014/main" id="{EEF2C45E-A988-44A8-B5E8-3194B93E5E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99C8CAE-0F6F-4652-9184-630EBA474235}" type="slidenum">
              <a:rPr lang="en-US" altLang="en-US"/>
              <a:pPr>
                <a:spcBef>
                  <a:spcPct val="0"/>
                </a:spcBef>
              </a:pPr>
              <a:t>33</a:t>
            </a:fld>
            <a:endParaRPr lang="en-US" altLang="en-US"/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E158B971-BCD8-48F9-AA6B-89EEC3D8CAC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67727BD1-B0C3-49C3-98D9-B6204ADF57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7">
            <a:extLst>
              <a:ext uri="{FF2B5EF4-FFF2-40B4-BE49-F238E27FC236}">
                <a16:creationId xmlns:a16="http://schemas.microsoft.com/office/drawing/2014/main" id="{0061E026-4885-4981-838A-333BAE8D73B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B135D796-57AA-4409-B547-7574D31532E1}" type="slidenum">
              <a:rPr lang="en-US" altLang="en-US"/>
              <a:pPr>
                <a:spcBef>
                  <a:spcPct val="0"/>
                </a:spcBef>
              </a:pPr>
              <a:t>34</a:t>
            </a:fld>
            <a:endParaRPr lang="en-US" altLang="en-US"/>
          </a:p>
        </p:txBody>
      </p:sp>
      <p:sp>
        <p:nvSpPr>
          <p:cNvPr id="66563" name="Rectangle 2">
            <a:extLst>
              <a:ext uri="{FF2B5EF4-FFF2-40B4-BE49-F238E27FC236}">
                <a16:creationId xmlns:a16="http://schemas.microsoft.com/office/drawing/2014/main" id="{0CCA4CB0-A8B1-4404-A4DF-91FADE9DA65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6564" name="Rectangle 3">
            <a:extLst>
              <a:ext uri="{FF2B5EF4-FFF2-40B4-BE49-F238E27FC236}">
                <a16:creationId xmlns:a16="http://schemas.microsoft.com/office/drawing/2014/main" id="{411BBBA5-9E2A-4293-94CD-FD390A08AA3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7">
            <a:extLst>
              <a:ext uri="{FF2B5EF4-FFF2-40B4-BE49-F238E27FC236}">
                <a16:creationId xmlns:a16="http://schemas.microsoft.com/office/drawing/2014/main" id="{DA38C2EA-CF6F-4877-A32C-5A63921476E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C1679380-C228-4C30-8217-DFBE43C698AD}" type="slidenum">
              <a:rPr lang="en-US" altLang="en-US"/>
              <a:pPr>
                <a:spcBef>
                  <a:spcPct val="0"/>
                </a:spcBef>
              </a:pPr>
              <a:t>35</a:t>
            </a:fld>
            <a:endParaRPr lang="en-US" altLang="en-US"/>
          </a:p>
        </p:txBody>
      </p:sp>
      <p:sp>
        <p:nvSpPr>
          <p:cNvPr id="68611" name="Rectangle 2">
            <a:extLst>
              <a:ext uri="{FF2B5EF4-FFF2-40B4-BE49-F238E27FC236}">
                <a16:creationId xmlns:a16="http://schemas.microsoft.com/office/drawing/2014/main" id="{0C3D30BE-351E-4212-BAF3-BCB216803A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8612" name="Rectangle 3">
            <a:extLst>
              <a:ext uri="{FF2B5EF4-FFF2-40B4-BE49-F238E27FC236}">
                <a16:creationId xmlns:a16="http://schemas.microsoft.com/office/drawing/2014/main" id="{8C04C90B-F680-457B-AA2F-595B162593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7">
            <a:extLst>
              <a:ext uri="{FF2B5EF4-FFF2-40B4-BE49-F238E27FC236}">
                <a16:creationId xmlns:a16="http://schemas.microsoft.com/office/drawing/2014/main" id="{E17CB478-ECA0-4E78-A02C-893F984319B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7B1B5763-7A49-48C0-B4D0-FFF3EC5AD2FF}" type="slidenum">
              <a:rPr lang="en-US" altLang="en-US"/>
              <a:pPr>
                <a:spcBef>
                  <a:spcPct val="0"/>
                </a:spcBef>
              </a:pPr>
              <a:t>36</a:t>
            </a:fld>
            <a:endParaRPr lang="en-US" altLang="en-US"/>
          </a:p>
        </p:txBody>
      </p:sp>
      <p:sp>
        <p:nvSpPr>
          <p:cNvPr id="70659" name="Rectangle 2">
            <a:extLst>
              <a:ext uri="{FF2B5EF4-FFF2-40B4-BE49-F238E27FC236}">
                <a16:creationId xmlns:a16="http://schemas.microsoft.com/office/drawing/2014/main" id="{61FBDF0E-397E-4E58-99EA-B1E0EA85F57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0660" name="Rectangle 3">
            <a:extLst>
              <a:ext uri="{FF2B5EF4-FFF2-40B4-BE49-F238E27FC236}">
                <a16:creationId xmlns:a16="http://schemas.microsoft.com/office/drawing/2014/main" id="{77BA073C-CD2B-4E32-BC7F-1F230FCAB8D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Rectangle 7">
            <a:extLst>
              <a:ext uri="{FF2B5EF4-FFF2-40B4-BE49-F238E27FC236}">
                <a16:creationId xmlns:a16="http://schemas.microsoft.com/office/drawing/2014/main" id="{8FB74230-6C13-436F-949A-DCC48F771C9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46CBCA85-35D5-40AC-97A2-776BA081692F}" type="slidenum">
              <a:rPr lang="en-US" altLang="en-US"/>
              <a:pPr>
                <a:spcBef>
                  <a:spcPct val="0"/>
                </a:spcBef>
              </a:pPr>
              <a:t>37</a:t>
            </a:fld>
            <a:endParaRPr lang="en-US" altLang="en-US"/>
          </a:p>
        </p:txBody>
      </p:sp>
      <p:sp>
        <p:nvSpPr>
          <p:cNvPr id="72707" name="Rectangle 2">
            <a:extLst>
              <a:ext uri="{FF2B5EF4-FFF2-40B4-BE49-F238E27FC236}">
                <a16:creationId xmlns:a16="http://schemas.microsoft.com/office/drawing/2014/main" id="{BF5A45E3-1CD1-4534-A05D-46B8CD5C0FB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2708" name="Rectangle 3">
            <a:extLst>
              <a:ext uri="{FF2B5EF4-FFF2-40B4-BE49-F238E27FC236}">
                <a16:creationId xmlns:a16="http://schemas.microsoft.com/office/drawing/2014/main" id="{355AF183-FB79-4AD0-9213-3D07091B14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7">
            <a:extLst>
              <a:ext uri="{FF2B5EF4-FFF2-40B4-BE49-F238E27FC236}">
                <a16:creationId xmlns:a16="http://schemas.microsoft.com/office/drawing/2014/main" id="{DFC47028-74B4-4C85-9AB3-5982E3DF38B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2DD668D5-532F-4213-9AB9-5DAC41141A53}" type="slidenum">
              <a:rPr lang="en-US" altLang="en-US"/>
              <a:pPr>
                <a:spcBef>
                  <a:spcPct val="0"/>
                </a:spcBef>
              </a:pPr>
              <a:t>38</a:t>
            </a:fld>
            <a:endParaRPr lang="en-US" altLang="en-US"/>
          </a:p>
        </p:txBody>
      </p:sp>
      <p:sp>
        <p:nvSpPr>
          <p:cNvPr id="74755" name="Rectangle 2">
            <a:extLst>
              <a:ext uri="{FF2B5EF4-FFF2-40B4-BE49-F238E27FC236}">
                <a16:creationId xmlns:a16="http://schemas.microsoft.com/office/drawing/2014/main" id="{B2954CC4-66CA-4E39-9E38-A75F8CFC3690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4756" name="Rectangle 3">
            <a:extLst>
              <a:ext uri="{FF2B5EF4-FFF2-40B4-BE49-F238E27FC236}">
                <a16:creationId xmlns:a16="http://schemas.microsoft.com/office/drawing/2014/main" id="{F6C25B56-E355-4215-A9EC-538B02AB3A1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Rectangle 7">
            <a:extLst>
              <a:ext uri="{FF2B5EF4-FFF2-40B4-BE49-F238E27FC236}">
                <a16:creationId xmlns:a16="http://schemas.microsoft.com/office/drawing/2014/main" id="{D29B1CBE-9670-4F19-B86A-9D8C1A1213B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A5F36413-70A5-4024-88F5-9D573B2D03AE}" type="slidenum">
              <a:rPr lang="en-US" altLang="en-US"/>
              <a:pPr>
                <a:spcBef>
                  <a:spcPct val="0"/>
                </a:spcBef>
              </a:pPr>
              <a:t>39</a:t>
            </a:fld>
            <a:endParaRPr lang="en-US" altLang="en-US"/>
          </a:p>
        </p:txBody>
      </p:sp>
      <p:sp>
        <p:nvSpPr>
          <p:cNvPr id="76803" name="Rectangle 2">
            <a:extLst>
              <a:ext uri="{FF2B5EF4-FFF2-40B4-BE49-F238E27FC236}">
                <a16:creationId xmlns:a16="http://schemas.microsoft.com/office/drawing/2014/main" id="{C321E9EA-FAB7-43B3-B576-6E9FCEED653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6804" name="Rectangle 3">
            <a:extLst>
              <a:ext uri="{FF2B5EF4-FFF2-40B4-BE49-F238E27FC236}">
                <a16:creationId xmlns:a16="http://schemas.microsoft.com/office/drawing/2014/main" id="{49B8D321-26B5-4548-B824-377440DE498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7">
            <a:extLst>
              <a:ext uri="{FF2B5EF4-FFF2-40B4-BE49-F238E27FC236}">
                <a16:creationId xmlns:a16="http://schemas.microsoft.com/office/drawing/2014/main" id="{D9C4A803-F644-440F-B72F-BE3114C34526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6BAA119C-762C-4F3A-9CDE-18B670725EEB}" type="slidenum">
              <a:rPr lang="en-US" altLang="en-US"/>
              <a:pPr>
                <a:spcBef>
                  <a:spcPct val="0"/>
                </a:spcBef>
              </a:pPr>
              <a:t>40</a:t>
            </a:fld>
            <a:endParaRPr lang="en-US" altLang="en-US"/>
          </a:p>
        </p:txBody>
      </p:sp>
      <p:sp>
        <p:nvSpPr>
          <p:cNvPr id="78851" name="Rectangle 2">
            <a:extLst>
              <a:ext uri="{FF2B5EF4-FFF2-40B4-BE49-F238E27FC236}">
                <a16:creationId xmlns:a16="http://schemas.microsoft.com/office/drawing/2014/main" id="{B485D16C-4F39-44C3-9204-FFFAF2E0001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78852" name="Rectangle 3">
            <a:extLst>
              <a:ext uri="{FF2B5EF4-FFF2-40B4-BE49-F238E27FC236}">
                <a16:creationId xmlns:a16="http://schemas.microsoft.com/office/drawing/2014/main" id="{78E22D76-4695-488A-ACCE-40A7B43A390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en-US" altLang="en-US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7">
            <a:extLst>
              <a:ext uri="{FF2B5EF4-FFF2-40B4-BE49-F238E27FC236}">
                <a16:creationId xmlns:a16="http://schemas.microsoft.com/office/drawing/2014/main" id="{46E14460-5295-401D-9A19-2A78DBA057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" y="1752600"/>
            <a:ext cx="7924800" cy="9144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5" name="Line 8">
            <a:extLst>
              <a:ext uri="{FF2B5EF4-FFF2-40B4-BE49-F238E27FC236}">
                <a16:creationId xmlns:a16="http://schemas.microsoft.com/office/drawing/2014/main" id="{01885880-1C24-4FE8-A606-BFE884031FB3}"/>
              </a:ext>
            </a:extLst>
          </p:cNvPr>
          <p:cNvSpPr>
            <a:spLocks noChangeShapeType="1"/>
          </p:cNvSpPr>
          <p:nvPr/>
        </p:nvSpPr>
        <p:spPr bwMode="auto">
          <a:xfrm>
            <a:off x="1219200" y="5029200"/>
            <a:ext cx="6511925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433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2057400"/>
            <a:ext cx="7620000" cy="1752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219200" y="5029200"/>
            <a:ext cx="6553200" cy="1752600"/>
          </a:xfrm>
        </p:spPr>
        <p:txBody>
          <a:bodyPr/>
          <a:lstStyle>
            <a:lvl1pPr marL="0" indent="0">
              <a:buFont typeface="Wingdings 2" pitchFamily="18" charset="2"/>
              <a:buNone/>
              <a:defRPr sz="24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910C1E2D-8E04-4987-9971-C43544256D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457200" y="6400800"/>
            <a:ext cx="2133600" cy="457200"/>
          </a:xfrm>
        </p:spPr>
        <p:txBody>
          <a:bodyPr/>
          <a:lstStyle>
            <a:lvl1pPr>
              <a:defRPr sz="1200"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8EE4FED1-4C5E-46B9-A038-2DF467B8026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702C39DA-513E-4E24-BD1A-BCB66138CBB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6553200" y="6400800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2AEBBB3B-9E38-4C9F-9FEC-D7E238A70682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363190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EDD05BF5-1846-407A-A80E-E8F85487983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5094C7B-92F6-4840-83CC-BD1DD100A6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28DB71DF-AFAC-4D8D-8831-BA640874739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EFAA3F3-3CE8-40A2-94E5-CA58E3637F5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0510962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778C10B7-6823-4574-B3B9-C7DE9D28DD8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C9E92240-5C34-4A1A-97B7-8865EEF547F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0B1EAE0-9273-40A0-84BD-46CA93178C9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997B08B-F2AC-41B1-82D6-66C611199A2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486452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19200"/>
            <a:ext cx="4038600" cy="4911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067053E-1B72-4F8B-B8FB-384567DB125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8334670-0C24-42D3-8F46-A75239268E3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D2F9BC4-ECEA-4C73-A2B4-B0558C20495C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93A84A1F-AC8D-458E-9FCF-CACF2975F18F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084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CBF87B0C-4698-4568-9702-D2219922AFF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F05DAFB0-FDF9-4A5F-B25D-4B444F0037E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7A98A77E-6F1D-4B59-A015-5C566508906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821BDA2-9A02-4761-8B1E-7D1665C0EF1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364850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018F4C9-573A-4E37-B731-BD624B0AAB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75AE6670-2BD1-4232-A4F1-37800B61EB1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E6E76D5C-6F77-4D5C-9B46-96D5C14B8E3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DB6198-0B03-4A49-9802-5941E2693DC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032857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19135E7E-40B7-46DF-933B-E1F3A860795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B8A2CD95-83C4-4C92-93D0-E68A51F8B08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05673F78-7B64-4F1B-9133-20D3B4A13C2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C83257-1DC4-46F8-AE51-48768A60DAB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3641956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2736DEE-8D71-447E-95CE-4F26128246C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F2C2AD-8D6F-4706-91CB-5DA6C7325D2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12416C8-475F-4D59-B68C-FA3213DC9D9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3F94384-DF22-44D8-83FE-97A9E39DEA4B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256891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F0091730-CD19-4552-82E9-5E603BE220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749DF75-E659-4131-B3A1-000250D223B6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D8CB66B-61C8-44B6-AD94-2AACE3C0A20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61A0D8C-C1C0-46DB-A14A-D4F60596D23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0903557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AF220CE2-8007-479A-A286-D461085DD44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AB99CB00-E8B3-47E1-9AF8-97F7E3D5D6E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9443DC1-3E1D-4BC5-9D9F-54A4E8D23346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4623D24-246C-4E5B-BC49-811DFBB1FB0D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69711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354013"/>
            <a:ext cx="2057400" cy="57769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54013"/>
            <a:ext cx="6019800" cy="57769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1D3F8D4-6692-4ABD-A3D7-C72497CC2C2A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12A0740D-ED63-4307-9A5A-5EA4540166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9DD8C4E2-C9D1-4734-AC78-B4D8BA6DEEF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A057AAD-719D-45C2-981B-91407E2310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116451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5E47FE05-ED97-4558-A958-A83832FE516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354013"/>
            <a:ext cx="8229600" cy="7889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667A5FCF-FF75-45DB-A0A6-B7A66613271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1219200"/>
            <a:ext cx="8229600" cy="491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6" name="Rectangle 4">
            <a:extLst>
              <a:ext uri="{FF2B5EF4-FFF2-40B4-BE49-F238E27FC236}">
                <a16:creationId xmlns:a16="http://schemas.microsoft.com/office/drawing/2014/main" id="{59C1ED2A-F6EF-4F0E-9867-CD5844E864D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396038"/>
            <a:ext cx="5562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13317" name="Rectangle 5">
            <a:extLst>
              <a:ext uri="{FF2B5EF4-FFF2-40B4-BE49-F238E27FC236}">
                <a16:creationId xmlns:a16="http://schemas.microsoft.com/office/drawing/2014/main" id="{6E29F7F4-DEEC-43E5-83B6-DF0821871DF4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ctr" eaLnBrk="1" hangingPunct="1">
              <a:spcBef>
                <a:spcPct val="0"/>
              </a:spcBef>
              <a:defRPr sz="1000">
                <a:latin typeface="+mn-lt"/>
              </a:defRPr>
            </a:lvl1pPr>
          </a:lstStyle>
          <a:p>
            <a:pPr>
              <a:defRPr/>
            </a:pPr>
            <a:endParaRPr lang="en-US" altLang="en-US"/>
          </a:p>
        </p:txBody>
      </p:sp>
      <p:sp>
        <p:nvSpPr>
          <p:cNvPr id="13318" name="Rectangle 6">
            <a:extLst>
              <a:ext uri="{FF2B5EF4-FFF2-40B4-BE49-F238E27FC236}">
                <a16:creationId xmlns:a16="http://schemas.microsoft.com/office/drawing/2014/main" id="{359BAADE-FCB6-4722-9E44-1861E3843AE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396038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>
                <a:latin typeface="Arial" panose="020B0604020202020204" pitchFamily="34" charset="0"/>
              </a:defRPr>
            </a:lvl1pPr>
          </a:lstStyle>
          <a:p>
            <a:fld id="{E14A5217-1B48-4E3A-9CAD-BB2F8933D35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Freeform 7">
            <a:extLst>
              <a:ext uri="{FF2B5EF4-FFF2-40B4-BE49-F238E27FC236}">
                <a16:creationId xmlns:a16="http://schemas.microsoft.com/office/drawing/2014/main" id="{89F75CD8-FF73-4EC8-9788-2FE9941652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81000" y="304800"/>
            <a:ext cx="8229600" cy="609600"/>
          </a:xfrm>
          <a:custGeom>
            <a:avLst/>
            <a:gdLst>
              <a:gd name="T0" fmla="*/ 0 w 1000"/>
              <a:gd name="T1" fmla="*/ 2147483646 h 1000"/>
              <a:gd name="T2" fmla="*/ 0 w 1000"/>
              <a:gd name="T3" fmla="*/ 0 h 1000"/>
              <a:gd name="T4" fmla="*/ 2147483646 w 1000"/>
              <a:gd name="T5" fmla="*/ 0 h 10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31750" cap="flat" cmpd="sng">
            <a:solidFill>
              <a:srgbClr val="CC0000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024FFC60-19F3-4A13-9F05-96139224E275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6553200"/>
            <a:ext cx="8229600" cy="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</p:sldLayoutIdLst>
  <p:hf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900" b="1">
          <a:solidFill>
            <a:schemeClr val="tx1"/>
          </a:solidFill>
          <a:latin typeface="Verdana" pitchFamily="34" charset="0"/>
        </a:defRPr>
      </a:lvl9pPr>
    </p:titleStyle>
    <p:bodyStyle>
      <a:lvl1pPr marL="342900" indent="-342900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 2" panose="05020102010507070707" pitchFamily="18" charset="2"/>
        <a:buChar char="¡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Arial" panose="020B0604020202020204" pitchFamily="34" charset="0"/>
        <a:buChar char="-"/>
        <a:defRPr sz="2300">
          <a:solidFill>
            <a:schemeClr val="tx1"/>
          </a:solidFill>
          <a:latin typeface="+mn-lt"/>
        </a:defRPr>
      </a:lvl2pPr>
      <a:lvl3pPr marL="1022350" indent="-350838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"/>
        <a:defRPr sz="2000">
          <a:solidFill>
            <a:schemeClr val="tx1"/>
          </a:solidFill>
          <a:latin typeface="+mn-lt"/>
        </a:defRPr>
      </a:lvl3pPr>
      <a:lvl4pPr marL="1339850" indent="-315913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Symbol" panose="05050102010706020507" pitchFamily="18" charset="2"/>
        <a:buChar char="*"/>
        <a:defRPr sz="1700">
          <a:solidFill>
            <a:schemeClr val="tx1"/>
          </a:solidFill>
          <a:latin typeface="+mn-lt"/>
        </a:defRPr>
      </a:lvl4pPr>
      <a:lvl5pPr marL="1681163" indent="-339725" algn="just" rtl="0" eaLnBrk="0" fontAlgn="base" hangingPunct="0">
        <a:spcBef>
          <a:spcPct val="20000"/>
        </a:spcBef>
        <a:spcAft>
          <a:spcPct val="0"/>
        </a:spcAft>
        <a:buClr>
          <a:srgbClr val="CC0000"/>
        </a:buClr>
        <a:buFont typeface="Wingdings" panose="05000000000000000000" pitchFamily="2" charset="2"/>
        <a:buChar char="§"/>
        <a:defRPr sz="1400">
          <a:solidFill>
            <a:schemeClr val="tx1"/>
          </a:solidFill>
          <a:latin typeface="+mn-lt"/>
        </a:defRPr>
      </a:lvl5pPr>
      <a:lvl6pPr marL="21383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6pPr>
      <a:lvl7pPr marL="25955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7pPr>
      <a:lvl8pPr marL="30527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8pPr>
      <a:lvl9pPr marL="3509963" indent="-339725" algn="just" rtl="0" fontAlgn="base">
        <a:spcBef>
          <a:spcPct val="20000"/>
        </a:spcBef>
        <a:spcAft>
          <a:spcPct val="0"/>
        </a:spcAft>
        <a:buClr>
          <a:srgbClr val="CC0000"/>
        </a:buClr>
        <a:buFont typeface="Wingdings" pitchFamily="2" charset="2"/>
        <a:buChar char="§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minhthai@huflit.edu.vn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B639379A-058C-433E-9E52-7BE72D76FDB8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>
          <a:xfrm>
            <a:off x="914400" y="2438400"/>
            <a:ext cx="7239000" cy="914400"/>
          </a:xfrm>
        </p:spPr>
        <p:txBody>
          <a:bodyPr/>
          <a:lstStyle/>
          <a:p>
            <a:pPr algn="ctr" eaLnBrk="1" hangingPunct="1">
              <a:defRPr/>
            </a:pPr>
            <a:r>
              <a:rPr lang="en-US" sz="4400" dirty="0" err="1">
                <a:effectLst>
                  <a:outerShdw blurRad="38100" dist="38100" dir="2700000" algn="tl">
                    <a:srgbClr val="C0C0C0"/>
                  </a:outerShdw>
                </a:effectLst>
              </a:rPr>
              <a:t>Chương 0</a:t>
            </a:r>
            <a:r>
              <a:rPr lang="en-US" sz="4400">
                <a:effectLst>
                  <a:outerShdw blurRad="38100" dist="38100" dir="2700000" algn="tl">
                    <a:srgbClr val="C0C0C0"/>
                  </a:outerShdw>
                </a:effectLst>
              </a:rPr>
              <a:t>6</a:t>
            </a:r>
            <a:endParaRPr lang="en-US" sz="4400" dirty="0"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39D1B603-12F5-4ACB-AF2A-FAA9CB42E9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2000" y="3276600"/>
            <a:ext cx="7620000" cy="990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 algn="ctr" eaLnBrk="1" hangingPunct="1">
              <a:defRPr/>
            </a:pPr>
            <a:r>
              <a:rPr lang="en-US" sz="4400">
                <a:effectLst>
                  <a:outerShdw blurRad="38100" dist="38100" dir="2700000" algn="tl">
                    <a:srgbClr val="C0C0C0"/>
                  </a:outerShdw>
                </a:effectLst>
                <a:latin typeface="Verdana" pitchFamily="34" charset="0"/>
              </a:rPr>
              <a:t>Ràng buộc toàn vẹn</a:t>
            </a:r>
          </a:p>
        </p:txBody>
      </p:sp>
      <p:sp>
        <p:nvSpPr>
          <p:cNvPr id="4100" name="Rectangle 6">
            <a:extLst>
              <a:ext uri="{FF2B5EF4-FFF2-40B4-BE49-F238E27FC236}">
                <a16:creationId xmlns:a16="http://schemas.microsoft.com/office/drawing/2014/main" id="{E77C72BC-18A8-477E-9B43-5D3207C38045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TS. Trần Minh Thái – </a:t>
            </a:r>
            <a:r>
              <a:rPr lang="en-US" altLang="en-US" dirty="0">
                <a:hlinkClick r:id="rId2"/>
              </a:rPr>
              <a:t>minhthai@huflit.edu.vn</a:t>
            </a:r>
            <a:r>
              <a:rPr lang="en-US" altLang="en-US" dirty="0"/>
              <a:t> 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3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1" presetID="26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50" grpId="0"/>
      <p:bldP spid="2053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9A678D-26CB-42AA-B0BB-F61E98FC8474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123" name="Slide Number Placeholder 5">
            <a:extLst>
              <a:ext uri="{FF2B5EF4-FFF2-40B4-BE49-F238E27FC236}">
                <a16:creationId xmlns:a16="http://schemas.microsoft.com/office/drawing/2014/main" id="{C7B3C599-8B9A-49CB-991B-2C98884E08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F5A9F24-C38E-4045-B516-637EAB5B674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</a:t>
            </a:fld>
            <a:endParaRPr lang="en-US" altLang="en-US" sz="1000"/>
          </a:p>
        </p:txBody>
      </p:sp>
      <p:sp>
        <p:nvSpPr>
          <p:cNvPr id="5124" name="Rectangle 2">
            <a:extLst>
              <a:ext uri="{FF2B5EF4-FFF2-40B4-BE49-F238E27FC236}">
                <a16:creationId xmlns:a16="http://schemas.microsoft.com/office/drawing/2014/main" id="{B6618184-5FA7-4389-A501-66F787482C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 chi tiết</a:t>
            </a:r>
          </a:p>
        </p:txBody>
      </p:sp>
      <p:sp>
        <p:nvSpPr>
          <p:cNvPr id="5125" name="Rectangle 3">
            <a:extLst>
              <a:ext uri="{FF2B5EF4-FFF2-40B4-BE49-F238E27FC236}">
                <a16:creationId xmlns:a16="http://schemas.microsoft.com/office/drawing/2014/main" id="{90998A18-9027-43F1-A7FA-DB363DCB4EB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b="1" dirty="0" err="1"/>
              <a:t>Khái</a:t>
            </a:r>
            <a:r>
              <a:rPr lang="en-US" altLang="en-US" b="1" dirty="0"/>
              <a:t> </a:t>
            </a:r>
            <a:r>
              <a:rPr lang="en-US" altLang="en-US" b="1" dirty="0" err="1"/>
              <a:t>niệm</a:t>
            </a:r>
            <a:endParaRPr lang="en-US" altLang="en-US" dirty="0"/>
          </a:p>
          <a:p>
            <a:pPr eaLnBrk="1" hangingPunct="1"/>
            <a:r>
              <a:rPr lang="en-US" altLang="en-US" b="1" dirty="0" err="1"/>
              <a:t>Các</a:t>
            </a:r>
            <a:r>
              <a:rPr lang="en-US" altLang="en-US" b="1" dirty="0"/>
              <a:t> </a:t>
            </a:r>
            <a:r>
              <a:rPr lang="en-US" altLang="en-US" b="1" dirty="0" err="1"/>
              <a:t>đặc</a:t>
            </a:r>
            <a:r>
              <a:rPr lang="en-US" altLang="en-US" b="1" dirty="0"/>
              <a:t> </a:t>
            </a:r>
            <a:r>
              <a:rPr lang="en-US" altLang="en-US" b="1" dirty="0" err="1"/>
              <a:t>trưng</a:t>
            </a:r>
            <a:r>
              <a:rPr lang="en-US" altLang="en-US" b="1" dirty="0"/>
              <a:t> </a:t>
            </a:r>
            <a:r>
              <a:rPr lang="en-US" altLang="en-US" b="1" dirty="0" err="1"/>
              <a:t>của</a:t>
            </a:r>
            <a:r>
              <a:rPr lang="en-US" altLang="en-US" b="1" dirty="0"/>
              <a:t> RBTV</a:t>
            </a:r>
          </a:p>
          <a:p>
            <a:pPr eaLnBrk="1" hangingPunct="1"/>
            <a:r>
              <a:rPr lang="en-US" altLang="en-US" b="1" dirty="0" err="1"/>
              <a:t>Phân</a:t>
            </a:r>
            <a:r>
              <a:rPr lang="en-US" altLang="en-US" b="1" dirty="0"/>
              <a:t> </a:t>
            </a:r>
            <a:r>
              <a:rPr lang="en-US" altLang="en-US" b="1" dirty="0" err="1"/>
              <a:t>loại</a:t>
            </a:r>
            <a:endParaRPr lang="en-US" altLang="en-US" b="1" dirty="0"/>
          </a:p>
          <a:p>
            <a:pPr eaLnBrk="1" hangingPunct="1"/>
            <a:r>
              <a:rPr lang="en-US" altLang="en-US" b="1" dirty="0" err="1"/>
              <a:t>Cài</a:t>
            </a:r>
            <a:r>
              <a:rPr lang="en-US" altLang="en-US" b="1" dirty="0"/>
              <a:t> </a:t>
            </a:r>
            <a:r>
              <a:rPr lang="en-US" altLang="en-US" b="1" dirty="0" err="1"/>
              <a:t>đặt</a:t>
            </a:r>
            <a:endParaRPr lang="en-US" altLang="en-US" b="1" dirty="0"/>
          </a:p>
          <a:p>
            <a:pPr eaLnBrk="1" hangingPunct="1"/>
            <a:endParaRPr lang="en-US" altLang="en-US" b="1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4A5904-D210-49FE-BE79-C70502E1F6C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7171" name="Slide Number Placeholder 5">
            <a:extLst>
              <a:ext uri="{FF2B5EF4-FFF2-40B4-BE49-F238E27FC236}">
                <a16:creationId xmlns:a16="http://schemas.microsoft.com/office/drawing/2014/main" id="{82F2A645-838F-4839-92D7-40DBDFCC89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CD5EF53-8482-4A43-A20A-DC463DAB06F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</a:t>
            </a:fld>
            <a:endParaRPr lang="en-US" altLang="en-US" sz="1000"/>
          </a:p>
        </p:txBody>
      </p:sp>
      <p:sp>
        <p:nvSpPr>
          <p:cNvPr id="7172" name="Rectangle 2">
            <a:extLst>
              <a:ext uri="{FF2B5EF4-FFF2-40B4-BE49-F238E27FC236}">
                <a16:creationId xmlns:a16="http://schemas.microsoft.com/office/drawing/2014/main" id="{75BD5496-8C3D-440D-AA6F-EF865A6EE1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Khái niệm</a:t>
            </a:r>
          </a:p>
        </p:txBody>
      </p:sp>
      <p:sp>
        <p:nvSpPr>
          <p:cNvPr id="7173" name="Rectangle 3">
            <a:extLst>
              <a:ext uri="{FF2B5EF4-FFF2-40B4-BE49-F238E27FC236}">
                <a16:creationId xmlns:a16="http://schemas.microsoft.com/office/drawing/2014/main" id="{5871E315-75AD-463D-A809-07FF5E265D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Các</a:t>
            </a:r>
            <a:r>
              <a:rPr lang="en-US" altLang="en-US" dirty="0"/>
              <a:t> RBTV (</a:t>
            </a:r>
            <a:r>
              <a:rPr lang="en-US" altLang="en-US" i="1" dirty="0"/>
              <a:t>Integrity Constraints</a:t>
            </a:r>
            <a:r>
              <a:rPr lang="en-US" altLang="en-US" dirty="0"/>
              <a:t>)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những</a:t>
            </a:r>
            <a:r>
              <a:rPr lang="en-US" altLang="en-US" dirty="0"/>
              <a:t> 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kiện</a:t>
            </a:r>
            <a:r>
              <a:rPr lang="en-US" altLang="en-US" dirty="0"/>
              <a:t> </a:t>
            </a:r>
            <a:r>
              <a:rPr lang="en-US" altLang="en-US" u="sng" dirty="0" err="1"/>
              <a:t>bất</a:t>
            </a:r>
            <a:r>
              <a:rPr lang="en-US" altLang="en-US" u="sng" dirty="0"/>
              <a:t> </a:t>
            </a:r>
            <a:r>
              <a:rPr lang="en-US" altLang="en-US" u="sng" dirty="0" err="1"/>
              <a:t>biến</a:t>
            </a:r>
            <a:r>
              <a:rPr lang="en-US" altLang="en-US" dirty="0"/>
              <a:t> mà mọi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đều</a:t>
            </a:r>
            <a:r>
              <a:rPr lang="en-US" altLang="en-US" dirty="0"/>
              <a:t> </a:t>
            </a:r>
            <a:r>
              <a:rPr lang="en-US" altLang="en-US" dirty="0" err="1"/>
              <a:t>phải</a:t>
            </a:r>
            <a:r>
              <a:rPr lang="en-US" altLang="en-US" dirty="0"/>
              <a:t> </a:t>
            </a:r>
            <a:r>
              <a:rPr lang="en-US" altLang="en-US" dirty="0" err="1"/>
              <a:t>thỏa</a:t>
            </a:r>
            <a:r>
              <a:rPr lang="en-US" altLang="en-US" dirty="0"/>
              <a:t> ở </a:t>
            </a:r>
            <a:r>
              <a:rPr lang="en-US" altLang="en-US" dirty="0" err="1"/>
              <a:t>bất</a:t>
            </a:r>
            <a:r>
              <a:rPr lang="en-US" altLang="en-US" dirty="0"/>
              <a:t> </a:t>
            </a:r>
            <a:r>
              <a:rPr lang="en-US" altLang="en-US" dirty="0" err="1"/>
              <a:t>kỳ</a:t>
            </a:r>
            <a:r>
              <a:rPr lang="en-US" altLang="en-US" dirty="0"/>
              <a:t> </a:t>
            </a:r>
            <a:r>
              <a:rPr lang="en-US" altLang="en-US" dirty="0" err="1"/>
              <a:t>thời</a:t>
            </a:r>
            <a:r>
              <a:rPr lang="en-US" altLang="en-US" dirty="0"/>
              <a:t> </a:t>
            </a:r>
            <a:r>
              <a:rPr lang="en-US" altLang="en-US" dirty="0" err="1"/>
              <a:t>điểm</a:t>
            </a:r>
            <a:r>
              <a:rPr lang="en-US" altLang="en-US" dirty="0"/>
              <a:t> </a:t>
            </a:r>
            <a:r>
              <a:rPr lang="en-US" altLang="en-US" dirty="0" err="1"/>
              <a:t>nào</a:t>
            </a:r>
            <a:endParaRPr lang="en-US" altLang="en-US" dirty="0"/>
          </a:p>
          <a:p>
            <a:pPr eaLnBrk="1" hangingPunct="1"/>
            <a:r>
              <a:rPr lang="en-US" altLang="en-US" dirty="0"/>
              <a:t>RBTV </a:t>
            </a:r>
            <a:r>
              <a:rPr lang="en-US" altLang="en-US" dirty="0" err="1"/>
              <a:t>xuất</a:t>
            </a:r>
            <a:r>
              <a:rPr lang="en-US" altLang="en-US" dirty="0"/>
              <a:t> </a:t>
            </a:r>
            <a:r>
              <a:rPr lang="en-US" altLang="en-US" dirty="0" err="1"/>
              <a:t>phát</a:t>
            </a:r>
            <a:r>
              <a:rPr lang="en-US" altLang="en-US" dirty="0"/>
              <a:t> </a:t>
            </a:r>
            <a:r>
              <a:rPr lang="en-US" altLang="en-US" dirty="0" err="1"/>
              <a:t>từ</a:t>
            </a:r>
            <a:r>
              <a:rPr lang="en-US" altLang="en-US" dirty="0"/>
              <a:t> </a:t>
            </a:r>
            <a:r>
              <a:rPr lang="en-US" altLang="en-US" dirty="0" err="1"/>
              <a:t>những</a:t>
            </a:r>
            <a:r>
              <a:rPr lang="en-US" altLang="en-US" dirty="0"/>
              <a:t> qui </a:t>
            </a:r>
            <a:r>
              <a:rPr lang="en-US" altLang="en-US" dirty="0" err="1"/>
              <a:t>định</a:t>
            </a:r>
            <a:r>
              <a:rPr lang="en-US" altLang="en-US" dirty="0"/>
              <a:t> hay </a:t>
            </a:r>
            <a:r>
              <a:rPr lang="en-US" altLang="en-US" dirty="0" err="1"/>
              <a:t>điều</a:t>
            </a:r>
            <a:r>
              <a:rPr lang="en-US" altLang="en-US" dirty="0"/>
              <a:t> </a:t>
            </a:r>
            <a:r>
              <a:rPr lang="en-US" altLang="en-US" dirty="0" err="1"/>
              <a:t>kiện</a:t>
            </a:r>
            <a:endParaRPr lang="en-US" altLang="en-US" dirty="0"/>
          </a:p>
          <a:p>
            <a:pPr lvl="1" eaLnBrk="1" hangingPunct="1"/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tế</a:t>
            </a:r>
            <a:endParaRPr lang="en-US" altLang="en-US" dirty="0"/>
          </a:p>
          <a:p>
            <a:pPr lvl="1" eaLnBrk="1" hangingPunct="1"/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mô</a:t>
            </a:r>
            <a:r>
              <a:rPr lang="en-US" altLang="en-US" dirty="0"/>
              <a:t> </a:t>
            </a:r>
            <a:r>
              <a:rPr lang="en-US" altLang="en-US" dirty="0" err="1"/>
              <a:t>hình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endParaRPr lang="en-US" altLang="en-US" dirty="0"/>
          </a:p>
          <a:p>
            <a:pPr lvl="2" eaLnBrk="1" hangingPunct="1"/>
            <a:r>
              <a:rPr lang="en-US" altLang="en-US" dirty="0" err="1"/>
              <a:t>Các</a:t>
            </a:r>
            <a:r>
              <a:rPr lang="en-US" altLang="en-US" dirty="0"/>
              <a:t> </a:t>
            </a:r>
            <a:r>
              <a:rPr lang="en-US" altLang="en-US" dirty="0" err="1"/>
              <a:t>thao</a:t>
            </a:r>
            <a:r>
              <a:rPr lang="en-US" altLang="en-US" dirty="0"/>
              <a:t> </a:t>
            </a:r>
            <a:r>
              <a:rPr lang="en-US" altLang="en-US" dirty="0" err="1"/>
              <a:t>tác</a:t>
            </a:r>
            <a:r>
              <a:rPr lang="en-US" altLang="en-US" dirty="0"/>
              <a:t> </a:t>
            </a:r>
            <a:r>
              <a:rPr lang="en-US" altLang="en-US" dirty="0" err="1"/>
              <a:t>làm</a:t>
            </a:r>
            <a:r>
              <a:rPr lang="en-US" altLang="en-US" dirty="0"/>
              <a:t> </a:t>
            </a:r>
            <a:r>
              <a:rPr lang="en-US" altLang="en-US" dirty="0" err="1"/>
              <a:t>thay</a:t>
            </a:r>
            <a:r>
              <a:rPr lang="en-US" altLang="en-US" dirty="0"/>
              <a:t> </a:t>
            </a:r>
            <a:r>
              <a:rPr lang="en-US" altLang="en-US" dirty="0" err="1"/>
              <a:t>đổi</a:t>
            </a:r>
            <a:r>
              <a:rPr lang="en-US" altLang="en-US" dirty="0"/>
              <a:t> </a:t>
            </a:r>
            <a:r>
              <a:rPr lang="en-US" altLang="en-US" dirty="0" err="1"/>
              <a:t>dữ</a:t>
            </a:r>
            <a:r>
              <a:rPr lang="en-US" altLang="en-US" dirty="0"/>
              <a:t> </a:t>
            </a:r>
            <a:r>
              <a:rPr lang="en-US" altLang="en-US" dirty="0" err="1"/>
              <a:t>liệu</a:t>
            </a:r>
            <a:r>
              <a:rPr lang="en-US" altLang="en-US" dirty="0"/>
              <a:t> </a:t>
            </a:r>
            <a:r>
              <a:rPr lang="en-US" altLang="en-US" dirty="0" err="1"/>
              <a:t>không</a:t>
            </a:r>
            <a:r>
              <a:rPr lang="en-US" altLang="en-US" dirty="0"/>
              <a:t> </a:t>
            </a:r>
            <a:r>
              <a:rPr lang="en-US" altLang="en-US" dirty="0" err="1"/>
              <a:t>nên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thực</a:t>
            </a:r>
            <a:r>
              <a:rPr lang="en-US" altLang="en-US" dirty="0"/>
              <a:t> </a:t>
            </a:r>
            <a:r>
              <a:rPr lang="en-US" altLang="en-US" dirty="0" err="1"/>
              <a:t>hiện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cách</a:t>
            </a:r>
            <a:r>
              <a:rPr lang="en-US" altLang="en-US" dirty="0"/>
              <a:t> </a:t>
            </a:r>
            <a:r>
              <a:rPr lang="en-US" altLang="en-US" dirty="0" err="1"/>
              <a:t>tùy</a:t>
            </a:r>
            <a:r>
              <a:rPr lang="en-US" altLang="en-US" dirty="0"/>
              <a:t> </a:t>
            </a:r>
            <a:r>
              <a:rPr lang="en-US" altLang="en-US" dirty="0" err="1"/>
              <a:t>tiện</a:t>
            </a:r>
            <a:r>
              <a:rPr lang="en-US" altLang="en-US" dirty="0"/>
              <a:t> </a:t>
            </a:r>
            <a:r>
              <a:rPr lang="en-US" altLang="en-US" dirty="0" err="1"/>
              <a:t>vì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thể</a:t>
            </a:r>
            <a:r>
              <a:rPr lang="en-US" altLang="en-US" dirty="0"/>
              <a:t> </a:t>
            </a:r>
            <a:r>
              <a:rPr lang="en-US" altLang="en-US" dirty="0" err="1"/>
              <a:t>đưa</a:t>
            </a:r>
            <a:r>
              <a:rPr lang="en-US" altLang="en-US" dirty="0"/>
              <a:t> CSDL </a:t>
            </a:r>
            <a:r>
              <a:rPr lang="en-US" altLang="en-US" dirty="0" err="1"/>
              <a:t>đến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tình</a:t>
            </a:r>
            <a:r>
              <a:rPr lang="en-US" altLang="en-US" dirty="0"/>
              <a:t> </a:t>
            </a:r>
            <a:r>
              <a:rPr lang="en-US" altLang="en-US" dirty="0" err="1"/>
              <a:t>trạng</a:t>
            </a:r>
            <a:r>
              <a:rPr lang="en-US" altLang="en-US" dirty="0"/>
              <a:t> ‘</a:t>
            </a:r>
            <a:r>
              <a:rPr lang="en-US" altLang="en-US" dirty="0" err="1"/>
              <a:t>xấu</a:t>
            </a:r>
            <a:r>
              <a:rPr lang="en-US" altLang="en-US" dirty="0"/>
              <a:t>’</a:t>
            </a:r>
          </a:p>
          <a:p>
            <a:pPr eaLnBrk="1" hangingPunct="1"/>
            <a:endParaRPr lang="en-US" altLang="en-US" dirty="0"/>
          </a:p>
          <a:p>
            <a:pPr eaLnBrk="1" hangingPunct="1"/>
            <a:r>
              <a:rPr lang="en-US" altLang="en-US" dirty="0"/>
              <a:t>RBTV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một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điều</a:t>
            </a:r>
            <a:r>
              <a:rPr lang="en-US" altLang="en-US" dirty="0">
                <a:solidFill>
                  <a:srgbClr val="FF0000"/>
                </a:solidFill>
              </a:rPr>
              <a:t> </a:t>
            </a:r>
            <a:r>
              <a:rPr lang="en-US" altLang="en-US" dirty="0" err="1">
                <a:solidFill>
                  <a:srgbClr val="FF0000"/>
                </a:solidFill>
              </a:rPr>
              <a:t>kiện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 </a:t>
            </a:r>
            <a:r>
              <a:rPr lang="en-US" altLang="en-US" dirty="0" err="1"/>
              <a:t>nghĩa</a:t>
            </a:r>
            <a:r>
              <a:rPr lang="en-US" altLang="en-US" dirty="0"/>
              <a:t> </a:t>
            </a:r>
            <a:r>
              <a:rPr lang="en-US" altLang="en-US" dirty="0" err="1"/>
              <a:t>trên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hay </a:t>
            </a:r>
            <a:r>
              <a:rPr lang="en-US" altLang="en-US" dirty="0" err="1"/>
              <a:t>nhiều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khác</a:t>
            </a:r>
            <a:r>
              <a:rPr lang="en-US" altLang="en-US" dirty="0"/>
              <a:t> </a:t>
            </a:r>
            <a:r>
              <a:rPr lang="en-US" altLang="en-US" dirty="0" err="1"/>
              <a:t>nhau</a:t>
            </a:r>
            <a:endParaRPr lang="en-US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7E86824-DCB1-4C65-B15D-36FECE96140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9219" name="Slide Number Placeholder 5">
            <a:extLst>
              <a:ext uri="{FF2B5EF4-FFF2-40B4-BE49-F238E27FC236}">
                <a16:creationId xmlns:a16="http://schemas.microsoft.com/office/drawing/2014/main" id="{CF97BD17-F214-419E-9553-BB7D50D4F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BAA42D6-8745-4702-896D-0D7A30B9EDB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</a:t>
            </a:fld>
            <a:endParaRPr lang="en-US" altLang="en-US" sz="1000"/>
          </a:p>
        </p:txBody>
      </p:sp>
      <p:sp>
        <p:nvSpPr>
          <p:cNvPr id="9220" name="Rectangle 2">
            <a:extLst>
              <a:ext uri="{FF2B5EF4-FFF2-40B4-BE49-F238E27FC236}">
                <a16:creationId xmlns:a16="http://schemas.microsoft.com/office/drawing/2014/main" id="{5CD33F7E-0F60-4C93-B254-E1787674F81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Khái niệm (tt)</a:t>
            </a:r>
          </a:p>
        </p:txBody>
      </p:sp>
      <p:sp>
        <p:nvSpPr>
          <p:cNvPr id="9221" name="Rectangle 3">
            <a:extLst>
              <a:ext uri="{FF2B5EF4-FFF2-40B4-BE49-F238E27FC236}">
                <a16:creationId xmlns:a16="http://schemas.microsoft.com/office/drawing/2014/main" id="{F02B529C-EBDC-484A-A690-585F09DEA6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Tại sao cần phải có RBTV?</a:t>
            </a:r>
          </a:p>
          <a:p>
            <a:pPr lvl="1" eaLnBrk="1" hangingPunct="1"/>
            <a:r>
              <a:rPr lang="en-US" altLang="en-US"/>
              <a:t>Bảo đảm </a:t>
            </a:r>
            <a:r>
              <a:rPr lang="en-US" altLang="en-US" u="sng">
                <a:solidFill>
                  <a:srgbClr val="FF0000"/>
                </a:solidFill>
              </a:rPr>
              <a:t>tính kết dính</a:t>
            </a:r>
            <a:r>
              <a:rPr lang="en-US" altLang="en-US"/>
              <a:t> của các thành phần cấu tạo nên CSDL</a:t>
            </a:r>
          </a:p>
          <a:p>
            <a:pPr lvl="1" eaLnBrk="1" hangingPunct="1"/>
            <a:r>
              <a:rPr lang="en-US" altLang="en-US"/>
              <a:t>Bảo đảm </a:t>
            </a:r>
            <a:r>
              <a:rPr lang="en-US" altLang="en-US" u="sng">
                <a:solidFill>
                  <a:srgbClr val="FF0000"/>
                </a:solidFill>
              </a:rPr>
              <a:t>tính nhất quán</a:t>
            </a:r>
            <a:r>
              <a:rPr lang="en-US" altLang="en-US"/>
              <a:t> của dữ liệu</a:t>
            </a:r>
          </a:p>
          <a:p>
            <a:pPr lvl="1" eaLnBrk="1" hangingPunct="1"/>
            <a:r>
              <a:rPr lang="en-US" altLang="en-US"/>
              <a:t>Bảo đảm CSDL luôn biểu diễn </a:t>
            </a:r>
            <a:r>
              <a:rPr lang="en-US" altLang="en-US" u="sng">
                <a:solidFill>
                  <a:srgbClr val="FF0000"/>
                </a:solidFill>
              </a:rPr>
              <a:t>đúng ngữ nghĩa</a:t>
            </a:r>
            <a:r>
              <a:rPr lang="en-US" altLang="en-US"/>
              <a:t> thực tế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Ví dụ</a:t>
            </a:r>
          </a:p>
          <a:p>
            <a:pPr lvl="1" eaLnBrk="1" hangingPunct="1"/>
            <a:r>
              <a:rPr lang="en-US" altLang="en-US"/>
              <a:t>Mức lương của một người nhân viên không được vượt quá trưởng phòng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800">
                <a:latin typeface="Tahoma" panose="020B0604030504040204" pitchFamily="34" charset="0"/>
              </a:rPr>
              <a:t>1</a:t>
            </a:r>
            <a:r>
              <a:rPr lang="en-US" altLang="en-US">
                <a:latin typeface="Tahoma" panose="020B0604030504040204" pitchFamily="34" charset="0"/>
              </a:rPr>
              <a:t>)</a:t>
            </a:r>
          </a:p>
          <a:p>
            <a:pPr lvl="1" eaLnBrk="1" hangingPunct="1"/>
            <a:r>
              <a:rPr lang="en-US" altLang="en-US"/>
              <a:t>Người quản lý trực tiếp (của một nhân viên) phải là một nhân viên trong công ty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800"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A33367-E3C7-45AF-9EFB-A0F9C05F795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11267" name="Slide Number Placeholder 5">
            <a:extLst>
              <a:ext uri="{FF2B5EF4-FFF2-40B4-BE49-F238E27FC236}">
                <a16:creationId xmlns:a16="http://schemas.microsoft.com/office/drawing/2014/main" id="{F0EBFA05-6978-409A-B592-76FB400F6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93DEB1A-F745-45B9-A821-BB16257C8B23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5</a:t>
            </a:fld>
            <a:endParaRPr lang="en-US" altLang="en-US" sz="1000"/>
          </a:p>
        </p:txBody>
      </p:sp>
      <p:sp>
        <p:nvSpPr>
          <p:cNvPr id="11268" name="Rectangle 2">
            <a:extLst>
              <a:ext uri="{FF2B5EF4-FFF2-40B4-BE49-F238E27FC236}">
                <a16:creationId xmlns:a16="http://schemas.microsoft.com/office/drawing/2014/main" id="{AC2C072F-DD58-4FA0-A50A-B8EC2B041F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Các đặc trưng của RBTV</a:t>
            </a:r>
            <a:br>
              <a:rPr lang="en-US" altLang="en-US" sz="3500"/>
            </a:br>
            <a:endParaRPr lang="en-US" altLang="en-US" sz="3500"/>
          </a:p>
        </p:txBody>
      </p:sp>
      <p:sp>
        <p:nvSpPr>
          <p:cNvPr id="11269" name="Rectangle 3">
            <a:extLst>
              <a:ext uri="{FF2B5EF4-FFF2-40B4-BE49-F238E27FC236}">
                <a16:creationId xmlns:a16="http://schemas.microsoft.com/office/drawing/2014/main" id="{DA3E2C00-6932-4AFA-9B45-425A9A34156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4835525"/>
          </a:xfrm>
        </p:spPr>
        <p:txBody>
          <a:bodyPr/>
          <a:lstStyle/>
          <a:p>
            <a:pPr eaLnBrk="1" hangingPunct="1">
              <a:buFont typeface="Wingdings 2" panose="05020102010507070707" pitchFamily="18" charset="2"/>
              <a:buNone/>
            </a:pPr>
            <a:endParaRPr lang="en-US" altLang="en-US">
              <a:solidFill>
                <a:srgbClr val="777777"/>
              </a:solidFill>
            </a:endParaRPr>
          </a:p>
          <a:p>
            <a:pPr eaLnBrk="1" hangingPunct="1"/>
            <a:r>
              <a:rPr lang="en-US" altLang="en-US"/>
              <a:t>Bối cảnh</a:t>
            </a:r>
          </a:p>
          <a:p>
            <a:pPr eaLnBrk="1" hangingPunct="1"/>
            <a:r>
              <a:rPr lang="en-US" altLang="en-US"/>
              <a:t>Nội dung</a:t>
            </a:r>
          </a:p>
          <a:p>
            <a:pPr eaLnBrk="1" hangingPunct="1"/>
            <a:r>
              <a:rPr lang="en-US" altLang="en-US"/>
              <a:t>Bảng tầm ảnh hưởng</a:t>
            </a:r>
          </a:p>
          <a:p>
            <a:pPr eaLnBrk="1" hangingPunct="1"/>
            <a:endParaRPr lang="en-US" altLang="en-US">
              <a:solidFill>
                <a:srgbClr val="777777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84F18C7-D160-48D0-BFAA-0A3761A2FAA9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13315" name="Slide Number Placeholder 5">
            <a:extLst>
              <a:ext uri="{FF2B5EF4-FFF2-40B4-BE49-F238E27FC236}">
                <a16:creationId xmlns:a16="http://schemas.microsoft.com/office/drawing/2014/main" id="{87B7A759-561C-45D5-997D-4C8F626D15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4F01265-D0CE-4242-B9F5-1972C41747C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6</a:t>
            </a:fld>
            <a:endParaRPr lang="en-US" altLang="en-US" sz="1000"/>
          </a:p>
        </p:txBody>
      </p:sp>
      <p:sp>
        <p:nvSpPr>
          <p:cNvPr id="13316" name="Rectangle 2">
            <a:extLst>
              <a:ext uri="{FF2B5EF4-FFF2-40B4-BE49-F238E27FC236}">
                <a16:creationId xmlns:a16="http://schemas.microsoft.com/office/drawing/2014/main" id="{55058178-FB0A-4860-84AF-30A37257177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Bối cảnh</a:t>
            </a:r>
          </a:p>
        </p:txBody>
      </p:sp>
      <p:sp>
        <p:nvSpPr>
          <p:cNvPr id="13317" name="Rectangle 3">
            <a:extLst>
              <a:ext uri="{FF2B5EF4-FFF2-40B4-BE49-F238E27FC236}">
                <a16:creationId xmlns:a16="http://schemas.microsoft.com/office/drawing/2014/main" id="{B01EDB70-6921-4485-96A4-8886F815C28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Bối cảnh của một RBTV</a:t>
            </a:r>
          </a:p>
          <a:p>
            <a:pPr lvl="1" eaLnBrk="1" hangingPunct="1"/>
            <a:r>
              <a:rPr lang="en-US" altLang="en-US"/>
              <a:t>Là những quan hệ </a:t>
            </a:r>
            <a:r>
              <a:rPr lang="en-US" altLang="en-US">
                <a:solidFill>
                  <a:srgbClr val="FF0000"/>
                </a:solidFill>
              </a:rPr>
              <a:t>có khả năng bị vi phạm</a:t>
            </a:r>
            <a:r>
              <a:rPr lang="en-US" altLang="en-US"/>
              <a:t> RBTV khi thực hiện các </a:t>
            </a:r>
            <a:r>
              <a:rPr lang="en-US" altLang="en-US">
                <a:solidFill>
                  <a:srgbClr val="FF0000"/>
                </a:solidFill>
              </a:rPr>
              <a:t>phép cập nhật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1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Mức lương của một người nhân viên không được vượt quá trưởng phòng</a:t>
            </a:r>
          </a:p>
          <a:p>
            <a:pPr lvl="2" eaLnBrk="1" hangingPunct="1"/>
            <a:r>
              <a:rPr lang="en-US" altLang="en-US"/>
              <a:t>Các phép cập nhật </a:t>
            </a:r>
          </a:p>
          <a:p>
            <a:pPr lvl="3" eaLnBrk="1" hangingPunct="1"/>
            <a:r>
              <a:rPr lang="en-US" altLang="en-US"/>
              <a:t>Cập nhật lương cho nhân viên</a:t>
            </a:r>
          </a:p>
          <a:p>
            <a:pPr lvl="3" eaLnBrk="1" hangingPunct="1"/>
            <a:r>
              <a:rPr lang="en-US" altLang="en-US"/>
              <a:t>Thêm mới một nhân viên vào một phòng ban</a:t>
            </a:r>
          </a:p>
          <a:p>
            <a:pPr lvl="3" eaLnBrk="1" hangingPunct="1"/>
            <a:r>
              <a:rPr lang="en-US" altLang="en-US"/>
              <a:t>Bổ nhiệm trưởng phòng cho một phòng ban</a:t>
            </a:r>
          </a:p>
          <a:p>
            <a:pPr lvl="2" eaLnBrk="1" hangingPunct="1"/>
            <a:r>
              <a:rPr lang="en-US" altLang="en-US"/>
              <a:t>Bối cảnh: NHANVIEN, PHONGBAN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E98E32-0CB0-492A-A7EA-A0609C40072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15363" name="Slide Number Placeholder 5">
            <a:extLst>
              <a:ext uri="{FF2B5EF4-FFF2-40B4-BE49-F238E27FC236}">
                <a16:creationId xmlns:a16="http://schemas.microsoft.com/office/drawing/2014/main" id="{8E603D25-1D6C-46D1-9FB4-D652CFA73E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0F76332-64AD-40BC-A6D8-1EC0C3236F2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7</a:t>
            </a:fld>
            <a:endParaRPr lang="en-US" altLang="en-US" sz="1000"/>
          </a:p>
        </p:txBody>
      </p:sp>
      <p:sp>
        <p:nvSpPr>
          <p:cNvPr id="15364" name="Rectangle 2">
            <a:extLst>
              <a:ext uri="{FF2B5EF4-FFF2-40B4-BE49-F238E27FC236}">
                <a16:creationId xmlns:a16="http://schemas.microsoft.com/office/drawing/2014/main" id="{68E9B7EC-2473-451F-9A0A-53010BE348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Bối cảnh (tt)</a:t>
            </a:r>
          </a:p>
        </p:txBody>
      </p:sp>
      <p:sp>
        <p:nvSpPr>
          <p:cNvPr id="15365" name="Rectangle 3">
            <a:extLst>
              <a:ext uri="{FF2B5EF4-FFF2-40B4-BE49-F238E27FC236}">
                <a16:creationId xmlns:a16="http://schemas.microsoft.com/office/drawing/2014/main" id="{F732B900-1905-492E-AFEA-0714938C478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Người quản lý trực tiếp phải là một nhân viên trong công ty</a:t>
            </a:r>
          </a:p>
          <a:p>
            <a:pPr lvl="2" eaLnBrk="1" hangingPunct="1"/>
            <a:r>
              <a:rPr lang="en-US" altLang="en-US"/>
              <a:t>Các phép cập nhật </a:t>
            </a:r>
          </a:p>
          <a:p>
            <a:pPr lvl="3" eaLnBrk="1" hangingPunct="1"/>
            <a:r>
              <a:rPr lang="en-US" altLang="en-US"/>
              <a:t>Cập nhật người quản lý trực tiếp của một nhân viên</a:t>
            </a:r>
          </a:p>
          <a:p>
            <a:pPr lvl="3" eaLnBrk="1" hangingPunct="1"/>
            <a:r>
              <a:rPr lang="en-US" altLang="en-US"/>
              <a:t>Thêm mới một nhân viên</a:t>
            </a:r>
          </a:p>
          <a:p>
            <a:pPr lvl="2" eaLnBrk="1" hangingPunct="1"/>
            <a:r>
              <a:rPr lang="en-US" altLang="en-US"/>
              <a:t>Bối cảnh: NHANVIEN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2A88AB1-6476-42F2-9191-9150F64EF5D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17411" name="Slide Number Placeholder 5">
            <a:extLst>
              <a:ext uri="{FF2B5EF4-FFF2-40B4-BE49-F238E27FC236}">
                <a16:creationId xmlns:a16="http://schemas.microsoft.com/office/drawing/2014/main" id="{A6844D4D-C727-4F01-9C57-8792CD646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BDC8AE9-048D-49E3-8C77-A9449B62D7C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8</a:t>
            </a:fld>
            <a:endParaRPr lang="en-US" altLang="en-US" sz="1000"/>
          </a:p>
        </p:txBody>
      </p:sp>
      <p:sp>
        <p:nvSpPr>
          <p:cNvPr id="17412" name="Rectangle 2">
            <a:extLst>
              <a:ext uri="{FF2B5EF4-FFF2-40B4-BE49-F238E27FC236}">
                <a16:creationId xmlns:a16="http://schemas.microsoft.com/office/drawing/2014/main" id="{3EBC8F80-9C18-49F4-B25F-E24517C75C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</a:t>
            </a:r>
          </a:p>
        </p:txBody>
      </p:sp>
      <p:sp>
        <p:nvSpPr>
          <p:cNvPr id="568323" name="Rectangle 3">
            <a:extLst>
              <a:ext uri="{FF2B5EF4-FFF2-40B4-BE49-F238E27FC236}">
                <a16:creationId xmlns:a16="http://schemas.microsoft.com/office/drawing/2014/main" id="{0E5685B5-A0AB-4B57-8132-EB80E14B39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Nội dung của một RBTV được phát biểu bằng</a:t>
            </a:r>
          </a:p>
          <a:p>
            <a:pPr lvl="1" eaLnBrk="1" hangingPunct="1"/>
            <a:r>
              <a:rPr lang="en-US" altLang="en-US"/>
              <a:t>Ngôn ngữ tự nhiên</a:t>
            </a:r>
          </a:p>
          <a:p>
            <a:pPr lvl="2" eaLnBrk="1" hangingPunct="1"/>
            <a:r>
              <a:rPr lang="en-US" altLang="en-US"/>
              <a:t>Dễ hiểu nhưng thiếu tính chặt chẽ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Ngôn ngữ hình thức</a:t>
            </a:r>
          </a:p>
          <a:p>
            <a:pPr lvl="2" eaLnBrk="1" hangingPunct="1"/>
            <a:r>
              <a:rPr lang="en-US" altLang="en-US"/>
              <a:t>Cô đọng, chặt chẽ nhưng đôi lúc khó hiểu</a:t>
            </a:r>
          </a:p>
          <a:p>
            <a:pPr lvl="2" eaLnBrk="1" hangingPunct="1"/>
            <a:r>
              <a:rPr lang="en-US" altLang="en-US"/>
              <a:t>Biểu diễn thông qua </a:t>
            </a:r>
          </a:p>
          <a:p>
            <a:pPr lvl="3" eaLnBrk="1" hangingPunct="1"/>
            <a:r>
              <a:rPr lang="en-US" altLang="en-US"/>
              <a:t>Đại số quan hệ</a:t>
            </a:r>
          </a:p>
          <a:p>
            <a:pPr lvl="3" eaLnBrk="1" hangingPunct="1"/>
            <a:r>
              <a:rPr lang="en-US" altLang="en-US"/>
              <a:t>Phép tính quan hệ</a:t>
            </a:r>
          </a:p>
          <a:p>
            <a:pPr lvl="3" eaLnBrk="1" hangingPunct="1"/>
            <a:r>
              <a:rPr lang="en-US" altLang="en-US"/>
              <a:t>Mã giả (pseudo code)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mph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6" dur="500" fill="hold"/>
                                        <p:tgtEl>
                                          <p:spTgt spid="56832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  <p:par>
                                <p:cTn id="7" presetID="3" presetClass="emph" presetSubtype="2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Clr clrSpc="rgb" dir="cw">
                                      <p:cBhvr override="childStyle">
                                        <p:cTn id="8" dur="500" fill="hold"/>
                                        <p:tgtEl>
                                          <p:spTgt spid="56832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rgbClr val="0000FF"/>
                                      </p:to>
                                    </p:animClr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C98DA8DF-B395-489B-991B-DFB6640B8798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19459" name="Slide Number Placeholder 5">
            <a:extLst>
              <a:ext uri="{FF2B5EF4-FFF2-40B4-BE49-F238E27FC236}">
                <a16:creationId xmlns:a16="http://schemas.microsoft.com/office/drawing/2014/main" id="{7D48034B-70E8-48B2-A69D-5058A1529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B625861-3132-4D94-B7E7-800F49FF78C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9</a:t>
            </a:fld>
            <a:endParaRPr lang="en-US" altLang="en-US" sz="1000"/>
          </a:p>
        </p:txBody>
      </p:sp>
      <p:sp>
        <p:nvSpPr>
          <p:cNvPr id="19460" name="Rectangle 2">
            <a:extLst>
              <a:ext uri="{FF2B5EF4-FFF2-40B4-BE49-F238E27FC236}">
                <a16:creationId xmlns:a16="http://schemas.microsoft.com/office/drawing/2014/main" id="{FBD8473A-432F-4495-8F86-0DE3DDF26B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 (tt)</a:t>
            </a:r>
          </a:p>
        </p:txBody>
      </p:sp>
      <p:sp>
        <p:nvSpPr>
          <p:cNvPr id="19461" name="Rectangle 3">
            <a:extLst>
              <a:ext uri="{FF2B5EF4-FFF2-40B4-BE49-F238E27FC236}">
                <a16:creationId xmlns:a16="http://schemas.microsoft.com/office/drawing/2014/main" id="{34751400-0E59-4234-A655-3ABA64686D3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1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Ngôn ngữ tự nhiên</a:t>
            </a:r>
          </a:p>
          <a:p>
            <a:pPr lvl="2" eaLnBrk="1" hangingPunct="1"/>
            <a:r>
              <a:rPr lang="en-US" altLang="en-US"/>
              <a:t>Mức lương của một người nhân viên không được vượt quá trưởng phòng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Ngôn ngữ hình thức</a:t>
            </a:r>
          </a:p>
          <a:p>
            <a:pPr lvl="2" eaLnBrk="1" hangingPunct="1"/>
            <a:r>
              <a:rPr lang="en-US" altLang="en-US"/>
              <a:t> </a:t>
            </a:r>
          </a:p>
        </p:txBody>
      </p:sp>
      <p:sp>
        <p:nvSpPr>
          <p:cNvPr id="19462" name="Text Box 4">
            <a:extLst>
              <a:ext uri="{FF2B5EF4-FFF2-40B4-BE49-F238E27FC236}">
                <a16:creationId xmlns:a16="http://schemas.microsoft.com/office/drawing/2014/main" id="{9E04BCA2-32E4-414D-B466-3E8EBA668BB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6934200" cy="2225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u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v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u.TRPHG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v.MANV 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u.MAPHG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t.PHG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t.LUONG </a:t>
            </a:r>
            <a:r>
              <a:rPr lang="en-US" altLang="en-US" sz="2000" b="1">
                <a:sym typeface="Symbol" panose="05050102010706020507" pitchFamily="18" charset="2"/>
              </a:rPr>
              <a:t></a:t>
            </a:r>
            <a:r>
              <a:rPr lang="en-US" altLang="en-US" sz="2000">
                <a:sym typeface="Symbol" panose="05050102010706020507" pitchFamily="18" charset="2"/>
              </a:rPr>
              <a:t> v.LUONG )))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65EDF4F5-558A-472F-8DBB-8E2EDA30C5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21507" name="Slide Number Placeholder 5">
            <a:extLst>
              <a:ext uri="{FF2B5EF4-FFF2-40B4-BE49-F238E27FC236}">
                <a16:creationId xmlns:a16="http://schemas.microsoft.com/office/drawing/2014/main" id="{220FBC24-4586-4FDB-81E9-61684EC03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323CCD94-2771-43F6-B3CE-05B86FF689A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10</a:t>
            </a:fld>
            <a:endParaRPr lang="en-US" altLang="en-US" sz="1000"/>
          </a:p>
        </p:txBody>
      </p:sp>
      <p:sp>
        <p:nvSpPr>
          <p:cNvPr id="21508" name="Rectangle 2">
            <a:extLst>
              <a:ext uri="{FF2B5EF4-FFF2-40B4-BE49-F238E27FC236}">
                <a16:creationId xmlns:a16="http://schemas.microsoft.com/office/drawing/2014/main" id="{9A798371-8EE9-453E-BBF5-5C6CD50F4D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Nội dung (tt)</a:t>
            </a:r>
          </a:p>
        </p:txBody>
      </p:sp>
      <p:sp>
        <p:nvSpPr>
          <p:cNvPr id="21509" name="Rectangle 3">
            <a:extLst>
              <a:ext uri="{FF2B5EF4-FFF2-40B4-BE49-F238E27FC236}">
                <a16:creationId xmlns:a16="http://schemas.microsoft.com/office/drawing/2014/main" id="{AB68CFE3-84FD-460E-80DE-729BEF6639F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Ví dụ </a:t>
            </a:r>
            <a:r>
              <a:rPr lang="en-US" altLang="en-US">
                <a:latin typeface="Tahoma" panose="020B0604030504040204" pitchFamily="34" charset="0"/>
              </a:rPr>
              <a:t>(R</a:t>
            </a:r>
            <a:r>
              <a:rPr lang="en-US" altLang="en-US" sz="1900">
                <a:latin typeface="Tahoma" panose="020B0604030504040204" pitchFamily="34" charset="0"/>
              </a:rPr>
              <a:t>2</a:t>
            </a:r>
            <a:r>
              <a:rPr lang="en-US" altLang="en-US">
                <a:latin typeface="Tahoma" panose="020B0604030504040204" pitchFamily="34" charset="0"/>
              </a:rPr>
              <a:t>)</a:t>
            </a:r>
            <a:endParaRPr lang="en-US" altLang="en-US"/>
          </a:p>
          <a:p>
            <a:pPr lvl="1" eaLnBrk="1" hangingPunct="1"/>
            <a:r>
              <a:rPr lang="en-US" altLang="en-US"/>
              <a:t>Ngôn ngữ tự nhiên</a:t>
            </a:r>
          </a:p>
          <a:p>
            <a:pPr lvl="2" eaLnBrk="1" hangingPunct="1"/>
            <a:r>
              <a:rPr lang="en-US" altLang="en-US"/>
              <a:t>Người quản lý trực tiếp phải là một nhân viên trong công ty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Ngôn ngữ hình thức</a:t>
            </a:r>
          </a:p>
          <a:p>
            <a:pPr lvl="2" eaLnBrk="1" hangingPunct="1"/>
            <a:r>
              <a:rPr lang="en-US" altLang="en-US" b="1">
                <a:sym typeface="Symbol" panose="05050102010706020507" pitchFamily="18" charset="2"/>
              </a:rPr>
              <a:t> </a:t>
            </a:r>
          </a:p>
        </p:txBody>
      </p:sp>
      <p:sp>
        <p:nvSpPr>
          <p:cNvPr id="21510" name="Text Box 5">
            <a:extLst>
              <a:ext uri="{FF2B5EF4-FFF2-40B4-BE49-F238E27FC236}">
                <a16:creationId xmlns:a16="http://schemas.microsoft.com/office/drawing/2014/main" id="{F41A6CCD-7CC1-4467-B4F7-FE895786A2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336925"/>
            <a:ext cx="6934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t.MA_NQL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null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	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(t.MA_NQL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s.MANV ))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A418C8E-E7A3-4F7A-BEF2-6A8690DEC08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23555" name="Slide Number Placeholder 5">
            <a:extLst>
              <a:ext uri="{FF2B5EF4-FFF2-40B4-BE49-F238E27FC236}">
                <a16:creationId xmlns:a16="http://schemas.microsoft.com/office/drawing/2014/main" id="{576BDD05-5A13-414E-B426-258FFE62B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383D621-F4D7-4C21-A7C2-BDD1EE2B9CB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11</a:t>
            </a:fld>
            <a:endParaRPr lang="en-US" altLang="en-US" sz="1000"/>
          </a:p>
        </p:txBody>
      </p:sp>
      <p:sp>
        <p:nvSpPr>
          <p:cNvPr id="23556" name="Rectangle 2">
            <a:extLst>
              <a:ext uri="{FF2B5EF4-FFF2-40B4-BE49-F238E27FC236}">
                <a16:creationId xmlns:a16="http://schemas.microsoft.com/office/drawing/2014/main" id="{A1E4C88F-EB72-474D-9AE9-1A3244077CE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Bảng tầm ảnh hưởng</a:t>
            </a:r>
          </a:p>
        </p:txBody>
      </p:sp>
      <p:sp>
        <p:nvSpPr>
          <p:cNvPr id="23557" name="Rectangle 3">
            <a:extLst>
              <a:ext uri="{FF2B5EF4-FFF2-40B4-BE49-F238E27FC236}">
                <a16:creationId xmlns:a16="http://schemas.microsoft.com/office/drawing/2014/main" id="{92634E55-A979-4217-A67E-74711DC01E9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Bảng tầm ảnh hưởng</a:t>
            </a:r>
          </a:p>
          <a:p>
            <a:pPr lvl="1" eaLnBrk="1" hangingPunct="1"/>
            <a:r>
              <a:rPr lang="en-US" altLang="en-US">
                <a:solidFill>
                  <a:srgbClr val="FF0000"/>
                </a:solidFill>
              </a:rPr>
              <a:t>Xác định thao tác cập nhật nào</a:t>
            </a:r>
            <a:r>
              <a:rPr lang="en-US" altLang="en-US"/>
              <a:t> cần phải kiểm tra RBTV khi được thực hiện trên quan hệ bối cảnh</a:t>
            </a:r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Có 2 loại</a:t>
            </a:r>
          </a:p>
          <a:p>
            <a:pPr lvl="1" eaLnBrk="1" hangingPunct="1"/>
            <a:r>
              <a:rPr lang="en-US" altLang="en-US"/>
              <a:t>Bảng tầm ảnh hưởng cho một RBTV</a:t>
            </a:r>
          </a:p>
          <a:p>
            <a:pPr lvl="1" eaLnBrk="1" hangingPunct="1"/>
            <a:r>
              <a:rPr lang="en-US" altLang="en-US"/>
              <a:t>Bảng tầm ảnh hưởng tổng hợp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Date Placeholder 3">
            <a:extLst>
              <a:ext uri="{FF2B5EF4-FFF2-40B4-BE49-F238E27FC236}">
                <a16:creationId xmlns:a16="http://schemas.microsoft.com/office/drawing/2014/main" id="{AD4DC102-94DB-4AD2-9487-2FA7D5C1F6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25603" name="Slide Number Placeholder 5">
            <a:extLst>
              <a:ext uri="{FF2B5EF4-FFF2-40B4-BE49-F238E27FC236}">
                <a16:creationId xmlns:a16="http://schemas.microsoft.com/office/drawing/2014/main" id="{B4262EB9-7D13-49B8-BE28-329BF57681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1E3FEA6-112E-430B-94AA-7DD0A1EE27C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12</a:t>
            </a:fld>
            <a:endParaRPr lang="en-US" altLang="en-US" sz="1000"/>
          </a:p>
        </p:txBody>
      </p:sp>
      <p:sp>
        <p:nvSpPr>
          <p:cNvPr id="25604" name="Rectangle 2">
            <a:extLst>
              <a:ext uri="{FF2B5EF4-FFF2-40B4-BE49-F238E27FC236}">
                <a16:creationId xmlns:a16="http://schemas.microsoft.com/office/drawing/2014/main" id="{1291DA0D-1CAC-4C98-9F1D-08595D2F2AE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Bảng tầm ảnh hưởng một RBTV</a:t>
            </a:r>
          </a:p>
        </p:txBody>
      </p:sp>
      <p:grpSp>
        <p:nvGrpSpPr>
          <p:cNvPr id="25605" name="Group 32">
            <a:extLst>
              <a:ext uri="{FF2B5EF4-FFF2-40B4-BE49-F238E27FC236}">
                <a16:creationId xmlns:a16="http://schemas.microsoft.com/office/drawing/2014/main" id="{95BB17DF-7582-41FA-A670-17BE92C744D9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2057400"/>
            <a:ext cx="5562600" cy="2286000"/>
            <a:chOff x="576" y="1248"/>
            <a:chExt cx="3504" cy="1440"/>
          </a:xfrm>
        </p:grpSpPr>
        <p:grpSp>
          <p:nvGrpSpPr>
            <p:cNvPr id="25607" name="Group 21">
              <a:extLst>
                <a:ext uri="{FF2B5EF4-FFF2-40B4-BE49-F238E27FC236}">
                  <a16:creationId xmlns:a16="http://schemas.microsoft.com/office/drawing/2014/main" id="{F1B02342-AE7D-4F20-B60A-720C95B6B6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24" y="1536"/>
              <a:ext cx="3456" cy="864"/>
              <a:chOff x="624" y="1536"/>
              <a:chExt cx="3648" cy="864"/>
            </a:xfrm>
          </p:grpSpPr>
          <p:sp>
            <p:nvSpPr>
              <p:cNvPr id="25629" name="Line 5">
                <a:extLst>
                  <a:ext uri="{FF2B5EF4-FFF2-40B4-BE49-F238E27FC236}">
                    <a16:creationId xmlns:a16="http://schemas.microsoft.com/office/drawing/2014/main" id="{FE75F3A4-4477-4865-BDF8-CD725D5FBAB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536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0" name="Line 6">
                <a:extLst>
                  <a:ext uri="{FF2B5EF4-FFF2-40B4-BE49-F238E27FC236}">
                    <a16:creationId xmlns:a16="http://schemas.microsoft.com/office/drawing/2014/main" id="{348D73FB-092D-4702-8EEF-59A6F8C05D8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1824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1" name="Line 7">
                <a:extLst>
                  <a:ext uri="{FF2B5EF4-FFF2-40B4-BE49-F238E27FC236}">
                    <a16:creationId xmlns:a16="http://schemas.microsoft.com/office/drawing/2014/main" id="{FD46E96E-6ECB-4E61-A53F-B4704A93D8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112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32" name="Line 8">
                <a:extLst>
                  <a:ext uri="{FF2B5EF4-FFF2-40B4-BE49-F238E27FC236}">
                    <a16:creationId xmlns:a16="http://schemas.microsoft.com/office/drawing/2014/main" id="{9FDE9E00-9623-48FC-B6C6-79E4E0B82B2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4" y="2400"/>
                <a:ext cx="364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608" name="Text Box 10">
              <a:extLst>
                <a:ext uri="{FF2B5EF4-FFF2-40B4-BE49-F238E27FC236}">
                  <a16:creationId xmlns:a16="http://schemas.microsoft.com/office/drawing/2014/main" id="{5364B15A-418C-4E50-894A-FF988F43EEC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29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</a:rPr>
                <a:t>Tên_RB</a:t>
              </a:r>
            </a:p>
          </p:txBody>
        </p:sp>
        <p:sp>
          <p:nvSpPr>
            <p:cNvPr id="25609" name="Text Box 11">
              <a:extLst>
                <a:ext uri="{FF2B5EF4-FFF2-40B4-BE49-F238E27FC236}">
                  <a16:creationId xmlns:a16="http://schemas.microsoft.com/office/drawing/2014/main" id="{0106166B-F07F-4E31-BE13-1B018F1552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40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n</a:t>
              </a:r>
            </a:p>
          </p:txBody>
        </p:sp>
        <p:sp>
          <p:nvSpPr>
            <p:cNvPr id="25610" name="Text Box 12">
              <a:extLst>
                <a:ext uri="{FF2B5EF4-FFF2-40B4-BE49-F238E27FC236}">
                  <a16:creationId xmlns:a16="http://schemas.microsoft.com/office/drawing/2014/main" id="{9A812E0C-B690-4091-89FC-30927BA59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584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1</a:t>
              </a:r>
            </a:p>
          </p:txBody>
        </p:sp>
        <p:sp>
          <p:nvSpPr>
            <p:cNvPr id="25611" name="Text Box 13">
              <a:extLst>
                <a:ext uri="{FF2B5EF4-FFF2-40B4-BE49-F238E27FC236}">
                  <a16:creationId xmlns:a16="http://schemas.microsoft.com/office/drawing/2014/main" id="{E57BD330-CCB6-4FF1-B7D7-4344C5EBC9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188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2</a:t>
              </a:r>
            </a:p>
          </p:txBody>
        </p:sp>
        <p:sp>
          <p:nvSpPr>
            <p:cNvPr id="25612" name="Text Box 14">
              <a:extLst>
                <a:ext uri="{FF2B5EF4-FFF2-40B4-BE49-F238E27FC236}">
                  <a16:creationId xmlns:a16="http://schemas.microsoft.com/office/drawing/2014/main" id="{4B457E17-8719-48E9-BC00-4B07E288ED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169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5613" name="Text Box 16">
              <a:extLst>
                <a:ext uri="{FF2B5EF4-FFF2-40B4-BE49-F238E27FC236}">
                  <a16:creationId xmlns:a16="http://schemas.microsoft.com/office/drawing/2014/main" id="{E8E48109-7C5A-48F4-8D42-4953AA20E8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29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grpSp>
          <p:nvGrpSpPr>
            <p:cNvPr id="25614" name="Group 22">
              <a:extLst>
                <a:ext uri="{FF2B5EF4-FFF2-40B4-BE49-F238E27FC236}">
                  <a16:creationId xmlns:a16="http://schemas.microsoft.com/office/drawing/2014/main" id="{1A36B694-5F56-40FD-A099-80AFD4A6F13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488" y="1248"/>
              <a:ext cx="1344" cy="1440"/>
              <a:chOff x="1488" y="1296"/>
              <a:chExt cx="1344" cy="1344"/>
            </a:xfrm>
          </p:grpSpPr>
          <p:sp>
            <p:nvSpPr>
              <p:cNvPr id="25626" name="Line 9">
                <a:extLst>
                  <a:ext uri="{FF2B5EF4-FFF2-40B4-BE49-F238E27FC236}">
                    <a16:creationId xmlns:a16="http://schemas.microsoft.com/office/drawing/2014/main" id="{AE623E38-1F6D-4F7D-9C54-7C5C47A0B5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88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27" name="Line 15">
                <a:extLst>
                  <a:ext uri="{FF2B5EF4-FFF2-40B4-BE49-F238E27FC236}">
                    <a16:creationId xmlns:a16="http://schemas.microsoft.com/office/drawing/2014/main" id="{E98B7B0D-540A-4468-A412-C8DAF2B6617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25628" name="Line 17">
                <a:extLst>
                  <a:ext uri="{FF2B5EF4-FFF2-40B4-BE49-F238E27FC236}">
                    <a16:creationId xmlns:a16="http://schemas.microsoft.com/office/drawing/2014/main" id="{15362BD3-C9F4-4CE7-9897-B4A59EF86D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32" y="1296"/>
                <a:ext cx="0" cy="134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25615" name="Text Box 18">
              <a:extLst>
                <a:ext uri="{FF2B5EF4-FFF2-40B4-BE49-F238E27FC236}">
                  <a16:creationId xmlns:a16="http://schemas.microsoft.com/office/drawing/2014/main" id="{6887707F-5F0C-4E12-8916-7FE568635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29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25616" name="Text Box 20">
              <a:extLst>
                <a:ext uri="{FF2B5EF4-FFF2-40B4-BE49-F238E27FC236}">
                  <a16:creationId xmlns:a16="http://schemas.microsoft.com/office/drawing/2014/main" id="{5D6D2097-48DC-45C3-8FFD-494B7CB0A3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296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25617" name="Text Box 23">
              <a:extLst>
                <a:ext uri="{FF2B5EF4-FFF2-40B4-BE49-F238E27FC236}">
                  <a16:creationId xmlns:a16="http://schemas.microsoft.com/office/drawing/2014/main" id="{1C9BF88A-3F60-49F5-B836-6BCF34D6B3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93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25618" name="Text Box 24">
              <a:extLst>
                <a:ext uri="{FF2B5EF4-FFF2-40B4-BE49-F238E27FC236}">
                  <a16:creationId xmlns:a16="http://schemas.microsoft.com/office/drawing/2014/main" id="{005DA673-10FB-411F-AF64-35A014163D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1593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19" name="Text Box 25">
              <a:extLst>
                <a:ext uri="{FF2B5EF4-FFF2-40B4-BE49-F238E27FC236}">
                  <a16:creationId xmlns:a16="http://schemas.microsoft.com/office/drawing/2014/main" id="{EB873790-14FD-440F-AAE4-838B4D66B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32" y="1593"/>
              <a:ext cx="124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 </a:t>
              </a:r>
              <a:r>
                <a:rPr lang="en-US" altLang="en-US" sz="1800">
                  <a:latin typeface="Tahoma" panose="020B0604030504040204" pitchFamily="34" charset="0"/>
                </a:rPr>
                <a:t>(Thuộc tính)</a:t>
              </a:r>
            </a:p>
          </p:txBody>
        </p:sp>
        <p:sp>
          <p:nvSpPr>
            <p:cNvPr id="25620" name="Text Box 26">
              <a:extLst>
                <a:ext uri="{FF2B5EF4-FFF2-40B4-BE49-F238E27FC236}">
                  <a16:creationId xmlns:a16="http://schemas.microsoft.com/office/drawing/2014/main" id="{B801DD40-125E-4BC7-AAC8-74BB226A78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188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25621" name="Text Box 27">
              <a:extLst>
                <a:ext uri="{FF2B5EF4-FFF2-40B4-BE49-F238E27FC236}">
                  <a16:creationId xmlns:a16="http://schemas.microsoft.com/office/drawing/2014/main" id="{8656A871-934E-431F-BC4B-4D874CAA2F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1881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22" name="Text Box 28">
              <a:extLst>
                <a:ext uri="{FF2B5EF4-FFF2-40B4-BE49-F238E27FC236}">
                  <a16:creationId xmlns:a16="http://schemas.microsoft.com/office/drawing/2014/main" id="{2AB03338-4814-43B9-B4F7-EE8F654F93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1881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23" name="Text Box 29">
              <a:extLst>
                <a:ext uri="{FF2B5EF4-FFF2-40B4-BE49-F238E27FC236}">
                  <a16:creationId xmlns:a16="http://schemas.microsoft.com/office/drawing/2014/main" id="{BEDE12C8-B605-4BBC-8D79-EC6D6508CC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8" y="240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solidFill>
                    <a:srgbClr val="FF0000"/>
                  </a:solidFill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25624" name="Text Box 30">
              <a:extLst>
                <a:ext uri="{FF2B5EF4-FFF2-40B4-BE49-F238E27FC236}">
                  <a16:creationId xmlns:a16="http://schemas.microsoft.com/office/drawing/2014/main" id="{BFC5FFED-B1A5-4CDF-AE6B-6BE57F8B199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88" y="2400"/>
              <a:ext cx="67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25625" name="Text Box 31">
              <a:extLst>
                <a:ext uri="{FF2B5EF4-FFF2-40B4-BE49-F238E27FC236}">
                  <a16:creationId xmlns:a16="http://schemas.microsoft.com/office/drawing/2014/main" id="{161A2FEA-5E36-4F13-97F7-AA3AA674F5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784" y="2400"/>
              <a:ext cx="57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</p:grpSp>
      <p:sp>
        <p:nvSpPr>
          <p:cNvPr id="25606" name="Text Box 33">
            <a:extLst>
              <a:ext uri="{FF2B5EF4-FFF2-40B4-BE49-F238E27FC236}">
                <a16:creationId xmlns:a16="http://schemas.microsoft.com/office/drawing/2014/main" id="{50EACA10-52E6-4260-96FF-F6F9642D22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8400" y="5181600"/>
            <a:ext cx="3352800" cy="7794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</a:t>
            </a:r>
            <a:r>
              <a:rPr lang="en-US" altLang="en-US" sz="1800" b="1">
                <a:solidFill>
                  <a:srgbClr val="FF0000"/>
                </a:solidFill>
                <a:latin typeface="Tahoma" panose="020B0604030504040204" pitchFamily="34" charset="0"/>
                <a:sym typeface="Symbol" panose="05050102010706020507" pitchFamily="18" charset="2"/>
              </a:rPr>
              <a:t></a:t>
            </a:r>
            <a:r>
              <a:rPr lang="en-US" altLang="en-US" sz="1800">
                <a:latin typeface="Tahoma" panose="020B0604030504040204" pitchFamily="34" charset="0"/>
              </a:rPr>
              <a:t>) Vi phạm RBTV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(</a:t>
            </a:r>
            <a:r>
              <a:rPr lang="en-US" altLang="en-US" sz="1800" b="1">
                <a:latin typeface="Tahoma" panose="020B0604030504040204" pitchFamily="34" charset="0"/>
                <a:sym typeface="Symbol" panose="05050102010706020507" pitchFamily="18" charset="2"/>
              </a:rPr>
              <a:t></a:t>
            </a:r>
            <a:r>
              <a:rPr lang="en-US" altLang="en-US" sz="1800">
                <a:latin typeface="Tahoma" panose="020B0604030504040204" pitchFamily="34" charset="0"/>
              </a:rPr>
              <a:t>) Không vi phạm RBTV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Date Placeholder 3">
            <a:extLst>
              <a:ext uri="{FF2B5EF4-FFF2-40B4-BE49-F238E27FC236}">
                <a16:creationId xmlns:a16="http://schemas.microsoft.com/office/drawing/2014/main" id="{A59B759D-B604-4AC2-99AC-F54EEA0C5C4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27651" name="Slide Number Placeholder 5">
            <a:extLst>
              <a:ext uri="{FF2B5EF4-FFF2-40B4-BE49-F238E27FC236}">
                <a16:creationId xmlns:a16="http://schemas.microsoft.com/office/drawing/2014/main" id="{27476140-89D0-40A5-9EE5-624D26FE95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8EE38E1F-46E7-43E9-A324-948BDB6F2985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13</a:t>
            </a:fld>
            <a:endParaRPr lang="en-US" altLang="en-US" sz="1000"/>
          </a:p>
        </p:txBody>
      </p:sp>
      <p:sp>
        <p:nvSpPr>
          <p:cNvPr id="27652" name="Rectangle 2">
            <a:extLst>
              <a:ext uri="{FF2B5EF4-FFF2-40B4-BE49-F238E27FC236}">
                <a16:creationId xmlns:a16="http://schemas.microsoft.com/office/drawing/2014/main" id="{3A135638-9EF1-4DCF-93EA-38CD0E34978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534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Bảng tầm ảnh hưởng tổng hợp</a:t>
            </a:r>
          </a:p>
        </p:txBody>
      </p:sp>
      <p:grpSp>
        <p:nvGrpSpPr>
          <p:cNvPr id="27653" name="Group 83">
            <a:extLst>
              <a:ext uri="{FF2B5EF4-FFF2-40B4-BE49-F238E27FC236}">
                <a16:creationId xmlns:a16="http://schemas.microsoft.com/office/drawing/2014/main" id="{41023137-3E74-4870-85EA-F79D519E0E03}"/>
              </a:ext>
            </a:extLst>
          </p:cNvPr>
          <p:cNvGrpSpPr>
            <a:grpSpLocks/>
          </p:cNvGrpSpPr>
          <p:nvPr/>
        </p:nvGrpSpPr>
        <p:grpSpPr bwMode="auto">
          <a:xfrm>
            <a:off x="990600" y="1981200"/>
            <a:ext cx="6934200" cy="2743200"/>
            <a:chOff x="384" y="1104"/>
            <a:chExt cx="4368" cy="1728"/>
          </a:xfrm>
        </p:grpSpPr>
        <p:sp>
          <p:nvSpPr>
            <p:cNvPr id="27654" name="Text Box 10">
              <a:extLst>
                <a:ext uri="{FF2B5EF4-FFF2-40B4-BE49-F238E27FC236}">
                  <a16:creationId xmlns:a16="http://schemas.microsoft.com/office/drawing/2014/main" id="{3ED82418-8126-4156-9B59-95C772163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584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1</a:t>
              </a:r>
            </a:p>
          </p:txBody>
        </p:sp>
        <p:sp>
          <p:nvSpPr>
            <p:cNvPr id="27655" name="Text Box 11">
              <a:extLst>
                <a:ext uri="{FF2B5EF4-FFF2-40B4-BE49-F238E27FC236}">
                  <a16:creationId xmlns:a16="http://schemas.microsoft.com/office/drawing/2014/main" id="{339EF4D3-3B10-4EE0-A551-A91095265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1824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2</a:t>
              </a:r>
            </a:p>
          </p:txBody>
        </p:sp>
        <p:sp>
          <p:nvSpPr>
            <p:cNvPr id="27656" name="Text Box 12">
              <a:extLst>
                <a:ext uri="{FF2B5EF4-FFF2-40B4-BE49-F238E27FC236}">
                  <a16:creationId xmlns:a16="http://schemas.microsoft.com/office/drawing/2014/main" id="{F3581307-3E53-44C7-8711-2DC5B9EBF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073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3</a:t>
              </a:r>
            </a:p>
          </p:txBody>
        </p:sp>
        <p:sp>
          <p:nvSpPr>
            <p:cNvPr id="27657" name="Text Box 13">
              <a:extLst>
                <a:ext uri="{FF2B5EF4-FFF2-40B4-BE49-F238E27FC236}">
                  <a16:creationId xmlns:a16="http://schemas.microsoft.com/office/drawing/2014/main" id="{DDF157C2-ED90-4F15-AEFD-DEBB02179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553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Quan hệ n</a:t>
              </a:r>
            </a:p>
          </p:txBody>
        </p:sp>
        <p:sp>
          <p:nvSpPr>
            <p:cNvPr id="27658" name="Text Box 14">
              <a:extLst>
                <a:ext uri="{FF2B5EF4-FFF2-40B4-BE49-F238E27FC236}">
                  <a16:creationId xmlns:a16="http://schemas.microsoft.com/office/drawing/2014/main" id="{B69691A8-21AE-465F-8022-B70644E204A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" y="2313"/>
              <a:ext cx="864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59" name="Line 5">
              <a:extLst>
                <a:ext uri="{FF2B5EF4-FFF2-40B4-BE49-F238E27FC236}">
                  <a16:creationId xmlns:a16="http://schemas.microsoft.com/office/drawing/2014/main" id="{16C2D824-B857-46C5-A7A1-A6C0E83DA3A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58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0" name="Line 6">
              <a:extLst>
                <a:ext uri="{FF2B5EF4-FFF2-40B4-BE49-F238E27FC236}">
                  <a16:creationId xmlns:a16="http://schemas.microsoft.com/office/drawing/2014/main" id="{9E3026FE-E6E2-4E0D-85FD-BDADD1BB84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182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1" name="Line 7">
              <a:extLst>
                <a:ext uri="{FF2B5EF4-FFF2-40B4-BE49-F238E27FC236}">
                  <a16:creationId xmlns:a16="http://schemas.microsoft.com/office/drawing/2014/main" id="{04EADFF4-3A17-4A04-96BE-5F719B233BB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06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2" name="Line 8">
              <a:extLst>
                <a:ext uri="{FF2B5EF4-FFF2-40B4-BE49-F238E27FC236}">
                  <a16:creationId xmlns:a16="http://schemas.microsoft.com/office/drawing/2014/main" id="{3F3B9851-BB02-4D98-B2F5-43B4D3D03FD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30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3" name="Line 9">
              <a:extLst>
                <a:ext uri="{FF2B5EF4-FFF2-40B4-BE49-F238E27FC236}">
                  <a16:creationId xmlns:a16="http://schemas.microsoft.com/office/drawing/2014/main" id="{A557CDC9-5A4D-475C-BB34-08E58E5CB64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" y="2544"/>
              <a:ext cx="43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4" name="Line 17">
              <a:extLst>
                <a:ext uri="{FF2B5EF4-FFF2-40B4-BE49-F238E27FC236}">
                  <a16:creationId xmlns:a16="http://schemas.microsoft.com/office/drawing/2014/main" id="{98F347A5-FA49-4B6E-AD78-AB657BB578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44"/>
              <a:ext cx="345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5" name="Line 15">
              <a:extLst>
                <a:ext uri="{FF2B5EF4-FFF2-40B4-BE49-F238E27FC236}">
                  <a16:creationId xmlns:a16="http://schemas.microsoft.com/office/drawing/2014/main" id="{7A86471F-EA9B-4B44-8F5D-5674D8B643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6" name="Line 16">
              <a:extLst>
                <a:ext uri="{FF2B5EF4-FFF2-40B4-BE49-F238E27FC236}">
                  <a16:creationId xmlns:a16="http://schemas.microsoft.com/office/drawing/2014/main" id="{F23BE6CC-2276-46A2-907D-6E8436FBCC2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7" name="Line 18">
              <a:extLst>
                <a:ext uri="{FF2B5EF4-FFF2-40B4-BE49-F238E27FC236}">
                  <a16:creationId xmlns:a16="http://schemas.microsoft.com/office/drawing/2014/main" id="{94B383B0-FD4D-4A73-83B2-CAACDAA809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8" name="Line 19">
              <a:extLst>
                <a:ext uri="{FF2B5EF4-FFF2-40B4-BE49-F238E27FC236}">
                  <a16:creationId xmlns:a16="http://schemas.microsoft.com/office/drawing/2014/main" id="{A716955F-2FF4-41E1-85A3-D7BDAC744B3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69" name="Line 20">
              <a:extLst>
                <a:ext uri="{FF2B5EF4-FFF2-40B4-BE49-F238E27FC236}">
                  <a16:creationId xmlns:a16="http://schemas.microsoft.com/office/drawing/2014/main" id="{253D2978-F306-4CCC-8C16-56FE3CE0335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400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0" name="Line 21">
              <a:extLst>
                <a:ext uri="{FF2B5EF4-FFF2-40B4-BE49-F238E27FC236}">
                  <a16:creationId xmlns:a16="http://schemas.microsoft.com/office/drawing/2014/main" id="{956A2796-D25F-4793-ACDD-F202EF49D2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688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1" name="Line 22">
              <a:extLst>
                <a:ext uri="{FF2B5EF4-FFF2-40B4-BE49-F238E27FC236}">
                  <a16:creationId xmlns:a16="http://schemas.microsoft.com/office/drawing/2014/main" id="{48D99E3E-C25A-4075-8FB0-1CB5426DBA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976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2" name="Line 23">
              <a:extLst>
                <a:ext uri="{FF2B5EF4-FFF2-40B4-BE49-F238E27FC236}">
                  <a16:creationId xmlns:a16="http://schemas.microsoft.com/office/drawing/2014/main" id="{7B212667-27A2-429A-ADCC-3622453D26B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64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3" name="Line 24">
              <a:extLst>
                <a:ext uri="{FF2B5EF4-FFF2-40B4-BE49-F238E27FC236}">
                  <a16:creationId xmlns:a16="http://schemas.microsoft.com/office/drawing/2014/main" id="{AEB9EAF0-B5BD-477F-9752-BCE825A4D5E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552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4" name="Line 25">
              <a:extLst>
                <a:ext uri="{FF2B5EF4-FFF2-40B4-BE49-F238E27FC236}">
                  <a16:creationId xmlns:a16="http://schemas.microsoft.com/office/drawing/2014/main" id="{C068968E-FF1F-455A-8B11-643EFB8842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40" y="1152"/>
              <a:ext cx="0" cy="16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5" name="Line 26">
              <a:extLst>
                <a:ext uri="{FF2B5EF4-FFF2-40B4-BE49-F238E27FC236}">
                  <a16:creationId xmlns:a16="http://schemas.microsoft.com/office/drawing/2014/main" id="{2077AC55-FBDF-4CD2-B3B1-C04883D686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128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6" name="Line 27">
              <a:extLst>
                <a:ext uri="{FF2B5EF4-FFF2-40B4-BE49-F238E27FC236}">
                  <a16:creationId xmlns:a16="http://schemas.microsoft.com/office/drawing/2014/main" id="{2447D31A-32D2-4D35-99B4-DCCD02481F7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416" y="134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27677" name="Text Box 30">
              <a:extLst>
                <a:ext uri="{FF2B5EF4-FFF2-40B4-BE49-F238E27FC236}">
                  <a16:creationId xmlns:a16="http://schemas.microsoft.com/office/drawing/2014/main" id="{711CD8D1-090D-4768-9CAC-F29570886D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7678" name="Text Box 31">
              <a:extLst>
                <a:ext uri="{FF2B5EF4-FFF2-40B4-BE49-F238E27FC236}">
                  <a16:creationId xmlns:a16="http://schemas.microsoft.com/office/drawing/2014/main" id="{7251815B-8504-49E0-B150-EFF5D3D5E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27679" name="Text Box 32">
              <a:extLst>
                <a:ext uri="{FF2B5EF4-FFF2-40B4-BE49-F238E27FC236}">
                  <a16:creationId xmlns:a16="http://schemas.microsoft.com/office/drawing/2014/main" id="{A3CD6026-E3C2-4F41-B4DE-8ED4322236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7680" name="Text Box 33">
              <a:extLst>
                <a:ext uri="{FF2B5EF4-FFF2-40B4-BE49-F238E27FC236}">
                  <a16:creationId xmlns:a16="http://schemas.microsoft.com/office/drawing/2014/main" id="{FC1269A3-4F8B-4911-A413-9FD6772105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7681" name="Text Box 34">
              <a:extLst>
                <a:ext uri="{FF2B5EF4-FFF2-40B4-BE49-F238E27FC236}">
                  <a16:creationId xmlns:a16="http://schemas.microsoft.com/office/drawing/2014/main" id="{B3E981E0-8EAE-4C49-AB8F-2F27E8638E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27682" name="Text Box 35">
              <a:extLst>
                <a:ext uri="{FF2B5EF4-FFF2-40B4-BE49-F238E27FC236}">
                  <a16:creationId xmlns:a16="http://schemas.microsoft.com/office/drawing/2014/main" id="{8FA6054F-0F30-4098-8D25-2CF9A51EEB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7683" name="Text Box 36">
              <a:extLst>
                <a:ext uri="{FF2B5EF4-FFF2-40B4-BE49-F238E27FC236}">
                  <a16:creationId xmlns:a16="http://schemas.microsoft.com/office/drawing/2014/main" id="{6B3DACCB-F392-41F3-B63A-4E8A599897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</a:t>
              </a:r>
            </a:p>
          </p:txBody>
        </p:sp>
        <p:sp>
          <p:nvSpPr>
            <p:cNvPr id="27684" name="Text Box 37">
              <a:extLst>
                <a:ext uri="{FF2B5EF4-FFF2-40B4-BE49-F238E27FC236}">
                  <a16:creationId xmlns:a16="http://schemas.microsoft.com/office/drawing/2014/main" id="{9C4EA59E-ED1B-4CAC-9C34-17EC0597D8F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</a:t>
              </a:r>
            </a:p>
          </p:txBody>
        </p:sp>
        <p:sp>
          <p:nvSpPr>
            <p:cNvPr id="27685" name="Text Box 38">
              <a:extLst>
                <a:ext uri="{FF2B5EF4-FFF2-40B4-BE49-F238E27FC236}">
                  <a16:creationId xmlns:a16="http://schemas.microsoft.com/office/drawing/2014/main" id="{76C7786E-C5AF-4E30-BA07-7F951F5F2A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27686" name="Text Box 39">
              <a:extLst>
                <a:ext uri="{FF2B5EF4-FFF2-40B4-BE49-F238E27FC236}">
                  <a16:creationId xmlns:a16="http://schemas.microsoft.com/office/drawing/2014/main" id="{D4ED7405-D896-4EFF-A9FB-2A380F8D4D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76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87" name="Text Box 40">
              <a:extLst>
                <a:ext uri="{FF2B5EF4-FFF2-40B4-BE49-F238E27FC236}">
                  <a16:creationId xmlns:a16="http://schemas.microsoft.com/office/drawing/2014/main" id="{EB3F6A76-E8EF-48AC-9D7C-C37535A344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88" name="Text Box 41">
              <a:extLst>
                <a:ext uri="{FF2B5EF4-FFF2-40B4-BE49-F238E27FC236}">
                  <a16:creationId xmlns:a16="http://schemas.microsoft.com/office/drawing/2014/main" id="{CE612C9C-3ED2-49CC-B8DE-A4573A6EEDD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552" y="13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…</a:t>
              </a:r>
            </a:p>
          </p:txBody>
        </p:sp>
        <p:sp>
          <p:nvSpPr>
            <p:cNvPr id="27689" name="Text Box 42">
              <a:extLst>
                <a:ext uri="{FF2B5EF4-FFF2-40B4-BE49-F238E27FC236}">
                  <a16:creationId xmlns:a16="http://schemas.microsoft.com/office/drawing/2014/main" id="{1ED8E030-C973-42D4-903F-295C2CD19E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1104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Ràng buộc 1</a:t>
              </a:r>
            </a:p>
          </p:txBody>
        </p:sp>
        <p:sp>
          <p:nvSpPr>
            <p:cNvPr id="27690" name="Text Box 43">
              <a:extLst>
                <a:ext uri="{FF2B5EF4-FFF2-40B4-BE49-F238E27FC236}">
                  <a16:creationId xmlns:a16="http://schemas.microsoft.com/office/drawing/2014/main" id="{72B71D99-324E-42AF-9ADC-1206253BAC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064" y="1104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Ràng buộc 2</a:t>
              </a:r>
            </a:p>
          </p:txBody>
        </p:sp>
        <p:sp>
          <p:nvSpPr>
            <p:cNvPr id="27691" name="Text Box 44">
              <a:extLst>
                <a:ext uri="{FF2B5EF4-FFF2-40B4-BE49-F238E27FC236}">
                  <a16:creationId xmlns:a16="http://schemas.microsoft.com/office/drawing/2014/main" id="{6ACEE669-9FCE-4081-859D-5ECBC0C61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792" y="1104"/>
              <a:ext cx="96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Ràng buộc m</a:t>
              </a:r>
            </a:p>
          </p:txBody>
        </p:sp>
        <p:sp>
          <p:nvSpPr>
            <p:cNvPr id="27692" name="Text Box 45">
              <a:extLst>
                <a:ext uri="{FF2B5EF4-FFF2-40B4-BE49-F238E27FC236}">
                  <a16:creationId xmlns:a16="http://schemas.microsoft.com/office/drawing/2014/main" id="{CB331C9E-A785-4477-9604-1A0F346119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693" name="Text Box 46">
              <a:extLst>
                <a:ext uri="{FF2B5EF4-FFF2-40B4-BE49-F238E27FC236}">
                  <a16:creationId xmlns:a16="http://schemas.microsoft.com/office/drawing/2014/main" id="{53D091EF-DFEE-4DB9-9392-8C259A053F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4" name="Text Box 47">
              <a:extLst>
                <a:ext uri="{FF2B5EF4-FFF2-40B4-BE49-F238E27FC236}">
                  <a16:creationId xmlns:a16="http://schemas.microsoft.com/office/drawing/2014/main" id="{C404330B-6878-4728-8C94-D1FBEEE281C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5" name="Text Box 50">
              <a:extLst>
                <a:ext uri="{FF2B5EF4-FFF2-40B4-BE49-F238E27FC236}">
                  <a16:creationId xmlns:a16="http://schemas.microsoft.com/office/drawing/2014/main" id="{25443919-F568-4931-8F75-9E6D733010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6" name="Text Box 51">
              <a:extLst>
                <a:ext uri="{FF2B5EF4-FFF2-40B4-BE49-F238E27FC236}">
                  <a16:creationId xmlns:a16="http://schemas.microsoft.com/office/drawing/2014/main" id="{67EE1AD4-4AC6-4597-BB52-497BAE63D2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697" name="Text Box 52">
              <a:extLst>
                <a:ext uri="{FF2B5EF4-FFF2-40B4-BE49-F238E27FC236}">
                  <a16:creationId xmlns:a16="http://schemas.microsoft.com/office/drawing/2014/main" id="{F269DD71-AE0D-4117-AD6B-925BFA991D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698" name="Text Box 54">
              <a:extLst>
                <a:ext uri="{FF2B5EF4-FFF2-40B4-BE49-F238E27FC236}">
                  <a16:creationId xmlns:a16="http://schemas.microsoft.com/office/drawing/2014/main" id="{A0220D50-B3A2-4C86-A005-5A714F4EAB8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699" name="Text Box 55">
              <a:extLst>
                <a:ext uri="{FF2B5EF4-FFF2-40B4-BE49-F238E27FC236}">
                  <a16:creationId xmlns:a16="http://schemas.microsoft.com/office/drawing/2014/main" id="{E0592483-EE70-402C-82B1-9032E42052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3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0" name="Text Box 56">
              <a:extLst>
                <a:ext uri="{FF2B5EF4-FFF2-40B4-BE49-F238E27FC236}">
                  <a16:creationId xmlns:a16="http://schemas.microsoft.com/office/drawing/2014/main" id="{61B524E1-CE3B-4130-9D9E-40F7A59D34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1" name="Text Box 58">
              <a:extLst>
                <a:ext uri="{FF2B5EF4-FFF2-40B4-BE49-F238E27FC236}">
                  <a16:creationId xmlns:a16="http://schemas.microsoft.com/office/drawing/2014/main" id="{4B7A43B1-AB4E-4D95-BA98-071F6B4CCCC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2" name="Text Box 61">
              <a:extLst>
                <a:ext uri="{FF2B5EF4-FFF2-40B4-BE49-F238E27FC236}">
                  <a16:creationId xmlns:a16="http://schemas.microsoft.com/office/drawing/2014/main" id="{CE8E4570-70F0-42F0-A663-9FF644B374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12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3" name="Text Box 62">
              <a:extLst>
                <a:ext uri="{FF2B5EF4-FFF2-40B4-BE49-F238E27FC236}">
                  <a16:creationId xmlns:a16="http://schemas.microsoft.com/office/drawing/2014/main" id="{A33AF360-4FAB-4FAF-9583-CE34BEC12F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4" name="Text Box 65">
              <a:extLst>
                <a:ext uri="{FF2B5EF4-FFF2-40B4-BE49-F238E27FC236}">
                  <a16:creationId xmlns:a16="http://schemas.microsoft.com/office/drawing/2014/main" id="{A7CB07DA-FB10-4575-B155-78B95F235C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5" name="Text Box 66">
              <a:extLst>
                <a:ext uri="{FF2B5EF4-FFF2-40B4-BE49-F238E27FC236}">
                  <a16:creationId xmlns:a16="http://schemas.microsoft.com/office/drawing/2014/main" id="{5269C17A-2CB2-4E4F-B0FE-D6892C6EAD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6" name="Text Box 69">
              <a:extLst>
                <a:ext uri="{FF2B5EF4-FFF2-40B4-BE49-F238E27FC236}">
                  <a16:creationId xmlns:a16="http://schemas.microsoft.com/office/drawing/2014/main" id="{E44E79AB-3BB3-4C0F-BD8F-6AC8C9C1BB4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88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7" name="Text Box 70">
              <a:extLst>
                <a:ext uri="{FF2B5EF4-FFF2-40B4-BE49-F238E27FC236}">
                  <a16:creationId xmlns:a16="http://schemas.microsoft.com/office/drawing/2014/main" id="{92212BB0-25DE-4A11-A893-BCE2B60FE2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08" name="Text Box 72">
              <a:extLst>
                <a:ext uri="{FF2B5EF4-FFF2-40B4-BE49-F238E27FC236}">
                  <a16:creationId xmlns:a16="http://schemas.microsoft.com/office/drawing/2014/main" id="{940795F8-31CC-482E-8F12-8CDBBAC43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09" name="Text Box 73">
              <a:extLst>
                <a:ext uri="{FF2B5EF4-FFF2-40B4-BE49-F238E27FC236}">
                  <a16:creationId xmlns:a16="http://schemas.microsoft.com/office/drawing/2014/main" id="{5750A417-6024-499E-AC61-5C21749E00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840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0" name="Text Box 74">
              <a:extLst>
                <a:ext uri="{FF2B5EF4-FFF2-40B4-BE49-F238E27FC236}">
                  <a16:creationId xmlns:a16="http://schemas.microsoft.com/office/drawing/2014/main" id="{B4F3C1BE-196E-4A00-88F2-938DD05C15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158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1" name="Text Box 76">
              <a:extLst>
                <a:ext uri="{FF2B5EF4-FFF2-40B4-BE49-F238E27FC236}">
                  <a16:creationId xmlns:a16="http://schemas.microsoft.com/office/drawing/2014/main" id="{6E00E3C5-89EF-42D6-B699-56A6BC1EC7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07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12" name="Text Box 77">
              <a:extLst>
                <a:ext uri="{FF2B5EF4-FFF2-40B4-BE49-F238E27FC236}">
                  <a16:creationId xmlns:a16="http://schemas.microsoft.com/office/drawing/2014/main" id="{6DB26083-0D0E-4665-8E1F-3C55F95EFD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128" y="2544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3" name="Text Box 78">
              <a:extLst>
                <a:ext uri="{FF2B5EF4-FFF2-40B4-BE49-F238E27FC236}">
                  <a16:creationId xmlns:a16="http://schemas.microsoft.com/office/drawing/2014/main" id="{1B7F1DAE-E3EC-4126-A947-627595123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159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  <p:sp>
          <p:nvSpPr>
            <p:cNvPr id="27714" name="Text Box 80">
              <a:extLst>
                <a:ext uri="{FF2B5EF4-FFF2-40B4-BE49-F238E27FC236}">
                  <a16:creationId xmlns:a16="http://schemas.microsoft.com/office/drawing/2014/main" id="{19A6D1F4-6508-4447-AD38-6B86342CE3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082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-</a:t>
              </a:r>
            </a:p>
          </p:txBody>
        </p:sp>
        <p:sp>
          <p:nvSpPr>
            <p:cNvPr id="27715" name="Text Box 81">
              <a:extLst>
                <a:ext uri="{FF2B5EF4-FFF2-40B4-BE49-F238E27FC236}">
                  <a16:creationId xmlns:a16="http://schemas.microsoft.com/office/drawing/2014/main" id="{9A7B9CF6-9A63-4A2C-AF65-D64BB847A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16" y="2553"/>
              <a:ext cx="2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+</a:t>
              </a:r>
            </a:p>
          </p:txBody>
        </p:sp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87A92-7254-461D-8612-5A66E42EA112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29699" name="Slide Number Placeholder 5">
            <a:extLst>
              <a:ext uri="{FF2B5EF4-FFF2-40B4-BE49-F238E27FC236}">
                <a16:creationId xmlns:a16="http://schemas.microsoft.com/office/drawing/2014/main" id="{095733EA-CD02-4E6C-875E-664B36AE5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A37C651D-DD8B-4E99-8D9E-2AA6571FBC9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14</a:t>
            </a:fld>
            <a:endParaRPr lang="en-US" altLang="en-US" sz="1000"/>
          </a:p>
        </p:txBody>
      </p:sp>
      <p:sp>
        <p:nvSpPr>
          <p:cNvPr id="29700" name="Rectangle 2">
            <a:extLst>
              <a:ext uri="{FF2B5EF4-FFF2-40B4-BE49-F238E27FC236}">
                <a16:creationId xmlns:a16="http://schemas.microsoft.com/office/drawing/2014/main" id="{D358C1D7-B0AC-4096-BF6C-2FE0B2ED35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Phân loại</a:t>
            </a:r>
          </a:p>
        </p:txBody>
      </p:sp>
      <p:sp>
        <p:nvSpPr>
          <p:cNvPr id="29701" name="Rectangle 3">
            <a:extLst>
              <a:ext uri="{FF2B5EF4-FFF2-40B4-BE49-F238E27FC236}">
                <a16:creationId xmlns:a16="http://schemas.microsoft.com/office/drawing/2014/main" id="{F14496BF-41F1-4070-B596-E3945614708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143000"/>
            <a:ext cx="8229600" cy="5410200"/>
          </a:xfrm>
        </p:spPr>
        <p:txBody>
          <a:bodyPr/>
          <a:lstStyle/>
          <a:p>
            <a:pPr eaLnBrk="1" hangingPunct="1"/>
            <a:r>
              <a:rPr lang="en-US" altLang="en-US"/>
              <a:t>Một quan hệ</a:t>
            </a:r>
          </a:p>
          <a:p>
            <a:pPr eaLnBrk="1" hangingPunct="1"/>
            <a:r>
              <a:rPr lang="en-US" altLang="en-US"/>
              <a:t>Nhiều quan hệ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FB4357-68B8-4A9E-A3C8-00548031C94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31747" name="Slide Number Placeholder 5">
            <a:extLst>
              <a:ext uri="{FF2B5EF4-FFF2-40B4-BE49-F238E27FC236}">
                <a16:creationId xmlns:a16="http://schemas.microsoft.com/office/drawing/2014/main" id="{3F64DB80-982A-4E11-BDBA-131F9D6EF0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5D4F9D1-04A5-4135-A9E6-234B67323280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15</a:t>
            </a:fld>
            <a:endParaRPr lang="en-US" altLang="en-US" sz="1000"/>
          </a:p>
        </p:txBody>
      </p:sp>
      <p:sp>
        <p:nvSpPr>
          <p:cNvPr id="31748" name="Rectangle 2">
            <a:extLst>
              <a:ext uri="{FF2B5EF4-FFF2-40B4-BE49-F238E27FC236}">
                <a16:creationId xmlns:a16="http://schemas.microsoft.com/office/drawing/2014/main" id="{69D5FD45-0E7B-41BF-9501-FA1BFA5A45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Một quan hệ</a:t>
            </a:r>
          </a:p>
        </p:txBody>
      </p:sp>
      <p:sp>
        <p:nvSpPr>
          <p:cNvPr id="31749" name="Rectangle 3">
            <a:extLst>
              <a:ext uri="{FF2B5EF4-FFF2-40B4-BE49-F238E27FC236}">
                <a16:creationId xmlns:a16="http://schemas.microsoft.com/office/drawing/2014/main" id="{58D5177D-DCE2-4E4B-A214-A273A77D77A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Miền giá trị</a:t>
            </a:r>
          </a:p>
          <a:p>
            <a:pPr eaLnBrk="1" hangingPunct="1"/>
            <a:r>
              <a:rPr lang="en-US" altLang="en-US"/>
              <a:t>Liên bộ</a:t>
            </a:r>
          </a:p>
          <a:p>
            <a:pPr eaLnBrk="1" hangingPunct="1"/>
            <a:r>
              <a:rPr lang="en-US" altLang="en-US"/>
              <a:t>Liên thuộc tính</a:t>
            </a:r>
          </a:p>
          <a:p>
            <a:pPr eaLnBrk="1" hangingPunct="1"/>
            <a:r>
              <a:rPr lang="en-US" altLang="en-US"/>
              <a:t>Liên bộ, liên thuộc tính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Date Placeholder 3">
            <a:extLst>
              <a:ext uri="{FF2B5EF4-FFF2-40B4-BE49-F238E27FC236}">
                <a16:creationId xmlns:a16="http://schemas.microsoft.com/office/drawing/2014/main" id="{1FF826E9-222F-4096-A890-C9F0C631B5C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32771" name="Slide Number Placeholder 5">
            <a:extLst>
              <a:ext uri="{FF2B5EF4-FFF2-40B4-BE49-F238E27FC236}">
                <a16:creationId xmlns:a16="http://schemas.microsoft.com/office/drawing/2014/main" id="{D82A3970-95FC-4C48-88EF-6EB47566C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DF55536-8AFD-48A6-9A47-9AE87C56894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16</a:t>
            </a:fld>
            <a:endParaRPr lang="en-US" altLang="en-US" sz="1000"/>
          </a:p>
        </p:txBody>
      </p:sp>
      <p:sp>
        <p:nvSpPr>
          <p:cNvPr id="32772" name="Rectangle 2">
            <a:extLst>
              <a:ext uri="{FF2B5EF4-FFF2-40B4-BE49-F238E27FC236}">
                <a16:creationId xmlns:a16="http://schemas.microsoft.com/office/drawing/2014/main" id="{2F45B9D1-E6B4-4EF1-A23E-15E2E666FAC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RBTV - Miền giá trị</a:t>
            </a:r>
          </a:p>
        </p:txBody>
      </p:sp>
      <p:sp>
        <p:nvSpPr>
          <p:cNvPr id="32773" name="Rectangle 3">
            <a:extLst>
              <a:ext uri="{FF2B5EF4-FFF2-40B4-BE49-F238E27FC236}">
                <a16:creationId xmlns:a16="http://schemas.microsoft.com/office/drawing/2014/main" id="{EC5ED918-4E82-4BF3-B648-5313BE7444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Ràng buộc qui định các giá trị cho một thuộc tính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Miền giá trị</a:t>
            </a:r>
          </a:p>
          <a:p>
            <a:pPr lvl="1" eaLnBrk="1" hangingPunct="1"/>
            <a:r>
              <a:rPr lang="en-US" altLang="en-US"/>
              <a:t>Liên tục</a:t>
            </a:r>
          </a:p>
          <a:p>
            <a:pPr lvl="1" eaLnBrk="1" hangingPunct="1"/>
            <a:r>
              <a:rPr lang="en-US" altLang="en-US"/>
              <a:t>Rời rạc</a:t>
            </a:r>
          </a:p>
        </p:txBody>
      </p:sp>
      <p:grpSp>
        <p:nvGrpSpPr>
          <p:cNvPr id="32774" name="Group 20">
            <a:extLst>
              <a:ext uri="{FF2B5EF4-FFF2-40B4-BE49-F238E27FC236}">
                <a16:creationId xmlns:a16="http://schemas.microsoft.com/office/drawing/2014/main" id="{66BD925E-182E-473E-A9F7-CFEAA6740DE5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133600"/>
            <a:ext cx="2362200" cy="1676400"/>
            <a:chOff x="624" y="1392"/>
            <a:chExt cx="1488" cy="1056"/>
          </a:xfrm>
        </p:grpSpPr>
        <p:sp>
          <p:nvSpPr>
            <p:cNvPr id="32791" name="Line 21">
              <a:extLst>
                <a:ext uri="{FF2B5EF4-FFF2-40B4-BE49-F238E27FC236}">
                  <a16:creationId xmlns:a16="http://schemas.microsoft.com/office/drawing/2014/main" id="{42D5D83D-6C2C-4818-8A2F-0BAD3BE8AA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2" name="Text Box 22">
              <a:extLst>
                <a:ext uri="{FF2B5EF4-FFF2-40B4-BE49-F238E27FC236}">
                  <a16:creationId xmlns:a16="http://schemas.microsoft.com/office/drawing/2014/main" id="{2465D988-3231-4CAA-965D-54F306CE6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2793" name="Text Box 23">
              <a:extLst>
                <a:ext uri="{FF2B5EF4-FFF2-40B4-BE49-F238E27FC236}">
                  <a16:creationId xmlns:a16="http://schemas.microsoft.com/office/drawing/2014/main" id="{EADF0475-731D-4E4C-9CC9-32A1CAAF20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32794" name="Text Box 24">
              <a:extLst>
                <a:ext uri="{FF2B5EF4-FFF2-40B4-BE49-F238E27FC236}">
                  <a16:creationId xmlns:a16="http://schemas.microsoft.com/office/drawing/2014/main" id="{844E72DD-A312-4D35-89DE-1A3D1F7D0F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2795" name="Line 25">
              <a:extLst>
                <a:ext uri="{FF2B5EF4-FFF2-40B4-BE49-F238E27FC236}">
                  <a16:creationId xmlns:a16="http://schemas.microsoft.com/office/drawing/2014/main" id="{3F2C8BEA-5517-4751-9291-B3E472F6072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6" name="Line 26">
              <a:extLst>
                <a:ext uri="{FF2B5EF4-FFF2-40B4-BE49-F238E27FC236}">
                  <a16:creationId xmlns:a16="http://schemas.microsoft.com/office/drawing/2014/main" id="{3D6D4AF0-360F-4FB6-B81B-BAC20DC4B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7" name="Text Box 27">
              <a:extLst>
                <a:ext uri="{FF2B5EF4-FFF2-40B4-BE49-F238E27FC236}">
                  <a16:creationId xmlns:a16="http://schemas.microsoft.com/office/drawing/2014/main" id="{DAB1BA59-FB9F-457C-B47A-F6A54C9DB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32798" name="Line 28">
              <a:extLst>
                <a:ext uri="{FF2B5EF4-FFF2-40B4-BE49-F238E27FC236}">
                  <a16:creationId xmlns:a16="http://schemas.microsoft.com/office/drawing/2014/main" id="{806F46E4-4CD1-4C59-80FB-C3149612A42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99" name="Text Box 29">
              <a:extLst>
                <a:ext uri="{FF2B5EF4-FFF2-40B4-BE49-F238E27FC236}">
                  <a16:creationId xmlns:a16="http://schemas.microsoft.com/office/drawing/2014/main" id="{EBE388E3-3116-487C-8EC2-82AB8A6978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2800" name="Text Box 30">
              <a:extLst>
                <a:ext uri="{FF2B5EF4-FFF2-40B4-BE49-F238E27FC236}">
                  <a16:creationId xmlns:a16="http://schemas.microsoft.com/office/drawing/2014/main" id="{E3AD24F5-BBBF-4E68-AD86-BB152BE19A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01" name="Line 31">
              <a:extLst>
                <a:ext uri="{FF2B5EF4-FFF2-40B4-BE49-F238E27FC236}">
                  <a16:creationId xmlns:a16="http://schemas.microsoft.com/office/drawing/2014/main" id="{1A49D054-7335-4630-8969-BC3C507009A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2" name="Line 32">
              <a:extLst>
                <a:ext uri="{FF2B5EF4-FFF2-40B4-BE49-F238E27FC236}">
                  <a16:creationId xmlns:a16="http://schemas.microsoft.com/office/drawing/2014/main" id="{14AB63CB-8FA6-4CB4-B09D-EBFD03C94A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3" name="Line 33">
              <a:extLst>
                <a:ext uri="{FF2B5EF4-FFF2-40B4-BE49-F238E27FC236}">
                  <a16:creationId xmlns:a16="http://schemas.microsoft.com/office/drawing/2014/main" id="{A0AFE567-BD4B-4859-9F68-287AF17F03A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4" name="Text Box 34">
              <a:extLst>
                <a:ext uri="{FF2B5EF4-FFF2-40B4-BE49-F238E27FC236}">
                  <a16:creationId xmlns:a16="http://schemas.microsoft.com/office/drawing/2014/main" id="{70142A31-FB23-4760-8D53-B7D540BB6E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32805" name="Text Box 35">
              <a:extLst>
                <a:ext uri="{FF2B5EF4-FFF2-40B4-BE49-F238E27FC236}">
                  <a16:creationId xmlns:a16="http://schemas.microsoft.com/office/drawing/2014/main" id="{BB667FE8-9870-45E8-8144-36A099A61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2806" name="Text Box 36">
              <a:extLst>
                <a:ext uri="{FF2B5EF4-FFF2-40B4-BE49-F238E27FC236}">
                  <a16:creationId xmlns:a16="http://schemas.microsoft.com/office/drawing/2014/main" id="{328B7C03-D1E1-44AD-9B24-21D47E6E19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32807" name="Text Box 37">
              <a:extLst>
                <a:ext uri="{FF2B5EF4-FFF2-40B4-BE49-F238E27FC236}">
                  <a16:creationId xmlns:a16="http://schemas.microsoft.com/office/drawing/2014/main" id="{FB0615F3-C265-457C-BB28-EC8334BF8E8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32808" name="Line 38">
              <a:extLst>
                <a:ext uri="{FF2B5EF4-FFF2-40B4-BE49-F238E27FC236}">
                  <a16:creationId xmlns:a16="http://schemas.microsoft.com/office/drawing/2014/main" id="{D9B762B1-58DE-4208-B301-3A8E8E97C3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809" name="Text Box 39">
              <a:extLst>
                <a:ext uri="{FF2B5EF4-FFF2-40B4-BE49-F238E27FC236}">
                  <a16:creationId xmlns:a16="http://schemas.microsoft.com/office/drawing/2014/main" id="{727864F9-EF2C-40B9-9F1C-F5C2F6774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10" name="Text Box 40">
              <a:extLst>
                <a:ext uri="{FF2B5EF4-FFF2-40B4-BE49-F238E27FC236}">
                  <a16:creationId xmlns:a16="http://schemas.microsoft.com/office/drawing/2014/main" id="{D655427C-B6E2-4B7B-9D42-24CC3DF9111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32811" name="Text Box 41">
              <a:extLst>
                <a:ext uri="{FF2B5EF4-FFF2-40B4-BE49-F238E27FC236}">
                  <a16:creationId xmlns:a16="http://schemas.microsoft.com/office/drawing/2014/main" id="{117B13FB-B473-446A-8E87-F6FB0DA593B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32812" name="Text Box 42">
              <a:extLst>
                <a:ext uri="{FF2B5EF4-FFF2-40B4-BE49-F238E27FC236}">
                  <a16:creationId xmlns:a16="http://schemas.microsoft.com/office/drawing/2014/main" id="{E80815EC-3765-4D5E-9A9E-FF5FC2B2EB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2813" name="Text Box 43">
              <a:extLst>
                <a:ext uri="{FF2B5EF4-FFF2-40B4-BE49-F238E27FC236}">
                  <a16:creationId xmlns:a16="http://schemas.microsoft.com/office/drawing/2014/main" id="{19A79385-FFF8-4787-897C-41546F3A8BB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2814" name="Text Box 44">
              <a:extLst>
                <a:ext uri="{FF2B5EF4-FFF2-40B4-BE49-F238E27FC236}">
                  <a16:creationId xmlns:a16="http://schemas.microsoft.com/office/drawing/2014/main" id="{6EB35837-92F9-4ABD-9C85-C890F71FE39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32815" name="Text Box 45">
              <a:extLst>
                <a:ext uri="{FF2B5EF4-FFF2-40B4-BE49-F238E27FC236}">
                  <a16:creationId xmlns:a16="http://schemas.microsoft.com/office/drawing/2014/main" id="{5C799A15-FC4C-401B-B67B-0B5E578119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32816" name="Text Box 46">
              <a:extLst>
                <a:ext uri="{FF2B5EF4-FFF2-40B4-BE49-F238E27FC236}">
                  <a16:creationId xmlns:a16="http://schemas.microsoft.com/office/drawing/2014/main" id="{31722295-680D-412B-9363-3DF3D18220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2817" name="Text Box 47">
              <a:extLst>
                <a:ext uri="{FF2B5EF4-FFF2-40B4-BE49-F238E27FC236}">
                  <a16:creationId xmlns:a16="http://schemas.microsoft.com/office/drawing/2014/main" id="{897B3F5B-B965-4B20-8856-FFAA7E9FF0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18" name="Text Box 48">
              <a:extLst>
                <a:ext uri="{FF2B5EF4-FFF2-40B4-BE49-F238E27FC236}">
                  <a16:creationId xmlns:a16="http://schemas.microsoft.com/office/drawing/2014/main" id="{61BE13C0-929E-4D45-B28C-BF22551D270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19" name="Text Box 49">
              <a:extLst>
                <a:ext uri="{FF2B5EF4-FFF2-40B4-BE49-F238E27FC236}">
                  <a16:creationId xmlns:a16="http://schemas.microsoft.com/office/drawing/2014/main" id="{FC4D46A6-7433-49F3-8392-733BECD1D3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2820" name="Line 50">
              <a:extLst>
                <a:ext uri="{FF2B5EF4-FFF2-40B4-BE49-F238E27FC236}">
                  <a16:creationId xmlns:a16="http://schemas.microsoft.com/office/drawing/2014/main" id="{75DFBFBB-D4C3-40AD-B185-42E13207A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82707" name="Rectangle 51">
            <a:extLst>
              <a:ext uri="{FF2B5EF4-FFF2-40B4-BE49-F238E27FC236}">
                <a16:creationId xmlns:a16="http://schemas.microsoft.com/office/drawing/2014/main" id="{AFF56219-9EC3-41D1-AA6E-D00DCB98DA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95400" y="1905000"/>
            <a:ext cx="6858000" cy="2209800"/>
          </a:xfrm>
          <a:prstGeom prst="rect">
            <a:avLst/>
          </a:prstGeom>
          <a:solidFill>
            <a:schemeClr val="bg1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grpSp>
        <p:nvGrpSpPr>
          <p:cNvPr id="3" name="Group 62">
            <a:extLst>
              <a:ext uri="{FF2B5EF4-FFF2-40B4-BE49-F238E27FC236}">
                <a16:creationId xmlns:a16="http://schemas.microsoft.com/office/drawing/2014/main" id="{20713002-4426-4ED0-808F-FAAF6FA42434}"/>
              </a:ext>
            </a:extLst>
          </p:cNvPr>
          <p:cNvGrpSpPr>
            <a:grpSpLocks/>
          </p:cNvGrpSpPr>
          <p:nvPr/>
        </p:nvGrpSpPr>
        <p:grpSpPr bwMode="auto">
          <a:xfrm rot="-955777">
            <a:off x="2895600" y="2133600"/>
            <a:ext cx="3505200" cy="990600"/>
            <a:chOff x="1824" y="1584"/>
            <a:chExt cx="2208" cy="624"/>
          </a:xfrm>
        </p:grpSpPr>
        <p:sp>
          <p:nvSpPr>
            <p:cNvPr id="32784" name="Oval 52">
              <a:extLst>
                <a:ext uri="{FF2B5EF4-FFF2-40B4-BE49-F238E27FC236}">
                  <a16:creationId xmlns:a16="http://schemas.microsoft.com/office/drawing/2014/main" id="{E718B5EE-4D91-44EA-A14D-C3068FF75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24" y="1776"/>
              <a:ext cx="288" cy="192"/>
            </a:xfrm>
            <a:prstGeom prst="ellipse">
              <a:avLst/>
            </a:prstGeom>
            <a:noFill/>
            <a:ln w="12700" algn="ctr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32785" name="Group 61">
              <a:extLst>
                <a:ext uri="{FF2B5EF4-FFF2-40B4-BE49-F238E27FC236}">
                  <a16:creationId xmlns:a16="http://schemas.microsoft.com/office/drawing/2014/main" id="{5E0B06A9-670E-402F-BCE4-3DBF40FA965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68" y="1584"/>
              <a:ext cx="2064" cy="624"/>
              <a:chOff x="1968" y="1584"/>
              <a:chExt cx="2064" cy="624"/>
            </a:xfrm>
          </p:grpSpPr>
          <p:grpSp>
            <p:nvGrpSpPr>
              <p:cNvPr id="32786" name="Group 58">
                <a:extLst>
                  <a:ext uri="{FF2B5EF4-FFF2-40B4-BE49-F238E27FC236}">
                    <a16:creationId xmlns:a16="http://schemas.microsoft.com/office/drawing/2014/main" id="{EDF3A4FB-5E98-438A-BA20-53D1503316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784" y="1584"/>
                <a:ext cx="1248" cy="624"/>
                <a:chOff x="3264" y="2064"/>
                <a:chExt cx="1104" cy="624"/>
              </a:xfrm>
            </p:grpSpPr>
            <p:sp>
              <p:nvSpPr>
                <p:cNvPr id="32789" name="Text Box 56">
                  <a:extLst>
                    <a:ext uri="{FF2B5EF4-FFF2-40B4-BE49-F238E27FC236}">
                      <a16:creationId xmlns:a16="http://schemas.microsoft.com/office/drawing/2014/main" id="{C3385FB8-14A3-4C8A-B55E-64A697551C48}"/>
                    </a:ext>
                  </a:extLst>
                </p:cNvPr>
                <p:cNvSpPr txBox="1">
                  <a:spLocks noChangeArrowheads="1"/>
                </p:cNvSpPr>
                <p:nvPr/>
              </p:nvSpPr>
              <p:spPr bwMode="auto">
                <a:xfrm>
                  <a:off x="3360" y="2217"/>
                  <a:ext cx="960" cy="231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12700" algn="ctr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r>
                    <a:rPr lang="en-US" altLang="en-US" sz="1800" b="1">
                      <a:latin typeface="Tahoma" panose="020B0604030504040204" pitchFamily="34" charset="0"/>
                      <a:sym typeface="Symbol" panose="05050102010706020507" pitchFamily="18" charset="2"/>
                    </a:rPr>
                    <a:t>  </a:t>
                  </a:r>
                  <a:r>
                    <a:rPr lang="en-US" altLang="en-US" sz="1800">
                      <a:latin typeface="Tahoma" panose="020B0604030504040204" pitchFamily="34" charset="0"/>
                      <a:sym typeface="Symbol" panose="05050102010706020507" pitchFamily="18" charset="2"/>
                    </a:rPr>
                    <a:t>{</a:t>
                  </a:r>
                  <a:r>
                    <a:rPr lang="en-US" altLang="en-US" sz="1800" b="1">
                      <a:latin typeface="Tahoma" panose="020B0604030504040204" pitchFamily="34" charset="0"/>
                      <a:sym typeface="Symbol" panose="05050102010706020507" pitchFamily="18" charset="2"/>
                    </a:rPr>
                    <a:t>, , </a:t>
                  </a:r>
                  <a:r>
                    <a:rPr lang="en-US" altLang="en-US" sz="1800">
                      <a:latin typeface="Tahoma" panose="020B0604030504040204" pitchFamily="34" charset="0"/>
                      <a:sym typeface="Symbol" panose="05050102010706020507" pitchFamily="18" charset="2"/>
                    </a:rPr>
                    <a:t>}</a:t>
                  </a:r>
                </a:p>
              </p:txBody>
            </p:sp>
            <p:sp>
              <p:nvSpPr>
                <p:cNvPr id="32790" name="Oval 57">
                  <a:extLst>
                    <a:ext uri="{FF2B5EF4-FFF2-40B4-BE49-F238E27FC236}">
                      <a16:creationId xmlns:a16="http://schemas.microsoft.com/office/drawing/2014/main" id="{8E45C8B4-606A-45BC-8A76-3F92C41F567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264" y="2064"/>
                  <a:ext cx="1104" cy="624"/>
                </a:xfrm>
                <a:prstGeom prst="ellipse">
                  <a:avLst/>
                </a:prstGeom>
                <a:noFill/>
                <a:ln w="12700" algn="ctr">
                  <a:solidFill>
                    <a:srgbClr val="CC0000"/>
                  </a:solidFill>
                  <a:prstDash val="dash"/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 wrap="none" anchor="ctr">
                  <a:spAutoFit/>
                </a:bodyPr>
                <a:lstStyle>
                  <a:lvl1pPr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 2" panose="05020102010507070707" pitchFamily="18" charset="2"/>
                    <a:buChar char="¡"/>
                    <a:defRPr sz="26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1pPr>
                  <a:lvl2pPr marL="742950" indent="-285750" algn="just">
                    <a:spcBef>
                      <a:spcPct val="20000"/>
                    </a:spcBef>
                    <a:buClr>
                      <a:srgbClr val="CC0000"/>
                    </a:buClr>
                    <a:buFont typeface="Arial" panose="020B0604020202020204" pitchFamily="34" charset="0"/>
                    <a:buChar char="-"/>
                    <a:defRPr sz="23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2pPr>
                  <a:lvl3pPr marL="11430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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3pPr>
                  <a:lvl4pPr marL="16002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Symbol" panose="05050102010706020507" pitchFamily="18" charset="2"/>
                    <a:buChar char="*"/>
                    <a:defRPr sz="17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4pPr>
                  <a:lvl5pPr marL="2057400" indent="-228600" algn="just">
                    <a:spcBef>
                      <a:spcPct val="20000"/>
                    </a:spcBef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5pPr>
                  <a:lvl6pPr marL="25146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6pPr>
                  <a:lvl7pPr marL="29718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7pPr>
                  <a:lvl8pPr marL="34290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8pPr>
                  <a:lvl9pPr marL="3886200" indent="-228600" algn="just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CC0000"/>
                    </a:buClr>
                    <a:buFont typeface="Wingdings" panose="05000000000000000000" pitchFamily="2" charset="2"/>
                    <a:buChar char="§"/>
                    <a:defRPr sz="1400">
                      <a:solidFill>
                        <a:schemeClr val="tx1"/>
                      </a:solidFill>
                      <a:latin typeface="Arial" panose="020B0604020202020204" pitchFamily="34" charset="0"/>
                    </a:defRPr>
                  </a:lvl9pPr>
                </a:lstStyle>
                <a:p>
                  <a:pPr algn="ctr" eaLnBrk="1" hangingPunct="1">
                    <a:spcBef>
                      <a:spcPct val="50000"/>
                    </a:spcBef>
                    <a:buClrTx/>
                    <a:buFontTx/>
                    <a:buNone/>
                  </a:pPr>
                  <a:endParaRPr lang="en-US" altLang="en-US" sz="1500">
                    <a:latin typeface="Tahoma" panose="020B0604030504040204" pitchFamily="34" charset="0"/>
                  </a:endParaRPr>
                </a:p>
              </p:txBody>
            </p:sp>
          </p:grpSp>
          <p:sp>
            <p:nvSpPr>
              <p:cNvPr id="32787" name="Line 59">
                <a:extLst>
                  <a:ext uri="{FF2B5EF4-FFF2-40B4-BE49-F238E27FC236}">
                    <a16:creationId xmlns:a16="http://schemas.microsoft.com/office/drawing/2014/main" id="{EC5841E0-5E9C-4968-9264-70BD1C4FDD1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016" y="1632"/>
                <a:ext cx="1056" cy="144"/>
              </a:xfrm>
              <a:prstGeom prst="line">
                <a:avLst/>
              </a:prstGeom>
              <a:noFill/>
              <a:ln w="12700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2788" name="Line 60">
                <a:extLst>
                  <a:ext uri="{FF2B5EF4-FFF2-40B4-BE49-F238E27FC236}">
                    <a16:creationId xmlns:a16="http://schemas.microsoft.com/office/drawing/2014/main" id="{5911F90A-C477-47BD-BC73-65AC8DAA215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68" y="1968"/>
                <a:ext cx="1104" cy="192"/>
              </a:xfrm>
              <a:prstGeom prst="line">
                <a:avLst/>
              </a:prstGeom>
              <a:noFill/>
              <a:ln w="12700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CE906B75-C514-415D-99FE-E7DA6D90F5AB}"/>
              </a:ext>
            </a:extLst>
          </p:cNvPr>
          <p:cNvGrpSpPr>
            <a:grpSpLocks/>
          </p:cNvGrpSpPr>
          <p:nvPr/>
        </p:nvGrpSpPr>
        <p:grpSpPr bwMode="auto">
          <a:xfrm rot="2217563">
            <a:off x="3886200" y="3352800"/>
            <a:ext cx="2971800" cy="1219200"/>
            <a:chOff x="2400" y="1584"/>
            <a:chExt cx="1872" cy="768"/>
          </a:xfrm>
        </p:grpSpPr>
        <p:sp>
          <p:nvSpPr>
            <p:cNvPr id="32778" name="Oval 64">
              <a:extLst>
                <a:ext uri="{FF2B5EF4-FFF2-40B4-BE49-F238E27FC236}">
                  <a16:creationId xmlns:a16="http://schemas.microsoft.com/office/drawing/2014/main" id="{24C1EBB7-66D3-414B-98EF-9960F4E61A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00" y="2160"/>
              <a:ext cx="288" cy="192"/>
            </a:xfrm>
            <a:prstGeom prst="ellipse">
              <a:avLst/>
            </a:prstGeom>
            <a:noFill/>
            <a:ln w="12700" algn="ctr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32779" name="Group 66">
              <a:extLst>
                <a:ext uri="{FF2B5EF4-FFF2-40B4-BE49-F238E27FC236}">
                  <a16:creationId xmlns:a16="http://schemas.microsoft.com/office/drawing/2014/main" id="{B780B38C-F7EF-4326-93D6-F966450183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024" y="1584"/>
              <a:ext cx="1248" cy="624"/>
              <a:chOff x="3264" y="2064"/>
              <a:chExt cx="1104" cy="624"/>
            </a:xfrm>
          </p:grpSpPr>
          <p:sp>
            <p:nvSpPr>
              <p:cNvPr id="32782" name="Text Box 67">
                <a:extLst>
                  <a:ext uri="{FF2B5EF4-FFF2-40B4-BE49-F238E27FC236}">
                    <a16:creationId xmlns:a16="http://schemas.microsoft.com/office/drawing/2014/main" id="{307DE1F5-60AB-4351-8A21-A9C247FA6EF8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0" y="2217"/>
                <a:ext cx="960" cy="23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800" b="1">
                    <a:latin typeface="Tahoma" panose="020B0604030504040204" pitchFamily="34" charset="0"/>
                    <a:sym typeface="Symbol" panose="05050102010706020507" pitchFamily="18" charset="2"/>
                  </a:rPr>
                  <a:t>9  </a:t>
                </a:r>
                <a:r>
                  <a:rPr lang="en-US" altLang="en-US" sz="1800">
                    <a:latin typeface="Tahoma" panose="020B0604030504040204" pitchFamily="34" charset="0"/>
                    <a:sym typeface="Symbol" panose="05050102010706020507" pitchFamily="18" charset="2"/>
                  </a:rPr>
                  <a:t>{</a:t>
                </a:r>
                <a:r>
                  <a:rPr lang="en-US" altLang="en-US" sz="1800" b="1">
                    <a:latin typeface="Tahoma" panose="020B0604030504040204" pitchFamily="34" charset="0"/>
                    <a:sym typeface="Symbol" panose="05050102010706020507" pitchFamily="18" charset="2"/>
                  </a:rPr>
                  <a:t>1</a:t>
                </a:r>
                <a:r>
                  <a:rPr lang="en-US" altLang="en-US" sz="1800">
                    <a:latin typeface="Tahoma" panose="020B0604030504040204" pitchFamily="34" charset="0"/>
                    <a:sym typeface="Symbol" panose="05050102010706020507" pitchFamily="18" charset="2"/>
                  </a:rPr>
                  <a:t>..</a:t>
                </a:r>
                <a:r>
                  <a:rPr lang="en-US" altLang="en-US" sz="1800" b="1">
                    <a:latin typeface="Tahoma" panose="020B0604030504040204" pitchFamily="34" charset="0"/>
                    <a:sym typeface="Symbol" panose="05050102010706020507" pitchFamily="18" charset="2"/>
                  </a:rPr>
                  <a:t>10</a:t>
                </a:r>
                <a:r>
                  <a:rPr lang="en-US" altLang="en-US" sz="1800">
                    <a:latin typeface="Tahoma" panose="020B0604030504040204" pitchFamily="34" charset="0"/>
                    <a:sym typeface="Symbol" panose="05050102010706020507" pitchFamily="18" charset="2"/>
                  </a:rPr>
                  <a:t>}</a:t>
                </a:r>
              </a:p>
            </p:txBody>
          </p:sp>
          <p:sp>
            <p:nvSpPr>
              <p:cNvPr id="32783" name="Oval 68">
                <a:extLst>
                  <a:ext uri="{FF2B5EF4-FFF2-40B4-BE49-F238E27FC236}">
                    <a16:creationId xmlns:a16="http://schemas.microsoft.com/office/drawing/2014/main" id="{DFE27278-56F9-4589-903D-BB8EBC5B4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264" y="2064"/>
                <a:ext cx="1104" cy="624"/>
              </a:xfrm>
              <a:prstGeom prst="ellipse">
                <a:avLst/>
              </a:prstGeom>
              <a:noFill/>
              <a:ln w="12700" algn="ctr">
                <a:solidFill>
                  <a:srgbClr val="CC0000"/>
                </a:solidFill>
                <a:prstDash val="dash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32780" name="Line 69">
              <a:extLst>
                <a:ext uri="{FF2B5EF4-FFF2-40B4-BE49-F238E27FC236}">
                  <a16:creationId xmlns:a16="http://schemas.microsoft.com/office/drawing/2014/main" id="{3F26B404-7C0E-421C-84FF-2D33CC551F4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44" y="1776"/>
              <a:ext cx="528" cy="38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2781" name="Line 70">
              <a:extLst>
                <a:ext uri="{FF2B5EF4-FFF2-40B4-BE49-F238E27FC236}">
                  <a16:creationId xmlns:a16="http://schemas.microsoft.com/office/drawing/2014/main" id="{6ECF49D5-72E1-4EE6-970C-BABBA2EC9695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592" y="2208"/>
              <a:ext cx="1056" cy="144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27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2707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CDE7BC34-A389-43B9-AF49-9A8900D4899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34819" name="Slide Number Placeholder 5">
            <a:extLst>
              <a:ext uri="{FF2B5EF4-FFF2-40B4-BE49-F238E27FC236}">
                <a16:creationId xmlns:a16="http://schemas.microsoft.com/office/drawing/2014/main" id="{53EE6C7B-78FF-4E25-BE58-9115A10360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EC6EE60-E391-46BD-A559-FAD13B8E6EAC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17</a:t>
            </a:fld>
            <a:endParaRPr lang="en-US" altLang="en-US" sz="1000"/>
          </a:p>
        </p:txBody>
      </p:sp>
      <p:sp>
        <p:nvSpPr>
          <p:cNvPr id="34820" name="Rectangle 2">
            <a:extLst>
              <a:ext uri="{FF2B5EF4-FFF2-40B4-BE49-F238E27FC236}">
                <a16:creationId xmlns:a16="http://schemas.microsoft.com/office/drawing/2014/main" id="{EF171C52-E639-46C3-A359-43451B5A210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3 </a:t>
            </a:r>
          </a:p>
        </p:txBody>
      </p:sp>
      <p:sp>
        <p:nvSpPr>
          <p:cNvPr id="34821" name="Rectangle 3">
            <a:extLst>
              <a:ext uri="{FF2B5EF4-FFF2-40B4-BE49-F238E27FC236}">
                <a16:creationId xmlns:a16="http://schemas.microsoft.com/office/drawing/2014/main" id="{F3F24CD3-40F0-405C-BDB9-CA3A0027EB0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Thời gian tham gia đề án của một nhân viên không quá 60 giờ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PHANCONG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Nội dung: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34822" name="Text Box 4">
            <a:extLst>
              <a:ext uri="{FF2B5EF4-FFF2-40B4-BE49-F238E27FC236}">
                <a16:creationId xmlns:a16="http://schemas.microsoft.com/office/drawing/2014/main" id="{BEE7DA15-2955-4A5B-BAF5-409C81A0C1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52600" y="3946525"/>
            <a:ext cx="4724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PHANCONG ( t.THOIGIAN </a:t>
            </a:r>
            <a:r>
              <a:rPr lang="en-US" altLang="en-US" sz="2000" b="1">
                <a:sym typeface="Symbol" panose="05050102010706020507" pitchFamily="18" charset="2"/>
              </a:rPr>
              <a:t></a:t>
            </a:r>
            <a:r>
              <a:rPr lang="en-US" altLang="en-US" sz="2000">
                <a:sym typeface="Symbol" panose="05050102010706020507" pitchFamily="18" charset="2"/>
              </a:rPr>
              <a:t> 60 )</a:t>
            </a:r>
          </a:p>
        </p:txBody>
      </p:sp>
      <p:grpSp>
        <p:nvGrpSpPr>
          <p:cNvPr id="34823" name="Group 5">
            <a:extLst>
              <a:ext uri="{FF2B5EF4-FFF2-40B4-BE49-F238E27FC236}">
                <a16:creationId xmlns:a16="http://schemas.microsoft.com/office/drawing/2014/main" id="{AF4F9294-8173-4239-9FB1-581C8A7319C4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5257800" cy="1066800"/>
            <a:chOff x="1248" y="3168"/>
            <a:chExt cx="3312" cy="672"/>
          </a:xfrm>
        </p:grpSpPr>
        <p:sp>
          <p:nvSpPr>
            <p:cNvPr id="34824" name="Line 6">
              <a:extLst>
                <a:ext uri="{FF2B5EF4-FFF2-40B4-BE49-F238E27FC236}">
                  <a16:creationId xmlns:a16="http://schemas.microsoft.com/office/drawing/2014/main" id="{00DBF460-07BE-4B7F-A800-AD5AABFA9B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4825" name="Text Box 7">
              <a:extLst>
                <a:ext uri="{FF2B5EF4-FFF2-40B4-BE49-F238E27FC236}">
                  <a16:creationId xmlns:a16="http://schemas.microsoft.com/office/drawing/2014/main" id="{ECCD056F-3419-467E-9B97-5C4F98D20E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3</a:t>
              </a:r>
            </a:p>
          </p:txBody>
        </p:sp>
        <p:sp>
          <p:nvSpPr>
            <p:cNvPr id="34826" name="Text Box 8">
              <a:extLst>
                <a:ext uri="{FF2B5EF4-FFF2-40B4-BE49-F238E27FC236}">
                  <a16:creationId xmlns:a16="http://schemas.microsoft.com/office/drawing/2014/main" id="{A0D396B0-0EBC-424B-8417-275AD2896D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PHANCONG</a:t>
              </a:r>
            </a:p>
          </p:txBody>
        </p:sp>
        <p:grpSp>
          <p:nvGrpSpPr>
            <p:cNvPr id="34827" name="Group 9">
              <a:extLst>
                <a:ext uri="{FF2B5EF4-FFF2-40B4-BE49-F238E27FC236}">
                  <a16:creationId xmlns:a16="http://schemas.microsoft.com/office/drawing/2014/main" id="{A5065778-FCFD-422C-BF7D-74114E7A02E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34834" name="Line 10">
                <a:extLst>
                  <a:ext uri="{FF2B5EF4-FFF2-40B4-BE49-F238E27FC236}">
                    <a16:creationId xmlns:a16="http://schemas.microsoft.com/office/drawing/2014/main" id="{6135F7AF-A287-4554-906F-2762E7202C2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35" name="Line 11">
                <a:extLst>
                  <a:ext uri="{FF2B5EF4-FFF2-40B4-BE49-F238E27FC236}">
                    <a16:creationId xmlns:a16="http://schemas.microsoft.com/office/drawing/2014/main" id="{C18B8ADE-FB31-4C64-9CF7-FF5F9F0FF8E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4836" name="Line 12">
                <a:extLst>
                  <a:ext uri="{FF2B5EF4-FFF2-40B4-BE49-F238E27FC236}">
                    <a16:creationId xmlns:a16="http://schemas.microsoft.com/office/drawing/2014/main" id="{CCA24490-F26C-465E-93CB-32177ADE57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4828" name="Text Box 13">
              <a:extLst>
                <a:ext uri="{FF2B5EF4-FFF2-40B4-BE49-F238E27FC236}">
                  <a16:creationId xmlns:a16="http://schemas.microsoft.com/office/drawing/2014/main" id="{23003083-6EDB-4E90-8188-B773F5EEC26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34829" name="Text Box 14">
              <a:extLst>
                <a:ext uri="{FF2B5EF4-FFF2-40B4-BE49-F238E27FC236}">
                  <a16:creationId xmlns:a16="http://schemas.microsoft.com/office/drawing/2014/main" id="{9B32213C-BC88-4B78-A0EE-0FD08738F5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34830" name="Text Box 15">
              <a:extLst>
                <a:ext uri="{FF2B5EF4-FFF2-40B4-BE49-F238E27FC236}">
                  <a16:creationId xmlns:a16="http://schemas.microsoft.com/office/drawing/2014/main" id="{0A90396F-7251-40ED-B77F-2E06FF86E1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34831" name="Text Box 16">
              <a:extLst>
                <a:ext uri="{FF2B5EF4-FFF2-40B4-BE49-F238E27FC236}">
                  <a16:creationId xmlns:a16="http://schemas.microsoft.com/office/drawing/2014/main" id="{6975DE9C-353B-4A97-9B27-24C8B8DD82E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34832" name="Text Box 17">
              <a:extLst>
                <a:ext uri="{FF2B5EF4-FFF2-40B4-BE49-F238E27FC236}">
                  <a16:creationId xmlns:a16="http://schemas.microsoft.com/office/drawing/2014/main" id="{9A22F72C-CF10-4859-800C-98E28A675A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34833" name="Text Box 18">
              <a:extLst>
                <a:ext uri="{FF2B5EF4-FFF2-40B4-BE49-F238E27FC236}">
                  <a16:creationId xmlns:a16="http://schemas.microsoft.com/office/drawing/2014/main" id="{251DD904-9ECD-4C2E-8C59-95DCE36BEA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4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(THOIGIAN)</a:t>
              </a:r>
            </a:p>
          </p:txBody>
        </p:sp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D45B9E50-48D7-4199-96CC-E015A5DF163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36867" name="Slide Number Placeholder 5">
            <a:extLst>
              <a:ext uri="{FF2B5EF4-FFF2-40B4-BE49-F238E27FC236}">
                <a16:creationId xmlns:a16="http://schemas.microsoft.com/office/drawing/2014/main" id="{400255AA-A37A-48B7-B1C4-8BF1AF7B84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4FCE5AD0-207F-449C-8EE6-FA4C69615514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18</a:t>
            </a:fld>
            <a:endParaRPr lang="en-US" altLang="en-US" sz="1000"/>
          </a:p>
        </p:txBody>
      </p:sp>
      <p:sp>
        <p:nvSpPr>
          <p:cNvPr id="36868" name="Rectangle 2">
            <a:extLst>
              <a:ext uri="{FF2B5EF4-FFF2-40B4-BE49-F238E27FC236}">
                <a16:creationId xmlns:a16="http://schemas.microsoft.com/office/drawing/2014/main" id="{22130FD2-F771-4FA6-AE80-4908EA1A73E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4 </a:t>
            </a:r>
          </a:p>
        </p:txBody>
      </p:sp>
      <p:sp>
        <p:nvSpPr>
          <p:cNvPr id="36869" name="Rectangle 3">
            <a:extLst>
              <a:ext uri="{FF2B5EF4-FFF2-40B4-BE49-F238E27FC236}">
                <a16:creationId xmlns:a16="http://schemas.microsoft.com/office/drawing/2014/main" id="{A4227195-6F89-41AD-A1D7-6A4FBFE41DE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Giới tính của nhân viên là ‘Nam’ hoặc ‘Nu’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NHANVIEN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36870" name="Text Box 4">
            <a:extLst>
              <a:ext uri="{FF2B5EF4-FFF2-40B4-BE49-F238E27FC236}">
                <a16:creationId xmlns:a16="http://schemas.microsoft.com/office/drawing/2014/main" id="{6FFF2B93-8B5F-4EAD-ADDB-3A3DF8E3B0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3565525"/>
            <a:ext cx="5181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t.PHAI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{‘Nam’, ‘Nu’} )</a:t>
            </a:r>
          </a:p>
        </p:txBody>
      </p:sp>
      <p:grpSp>
        <p:nvGrpSpPr>
          <p:cNvPr id="36871" name="Group 5">
            <a:extLst>
              <a:ext uri="{FF2B5EF4-FFF2-40B4-BE49-F238E27FC236}">
                <a16:creationId xmlns:a16="http://schemas.microsoft.com/office/drawing/2014/main" id="{FE89C5E4-C997-478F-BDFB-96A073FF7741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5257800" cy="914400"/>
            <a:chOff x="1248" y="3168"/>
            <a:chExt cx="3312" cy="576"/>
          </a:xfrm>
        </p:grpSpPr>
        <p:sp>
          <p:nvSpPr>
            <p:cNvPr id="36874" name="Line 6">
              <a:extLst>
                <a:ext uri="{FF2B5EF4-FFF2-40B4-BE49-F238E27FC236}">
                  <a16:creationId xmlns:a16="http://schemas.microsoft.com/office/drawing/2014/main" id="{5764B40C-FBD1-4614-BBC3-4179C4675E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6875" name="Text Box 7">
              <a:extLst>
                <a:ext uri="{FF2B5EF4-FFF2-40B4-BE49-F238E27FC236}">
                  <a16:creationId xmlns:a16="http://schemas.microsoft.com/office/drawing/2014/main" id="{2AB028C1-D77D-49B1-A3A7-A8365FEEF2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4</a:t>
              </a:r>
            </a:p>
          </p:txBody>
        </p:sp>
        <p:sp>
          <p:nvSpPr>
            <p:cNvPr id="36876" name="Text Box 8">
              <a:extLst>
                <a:ext uri="{FF2B5EF4-FFF2-40B4-BE49-F238E27FC236}">
                  <a16:creationId xmlns:a16="http://schemas.microsoft.com/office/drawing/2014/main" id="{ECCA97DB-595F-405A-A0E3-89F1518243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36877" name="Group 9">
              <a:extLst>
                <a:ext uri="{FF2B5EF4-FFF2-40B4-BE49-F238E27FC236}">
                  <a16:creationId xmlns:a16="http://schemas.microsoft.com/office/drawing/2014/main" id="{3CFE38BA-6627-4904-8C50-FDF4544E35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36884" name="Line 10">
                <a:extLst>
                  <a:ext uri="{FF2B5EF4-FFF2-40B4-BE49-F238E27FC236}">
                    <a16:creationId xmlns:a16="http://schemas.microsoft.com/office/drawing/2014/main" id="{4FA3882C-28EB-4C3C-8E22-EE0530BA282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85" name="Line 11">
                <a:extLst>
                  <a:ext uri="{FF2B5EF4-FFF2-40B4-BE49-F238E27FC236}">
                    <a16:creationId xmlns:a16="http://schemas.microsoft.com/office/drawing/2014/main" id="{D181270C-AEC5-4650-8A54-B87C56F77CC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6886" name="Line 12">
                <a:extLst>
                  <a:ext uri="{FF2B5EF4-FFF2-40B4-BE49-F238E27FC236}">
                    <a16:creationId xmlns:a16="http://schemas.microsoft.com/office/drawing/2014/main" id="{82AA16F4-07D0-4E82-8733-D060C84E5D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36878" name="Text Box 13">
              <a:extLst>
                <a:ext uri="{FF2B5EF4-FFF2-40B4-BE49-F238E27FC236}">
                  <a16:creationId xmlns:a16="http://schemas.microsoft.com/office/drawing/2014/main" id="{522FF6F0-BFE3-4183-B3B3-F9C36B6F241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36879" name="Text Box 14">
              <a:extLst>
                <a:ext uri="{FF2B5EF4-FFF2-40B4-BE49-F238E27FC236}">
                  <a16:creationId xmlns:a16="http://schemas.microsoft.com/office/drawing/2014/main" id="{35046FA4-7375-4419-97CE-449B251DA0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36880" name="Text Box 15">
              <a:extLst>
                <a:ext uri="{FF2B5EF4-FFF2-40B4-BE49-F238E27FC236}">
                  <a16:creationId xmlns:a16="http://schemas.microsoft.com/office/drawing/2014/main" id="{95654C3B-A37A-4B69-9AE7-94E567885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36881" name="Text Box 16">
              <a:extLst>
                <a:ext uri="{FF2B5EF4-FFF2-40B4-BE49-F238E27FC236}">
                  <a16:creationId xmlns:a16="http://schemas.microsoft.com/office/drawing/2014/main" id="{FBC425A9-AE53-47C3-9599-71FF58ABB36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36882" name="Text Box 17">
              <a:extLst>
                <a:ext uri="{FF2B5EF4-FFF2-40B4-BE49-F238E27FC236}">
                  <a16:creationId xmlns:a16="http://schemas.microsoft.com/office/drawing/2014/main" id="{6B102C89-86DA-4867-A0C6-A743D9992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36883" name="Text Box 18">
              <a:extLst>
                <a:ext uri="{FF2B5EF4-FFF2-40B4-BE49-F238E27FC236}">
                  <a16:creationId xmlns:a16="http://schemas.microsoft.com/office/drawing/2014/main" id="{834144BB-0F1A-437B-95D8-8258440344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(PHAI)</a:t>
              </a:r>
            </a:p>
          </p:txBody>
        </p:sp>
      </p:grpSp>
      <p:sp>
        <p:nvSpPr>
          <p:cNvPr id="36872" name="Text Box 19">
            <a:extLst>
              <a:ext uri="{FF2B5EF4-FFF2-40B4-BE49-F238E27FC236}">
                <a16:creationId xmlns:a16="http://schemas.microsoft.com/office/drawing/2014/main" id="{B9041E95-81FA-49F0-AB1C-B06BEF01BA2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09800" y="4175125"/>
            <a:ext cx="3886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DOM(PHAI)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{‘Nam’, ‘Nu’}</a:t>
            </a:r>
          </a:p>
        </p:txBody>
      </p:sp>
      <p:sp>
        <p:nvSpPr>
          <p:cNvPr id="36873" name="Text Box 20">
            <a:extLst>
              <a:ext uri="{FF2B5EF4-FFF2-40B4-BE49-F238E27FC236}">
                <a16:creationId xmlns:a16="http://schemas.microsoft.com/office/drawing/2014/main" id="{8297D710-568A-4686-BB24-8AB4F2FC38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886200"/>
            <a:ext cx="7620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hay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Date Placeholder 3">
            <a:extLst>
              <a:ext uri="{FF2B5EF4-FFF2-40B4-BE49-F238E27FC236}">
                <a16:creationId xmlns:a16="http://schemas.microsoft.com/office/drawing/2014/main" id="{873C62C6-4058-4538-A908-300B8C12BA66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38915" name="Slide Number Placeholder 5">
            <a:extLst>
              <a:ext uri="{FF2B5EF4-FFF2-40B4-BE49-F238E27FC236}">
                <a16:creationId xmlns:a16="http://schemas.microsoft.com/office/drawing/2014/main" id="{1BFAC0FB-91BA-4431-B3A9-3B95EBF140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C7252114-1BC9-49F6-A6C2-F4000594A26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19</a:t>
            </a:fld>
            <a:endParaRPr lang="en-US" altLang="en-US" sz="1000"/>
          </a:p>
        </p:txBody>
      </p:sp>
      <p:grpSp>
        <p:nvGrpSpPr>
          <p:cNvPr id="2" name="Group 43">
            <a:extLst>
              <a:ext uri="{FF2B5EF4-FFF2-40B4-BE49-F238E27FC236}">
                <a16:creationId xmlns:a16="http://schemas.microsoft.com/office/drawing/2014/main" id="{857FEA2B-EE9A-4C96-83B0-10FBD2223F4E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200400"/>
            <a:ext cx="2209800" cy="1219200"/>
            <a:chOff x="1728" y="2016"/>
            <a:chExt cx="1392" cy="768"/>
          </a:xfrm>
        </p:grpSpPr>
        <p:sp>
          <p:nvSpPr>
            <p:cNvPr id="38950" name="Rectangle 36">
              <a:extLst>
                <a:ext uri="{FF2B5EF4-FFF2-40B4-BE49-F238E27FC236}">
                  <a16:creationId xmlns:a16="http://schemas.microsoft.com/office/drawing/2014/main" id="{FA4D27A0-91A9-42F4-94F5-1C02553861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00"/>
              <a:ext cx="1152" cy="38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38951" name="Rectangle 35">
              <a:extLst>
                <a:ext uri="{FF2B5EF4-FFF2-40B4-BE49-F238E27FC236}">
                  <a16:creationId xmlns:a16="http://schemas.microsoft.com/office/drawing/2014/main" id="{FF8529A8-ED5D-4E8A-9DEF-56CDD27D68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16"/>
              <a:ext cx="1152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38952" name="Group 42">
              <a:extLst>
                <a:ext uri="{FF2B5EF4-FFF2-40B4-BE49-F238E27FC236}">
                  <a16:creationId xmlns:a16="http://schemas.microsoft.com/office/drawing/2014/main" id="{65C7D307-9359-45D2-8ECD-B02B2E57DE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112"/>
              <a:ext cx="336" cy="480"/>
              <a:chOff x="1728" y="2112"/>
              <a:chExt cx="336" cy="480"/>
            </a:xfrm>
          </p:grpSpPr>
          <p:sp>
            <p:nvSpPr>
              <p:cNvPr id="38953" name="Line 37">
                <a:extLst>
                  <a:ext uri="{FF2B5EF4-FFF2-40B4-BE49-F238E27FC236}">
                    <a16:creationId xmlns:a16="http://schemas.microsoft.com/office/drawing/2014/main" id="{6941F4E1-A94E-4C91-9D46-F429B97CF4F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2112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54" name="Line 38">
                <a:extLst>
                  <a:ext uri="{FF2B5EF4-FFF2-40B4-BE49-F238E27FC236}">
                    <a16:creationId xmlns:a16="http://schemas.microsoft.com/office/drawing/2014/main" id="{697056A5-5985-41FD-B7ED-B4C3B0F6E8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11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38955" name="Line 39">
                <a:extLst>
                  <a:ext uri="{FF2B5EF4-FFF2-40B4-BE49-F238E27FC236}">
                    <a16:creationId xmlns:a16="http://schemas.microsoft.com/office/drawing/2014/main" id="{15B4A83A-6668-44D8-8F1A-E8A305D0A91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592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38917" name="Rectangle 2">
            <a:extLst>
              <a:ext uri="{FF2B5EF4-FFF2-40B4-BE49-F238E27FC236}">
                <a16:creationId xmlns:a16="http://schemas.microsoft.com/office/drawing/2014/main" id="{52D072F9-C9CC-404A-AC8F-0D264B105CF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RBTV - Liên bộ</a:t>
            </a:r>
          </a:p>
        </p:txBody>
      </p:sp>
      <p:sp>
        <p:nvSpPr>
          <p:cNvPr id="38918" name="Rectangle 3">
            <a:extLst>
              <a:ext uri="{FF2B5EF4-FFF2-40B4-BE49-F238E27FC236}">
                <a16:creationId xmlns:a16="http://schemas.microsoft.com/office/drawing/2014/main" id="{D94CD539-FDE3-466A-9610-3CC2CDDB85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Sự tồn tại của một hay nhiều bộ phụ thuộc vào sự tồn tại của một hay nhiều bộ khác trong cùng quan hệ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Trường hợp đặc biệt</a:t>
            </a:r>
          </a:p>
          <a:p>
            <a:pPr lvl="1" eaLnBrk="1" hangingPunct="1"/>
            <a:r>
              <a:rPr lang="en-US" altLang="en-US"/>
              <a:t>RB khóa chính</a:t>
            </a:r>
          </a:p>
          <a:p>
            <a:pPr lvl="1" eaLnBrk="1" hangingPunct="1"/>
            <a:r>
              <a:rPr lang="en-US" altLang="en-US"/>
              <a:t>RB duy nhất (unique)</a:t>
            </a:r>
          </a:p>
        </p:txBody>
      </p:sp>
      <p:grpSp>
        <p:nvGrpSpPr>
          <p:cNvPr id="38919" name="Group 4">
            <a:extLst>
              <a:ext uri="{FF2B5EF4-FFF2-40B4-BE49-F238E27FC236}">
                <a16:creationId xmlns:a16="http://schemas.microsoft.com/office/drawing/2014/main" id="{DC334692-27AA-4FF9-B021-D76C415435E0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819400"/>
            <a:ext cx="2362200" cy="1676400"/>
            <a:chOff x="624" y="1392"/>
            <a:chExt cx="1488" cy="1056"/>
          </a:xfrm>
        </p:grpSpPr>
        <p:sp>
          <p:nvSpPr>
            <p:cNvPr id="38920" name="Line 5">
              <a:extLst>
                <a:ext uri="{FF2B5EF4-FFF2-40B4-BE49-F238E27FC236}">
                  <a16:creationId xmlns:a16="http://schemas.microsoft.com/office/drawing/2014/main" id="{CDBF8062-CFB2-454C-80FF-D85432809E7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1" name="Text Box 6">
              <a:extLst>
                <a:ext uri="{FF2B5EF4-FFF2-40B4-BE49-F238E27FC236}">
                  <a16:creationId xmlns:a16="http://schemas.microsoft.com/office/drawing/2014/main" id="{337D5B31-CA39-47A6-BD28-89C20F38E4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38922" name="Text Box 7">
              <a:extLst>
                <a:ext uri="{FF2B5EF4-FFF2-40B4-BE49-F238E27FC236}">
                  <a16:creationId xmlns:a16="http://schemas.microsoft.com/office/drawing/2014/main" id="{48013619-A7B7-4254-9EFB-A9478786F4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38923" name="Text Box 8">
              <a:extLst>
                <a:ext uri="{FF2B5EF4-FFF2-40B4-BE49-F238E27FC236}">
                  <a16:creationId xmlns:a16="http://schemas.microsoft.com/office/drawing/2014/main" id="{49DBB54D-9024-4F88-BAA1-D176D392D7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8924" name="Line 9">
              <a:extLst>
                <a:ext uri="{FF2B5EF4-FFF2-40B4-BE49-F238E27FC236}">
                  <a16:creationId xmlns:a16="http://schemas.microsoft.com/office/drawing/2014/main" id="{290F9C21-E7E0-472B-A3BF-D7D7A6131D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5" name="Line 10">
              <a:extLst>
                <a:ext uri="{FF2B5EF4-FFF2-40B4-BE49-F238E27FC236}">
                  <a16:creationId xmlns:a16="http://schemas.microsoft.com/office/drawing/2014/main" id="{260584D7-0385-4203-95F7-70595CBCB7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6" name="Text Box 11">
              <a:extLst>
                <a:ext uri="{FF2B5EF4-FFF2-40B4-BE49-F238E27FC236}">
                  <a16:creationId xmlns:a16="http://schemas.microsoft.com/office/drawing/2014/main" id="{015319ED-5DED-4B64-9B9B-35E3A7CCA15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38927" name="Line 12">
              <a:extLst>
                <a:ext uri="{FF2B5EF4-FFF2-40B4-BE49-F238E27FC236}">
                  <a16:creationId xmlns:a16="http://schemas.microsoft.com/office/drawing/2014/main" id="{45FE8654-E873-469A-8261-B1C1A8C1A21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28" name="Text Box 13">
              <a:extLst>
                <a:ext uri="{FF2B5EF4-FFF2-40B4-BE49-F238E27FC236}">
                  <a16:creationId xmlns:a16="http://schemas.microsoft.com/office/drawing/2014/main" id="{E2E83355-7D1E-41E7-A6D3-CA46134959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8929" name="Text Box 14">
              <a:extLst>
                <a:ext uri="{FF2B5EF4-FFF2-40B4-BE49-F238E27FC236}">
                  <a16:creationId xmlns:a16="http://schemas.microsoft.com/office/drawing/2014/main" id="{8980ACC0-31F7-4984-95B9-3582A47D091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30" name="Line 15">
              <a:extLst>
                <a:ext uri="{FF2B5EF4-FFF2-40B4-BE49-F238E27FC236}">
                  <a16:creationId xmlns:a16="http://schemas.microsoft.com/office/drawing/2014/main" id="{3A6D1558-DAEA-4DCE-AB8A-0E88F28013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1" name="Line 16">
              <a:extLst>
                <a:ext uri="{FF2B5EF4-FFF2-40B4-BE49-F238E27FC236}">
                  <a16:creationId xmlns:a16="http://schemas.microsoft.com/office/drawing/2014/main" id="{203F73FC-6B47-4EC3-9FAE-8739A21F7DD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2" name="Line 17">
              <a:extLst>
                <a:ext uri="{FF2B5EF4-FFF2-40B4-BE49-F238E27FC236}">
                  <a16:creationId xmlns:a16="http://schemas.microsoft.com/office/drawing/2014/main" id="{469CC153-6A3A-4AAB-8E90-E951E72650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3" name="Text Box 18">
              <a:extLst>
                <a:ext uri="{FF2B5EF4-FFF2-40B4-BE49-F238E27FC236}">
                  <a16:creationId xmlns:a16="http://schemas.microsoft.com/office/drawing/2014/main" id="{CE08C8E1-5E70-4A5C-B2DA-7EC3130A87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38934" name="Text Box 19">
              <a:extLst>
                <a:ext uri="{FF2B5EF4-FFF2-40B4-BE49-F238E27FC236}">
                  <a16:creationId xmlns:a16="http://schemas.microsoft.com/office/drawing/2014/main" id="{57BD1ECD-8F03-4D39-95CB-87046AA9A2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35" name="Text Box 20">
              <a:extLst>
                <a:ext uri="{FF2B5EF4-FFF2-40B4-BE49-F238E27FC236}">
                  <a16:creationId xmlns:a16="http://schemas.microsoft.com/office/drawing/2014/main" id="{01836CF7-8787-45E9-A5C5-D3D3E34412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38936" name="Text Box 21">
              <a:extLst>
                <a:ext uri="{FF2B5EF4-FFF2-40B4-BE49-F238E27FC236}">
                  <a16:creationId xmlns:a16="http://schemas.microsoft.com/office/drawing/2014/main" id="{F0C332DD-2FC5-4465-B73A-689315743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38937" name="Line 22">
              <a:extLst>
                <a:ext uri="{FF2B5EF4-FFF2-40B4-BE49-F238E27FC236}">
                  <a16:creationId xmlns:a16="http://schemas.microsoft.com/office/drawing/2014/main" id="{70D24BDE-542B-44F3-9B51-8A5E39C6B59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38938" name="Text Box 23">
              <a:extLst>
                <a:ext uri="{FF2B5EF4-FFF2-40B4-BE49-F238E27FC236}">
                  <a16:creationId xmlns:a16="http://schemas.microsoft.com/office/drawing/2014/main" id="{F5128AB0-BBE2-4386-8550-EFE7B8A55A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39" name="Text Box 24">
              <a:extLst>
                <a:ext uri="{FF2B5EF4-FFF2-40B4-BE49-F238E27FC236}">
                  <a16:creationId xmlns:a16="http://schemas.microsoft.com/office/drawing/2014/main" id="{94A91F9E-74CE-4CB3-906F-49CA204C15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38940" name="Text Box 25">
              <a:extLst>
                <a:ext uri="{FF2B5EF4-FFF2-40B4-BE49-F238E27FC236}">
                  <a16:creationId xmlns:a16="http://schemas.microsoft.com/office/drawing/2014/main" id="{3A99395C-F1DF-4DAB-8E85-F71140C131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38941" name="Text Box 26">
              <a:extLst>
                <a:ext uri="{FF2B5EF4-FFF2-40B4-BE49-F238E27FC236}">
                  <a16:creationId xmlns:a16="http://schemas.microsoft.com/office/drawing/2014/main" id="{E9A78BF5-4B65-4A0B-8118-43D758B1C7B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38942" name="Text Box 27">
              <a:extLst>
                <a:ext uri="{FF2B5EF4-FFF2-40B4-BE49-F238E27FC236}">
                  <a16:creationId xmlns:a16="http://schemas.microsoft.com/office/drawing/2014/main" id="{334420CE-F0B5-41A2-9DB8-DD905CD22C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38943" name="Text Box 28">
              <a:extLst>
                <a:ext uri="{FF2B5EF4-FFF2-40B4-BE49-F238E27FC236}">
                  <a16:creationId xmlns:a16="http://schemas.microsoft.com/office/drawing/2014/main" id="{7826C02D-BA74-4AC3-9585-85FDA8EC4A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38944" name="Text Box 29">
              <a:extLst>
                <a:ext uri="{FF2B5EF4-FFF2-40B4-BE49-F238E27FC236}">
                  <a16:creationId xmlns:a16="http://schemas.microsoft.com/office/drawing/2014/main" id="{31ECEECF-1215-4CE3-B6D5-C7E1FA04BC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38945" name="Text Box 30">
              <a:extLst>
                <a:ext uri="{FF2B5EF4-FFF2-40B4-BE49-F238E27FC236}">
                  <a16:creationId xmlns:a16="http://schemas.microsoft.com/office/drawing/2014/main" id="{CBD9DC30-2DB4-4C3C-9115-C221606559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38946" name="Text Box 31">
              <a:extLst>
                <a:ext uri="{FF2B5EF4-FFF2-40B4-BE49-F238E27FC236}">
                  <a16:creationId xmlns:a16="http://schemas.microsoft.com/office/drawing/2014/main" id="{D1B22303-D973-4D67-BBFA-A628B7A31B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47" name="Text Box 32">
              <a:extLst>
                <a:ext uri="{FF2B5EF4-FFF2-40B4-BE49-F238E27FC236}">
                  <a16:creationId xmlns:a16="http://schemas.microsoft.com/office/drawing/2014/main" id="{6F3931ED-FD55-4ED6-8B76-DD1567B1C3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48" name="Text Box 33">
              <a:extLst>
                <a:ext uri="{FF2B5EF4-FFF2-40B4-BE49-F238E27FC236}">
                  <a16:creationId xmlns:a16="http://schemas.microsoft.com/office/drawing/2014/main" id="{8E2A0011-2D85-430A-A276-5EA389EB60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38949" name="Line 34">
              <a:extLst>
                <a:ext uri="{FF2B5EF4-FFF2-40B4-BE49-F238E27FC236}">
                  <a16:creationId xmlns:a16="http://schemas.microsoft.com/office/drawing/2014/main" id="{E642DA12-A111-430A-8D46-76F6D08FC5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0C1C8D84-3188-42B6-9F86-B692285C092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40963" name="Slide Number Placeholder 5">
            <a:extLst>
              <a:ext uri="{FF2B5EF4-FFF2-40B4-BE49-F238E27FC236}">
                <a16:creationId xmlns:a16="http://schemas.microsoft.com/office/drawing/2014/main" id="{A6B5A272-2051-4559-B56F-535F681731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68FFD136-23D0-4B08-BF81-C6AED177CFD6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20</a:t>
            </a:fld>
            <a:endParaRPr lang="en-US" altLang="en-US" sz="1000"/>
          </a:p>
        </p:txBody>
      </p:sp>
      <p:sp>
        <p:nvSpPr>
          <p:cNvPr id="40964" name="Rectangle 2">
            <a:extLst>
              <a:ext uri="{FF2B5EF4-FFF2-40B4-BE49-F238E27FC236}">
                <a16:creationId xmlns:a16="http://schemas.microsoft.com/office/drawing/2014/main" id="{B54218D7-54D1-4D3E-A20A-368A2E8804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5 </a:t>
            </a:r>
          </a:p>
        </p:txBody>
      </p:sp>
      <p:sp>
        <p:nvSpPr>
          <p:cNvPr id="40965" name="Rectangle 3">
            <a:extLst>
              <a:ext uri="{FF2B5EF4-FFF2-40B4-BE49-F238E27FC236}">
                <a16:creationId xmlns:a16="http://schemas.microsoft.com/office/drawing/2014/main" id="{1DFE359D-A6A9-425E-870C-204AAAF355E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Tên phòng là duy nhất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PHONGBAN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40966" name="Text Box 4">
            <a:extLst>
              <a:ext uri="{FF2B5EF4-FFF2-40B4-BE49-F238E27FC236}">
                <a16:creationId xmlns:a16="http://schemas.microsoft.com/office/drawing/2014/main" id="{362304B3-4DC6-430F-8989-C8D9D94891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00200" y="3565525"/>
            <a:ext cx="54864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t1, t2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t1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t2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t1.TENPHG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t2.TENPHG )</a:t>
            </a:r>
          </a:p>
        </p:txBody>
      </p:sp>
      <p:grpSp>
        <p:nvGrpSpPr>
          <p:cNvPr id="40967" name="Group 5">
            <a:extLst>
              <a:ext uri="{FF2B5EF4-FFF2-40B4-BE49-F238E27FC236}">
                <a16:creationId xmlns:a16="http://schemas.microsoft.com/office/drawing/2014/main" id="{ED1ED241-1C69-4E38-9DF3-2BA9240D45E8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5257800" cy="914400"/>
            <a:chOff x="1248" y="3168"/>
            <a:chExt cx="3312" cy="576"/>
          </a:xfrm>
        </p:grpSpPr>
        <p:sp>
          <p:nvSpPr>
            <p:cNvPr id="40968" name="Line 6">
              <a:extLst>
                <a:ext uri="{FF2B5EF4-FFF2-40B4-BE49-F238E27FC236}">
                  <a16:creationId xmlns:a16="http://schemas.microsoft.com/office/drawing/2014/main" id="{E2E1C4DA-F852-49AA-9557-095CB20676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3408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0969" name="Text Box 7">
              <a:extLst>
                <a:ext uri="{FF2B5EF4-FFF2-40B4-BE49-F238E27FC236}">
                  <a16:creationId xmlns:a16="http://schemas.microsoft.com/office/drawing/2014/main" id="{C8B70C85-D945-4CDD-915D-71B5CF3ED5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317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5</a:t>
              </a:r>
            </a:p>
          </p:txBody>
        </p:sp>
        <p:sp>
          <p:nvSpPr>
            <p:cNvPr id="40970" name="Text Box 8">
              <a:extLst>
                <a:ext uri="{FF2B5EF4-FFF2-40B4-BE49-F238E27FC236}">
                  <a16:creationId xmlns:a16="http://schemas.microsoft.com/office/drawing/2014/main" id="{3FEB5855-42BE-46B5-804C-B51061CAB5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grpSp>
          <p:nvGrpSpPr>
            <p:cNvPr id="40971" name="Group 9">
              <a:extLst>
                <a:ext uri="{FF2B5EF4-FFF2-40B4-BE49-F238E27FC236}">
                  <a16:creationId xmlns:a16="http://schemas.microsoft.com/office/drawing/2014/main" id="{B1EB8F83-53E3-46F7-8171-4106440720E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60" y="3168"/>
              <a:ext cx="1488" cy="576"/>
              <a:chOff x="2160" y="3168"/>
              <a:chExt cx="1488" cy="624"/>
            </a:xfrm>
          </p:grpSpPr>
          <p:sp>
            <p:nvSpPr>
              <p:cNvPr id="40978" name="Line 10">
                <a:extLst>
                  <a:ext uri="{FF2B5EF4-FFF2-40B4-BE49-F238E27FC236}">
                    <a16:creationId xmlns:a16="http://schemas.microsoft.com/office/drawing/2014/main" id="{9117D1A1-1BAF-41A1-BF2B-B21C4DF712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979" name="Line 11">
                <a:extLst>
                  <a:ext uri="{FF2B5EF4-FFF2-40B4-BE49-F238E27FC236}">
                    <a16:creationId xmlns:a16="http://schemas.microsoft.com/office/drawing/2014/main" id="{1C2795CC-AD19-483B-9793-F3A18A538FC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0980" name="Line 12">
                <a:extLst>
                  <a:ext uri="{FF2B5EF4-FFF2-40B4-BE49-F238E27FC236}">
                    <a16:creationId xmlns:a16="http://schemas.microsoft.com/office/drawing/2014/main" id="{4312F368-3B9E-403E-970C-6F5501C96B6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0972" name="Text Box 13">
              <a:extLst>
                <a:ext uri="{FF2B5EF4-FFF2-40B4-BE49-F238E27FC236}">
                  <a16:creationId xmlns:a16="http://schemas.microsoft.com/office/drawing/2014/main" id="{F465B95B-B50F-4390-A488-0394FBD5E9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0973" name="Text Box 14">
              <a:extLst>
                <a:ext uri="{FF2B5EF4-FFF2-40B4-BE49-F238E27FC236}">
                  <a16:creationId xmlns:a16="http://schemas.microsoft.com/office/drawing/2014/main" id="{CE602638-DA80-4056-B391-73F492DF9D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92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0974" name="Text Box 15">
              <a:extLst>
                <a:ext uri="{FF2B5EF4-FFF2-40B4-BE49-F238E27FC236}">
                  <a16:creationId xmlns:a16="http://schemas.microsoft.com/office/drawing/2014/main" id="{519CB431-B2D5-41AB-91A8-B9546B7F9E3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16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0975" name="Text Box 16">
              <a:extLst>
                <a:ext uri="{FF2B5EF4-FFF2-40B4-BE49-F238E27FC236}">
                  <a16:creationId xmlns:a16="http://schemas.microsoft.com/office/drawing/2014/main" id="{8342AB3B-044F-4711-8DCC-9CEFD56194B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160" y="3445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0976" name="Text Box 17">
              <a:extLst>
                <a:ext uri="{FF2B5EF4-FFF2-40B4-BE49-F238E27FC236}">
                  <a16:creationId xmlns:a16="http://schemas.microsoft.com/office/drawing/2014/main" id="{675C25A3-13D9-4AE6-9795-3E994C5CDD1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80" y="3436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0977" name="Text Box 18">
              <a:extLst>
                <a:ext uri="{FF2B5EF4-FFF2-40B4-BE49-F238E27FC236}">
                  <a16:creationId xmlns:a16="http://schemas.microsoft.com/office/drawing/2014/main" id="{62711820-413F-489F-84F8-22D1FF93EA5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648" y="3436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(TENPHG)</a:t>
              </a:r>
            </a:p>
          </p:txBody>
        </p:sp>
      </p:grp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37146E5C-701F-451F-AA06-E3FAD33897B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43011" name="Slide Number Placeholder 5">
            <a:extLst>
              <a:ext uri="{FF2B5EF4-FFF2-40B4-BE49-F238E27FC236}">
                <a16:creationId xmlns:a16="http://schemas.microsoft.com/office/drawing/2014/main" id="{DC81D021-AC64-4C6D-904A-667AD10B0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6C235CF-5BED-4843-8F2F-67203086AE4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21</a:t>
            </a:fld>
            <a:endParaRPr lang="en-US" altLang="en-US" sz="1000"/>
          </a:p>
        </p:txBody>
      </p:sp>
      <p:sp>
        <p:nvSpPr>
          <p:cNvPr id="43012" name="Rectangle 2">
            <a:extLst>
              <a:ext uri="{FF2B5EF4-FFF2-40B4-BE49-F238E27FC236}">
                <a16:creationId xmlns:a16="http://schemas.microsoft.com/office/drawing/2014/main" id="{7D5CB18B-BC26-4DA3-84C7-BDB1B0A63EA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6 </a:t>
            </a:r>
          </a:p>
        </p:txBody>
      </p:sp>
      <p:sp>
        <p:nvSpPr>
          <p:cNvPr id="43013" name="Rectangle 3">
            <a:extLst>
              <a:ext uri="{FF2B5EF4-FFF2-40B4-BE49-F238E27FC236}">
                <a16:creationId xmlns:a16="http://schemas.microsoft.com/office/drawing/2014/main" id="{5CC0F28D-9A05-480E-B4A5-C90DA8A16DB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</a:t>
            </a:r>
            <a:r>
              <a:rPr lang="en-US" altLang="en-US" dirty="0" err="1"/>
              <a:t>được</a:t>
            </a:r>
            <a:r>
              <a:rPr lang="en-US" altLang="en-US" dirty="0"/>
              <a:t> </a:t>
            </a:r>
            <a:r>
              <a:rPr lang="en-US" altLang="en-US" dirty="0" err="1"/>
              <a:t>tham</a:t>
            </a:r>
            <a:r>
              <a:rPr lang="en-US" altLang="en-US" dirty="0"/>
              <a:t> </a:t>
            </a:r>
            <a:r>
              <a:rPr lang="en-US" altLang="en-US" dirty="0" err="1"/>
              <a:t>gia</a:t>
            </a:r>
            <a:r>
              <a:rPr lang="en-US" altLang="en-US" dirty="0"/>
              <a:t> </a:t>
            </a:r>
            <a:r>
              <a:rPr lang="en-US" altLang="en-US" dirty="0" err="1"/>
              <a:t>tối</a:t>
            </a:r>
            <a:r>
              <a:rPr lang="en-US" altLang="en-US" dirty="0"/>
              <a:t> </a:t>
            </a:r>
            <a:r>
              <a:rPr lang="en-US" altLang="en-US" dirty="0" err="1"/>
              <a:t>đa</a:t>
            </a:r>
            <a:r>
              <a:rPr lang="en-US" altLang="en-US" dirty="0"/>
              <a:t> 5 </a:t>
            </a:r>
            <a:r>
              <a:rPr lang="en-US" altLang="en-US" dirty="0" err="1"/>
              <a:t>đề</a:t>
            </a:r>
            <a:r>
              <a:rPr lang="en-US" altLang="en-US" dirty="0"/>
              <a:t> </a:t>
            </a:r>
            <a:r>
              <a:rPr lang="en-US" altLang="en-US" dirty="0" err="1"/>
              <a:t>án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PHANCONG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r>
              <a:rPr lang="en-US" altLang="en-US" dirty="0"/>
              <a:t>:</a:t>
            </a:r>
          </a:p>
        </p:txBody>
      </p:sp>
      <p:sp>
        <p:nvSpPr>
          <p:cNvPr id="43014" name="Text Box 4">
            <a:extLst>
              <a:ext uri="{FF2B5EF4-FFF2-40B4-BE49-F238E27FC236}">
                <a16:creationId xmlns:a16="http://schemas.microsoft.com/office/drawing/2014/main" id="{DAF44CE9-C238-4AEC-888B-8E6A2610F4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14400" y="3581400"/>
            <a:ext cx="80010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PHANCONG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card({ 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PHANCONG | s.MA_NVIEN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t.MA_NVIEN}) </a:t>
            </a:r>
            <a:r>
              <a:rPr lang="en-US" altLang="en-US" sz="2000" b="1">
                <a:sym typeface="Symbol" panose="05050102010706020507" pitchFamily="18" charset="2"/>
              </a:rPr>
              <a:t></a:t>
            </a:r>
            <a:r>
              <a:rPr lang="en-US" altLang="en-US" sz="2000">
                <a:sym typeface="Symbol" panose="05050102010706020507" pitchFamily="18" charset="2"/>
              </a:rPr>
              <a:t> 5 )</a:t>
            </a:r>
          </a:p>
        </p:txBody>
      </p:sp>
      <p:grpSp>
        <p:nvGrpSpPr>
          <p:cNvPr id="43015" name="Group 19">
            <a:extLst>
              <a:ext uri="{FF2B5EF4-FFF2-40B4-BE49-F238E27FC236}">
                <a16:creationId xmlns:a16="http://schemas.microsoft.com/office/drawing/2014/main" id="{EAF2E247-B282-4078-BBFA-D5C155537791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257800"/>
            <a:ext cx="6172200" cy="914400"/>
            <a:chOff x="960" y="3312"/>
            <a:chExt cx="3888" cy="576"/>
          </a:xfrm>
        </p:grpSpPr>
        <p:sp>
          <p:nvSpPr>
            <p:cNvPr id="43016" name="Line 6">
              <a:extLst>
                <a:ext uri="{FF2B5EF4-FFF2-40B4-BE49-F238E27FC236}">
                  <a16:creationId xmlns:a16="http://schemas.microsoft.com/office/drawing/2014/main" id="{F5C950DC-1169-4A29-B7B0-5EA3197EF06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3017" name="Text Box 7">
              <a:extLst>
                <a:ext uri="{FF2B5EF4-FFF2-40B4-BE49-F238E27FC236}">
                  <a16:creationId xmlns:a16="http://schemas.microsoft.com/office/drawing/2014/main" id="{658B7209-FC5D-42D1-94A9-B6D9F0F699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6</a:t>
              </a:r>
            </a:p>
          </p:txBody>
        </p:sp>
        <p:sp>
          <p:nvSpPr>
            <p:cNvPr id="43018" name="Text Box 8">
              <a:extLst>
                <a:ext uri="{FF2B5EF4-FFF2-40B4-BE49-F238E27FC236}">
                  <a16:creationId xmlns:a16="http://schemas.microsoft.com/office/drawing/2014/main" id="{284695C6-F210-458E-B295-0352018D00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PHANCONG</a:t>
              </a:r>
            </a:p>
          </p:txBody>
        </p:sp>
        <p:grpSp>
          <p:nvGrpSpPr>
            <p:cNvPr id="43019" name="Group 9">
              <a:extLst>
                <a:ext uri="{FF2B5EF4-FFF2-40B4-BE49-F238E27FC236}">
                  <a16:creationId xmlns:a16="http://schemas.microsoft.com/office/drawing/2014/main" id="{8482C6C6-E66C-4664-A61C-B81D2101596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43026" name="Line 10">
                <a:extLst>
                  <a:ext uri="{FF2B5EF4-FFF2-40B4-BE49-F238E27FC236}">
                    <a16:creationId xmlns:a16="http://schemas.microsoft.com/office/drawing/2014/main" id="{2E9A76FE-826B-4508-B77C-00D6AD298CE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027" name="Line 11">
                <a:extLst>
                  <a:ext uri="{FF2B5EF4-FFF2-40B4-BE49-F238E27FC236}">
                    <a16:creationId xmlns:a16="http://schemas.microsoft.com/office/drawing/2014/main" id="{21B0D3AF-E81C-4E86-B26F-C33C4A2FCB8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3028" name="Line 12">
                <a:extLst>
                  <a:ext uri="{FF2B5EF4-FFF2-40B4-BE49-F238E27FC236}">
                    <a16:creationId xmlns:a16="http://schemas.microsoft.com/office/drawing/2014/main" id="{44557DD4-8149-427D-A57B-048D0338BDD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3020" name="Text Box 13">
              <a:extLst>
                <a:ext uri="{FF2B5EF4-FFF2-40B4-BE49-F238E27FC236}">
                  <a16:creationId xmlns:a16="http://schemas.microsoft.com/office/drawing/2014/main" id="{D9B01AB9-D13B-461A-841C-3A5346248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3021" name="Text Box 14">
              <a:extLst>
                <a:ext uri="{FF2B5EF4-FFF2-40B4-BE49-F238E27FC236}">
                  <a16:creationId xmlns:a16="http://schemas.microsoft.com/office/drawing/2014/main" id="{FE9F5F0E-4141-4515-BE50-D6EE0619123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3022" name="Text Box 15">
              <a:extLst>
                <a:ext uri="{FF2B5EF4-FFF2-40B4-BE49-F238E27FC236}">
                  <a16:creationId xmlns:a16="http://schemas.microsoft.com/office/drawing/2014/main" id="{BA930826-DDF8-4BD6-930E-7BB6C99AE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3023" name="Text Box 16">
              <a:extLst>
                <a:ext uri="{FF2B5EF4-FFF2-40B4-BE49-F238E27FC236}">
                  <a16:creationId xmlns:a16="http://schemas.microsoft.com/office/drawing/2014/main" id="{834352EA-5E80-4992-8134-BE6321076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3024" name="Text Box 17">
              <a:extLst>
                <a:ext uri="{FF2B5EF4-FFF2-40B4-BE49-F238E27FC236}">
                  <a16:creationId xmlns:a16="http://schemas.microsoft.com/office/drawing/2014/main" id="{18EBF7FC-C815-4543-B0BE-D7B000C3DC3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3025" name="Text Box 18">
              <a:extLst>
                <a:ext uri="{FF2B5EF4-FFF2-40B4-BE49-F238E27FC236}">
                  <a16:creationId xmlns:a16="http://schemas.microsoft.com/office/drawing/2014/main" id="{F8A0D054-B9B1-4608-A733-4224B7F885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dirty="0">
                  <a:latin typeface="Tahoma" panose="020B0604030504040204" pitchFamily="34" charset="0"/>
                </a:rPr>
                <a:t> (MA_VIEN)</a:t>
              </a:r>
            </a:p>
          </p:txBody>
        </p: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9D5212BB-382F-4935-AB6F-C6454B49DE0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45059" name="Slide Number Placeholder 5">
            <a:extLst>
              <a:ext uri="{FF2B5EF4-FFF2-40B4-BE49-F238E27FC236}">
                <a16:creationId xmlns:a16="http://schemas.microsoft.com/office/drawing/2014/main" id="{237125A8-3C70-47CB-BA03-EA2E28F50B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B3F586F-69B3-4937-BEFF-C834C2C117F4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22</a:t>
            </a:fld>
            <a:endParaRPr lang="en-US" altLang="en-US" sz="1000"/>
          </a:p>
        </p:txBody>
      </p:sp>
      <p:sp>
        <p:nvSpPr>
          <p:cNvPr id="45060" name="Rectangle 2">
            <a:extLst>
              <a:ext uri="{FF2B5EF4-FFF2-40B4-BE49-F238E27FC236}">
                <a16:creationId xmlns:a16="http://schemas.microsoft.com/office/drawing/2014/main" id="{4D545F59-9ECD-47A3-A6F2-DC3E2482CB6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7 </a:t>
            </a:r>
          </a:p>
        </p:txBody>
      </p:sp>
      <p:sp>
        <p:nvSpPr>
          <p:cNvPr id="45061" name="Rectangle 3">
            <a:extLst>
              <a:ext uri="{FF2B5EF4-FFF2-40B4-BE49-F238E27FC236}">
                <a16:creationId xmlns:a16="http://schemas.microsoft.com/office/drawing/2014/main" id="{D0ADC00D-D61E-4007-A7FF-A02EF962BBF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 dirty="0"/>
              <a:t>THIDAU(</a:t>
            </a:r>
            <a:r>
              <a:rPr lang="en-US" altLang="en-US" u="sng" dirty="0"/>
              <a:t>NGAY, GIO, DOI</a:t>
            </a:r>
            <a:r>
              <a:rPr lang="en-US" altLang="en-US" dirty="0"/>
              <a:t>, SOBAN)</a:t>
            </a:r>
          </a:p>
          <a:p>
            <a:pPr eaLnBrk="1" hangingPunct="1"/>
            <a:r>
              <a:rPr lang="en-US" altLang="en-US" dirty="0" err="1"/>
              <a:t>Mỗi</a:t>
            </a:r>
            <a:r>
              <a:rPr lang="en-US" altLang="en-US" dirty="0"/>
              <a:t> </a:t>
            </a:r>
            <a:r>
              <a:rPr lang="en-US" altLang="en-US" dirty="0" err="1"/>
              <a:t>trận</a:t>
            </a:r>
            <a:r>
              <a:rPr lang="en-US" altLang="en-US" dirty="0"/>
              <a:t> </a:t>
            </a:r>
            <a:r>
              <a:rPr lang="en-US" altLang="en-US" dirty="0" err="1"/>
              <a:t>đấu</a:t>
            </a:r>
            <a:r>
              <a:rPr lang="en-US" altLang="en-US" dirty="0"/>
              <a:t> </a:t>
            </a:r>
            <a:r>
              <a:rPr lang="en-US" altLang="en-US" dirty="0" err="1"/>
              <a:t>là</a:t>
            </a:r>
            <a:r>
              <a:rPr lang="en-US" altLang="en-US" dirty="0"/>
              <a:t> </a:t>
            </a:r>
            <a:r>
              <a:rPr lang="en-US" altLang="en-US" dirty="0" err="1"/>
              <a:t>cuộc</a:t>
            </a:r>
            <a:r>
              <a:rPr lang="en-US" altLang="en-US" dirty="0"/>
              <a:t> </a:t>
            </a:r>
            <a:r>
              <a:rPr lang="en-US" altLang="en-US" dirty="0" err="1"/>
              <a:t>thi</a:t>
            </a:r>
            <a:r>
              <a:rPr lang="en-US" altLang="en-US" dirty="0"/>
              <a:t> </a:t>
            </a:r>
            <a:r>
              <a:rPr lang="en-US" altLang="en-US" dirty="0" err="1"/>
              <a:t>đấu</a:t>
            </a:r>
            <a:r>
              <a:rPr lang="en-US" altLang="en-US" dirty="0"/>
              <a:t> </a:t>
            </a:r>
            <a:r>
              <a:rPr lang="en-US" altLang="en-US" dirty="0" err="1"/>
              <a:t>của</a:t>
            </a:r>
            <a:r>
              <a:rPr lang="en-US" altLang="en-US" dirty="0"/>
              <a:t> </a:t>
            </a:r>
            <a:r>
              <a:rPr lang="en-US" altLang="en-US" dirty="0" err="1"/>
              <a:t>đúng</a:t>
            </a:r>
            <a:r>
              <a:rPr lang="en-US" altLang="en-US" dirty="0"/>
              <a:t> 2 </a:t>
            </a:r>
            <a:r>
              <a:rPr lang="en-US" altLang="en-US" dirty="0" err="1"/>
              <a:t>đội</a:t>
            </a:r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THIDAU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:</a:t>
            </a:r>
          </a:p>
          <a:p>
            <a:pPr lvl="2" eaLnBrk="1" hangingPunct="1"/>
            <a:endParaRPr lang="en-US" altLang="en-US" dirty="0"/>
          </a:p>
          <a:p>
            <a:pPr lvl="2" eaLnBrk="1" hangingPunct="1"/>
            <a:endParaRPr lang="en-US" altLang="en-US" dirty="0"/>
          </a:p>
          <a:p>
            <a:pPr lvl="2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endParaRPr lang="en-US" altLang="en-US" dirty="0"/>
          </a:p>
        </p:txBody>
      </p:sp>
      <p:sp>
        <p:nvSpPr>
          <p:cNvPr id="45062" name="Text Box 19">
            <a:extLst>
              <a:ext uri="{FF2B5EF4-FFF2-40B4-BE49-F238E27FC236}">
                <a16:creationId xmlns:a16="http://schemas.microsoft.com/office/drawing/2014/main" id="{B5586A9D-6642-4AC1-AD2A-6CF4B9DE8B4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962400"/>
            <a:ext cx="78486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THIDAU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THIDAU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s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t.NGAY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s.NGAY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t.GIO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s.GIO </a:t>
            </a:r>
            <a:r>
              <a:rPr lang="en-US" altLang="en-US" sz="2000" b="1">
                <a:sym typeface="Symbol" panose="05050102010706020507" pitchFamily="18" charset="2"/>
              </a:rPr>
              <a:t></a:t>
            </a:r>
            <a:r>
              <a:rPr lang="en-US" altLang="en-US" sz="2000">
                <a:sym typeface="Symbol" panose="05050102010706020507" pitchFamily="18" charset="2"/>
              </a:rPr>
              <a:t> t.DOI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s.DOI ))</a:t>
            </a:r>
          </a:p>
        </p:txBody>
      </p:sp>
      <p:grpSp>
        <p:nvGrpSpPr>
          <p:cNvPr id="45063" name="Group 20">
            <a:extLst>
              <a:ext uri="{FF2B5EF4-FFF2-40B4-BE49-F238E27FC236}">
                <a16:creationId xmlns:a16="http://schemas.microsoft.com/office/drawing/2014/main" id="{553E1E3B-984C-481C-B14C-4070E33C75EC}"/>
              </a:ext>
            </a:extLst>
          </p:cNvPr>
          <p:cNvGrpSpPr>
            <a:grpSpLocks/>
          </p:cNvGrpSpPr>
          <p:nvPr/>
        </p:nvGrpSpPr>
        <p:grpSpPr bwMode="auto">
          <a:xfrm>
            <a:off x="1447800" y="5486400"/>
            <a:ext cx="6172200" cy="914400"/>
            <a:chOff x="960" y="3312"/>
            <a:chExt cx="3888" cy="576"/>
          </a:xfrm>
        </p:grpSpPr>
        <p:sp>
          <p:nvSpPr>
            <p:cNvPr id="45064" name="Line 21">
              <a:extLst>
                <a:ext uri="{FF2B5EF4-FFF2-40B4-BE49-F238E27FC236}">
                  <a16:creationId xmlns:a16="http://schemas.microsoft.com/office/drawing/2014/main" id="{BB4096B4-1DDA-49AB-9F58-F3A062882D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5065" name="Text Box 22">
              <a:extLst>
                <a:ext uri="{FF2B5EF4-FFF2-40B4-BE49-F238E27FC236}">
                  <a16:creationId xmlns:a16="http://schemas.microsoft.com/office/drawing/2014/main" id="{A913B77E-5D35-47AB-A083-B716DCA0DD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7</a:t>
              </a:r>
            </a:p>
          </p:txBody>
        </p:sp>
        <p:sp>
          <p:nvSpPr>
            <p:cNvPr id="45066" name="Text Box 23">
              <a:extLst>
                <a:ext uri="{FF2B5EF4-FFF2-40B4-BE49-F238E27FC236}">
                  <a16:creationId xmlns:a16="http://schemas.microsoft.com/office/drawing/2014/main" id="{3DEE041A-49CF-4627-8CF3-7A35B822E9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THIDAU</a:t>
              </a:r>
            </a:p>
          </p:txBody>
        </p:sp>
        <p:grpSp>
          <p:nvGrpSpPr>
            <p:cNvPr id="45067" name="Group 24">
              <a:extLst>
                <a:ext uri="{FF2B5EF4-FFF2-40B4-BE49-F238E27FC236}">
                  <a16:creationId xmlns:a16="http://schemas.microsoft.com/office/drawing/2014/main" id="{A78AA287-2B45-42F8-AB14-47E0186433E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45074" name="Line 25">
                <a:extLst>
                  <a:ext uri="{FF2B5EF4-FFF2-40B4-BE49-F238E27FC236}">
                    <a16:creationId xmlns:a16="http://schemas.microsoft.com/office/drawing/2014/main" id="{9983106B-5011-4924-8192-A3121D049F1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075" name="Line 26">
                <a:extLst>
                  <a:ext uri="{FF2B5EF4-FFF2-40B4-BE49-F238E27FC236}">
                    <a16:creationId xmlns:a16="http://schemas.microsoft.com/office/drawing/2014/main" id="{7D63DA11-6F83-4874-BF00-46261B58E4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5076" name="Line 27">
                <a:extLst>
                  <a:ext uri="{FF2B5EF4-FFF2-40B4-BE49-F238E27FC236}">
                    <a16:creationId xmlns:a16="http://schemas.microsoft.com/office/drawing/2014/main" id="{3D0A227C-3093-4227-9583-F075DF8E2F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5068" name="Text Box 28">
              <a:extLst>
                <a:ext uri="{FF2B5EF4-FFF2-40B4-BE49-F238E27FC236}">
                  <a16:creationId xmlns:a16="http://schemas.microsoft.com/office/drawing/2014/main" id="{235218E6-1F3F-49F3-8CE9-F5558BC217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5069" name="Text Box 29">
              <a:extLst>
                <a:ext uri="{FF2B5EF4-FFF2-40B4-BE49-F238E27FC236}">
                  <a16:creationId xmlns:a16="http://schemas.microsoft.com/office/drawing/2014/main" id="{DA57D247-1723-4F24-98EF-7EA1CBD6DB6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5070" name="Text Box 30">
              <a:extLst>
                <a:ext uri="{FF2B5EF4-FFF2-40B4-BE49-F238E27FC236}">
                  <a16:creationId xmlns:a16="http://schemas.microsoft.com/office/drawing/2014/main" id="{22F79821-2E98-45D3-981A-41DC18E2B5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5071" name="Text Box 31">
              <a:extLst>
                <a:ext uri="{FF2B5EF4-FFF2-40B4-BE49-F238E27FC236}">
                  <a16:creationId xmlns:a16="http://schemas.microsoft.com/office/drawing/2014/main" id="{0C5D9C79-5E4D-4E35-8B7E-5F9AD6EF20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5072" name="Text Box 32">
              <a:extLst>
                <a:ext uri="{FF2B5EF4-FFF2-40B4-BE49-F238E27FC236}">
                  <a16:creationId xmlns:a16="http://schemas.microsoft.com/office/drawing/2014/main" id="{EB41EA27-9B8D-40EB-B2A1-8E134C75E9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45073" name="Text Box 33">
              <a:extLst>
                <a:ext uri="{FF2B5EF4-FFF2-40B4-BE49-F238E27FC236}">
                  <a16:creationId xmlns:a16="http://schemas.microsoft.com/office/drawing/2014/main" id="{9F90700D-3DE8-4303-87E1-3C84D644A38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dirty="0">
                  <a:latin typeface="Tahoma" panose="020B0604030504040204" pitchFamily="34" charset="0"/>
                </a:rPr>
                <a:t> (NGAY, GIO)</a:t>
              </a:r>
            </a:p>
          </p:txBody>
        </p:sp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Date Placeholder 3">
            <a:extLst>
              <a:ext uri="{FF2B5EF4-FFF2-40B4-BE49-F238E27FC236}">
                <a16:creationId xmlns:a16="http://schemas.microsoft.com/office/drawing/2014/main" id="{1C69730E-FA20-4708-9AD2-6300A029A90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47107" name="Slide Number Placeholder 5">
            <a:extLst>
              <a:ext uri="{FF2B5EF4-FFF2-40B4-BE49-F238E27FC236}">
                <a16:creationId xmlns:a16="http://schemas.microsoft.com/office/drawing/2014/main" id="{009A470F-F4B5-416B-9CED-750F640BEC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F846074-EB6A-4B5E-A711-5EA256DECC5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23</a:t>
            </a:fld>
            <a:endParaRPr lang="en-US" altLang="en-US" sz="1000"/>
          </a:p>
        </p:txBody>
      </p:sp>
      <p:grpSp>
        <p:nvGrpSpPr>
          <p:cNvPr id="2" name="Group 42">
            <a:extLst>
              <a:ext uri="{FF2B5EF4-FFF2-40B4-BE49-F238E27FC236}">
                <a16:creationId xmlns:a16="http://schemas.microsoft.com/office/drawing/2014/main" id="{2F673E40-DA8B-4001-AFA9-DA446CB9C510}"/>
              </a:ext>
            </a:extLst>
          </p:cNvPr>
          <p:cNvGrpSpPr>
            <a:grpSpLocks/>
          </p:cNvGrpSpPr>
          <p:nvPr/>
        </p:nvGrpSpPr>
        <p:grpSpPr bwMode="auto">
          <a:xfrm>
            <a:off x="3733800" y="2667000"/>
            <a:ext cx="1219200" cy="1905000"/>
            <a:chOff x="2352" y="1680"/>
            <a:chExt cx="768" cy="1200"/>
          </a:xfrm>
        </p:grpSpPr>
        <p:grpSp>
          <p:nvGrpSpPr>
            <p:cNvPr id="47142" name="Group 37">
              <a:extLst>
                <a:ext uri="{FF2B5EF4-FFF2-40B4-BE49-F238E27FC236}">
                  <a16:creationId xmlns:a16="http://schemas.microsoft.com/office/drawing/2014/main" id="{6EC1D89C-E2C7-4905-8BE6-4C76117EE2F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824"/>
              <a:ext cx="768" cy="1056"/>
              <a:chOff x="2352" y="1824"/>
              <a:chExt cx="768" cy="1056"/>
            </a:xfrm>
          </p:grpSpPr>
          <p:sp>
            <p:nvSpPr>
              <p:cNvPr id="47147" name="Rectangle 36">
                <a:extLst>
                  <a:ext uri="{FF2B5EF4-FFF2-40B4-BE49-F238E27FC236}">
                    <a16:creationId xmlns:a16="http://schemas.microsoft.com/office/drawing/2014/main" id="{D2B7D144-D686-484F-A7A4-095E34902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47148" name="Rectangle 35">
                <a:extLst>
                  <a:ext uri="{FF2B5EF4-FFF2-40B4-BE49-F238E27FC236}">
                    <a16:creationId xmlns:a16="http://schemas.microsoft.com/office/drawing/2014/main" id="{423DEB02-B7BA-42CE-85A8-E8675CDD5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47143" name="Group 41">
              <a:extLst>
                <a:ext uri="{FF2B5EF4-FFF2-40B4-BE49-F238E27FC236}">
                  <a16:creationId xmlns:a16="http://schemas.microsoft.com/office/drawing/2014/main" id="{D559E8B2-78C6-4C42-855E-AB98938C6E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576" cy="240"/>
              <a:chOff x="2496" y="1680"/>
              <a:chExt cx="576" cy="240"/>
            </a:xfrm>
          </p:grpSpPr>
          <p:sp>
            <p:nvSpPr>
              <p:cNvPr id="47144" name="Line 38">
                <a:extLst>
                  <a:ext uri="{FF2B5EF4-FFF2-40B4-BE49-F238E27FC236}">
                    <a16:creationId xmlns:a16="http://schemas.microsoft.com/office/drawing/2014/main" id="{9A4A233E-F009-43BD-B78F-7CB45A7639B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7145" name="Line 39">
                <a:extLst>
                  <a:ext uri="{FF2B5EF4-FFF2-40B4-BE49-F238E27FC236}">
                    <a16:creationId xmlns:a16="http://schemas.microsoft.com/office/drawing/2014/main" id="{5603EF0A-2D1F-4EA0-A50E-DFB0D4B94EA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7146" name="Line 40">
                <a:extLst>
                  <a:ext uri="{FF2B5EF4-FFF2-40B4-BE49-F238E27FC236}">
                    <a16:creationId xmlns:a16="http://schemas.microsoft.com/office/drawing/2014/main" id="{0C7B4F7E-7200-42A9-BEDD-E9345E12586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68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sp>
        <p:nvSpPr>
          <p:cNvPr id="47109" name="Rectangle 2">
            <a:extLst>
              <a:ext uri="{FF2B5EF4-FFF2-40B4-BE49-F238E27FC236}">
                <a16:creationId xmlns:a16="http://schemas.microsoft.com/office/drawing/2014/main" id="{C1F791B5-D2ED-4205-BCDD-9136A81847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RBTV - Liên thuộc tính</a:t>
            </a:r>
          </a:p>
        </p:txBody>
      </p:sp>
      <p:sp>
        <p:nvSpPr>
          <p:cNvPr id="47110" name="Rectangle 3">
            <a:extLst>
              <a:ext uri="{FF2B5EF4-FFF2-40B4-BE49-F238E27FC236}">
                <a16:creationId xmlns:a16="http://schemas.microsoft.com/office/drawing/2014/main" id="{D7FD0D76-D292-420C-9188-D6CF1F0E3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Là ràng buộc giữa các thuộc tính trong cùng quan hệ</a:t>
            </a:r>
          </a:p>
        </p:txBody>
      </p:sp>
      <p:grpSp>
        <p:nvGrpSpPr>
          <p:cNvPr id="47111" name="Group 4">
            <a:extLst>
              <a:ext uri="{FF2B5EF4-FFF2-40B4-BE49-F238E27FC236}">
                <a16:creationId xmlns:a16="http://schemas.microsoft.com/office/drawing/2014/main" id="{480A1B7C-11E9-4937-B17E-510285B3E9B8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2895600"/>
            <a:ext cx="2362200" cy="1676400"/>
            <a:chOff x="624" y="1392"/>
            <a:chExt cx="1488" cy="1056"/>
          </a:xfrm>
        </p:grpSpPr>
        <p:sp>
          <p:nvSpPr>
            <p:cNvPr id="47112" name="Line 5">
              <a:extLst>
                <a:ext uri="{FF2B5EF4-FFF2-40B4-BE49-F238E27FC236}">
                  <a16:creationId xmlns:a16="http://schemas.microsoft.com/office/drawing/2014/main" id="{1ADECBEA-59E7-428E-A2F3-70FB2FD57BA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13" name="Text Box 6">
              <a:extLst>
                <a:ext uri="{FF2B5EF4-FFF2-40B4-BE49-F238E27FC236}">
                  <a16:creationId xmlns:a16="http://schemas.microsoft.com/office/drawing/2014/main" id="{DB1373C1-89CC-43F7-945D-B3D51A45B12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47114" name="Text Box 7">
              <a:extLst>
                <a:ext uri="{FF2B5EF4-FFF2-40B4-BE49-F238E27FC236}">
                  <a16:creationId xmlns:a16="http://schemas.microsoft.com/office/drawing/2014/main" id="{AD48D203-0963-4E90-96F9-3EE8CEC754E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47115" name="Text Box 8">
              <a:extLst>
                <a:ext uri="{FF2B5EF4-FFF2-40B4-BE49-F238E27FC236}">
                  <a16:creationId xmlns:a16="http://schemas.microsoft.com/office/drawing/2014/main" id="{013692B9-BFFD-4505-862A-8D7FDEFAD43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7116" name="Line 9">
              <a:extLst>
                <a:ext uri="{FF2B5EF4-FFF2-40B4-BE49-F238E27FC236}">
                  <a16:creationId xmlns:a16="http://schemas.microsoft.com/office/drawing/2014/main" id="{E341B336-54DB-44A2-9319-36C63B00BCC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17" name="Line 10">
              <a:extLst>
                <a:ext uri="{FF2B5EF4-FFF2-40B4-BE49-F238E27FC236}">
                  <a16:creationId xmlns:a16="http://schemas.microsoft.com/office/drawing/2014/main" id="{AF8E687C-CD20-4ABA-8E04-EB7694D4F9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18" name="Text Box 11">
              <a:extLst>
                <a:ext uri="{FF2B5EF4-FFF2-40B4-BE49-F238E27FC236}">
                  <a16:creationId xmlns:a16="http://schemas.microsoft.com/office/drawing/2014/main" id="{76795E10-0916-4A03-9648-5A3C4D2D68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47119" name="Line 12">
              <a:extLst>
                <a:ext uri="{FF2B5EF4-FFF2-40B4-BE49-F238E27FC236}">
                  <a16:creationId xmlns:a16="http://schemas.microsoft.com/office/drawing/2014/main" id="{23D80E2B-73D1-44B2-BF12-C3D7AB54588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0" name="Text Box 13">
              <a:extLst>
                <a:ext uri="{FF2B5EF4-FFF2-40B4-BE49-F238E27FC236}">
                  <a16:creationId xmlns:a16="http://schemas.microsoft.com/office/drawing/2014/main" id="{AD3C46D2-C483-43D1-8299-11C46F0B7D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7121" name="Text Box 14">
              <a:extLst>
                <a:ext uri="{FF2B5EF4-FFF2-40B4-BE49-F238E27FC236}">
                  <a16:creationId xmlns:a16="http://schemas.microsoft.com/office/drawing/2014/main" id="{060A70EE-2C8A-42C5-BAC8-76D3B74F35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22" name="Line 15">
              <a:extLst>
                <a:ext uri="{FF2B5EF4-FFF2-40B4-BE49-F238E27FC236}">
                  <a16:creationId xmlns:a16="http://schemas.microsoft.com/office/drawing/2014/main" id="{D095AE3F-7B04-4A0A-9200-7A5AA4DF7AE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3" name="Line 16">
              <a:extLst>
                <a:ext uri="{FF2B5EF4-FFF2-40B4-BE49-F238E27FC236}">
                  <a16:creationId xmlns:a16="http://schemas.microsoft.com/office/drawing/2014/main" id="{03E02D33-D8FE-48BA-B262-0BC3799AF04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4" name="Line 17">
              <a:extLst>
                <a:ext uri="{FF2B5EF4-FFF2-40B4-BE49-F238E27FC236}">
                  <a16:creationId xmlns:a16="http://schemas.microsoft.com/office/drawing/2014/main" id="{2253C264-6EFB-4BF6-A89B-2FFECA15E0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25" name="Text Box 18">
              <a:extLst>
                <a:ext uri="{FF2B5EF4-FFF2-40B4-BE49-F238E27FC236}">
                  <a16:creationId xmlns:a16="http://schemas.microsoft.com/office/drawing/2014/main" id="{2DE6DEB0-33EE-47BB-BC4A-E30C8BE60E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47126" name="Text Box 19">
              <a:extLst>
                <a:ext uri="{FF2B5EF4-FFF2-40B4-BE49-F238E27FC236}">
                  <a16:creationId xmlns:a16="http://schemas.microsoft.com/office/drawing/2014/main" id="{1E87087B-C2AB-4B17-8A7E-A855A94606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7127" name="Text Box 20">
              <a:extLst>
                <a:ext uri="{FF2B5EF4-FFF2-40B4-BE49-F238E27FC236}">
                  <a16:creationId xmlns:a16="http://schemas.microsoft.com/office/drawing/2014/main" id="{68BEE3AC-51E2-491B-8D68-96C23D1FE5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47128" name="Text Box 21">
              <a:extLst>
                <a:ext uri="{FF2B5EF4-FFF2-40B4-BE49-F238E27FC236}">
                  <a16:creationId xmlns:a16="http://schemas.microsoft.com/office/drawing/2014/main" id="{837E6DF0-5CB6-40D2-B31C-5ED0625C81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47129" name="Line 22">
              <a:extLst>
                <a:ext uri="{FF2B5EF4-FFF2-40B4-BE49-F238E27FC236}">
                  <a16:creationId xmlns:a16="http://schemas.microsoft.com/office/drawing/2014/main" id="{C94CB8AB-7F58-4BA7-A366-BF85FE5848E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7130" name="Text Box 23">
              <a:extLst>
                <a:ext uri="{FF2B5EF4-FFF2-40B4-BE49-F238E27FC236}">
                  <a16:creationId xmlns:a16="http://schemas.microsoft.com/office/drawing/2014/main" id="{B5120AA8-8DD0-495E-9C69-0945F4CA92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31" name="Text Box 24">
              <a:extLst>
                <a:ext uri="{FF2B5EF4-FFF2-40B4-BE49-F238E27FC236}">
                  <a16:creationId xmlns:a16="http://schemas.microsoft.com/office/drawing/2014/main" id="{7EA8C69D-786B-4E45-99D4-BD44AF084B5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47132" name="Text Box 25">
              <a:extLst>
                <a:ext uri="{FF2B5EF4-FFF2-40B4-BE49-F238E27FC236}">
                  <a16:creationId xmlns:a16="http://schemas.microsoft.com/office/drawing/2014/main" id="{28B82E14-46D9-4DFB-A079-09CC51FA28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47133" name="Text Box 26">
              <a:extLst>
                <a:ext uri="{FF2B5EF4-FFF2-40B4-BE49-F238E27FC236}">
                  <a16:creationId xmlns:a16="http://schemas.microsoft.com/office/drawing/2014/main" id="{54EB2284-DAC3-40AD-AC0D-3601934562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47134" name="Text Box 27">
              <a:extLst>
                <a:ext uri="{FF2B5EF4-FFF2-40B4-BE49-F238E27FC236}">
                  <a16:creationId xmlns:a16="http://schemas.microsoft.com/office/drawing/2014/main" id="{E4D75183-322D-4AAE-AAF4-A8017AAF74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47135" name="Text Box 28">
              <a:extLst>
                <a:ext uri="{FF2B5EF4-FFF2-40B4-BE49-F238E27FC236}">
                  <a16:creationId xmlns:a16="http://schemas.microsoft.com/office/drawing/2014/main" id="{0989046B-3806-4FD5-AF3B-4B64FA88E3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47136" name="Text Box 29">
              <a:extLst>
                <a:ext uri="{FF2B5EF4-FFF2-40B4-BE49-F238E27FC236}">
                  <a16:creationId xmlns:a16="http://schemas.microsoft.com/office/drawing/2014/main" id="{96EF73E5-88FD-4798-9849-72DB5EE9FB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47137" name="Text Box 30">
              <a:extLst>
                <a:ext uri="{FF2B5EF4-FFF2-40B4-BE49-F238E27FC236}">
                  <a16:creationId xmlns:a16="http://schemas.microsoft.com/office/drawing/2014/main" id="{DF4EDF0E-35F9-417D-A33C-5F0E5B4162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47138" name="Text Box 31">
              <a:extLst>
                <a:ext uri="{FF2B5EF4-FFF2-40B4-BE49-F238E27FC236}">
                  <a16:creationId xmlns:a16="http://schemas.microsoft.com/office/drawing/2014/main" id="{5F1F4EE6-DA6A-41D5-AD2B-950DA3AAC2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39" name="Text Box 32">
              <a:extLst>
                <a:ext uri="{FF2B5EF4-FFF2-40B4-BE49-F238E27FC236}">
                  <a16:creationId xmlns:a16="http://schemas.microsoft.com/office/drawing/2014/main" id="{D482E45A-E798-4D02-B1D7-162279FC06B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40" name="Text Box 33">
              <a:extLst>
                <a:ext uri="{FF2B5EF4-FFF2-40B4-BE49-F238E27FC236}">
                  <a16:creationId xmlns:a16="http://schemas.microsoft.com/office/drawing/2014/main" id="{219B48D8-7F39-461C-A148-4894DD5926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47141" name="Line 34">
              <a:extLst>
                <a:ext uri="{FF2B5EF4-FFF2-40B4-BE49-F238E27FC236}">
                  <a16:creationId xmlns:a16="http://schemas.microsoft.com/office/drawing/2014/main" id="{22A6D7FD-A57C-4AA9-9C7E-CAE4735686D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Date Placeholder 3">
            <a:extLst>
              <a:ext uri="{FF2B5EF4-FFF2-40B4-BE49-F238E27FC236}">
                <a16:creationId xmlns:a16="http://schemas.microsoft.com/office/drawing/2014/main" id="{7588CB5B-FBF5-4709-B11E-EC92B20D36F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49155" name="Slide Number Placeholder 5">
            <a:extLst>
              <a:ext uri="{FF2B5EF4-FFF2-40B4-BE49-F238E27FC236}">
                <a16:creationId xmlns:a16="http://schemas.microsoft.com/office/drawing/2014/main" id="{2938E877-3A1E-460D-91C1-EB62F07C28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5D39E90A-6C90-463F-A68E-F74095E2B1F5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24</a:t>
            </a:fld>
            <a:endParaRPr lang="en-US" altLang="en-US" sz="1000"/>
          </a:p>
        </p:txBody>
      </p:sp>
      <p:sp>
        <p:nvSpPr>
          <p:cNvPr id="49156" name="Rectangle 2">
            <a:extLst>
              <a:ext uri="{FF2B5EF4-FFF2-40B4-BE49-F238E27FC236}">
                <a16:creationId xmlns:a16="http://schemas.microsoft.com/office/drawing/2014/main" id="{59E9454C-E077-4BF2-938A-D1B849679A9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8 </a:t>
            </a:r>
          </a:p>
        </p:txBody>
      </p:sp>
      <p:sp>
        <p:nvSpPr>
          <p:cNvPr id="49157" name="Rectangle 3">
            <a:extLst>
              <a:ext uri="{FF2B5EF4-FFF2-40B4-BE49-F238E27FC236}">
                <a16:creationId xmlns:a16="http://schemas.microsoft.com/office/drawing/2014/main" id="{4B56AB9E-62FA-4875-86D0-4118DA80C7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Một nhân viên không quản lý trực tiếp chính mình 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NHANVIEN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49158" name="Text Box 4">
            <a:extLst>
              <a:ext uri="{FF2B5EF4-FFF2-40B4-BE49-F238E27FC236}">
                <a16:creationId xmlns:a16="http://schemas.microsoft.com/office/drawing/2014/main" id="{51D52E98-1C04-4A53-B08E-DC52839C14D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3581400"/>
            <a:ext cx="72390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t.MA_NQL </a:t>
            </a:r>
            <a:r>
              <a:rPr lang="en-US" altLang="en-US" sz="2000" b="1">
                <a:sym typeface="Symbol" panose="05050102010706020507" pitchFamily="18" charset="2"/>
              </a:rPr>
              <a:t></a:t>
            </a:r>
            <a:r>
              <a:rPr lang="en-US" altLang="en-US" sz="2000">
                <a:sym typeface="Symbol" panose="05050102010706020507" pitchFamily="18" charset="2"/>
              </a:rPr>
              <a:t> t.MANV </a:t>
            </a:r>
            <a:r>
              <a:rPr lang="en-US" altLang="en-US" sz="2000" b="1">
                <a:sym typeface="Symbol" panose="05050102010706020507" pitchFamily="18" charset="2"/>
              </a:rPr>
              <a:t></a:t>
            </a:r>
            <a:r>
              <a:rPr lang="en-US" altLang="en-US" sz="2000">
                <a:sym typeface="Symbol" panose="05050102010706020507" pitchFamily="18" charset="2"/>
              </a:rPr>
              <a:t> t.MA_NQL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null )</a:t>
            </a:r>
          </a:p>
        </p:txBody>
      </p:sp>
      <p:grpSp>
        <p:nvGrpSpPr>
          <p:cNvPr id="49159" name="Group 23">
            <a:extLst>
              <a:ext uri="{FF2B5EF4-FFF2-40B4-BE49-F238E27FC236}">
                <a16:creationId xmlns:a16="http://schemas.microsoft.com/office/drawing/2014/main" id="{F847FFCF-5246-4D1B-B5CA-FA5FD2A28BC9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4953000"/>
            <a:ext cx="5486400" cy="914400"/>
            <a:chOff x="960" y="3120"/>
            <a:chExt cx="3456" cy="576"/>
          </a:xfrm>
        </p:grpSpPr>
        <p:sp>
          <p:nvSpPr>
            <p:cNvPr id="49163" name="Line 6">
              <a:extLst>
                <a:ext uri="{FF2B5EF4-FFF2-40B4-BE49-F238E27FC236}">
                  <a16:creationId xmlns:a16="http://schemas.microsoft.com/office/drawing/2014/main" id="{622A55AF-586F-4DBE-ABDB-E088BAACDAF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360"/>
              <a:ext cx="340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49164" name="Text Box 7">
              <a:extLst>
                <a:ext uri="{FF2B5EF4-FFF2-40B4-BE49-F238E27FC236}">
                  <a16:creationId xmlns:a16="http://schemas.microsoft.com/office/drawing/2014/main" id="{C78CE75A-C871-4371-BCCE-DC7B9F6EA7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12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8</a:t>
              </a:r>
            </a:p>
          </p:txBody>
        </p:sp>
        <p:sp>
          <p:nvSpPr>
            <p:cNvPr id="49165" name="Text Box 8">
              <a:extLst>
                <a:ext uri="{FF2B5EF4-FFF2-40B4-BE49-F238E27FC236}">
                  <a16:creationId xmlns:a16="http://schemas.microsoft.com/office/drawing/2014/main" id="{21C200FA-C010-47A9-AA67-333ABE9294D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388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49166" name="Group 9">
              <a:extLst>
                <a:ext uri="{FF2B5EF4-FFF2-40B4-BE49-F238E27FC236}">
                  <a16:creationId xmlns:a16="http://schemas.microsoft.com/office/drawing/2014/main" id="{A52877BB-9936-43C1-B625-0BED42CB505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120"/>
              <a:ext cx="1488" cy="576"/>
              <a:chOff x="2160" y="3168"/>
              <a:chExt cx="1488" cy="624"/>
            </a:xfrm>
          </p:grpSpPr>
          <p:sp>
            <p:nvSpPr>
              <p:cNvPr id="49173" name="Line 10">
                <a:extLst>
                  <a:ext uri="{FF2B5EF4-FFF2-40B4-BE49-F238E27FC236}">
                    <a16:creationId xmlns:a16="http://schemas.microsoft.com/office/drawing/2014/main" id="{989A1E1F-CFCB-4614-BA56-8A90111CAFE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74" name="Line 11">
                <a:extLst>
                  <a:ext uri="{FF2B5EF4-FFF2-40B4-BE49-F238E27FC236}">
                    <a16:creationId xmlns:a16="http://schemas.microsoft.com/office/drawing/2014/main" id="{F0D91448-9BCA-46D0-9160-EECB07DCCF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49175" name="Line 12">
                <a:extLst>
                  <a:ext uri="{FF2B5EF4-FFF2-40B4-BE49-F238E27FC236}">
                    <a16:creationId xmlns:a16="http://schemas.microsoft.com/office/drawing/2014/main" id="{EF9D2441-04BB-42F9-B29A-5247CBF7039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49167" name="Text Box 13">
              <a:extLst>
                <a:ext uri="{FF2B5EF4-FFF2-40B4-BE49-F238E27FC236}">
                  <a16:creationId xmlns:a16="http://schemas.microsoft.com/office/drawing/2014/main" id="{6CD1302E-0EE1-4597-B771-339BA10477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49168" name="Text Box 14">
              <a:extLst>
                <a:ext uri="{FF2B5EF4-FFF2-40B4-BE49-F238E27FC236}">
                  <a16:creationId xmlns:a16="http://schemas.microsoft.com/office/drawing/2014/main" id="{D15E6B30-270C-4235-BEB7-DFE52DC11A9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49169" name="Text Box 15">
              <a:extLst>
                <a:ext uri="{FF2B5EF4-FFF2-40B4-BE49-F238E27FC236}">
                  <a16:creationId xmlns:a16="http://schemas.microsoft.com/office/drawing/2014/main" id="{D7FE2B00-C18B-4462-B9CB-338961A7BB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12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49170" name="Text Box 16">
              <a:extLst>
                <a:ext uri="{FF2B5EF4-FFF2-40B4-BE49-F238E27FC236}">
                  <a16:creationId xmlns:a16="http://schemas.microsoft.com/office/drawing/2014/main" id="{D9E42BF0-76FE-4712-A8A6-EA35730F05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9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9171" name="Text Box 17">
              <a:extLst>
                <a:ext uri="{FF2B5EF4-FFF2-40B4-BE49-F238E27FC236}">
                  <a16:creationId xmlns:a16="http://schemas.microsoft.com/office/drawing/2014/main" id="{314DDB26-E433-4776-B522-3F0F5E9496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38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49172" name="Text Box 18">
              <a:extLst>
                <a:ext uri="{FF2B5EF4-FFF2-40B4-BE49-F238E27FC236}">
                  <a16:creationId xmlns:a16="http://schemas.microsoft.com/office/drawing/2014/main" id="{6BA167BC-7895-4449-9AD0-0BB517C872A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88"/>
              <a:ext cx="105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(MA_NQL)</a:t>
              </a:r>
            </a:p>
          </p:txBody>
        </p:sp>
      </p:grpSp>
      <p:grpSp>
        <p:nvGrpSpPr>
          <p:cNvPr id="49160" name="Group 22">
            <a:extLst>
              <a:ext uri="{FF2B5EF4-FFF2-40B4-BE49-F238E27FC236}">
                <a16:creationId xmlns:a16="http://schemas.microsoft.com/office/drawing/2014/main" id="{DC295D97-BABF-40F7-8977-CFC397E35B3D}"/>
              </a:ext>
            </a:extLst>
          </p:cNvPr>
          <p:cNvGrpSpPr>
            <a:grpSpLocks/>
          </p:cNvGrpSpPr>
          <p:nvPr/>
        </p:nvGrpSpPr>
        <p:grpSpPr bwMode="auto">
          <a:xfrm>
            <a:off x="2971800" y="5638800"/>
            <a:ext cx="4724400" cy="685800"/>
            <a:chOff x="1872" y="3744"/>
            <a:chExt cx="2976" cy="432"/>
          </a:xfrm>
        </p:grpSpPr>
        <p:sp>
          <p:nvSpPr>
            <p:cNvPr id="49161" name="Text Box 19">
              <a:extLst>
                <a:ext uri="{FF2B5EF4-FFF2-40B4-BE49-F238E27FC236}">
                  <a16:creationId xmlns:a16="http://schemas.microsoft.com/office/drawing/2014/main" id="{5DC70681-7980-4A61-89D5-0E08DD8AAB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984"/>
              <a:ext cx="297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Ở thời điểm thêm 1 bộ vào NHANVIEN, MA_NQL là null</a:t>
              </a:r>
            </a:p>
          </p:txBody>
        </p:sp>
        <p:sp>
          <p:nvSpPr>
            <p:cNvPr id="49162" name="Line 20">
              <a:extLst>
                <a:ext uri="{FF2B5EF4-FFF2-40B4-BE49-F238E27FC236}">
                  <a16:creationId xmlns:a16="http://schemas.microsoft.com/office/drawing/2014/main" id="{F1028117-7D63-42D3-B115-B6FDCDDDBF2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256" y="3744"/>
              <a:ext cx="192" cy="24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Date Placeholder 3">
            <a:extLst>
              <a:ext uri="{FF2B5EF4-FFF2-40B4-BE49-F238E27FC236}">
                <a16:creationId xmlns:a16="http://schemas.microsoft.com/office/drawing/2014/main" id="{4FC33ABB-5E0A-4B92-B493-CAD95CEA9FE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1203" name="Slide Number Placeholder 5">
            <a:extLst>
              <a:ext uri="{FF2B5EF4-FFF2-40B4-BE49-F238E27FC236}">
                <a16:creationId xmlns:a16="http://schemas.microsoft.com/office/drawing/2014/main" id="{E6E46327-D30C-40FB-8A11-FD10DDF5F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0534877E-D8F4-4F6C-8B62-D81EB586971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25</a:t>
            </a:fld>
            <a:endParaRPr lang="en-US" altLang="en-US" sz="1000"/>
          </a:p>
        </p:txBody>
      </p:sp>
      <p:sp>
        <p:nvSpPr>
          <p:cNvPr id="51204" name="Rectangle 2">
            <a:extLst>
              <a:ext uri="{FF2B5EF4-FFF2-40B4-BE49-F238E27FC236}">
                <a16:creationId xmlns:a16="http://schemas.microsoft.com/office/drawing/2014/main" id="{CAFA8A8D-18D0-4E98-AEEE-67FEB9CACCA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9 </a:t>
            </a:r>
          </a:p>
        </p:txBody>
      </p:sp>
      <p:sp>
        <p:nvSpPr>
          <p:cNvPr id="51205" name="Rectangle 3">
            <a:extLst>
              <a:ext uri="{FF2B5EF4-FFF2-40B4-BE49-F238E27FC236}">
                <a16:creationId xmlns:a16="http://schemas.microsoft.com/office/drawing/2014/main" id="{57DD162D-C9D7-4E36-A3E6-C7CE90D76E4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KHOAHOC(</a:t>
            </a:r>
            <a:r>
              <a:rPr lang="en-US" altLang="en-US" u="sng"/>
              <a:t>MAKH</a:t>
            </a:r>
            <a:r>
              <a:rPr lang="en-US" altLang="en-US"/>
              <a:t>, TENKH, BDAU, KTHUC) </a:t>
            </a:r>
          </a:p>
          <a:p>
            <a:pPr eaLnBrk="1" hangingPunct="1"/>
            <a:r>
              <a:rPr lang="en-US" altLang="en-US"/>
              <a:t>Mỗi khóa học kéo dài ít nhất 3 tháng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KHOAHOC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51206" name="Text Box 4">
            <a:extLst>
              <a:ext uri="{FF2B5EF4-FFF2-40B4-BE49-F238E27FC236}">
                <a16:creationId xmlns:a16="http://schemas.microsoft.com/office/drawing/2014/main" id="{9BCA897D-63F7-4170-83B4-00090E911DF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47800" y="4098925"/>
            <a:ext cx="61722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KHOAHOC ( t.KTHUC </a:t>
            </a:r>
            <a:r>
              <a:rPr lang="en-US" altLang="en-US" sz="2000" b="1">
                <a:sym typeface="Symbol" panose="05050102010706020507" pitchFamily="18" charset="2"/>
              </a:rPr>
              <a:t></a:t>
            </a:r>
            <a:r>
              <a:rPr lang="en-US" altLang="en-US" sz="2000">
                <a:sym typeface="Symbol" panose="05050102010706020507" pitchFamily="18" charset="2"/>
              </a:rPr>
              <a:t> t.BDAU </a:t>
            </a:r>
            <a:r>
              <a:rPr lang="en-US" altLang="en-US" sz="2000" b="1">
                <a:sym typeface="Symbol" panose="05050102010706020507" pitchFamily="18" charset="2"/>
              </a:rPr>
              <a:t></a:t>
            </a:r>
            <a:r>
              <a:rPr lang="en-US" altLang="en-US" sz="2000">
                <a:sym typeface="Symbol" panose="05050102010706020507" pitchFamily="18" charset="2"/>
              </a:rPr>
              <a:t> 3 )</a:t>
            </a:r>
          </a:p>
        </p:txBody>
      </p:sp>
      <p:grpSp>
        <p:nvGrpSpPr>
          <p:cNvPr id="51207" name="Group 5">
            <a:extLst>
              <a:ext uri="{FF2B5EF4-FFF2-40B4-BE49-F238E27FC236}">
                <a16:creationId xmlns:a16="http://schemas.microsoft.com/office/drawing/2014/main" id="{1F912CD6-BF02-45D7-B8E4-5B8B0AF407AC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5334000"/>
            <a:ext cx="6172200" cy="914400"/>
            <a:chOff x="960" y="3312"/>
            <a:chExt cx="3888" cy="576"/>
          </a:xfrm>
        </p:grpSpPr>
        <p:sp>
          <p:nvSpPr>
            <p:cNvPr id="51208" name="Line 6">
              <a:extLst>
                <a:ext uri="{FF2B5EF4-FFF2-40B4-BE49-F238E27FC236}">
                  <a16:creationId xmlns:a16="http://schemas.microsoft.com/office/drawing/2014/main" id="{9696E31B-98E3-43FB-B727-EF37BCD798D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1209" name="Text Box 7">
              <a:extLst>
                <a:ext uri="{FF2B5EF4-FFF2-40B4-BE49-F238E27FC236}">
                  <a16:creationId xmlns:a16="http://schemas.microsoft.com/office/drawing/2014/main" id="{37F423AB-9F0F-4D52-B2AC-EFC3A5A850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9</a:t>
              </a:r>
            </a:p>
          </p:txBody>
        </p:sp>
        <p:sp>
          <p:nvSpPr>
            <p:cNvPr id="51210" name="Text Box 8">
              <a:extLst>
                <a:ext uri="{FF2B5EF4-FFF2-40B4-BE49-F238E27FC236}">
                  <a16:creationId xmlns:a16="http://schemas.microsoft.com/office/drawing/2014/main" id="{EBCE6539-F129-4977-8748-BF491FE685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KHOAHOC</a:t>
              </a:r>
            </a:p>
          </p:txBody>
        </p:sp>
        <p:grpSp>
          <p:nvGrpSpPr>
            <p:cNvPr id="51211" name="Group 9">
              <a:extLst>
                <a:ext uri="{FF2B5EF4-FFF2-40B4-BE49-F238E27FC236}">
                  <a16:creationId xmlns:a16="http://schemas.microsoft.com/office/drawing/2014/main" id="{429EC34D-EB78-4E48-B18F-74B2EFC6691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51218" name="Line 10">
                <a:extLst>
                  <a:ext uri="{FF2B5EF4-FFF2-40B4-BE49-F238E27FC236}">
                    <a16:creationId xmlns:a16="http://schemas.microsoft.com/office/drawing/2014/main" id="{5295F4BA-4ACA-4C17-96B7-B470ECE930D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219" name="Line 11">
                <a:extLst>
                  <a:ext uri="{FF2B5EF4-FFF2-40B4-BE49-F238E27FC236}">
                    <a16:creationId xmlns:a16="http://schemas.microsoft.com/office/drawing/2014/main" id="{16D248B3-FEC1-402C-9C9E-E4DCA2939E5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1220" name="Line 12">
                <a:extLst>
                  <a:ext uri="{FF2B5EF4-FFF2-40B4-BE49-F238E27FC236}">
                    <a16:creationId xmlns:a16="http://schemas.microsoft.com/office/drawing/2014/main" id="{C2DC4FAF-569A-49E4-9B5D-590EF66090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1212" name="Text Box 13">
              <a:extLst>
                <a:ext uri="{FF2B5EF4-FFF2-40B4-BE49-F238E27FC236}">
                  <a16:creationId xmlns:a16="http://schemas.microsoft.com/office/drawing/2014/main" id="{A8142537-500A-4467-99F7-3A1ECFA03F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51213" name="Text Box 14">
              <a:extLst>
                <a:ext uri="{FF2B5EF4-FFF2-40B4-BE49-F238E27FC236}">
                  <a16:creationId xmlns:a16="http://schemas.microsoft.com/office/drawing/2014/main" id="{EBCBB4AC-CC6C-4B96-9F79-FD95A594B3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51214" name="Text Box 15">
              <a:extLst>
                <a:ext uri="{FF2B5EF4-FFF2-40B4-BE49-F238E27FC236}">
                  <a16:creationId xmlns:a16="http://schemas.microsoft.com/office/drawing/2014/main" id="{402F180A-5D0B-443F-80FB-ACEECD9563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51215" name="Text Box 16">
              <a:extLst>
                <a:ext uri="{FF2B5EF4-FFF2-40B4-BE49-F238E27FC236}">
                  <a16:creationId xmlns:a16="http://schemas.microsoft.com/office/drawing/2014/main" id="{9EE604D2-5A77-4F62-B7F2-D710C06EC89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1216" name="Text Box 17">
              <a:extLst>
                <a:ext uri="{FF2B5EF4-FFF2-40B4-BE49-F238E27FC236}">
                  <a16:creationId xmlns:a16="http://schemas.microsoft.com/office/drawing/2014/main" id="{43DA9C8A-ECF5-4C67-8B37-459DBABBEB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1217" name="Text Box 18">
              <a:extLst>
                <a:ext uri="{FF2B5EF4-FFF2-40B4-BE49-F238E27FC236}">
                  <a16:creationId xmlns:a16="http://schemas.microsoft.com/office/drawing/2014/main" id="{A412F833-15B7-4E0D-B8C4-821AC0C988F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(BDAU, KTHUC)</a:t>
              </a: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Date Placeholder 3">
            <a:extLst>
              <a:ext uri="{FF2B5EF4-FFF2-40B4-BE49-F238E27FC236}">
                <a16:creationId xmlns:a16="http://schemas.microsoft.com/office/drawing/2014/main" id="{07651773-4E5D-41B6-8633-2F41A00DD19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3251" name="Slide Number Placeholder 5">
            <a:extLst>
              <a:ext uri="{FF2B5EF4-FFF2-40B4-BE49-F238E27FC236}">
                <a16:creationId xmlns:a16="http://schemas.microsoft.com/office/drawing/2014/main" id="{18B324F4-F471-4197-8CEF-7006C4FF67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297A59D-193C-4139-BC51-A21ECD52C7D7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26</a:t>
            </a:fld>
            <a:endParaRPr lang="en-US" altLang="en-US" sz="1000"/>
          </a:p>
        </p:txBody>
      </p:sp>
      <p:sp>
        <p:nvSpPr>
          <p:cNvPr id="53252" name="Rectangle 2">
            <a:extLst>
              <a:ext uri="{FF2B5EF4-FFF2-40B4-BE49-F238E27FC236}">
                <a16:creationId xmlns:a16="http://schemas.microsoft.com/office/drawing/2014/main" id="{7A9CF51D-2C22-4070-990F-F9D306F99EB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sz="3500"/>
              <a:t>RBTV - Liên bộ liên thuộc tính</a:t>
            </a:r>
          </a:p>
        </p:txBody>
      </p:sp>
      <p:sp>
        <p:nvSpPr>
          <p:cNvPr id="53253" name="Rectangle 3">
            <a:extLst>
              <a:ext uri="{FF2B5EF4-FFF2-40B4-BE49-F238E27FC236}">
                <a16:creationId xmlns:a16="http://schemas.microsoft.com/office/drawing/2014/main" id="{65DA1AD4-77B8-4784-96DE-70D02225F5E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Đây là RBTV liên quan đến nhiều bộ có thể có thể có nhiều thuộc tính trong một quan hệ </a:t>
            </a:r>
          </a:p>
        </p:txBody>
      </p:sp>
      <p:grpSp>
        <p:nvGrpSpPr>
          <p:cNvPr id="2" name="Group 35">
            <a:extLst>
              <a:ext uri="{FF2B5EF4-FFF2-40B4-BE49-F238E27FC236}">
                <a16:creationId xmlns:a16="http://schemas.microsoft.com/office/drawing/2014/main" id="{B9BA0953-5FDD-4750-9B31-A97DBED4BB0B}"/>
              </a:ext>
            </a:extLst>
          </p:cNvPr>
          <p:cNvGrpSpPr>
            <a:grpSpLocks/>
          </p:cNvGrpSpPr>
          <p:nvPr/>
        </p:nvGrpSpPr>
        <p:grpSpPr bwMode="auto">
          <a:xfrm>
            <a:off x="2743200" y="3200400"/>
            <a:ext cx="2209800" cy="1219200"/>
            <a:chOff x="1728" y="2016"/>
            <a:chExt cx="1392" cy="768"/>
          </a:xfrm>
        </p:grpSpPr>
        <p:sp>
          <p:nvSpPr>
            <p:cNvPr id="53294" name="Rectangle 36">
              <a:extLst>
                <a:ext uri="{FF2B5EF4-FFF2-40B4-BE49-F238E27FC236}">
                  <a16:creationId xmlns:a16="http://schemas.microsoft.com/office/drawing/2014/main" id="{CDA1AB96-8D6A-4630-8895-9A10DF8C8C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400"/>
              <a:ext cx="1152" cy="38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53295" name="Rectangle 37">
              <a:extLst>
                <a:ext uri="{FF2B5EF4-FFF2-40B4-BE49-F238E27FC236}">
                  <a16:creationId xmlns:a16="http://schemas.microsoft.com/office/drawing/2014/main" id="{E6811611-B9F2-4E10-BC8A-CB3DF9A091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68" y="2016"/>
              <a:ext cx="1152" cy="192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grpSp>
          <p:nvGrpSpPr>
            <p:cNvPr id="53296" name="Group 38">
              <a:extLst>
                <a:ext uri="{FF2B5EF4-FFF2-40B4-BE49-F238E27FC236}">
                  <a16:creationId xmlns:a16="http://schemas.microsoft.com/office/drawing/2014/main" id="{B847A004-3E8C-4210-93CF-A5A9357BF2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2112"/>
              <a:ext cx="336" cy="480"/>
              <a:chOff x="1728" y="2112"/>
              <a:chExt cx="336" cy="480"/>
            </a:xfrm>
          </p:grpSpPr>
          <p:sp>
            <p:nvSpPr>
              <p:cNvPr id="53297" name="Line 39">
                <a:extLst>
                  <a:ext uri="{FF2B5EF4-FFF2-40B4-BE49-F238E27FC236}">
                    <a16:creationId xmlns:a16="http://schemas.microsoft.com/office/drawing/2014/main" id="{A4471CCE-990F-49BB-A6FF-6FF37CF7B7C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728" y="2112"/>
                <a:ext cx="28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8" name="Line 40">
                <a:extLst>
                  <a:ext uri="{FF2B5EF4-FFF2-40B4-BE49-F238E27FC236}">
                    <a16:creationId xmlns:a16="http://schemas.microsoft.com/office/drawing/2014/main" id="{C9D46C44-43F0-4F7B-A89A-B1CF69B526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112"/>
                <a:ext cx="0" cy="48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9" name="Line 41">
                <a:extLst>
                  <a:ext uri="{FF2B5EF4-FFF2-40B4-BE49-F238E27FC236}">
                    <a16:creationId xmlns:a16="http://schemas.microsoft.com/office/drawing/2014/main" id="{74A3184C-A50B-4D0C-8BFA-F584CBE6E33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2592"/>
                <a:ext cx="33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4" name="Group 42">
            <a:extLst>
              <a:ext uri="{FF2B5EF4-FFF2-40B4-BE49-F238E27FC236}">
                <a16:creationId xmlns:a16="http://schemas.microsoft.com/office/drawing/2014/main" id="{67C802C5-B045-447A-9F48-BE3F1CC13F62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590800"/>
            <a:ext cx="1219200" cy="1905000"/>
            <a:chOff x="2352" y="1680"/>
            <a:chExt cx="768" cy="1200"/>
          </a:xfrm>
        </p:grpSpPr>
        <p:grpSp>
          <p:nvGrpSpPr>
            <p:cNvPr id="53287" name="Group 43">
              <a:extLst>
                <a:ext uri="{FF2B5EF4-FFF2-40B4-BE49-F238E27FC236}">
                  <a16:creationId xmlns:a16="http://schemas.microsoft.com/office/drawing/2014/main" id="{1848C9DD-A5D3-46DF-AE82-A68FBC0FDB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824"/>
              <a:ext cx="768" cy="1056"/>
              <a:chOff x="2352" y="1824"/>
              <a:chExt cx="768" cy="1056"/>
            </a:xfrm>
          </p:grpSpPr>
          <p:sp>
            <p:nvSpPr>
              <p:cNvPr id="53292" name="Rectangle 44">
                <a:extLst>
                  <a:ext uri="{FF2B5EF4-FFF2-40B4-BE49-F238E27FC236}">
                    <a16:creationId xmlns:a16="http://schemas.microsoft.com/office/drawing/2014/main" id="{DA3A0DC0-2802-4754-87BC-F1230ED21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53293" name="Rectangle 45">
                <a:extLst>
                  <a:ext uri="{FF2B5EF4-FFF2-40B4-BE49-F238E27FC236}">
                    <a16:creationId xmlns:a16="http://schemas.microsoft.com/office/drawing/2014/main" id="{2F4297AB-CDCA-4EA1-BFD6-1175AF8426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824"/>
                <a:ext cx="192" cy="1056"/>
              </a:xfrm>
              <a:prstGeom prst="rect">
                <a:avLst/>
              </a:prstGeom>
              <a:solidFill>
                <a:srgbClr val="99CCFF">
                  <a:alpha val="79999"/>
                </a:srgbClr>
              </a:solidFill>
              <a:ln w="12700" algn="ctr">
                <a:solidFill>
                  <a:srgbClr val="99CCFF"/>
                </a:solidFill>
                <a:miter lim="800000"/>
                <a:headEnd/>
                <a:tailEnd/>
              </a:ln>
            </p:spPr>
            <p:txBody>
              <a:bodyPr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53288" name="Group 46">
              <a:extLst>
                <a:ext uri="{FF2B5EF4-FFF2-40B4-BE49-F238E27FC236}">
                  <a16:creationId xmlns:a16="http://schemas.microsoft.com/office/drawing/2014/main" id="{2CB49AFB-FD2F-4EC7-B3E9-89A5BCB36B8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496" y="1680"/>
              <a:ext cx="576" cy="240"/>
              <a:chOff x="2496" y="1680"/>
              <a:chExt cx="576" cy="240"/>
            </a:xfrm>
          </p:grpSpPr>
          <p:sp>
            <p:nvSpPr>
              <p:cNvPr id="53289" name="Line 47">
                <a:extLst>
                  <a:ext uri="{FF2B5EF4-FFF2-40B4-BE49-F238E27FC236}">
                    <a16:creationId xmlns:a16="http://schemas.microsoft.com/office/drawing/2014/main" id="{E2CE8A5D-9268-4FE0-A946-46767882EA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2496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0" name="Line 48">
                <a:extLst>
                  <a:ext uri="{FF2B5EF4-FFF2-40B4-BE49-F238E27FC236}">
                    <a16:creationId xmlns:a16="http://schemas.microsoft.com/office/drawing/2014/main" id="{672073FF-6177-4C27-9786-FAB63AE656D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072" y="1680"/>
                <a:ext cx="0" cy="24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3291" name="Line 49">
                <a:extLst>
                  <a:ext uri="{FF2B5EF4-FFF2-40B4-BE49-F238E27FC236}">
                    <a16:creationId xmlns:a16="http://schemas.microsoft.com/office/drawing/2014/main" id="{7F2DB3E2-15E1-4C81-B9E2-7CE234F2EC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496" y="1680"/>
                <a:ext cx="57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53256" name="Group 4">
            <a:extLst>
              <a:ext uri="{FF2B5EF4-FFF2-40B4-BE49-F238E27FC236}">
                <a16:creationId xmlns:a16="http://schemas.microsoft.com/office/drawing/2014/main" id="{803F5A5E-0999-47EC-A43F-924A2AD98E7E}"/>
              </a:ext>
            </a:extLst>
          </p:cNvPr>
          <p:cNvGrpSpPr>
            <a:grpSpLocks/>
          </p:cNvGrpSpPr>
          <p:nvPr/>
        </p:nvGrpSpPr>
        <p:grpSpPr bwMode="auto">
          <a:xfrm>
            <a:off x="2590800" y="2819400"/>
            <a:ext cx="2362200" cy="1676400"/>
            <a:chOff x="624" y="1392"/>
            <a:chExt cx="1488" cy="1056"/>
          </a:xfrm>
        </p:grpSpPr>
        <p:sp>
          <p:nvSpPr>
            <p:cNvPr id="53257" name="Line 5">
              <a:extLst>
                <a:ext uri="{FF2B5EF4-FFF2-40B4-BE49-F238E27FC236}">
                  <a16:creationId xmlns:a16="http://schemas.microsoft.com/office/drawing/2014/main" id="{6881A6A9-AB25-430E-AB05-EAA2C29D67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58" name="Text Box 6">
              <a:extLst>
                <a:ext uri="{FF2B5EF4-FFF2-40B4-BE49-F238E27FC236}">
                  <a16:creationId xmlns:a16="http://schemas.microsoft.com/office/drawing/2014/main" id="{A08B3203-48BF-48A2-89B9-F443CCE36A3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3259" name="Text Box 7">
              <a:extLst>
                <a:ext uri="{FF2B5EF4-FFF2-40B4-BE49-F238E27FC236}">
                  <a16:creationId xmlns:a16="http://schemas.microsoft.com/office/drawing/2014/main" id="{5CFD73BE-A811-4178-9612-929FFF8229C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3260" name="Text Box 8">
              <a:extLst>
                <a:ext uri="{FF2B5EF4-FFF2-40B4-BE49-F238E27FC236}">
                  <a16:creationId xmlns:a16="http://schemas.microsoft.com/office/drawing/2014/main" id="{5CFC5E57-2211-4482-A971-ACB0FE2DB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3261" name="Line 9">
              <a:extLst>
                <a:ext uri="{FF2B5EF4-FFF2-40B4-BE49-F238E27FC236}">
                  <a16:creationId xmlns:a16="http://schemas.microsoft.com/office/drawing/2014/main" id="{5634BB3D-8F12-4C01-938D-148476A92C0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2" name="Line 10">
              <a:extLst>
                <a:ext uri="{FF2B5EF4-FFF2-40B4-BE49-F238E27FC236}">
                  <a16:creationId xmlns:a16="http://schemas.microsoft.com/office/drawing/2014/main" id="{6181C83D-98CD-4E67-9E88-2ABDF9B72EA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3" name="Text Box 11">
              <a:extLst>
                <a:ext uri="{FF2B5EF4-FFF2-40B4-BE49-F238E27FC236}">
                  <a16:creationId xmlns:a16="http://schemas.microsoft.com/office/drawing/2014/main" id="{FE06EF8C-8513-4883-915A-BCAE101270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53264" name="Line 12">
              <a:extLst>
                <a:ext uri="{FF2B5EF4-FFF2-40B4-BE49-F238E27FC236}">
                  <a16:creationId xmlns:a16="http://schemas.microsoft.com/office/drawing/2014/main" id="{7F0BA80D-06D9-407C-86A7-BC0E9DAB00F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5" name="Text Box 13">
              <a:extLst>
                <a:ext uri="{FF2B5EF4-FFF2-40B4-BE49-F238E27FC236}">
                  <a16:creationId xmlns:a16="http://schemas.microsoft.com/office/drawing/2014/main" id="{9C8C9965-C13A-410E-BE06-7A6445A131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3266" name="Text Box 14">
              <a:extLst>
                <a:ext uri="{FF2B5EF4-FFF2-40B4-BE49-F238E27FC236}">
                  <a16:creationId xmlns:a16="http://schemas.microsoft.com/office/drawing/2014/main" id="{A12D4DB9-9AF6-4C17-8437-BC06F537E89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67" name="Line 15">
              <a:extLst>
                <a:ext uri="{FF2B5EF4-FFF2-40B4-BE49-F238E27FC236}">
                  <a16:creationId xmlns:a16="http://schemas.microsoft.com/office/drawing/2014/main" id="{D590BDAE-23FF-40CD-B631-8FCBF3CFEC1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8" name="Line 16">
              <a:extLst>
                <a:ext uri="{FF2B5EF4-FFF2-40B4-BE49-F238E27FC236}">
                  <a16:creationId xmlns:a16="http://schemas.microsoft.com/office/drawing/2014/main" id="{76CBF37D-4AD7-46EE-A1F2-05FC4C40A97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69" name="Line 17">
              <a:extLst>
                <a:ext uri="{FF2B5EF4-FFF2-40B4-BE49-F238E27FC236}">
                  <a16:creationId xmlns:a16="http://schemas.microsoft.com/office/drawing/2014/main" id="{0C6317FE-6DAF-4228-A042-06BAA54FEC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70" name="Text Box 18">
              <a:extLst>
                <a:ext uri="{FF2B5EF4-FFF2-40B4-BE49-F238E27FC236}">
                  <a16:creationId xmlns:a16="http://schemas.microsoft.com/office/drawing/2014/main" id="{B79BB9FF-5234-450E-85E5-7A08DB3B3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53271" name="Text Box 19">
              <a:extLst>
                <a:ext uri="{FF2B5EF4-FFF2-40B4-BE49-F238E27FC236}">
                  <a16:creationId xmlns:a16="http://schemas.microsoft.com/office/drawing/2014/main" id="{1C8014E1-0ED4-45B8-88AB-95FF2DC277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3272" name="Text Box 20">
              <a:extLst>
                <a:ext uri="{FF2B5EF4-FFF2-40B4-BE49-F238E27FC236}">
                  <a16:creationId xmlns:a16="http://schemas.microsoft.com/office/drawing/2014/main" id="{EE11F3A9-1B21-44C9-8D9D-CEFE26EB3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53273" name="Text Box 21">
              <a:extLst>
                <a:ext uri="{FF2B5EF4-FFF2-40B4-BE49-F238E27FC236}">
                  <a16:creationId xmlns:a16="http://schemas.microsoft.com/office/drawing/2014/main" id="{83448220-B747-4D3C-B186-2F1196AFD5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53274" name="Line 22">
              <a:extLst>
                <a:ext uri="{FF2B5EF4-FFF2-40B4-BE49-F238E27FC236}">
                  <a16:creationId xmlns:a16="http://schemas.microsoft.com/office/drawing/2014/main" id="{2D2DCB90-71E3-4031-9F21-C1533E03EBF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3275" name="Text Box 23">
              <a:extLst>
                <a:ext uri="{FF2B5EF4-FFF2-40B4-BE49-F238E27FC236}">
                  <a16:creationId xmlns:a16="http://schemas.microsoft.com/office/drawing/2014/main" id="{5D65DCC6-76EC-479E-898A-ED1896ED9FE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76" name="Text Box 24">
              <a:extLst>
                <a:ext uri="{FF2B5EF4-FFF2-40B4-BE49-F238E27FC236}">
                  <a16:creationId xmlns:a16="http://schemas.microsoft.com/office/drawing/2014/main" id="{FE7655A1-389F-41DD-81D9-9D0333CCA6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53277" name="Text Box 25">
              <a:extLst>
                <a:ext uri="{FF2B5EF4-FFF2-40B4-BE49-F238E27FC236}">
                  <a16:creationId xmlns:a16="http://schemas.microsoft.com/office/drawing/2014/main" id="{281CCB53-1369-4A35-91DC-8542924958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53278" name="Text Box 26">
              <a:extLst>
                <a:ext uri="{FF2B5EF4-FFF2-40B4-BE49-F238E27FC236}">
                  <a16:creationId xmlns:a16="http://schemas.microsoft.com/office/drawing/2014/main" id="{068686C7-BFD6-4DA7-8B47-860B0B1202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3279" name="Text Box 27">
              <a:extLst>
                <a:ext uri="{FF2B5EF4-FFF2-40B4-BE49-F238E27FC236}">
                  <a16:creationId xmlns:a16="http://schemas.microsoft.com/office/drawing/2014/main" id="{E4C56DF2-64C5-415F-B35F-7094A6488BD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53280" name="Text Box 28">
              <a:extLst>
                <a:ext uri="{FF2B5EF4-FFF2-40B4-BE49-F238E27FC236}">
                  <a16:creationId xmlns:a16="http://schemas.microsoft.com/office/drawing/2014/main" id="{0640DE81-2682-41C1-8D95-24811BFA96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53281" name="Text Box 29">
              <a:extLst>
                <a:ext uri="{FF2B5EF4-FFF2-40B4-BE49-F238E27FC236}">
                  <a16:creationId xmlns:a16="http://schemas.microsoft.com/office/drawing/2014/main" id="{210A7C8E-AE06-4A87-A87F-01ED5F46CB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53282" name="Text Box 30">
              <a:extLst>
                <a:ext uri="{FF2B5EF4-FFF2-40B4-BE49-F238E27FC236}">
                  <a16:creationId xmlns:a16="http://schemas.microsoft.com/office/drawing/2014/main" id="{27F6830F-9BF4-405F-AA7D-9B4DCF2A01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3283" name="Text Box 31">
              <a:extLst>
                <a:ext uri="{FF2B5EF4-FFF2-40B4-BE49-F238E27FC236}">
                  <a16:creationId xmlns:a16="http://schemas.microsoft.com/office/drawing/2014/main" id="{13A38E91-80B9-4215-89A2-02E42A6A943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84" name="Text Box 32">
              <a:extLst>
                <a:ext uri="{FF2B5EF4-FFF2-40B4-BE49-F238E27FC236}">
                  <a16:creationId xmlns:a16="http://schemas.microsoft.com/office/drawing/2014/main" id="{0A885E8B-596B-4D31-A602-BF7430130B1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85" name="Text Box 33">
              <a:extLst>
                <a:ext uri="{FF2B5EF4-FFF2-40B4-BE49-F238E27FC236}">
                  <a16:creationId xmlns:a16="http://schemas.microsoft.com/office/drawing/2014/main" id="{9B525BB0-0CBA-422C-BA1E-C697AC1216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3286" name="Line 34">
              <a:extLst>
                <a:ext uri="{FF2B5EF4-FFF2-40B4-BE49-F238E27FC236}">
                  <a16:creationId xmlns:a16="http://schemas.microsoft.com/office/drawing/2014/main" id="{80B52796-766B-482E-9DAB-EB23D366511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Date Placeholder 3">
            <a:extLst>
              <a:ext uri="{FF2B5EF4-FFF2-40B4-BE49-F238E27FC236}">
                <a16:creationId xmlns:a16="http://schemas.microsoft.com/office/drawing/2014/main" id="{52143746-82E9-44CB-B7E5-9D374B1A5F6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4275" name="Slide Number Placeholder 5">
            <a:extLst>
              <a:ext uri="{FF2B5EF4-FFF2-40B4-BE49-F238E27FC236}">
                <a16:creationId xmlns:a16="http://schemas.microsoft.com/office/drawing/2014/main" id="{412F2CF7-D13C-4807-9B4A-E627DC011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351298F-96DF-4976-8F20-F8C035A3066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27</a:t>
            </a:fld>
            <a:endParaRPr lang="en-US" altLang="en-US" sz="1000"/>
          </a:p>
        </p:txBody>
      </p:sp>
      <p:sp>
        <p:nvSpPr>
          <p:cNvPr id="54276" name="Rectangle 2">
            <a:extLst>
              <a:ext uri="{FF2B5EF4-FFF2-40B4-BE49-F238E27FC236}">
                <a16:creationId xmlns:a16="http://schemas.microsoft.com/office/drawing/2014/main" id="{609F9852-028A-4CAD-99C8-2954E1FE7CA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Ví dụ 10</a:t>
            </a:r>
          </a:p>
        </p:txBody>
      </p:sp>
      <p:sp>
        <p:nvSpPr>
          <p:cNvPr id="54277" name="Rectangle 3">
            <a:extLst>
              <a:ext uri="{FF2B5EF4-FFF2-40B4-BE49-F238E27FC236}">
                <a16:creationId xmlns:a16="http://schemas.microsoft.com/office/drawing/2014/main" id="{BDA98D56-4D9B-4F41-A8B8-8F745DEC5A5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 b="1" dirty="0"/>
              <a:t>HOADON</a:t>
            </a:r>
            <a:r>
              <a:rPr lang="en-US" altLang="en-US" dirty="0"/>
              <a:t>(</a:t>
            </a:r>
            <a:r>
              <a:rPr lang="en-US" altLang="en-US" u="sng" dirty="0"/>
              <a:t>MSHD, LOAIHD</a:t>
            </a:r>
            <a:r>
              <a:rPr lang="en-US" altLang="en-US" dirty="0"/>
              <a:t>, </a:t>
            </a:r>
            <a:r>
              <a:rPr lang="en-US" altLang="en-US" dirty="0" err="1"/>
              <a:t>DonGia_NX</a:t>
            </a:r>
            <a:r>
              <a:rPr lang="en-US" altLang="en-US" dirty="0"/>
              <a:t>) </a:t>
            </a:r>
          </a:p>
          <a:p>
            <a:pPr eaLnBrk="1" hangingPunct="1"/>
            <a:r>
              <a:rPr lang="en-US" altLang="en-US" dirty="0" err="1"/>
              <a:t>Hoá</a:t>
            </a:r>
            <a:r>
              <a:rPr lang="en-US" altLang="en-US" dirty="0"/>
              <a:t> </a:t>
            </a:r>
            <a:r>
              <a:rPr lang="en-US" altLang="en-US" dirty="0" err="1"/>
              <a:t>đơn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2 </a:t>
            </a:r>
            <a:r>
              <a:rPr lang="en-US" altLang="en-US" dirty="0" err="1"/>
              <a:t>loại</a:t>
            </a:r>
            <a:r>
              <a:rPr lang="en-US" altLang="en-US" dirty="0"/>
              <a:t>: </a:t>
            </a:r>
            <a:r>
              <a:rPr lang="en-US" altLang="en-US" dirty="0" err="1"/>
              <a:t>nhập</a:t>
            </a:r>
            <a:r>
              <a:rPr lang="en-US" altLang="en-US" dirty="0"/>
              <a:t> </a:t>
            </a:r>
            <a:r>
              <a:rPr lang="en-US" altLang="en-US" dirty="0" err="1"/>
              <a:t>và</a:t>
            </a:r>
            <a:r>
              <a:rPr lang="en-US" altLang="en-US" dirty="0"/>
              <a:t> </a:t>
            </a:r>
            <a:r>
              <a:rPr lang="en-US" altLang="en-US" dirty="0" err="1"/>
              <a:t>xuất</a:t>
            </a:r>
            <a:r>
              <a:rPr lang="en-US" altLang="en-US" dirty="0"/>
              <a:t>, </a:t>
            </a:r>
            <a:r>
              <a:rPr lang="en-US" altLang="en-US" dirty="0" err="1"/>
              <a:t>quy</a:t>
            </a:r>
            <a:r>
              <a:rPr lang="en-US" altLang="en-US" dirty="0"/>
              <a:t> </a:t>
            </a:r>
            <a:r>
              <a:rPr lang="en-US" altLang="en-US" dirty="0" err="1"/>
              <a:t>định</a:t>
            </a:r>
            <a:r>
              <a:rPr lang="en-US" altLang="en-US" dirty="0"/>
              <a:t>: </a:t>
            </a:r>
            <a:r>
              <a:rPr lang="en-US" altLang="en-US" dirty="0" err="1"/>
              <a:t>nhập</a:t>
            </a:r>
            <a:r>
              <a:rPr lang="en-US" altLang="en-US" dirty="0"/>
              <a:t> </a:t>
            </a:r>
            <a:r>
              <a:rPr lang="en-US" altLang="en-US" dirty="0" err="1"/>
              <a:t>trước</a:t>
            </a:r>
            <a:r>
              <a:rPr lang="en-US" altLang="en-US" dirty="0"/>
              <a:t>, </a:t>
            </a:r>
            <a:r>
              <a:rPr lang="en-US" altLang="en-US" dirty="0" err="1"/>
              <a:t>xuất</a:t>
            </a:r>
            <a:r>
              <a:rPr lang="en-US" altLang="en-US" dirty="0"/>
              <a:t> </a:t>
            </a:r>
            <a:r>
              <a:rPr lang="en-US" altLang="en-US" dirty="0" err="1"/>
              <a:t>sau</a:t>
            </a:r>
            <a:r>
              <a:rPr lang="en-US" altLang="en-US" dirty="0"/>
              <a:t>.</a:t>
            </a:r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HOADON</a:t>
            </a:r>
          </a:p>
          <a:p>
            <a:pPr lvl="1" eaLnBrk="1" hangingPunct="1"/>
            <a:r>
              <a:rPr lang="en-US" altLang="en-US" dirty="0" err="1"/>
              <a:t>Nội</a:t>
            </a:r>
            <a:r>
              <a:rPr lang="en-US" altLang="en-US" dirty="0"/>
              <a:t> dung: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endParaRPr lang="en-US" altLang="en-US" dirty="0"/>
          </a:p>
          <a:p>
            <a:pPr lvl="1" eaLnBrk="1" hangingPunct="1"/>
            <a:endParaRPr lang="en-US" altLang="en-US" dirty="0"/>
          </a:p>
        </p:txBody>
      </p:sp>
      <p:sp>
        <p:nvSpPr>
          <p:cNvPr id="54278" name="Text Box 4">
            <a:extLst>
              <a:ext uri="{FF2B5EF4-FFF2-40B4-BE49-F238E27FC236}">
                <a16:creationId xmlns:a16="http://schemas.microsoft.com/office/drawing/2014/main" id="{5653BD00-18EF-477C-8814-C9E0372DE35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28800" y="3048000"/>
            <a:ext cx="7315200" cy="854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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h </a:t>
            </a: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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hoaDon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 (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h.loaiHD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=‘X’ ^(</a:t>
            </a: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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t </a:t>
            </a:r>
            <a:r>
              <a:rPr lang="en-US" altLang="en-US" sz="2500" b="1" dirty="0">
                <a:latin typeface="Tahoma" panose="020B0604030504040204" pitchFamily="34" charset="0"/>
                <a:sym typeface="Symbol" panose="05050102010706020507" pitchFamily="18" charset="2"/>
              </a:rPr>
              <a:t> 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hoadon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(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t.loaiHD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=‘N’ ^ 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h.mshd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=</a:t>
            </a:r>
            <a:r>
              <a:rPr lang="en-US" altLang="en-US" sz="2500" dirty="0" err="1">
                <a:latin typeface="Tahoma" panose="020B0604030504040204" pitchFamily="34" charset="0"/>
                <a:sym typeface="Symbol" panose="05050102010706020507" pitchFamily="18" charset="2"/>
              </a:rPr>
              <a:t>t.mshd</a:t>
            </a:r>
            <a:r>
              <a:rPr lang="en-US" altLang="en-US" sz="2500" dirty="0">
                <a:latin typeface="Tahoma" panose="020B0604030504040204" pitchFamily="34" charset="0"/>
                <a:sym typeface="Symbol" panose="05050102010706020507" pitchFamily="18" charset="2"/>
              </a:rPr>
              <a:t> )))</a:t>
            </a:r>
            <a:endParaRPr lang="en-US" altLang="en-US" sz="2500" dirty="0">
              <a:latin typeface="Tahoma" panose="020B0604030504040204" pitchFamily="34" charset="0"/>
            </a:endParaRPr>
          </a:p>
        </p:txBody>
      </p:sp>
      <p:grpSp>
        <p:nvGrpSpPr>
          <p:cNvPr id="54279" name="Group 5">
            <a:extLst>
              <a:ext uri="{FF2B5EF4-FFF2-40B4-BE49-F238E27FC236}">
                <a16:creationId xmlns:a16="http://schemas.microsoft.com/office/drawing/2014/main" id="{31779BB6-F369-4A73-AE82-26E18680BFE0}"/>
              </a:ext>
            </a:extLst>
          </p:cNvPr>
          <p:cNvGrpSpPr>
            <a:grpSpLocks/>
          </p:cNvGrpSpPr>
          <p:nvPr/>
        </p:nvGrpSpPr>
        <p:grpSpPr bwMode="auto">
          <a:xfrm>
            <a:off x="1600200" y="4876804"/>
            <a:ext cx="6172200" cy="1209676"/>
            <a:chOff x="960" y="3312"/>
            <a:chExt cx="3888" cy="762"/>
          </a:xfrm>
        </p:grpSpPr>
        <p:sp>
          <p:nvSpPr>
            <p:cNvPr id="54282" name="Line 6">
              <a:extLst>
                <a:ext uri="{FF2B5EF4-FFF2-40B4-BE49-F238E27FC236}">
                  <a16:creationId xmlns:a16="http://schemas.microsoft.com/office/drawing/2014/main" id="{1630E66A-065C-4792-AFC3-2B06FFBA99C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3552"/>
              <a:ext cx="321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4283" name="Text Box 7">
              <a:extLst>
                <a:ext uri="{FF2B5EF4-FFF2-40B4-BE49-F238E27FC236}">
                  <a16:creationId xmlns:a16="http://schemas.microsoft.com/office/drawing/2014/main" id="{AB786CB4-5403-4697-8121-9813E70220C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10</a:t>
              </a:r>
            </a:p>
          </p:txBody>
        </p:sp>
        <p:sp>
          <p:nvSpPr>
            <p:cNvPr id="54284" name="Text Box 8">
              <a:extLst>
                <a:ext uri="{FF2B5EF4-FFF2-40B4-BE49-F238E27FC236}">
                  <a16:creationId xmlns:a16="http://schemas.microsoft.com/office/drawing/2014/main" id="{719C322A-0978-4F19-A397-1D2596943B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HOADON</a:t>
              </a:r>
            </a:p>
          </p:txBody>
        </p:sp>
        <p:grpSp>
          <p:nvGrpSpPr>
            <p:cNvPr id="54285" name="Group 9">
              <a:extLst>
                <a:ext uri="{FF2B5EF4-FFF2-40B4-BE49-F238E27FC236}">
                  <a16:creationId xmlns:a16="http://schemas.microsoft.com/office/drawing/2014/main" id="{C64600B3-6930-48B9-9B78-352C0698E3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2" y="3312"/>
              <a:ext cx="1488" cy="576"/>
              <a:chOff x="2160" y="3168"/>
              <a:chExt cx="1488" cy="624"/>
            </a:xfrm>
          </p:grpSpPr>
          <p:sp>
            <p:nvSpPr>
              <p:cNvPr id="54292" name="Line 10">
                <a:extLst>
                  <a:ext uri="{FF2B5EF4-FFF2-40B4-BE49-F238E27FC236}">
                    <a16:creationId xmlns:a16="http://schemas.microsoft.com/office/drawing/2014/main" id="{AA0B8B65-8552-46A9-A9A2-5713DAA9B18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293" name="Line 11">
                <a:extLst>
                  <a:ext uri="{FF2B5EF4-FFF2-40B4-BE49-F238E27FC236}">
                    <a16:creationId xmlns:a16="http://schemas.microsoft.com/office/drawing/2014/main" id="{13FE0443-57C7-4DC1-AD8E-685382D07EF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4294" name="Line 12">
                <a:extLst>
                  <a:ext uri="{FF2B5EF4-FFF2-40B4-BE49-F238E27FC236}">
                    <a16:creationId xmlns:a16="http://schemas.microsoft.com/office/drawing/2014/main" id="{B35915D6-650A-44E0-B5F8-847F92F1F5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4286" name="Text Box 13">
              <a:extLst>
                <a:ext uri="{FF2B5EF4-FFF2-40B4-BE49-F238E27FC236}">
                  <a16:creationId xmlns:a16="http://schemas.microsoft.com/office/drawing/2014/main" id="{FA95BB13-6445-469C-8BE3-C31D114442F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54287" name="Text Box 14">
              <a:extLst>
                <a:ext uri="{FF2B5EF4-FFF2-40B4-BE49-F238E27FC236}">
                  <a16:creationId xmlns:a16="http://schemas.microsoft.com/office/drawing/2014/main" id="{E9F236B7-5B0B-47A3-A4A3-43F2BB2B21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4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54288" name="Text Box 15">
              <a:extLst>
                <a:ext uri="{FF2B5EF4-FFF2-40B4-BE49-F238E27FC236}">
                  <a16:creationId xmlns:a16="http://schemas.microsoft.com/office/drawing/2014/main" id="{7248434D-81FD-4A67-A1F6-DEC9FAEB48A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54289" name="Text Box 16">
              <a:extLst>
                <a:ext uri="{FF2B5EF4-FFF2-40B4-BE49-F238E27FC236}">
                  <a16:creationId xmlns:a16="http://schemas.microsoft.com/office/drawing/2014/main" id="{E1713298-B987-4540-97C5-579A6B8B0CB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72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4290" name="Text Box 17">
              <a:extLst>
                <a:ext uri="{FF2B5EF4-FFF2-40B4-BE49-F238E27FC236}">
                  <a16:creationId xmlns:a16="http://schemas.microsoft.com/office/drawing/2014/main" id="{1817AD60-F6CD-4819-9450-7166F8F5DF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92" y="358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4291" name="Text Box 18">
              <a:extLst>
                <a:ext uri="{FF2B5EF4-FFF2-40B4-BE49-F238E27FC236}">
                  <a16:creationId xmlns:a16="http://schemas.microsoft.com/office/drawing/2014/main" id="{7D0B3F65-AB1D-46E5-BBFF-22607F0FED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60" y="3580"/>
              <a:ext cx="1488" cy="4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+ </a:t>
              </a:r>
            </a:p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(MSHD, LOAIHD)</a:t>
              </a:r>
              <a:endParaRPr lang="en-US" altLang="en-US" sz="1800" dirty="0">
                <a:latin typeface="Tahoma" panose="020B0604030504040204" pitchFamily="34" charset="0"/>
              </a:endParaRPr>
            </a:p>
          </p:txBody>
        </p:sp>
      </p:grp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4CAAA6-91CE-415D-A8DA-1CD183C81D95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5299" name="Slide Number Placeholder 5">
            <a:extLst>
              <a:ext uri="{FF2B5EF4-FFF2-40B4-BE49-F238E27FC236}">
                <a16:creationId xmlns:a16="http://schemas.microsoft.com/office/drawing/2014/main" id="{652F89E1-3D60-4743-AB5A-6DA4E4DD27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E3AC515-0C8C-4D6C-BD21-394EDBF36EF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28</a:t>
            </a:fld>
            <a:endParaRPr lang="en-US" altLang="en-US" sz="1000"/>
          </a:p>
        </p:txBody>
      </p:sp>
      <p:sp>
        <p:nvSpPr>
          <p:cNvPr id="55300" name="Rectangle 2">
            <a:extLst>
              <a:ext uri="{FF2B5EF4-FFF2-40B4-BE49-F238E27FC236}">
                <a16:creationId xmlns:a16="http://schemas.microsoft.com/office/drawing/2014/main" id="{06907595-6195-4B58-B278-4CFF281CFE4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Nhiều quan hệ</a:t>
            </a:r>
          </a:p>
        </p:txBody>
      </p:sp>
      <p:sp>
        <p:nvSpPr>
          <p:cNvPr id="55301" name="Rectangle 3">
            <a:extLst>
              <a:ext uri="{FF2B5EF4-FFF2-40B4-BE49-F238E27FC236}">
                <a16:creationId xmlns:a16="http://schemas.microsoft.com/office/drawing/2014/main" id="{525C665A-2BB2-4132-B069-6FB7CB2A9B5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Tham chiếu</a:t>
            </a:r>
          </a:p>
          <a:p>
            <a:pPr eaLnBrk="1" hangingPunct="1"/>
            <a:r>
              <a:rPr lang="en-US" altLang="en-US"/>
              <a:t>Liên bộ, liên quan hệ</a:t>
            </a:r>
          </a:p>
          <a:p>
            <a:pPr eaLnBrk="1" hangingPunct="1"/>
            <a:r>
              <a:rPr lang="en-US" altLang="en-US"/>
              <a:t>Liên thuộc tính, liên quan hệ</a:t>
            </a:r>
          </a:p>
          <a:p>
            <a:pPr eaLnBrk="1" hangingPunct="1"/>
            <a:r>
              <a:rPr lang="en-US" altLang="en-US"/>
              <a:t>Thuộc tính tổng hợp</a:t>
            </a:r>
          </a:p>
          <a:p>
            <a:pPr eaLnBrk="1" hangingPunct="1"/>
            <a:r>
              <a:rPr lang="en-US" altLang="en-US"/>
              <a:t>Chu trình</a:t>
            </a:r>
          </a:p>
          <a:p>
            <a:pPr eaLnBrk="1" hangingPunct="1"/>
            <a:endParaRPr lang="en-US" alt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Date Placeholder 3">
            <a:extLst>
              <a:ext uri="{FF2B5EF4-FFF2-40B4-BE49-F238E27FC236}">
                <a16:creationId xmlns:a16="http://schemas.microsoft.com/office/drawing/2014/main" id="{3D48C125-57B4-4D23-B351-D9B5DB98270C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6323" name="Slide Number Placeholder 5">
            <a:extLst>
              <a:ext uri="{FF2B5EF4-FFF2-40B4-BE49-F238E27FC236}">
                <a16:creationId xmlns:a16="http://schemas.microsoft.com/office/drawing/2014/main" id="{CA7A891F-C955-4DC7-977B-00F21DC31F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DEC92E2-6BBD-4A79-909A-D4B03A099F3A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29</a:t>
            </a:fld>
            <a:endParaRPr lang="en-US" altLang="en-US" sz="1000"/>
          </a:p>
        </p:txBody>
      </p:sp>
      <p:grpSp>
        <p:nvGrpSpPr>
          <p:cNvPr id="2" name="Group 66">
            <a:extLst>
              <a:ext uri="{FF2B5EF4-FFF2-40B4-BE49-F238E27FC236}">
                <a16:creationId xmlns:a16="http://schemas.microsoft.com/office/drawing/2014/main" id="{26FC2E85-89A0-4F17-B974-DEC0D83F13A4}"/>
              </a:ext>
            </a:extLst>
          </p:cNvPr>
          <p:cNvGrpSpPr>
            <a:grpSpLocks/>
          </p:cNvGrpSpPr>
          <p:nvPr/>
        </p:nvGrpSpPr>
        <p:grpSpPr bwMode="auto">
          <a:xfrm>
            <a:off x="3581400" y="2514600"/>
            <a:ext cx="3276600" cy="1676400"/>
            <a:chOff x="1872" y="1968"/>
            <a:chExt cx="2064" cy="1056"/>
          </a:xfrm>
        </p:grpSpPr>
        <p:sp>
          <p:nvSpPr>
            <p:cNvPr id="56377" name="Rectangle 59">
              <a:extLst>
                <a:ext uri="{FF2B5EF4-FFF2-40B4-BE49-F238E27FC236}">
                  <a16:creationId xmlns:a16="http://schemas.microsoft.com/office/drawing/2014/main" id="{68989566-3B25-42F1-877C-6F75D12F9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648" y="2064"/>
              <a:ext cx="288" cy="624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56378" name="Rectangle 58">
              <a:extLst>
                <a:ext uri="{FF2B5EF4-FFF2-40B4-BE49-F238E27FC236}">
                  <a16:creationId xmlns:a16="http://schemas.microsoft.com/office/drawing/2014/main" id="{150F0550-EA81-4D93-8AF8-95745EE9D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72" y="1968"/>
              <a:ext cx="288" cy="1056"/>
            </a:xfrm>
            <a:prstGeom prst="rect">
              <a:avLst/>
            </a:prstGeom>
            <a:solidFill>
              <a:srgbClr val="99CCFF">
                <a:alpha val="79999"/>
              </a:srgbClr>
            </a:solidFill>
            <a:ln w="12700" algn="ctr">
              <a:solidFill>
                <a:srgbClr val="99CCFF"/>
              </a:solidFill>
              <a:miter lim="800000"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56379" name="Line 64">
              <a:extLst>
                <a:ext uri="{FF2B5EF4-FFF2-40B4-BE49-F238E27FC236}">
                  <a16:creationId xmlns:a16="http://schemas.microsoft.com/office/drawing/2014/main" id="{37EE3EA8-E446-4E2E-A103-B47887CE2D8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592"/>
              <a:ext cx="1680" cy="9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56380" name="Line 65">
              <a:extLst>
                <a:ext uri="{FF2B5EF4-FFF2-40B4-BE49-F238E27FC236}">
                  <a16:creationId xmlns:a16="http://schemas.microsoft.com/office/drawing/2014/main" id="{225D58E7-D76D-4F49-9D2B-93E403BEEBBB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64" y="2400"/>
              <a:ext cx="1680" cy="9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56325" name="Rectangle 9">
            <a:extLst>
              <a:ext uri="{FF2B5EF4-FFF2-40B4-BE49-F238E27FC236}">
                <a16:creationId xmlns:a16="http://schemas.microsoft.com/office/drawing/2014/main" id="{1241CEFC-8518-4117-8B08-ECA36BB196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04800"/>
            <a:ext cx="8229600" cy="620713"/>
          </a:xfrm>
        </p:spPr>
        <p:txBody>
          <a:bodyPr/>
          <a:lstStyle/>
          <a:p>
            <a:pPr eaLnBrk="1" hangingPunct="1"/>
            <a:r>
              <a:rPr lang="en-US" altLang="en-US" sz="3500"/>
              <a:t>RBTV - Tham chiếu</a:t>
            </a:r>
          </a:p>
        </p:txBody>
      </p:sp>
      <p:sp>
        <p:nvSpPr>
          <p:cNvPr id="56326" name="Rectangle 10">
            <a:extLst>
              <a:ext uri="{FF2B5EF4-FFF2-40B4-BE49-F238E27FC236}">
                <a16:creationId xmlns:a16="http://schemas.microsoft.com/office/drawing/2014/main" id="{4CDE1CB2-55A3-4D2C-8991-7BD4589B4A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0668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Giá trị xuất hiện tại các thuộc tính trong một quan hệ nào đó phải tham chiếu đến giá trị khóa chính của một quan hệ khác cho trước</a:t>
            </a:r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endParaRPr lang="en-US" altLang="en-US"/>
          </a:p>
          <a:p>
            <a:pPr eaLnBrk="1" hangingPunct="1"/>
            <a:r>
              <a:rPr lang="en-US" altLang="en-US"/>
              <a:t>Có 2 trường hợp </a:t>
            </a:r>
          </a:p>
          <a:p>
            <a:pPr lvl="1" eaLnBrk="1" hangingPunct="1"/>
            <a:r>
              <a:rPr lang="en-US" altLang="en-US"/>
              <a:t>Chỉ có sự hiện diện của khoá ngoại. </a:t>
            </a:r>
          </a:p>
          <a:p>
            <a:pPr lvl="1" eaLnBrk="1" hangingPunct="1"/>
            <a:r>
              <a:rPr lang="en-US" altLang="en-US"/>
              <a:t>Có sự lồng khoá.</a:t>
            </a:r>
          </a:p>
        </p:txBody>
      </p:sp>
      <p:grpSp>
        <p:nvGrpSpPr>
          <p:cNvPr id="56327" name="Group 11">
            <a:extLst>
              <a:ext uri="{FF2B5EF4-FFF2-40B4-BE49-F238E27FC236}">
                <a16:creationId xmlns:a16="http://schemas.microsoft.com/office/drawing/2014/main" id="{65327D7B-0E5A-49C6-9C4E-25B475ADB107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2514600"/>
            <a:ext cx="2362200" cy="1676400"/>
            <a:chOff x="624" y="1392"/>
            <a:chExt cx="1488" cy="1056"/>
          </a:xfrm>
        </p:grpSpPr>
        <p:sp>
          <p:nvSpPr>
            <p:cNvPr id="56347" name="Line 12">
              <a:extLst>
                <a:ext uri="{FF2B5EF4-FFF2-40B4-BE49-F238E27FC236}">
                  <a16:creationId xmlns:a16="http://schemas.microsoft.com/office/drawing/2014/main" id="{D6C242F9-8E80-4678-96FD-E1EA8622CE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48" name="Text Box 13">
              <a:extLst>
                <a:ext uri="{FF2B5EF4-FFF2-40B4-BE49-F238E27FC236}">
                  <a16:creationId xmlns:a16="http://schemas.microsoft.com/office/drawing/2014/main" id="{9E3D010D-9669-4361-82E5-FB65ACB358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56349" name="Text Box 14">
              <a:extLst>
                <a:ext uri="{FF2B5EF4-FFF2-40B4-BE49-F238E27FC236}">
                  <a16:creationId xmlns:a16="http://schemas.microsoft.com/office/drawing/2014/main" id="{AAFB510A-B60D-403F-927E-196E25C7CC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56350" name="Text Box 15">
              <a:extLst>
                <a:ext uri="{FF2B5EF4-FFF2-40B4-BE49-F238E27FC236}">
                  <a16:creationId xmlns:a16="http://schemas.microsoft.com/office/drawing/2014/main" id="{50ED9966-3EBC-4650-85F7-F8B7C93027B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6351" name="Line 16">
              <a:extLst>
                <a:ext uri="{FF2B5EF4-FFF2-40B4-BE49-F238E27FC236}">
                  <a16:creationId xmlns:a16="http://schemas.microsoft.com/office/drawing/2014/main" id="{50F8957D-52AA-487E-A26D-DDEBF28E30C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2" name="Line 17">
              <a:extLst>
                <a:ext uri="{FF2B5EF4-FFF2-40B4-BE49-F238E27FC236}">
                  <a16:creationId xmlns:a16="http://schemas.microsoft.com/office/drawing/2014/main" id="{4DB8366D-58A6-4AD7-8CA5-DFFC3C40C65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3" name="Text Box 18">
              <a:extLst>
                <a:ext uri="{FF2B5EF4-FFF2-40B4-BE49-F238E27FC236}">
                  <a16:creationId xmlns:a16="http://schemas.microsoft.com/office/drawing/2014/main" id="{F9F553E5-9C96-41B3-8B58-DF863BD4598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56354" name="Line 19">
              <a:extLst>
                <a:ext uri="{FF2B5EF4-FFF2-40B4-BE49-F238E27FC236}">
                  <a16:creationId xmlns:a16="http://schemas.microsoft.com/office/drawing/2014/main" id="{4611B520-7F79-4062-B86A-048B01C7DF4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5" name="Text Box 20">
              <a:extLst>
                <a:ext uri="{FF2B5EF4-FFF2-40B4-BE49-F238E27FC236}">
                  <a16:creationId xmlns:a16="http://schemas.microsoft.com/office/drawing/2014/main" id="{A2A96754-8B2E-4376-B4BC-60E6878568D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6356" name="Text Box 21">
              <a:extLst>
                <a:ext uri="{FF2B5EF4-FFF2-40B4-BE49-F238E27FC236}">
                  <a16:creationId xmlns:a16="http://schemas.microsoft.com/office/drawing/2014/main" id="{D19FFEFC-E171-4FB3-B301-88FE195A7B5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57" name="Line 22">
              <a:extLst>
                <a:ext uri="{FF2B5EF4-FFF2-40B4-BE49-F238E27FC236}">
                  <a16:creationId xmlns:a16="http://schemas.microsoft.com/office/drawing/2014/main" id="{8D18EAC2-7F39-4079-9512-A28B3CB5FC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8" name="Line 23">
              <a:extLst>
                <a:ext uri="{FF2B5EF4-FFF2-40B4-BE49-F238E27FC236}">
                  <a16:creationId xmlns:a16="http://schemas.microsoft.com/office/drawing/2014/main" id="{2DC33897-7B16-447E-ADB0-DF325F5E5A1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59" name="Line 24">
              <a:extLst>
                <a:ext uri="{FF2B5EF4-FFF2-40B4-BE49-F238E27FC236}">
                  <a16:creationId xmlns:a16="http://schemas.microsoft.com/office/drawing/2014/main" id="{77A48BF2-FE6B-4A57-9744-BBEA65CC437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60" name="Text Box 25">
              <a:extLst>
                <a:ext uri="{FF2B5EF4-FFF2-40B4-BE49-F238E27FC236}">
                  <a16:creationId xmlns:a16="http://schemas.microsoft.com/office/drawing/2014/main" id="{6410B0BA-167E-44C3-843E-AE15CA63B2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56361" name="Text Box 26">
              <a:extLst>
                <a:ext uri="{FF2B5EF4-FFF2-40B4-BE49-F238E27FC236}">
                  <a16:creationId xmlns:a16="http://schemas.microsoft.com/office/drawing/2014/main" id="{DDB3FD78-C08B-4C75-A4D8-595AA4D3A6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6362" name="Text Box 27">
              <a:extLst>
                <a:ext uri="{FF2B5EF4-FFF2-40B4-BE49-F238E27FC236}">
                  <a16:creationId xmlns:a16="http://schemas.microsoft.com/office/drawing/2014/main" id="{004F02F4-7266-40AF-87C0-265AD3230B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56363" name="Text Box 28">
              <a:extLst>
                <a:ext uri="{FF2B5EF4-FFF2-40B4-BE49-F238E27FC236}">
                  <a16:creationId xmlns:a16="http://schemas.microsoft.com/office/drawing/2014/main" id="{CF31487B-A253-4055-A454-E983C7BFA4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56364" name="Line 29">
              <a:extLst>
                <a:ext uri="{FF2B5EF4-FFF2-40B4-BE49-F238E27FC236}">
                  <a16:creationId xmlns:a16="http://schemas.microsoft.com/office/drawing/2014/main" id="{2C3C6A95-6869-447F-8AAA-7B88171AF5B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65" name="Text Box 30">
              <a:extLst>
                <a:ext uri="{FF2B5EF4-FFF2-40B4-BE49-F238E27FC236}">
                  <a16:creationId xmlns:a16="http://schemas.microsoft.com/office/drawing/2014/main" id="{8C72D1C4-87CD-4845-930F-A3CDE59BE24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66" name="Text Box 31">
              <a:extLst>
                <a:ext uri="{FF2B5EF4-FFF2-40B4-BE49-F238E27FC236}">
                  <a16:creationId xmlns:a16="http://schemas.microsoft.com/office/drawing/2014/main" id="{C1885650-B77D-43E7-9FFD-C7BECC6183F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56367" name="Text Box 32">
              <a:extLst>
                <a:ext uri="{FF2B5EF4-FFF2-40B4-BE49-F238E27FC236}">
                  <a16:creationId xmlns:a16="http://schemas.microsoft.com/office/drawing/2014/main" id="{42F32466-D968-4A8E-AE36-90157EB9536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u="sng">
                  <a:latin typeface="Tahoma" panose="020B0604030504040204" pitchFamily="34" charset="0"/>
                </a:rPr>
                <a:t>D  </a:t>
              </a:r>
            </a:p>
          </p:txBody>
        </p:sp>
        <p:sp>
          <p:nvSpPr>
            <p:cNvPr id="56368" name="Text Box 33">
              <a:extLst>
                <a:ext uri="{FF2B5EF4-FFF2-40B4-BE49-F238E27FC236}">
                  <a16:creationId xmlns:a16="http://schemas.microsoft.com/office/drawing/2014/main" id="{60B8C96B-F17D-4276-98A9-E0E43C98898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6369" name="Text Box 34">
              <a:extLst>
                <a:ext uri="{FF2B5EF4-FFF2-40B4-BE49-F238E27FC236}">
                  <a16:creationId xmlns:a16="http://schemas.microsoft.com/office/drawing/2014/main" id="{9C83ED0A-229A-4691-9C41-C9109B755E2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56370" name="Text Box 35">
              <a:extLst>
                <a:ext uri="{FF2B5EF4-FFF2-40B4-BE49-F238E27FC236}">
                  <a16:creationId xmlns:a16="http://schemas.microsoft.com/office/drawing/2014/main" id="{40E4D95A-65F8-4A31-BCA1-9C80412280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56371" name="Text Box 36">
              <a:extLst>
                <a:ext uri="{FF2B5EF4-FFF2-40B4-BE49-F238E27FC236}">
                  <a16:creationId xmlns:a16="http://schemas.microsoft.com/office/drawing/2014/main" id="{112D5221-F2B0-4C9B-9DAC-3C9007B912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56372" name="Text Box 37">
              <a:extLst>
                <a:ext uri="{FF2B5EF4-FFF2-40B4-BE49-F238E27FC236}">
                  <a16:creationId xmlns:a16="http://schemas.microsoft.com/office/drawing/2014/main" id="{4D874434-3F9E-4A83-9062-6292370453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56373" name="Text Box 38">
              <a:extLst>
                <a:ext uri="{FF2B5EF4-FFF2-40B4-BE49-F238E27FC236}">
                  <a16:creationId xmlns:a16="http://schemas.microsoft.com/office/drawing/2014/main" id="{A115019B-A3A2-4914-AB4B-B8BDFD21B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74" name="Text Box 39">
              <a:extLst>
                <a:ext uri="{FF2B5EF4-FFF2-40B4-BE49-F238E27FC236}">
                  <a16:creationId xmlns:a16="http://schemas.microsoft.com/office/drawing/2014/main" id="{F3AB8C63-AF29-4530-B965-73995926DD3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75" name="Text Box 40">
              <a:extLst>
                <a:ext uri="{FF2B5EF4-FFF2-40B4-BE49-F238E27FC236}">
                  <a16:creationId xmlns:a16="http://schemas.microsoft.com/office/drawing/2014/main" id="{31FEF413-8B19-44BB-B825-F6986BE81F1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56376" name="Line 41">
              <a:extLst>
                <a:ext uri="{FF2B5EF4-FFF2-40B4-BE49-F238E27FC236}">
                  <a16:creationId xmlns:a16="http://schemas.microsoft.com/office/drawing/2014/main" id="{E7188202-05F6-42BE-ABA7-9E05AE3FF0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6328" name="Group 42">
            <a:extLst>
              <a:ext uri="{FF2B5EF4-FFF2-40B4-BE49-F238E27FC236}">
                <a16:creationId xmlns:a16="http://schemas.microsoft.com/office/drawing/2014/main" id="{6696C577-2BC2-42B9-9403-291672B815CC}"/>
              </a:ext>
            </a:extLst>
          </p:cNvPr>
          <p:cNvGrpSpPr>
            <a:grpSpLocks/>
          </p:cNvGrpSpPr>
          <p:nvPr/>
        </p:nvGrpSpPr>
        <p:grpSpPr bwMode="auto">
          <a:xfrm>
            <a:off x="5867400" y="2667000"/>
            <a:ext cx="1447800" cy="990600"/>
            <a:chOff x="528" y="1248"/>
            <a:chExt cx="912" cy="624"/>
          </a:xfrm>
        </p:grpSpPr>
        <p:sp>
          <p:nvSpPr>
            <p:cNvPr id="56332" name="Line 43">
              <a:extLst>
                <a:ext uri="{FF2B5EF4-FFF2-40B4-BE49-F238E27FC236}">
                  <a16:creationId xmlns:a16="http://schemas.microsoft.com/office/drawing/2014/main" id="{BDCAB547-CBBC-484E-9C69-445FDCF9BE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440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33" name="Text Box 44">
              <a:extLst>
                <a:ext uri="{FF2B5EF4-FFF2-40B4-BE49-F238E27FC236}">
                  <a16:creationId xmlns:a16="http://schemas.microsoft.com/office/drawing/2014/main" id="{A13F4760-9163-41EB-AECD-2DD253A291C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E</a:t>
              </a:r>
            </a:p>
          </p:txBody>
        </p:sp>
        <p:sp>
          <p:nvSpPr>
            <p:cNvPr id="56334" name="Text Box 45">
              <a:extLst>
                <a:ext uri="{FF2B5EF4-FFF2-40B4-BE49-F238E27FC236}">
                  <a16:creationId xmlns:a16="http://schemas.microsoft.com/office/drawing/2014/main" id="{A7933A48-C50B-4F57-B192-BCED73CBCB9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24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F</a:t>
              </a:r>
            </a:p>
          </p:txBody>
        </p:sp>
        <p:sp>
          <p:nvSpPr>
            <p:cNvPr id="56335" name="Text Box 46">
              <a:extLst>
                <a:ext uri="{FF2B5EF4-FFF2-40B4-BE49-F238E27FC236}">
                  <a16:creationId xmlns:a16="http://schemas.microsoft.com/office/drawing/2014/main" id="{027013EA-D065-4D9B-BEAB-D6E6988C04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56336" name="Line 47">
              <a:extLst>
                <a:ext uri="{FF2B5EF4-FFF2-40B4-BE49-F238E27FC236}">
                  <a16:creationId xmlns:a16="http://schemas.microsoft.com/office/drawing/2014/main" id="{7FBB099F-1FE4-4DC7-BC55-8982925C5F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91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37" name="Line 48">
              <a:extLst>
                <a:ext uri="{FF2B5EF4-FFF2-40B4-BE49-F238E27FC236}">
                  <a16:creationId xmlns:a16="http://schemas.microsoft.com/office/drawing/2014/main" id="{FF161F1C-DB10-4FAA-86A7-5512497FD73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64" y="1872"/>
              <a:ext cx="576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38" name="Text Box 49">
              <a:extLst>
                <a:ext uri="{FF2B5EF4-FFF2-40B4-BE49-F238E27FC236}">
                  <a16:creationId xmlns:a16="http://schemas.microsoft.com/office/drawing/2014/main" id="{2C1435E6-6DC5-411A-A1E1-104B4DAC2F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28" y="1248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56339" name="Line 50">
              <a:extLst>
                <a:ext uri="{FF2B5EF4-FFF2-40B4-BE49-F238E27FC236}">
                  <a16:creationId xmlns:a16="http://schemas.microsoft.com/office/drawing/2014/main" id="{88771C7B-4D83-4E5E-A402-58BDAC874A1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8" y="1248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56340" name="Text Box 51">
              <a:extLst>
                <a:ext uri="{FF2B5EF4-FFF2-40B4-BE49-F238E27FC236}">
                  <a16:creationId xmlns:a16="http://schemas.microsoft.com/office/drawing/2014/main" id="{49A40835-4300-4C66-9015-B35BB498241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grpSp>
          <p:nvGrpSpPr>
            <p:cNvPr id="56341" name="Group 52">
              <a:extLst>
                <a:ext uri="{FF2B5EF4-FFF2-40B4-BE49-F238E27FC236}">
                  <a16:creationId xmlns:a16="http://schemas.microsoft.com/office/drawing/2014/main" id="{35607991-FE8D-4E2D-B864-D0FB9F4AE0C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1248"/>
              <a:ext cx="576" cy="624"/>
              <a:chOff x="960" y="2880"/>
              <a:chExt cx="576" cy="1008"/>
            </a:xfrm>
          </p:grpSpPr>
          <p:sp>
            <p:nvSpPr>
              <p:cNvPr id="56344" name="Line 53">
                <a:extLst>
                  <a:ext uri="{FF2B5EF4-FFF2-40B4-BE49-F238E27FC236}">
                    <a16:creationId xmlns:a16="http://schemas.microsoft.com/office/drawing/2014/main" id="{56AE04EA-6D0A-4AD4-B3FB-58503DF1ADB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248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345" name="Line 54">
                <a:extLst>
                  <a:ext uri="{FF2B5EF4-FFF2-40B4-BE49-F238E27FC236}">
                    <a16:creationId xmlns:a16="http://schemas.microsoft.com/office/drawing/2014/main" id="{256CD9E5-BEC6-4CA5-9B61-B6A4E9A288B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60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6346" name="Line 55">
                <a:extLst>
                  <a:ext uri="{FF2B5EF4-FFF2-40B4-BE49-F238E27FC236}">
                    <a16:creationId xmlns:a16="http://schemas.microsoft.com/office/drawing/2014/main" id="{AE0CEEA7-C5E1-4FEE-9754-A92434718CC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536" y="2880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6342" name="Text Box 56">
              <a:extLst>
                <a:ext uri="{FF2B5EF4-FFF2-40B4-BE49-F238E27FC236}">
                  <a16:creationId xmlns:a16="http://schemas.microsoft.com/office/drawing/2014/main" id="{EE3E306F-F92E-4D98-B4A9-95ACA1F017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48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56343" name="Text Box 57">
              <a:extLst>
                <a:ext uri="{FF2B5EF4-FFF2-40B4-BE49-F238E27FC236}">
                  <a16:creationId xmlns:a16="http://schemas.microsoft.com/office/drawing/2014/main" id="{811BAC26-A1B5-4F2F-9BD1-BAC85466DB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68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</p:grpSp>
      <p:grpSp>
        <p:nvGrpSpPr>
          <p:cNvPr id="6" name="Group 71">
            <a:extLst>
              <a:ext uri="{FF2B5EF4-FFF2-40B4-BE49-F238E27FC236}">
                <a16:creationId xmlns:a16="http://schemas.microsoft.com/office/drawing/2014/main" id="{DED48E45-2091-499E-8625-377037A9A1EB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4038600"/>
            <a:ext cx="2514600" cy="685800"/>
            <a:chOff x="1200" y="2880"/>
            <a:chExt cx="1584" cy="432"/>
          </a:xfrm>
        </p:grpSpPr>
        <p:sp>
          <p:nvSpPr>
            <p:cNvPr id="56330" name="Text Box 67">
              <a:extLst>
                <a:ext uri="{FF2B5EF4-FFF2-40B4-BE49-F238E27FC236}">
                  <a16:creationId xmlns:a16="http://schemas.microsoft.com/office/drawing/2014/main" id="{E88442F3-2240-4E9E-BB93-B3443593BF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00" y="3120"/>
              <a:ext cx="158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Bắt buộc phải tồn tại trước</a:t>
              </a:r>
            </a:p>
          </p:txBody>
        </p:sp>
        <p:sp>
          <p:nvSpPr>
            <p:cNvPr id="56331" name="Line 68">
              <a:extLst>
                <a:ext uri="{FF2B5EF4-FFF2-40B4-BE49-F238E27FC236}">
                  <a16:creationId xmlns:a16="http://schemas.microsoft.com/office/drawing/2014/main" id="{3673F74F-76A4-42B8-A73C-A0CFF7C024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256" y="2880"/>
              <a:ext cx="192" cy="240"/>
            </a:xfrm>
            <a:prstGeom prst="line">
              <a:avLst/>
            </a:prstGeom>
            <a:noFill/>
            <a:ln w="12700">
              <a:solidFill>
                <a:srgbClr val="777777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Date Placeholder 3">
            <a:extLst>
              <a:ext uri="{FF2B5EF4-FFF2-40B4-BE49-F238E27FC236}">
                <a16:creationId xmlns:a16="http://schemas.microsoft.com/office/drawing/2014/main" id="{E2FA120C-F008-43F8-B41F-AF614B9C8F7D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58371" name="Slide Number Placeholder 5">
            <a:extLst>
              <a:ext uri="{FF2B5EF4-FFF2-40B4-BE49-F238E27FC236}">
                <a16:creationId xmlns:a16="http://schemas.microsoft.com/office/drawing/2014/main" id="{10FDBA45-431D-4C8F-A9E5-98C997FC76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FEDBF5CE-CCF3-4E84-A586-EB35113021A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30</a:t>
            </a:fld>
            <a:endParaRPr lang="en-US" altLang="en-US" sz="1000"/>
          </a:p>
        </p:txBody>
      </p:sp>
      <p:sp>
        <p:nvSpPr>
          <p:cNvPr id="58372" name="Rectangle 2">
            <a:extLst>
              <a:ext uri="{FF2B5EF4-FFF2-40B4-BE49-F238E27FC236}">
                <a16:creationId xmlns:a16="http://schemas.microsoft.com/office/drawing/2014/main" id="{8C2688DE-07B1-4679-8DCD-0928AAC5668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04800" y="354013"/>
            <a:ext cx="89154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Chỉ có sự hiện diện của khoá ngoại</a:t>
            </a:r>
          </a:p>
        </p:txBody>
      </p:sp>
      <p:sp>
        <p:nvSpPr>
          <p:cNvPr id="58373" name="Rectangle 3">
            <a:extLst>
              <a:ext uri="{FF2B5EF4-FFF2-40B4-BE49-F238E27FC236}">
                <a16:creationId xmlns:a16="http://schemas.microsoft.com/office/drawing/2014/main" id="{883570CF-D6BE-4B53-AEFB-51A2944991D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686800" cy="5105400"/>
          </a:xfrm>
        </p:spPr>
        <p:txBody>
          <a:bodyPr/>
          <a:lstStyle/>
          <a:p>
            <a:pPr eaLnBrk="1" hangingPunct="1"/>
            <a:r>
              <a:rPr lang="en-US" altLang="en-US"/>
              <a:t>Mỗi nhân viên phải làm việc ở một phòng trong công ty.</a:t>
            </a:r>
          </a:p>
          <a:p>
            <a:pPr lvl="1" eaLnBrk="1" hangingPunct="1"/>
            <a:r>
              <a:rPr lang="en-US" altLang="en-US"/>
              <a:t>Bối cảnh: NHANVIEN, PHONGBAN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58374" name="Text Box 4">
            <a:extLst>
              <a:ext uri="{FF2B5EF4-FFF2-40B4-BE49-F238E27FC236}">
                <a16:creationId xmlns:a16="http://schemas.microsoft.com/office/drawing/2014/main" id="{5E9AD333-F57E-45DD-A879-DBFF84AF54C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2819400"/>
            <a:ext cx="74676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s.MAPH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t.PHG ))</a:t>
            </a:r>
          </a:p>
        </p:txBody>
      </p:sp>
      <p:sp>
        <p:nvSpPr>
          <p:cNvPr id="58375" name="Text Box 19">
            <a:extLst>
              <a:ext uri="{FF2B5EF4-FFF2-40B4-BE49-F238E27FC236}">
                <a16:creationId xmlns:a16="http://schemas.microsoft.com/office/drawing/2014/main" id="{35FA6D68-0CB6-4444-8526-EE32C58D0F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676400" y="3505200"/>
            <a:ext cx="5486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NHANVIEN.PHG  PHONGBAN.MAPH</a:t>
            </a:r>
          </a:p>
        </p:txBody>
      </p:sp>
      <p:sp>
        <p:nvSpPr>
          <p:cNvPr id="58376" name="Text Box 20">
            <a:extLst>
              <a:ext uri="{FF2B5EF4-FFF2-40B4-BE49-F238E27FC236}">
                <a16:creationId xmlns:a16="http://schemas.microsoft.com/office/drawing/2014/main" id="{2A06369E-F932-4110-A899-B96A6960DD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09600" y="3276600"/>
            <a:ext cx="838200" cy="3667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800">
                <a:latin typeface="Tahoma" panose="020B0604030504040204" pitchFamily="34" charset="0"/>
              </a:rPr>
              <a:t>hay</a:t>
            </a:r>
          </a:p>
        </p:txBody>
      </p:sp>
      <p:grpSp>
        <p:nvGrpSpPr>
          <p:cNvPr id="58377" name="Group 27">
            <a:extLst>
              <a:ext uri="{FF2B5EF4-FFF2-40B4-BE49-F238E27FC236}">
                <a16:creationId xmlns:a16="http://schemas.microsoft.com/office/drawing/2014/main" id="{44D51646-5D25-4EF0-A2F4-F38729315273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181600"/>
            <a:ext cx="5638800" cy="1219200"/>
            <a:chOff x="864" y="3264"/>
            <a:chExt cx="3552" cy="768"/>
          </a:xfrm>
        </p:grpSpPr>
        <p:sp>
          <p:nvSpPr>
            <p:cNvPr id="58378" name="Text Box 7">
              <a:extLst>
                <a:ext uri="{FF2B5EF4-FFF2-40B4-BE49-F238E27FC236}">
                  <a16:creationId xmlns:a16="http://schemas.microsoft.com/office/drawing/2014/main" id="{DC197EFB-8AE1-4BB8-B79F-0B039D41C2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11</a:t>
              </a:r>
            </a:p>
          </p:txBody>
        </p:sp>
        <p:sp>
          <p:nvSpPr>
            <p:cNvPr id="58379" name="Text Box 8">
              <a:extLst>
                <a:ext uri="{FF2B5EF4-FFF2-40B4-BE49-F238E27FC236}">
                  <a16:creationId xmlns:a16="http://schemas.microsoft.com/office/drawing/2014/main" id="{A1C93291-F82E-49E2-B341-0052D725C5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grpSp>
          <p:nvGrpSpPr>
            <p:cNvPr id="58380" name="Group 9">
              <a:extLst>
                <a:ext uri="{FF2B5EF4-FFF2-40B4-BE49-F238E27FC236}">
                  <a16:creationId xmlns:a16="http://schemas.microsoft.com/office/drawing/2014/main" id="{7B03A6B5-5986-44F5-BED0-A68FC20910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58394" name="Line 10">
                <a:extLst>
                  <a:ext uri="{FF2B5EF4-FFF2-40B4-BE49-F238E27FC236}">
                    <a16:creationId xmlns:a16="http://schemas.microsoft.com/office/drawing/2014/main" id="{DE0BDA66-E5FA-4654-BA23-99FA7B9E0A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395" name="Line 11">
                <a:extLst>
                  <a:ext uri="{FF2B5EF4-FFF2-40B4-BE49-F238E27FC236}">
                    <a16:creationId xmlns:a16="http://schemas.microsoft.com/office/drawing/2014/main" id="{A5D6B8FD-F1C3-4ECF-B6D1-5A7F45B804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396" name="Line 12">
                <a:extLst>
                  <a:ext uri="{FF2B5EF4-FFF2-40B4-BE49-F238E27FC236}">
                    <a16:creationId xmlns:a16="http://schemas.microsoft.com/office/drawing/2014/main" id="{C79D59CA-8A72-4858-A084-77AB663FD70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8381" name="Text Box 13">
              <a:extLst>
                <a:ext uri="{FF2B5EF4-FFF2-40B4-BE49-F238E27FC236}">
                  <a16:creationId xmlns:a16="http://schemas.microsoft.com/office/drawing/2014/main" id="{4C462E0D-2F3E-4EA9-87A5-5923E275B5E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58382" name="Text Box 14">
              <a:extLst>
                <a:ext uri="{FF2B5EF4-FFF2-40B4-BE49-F238E27FC236}">
                  <a16:creationId xmlns:a16="http://schemas.microsoft.com/office/drawing/2014/main" id="{2FE29E61-7475-4508-9E65-8813A55E850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58383" name="Text Box 15">
              <a:extLst>
                <a:ext uri="{FF2B5EF4-FFF2-40B4-BE49-F238E27FC236}">
                  <a16:creationId xmlns:a16="http://schemas.microsoft.com/office/drawing/2014/main" id="{F00EA2CE-E07C-45F7-A85E-AC22F16408E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58384" name="Text Box 16">
              <a:extLst>
                <a:ext uri="{FF2B5EF4-FFF2-40B4-BE49-F238E27FC236}">
                  <a16:creationId xmlns:a16="http://schemas.microsoft.com/office/drawing/2014/main" id="{B420845F-F66A-4A62-9CDE-1BE04523A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8385" name="Text Box 17">
              <a:extLst>
                <a:ext uri="{FF2B5EF4-FFF2-40B4-BE49-F238E27FC236}">
                  <a16:creationId xmlns:a16="http://schemas.microsoft.com/office/drawing/2014/main" id="{88465908-2199-4D8A-BCF5-44CB75A160D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8386" name="Text Box 18">
              <a:extLst>
                <a:ext uri="{FF2B5EF4-FFF2-40B4-BE49-F238E27FC236}">
                  <a16:creationId xmlns:a16="http://schemas.microsoft.com/office/drawing/2014/main" id="{4C1D2DA6-A5ED-4A08-9D20-B9C9F9DB9A7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  <a:endParaRPr lang="en-US" altLang="en-US" sz="1800">
                <a:latin typeface="Tahoma" panose="020B0604030504040204" pitchFamily="34" charset="0"/>
              </a:endParaRPr>
            </a:p>
          </p:txBody>
        </p:sp>
        <p:grpSp>
          <p:nvGrpSpPr>
            <p:cNvPr id="58387" name="Group 26">
              <a:extLst>
                <a:ext uri="{FF2B5EF4-FFF2-40B4-BE49-F238E27FC236}">
                  <a16:creationId xmlns:a16="http://schemas.microsoft.com/office/drawing/2014/main" id="{4BBF0D70-40D0-49D2-B1E6-679C3420839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504"/>
              <a:ext cx="3552" cy="288"/>
              <a:chOff x="864" y="3504"/>
              <a:chExt cx="3216" cy="288"/>
            </a:xfrm>
          </p:grpSpPr>
          <p:sp>
            <p:nvSpPr>
              <p:cNvPr id="58392" name="Line 6">
                <a:extLst>
                  <a:ext uri="{FF2B5EF4-FFF2-40B4-BE49-F238E27FC236}">
                    <a16:creationId xmlns:a16="http://schemas.microsoft.com/office/drawing/2014/main" id="{497A2D73-9D14-4654-A3BB-2AB29B26C2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58393" name="Line 21">
                <a:extLst>
                  <a:ext uri="{FF2B5EF4-FFF2-40B4-BE49-F238E27FC236}">
                    <a16:creationId xmlns:a16="http://schemas.microsoft.com/office/drawing/2014/main" id="{F53FA106-6669-44C7-99C5-9FB7456A542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58388" name="Text Box 22">
              <a:extLst>
                <a:ext uri="{FF2B5EF4-FFF2-40B4-BE49-F238E27FC236}">
                  <a16:creationId xmlns:a16="http://schemas.microsoft.com/office/drawing/2014/main" id="{BECA88A6-00C7-4B60-97DF-BB6A966E5DF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sp>
          <p:nvSpPr>
            <p:cNvPr id="58389" name="Text Box 23">
              <a:extLst>
                <a:ext uri="{FF2B5EF4-FFF2-40B4-BE49-F238E27FC236}">
                  <a16:creationId xmlns:a16="http://schemas.microsoft.com/office/drawing/2014/main" id="{AB4771CB-153A-423C-B77D-F5345C38076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58390" name="Text Box 24">
              <a:extLst>
                <a:ext uri="{FF2B5EF4-FFF2-40B4-BE49-F238E27FC236}">
                  <a16:creationId xmlns:a16="http://schemas.microsoft.com/office/drawing/2014/main" id="{1D5DE9B2-5575-420B-9481-A34ABD1379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58391" name="Text Box 25">
              <a:extLst>
                <a:ext uri="{FF2B5EF4-FFF2-40B4-BE49-F238E27FC236}">
                  <a16:creationId xmlns:a16="http://schemas.microsoft.com/office/drawing/2014/main" id="{CABD0975-0ABB-4F60-AFC3-A24E4F70C14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792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 </a:t>
              </a:r>
              <a:r>
                <a:rPr lang="en-US" altLang="en-US" sz="1800">
                  <a:latin typeface="Tahoma" panose="020B0604030504040204" pitchFamily="34" charset="0"/>
                </a:rPr>
                <a:t>(PHG)</a:t>
              </a:r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7181B4FA-4550-4355-86A4-35B184ADDF30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0419" name="Slide Number Placeholder 5">
            <a:extLst>
              <a:ext uri="{FF2B5EF4-FFF2-40B4-BE49-F238E27FC236}">
                <a16:creationId xmlns:a16="http://schemas.microsoft.com/office/drawing/2014/main" id="{C3635417-4FFE-459E-B720-4851AF7B16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3D52292-F2B0-4201-83CC-F92F7D05FC9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31</a:t>
            </a:fld>
            <a:endParaRPr lang="en-US" altLang="en-US" sz="1000"/>
          </a:p>
        </p:txBody>
      </p:sp>
      <p:sp>
        <p:nvSpPr>
          <p:cNvPr id="60420" name="Rectangle 2">
            <a:extLst>
              <a:ext uri="{FF2B5EF4-FFF2-40B4-BE49-F238E27FC236}">
                <a16:creationId xmlns:a16="http://schemas.microsoft.com/office/drawing/2014/main" id="{7F298550-78BA-4B28-8DE7-2274399B0FF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Có sự lồng khoá</a:t>
            </a:r>
          </a:p>
        </p:txBody>
      </p:sp>
      <p:sp>
        <p:nvSpPr>
          <p:cNvPr id="60421" name="Rectangle 4">
            <a:extLst>
              <a:ext uri="{FF2B5EF4-FFF2-40B4-BE49-F238E27FC236}">
                <a16:creationId xmlns:a16="http://schemas.microsoft.com/office/drawing/2014/main" id="{A5ADF871-F7E5-4F39-8195-535A437BAE6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  <a:noFill/>
        </p:spPr>
        <p:txBody>
          <a:bodyPr/>
          <a:lstStyle/>
          <a:p>
            <a:pPr eaLnBrk="1" hangingPunct="1"/>
            <a:r>
              <a:rPr lang="en-US" altLang="en-US" dirty="0" err="1"/>
              <a:t>Mọi</a:t>
            </a:r>
            <a:r>
              <a:rPr lang="en-US" altLang="en-US" dirty="0"/>
              <a:t> </a:t>
            </a:r>
            <a:r>
              <a:rPr lang="en-US" altLang="en-US" dirty="0" err="1"/>
              <a:t>thân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phải</a:t>
            </a:r>
            <a:r>
              <a:rPr lang="en-US" altLang="en-US" dirty="0"/>
              <a:t> </a:t>
            </a:r>
            <a:r>
              <a:rPr lang="en-US" altLang="en-US" dirty="0" err="1"/>
              <a:t>có</a:t>
            </a:r>
            <a:r>
              <a:rPr lang="en-US" altLang="en-US" dirty="0"/>
              <a:t> </a:t>
            </a:r>
            <a:r>
              <a:rPr lang="en-US" altLang="en-US" dirty="0" err="1"/>
              <a:t>mối</a:t>
            </a:r>
            <a:r>
              <a:rPr lang="en-US" altLang="en-US" dirty="0"/>
              <a:t> </a:t>
            </a:r>
            <a:r>
              <a:rPr lang="en-US" altLang="en-US" dirty="0" err="1"/>
              <a:t>quan</a:t>
            </a:r>
            <a:r>
              <a:rPr lang="en-US" altLang="en-US" dirty="0"/>
              <a:t> </a:t>
            </a:r>
            <a:r>
              <a:rPr lang="en-US" altLang="en-US" dirty="0" err="1"/>
              <a:t>hệ</a:t>
            </a:r>
            <a:r>
              <a:rPr lang="en-US" altLang="en-US" dirty="0"/>
              <a:t> </a:t>
            </a:r>
            <a:r>
              <a:rPr lang="en-US" altLang="en-US" dirty="0" err="1"/>
              <a:t>gia</a:t>
            </a:r>
            <a:r>
              <a:rPr lang="en-US" altLang="en-US" dirty="0"/>
              <a:t> </a:t>
            </a:r>
            <a:r>
              <a:rPr lang="en-US" altLang="en-US" dirty="0" err="1"/>
              <a:t>đình</a:t>
            </a:r>
            <a:r>
              <a:rPr lang="en-US" altLang="en-US" dirty="0"/>
              <a:t> </a:t>
            </a:r>
            <a:r>
              <a:rPr lang="en-US" altLang="en-US" dirty="0" err="1"/>
              <a:t>với</a:t>
            </a:r>
            <a:r>
              <a:rPr lang="en-US" altLang="en-US" dirty="0"/>
              <a:t> </a:t>
            </a:r>
            <a:r>
              <a:rPr lang="en-US" altLang="en-US" dirty="0" err="1"/>
              <a:t>một</a:t>
            </a:r>
            <a:r>
              <a:rPr lang="en-US" altLang="en-US" dirty="0"/>
              <a:t> </a:t>
            </a:r>
            <a:r>
              <a:rPr lang="en-US" altLang="en-US" dirty="0" err="1"/>
              <a:t>nhân</a:t>
            </a:r>
            <a:r>
              <a:rPr lang="en-US" altLang="en-US" dirty="0"/>
              <a:t> </a:t>
            </a:r>
            <a:r>
              <a:rPr lang="en-US" altLang="en-US" dirty="0" err="1"/>
              <a:t>viên</a:t>
            </a:r>
            <a:r>
              <a:rPr lang="en-US" altLang="en-US" dirty="0"/>
              <a:t> </a:t>
            </a:r>
            <a:r>
              <a:rPr lang="en-US" altLang="en-US" dirty="0" err="1"/>
              <a:t>trong</a:t>
            </a:r>
            <a:r>
              <a:rPr lang="en-US" altLang="en-US" dirty="0"/>
              <a:t> </a:t>
            </a:r>
            <a:r>
              <a:rPr lang="en-US" altLang="en-US" dirty="0" err="1"/>
              <a:t>công</a:t>
            </a:r>
            <a:r>
              <a:rPr lang="en-US" altLang="en-US" dirty="0"/>
              <a:t> ty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Bối</a:t>
            </a:r>
            <a:r>
              <a:rPr lang="en-US" altLang="en-US" dirty="0"/>
              <a:t> </a:t>
            </a:r>
            <a:r>
              <a:rPr lang="en-US" altLang="en-US" dirty="0" err="1"/>
              <a:t>cảnh</a:t>
            </a:r>
            <a:r>
              <a:rPr lang="en-US" altLang="en-US" dirty="0"/>
              <a:t>: THANNHAN, NHANVIEN</a:t>
            </a:r>
          </a:p>
          <a:p>
            <a:pPr lvl="1" eaLnBrk="1" hangingPunct="1"/>
            <a:r>
              <a:rPr lang="en-US" altLang="en-US" dirty="0" err="1"/>
              <a:t>Biểu</a:t>
            </a:r>
            <a:r>
              <a:rPr lang="en-US" altLang="en-US" dirty="0"/>
              <a:t> </a:t>
            </a:r>
            <a:r>
              <a:rPr lang="en-US" altLang="en-US" dirty="0" err="1"/>
              <a:t>diễn</a:t>
            </a:r>
            <a:r>
              <a:rPr lang="en-US" altLang="en-US" dirty="0"/>
              <a:t>:</a:t>
            </a:r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endParaRPr lang="en-US" altLang="en-US" dirty="0"/>
          </a:p>
          <a:p>
            <a:pPr lvl="1" eaLnBrk="1" hangingPunct="1"/>
            <a:r>
              <a:rPr lang="en-US" altLang="en-US" dirty="0" err="1"/>
              <a:t>Bảng</a:t>
            </a:r>
            <a:r>
              <a:rPr lang="en-US" altLang="en-US" dirty="0"/>
              <a:t> </a:t>
            </a:r>
            <a:r>
              <a:rPr lang="en-US" altLang="en-US" dirty="0" err="1"/>
              <a:t>tầm</a:t>
            </a:r>
            <a:r>
              <a:rPr lang="en-US" altLang="en-US" dirty="0"/>
              <a:t> </a:t>
            </a:r>
            <a:r>
              <a:rPr lang="en-US" altLang="en-US" dirty="0" err="1"/>
              <a:t>ảnh</a:t>
            </a:r>
            <a:r>
              <a:rPr lang="en-US" altLang="en-US" dirty="0"/>
              <a:t> </a:t>
            </a:r>
            <a:r>
              <a:rPr lang="en-US" altLang="en-US" dirty="0" err="1"/>
              <a:t>hưởng</a:t>
            </a:r>
            <a:r>
              <a:rPr lang="en-US" altLang="en-US" dirty="0"/>
              <a:t>:</a:t>
            </a:r>
          </a:p>
        </p:txBody>
      </p:sp>
      <p:sp>
        <p:nvSpPr>
          <p:cNvPr id="60422" name="Text Box 5">
            <a:extLst>
              <a:ext uri="{FF2B5EF4-FFF2-40B4-BE49-F238E27FC236}">
                <a16:creationId xmlns:a16="http://schemas.microsoft.com/office/drawing/2014/main" id="{E81AE8F9-A56D-4C35-898E-B55E6F6C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71600" y="3473450"/>
            <a:ext cx="7467600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THANNHAN (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s.MANV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t.MA_NVIEN ^ t.ma_nvien # null ))</a:t>
            </a:r>
          </a:p>
        </p:txBody>
      </p:sp>
      <p:grpSp>
        <p:nvGrpSpPr>
          <p:cNvPr id="60423" name="Group 8">
            <a:extLst>
              <a:ext uri="{FF2B5EF4-FFF2-40B4-BE49-F238E27FC236}">
                <a16:creationId xmlns:a16="http://schemas.microsoft.com/office/drawing/2014/main" id="{CF333F18-0561-46E5-8515-8FE52A386EEF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181600"/>
            <a:ext cx="5638800" cy="1219200"/>
            <a:chOff x="864" y="3264"/>
            <a:chExt cx="3552" cy="768"/>
          </a:xfrm>
        </p:grpSpPr>
        <p:sp>
          <p:nvSpPr>
            <p:cNvPr id="60424" name="Text Box 9">
              <a:extLst>
                <a:ext uri="{FF2B5EF4-FFF2-40B4-BE49-F238E27FC236}">
                  <a16:creationId xmlns:a16="http://schemas.microsoft.com/office/drawing/2014/main" id="{23F4F0A7-D3AB-4720-83F8-C7AE08AD98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60425" name="Text Box 10">
              <a:extLst>
                <a:ext uri="{FF2B5EF4-FFF2-40B4-BE49-F238E27FC236}">
                  <a16:creationId xmlns:a16="http://schemas.microsoft.com/office/drawing/2014/main" id="{623746AA-8A9D-4D21-BCEE-20A7665BB15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60426" name="Group 11">
              <a:extLst>
                <a:ext uri="{FF2B5EF4-FFF2-40B4-BE49-F238E27FC236}">
                  <a16:creationId xmlns:a16="http://schemas.microsoft.com/office/drawing/2014/main" id="{81A392B3-EE9C-42DD-BE60-D39F3A06720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60440" name="Line 12">
                <a:extLst>
                  <a:ext uri="{FF2B5EF4-FFF2-40B4-BE49-F238E27FC236}">
                    <a16:creationId xmlns:a16="http://schemas.microsoft.com/office/drawing/2014/main" id="{1B5D249F-9E04-4F5C-BCD2-C0B2DC4753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441" name="Line 13">
                <a:extLst>
                  <a:ext uri="{FF2B5EF4-FFF2-40B4-BE49-F238E27FC236}">
                    <a16:creationId xmlns:a16="http://schemas.microsoft.com/office/drawing/2014/main" id="{FC10D3CE-54CF-44AA-BDF4-A3456D8F68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442" name="Line 14">
                <a:extLst>
                  <a:ext uri="{FF2B5EF4-FFF2-40B4-BE49-F238E27FC236}">
                    <a16:creationId xmlns:a16="http://schemas.microsoft.com/office/drawing/2014/main" id="{50832341-3996-47D7-9255-9E37E9735FA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427" name="Text Box 15">
              <a:extLst>
                <a:ext uri="{FF2B5EF4-FFF2-40B4-BE49-F238E27FC236}">
                  <a16:creationId xmlns:a16="http://schemas.microsoft.com/office/drawing/2014/main" id="{0A3A6E26-5EA0-41E2-AFC4-B0BF8B6A04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60428" name="Text Box 16">
              <a:extLst>
                <a:ext uri="{FF2B5EF4-FFF2-40B4-BE49-F238E27FC236}">
                  <a16:creationId xmlns:a16="http://schemas.microsoft.com/office/drawing/2014/main" id="{2980D527-0D90-48DB-810B-9F54981A89B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60429" name="Text Box 17">
              <a:extLst>
                <a:ext uri="{FF2B5EF4-FFF2-40B4-BE49-F238E27FC236}">
                  <a16:creationId xmlns:a16="http://schemas.microsoft.com/office/drawing/2014/main" id="{14CE9509-485B-415B-ACD3-6999146569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60430" name="Text Box 18">
              <a:extLst>
                <a:ext uri="{FF2B5EF4-FFF2-40B4-BE49-F238E27FC236}">
                  <a16:creationId xmlns:a16="http://schemas.microsoft.com/office/drawing/2014/main" id="{3FE1E8F9-5CEA-43E8-9425-3731D9CB58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0431" name="Text Box 19">
              <a:extLst>
                <a:ext uri="{FF2B5EF4-FFF2-40B4-BE49-F238E27FC236}">
                  <a16:creationId xmlns:a16="http://schemas.microsoft.com/office/drawing/2014/main" id="{9A78118C-FCBA-41A5-9BE1-7BB26DCA758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0432" name="Text Box 20">
              <a:extLst>
                <a:ext uri="{FF2B5EF4-FFF2-40B4-BE49-F238E27FC236}">
                  <a16:creationId xmlns:a16="http://schemas.microsoft.com/office/drawing/2014/main" id="{0526D8D9-337B-42C7-8986-6BBAA47954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dirty="0">
                  <a:latin typeface="Tahoma" panose="020B0604030504040204" pitchFamily="34" charset="0"/>
                </a:rPr>
                <a:t>-</a:t>
              </a:r>
            </a:p>
          </p:txBody>
        </p:sp>
        <p:grpSp>
          <p:nvGrpSpPr>
            <p:cNvPr id="60433" name="Group 21">
              <a:extLst>
                <a:ext uri="{FF2B5EF4-FFF2-40B4-BE49-F238E27FC236}">
                  <a16:creationId xmlns:a16="http://schemas.microsoft.com/office/drawing/2014/main" id="{BF78D821-EA56-4D26-A577-24812D27E64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504"/>
              <a:ext cx="3552" cy="288"/>
              <a:chOff x="864" y="3504"/>
              <a:chExt cx="3216" cy="288"/>
            </a:xfrm>
          </p:grpSpPr>
          <p:sp>
            <p:nvSpPr>
              <p:cNvPr id="60438" name="Line 22">
                <a:extLst>
                  <a:ext uri="{FF2B5EF4-FFF2-40B4-BE49-F238E27FC236}">
                    <a16:creationId xmlns:a16="http://schemas.microsoft.com/office/drawing/2014/main" id="{D74068B3-9060-406B-B452-5CCA99F8915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0439" name="Line 23">
                <a:extLst>
                  <a:ext uri="{FF2B5EF4-FFF2-40B4-BE49-F238E27FC236}">
                    <a16:creationId xmlns:a16="http://schemas.microsoft.com/office/drawing/2014/main" id="{8DACEE25-49EA-4B77-B7BE-2E4B9D1BF18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0434" name="Text Box 24">
              <a:extLst>
                <a:ext uri="{FF2B5EF4-FFF2-40B4-BE49-F238E27FC236}">
                  <a16:creationId xmlns:a16="http://schemas.microsoft.com/office/drawing/2014/main" id="{D1A6DE39-53E2-4954-B2B1-9EA085CC97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THANNHAN</a:t>
              </a:r>
            </a:p>
          </p:txBody>
        </p:sp>
        <p:sp>
          <p:nvSpPr>
            <p:cNvPr id="60435" name="Text Box 25">
              <a:extLst>
                <a:ext uri="{FF2B5EF4-FFF2-40B4-BE49-F238E27FC236}">
                  <a16:creationId xmlns:a16="http://schemas.microsoft.com/office/drawing/2014/main" id="{3CBECC75-6C26-403C-AA90-18EA5EE7C49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0436" name="Text Box 26">
              <a:extLst>
                <a:ext uri="{FF2B5EF4-FFF2-40B4-BE49-F238E27FC236}">
                  <a16:creationId xmlns:a16="http://schemas.microsoft.com/office/drawing/2014/main" id="{2BA8D524-2CBF-41DF-AF57-CB9A0446D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0437" name="Text Box 27">
              <a:extLst>
                <a:ext uri="{FF2B5EF4-FFF2-40B4-BE49-F238E27FC236}">
                  <a16:creationId xmlns:a16="http://schemas.microsoft.com/office/drawing/2014/main" id="{FD5BC895-663B-4F8B-89B7-541CBB6B864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792"/>
              <a:ext cx="115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 </a:t>
              </a:r>
              <a:r>
                <a:rPr lang="en-US" altLang="en-US" sz="1800">
                  <a:latin typeface="Tahoma" panose="020B0604030504040204" pitchFamily="34" charset="0"/>
                </a:rPr>
                <a:t>(MA_NVIEN)</a:t>
              </a: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Date Placeholder 3">
            <a:extLst>
              <a:ext uri="{FF2B5EF4-FFF2-40B4-BE49-F238E27FC236}">
                <a16:creationId xmlns:a16="http://schemas.microsoft.com/office/drawing/2014/main" id="{2E67D3B8-02F1-4037-B92D-CD116BBED66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1443" name="Slide Number Placeholder 5">
            <a:extLst>
              <a:ext uri="{FF2B5EF4-FFF2-40B4-BE49-F238E27FC236}">
                <a16:creationId xmlns:a16="http://schemas.microsoft.com/office/drawing/2014/main" id="{C1D8EBEF-B384-4C87-90BE-BC5CB778C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BBB0C05-4CCE-4149-95C5-3434E24B7E4B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32</a:t>
            </a:fld>
            <a:endParaRPr lang="en-US" altLang="en-US" sz="1000"/>
          </a:p>
        </p:txBody>
      </p:sp>
      <p:sp>
        <p:nvSpPr>
          <p:cNvPr id="611409" name="Rectangle 81">
            <a:extLst>
              <a:ext uri="{FF2B5EF4-FFF2-40B4-BE49-F238E27FC236}">
                <a16:creationId xmlns:a16="http://schemas.microsoft.com/office/drawing/2014/main" id="{1FDC200D-C643-40D3-A602-B3044BE536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867400"/>
            <a:ext cx="1371600" cy="304800"/>
          </a:xfrm>
          <a:prstGeom prst="rect">
            <a:avLst/>
          </a:prstGeom>
          <a:solidFill>
            <a:srgbClr val="CC99FF">
              <a:alpha val="79999"/>
            </a:srgbClr>
          </a:solidFill>
          <a:ln w="12700" algn="ctr">
            <a:solidFill>
              <a:srgbClr val="CC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404" name="Rectangle 76">
            <a:extLst>
              <a:ext uri="{FF2B5EF4-FFF2-40B4-BE49-F238E27FC236}">
                <a16:creationId xmlns:a16="http://schemas.microsoft.com/office/drawing/2014/main" id="{777E5D27-4A61-4FBC-8A9F-70295F1DE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5562600"/>
            <a:ext cx="13716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99" name="Rectangle 71">
            <a:extLst>
              <a:ext uri="{FF2B5EF4-FFF2-40B4-BE49-F238E27FC236}">
                <a16:creationId xmlns:a16="http://schemas.microsoft.com/office/drawing/2014/main" id="{7B163B51-C5DD-4AE0-8B90-802B60ABEF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038600" y="4953000"/>
            <a:ext cx="1371600" cy="6096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71" name="Rectangle 43">
            <a:extLst>
              <a:ext uri="{FF2B5EF4-FFF2-40B4-BE49-F238E27FC236}">
                <a16:creationId xmlns:a16="http://schemas.microsoft.com/office/drawing/2014/main" id="{E8BB1FD3-A9E1-4AAE-9D0E-A5484B382C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657600"/>
            <a:ext cx="1828800" cy="304800"/>
          </a:xfrm>
          <a:prstGeom prst="rect">
            <a:avLst/>
          </a:prstGeom>
          <a:solidFill>
            <a:srgbClr val="FFCC99">
              <a:alpha val="79999"/>
            </a:srgbClr>
          </a:solidFill>
          <a:ln w="12700" algn="ctr">
            <a:solidFill>
              <a:srgbClr val="FFCC99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70" name="Rectangle 42">
            <a:extLst>
              <a:ext uri="{FF2B5EF4-FFF2-40B4-BE49-F238E27FC236}">
                <a16:creationId xmlns:a16="http://schemas.microsoft.com/office/drawing/2014/main" id="{F4433B8C-CD1A-42D9-AF9F-C3887EE690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352800"/>
            <a:ext cx="1828800" cy="304800"/>
          </a:xfrm>
          <a:prstGeom prst="rect">
            <a:avLst/>
          </a:prstGeom>
          <a:solidFill>
            <a:srgbClr val="CC99FF">
              <a:alpha val="79999"/>
            </a:srgbClr>
          </a:solidFill>
          <a:ln w="12700" algn="ctr">
            <a:solidFill>
              <a:srgbClr val="CC99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31" name="Rectangle 3">
            <a:extLst>
              <a:ext uri="{FF2B5EF4-FFF2-40B4-BE49-F238E27FC236}">
                <a16:creationId xmlns:a16="http://schemas.microsoft.com/office/drawing/2014/main" id="{1A030D6B-8B6D-45CD-AC31-8895C62A19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3048000"/>
            <a:ext cx="1828800" cy="304800"/>
          </a:xfrm>
          <a:prstGeom prst="rect">
            <a:avLst/>
          </a:prstGeom>
          <a:solidFill>
            <a:srgbClr val="FF99CC">
              <a:alpha val="79999"/>
            </a:srgbClr>
          </a:solidFill>
          <a:ln w="12700" algn="ctr">
            <a:solidFill>
              <a:srgbClr val="FF99CC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1332" name="Rectangle 4">
            <a:extLst>
              <a:ext uri="{FF2B5EF4-FFF2-40B4-BE49-F238E27FC236}">
                <a16:creationId xmlns:a16="http://schemas.microsoft.com/office/drawing/2014/main" id="{199D56C5-9345-4EE3-BF19-863429395C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81400" y="2743200"/>
            <a:ext cx="1828800" cy="3048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451" name="Rectangle 9">
            <a:extLst>
              <a:ext uri="{FF2B5EF4-FFF2-40B4-BE49-F238E27FC236}">
                <a16:creationId xmlns:a16="http://schemas.microsoft.com/office/drawing/2014/main" id="{E75CF3F8-F254-4DAC-B352-2329AFF0956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RBTV - Liên bộ, liên quan hệ</a:t>
            </a:r>
          </a:p>
        </p:txBody>
      </p:sp>
      <p:sp>
        <p:nvSpPr>
          <p:cNvPr id="61452" name="Rectangle 10">
            <a:extLst>
              <a:ext uri="{FF2B5EF4-FFF2-40B4-BE49-F238E27FC236}">
                <a16:creationId xmlns:a16="http://schemas.microsoft.com/office/drawing/2014/main" id="{40077150-2A40-4C87-A68A-1A53F0373CE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Là ràng buộc xảy ra giữa các bộ trên nhiều quan hệ khác nhau</a:t>
            </a:r>
          </a:p>
        </p:txBody>
      </p:sp>
      <p:grpSp>
        <p:nvGrpSpPr>
          <p:cNvPr id="61453" name="Group 11">
            <a:extLst>
              <a:ext uri="{FF2B5EF4-FFF2-40B4-BE49-F238E27FC236}">
                <a16:creationId xmlns:a16="http://schemas.microsoft.com/office/drawing/2014/main" id="{38DFBE51-1A16-4B92-AAAE-3C34980E110E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2362200"/>
            <a:ext cx="2362200" cy="1676400"/>
            <a:chOff x="624" y="1392"/>
            <a:chExt cx="1488" cy="1056"/>
          </a:xfrm>
        </p:grpSpPr>
        <p:sp>
          <p:nvSpPr>
            <p:cNvPr id="61493" name="Line 12">
              <a:extLst>
                <a:ext uri="{FF2B5EF4-FFF2-40B4-BE49-F238E27FC236}">
                  <a16:creationId xmlns:a16="http://schemas.microsoft.com/office/drawing/2014/main" id="{B0165386-022D-441C-83D5-730CA7C8825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94" name="Text Box 13">
              <a:extLst>
                <a:ext uri="{FF2B5EF4-FFF2-40B4-BE49-F238E27FC236}">
                  <a16:creationId xmlns:a16="http://schemas.microsoft.com/office/drawing/2014/main" id="{F2575927-C3F0-481A-B684-C692468892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1495" name="Text Box 14">
              <a:extLst>
                <a:ext uri="{FF2B5EF4-FFF2-40B4-BE49-F238E27FC236}">
                  <a16:creationId xmlns:a16="http://schemas.microsoft.com/office/drawing/2014/main" id="{E0EADA0A-FB62-4F6A-9520-8DFD723513E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1496" name="Text Box 15">
              <a:extLst>
                <a:ext uri="{FF2B5EF4-FFF2-40B4-BE49-F238E27FC236}">
                  <a16:creationId xmlns:a16="http://schemas.microsoft.com/office/drawing/2014/main" id="{944868DA-4785-41EB-9164-B0AA3DAE1E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497" name="Line 16">
              <a:extLst>
                <a:ext uri="{FF2B5EF4-FFF2-40B4-BE49-F238E27FC236}">
                  <a16:creationId xmlns:a16="http://schemas.microsoft.com/office/drawing/2014/main" id="{7F495578-2E39-4D34-89A5-C7FB8365DC9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98" name="Line 17">
              <a:extLst>
                <a:ext uri="{FF2B5EF4-FFF2-40B4-BE49-F238E27FC236}">
                  <a16:creationId xmlns:a16="http://schemas.microsoft.com/office/drawing/2014/main" id="{6B2C9979-E64F-413A-B1A2-3BD46AF211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99" name="Text Box 18">
              <a:extLst>
                <a:ext uri="{FF2B5EF4-FFF2-40B4-BE49-F238E27FC236}">
                  <a16:creationId xmlns:a16="http://schemas.microsoft.com/office/drawing/2014/main" id="{540C8804-BE46-4E9C-81C9-D3062A86F2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61500" name="Line 19">
              <a:extLst>
                <a:ext uri="{FF2B5EF4-FFF2-40B4-BE49-F238E27FC236}">
                  <a16:creationId xmlns:a16="http://schemas.microsoft.com/office/drawing/2014/main" id="{3D3D2446-E459-4D79-B284-72A81202D46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1" name="Text Box 20">
              <a:extLst>
                <a:ext uri="{FF2B5EF4-FFF2-40B4-BE49-F238E27FC236}">
                  <a16:creationId xmlns:a16="http://schemas.microsoft.com/office/drawing/2014/main" id="{5D287DBB-0A4B-41CA-B378-6856E016585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502" name="Text Box 21">
              <a:extLst>
                <a:ext uri="{FF2B5EF4-FFF2-40B4-BE49-F238E27FC236}">
                  <a16:creationId xmlns:a16="http://schemas.microsoft.com/office/drawing/2014/main" id="{262B2FF8-3DBF-49DD-A5BF-13C5CC97C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03" name="Line 22">
              <a:extLst>
                <a:ext uri="{FF2B5EF4-FFF2-40B4-BE49-F238E27FC236}">
                  <a16:creationId xmlns:a16="http://schemas.microsoft.com/office/drawing/2014/main" id="{51603D49-D064-4875-AADC-F0FECEF7C3E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4" name="Line 23">
              <a:extLst>
                <a:ext uri="{FF2B5EF4-FFF2-40B4-BE49-F238E27FC236}">
                  <a16:creationId xmlns:a16="http://schemas.microsoft.com/office/drawing/2014/main" id="{BF450A60-424F-439C-A41E-7C1711934C0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5" name="Line 24">
              <a:extLst>
                <a:ext uri="{FF2B5EF4-FFF2-40B4-BE49-F238E27FC236}">
                  <a16:creationId xmlns:a16="http://schemas.microsoft.com/office/drawing/2014/main" id="{A67B7AF6-C0FD-408A-A09D-5C0C579FB7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06" name="Text Box 25">
              <a:extLst>
                <a:ext uri="{FF2B5EF4-FFF2-40B4-BE49-F238E27FC236}">
                  <a16:creationId xmlns:a16="http://schemas.microsoft.com/office/drawing/2014/main" id="{5AEEAECA-6A83-422C-91A2-677DF6D6FD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1507" name="Text Box 26">
              <a:extLst>
                <a:ext uri="{FF2B5EF4-FFF2-40B4-BE49-F238E27FC236}">
                  <a16:creationId xmlns:a16="http://schemas.microsoft.com/office/drawing/2014/main" id="{44EDD8F0-6810-47C7-BA93-ED5487599B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1508" name="Text Box 27">
              <a:extLst>
                <a:ext uri="{FF2B5EF4-FFF2-40B4-BE49-F238E27FC236}">
                  <a16:creationId xmlns:a16="http://schemas.microsoft.com/office/drawing/2014/main" id="{6BE83790-0588-46A1-973A-0EF3CAAC7D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61509" name="Text Box 28">
              <a:extLst>
                <a:ext uri="{FF2B5EF4-FFF2-40B4-BE49-F238E27FC236}">
                  <a16:creationId xmlns:a16="http://schemas.microsoft.com/office/drawing/2014/main" id="{0B17E8E8-5DD8-4C55-983E-2BD8CAAD9F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61510" name="Line 29">
              <a:extLst>
                <a:ext uri="{FF2B5EF4-FFF2-40B4-BE49-F238E27FC236}">
                  <a16:creationId xmlns:a16="http://schemas.microsoft.com/office/drawing/2014/main" id="{C5321153-F696-4B75-9B94-940D38A817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511" name="Text Box 30">
              <a:extLst>
                <a:ext uri="{FF2B5EF4-FFF2-40B4-BE49-F238E27FC236}">
                  <a16:creationId xmlns:a16="http://schemas.microsoft.com/office/drawing/2014/main" id="{F743866D-C657-40B8-B1C2-7D03D8BC7D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12" name="Text Box 31">
              <a:extLst>
                <a:ext uri="{FF2B5EF4-FFF2-40B4-BE49-F238E27FC236}">
                  <a16:creationId xmlns:a16="http://schemas.microsoft.com/office/drawing/2014/main" id="{9A714BAF-B475-4BE6-8157-FE2A997A4A2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61513" name="Text Box 32">
              <a:extLst>
                <a:ext uri="{FF2B5EF4-FFF2-40B4-BE49-F238E27FC236}">
                  <a16:creationId xmlns:a16="http://schemas.microsoft.com/office/drawing/2014/main" id="{88478C63-21DA-48E9-8B04-75C410798B2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1514" name="Text Box 33">
              <a:extLst>
                <a:ext uri="{FF2B5EF4-FFF2-40B4-BE49-F238E27FC236}">
                  <a16:creationId xmlns:a16="http://schemas.microsoft.com/office/drawing/2014/main" id="{1D401587-C6A5-48CD-84C1-21871131BD3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1515" name="Text Box 34">
              <a:extLst>
                <a:ext uri="{FF2B5EF4-FFF2-40B4-BE49-F238E27FC236}">
                  <a16:creationId xmlns:a16="http://schemas.microsoft.com/office/drawing/2014/main" id="{D4D4AA6D-B9CB-4E28-BFE3-1663ECB2A1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1516" name="Text Box 35">
              <a:extLst>
                <a:ext uri="{FF2B5EF4-FFF2-40B4-BE49-F238E27FC236}">
                  <a16:creationId xmlns:a16="http://schemas.microsoft.com/office/drawing/2014/main" id="{DEEBA279-0780-40E5-A026-E1E1ECA1CB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1517" name="Text Box 36">
              <a:extLst>
                <a:ext uri="{FF2B5EF4-FFF2-40B4-BE49-F238E27FC236}">
                  <a16:creationId xmlns:a16="http://schemas.microsoft.com/office/drawing/2014/main" id="{2AB8210B-27AD-4580-812D-AD3E99868E9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61518" name="Text Box 37">
              <a:extLst>
                <a:ext uri="{FF2B5EF4-FFF2-40B4-BE49-F238E27FC236}">
                  <a16:creationId xmlns:a16="http://schemas.microsoft.com/office/drawing/2014/main" id="{1F10B68A-0527-42B0-A8D0-D1CC796EBB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519" name="Text Box 38">
              <a:extLst>
                <a:ext uri="{FF2B5EF4-FFF2-40B4-BE49-F238E27FC236}">
                  <a16:creationId xmlns:a16="http://schemas.microsoft.com/office/drawing/2014/main" id="{6EEC03A8-D9BF-4454-9B0F-C7B9CF55BC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20" name="Text Box 39">
              <a:extLst>
                <a:ext uri="{FF2B5EF4-FFF2-40B4-BE49-F238E27FC236}">
                  <a16:creationId xmlns:a16="http://schemas.microsoft.com/office/drawing/2014/main" id="{2F91AEDF-B818-4115-99D8-D46E9D06EBC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21" name="Text Box 40">
              <a:extLst>
                <a:ext uri="{FF2B5EF4-FFF2-40B4-BE49-F238E27FC236}">
                  <a16:creationId xmlns:a16="http://schemas.microsoft.com/office/drawing/2014/main" id="{C20AD39C-D58A-455D-B613-A1BED0A4278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522" name="Line 41">
              <a:extLst>
                <a:ext uri="{FF2B5EF4-FFF2-40B4-BE49-F238E27FC236}">
                  <a16:creationId xmlns:a16="http://schemas.microsoft.com/office/drawing/2014/main" id="{9775D93D-9744-4A15-B408-BD109CD4E3B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1454" name="Group 44">
            <a:extLst>
              <a:ext uri="{FF2B5EF4-FFF2-40B4-BE49-F238E27FC236}">
                <a16:creationId xmlns:a16="http://schemas.microsoft.com/office/drawing/2014/main" id="{F6A00CAF-9BA0-4186-AEE6-7A5B43614ABA}"/>
              </a:ext>
            </a:extLst>
          </p:cNvPr>
          <p:cNvGrpSpPr>
            <a:grpSpLocks/>
          </p:cNvGrpSpPr>
          <p:nvPr/>
        </p:nvGrpSpPr>
        <p:grpSpPr bwMode="auto">
          <a:xfrm>
            <a:off x="3505200" y="4572000"/>
            <a:ext cx="1905000" cy="1600200"/>
            <a:chOff x="816" y="1584"/>
            <a:chExt cx="1200" cy="1008"/>
          </a:xfrm>
        </p:grpSpPr>
        <p:sp>
          <p:nvSpPr>
            <p:cNvPr id="61467" name="Text Box 45">
              <a:extLst>
                <a:ext uri="{FF2B5EF4-FFF2-40B4-BE49-F238E27FC236}">
                  <a16:creationId xmlns:a16="http://schemas.microsoft.com/office/drawing/2014/main" id="{5486CFB5-FBE8-4FD5-8AE7-E5FBD963407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1468" name="Text Box 46">
              <a:extLst>
                <a:ext uri="{FF2B5EF4-FFF2-40B4-BE49-F238E27FC236}">
                  <a16:creationId xmlns:a16="http://schemas.microsoft.com/office/drawing/2014/main" id="{C7C7504D-F640-4391-85DD-6F97B159F44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1469" name="Text Box 47">
              <a:extLst>
                <a:ext uri="{FF2B5EF4-FFF2-40B4-BE49-F238E27FC236}">
                  <a16:creationId xmlns:a16="http://schemas.microsoft.com/office/drawing/2014/main" id="{B1B335EB-CBE1-44F6-96E7-9BCCD8F68E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grpSp>
          <p:nvGrpSpPr>
            <p:cNvPr id="61470" name="Group 48">
              <a:extLst>
                <a:ext uri="{FF2B5EF4-FFF2-40B4-BE49-F238E27FC236}">
                  <a16:creationId xmlns:a16="http://schemas.microsoft.com/office/drawing/2014/main" id="{1F0B2C22-687F-46FF-B248-CAFC4AFC4C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584"/>
              <a:ext cx="1200" cy="192"/>
              <a:chOff x="816" y="1584"/>
              <a:chExt cx="1200" cy="192"/>
            </a:xfrm>
          </p:grpSpPr>
          <p:sp>
            <p:nvSpPr>
              <p:cNvPr id="61491" name="Line 49">
                <a:extLst>
                  <a:ext uri="{FF2B5EF4-FFF2-40B4-BE49-F238E27FC236}">
                    <a16:creationId xmlns:a16="http://schemas.microsoft.com/office/drawing/2014/main" id="{3397AD81-B76F-4E10-B093-A448C7275F9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92" name="Line 50">
                <a:extLst>
                  <a:ext uri="{FF2B5EF4-FFF2-40B4-BE49-F238E27FC236}">
                    <a16:creationId xmlns:a16="http://schemas.microsoft.com/office/drawing/2014/main" id="{28FF0693-2ACD-43EF-8A15-5076E46F953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84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1471" name="Line 51">
              <a:extLst>
                <a:ext uri="{FF2B5EF4-FFF2-40B4-BE49-F238E27FC236}">
                  <a16:creationId xmlns:a16="http://schemas.microsoft.com/office/drawing/2014/main" id="{1890B9B4-9443-4504-97CD-FFD0694892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59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72" name="Text Box 52">
              <a:extLst>
                <a:ext uri="{FF2B5EF4-FFF2-40B4-BE49-F238E27FC236}">
                  <a16:creationId xmlns:a16="http://schemas.microsoft.com/office/drawing/2014/main" id="{FED8CCD6-6718-442E-8FB8-D5DE9AFC83A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8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61473" name="Line 53">
              <a:extLst>
                <a:ext uri="{FF2B5EF4-FFF2-40B4-BE49-F238E27FC236}">
                  <a16:creationId xmlns:a16="http://schemas.microsoft.com/office/drawing/2014/main" id="{89759696-C8D6-4070-AED9-F3E5A9646D9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74" name="Text Box 54">
              <a:extLst>
                <a:ext uri="{FF2B5EF4-FFF2-40B4-BE49-F238E27FC236}">
                  <a16:creationId xmlns:a16="http://schemas.microsoft.com/office/drawing/2014/main" id="{103959B3-58C6-406B-9017-01AD4E53A4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1475" name="Text Box 55">
              <a:extLst>
                <a:ext uri="{FF2B5EF4-FFF2-40B4-BE49-F238E27FC236}">
                  <a16:creationId xmlns:a16="http://schemas.microsoft.com/office/drawing/2014/main" id="{4E529FD2-F3C5-4BF0-855B-8EB857EE8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1476" name="Text Box 56">
              <a:extLst>
                <a:ext uri="{FF2B5EF4-FFF2-40B4-BE49-F238E27FC236}">
                  <a16:creationId xmlns:a16="http://schemas.microsoft.com/office/drawing/2014/main" id="{F4DE226F-871C-416F-94BE-0A7FA70692A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61477" name="Text Box 57">
              <a:extLst>
                <a:ext uri="{FF2B5EF4-FFF2-40B4-BE49-F238E27FC236}">
                  <a16:creationId xmlns:a16="http://schemas.microsoft.com/office/drawing/2014/main" id="{D8ACAA75-067E-4EC5-AF54-35C246E9343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1478" name="Text Box 58">
              <a:extLst>
                <a:ext uri="{FF2B5EF4-FFF2-40B4-BE49-F238E27FC236}">
                  <a16:creationId xmlns:a16="http://schemas.microsoft.com/office/drawing/2014/main" id="{5C57BB6B-1A69-4A99-8638-003BDFA3544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1479" name="Text Box 59">
              <a:extLst>
                <a:ext uri="{FF2B5EF4-FFF2-40B4-BE49-F238E27FC236}">
                  <a16:creationId xmlns:a16="http://schemas.microsoft.com/office/drawing/2014/main" id="{1B2E6A1A-70AD-44AB-8ECA-37788E8A6E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1480" name="Text Box 60">
              <a:extLst>
                <a:ext uri="{FF2B5EF4-FFF2-40B4-BE49-F238E27FC236}">
                  <a16:creationId xmlns:a16="http://schemas.microsoft.com/office/drawing/2014/main" id="{558DA49A-1222-4064-BF52-5B1895DF58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1481" name="Text Box 61">
              <a:extLst>
                <a:ext uri="{FF2B5EF4-FFF2-40B4-BE49-F238E27FC236}">
                  <a16:creationId xmlns:a16="http://schemas.microsoft.com/office/drawing/2014/main" id="{7EF85BF2-3617-4B7C-B524-0C01D100D2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1482" name="Text Box 62">
              <a:extLst>
                <a:ext uri="{FF2B5EF4-FFF2-40B4-BE49-F238E27FC236}">
                  <a16:creationId xmlns:a16="http://schemas.microsoft.com/office/drawing/2014/main" id="{80478FFC-5334-48F5-AD42-5F75DA35AA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1483" name="Text Box 63">
              <a:extLst>
                <a:ext uri="{FF2B5EF4-FFF2-40B4-BE49-F238E27FC236}">
                  <a16:creationId xmlns:a16="http://schemas.microsoft.com/office/drawing/2014/main" id="{70D0420F-BDD7-44DC-8308-B002F554F9C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1484" name="Text Box 64">
              <a:extLst>
                <a:ext uri="{FF2B5EF4-FFF2-40B4-BE49-F238E27FC236}">
                  <a16:creationId xmlns:a16="http://schemas.microsoft.com/office/drawing/2014/main" id="{4F59C455-675B-4F0F-BBF5-8C15278211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1485" name="Text Box 65">
              <a:extLst>
                <a:ext uri="{FF2B5EF4-FFF2-40B4-BE49-F238E27FC236}">
                  <a16:creationId xmlns:a16="http://schemas.microsoft.com/office/drawing/2014/main" id="{11553BD7-2976-4254-BB2F-E81BA8A0CF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grpSp>
          <p:nvGrpSpPr>
            <p:cNvPr id="61486" name="Group 66">
              <a:extLst>
                <a:ext uri="{FF2B5EF4-FFF2-40B4-BE49-F238E27FC236}">
                  <a16:creationId xmlns:a16="http://schemas.microsoft.com/office/drawing/2014/main" id="{37E16770-E9E5-4AC2-9EC0-A481663BF1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84"/>
              <a:ext cx="864" cy="1008"/>
              <a:chOff x="1152" y="1584"/>
              <a:chExt cx="864" cy="1008"/>
            </a:xfrm>
          </p:grpSpPr>
          <p:sp>
            <p:nvSpPr>
              <p:cNvPr id="61487" name="Line 67">
                <a:extLst>
                  <a:ext uri="{FF2B5EF4-FFF2-40B4-BE49-F238E27FC236}">
                    <a16:creationId xmlns:a16="http://schemas.microsoft.com/office/drawing/2014/main" id="{E04BCF1D-FA28-466F-B3F5-C97F4B71184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88" name="Line 68">
                <a:extLst>
                  <a:ext uri="{FF2B5EF4-FFF2-40B4-BE49-F238E27FC236}">
                    <a16:creationId xmlns:a16="http://schemas.microsoft.com/office/drawing/2014/main" id="{AD973BB8-38F5-40B8-8C63-63E0B591A1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89" name="Line 69">
                <a:extLst>
                  <a:ext uri="{FF2B5EF4-FFF2-40B4-BE49-F238E27FC236}">
                    <a16:creationId xmlns:a16="http://schemas.microsoft.com/office/drawing/2014/main" id="{396311BB-2FB6-433A-930E-78D28D18FC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1490" name="Line 70">
                <a:extLst>
                  <a:ext uri="{FF2B5EF4-FFF2-40B4-BE49-F238E27FC236}">
                    <a16:creationId xmlns:a16="http://schemas.microsoft.com/office/drawing/2014/main" id="{B0F40199-DBB4-4985-9402-3390FCE7202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75">
            <a:extLst>
              <a:ext uri="{FF2B5EF4-FFF2-40B4-BE49-F238E27FC236}">
                <a16:creationId xmlns:a16="http://schemas.microsoft.com/office/drawing/2014/main" id="{22920A05-CEEB-4052-85B5-7EED85523355}"/>
              </a:ext>
            </a:extLst>
          </p:cNvPr>
          <p:cNvGrpSpPr>
            <a:grpSpLocks/>
          </p:cNvGrpSpPr>
          <p:nvPr/>
        </p:nvGrpSpPr>
        <p:grpSpPr bwMode="auto">
          <a:xfrm>
            <a:off x="3352800" y="2895600"/>
            <a:ext cx="838200" cy="2362200"/>
            <a:chOff x="2112" y="1824"/>
            <a:chExt cx="528" cy="1488"/>
          </a:xfrm>
        </p:grpSpPr>
        <p:sp>
          <p:nvSpPr>
            <p:cNvPr id="61464" name="Line 72">
              <a:extLst>
                <a:ext uri="{FF2B5EF4-FFF2-40B4-BE49-F238E27FC236}">
                  <a16:creationId xmlns:a16="http://schemas.microsoft.com/office/drawing/2014/main" id="{BA6B279B-E13D-4B61-98D9-A015936052A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112" y="1824"/>
              <a:ext cx="19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5" name="Line 73">
              <a:extLst>
                <a:ext uri="{FF2B5EF4-FFF2-40B4-BE49-F238E27FC236}">
                  <a16:creationId xmlns:a16="http://schemas.microsoft.com/office/drawing/2014/main" id="{C956B968-A333-4E72-A618-8996A072E2A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824"/>
              <a:ext cx="0" cy="1488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1466" name="Line 74">
              <a:extLst>
                <a:ext uri="{FF2B5EF4-FFF2-40B4-BE49-F238E27FC236}">
                  <a16:creationId xmlns:a16="http://schemas.microsoft.com/office/drawing/2014/main" id="{DAB3A956-BEC4-47CD-BD70-E0C5EB8360B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3312"/>
              <a:ext cx="52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80">
            <a:extLst>
              <a:ext uri="{FF2B5EF4-FFF2-40B4-BE49-F238E27FC236}">
                <a16:creationId xmlns:a16="http://schemas.microsoft.com/office/drawing/2014/main" id="{3FC6F1F5-4913-434B-94C5-5949406FF586}"/>
              </a:ext>
            </a:extLst>
          </p:cNvPr>
          <p:cNvGrpSpPr>
            <a:grpSpLocks/>
          </p:cNvGrpSpPr>
          <p:nvPr/>
        </p:nvGrpSpPr>
        <p:grpSpPr bwMode="auto">
          <a:xfrm>
            <a:off x="3200400" y="3200400"/>
            <a:ext cx="990600" cy="2514600"/>
            <a:chOff x="2016" y="2016"/>
            <a:chExt cx="624" cy="1584"/>
          </a:xfrm>
        </p:grpSpPr>
        <p:sp>
          <p:nvSpPr>
            <p:cNvPr id="61461" name="Line 77">
              <a:extLst>
                <a:ext uri="{FF2B5EF4-FFF2-40B4-BE49-F238E27FC236}">
                  <a16:creationId xmlns:a16="http://schemas.microsoft.com/office/drawing/2014/main" id="{24E22303-CBFE-4E05-87CF-7B9FDD82AAD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016" y="2016"/>
              <a:ext cx="2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2" name="Line 78">
              <a:extLst>
                <a:ext uri="{FF2B5EF4-FFF2-40B4-BE49-F238E27FC236}">
                  <a16:creationId xmlns:a16="http://schemas.microsoft.com/office/drawing/2014/main" id="{A65B2F39-7055-4C01-AA50-896836050C9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2016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3" name="Line 79">
              <a:extLst>
                <a:ext uri="{FF2B5EF4-FFF2-40B4-BE49-F238E27FC236}">
                  <a16:creationId xmlns:a16="http://schemas.microsoft.com/office/drawing/2014/main" id="{76B878B2-6942-4A45-8BDC-CC4C8FE52C5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016" y="3600"/>
              <a:ext cx="6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8" name="Group 86">
            <a:extLst>
              <a:ext uri="{FF2B5EF4-FFF2-40B4-BE49-F238E27FC236}">
                <a16:creationId xmlns:a16="http://schemas.microsoft.com/office/drawing/2014/main" id="{B529948D-2539-4F06-8312-AEFC5168517A}"/>
              </a:ext>
            </a:extLst>
          </p:cNvPr>
          <p:cNvGrpSpPr>
            <a:grpSpLocks/>
          </p:cNvGrpSpPr>
          <p:nvPr/>
        </p:nvGrpSpPr>
        <p:grpSpPr bwMode="auto">
          <a:xfrm>
            <a:off x="3048000" y="3505200"/>
            <a:ext cx="1143000" cy="2514600"/>
            <a:chOff x="1920" y="2208"/>
            <a:chExt cx="720" cy="1584"/>
          </a:xfrm>
        </p:grpSpPr>
        <p:sp>
          <p:nvSpPr>
            <p:cNvPr id="61458" name="Line 83">
              <a:extLst>
                <a:ext uri="{FF2B5EF4-FFF2-40B4-BE49-F238E27FC236}">
                  <a16:creationId xmlns:a16="http://schemas.microsoft.com/office/drawing/2014/main" id="{1C619887-9E8D-4115-B055-1F6C22C5C3D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920" y="2208"/>
              <a:ext cx="38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59" name="Line 84">
              <a:extLst>
                <a:ext uri="{FF2B5EF4-FFF2-40B4-BE49-F238E27FC236}">
                  <a16:creationId xmlns:a16="http://schemas.microsoft.com/office/drawing/2014/main" id="{54B89F06-FE8E-4C26-AB0F-67F5A2C7AC1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2208"/>
              <a:ext cx="0" cy="15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1460" name="Line 85">
              <a:extLst>
                <a:ext uri="{FF2B5EF4-FFF2-40B4-BE49-F238E27FC236}">
                  <a16:creationId xmlns:a16="http://schemas.microsoft.com/office/drawing/2014/main" id="{4891D989-CE7E-4B73-9616-75C59173CC2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920" y="3792"/>
              <a:ext cx="72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1409" grpId="0" animBg="1"/>
      <p:bldP spid="611404" grpId="0" animBg="1"/>
      <p:bldP spid="611399" grpId="0" animBg="1"/>
      <p:bldP spid="611371" grpId="0" animBg="1"/>
      <p:bldP spid="611370" grpId="0" animBg="1"/>
      <p:bldP spid="611331" grpId="0" animBg="1"/>
      <p:bldP spid="611332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DBD23C59-9E47-4DBF-BBD3-CD90CF529CAE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3491" name="Slide Number Placeholder 5">
            <a:extLst>
              <a:ext uri="{FF2B5EF4-FFF2-40B4-BE49-F238E27FC236}">
                <a16:creationId xmlns:a16="http://schemas.microsoft.com/office/drawing/2014/main" id="{F1955A58-AF9D-448B-BD0B-116DFDF07F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EA9FCEEE-B4B3-47A6-9F7E-60C70CBB279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33</a:t>
            </a:fld>
            <a:endParaRPr lang="en-US" altLang="en-US" sz="1000"/>
          </a:p>
        </p:txBody>
      </p:sp>
      <p:sp>
        <p:nvSpPr>
          <p:cNvPr id="63492" name="Rectangle 2">
            <a:extLst>
              <a:ext uri="{FF2B5EF4-FFF2-40B4-BE49-F238E27FC236}">
                <a16:creationId xmlns:a16="http://schemas.microsoft.com/office/drawing/2014/main" id="{4E9A05FC-8BA5-432E-A1AA-7193002965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13 </a:t>
            </a:r>
          </a:p>
        </p:txBody>
      </p:sp>
      <p:sp>
        <p:nvSpPr>
          <p:cNvPr id="63493" name="Rectangle 3">
            <a:extLst>
              <a:ext uri="{FF2B5EF4-FFF2-40B4-BE49-F238E27FC236}">
                <a16:creationId xmlns:a16="http://schemas.microsoft.com/office/drawing/2014/main" id="{83F11833-198E-4655-AB73-98077346C6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HOADON(</a:t>
            </a:r>
            <a:r>
              <a:rPr lang="en-US" altLang="en-US" u="sng"/>
              <a:t>SOHD</a:t>
            </a:r>
            <a:r>
              <a:rPr lang="en-US" altLang="en-US"/>
              <a:t>, MAKH, NGAYHD)</a:t>
            </a:r>
          </a:p>
          <a:p>
            <a:pPr eaLnBrk="1" hangingPunct="1"/>
            <a:r>
              <a:rPr lang="en-US" altLang="en-US"/>
              <a:t>CTHD(</a:t>
            </a:r>
            <a:r>
              <a:rPr lang="en-US" altLang="en-US" u="sng"/>
              <a:t>SOHD, MAHH</a:t>
            </a:r>
            <a:r>
              <a:rPr lang="en-US" altLang="en-US"/>
              <a:t>, DGIA, SLG)</a:t>
            </a:r>
          </a:p>
          <a:p>
            <a:pPr eaLnBrk="1" hangingPunct="1"/>
            <a:r>
              <a:rPr lang="en-US" altLang="en-US"/>
              <a:t>Mỗi hóa đơn phải có ít nhất một chi tiết hóa đơn</a:t>
            </a:r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HOADON, CTHD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63494" name="Text Box 27">
            <a:extLst>
              <a:ext uri="{FF2B5EF4-FFF2-40B4-BE49-F238E27FC236}">
                <a16:creationId xmlns:a16="http://schemas.microsoft.com/office/drawing/2014/main" id="{593D1EC5-F8C5-4278-AD6B-5CFFC093E1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4038600"/>
            <a:ext cx="6248400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HOADON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CTHD ( t.SOHD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s.SOHD ))</a:t>
            </a:r>
          </a:p>
        </p:txBody>
      </p:sp>
      <p:grpSp>
        <p:nvGrpSpPr>
          <p:cNvPr id="63495" name="Group 48">
            <a:extLst>
              <a:ext uri="{FF2B5EF4-FFF2-40B4-BE49-F238E27FC236}">
                <a16:creationId xmlns:a16="http://schemas.microsoft.com/office/drawing/2014/main" id="{27FECBFA-F325-48ED-9FBB-15EDD74ED653}"/>
              </a:ext>
            </a:extLst>
          </p:cNvPr>
          <p:cNvGrpSpPr>
            <a:grpSpLocks/>
          </p:cNvGrpSpPr>
          <p:nvPr/>
        </p:nvGrpSpPr>
        <p:grpSpPr bwMode="auto">
          <a:xfrm>
            <a:off x="1371600" y="5181600"/>
            <a:ext cx="5334000" cy="1219200"/>
            <a:chOff x="864" y="3264"/>
            <a:chExt cx="3360" cy="768"/>
          </a:xfrm>
        </p:grpSpPr>
        <p:sp>
          <p:nvSpPr>
            <p:cNvPr id="63496" name="Text Box 29">
              <a:extLst>
                <a:ext uri="{FF2B5EF4-FFF2-40B4-BE49-F238E27FC236}">
                  <a16:creationId xmlns:a16="http://schemas.microsoft.com/office/drawing/2014/main" id="{C207F43A-F610-4DFA-A64C-19AA3541872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56" y="327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63497" name="Text Box 30">
              <a:extLst>
                <a:ext uri="{FF2B5EF4-FFF2-40B4-BE49-F238E27FC236}">
                  <a16:creationId xmlns:a16="http://schemas.microsoft.com/office/drawing/2014/main" id="{E67810FC-A084-458D-872A-01498325882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HOADON</a:t>
              </a:r>
            </a:p>
          </p:txBody>
        </p:sp>
        <p:grpSp>
          <p:nvGrpSpPr>
            <p:cNvPr id="63498" name="Group 31">
              <a:extLst>
                <a:ext uri="{FF2B5EF4-FFF2-40B4-BE49-F238E27FC236}">
                  <a16:creationId xmlns:a16="http://schemas.microsoft.com/office/drawing/2014/main" id="{22699275-210A-42D6-AD42-937C3BD92A6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76" y="3264"/>
              <a:ext cx="1488" cy="768"/>
              <a:chOff x="2160" y="3168"/>
              <a:chExt cx="1488" cy="624"/>
            </a:xfrm>
          </p:grpSpPr>
          <p:sp>
            <p:nvSpPr>
              <p:cNvPr id="63512" name="Line 32">
                <a:extLst>
                  <a:ext uri="{FF2B5EF4-FFF2-40B4-BE49-F238E27FC236}">
                    <a16:creationId xmlns:a16="http://schemas.microsoft.com/office/drawing/2014/main" id="{F6FC7554-B17F-411C-AA94-E4108B2E8B7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13" name="Line 33">
                <a:extLst>
                  <a:ext uri="{FF2B5EF4-FFF2-40B4-BE49-F238E27FC236}">
                    <a16:creationId xmlns:a16="http://schemas.microsoft.com/office/drawing/2014/main" id="{7C76E35D-78B9-4E4B-8967-49182A7BFCF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14" name="Line 34">
                <a:extLst>
                  <a:ext uri="{FF2B5EF4-FFF2-40B4-BE49-F238E27FC236}">
                    <a16:creationId xmlns:a16="http://schemas.microsoft.com/office/drawing/2014/main" id="{BA145D36-7EB3-4B0E-98C9-1E47C261A5B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499" name="Text Box 35">
              <a:extLst>
                <a:ext uri="{FF2B5EF4-FFF2-40B4-BE49-F238E27FC236}">
                  <a16:creationId xmlns:a16="http://schemas.microsoft.com/office/drawing/2014/main" id="{2EA64319-3374-4610-B990-0EB72FA00A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63500" name="Text Box 36">
              <a:extLst>
                <a:ext uri="{FF2B5EF4-FFF2-40B4-BE49-F238E27FC236}">
                  <a16:creationId xmlns:a16="http://schemas.microsoft.com/office/drawing/2014/main" id="{BB40D707-C844-4868-A0C9-C7A72328780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4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63501" name="Text Box 37">
              <a:extLst>
                <a:ext uri="{FF2B5EF4-FFF2-40B4-BE49-F238E27FC236}">
                  <a16:creationId xmlns:a16="http://schemas.microsoft.com/office/drawing/2014/main" id="{2EF4A5B5-46B3-4CA3-93ED-195B127EB37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264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63502" name="Text Box 38">
              <a:extLst>
                <a:ext uri="{FF2B5EF4-FFF2-40B4-BE49-F238E27FC236}">
                  <a16:creationId xmlns:a16="http://schemas.microsoft.com/office/drawing/2014/main" id="{5A2D8A0F-19B1-44EC-B619-CB90ECA80C4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54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3503" name="Text Box 39">
              <a:extLst>
                <a:ext uri="{FF2B5EF4-FFF2-40B4-BE49-F238E27FC236}">
                  <a16:creationId xmlns:a16="http://schemas.microsoft.com/office/drawing/2014/main" id="{7E4BC01D-2782-4DF5-B00B-50CE8E3CEE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76" y="37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3504" name="Text Box 40">
              <a:extLst>
                <a:ext uri="{FF2B5EF4-FFF2-40B4-BE49-F238E27FC236}">
                  <a16:creationId xmlns:a16="http://schemas.microsoft.com/office/drawing/2014/main" id="{93EB2766-056F-40CC-9C41-025EB9D611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53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  <a:endParaRPr lang="en-US" altLang="en-US" sz="1800" dirty="0">
                <a:latin typeface="Tahoma" panose="020B0604030504040204" pitchFamily="34" charset="0"/>
              </a:endParaRPr>
            </a:p>
          </p:txBody>
        </p:sp>
        <p:grpSp>
          <p:nvGrpSpPr>
            <p:cNvPr id="63505" name="Group 41">
              <a:extLst>
                <a:ext uri="{FF2B5EF4-FFF2-40B4-BE49-F238E27FC236}">
                  <a16:creationId xmlns:a16="http://schemas.microsoft.com/office/drawing/2014/main" id="{E911FF6A-0FBF-4192-97B7-531B9BFAEBF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4" y="3504"/>
              <a:ext cx="3360" cy="288"/>
              <a:chOff x="864" y="3504"/>
              <a:chExt cx="3216" cy="288"/>
            </a:xfrm>
          </p:grpSpPr>
          <p:sp>
            <p:nvSpPr>
              <p:cNvPr id="63510" name="Line 42">
                <a:extLst>
                  <a:ext uri="{FF2B5EF4-FFF2-40B4-BE49-F238E27FC236}">
                    <a16:creationId xmlns:a16="http://schemas.microsoft.com/office/drawing/2014/main" id="{97425C2C-AD63-4117-A35E-70A0A8A9643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3511" name="Line 43">
                <a:extLst>
                  <a:ext uri="{FF2B5EF4-FFF2-40B4-BE49-F238E27FC236}">
                    <a16:creationId xmlns:a16="http://schemas.microsoft.com/office/drawing/2014/main" id="{422968CE-B8CD-48A5-B2B2-113F78711C3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3506" name="Text Box 44">
              <a:extLst>
                <a:ext uri="{FF2B5EF4-FFF2-40B4-BE49-F238E27FC236}">
                  <a16:creationId xmlns:a16="http://schemas.microsoft.com/office/drawing/2014/main" id="{9EABEC73-16A1-41A9-975F-8051D1EC542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4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CTHD</a:t>
              </a:r>
            </a:p>
          </p:txBody>
        </p:sp>
        <p:sp>
          <p:nvSpPr>
            <p:cNvPr id="63507" name="Text Box 45">
              <a:extLst>
                <a:ext uri="{FF2B5EF4-FFF2-40B4-BE49-F238E27FC236}">
                  <a16:creationId xmlns:a16="http://schemas.microsoft.com/office/drawing/2014/main" id="{E16B2A03-BBCD-4AD2-9036-BB3C7DE673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51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-</a:t>
              </a:r>
            </a:p>
          </p:txBody>
        </p:sp>
        <p:sp>
          <p:nvSpPr>
            <p:cNvPr id="63508" name="Text Box 46">
              <a:extLst>
                <a:ext uri="{FF2B5EF4-FFF2-40B4-BE49-F238E27FC236}">
                  <a16:creationId xmlns:a16="http://schemas.microsoft.com/office/drawing/2014/main" id="{B16A1104-DC97-4589-ADD9-E61C524BD61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3509" name="Text Box 47">
              <a:extLst>
                <a:ext uri="{FF2B5EF4-FFF2-40B4-BE49-F238E27FC236}">
                  <a16:creationId xmlns:a16="http://schemas.microsoft.com/office/drawing/2014/main" id="{DC41A80D-2488-4567-B51B-B65CD10548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79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(SOHD)</a:t>
              </a:r>
            </a:p>
          </p:txBody>
        </p:sp>
      </p:grp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Date Placeholder 3">
            <a:extLst>
              <a:ext uri="{FF2B5EF4-FFF2-40B4-BE49-F238E27FC236}">
                <a16:creationId xmlns:a16="http://schemas.microsoft.com/office/drawing/2014/main" id="{31CA02CB-9C70-4365-87A3-3AB7FF86A90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5539" name="Slide Number Placeholder 5">
            <a:extLst>
              <a:ext uri="{FF2B5EF4-FFF2-40B4-BE49-F238E27FC236}">
                <a16:creationId xmlns:a16="http://schemas.microsoft.com/office/drawing/2014/main" id="{68CE2F10-9E7A-45A3-BB0F-735C97D652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97074D1C-DCFD-4075-82A0-9636D7D1BFCE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34</a:t>
            </a:fld>
            <a:endParaRPr lang="en-US" altLang="en-US" sz="1000"/>
          </a:p>
        </p:txBody>
      </p:sp>
      <p:sp>
        <p:nvSpPr>
          <p:cNvPr id="613446" name="Rectangle 70">
            <a:extLst>
              <a:ext uri="{FF2B5EF4-FFF2-40B4-BE49-F238E27FC236}">
                <a16:creationId xmlns:a16="http://schemas.microsoft.com/office/drawing/2014/main" id="{BBCD70ED-FCEA-4380-A137-02EF1DE56D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19800" y="3429000"/>
            <a:ext cx="457200" cy="16002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13445" name="Rectangle 69">
            <a:extLst>
              <a:ext uri="{FF2B5EF4-FFF2-40B4-BE49-F238E27FC236}">
                <a16:creationId xmlns:a16="http://schemas.microsoft.com/office/drawing/2014/main" id="{27F0A278-6FCE-4F81-A7B4-6E57BDDF66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24200" y="3429000"/>
            <a:ext cx="457200" cy="1676400"/>
          </a:xfrm>
          <a:prstGeom prst="rect">
            <a:avLst/>
          </a:prstGeom>
          <a:solidFill>
            <a:srgbClr val="99CCFF">
              <a:alpha val="79999"/>
            </a:srgbClr>
          </a:solidFill>
          <a:ln w="12700" algn="ctr">
            <a:solidFill>
              <a:srgbClr val="99CCFF"/>
            </a:solidFill>
            <a:miter lim="800000"/>
            <a:headEnd/>
            <a:tailEnd/>
          </a:ln>
        </p:spPr>
        <p:txBody>
          <a:bodyPr wrap="non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endParaRPr lang="en-US" altLang="en-US" sz="1500">
              <a:latin typeface="Tahoma" panose="020B0604030504040204" pitchFamily="34" charset="0"/>
            </a:endParaRPr>
          </a:p>
        </p:txBody>
      </p:sp>
      <p:sp>
        <p:nvSpPr>
          <p:cNvPr id="65542" name="Rectangle 9">
            <a:extLst>
              <a:ext uri="{FF2B5EF4-FFF2-40B4-BE49-F238E27FC236}">
                <a16:creationId xmlns:a16="http://schemas.microsoft.com/office/drawing/2014/main" id="{787974AB-69F8-4EA9-B736-C9A343EF19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000"/>
              <a:t>RBTV - Liên thuộc tính, liên quan hệ</a:t>
            </a:r>
          </a:p>
        </p:txBody>
      </p:sp>
      <p:sp>
        <p:nvSpPr>
          <p:cNvPr id="65543" name="Rectangle 10">
            <a:extLst>
              <a:ext uri="{FF2B5EF4-FFF2-40B4-BE49-F238E27FC236}">
                <a16:creationId xmlns:a16="http://schemas.microsoft.com/office/drawing/2014/main" id="{C48CD945-6C8D-4861-B6A9-CF786C9D3F8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Là ràng buộc xảy ra giữa các thuộc tính trên nhiều quan hệ khác nhau</a:t>
            </a:r>
          </a:p>
        </p:txBody>
      </p:sp>
      <p:grpSp>
        <p:nvGrpSpPr>
          <p:cNvPr id="65544" name="Group 11">
            <a:extLst>
              <a:ext uri="{FF2B5EF4-FFF2-40B4-BE49-F238E27FC236}">
                <a16:creationId xmlns:a16="http://schemas.microsoft.com/office/drawing/2014/main" id="{AA9E6B37-D33B-49FD-B8E6-C630CC8DA071}"/>
              </a:ext>
            </a:extLst>
          </p:cNvPr>
          <p:cNvGrpSpPr>
            <a:grpSpLocks/>
          </p:cNvGrpSpPr>
          <p:nvPr/>
        </p:nvGrpSpPr>
        <p:grpSpPr bwMode="auto">
          <a:xfrm>
            <a:off x="1676400" y="3429000"/>
            <a:ext cx="2362200" cy="1676400"/>
            <a:chOff x="624" y="1392"/>
            <a:chExt cx="1488" cy="1056"/>
          </a:xfrm>
        </p:grpSpPr>
        <p:sp>
          <p:nvSpPr>
            <p:cNvPr id="65576" name="Line 12">
              <a:extLst>
                <a:ext uri="{FF2B5EF4-FFF2-40B4-BE49-F238E27FC236}">
                  <a16:creationId xmlns:a16="http://schemas.microsoft.com/office/drawing/2014/main" id="{22E5CCED-C30F-49E6-974A-BE473E72FF0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584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77" name="Text Box 13">
              <a:extLst>
                <a:ext uri="{FF2B5EF4-FFF2-40B4-BE49-F238E27FC236}">
                  <a16:creationId xmlns:a16="http://schemas.microsoft.com/office/drawing/2014/main" id="{AB5A8D77-1264-408D-BD02-DBF12D98F35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5578" name="Text Box 14">
              <a:extLst>
                <a:ext uri="{FF2B5EF4-FFF2-40B4-BE49-F238E27FC236}">
                  <a16:creationId xmlns:a16="http://schemas.microsoft.com/office/drawing/2014/main" id="{A1D8BF5A-6715-4F92-A1BE-526900AF623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5579" name="Text Box 15">
              <a:extLst>
                <a:ext uri="{FF2B5EF4-FFF2-40B4-BE49-F238E27FC236}">
                  <a16:creationId xmlns:a16="http://schemas.microsoft.com/office/drawing/2014/main" id="{8484A01A-0103-4A36-B05D-3F0D82E251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580" name="Line 16">
              <a:extLst>
                <a:ext uri="{FF2B5EF4-FFF2-40B4-BE49-F238E27FC236}">
                  <a16:creationId xmlns:a16="http://schemas.microsoft.com/office/drawing/2014/main" id="{A3A5D23E-5C95-49BF-A6CA-8C63300F1A6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1488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1" name="Line 17">
              <a:extLst>
                <a:ext uri="{FF2B5EF4-FFF2-40B4-BE49-F238E27FC236}">
                  <a16:creationId xmlns:a16="http://schemas.microsoft.com/office/drawing/2014/main" id="{82D6E83F-CD3E-49D4-B9CC-E91F60E65D1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2448"/>
              <a:ext cx="1152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2" name="Text Box 18">
              <a:extLst>
                <a:ext uri="{FF2B5EF4-FFF2-40B4-BE49-F238E27FC236}">
                  <a16:creationId xmlns:a16="http://schemas.microsoft.com/office/drawing/2014/main" id="{F1BAF88D-5B5E-4F29-9704-D3F3CC928E4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4" y="1392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R</a:t>
              </a:r>
            </a:p>
          </p:txBody>
        </p:sp>
        <p:sp>
          <p:nvSpPr>
            <p:cNvPr id="65583" name="Line 19">
              <a:extLst>
                <a:ext uri="{FF2B5EF4-FFF2-40B4-BE49-F238E27FC236}">
                  <a16:creationId xmlns:a16="http://schemas.microsoft.com/office/drawing/2014/main" id="{C9CBAA5D-52E5-4DC5-9FCC-D090A0C32E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" y="1392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4" name="Text Box 20">
              <a:extLst>
                <a:ext uri="{FF2B5EF4-FFF2-40B4-BE49-F238E27FC236}">
                  <a16:creationId xmlns:a16="http://schemas.microsoft.com/office/drawing/2014/main" id="{85F8F2ED-0C7C-49CB-AC4C-9B6A4FBF8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585" name="Text Box 21">
              <a:extLst>
                <a:ext uri="{FF2B5EF4-FFF2-40B4-BE49-F238E27FC236}">
                  <a16:creationId xmlns:a16="http://schemas.microsoft.com/office/drawing/2014/main" id="{95F80396-2EC3-482C-9733-E34735CF0FC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586" name="Line 22">
              <a:extLst>
                <a:ext uri="{FF2B5EF4-FFF2-40B4-BE49-F238E27FC236}">
                  <a16:creationId xmlns:a16="http://schemas.microsoft.com/office/drawing/2014/main" id="{06C4C724-BC92-47BF-AF89-B0AA6ED0B95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48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7" name="Line 23">
              <a:extLst>
                <a:ext uri="{FF2B5EF4-FFF2-40B4-BE49-F238E27FC236}">
                  <a16:creationId xmlns:a16="http://schemas.microsoft.com/office/drawing/2014/main" id="{AD392620-0689-4700-BA83-81FF72D6630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60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8" name="Line 24">
              <a:extLst>
                <a:ext uri="{FF2B5EF4-FFF2-40B4-BE49-F238E27FC236}">
                  <a16:creationId xmlns:a16="http://schemas.microsoft.com/office/drawing/2014/main" id="{F48B4DAF-E2DA-424E-9EF8-44807800448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36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89" name="Text Box 25">
              <a:extLst>
                <a:ext uri="{FF2B5EF4-FFF2-40B4-BE49-F238E27FC236}">
                  <a16:creationId xmlns:a16="http://schemas.microsoft.com/office/drawing/2014/main" id="{1F9E8BB1-AE2C-46EE-ACCE-04DCA8D430E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5590" name="Text Box 26">
              <a:extLst>
                <a:ext uri="{FF2B5EF4-FFF2-40B4-BE49-F238E27FC236}">
                  <a16:creationId xmlns:a16="http://schemas.microsoft.com/office/drawing/2014/main" id="{AFB3064E-0C9D-4C6E-964B-BEF468E8E4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5591" name="Text Box 27">
              <a:extLst>
                <a:ext uri="{FF2B5EF4-FFF2-40B4-BE49-F238E27FC236}">
                  <a16:creationId xmlns:a16="http://schemas.microsoft.com/office/drawing/2014/main" id="{41081CFA-0EC6-472A-A4C8-4DAFCF8BD7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5</a:t>
              </a:r>
            </a:p>
          </p:txBody>
        </p:sp>
        <p:sp>
          <p:nvSpPr>
            <p:cNvPr id="65592" name="Text Box 28">
              <a:extLst>
                <a:ext uri="{FF2B5EF4-FFF2-40B4-BE49-F238E27FC236}">
                  <a16:creationId xmlns:a16="http://schemas.microsoft.com/office/drawing/2014/main" id="{D3F465BF-0C2D-4B2D-B57A-13B49DD4460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12</a:t>
              </a:r>
            </a:p>
          </p:txBody>
        </p:sp>
        <p:sp>
          <p:nvSpPr>
            <p:cNvPr id="65593" name="Line 29">
              <a:extLst>
                <a:ext uri="{FF2B5EF4-FFF2-40B4-BE49-F238E27FC236}">
                  <a16:creationId xmlns:a16="http://schemas.microsoft.com/office/drawing/2014/main" id="{E3994C30-E6E4-45C3-9F35-54710556809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24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94" name="Text Box 30">
              <a:extLst>
                <a:ext uri="{FF2B5EF4-FFF2-40B4-BE49-F238E27FC236}">
                  <a16:creationId xmlns:a16="http://schemas.microsoft.com/office/drawing/2014/main" id="{93B38253-E1F4-423C-90C1-52711915621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6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595" name="Text Box 31">
              <a:extLst>
                <a:ext uri="{FF2B5EF4-FFF2-40B4-BE49-F238E27FC236}">
                  <a16:creationId xmlns:a16="http://schemas.microsoft.com/office/drawing/2014/main" id="{1F7CB3C1-6B53-433C-8140-9629C46939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536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23</a:t>
              </a:r>
            </a:p>
          </p:txBody>
        </p:sp>
        <p:sp>
          <p:nvSpPr>
            <p:cNvPr id="65596" name="Text Box 32">
              <a:extLst>
                <a:ext uri="{FF2B5EF4-FFF2-40B4-BE49-F238E27FC236}">
                  <a16:creationId xmlns:a16="http://schemas.microsoft.com/office/drawing/2014/main" id="{5984E451-384E-42F7-80A9-EDDDCA6B0D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39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</a:t>
              </a:r>
            </a:p>
          </p:txBody>
        </p:sp>
        <p:sp>
          <p:nvSpPr>
            <p:cNvPr id="65597" name="Text Box 33">
              <a:extLst>
                <a:ext uri="{FF2B5EF4-FFF2-40B4-BE49-F238E27FC236}">
                  <a16:creationId xmlns:a16="http://schemas.microsoft.com/office/drawing/2014/main" id="{27494FC0-29DB-4A81-9BFB-4613CEA59A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</a:t>
              </a:r>
            </a:p>
          </p:txBody>
        </p:sp>
        <p:sp>
          <p:nvSpPr>
            <p:cNvPr id="65598" name="Text Box 34">
              <a:extLst>
                <a:ext uri="{FF2B5EF4-FFF2-40B4-BE49-F238E27FC236}">
                  <a16:creationId xmlns:a16="http://schemas.microsoft.com/office/drawing/2014/main" id="{ABD9637E-5A90-49F0-B94C-2A0473E14F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5599" name="Text Box 35">
              <a:extLst>
                <a:ext uri="{FF2B5EF4-FFF2-40B4-BE49-F238E27FC236}">
                  <a16:creationId xmlns:a16="http://schemas.microsoft.com/office/drawing/2014/main" id="{CE5778C9-C684-415E-97F3-E07B3C08E5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5600" name="Text Box 36">
              <a:extLst>
                <a:ext uri="{FF2B5EF4-FFF2-40B4-BE49-F238E27FC236}">
                  <a16:creationId xmlns:a16="http://schemas.microsoft.com/office/drawing/2014/main" id="{5FBCD801-0328-4192-A13E-4D7FC25D2F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824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9</a:t>
              </a:r>
            </a:p>
          </p:txBody>
        </p:sp>
        <p:sp>
          <p:nvSpPr>
            <p:cNvPr id="65601" name="Text Box 37">
              <a:extLst>
                <a:ext uri="{FF2B5EF4-FFF2-40B4-BE49-F238E27FC236}">
                  <a16:creationId xmlns:a16="http://schemas.microsoft.com/office/drawing/2014/main" id="{07D8EA9F-ECC6-420D-BDB8-FECA5344AB0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632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602" name="Text Box 38">
              <a:extLst>
                <a:ext uri="{FF2B5EF4-FFF2-40B4-BE49-F238E27FC236}">
                  <a16:creationId xmlns:a16="http://schemas.microsoft.com/office/drawing/2014/main" id="{A4F9E8B9-57B3-49B6-BA3E-56326991E89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603" name="Text Box 39">
              <a:extLst>
                <a:ext uri="{FF2B5EF4-FFF2-40B4-BE49-F238E27FC236}">
                  <a16:creationId xmlns:a16="http://schemas.microsoft.com/office/drawing/2014/main" id="{3E785C00-50A7-4F94-9374-E98A7A6D464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604" name="Text Box 40">
              <a:extLst>
                <a:ext uri="{FF2B5EF4-FFF2-40B4-BE49-F238E27FC236}">
                  <a16:creationId xmlns:a16="http://schemas.microsoft.com/office/drawing/2014/main" id="{C85F62AC-F806-4C68-AC68-3E2CA081FFE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4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605" name="Line 41">
              <a:extLst>
                <a:ext uri="{FF2B5EF4-FFF2-40B4-BE49-F238E27FC236}">
                  <a16:creationId xmlns:a16="http://schemas.microsoft.com/office/drawing/2014/main" id="{8E4CA6A3-7CC2-4642-8CBD-BADBFF68DBD0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12" y="1392"/>
              <a:ext cx="0" cy="105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65545" name="Group 42">
            <a:extLst>
              <a:ext uri="{FF2B5EF4-FFF2-40B4-BE49-F238E27FC236}">
                <a16:creationId xmlns:a16="http://schemas.microsoft.com/office/drawing/2014/main" id="{CBF4EC5E-978E-48DB-8CFF-C653409947E2}"/>
              </a:ext>
            </a:extLst>
          </p:cNvPr>
          <p:cNvGrpSpPr>
            <a:grpSpLocks/>
          </p:cNvGrpSpPr>
          <p:nvPr/>
        </p:nvGrpSpPr>
        <p:grpSpPr bwMode="auto">
          <a:xfrm>
            <a:off x="5029200" y="3429000"/>
            <a:ext cx="1905000" cy="1600200"/>
            <a:chOff x="816" y="1584"/>
            <a:chExt cx="1200" cy="1008"/>
          </a:xfrm>
        </p:grpSpPr>
        <p:sp>
          <p:nvSpPr>
            <p:cNvPr id="65550" name="Text Box 43">
              <a:extLst>
                <a:ext uri="{FF2B5EF4-FFF2-40B4-BE49-F238E27FC236}">
                  <a16:creationId xmlns:a16="http://schemas.microsoft.com/office/drawing/2014/main" id="{FF888F32-7022-43BA-BBE3-4A7E51BFF38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A</a:t>
              </a:r>
            </a:p>
          </p:txBody>
        </p:sp>
        <p:sp>
          <p:nvSpPr>
            <p:cNvPr id="65551" name="Text Box 44">
              <a:extLst>
                <a:ext uri="{FF2B5EF4-FFF2-40B4-BE49-F238E27FC236}">
                  <a16:creationId xmlns:a16="http://schemas.microsoft.com/office/drawing/2014/main" id="{96A6F8FA-8193-48FB-AE84-BC00FF54C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B</a:t>
              </a:r>
            </a:p>
          </p:txBody>
        </p:sp>
        <p:sp>
          <p:nvSpPr>
            <p:cNvPr id="65552" name="Text Box 45">
              <a:extLst>
                <a:ext uri="{FF2B5EF4-FFF2-40B4-BE49-F238E27FC236}">
                  <a16:creationId xmlns:a16="http://schemas.microsoft.com/office/drawing/2014/main" id="{43FD267A-CC7A-4BE8-8382-35B3CB3A9C3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grpSp>
          <p:nvGrpSpPr>
            <p:cNvPr id="65553" name="Group 46">
              <a:extLst>
                <a:ext uri="{FF2B5EF4-FFF2-40B4-BE49-F238E27FC236}">
                  <a16:creationId xmlns:a16="http://schemas.microsoft.com/office/drawing/2014/main" id="{D74F343D-7881-4F3D-BA7A-0504341BCB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1584"/>
              <a:ext cx="1200" cy="192"/>
              <a:chOff x="816" y="1584"/>
              <a:chExt cx="1200" cy="192"/>
            </a:xfrm>
          </p:grpSpPr>
          <p:sp>
            <p:nvSpPr>
              <p:cNvPr id="65574" name="Line 47">
                <a:extLst>
                  <a:ext uri="{FF2B5EF4-FFF2-40B4-BE49-F238E27FC236}">
                    <a16:creationId xmlns:a16="http://schemas.microsoft.com/office/drawing/2014/main" id="{81B97E27-D790-4B9E-963D-501512CFFF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776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5" name="Line 48">
                <a:extLst>
                  <a:ext uri="{FF2B5EF4-FFF2-40B4-BE49-F238E27FC236}">
                    <a16:creationId xmlns:a16="http://schemas.microsoft.com/office/drawing/2014/main" id="{A4891D01-1CBA-43DF-B076-FF2FCA11C89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6" y="1584"/>
                <a:ext cx="120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5554" name="Line 49">
              <a:extLst>
                <a:ext uri="{FF2B5EF4-FFF2-40B4-BE49-F238E27FC236}">
                  <a16:creationId xmlns:a16="http://schemas.microsoft.com/office/drawing/2014/main" id="{B96F9FA9-32C5-4741-8C50-154213A559C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152" y="2592"/>
              <a:ext cx="86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55" name="Text Box 50">
              <a:extLst>
                <a:ext uri="{FF2B5EF4-FFF2-40B4-BE49-F238E27FC236}">
                  <a16:creationId xmlns:a16="http://schemas.microsoft.com/office/drawing/2014/main" id="{5D9BBA7E-4C5A-4649-BAE8-A8794C7E6AF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1584"/>
              <a:ext cx="33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 b="1">
                  <a:latin typeface="Tahoma" panose="020B0604030504040204" pitchFamily="34" charset="0"/>
                </a:rPr>
                <a:t>S</a:t>
              </a:r>
            </a:p>
          </p:txBody>
        </p:sp>
        <p:sp>
          <p:nvSpPr>
            <p:cNvPr id="65556" name="Line 51">
              <a:extLst>
                <a:ext uri="{FF2B5EF4-FFF2-40B4-BE49-F238E27FC236}">
                  <a16:creationId xmlns:a16="http://schemas.microsoft.com/office/drawing/2014/main" id="{59CC0786-2600-4D68-989D-E7D3AD65092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1584"/>
              <a:ext cx="0" cy="19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65557" name="Text Box 52">
              <a:extLst>
                <a:ext uri="{FF2B5EF4-FFF2-40B4-BE49-F238E27FC236}">
                  <a16:creationId xmlns:a16="http://schemas.microsoft.com/office/drawing/2014/main" id="{A2E90ACA-33B0-4FC4-9693-6DB9A305EB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</a:t>
              </a:r>
            </a:p>
          </p:txBody>
        </p:sp>
        <p:sp>
          <p:nvSpPr>
            <p:cNvPr id="65558" name="Text Box 53">
              <a:extLst>
                <a:ext uri="{FF2B5EF4-FFF2-40B4-BE49-F238E27FC236}">
                  <a16:creationId xmlns:a16="http://schemas.microsoft.com/office/drawing/2014/main" id="{54915396-FC10-4040-BBC3-4107BA70FB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5559" name="Text Box 54">
              <a:extLst>
                <a:ext uri="{FF2B5EF4-FFF2-40B4-BE49-F238E27FC236}">
                  <a16:creationId xmlns:a16="http://schemas.microsoft.com/office/drawing/2014/main" id="{532EA70F-3D9A-45D9-BBE9-4D018F3E601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4</a:t>
              </a:r>
            </a:p>
          </p:txBody>
        </p:sp>
        <p:sp>
          <p:nvSpPr>
            <p:cNvPr id="65560" name="Text Box 55">
              <a:extLst>
                <a:ext uri="{FF2B5EF4-FFF2-40B4-BE49-F238E27FC236}">
                  <a16:creationId xmlns:a16="http://schemas.microsoft.com/office/drawing/2014/main" id="{750498F7-5BC1-4E2C-8A73-0B63CB7913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</a:t>
              </a:r>
            </a:p>
          </p:txBody>
        </p:sp>
        <p:sp>
          <p:nvSpPr>
            <p:cNvPr id="65561" name="Text Box 56">
              <a:extLst>
                <a:ext uri="{FF2B5EF4-FFF2-40B4-BE49-F238E27FC236}">
                  <a16:creationId xmlns:a16="http://schemas.microsoft.com/office/drawing/2014/main" id="{A52C2301-E9C6-401F-B9CF-A7C8293F34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152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</a:t>
              </a:r>
            </a:p>
          </p:txBody>
        </p:sp>
        <p:sp>
          <p:nvSpPr>
            <p:cNvPr id="65562" name="Text Box 57">
              <a:extLst>
                <a:ext uri="{FF2B5EF4-FFF2-40B4-BE49-F238E27FC236}">
                  <a16:creationId xmlns:a16="http://schemas.microsoft.com/office/drawing/2014/main" id="{6542B38B-566A-4533-ABE4-4B8105C502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5563" name="Text Box 58">
              <a:extLst>
                <a:ext uri="{FF2B5EF4-FFF2-40B4-BE49-F238E27FC236}">
                  <a16:creationId xmlns:a16="http://schemas.microsoft.com/office/drawing/2014/main" id="{A39DDB17-576C-44BD-8C8F-CD74875B2E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40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2</a:t>
              </a:r>
            </a:p>
          </p:txBody>
        </p:sp>
        <p:sp>
          <p:nvSpPr>
            <p:cNvPr id="65564" name="Text Box 59">
              <a:extLst>
                <a:ext uri="{FF2B5EF4-FFF2-40B4-BE49-F238E27FC236}">
                  <a16:creationId xmlns:a16="http://schemas.microsoft.com/office/drawing/2014/main" id="{F74177DF-67CC-47EC-8619-3C191E4DAE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58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C</a:t>
              </a:r>
            </a:p>
          </p:txBody>
        </p:sp>
        <p:sp>
          <p:nvSpPr>
            <p:cNvPr id="65565" name="Text Box 60">
              <a:extLst>
                <a:ext uri="{FF2B5EF4-FFF2-40B4-BE49-F238E27FC236}">
                  <a16:creationId xmlns:a16="http://schemas.microsoft.com/office/drawing/2014/main" id="{BA8AC42B-02AE-4D26-A9AF-4218634381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1824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5566" name="Text Box 61">
              <a:extLst>
                <a:ext uri="{FF2B5EF4-FFF2-40B4-BE49-F238E27FC236}">
                  <a16:creationId xmlns:a16="http://schemas.microsoft.com/office/drawing/2014/main" id="{329F99BA-A81F-4C46-AA7C-7B5E090A4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016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7</a:t>
              </a:r>
            </a:p>
          </p:txBody>
        </p:sp>
        <p:sp>
          <p:nvSpPr>
            <p:cNvPr id="65567" name="Text Box 62">
              <a:extLst>
                <a:ext uri="{FF2B5EF4-FFF2-40B4-BE49-F238E27FC236}">
                  <a16:creationId xmlns:a16="http://schemas.microsoft.com/office/drawing/2014/main" id="{83B8FE82-0B78-4F62-A77B-050457F8E27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208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3</a:t>
              </a:r>
            </a:p>
          </p:txBody>
        </p:sp>
        <p:sp>
          <p:nvSpPr>
            <p:cNvPr id="65568" name="Text Box 63">
              <a:extLst>
                <a:ext uri="{FF2B5EF4-FFF2-40B4-BE49-F238E27FC236}">
                  <a16:creationId xmlns:a16="http://schemas.microsoft.com/office/drawing/2014/main" id="{2A214D80-9389-4F08-9EAD-AE987C2CF6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2400"/>
              <a:ext cx="288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  <a:sym typeface="Symbol" panose="05050102010706020507" pitchFamily="18" charset="2"/>
                </a:rPr>
                <a:t>10</a:t>
              </a:r>
            </a:p>
          </p:txBody>
        </p:sp>
        <p:grpSp>
          <p:nvGrpSpPr>
            <p:cNvPr id="65569" name="Group 64">
              <a:extLst>
                <a:ext uri="{FF2B5EF4-FFF2-40B4-BE49-F238E27FC236}">
                  <a16:creationId xmlns:a16="http://schemas.microsoft.com/office/drawing/2014/main" id="{2C0307AC-0A34-4203-AB5D-F3FC9DA1E03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152" y="1584"/>
              <a:ext cx="864" cy="1008"/>
              <a:chOff x="1152" y="1584"/>
              <a:chExt cx="864" cy="1008"/>
            </a:xfrm>
          </p:grpSpPr>
          <p:sp>
            <p:nvSpPr>
              <p:cNvPr id="65570" name="Line 65">
                <a:extLst>
                  <a:ext uri="{FF2B5EF4-FFF2-40B4-BE49-F238E27FC236}">
                    <a16:creationId xmlns:a16="http://schemas.microsoft.com/office/drawing/2014/main" id="{F2495D0B-99C7-4FD1-A268-608F97501F6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440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1" name="Line 66">
                <a:extLst>
                  <a:ext uri="{FF2B5EF4-FFF2-40B4-BE49-F238E27FC236}">
                    <a16:creationId xmlns:a16="http://schemas.microsoft.com/office/drawing/2014/main" id="{2EACDE83-B8B3-4BDC-BC32-39358B053F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152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2" name="Line 67">
                <a:extLst>
                  <a:ext uri="{FF2B5EF4-FFF2-40B4-BE49-F238E27FC236}">
                    <a16:creationId xmlns:a16="http://schemas.microsoft.com/office/drawing/2014/main" id="{BADF756D-9D5D-4E4D-B717-AA7F3B95BBE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28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5573" name="Line 68">
                <a:extLst>
                  <a:ext uri="{FF2B5EF4-FFF2-40B4-BE49-F238E27FC236}">
                    <a16:creationId xmlns:a16="http://schemas.microsoft.com/office/drawing/2014/main" id="{07F5B77A-01D8-43EF-A4C6-F95B8CA7DE7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016" y="1584"/>
                <a:ext cx="0" cy="1008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</p:grpSp>
      <p:grpSp>
        <p:nvGrpSpPr>
          <p:cNvPr id="6" name="Group 74">
            <a:extLst>
              <a:ext uri="{FF2B5EF4-FFF2-40B4-BE49-F238E27FC236}">
                <a16:creationId xmlns:a16="http://schemas.microsoft.com/office/drawing/2014/main" id="{C9630107-58FA-444D-A84B-CAB47AE6B738}"/>
              </a:ext>
            </a:extLst>
          </p:cNvPr>
          <p:cNvGrpSpPr>
            <a:grpSpLocks/>
          </p:cNvGrpSpPr>
          <p:nvPr/>
        </p:nvGrpSpPr>
        <p:grpSpPr bwMode="auto">
          <a:xfrm>
            <a:off x="3429000" y="2971800"/>
            <a:ext cx="2895600" cy="609600"/>
            <a:chOff x="2160" y="1872"/>
            <a:chExt cx="1824" cy="384"/>
          </a:xfrm>
        </p:grpSpPr>
        <p:sp>
          <p:nvSpPr>
            <p:cNvPr id="65547" name="Line 71">
              <a:extLst>
                <a:ext uri="{FF2B5EF4-FFF2-40B4-BE49-F238E27FC236}">
                  <a16:creationId xmlns:a16="http://schemas.microsoft.com/office/drawing/2014/main" id="{37A29A6C-B080-4667-8588-02CF4D6505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160" y="1872"/>
              <a:ext cx="0" cy="336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548" name="Line 72">
              <a:extLst>
                <a:ext uri="{FF2B5EF4-FFF2-40B4-BE49-F238E27FC236}">
                  <a16:creationId xmlns:a16="http://schemas.microsoft.com/office/drawing/2014/main" id="{F2D71768-56F4-4EDD-AB51-8F21E617A17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160" y="1872"/>
              <a:ext cx="1824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65549" name="Line 73">
              <a:extLst>
                <a:ext uri="{FF2B5EF4-FFF2-40B4-BE49-F238E27FC236}">
                  <a16:creationId xmlns:a16="http://schemas.microsoft.com/office/drawing/2014/main" id="{629D15EF-88CA-403A-BCFA-595BF764180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84" y="1872"/>
              <a:ext cx="0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3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13446" grpId="0" animBg="1"/>
      <p:bldP spid="61344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6C219138-44B2-4F0E-A63C-93CE26B46B6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7587" name="Slide Number Placeholder 5">
            <a:extLst>
              <a:ext uri="{FF2B5EF4-FFF2-40B4-BE49-F238E27FC236}">
                <a16:creationId xmlns:a16="http://schemas.microsoft.com/office/drawing/2014/main" id="{FBA08AE6-1919-4759-9FA7-15A60AFDD5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D17DCC66-94FE-4663-A57D-AEFED3E3BB2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35</a:t>
            </a:fld>
            <a:endParaRPr lang="en-US" altLang="en-US" sz="1000"/>
          </a:p>
        </p:txBody>
      </p:sp>
      <p:sp>
        <p:nvSpPr>
          <p:cNvPr id="67588" name="Rectangle 2">
            <a:extLst>
              <a:ext uri="{FF2B5EF4-FFF2-40B4-BE49-F238E27FC236}">
                <a16:creationId xmlns:a16="http://schemas.microsoft.com/office/drawing/2014/main" id="{7B95D248-22C7-4E15-93A0-1096E8F6A8C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12 </a:t>
            </a:r>
          </a:p>
        </p:txBody>
      </p:sp>
      <p:sp>
        <p:nvSpPr>
          <p:cNvPr id="67589" name="Rectangle 3">
            <a:extLst>
              <a:ext uri="{FF2B5EF4-FFF2-40B4-BE49-F238E27FC236}">
                <a16:creationId xmlns:a16="http://schemas.microsoft.com/office/drawing/2014/main" id="{3C38B79C-05C6-4980-BBD2-EFDC6F5AF67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Ngày sinh của trưởng phòng phải nhỏ hơn ngày nhận chức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Bối cảnh: NHANVIEN, PHONGBAN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67590" name="Text Box 4">
            <a:extLst>
              <a:ext uri="{FF2B5EF4-FFF2-40B4-BE49-F238E27FC236}">
                <a16:creationId xmlns:a16="http://schemas.microsoft.com/office/drawing/2014/main" id="{93EADD9E-AF8D-4BFE-9285-DD04117AFB6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3413125"/>
            <a:ext cx="6248400" cy="131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  <a:r>
              <a:rPr lang="en-US" altLang="en-US" sz="2000" b="1">
                <a:sym typeface="Symbol" panose="05050102010706020507" pitchFamily="18" charset="2"/>
              </a:rPr>
              <a:t></a:t>
            </a:r>
            <a:r>
              <a:rPr lang="en-US" altLang="en-US" sz="2000">
                <a:sym typeface="Symbol" panose="05050102010706020507" pitchFamily="18" charset="2"/>
              </a:rPr>
              <a:t>s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NHANVIEN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s.MANV </a:t>
            </a:r>
            <a:r>
              <a:rPr lang="en-US" altLang="en-US" sz="2000" b="1">
                <a:sym typeface="Symbol" panose="05050102010706020507" pitchFamily="18" charset="2"/>
              </a:rPr>
              <a:t></a:t>
            </a:r>
            <a:r>
              <a:rPr lang="en-US" altLang="en-US" sz="2000">
                <a:sym typeface="Symbol" panose="05050102010706020507" pitchFamily="18" charset="2"/>
              </a:rPr>
              <a:t> t.TRPHG 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t.NG_NHANCHUC  s.NGSINH ))</a:t>
            </a:r>
          </a:p>
        </p:txBody>
      </p:sp>
      <p:grpSp>
        <p:nvGrpSpPr>
          <p:cNvPr id="67591" name="Group 27">
            <a:extLst>
              <a:ext uri="{FF2B5EF4-FFF2-40B4-BE49-F238E27FC236}">
                <a16:creationId xmlns:a16="http://schemas.microsoft.com/office/drawing/2014/main" id="{18A91BD3-952A-4AFB-AA69-4EDCFD4FEE93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334000"/>
            <a:ext cx="7010400" cy="1219200"/>
            <a:chOff x="816" y="3360"/>
            <a:chExt cx="4416" cy="768"/>
          </a:xfrm>
        </p:grpSpPr>
        <p:sp>
          <p:nvSpPr>
            <p:cNvPr id="67592" name="Text Box 6">
              <a:extLst>
                <a:ext uri="{FF2B5EF4-FFF2-40B4-BE49-F238E27FC236}">
                  <a16:creationId xmlns:a16="http://schemas.microsoft.com/office/drawing/2014/main" id="{1CD263BC-C89F-43F4-B6EF-56DE723719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6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12</a:t>
              </a:r>
            </a:p>
          </p:txBody>
        </p:sp>
        <p:sp>
          <p:nvSpPr>
            <p:cNvPr id="67593" name="Text Box 7">
              <a:extLst>
                <a:ext uri="{FF2B5EF4-FFF2-40B4-BE49-F238E27FC236}">
                  <a16:creationId xmlns:a16="http://schemas.microsoft.com/office/drawing/2014/main" id="{E9C126FE-020A-4200-8D18-EA6A91A98FD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628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67594" name="Group 8">
              <a:extLst>
                <a:ext uri="{FF2B5EF4-FFF2-40B4-BE49-F238E27FC236}">
                  <a16:creationId xmlns:a16="http://schemas.microsoft.com/office/drawing/2014/main" id="{68C617C0-8B6C-49DB-9214-69D1119FC8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360"/>
              <a:ext cx="1488" cy="768"/>
              <a:chOff x="2160" y="3168"/>
              <a:chExt cx="1488" cy="624"/>
            </a:xfrm>
          </p:grpSpPr>
          <p:sp>
            <p:nvSpPr>
              <p:cNvPr id="67608" name="Line 9">
                <a:extLst>
                  <a:ext uri="{FF2B5EF4-FFF2-40B4-BE49-F238E27FC236}">
                    <a16:creationId xmlns:a16="http://schemas.microsoft.com/office/drawing/2014/main" id="{AB217915-1926-431A-9698-5A20BBB7815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609" name="Line 10">
                <a:extLst>
                  <a:ext uri="{FF2B5EF4-FFF2-40B4-BE49-F238E27FC236}">
                    <a16:creationId xmlns:a16="http://schemas.microsoft.com/office/drawing/2014/main" id="{BBAD77EF-E68D-4F0E-AC1E-077F3D389EA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610" name="Line 11">
                <a:extLst>
                  <a:ext uri="{FF2B5EF4-FFF2-40B4-BE49-F238E27FC236}">
                    <a16:creationId xmlns:a16="http://schemas.microsoft.com/office/drawing/2014/main" id="{6F763471-64F8-4B3E-B83F-1AE4ABC2067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7595" name="Text Box 12">
              <a:extLst>
                <a:ext uri="{FF2B5EF4-FFF2-40B4-BE49-F238E27FC236}">
                  <a16:creationId xmlns:a16="http://schemas.microsoft.com/office/drawing/2014/main" id="{5465A7C4-C007-48A6-86FE-7DA0BD1048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67596" name="Text Box 13">
              <a:extLst>
                <a:ext uri="{FF2B5EF4-FFF2-40B4-BE49-F238E27FC236}">
                  <a16:creationId xmlns:a16="http://schemas.microsoft.com/office/drawing/2014/main" id="{2F777B3D-2EA1-4B7E-A0B1-611E4D51B6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67597" name="Text Box 14">
              <a:extLst>
                <a:ext uri="{FF2B5EF4-FFF2-40B4-BE49-F238E27FC236}">
                  <a16:creationId xmlns:a16="http://schemas.microsoft.com/office/drawing/2014/main" id="{6F443826-026C-4713-AE62-8C61910CF5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36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67598" name="Text Box 15">
              <a:extLst>
                <a:ext uri="{FF2B5EF4-FFF2-40B4-BE49-F238E27FC236}">
                  <a16:creationId xmlns:a16="http://schemas.microsoft.com/office/drawing/2014/main" id="{DE0E55F0-5520-4B99-B877-614131821A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637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7599" name="Text Box 16">
              <a:extLst>
                <a:ext uri="{FF2B5EF4-FFF2-40B4-BE49-F238E27FC236}">
                  <a16:creationId xmlns:a16="http://schemas.microsoft.com/office/drawing/2014/main" id="{4B2DF353-1C21-4A8C-B506-01B0A56786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88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67600" name="Text Box 17">
              <a:extLst>
                <a:ext uri="{FF2B5EF4-FFF2-40B4-BE49-F238E27FC236}">
                  <a16:creationId xmlns:a16="http://schemas.microsoft.com/office/drawing/2014/main" id="{887D3993-D441-440C-9CB3-B2138FC4CFD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897"/>
              <a:ext cx="20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(NG_NHANCHUC, TRPHG)</a:t>
              </a:r>
            </a:p>
          </p:txBody>
        </p:sp>
        <p:grpSp>
          <p:nvGrpSpPr>
            <p:cNvPr id="67601" name="Group 18">
              <a:extLst>
                <a:ext uri="{FF2B5EF4-FFF2-40B4-BE49-F238E27FC236}">
                  <a16:creationId xmlns:a16="http://schemas.microsoft.com/office/drawing/2014/main" id="{1F937ECD-7FA5-4C44-BD36-750C7FA9952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648"/>
              <a:ext cx="4368" cy="240"/>
              <a:chOff x="864" y="3504"/>
              <a:chExt cx="3216" cy="288"/>
            </a:xfrm>
          </p:grpSpPr>
          <p:sp>
            <p:nvSpPr>
              <p:cNvPr id="67606" name="Line 19">
                <a:extLst>
                  <a:ext uri="{FF2B5EF4-FFF2-40B4-BE49-F238E27FC236}">
                    <a16:creationId xmlns:a16="http://schemas.microsoft.com/office/drawing/2014/main" id="{81E72BF3-B478-429A-9137-5B77D5C18EF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67607" name="Line 20">
                <a:extLst>
                  <a:ext uri="{FF2B5EF4-FFF2-40B4-BE49-F238E27FC236}">
                    <a16:creationId xmlns:a16="http://schemas.microsoft.com/office/drawing/2014/main" id="{70C9992F-87A3-4F78-ADAC-97E0BF46C80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67602" name="Text Box 21">
              <a:extLst>
                <a:ext uri="{FF2B5EF4-FFF2-40B4-BE49-F238E27FC236}">
                  <a16:creationId xmlns:a16="http://schemas.microsoft.com/office/drawing/2014/main" id="{8C31EB05-E106-444D-A3CF-71EC0BA89C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897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sp>
          <p:nvSpPr>
            <p:cNvPr id="67603" name="Text Box 22">
              <a:extLst>
                <a:ext uri="{FF2B5EF4-FFF2-40B4-BE49-F238E27FC236}">
                  <a16:creationId xmlns:a16="http://schemas.microsoft.com/office/drawing/2014/main" id="{5F20945F-A49C-4565-BD74-C41AE6A6D9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609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7604" name="Text Box 23">
              <a:extLst>
                <a:ext uri="{FF2B5EF4-FFF2-40B4-BE49-F238E27FC236}">
                  <a16:creationId xmlns:a16="http://schemas.microsoft.com/office/drawing/2014/main" id="{E96B7FC3-1770-4357-ACCA-E534AE0137C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888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67605" name="Text Box 24">
              <a:extLst>
                <a:ext uri="{FF2B5EF4-FFF2-40B4-BE49-F238E27FC236}">
                  <a16:creationId xmlns:a16="http://schemas.microsoft.com/office/drawing/2014/main" id="{4F677383-9B96-4BFD-86DA-534DBEC5EF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648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 dirty="0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 dirty="0">
                  <a:latin typeface="Tahoma" panose="020B0604030504040204" pitchFamily="34" charset="0"/>
                </a:rPr>
                <a:t> (NGSINH)</a:t>
              </a:r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8D186E-FB5C-4FEB-BE6B-C4A6E86F4783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69635" name="Slide Number Placeholder 5">
            <a:extLst>
              <a:ext uri="{FF2B5EF4-FFF2-40B4-BE49-F238E27FC236}">
                <a16:creationId xmlns:a16="http://schemas.microsoft.com/office/drawing/2014/main" id="{2E608F50-CDB7-47E3-884D-035AA64F94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1E2C979A-5D9E-401E-9637-5D08D0712281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36</a:t>
            </a:fld>
            <a:endParaRPr lang="en-US" altLang="en-US" sz="1000"/>
          </a:p>
        </p:txBody>
      </p:sp>
      <p:sp>
        <p:nvSpPr>
          <p:cNvPr id="69636" name="Rectangle 9">
            <a:extLst>
              <a:ext uri="{FF2B5EF4-FFF2-40B4-BE49-F238E27FC236}">
                <a16:creationId xmlns:a16="http://schemas.microsoft.com/office/drawing/2014/main" id="{E1361B67-483F-4D20-8C3F-CD5981B38D0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RBTV - Thuộc tính tổng hợp</a:t>
            </a:r>
          </a:p>
        </p:txBody>
      </p:sp>
      <p:sp>
        <p:nvSpPr>
          <p:cNvPr id="69637" name="Rectangle 10">
            <a:extLst>
              <a:ext uri="{FF2B5EF4-FFF2-40B4-BE49-F238E27FC236}">
                <a16:creationId xmlns:a16="http://schemas.microsoft.com/office/drawing/2014/main" id="{C99B5550-F58F-40FC-9FBF-88E7F5CE35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Thuộc tính tổng hợp</a:t>
            </a:r>
          </a:p>
          <a:p>
            <a:pPr lvl="1" eaLnBrk="1" hangingPunct="1"/>
            <a:r>
              <a:rPr lang="en-US" altLang="en-US"/>
              <a:t>Là thuộc tính có giá trị được tính toán từ các thuộc tính khác.</a:t>
            </a:r>
          </a:p>
          <a:p>
            <a:pPr lvl="1" eaLnBrk="1" hangingPunct="1"/>
            <a:endParaRPr lang="en-US" altLang="en-US"/>
          </a:p>
          <a:p>
            <a:pPr eaLnBrk="1" hangingPunct="1"/>
            <a:r>
              <a:rPr lang="en-US" altLang="en-US"/>
              <a:t>Khi CSDL có thuộc tính tổng hợp</a:t>
            </a:r>
          </a:p>
          <a:p>
            <a:pPr lvl="1" eaLnBrk="1" hangingPunct="1"/>
            <a:r>
              <a:rPr lang="en-US" altLang="en-US"/>
              <a:t>RBTV bảo đảm quan hệ giữa thuộc tính tổng hợp và các thuộc tính nguồn.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Date Placeholder 3">
            <a:extLst>
              <a:ext uri="{FF2B5EF4-FFF2-40B4-BE49-F238E27FC236}">
                <a16:creationId xmlns:a16="http://schemas.microsoft.com/office/drawing/2014/main" id="{8C4B2F0B-7BDE-4E55-AA76-43582EDCEA4B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71683" name="Slide Number Placeholder 5">
            <a:extLst>
              <a:ext uri="{FF2B5EF4-FFF2-40B4-BE49-F238E27FC236}">
                <a16:creationId xmlns:a16="http://schemas.microsoft.com/office/drawing/2014/main" id="{CCE7741F-2E1E-4E37-8DA7-5D981F293E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797503A4-863A-4367-BA86-8BA92006C8E2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37</a:t>
            </a:fld>
            <a:endParaRPr lang="en-US" altLang="en-US" sz="1000"/>
          </a:p>
        </p:txBody>
      </p:sp>
      <p:sp>
        <p:nvSpPr>
          <p:cNvPr id="71684" name="Rectangle 2">
            <a:extLst>
              <a:ext uri="{FF2B5EF4-FFF2-40B4-BE49-F238E27FC236}">
                <a16:creationId xmlns:a16="http://schemas.microsoft.com/office/drawing/2014/main" id="{EA3D86E0-6124-44A5-98D4-7E4A1B88C10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13 </a:t>
            </a:r>
          </a:p>
        </p:txBody>
      </p:sp>
      <p:sp>
        <p:nvSpPr>
          <p:cNvPr id="71685" name="Rectangle 3">
            <a:extLst>
              <a:ext uri="{FF2B5EF4-FFF2-40B4-BE49-F238E27FC236}">
                <a16:creationId xmlns:a16="http://schemas.microsoft.com/office/drawing/2014/main" id="{42FC5A70-CF96-4867-BB63-32F539D9A6A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algn="l" eaLnBrk="1" hangingPunct="1"/>
            <a:r>
              <a:rPr lang="en-US" altLang="en-US"/>
              <a:t>PHONGBAN(TENPHG, MAPHG, TRPHG, NG_NHANCHUC, SO_NV)</a:t>
            </a:r>
          </a:p>
          <a:p>
            <a:pPr eaLnBrk="1" hangingPunct="1"/>
            <a:r>
              <a:rPr lang="en-US" altLang="en-US"/>
              <a:t>Số nhân viên của một phòng ban phải bằng tổng số lượng nhân viên thuộc phòng đó</a:t>
            </a:r>
          </a:p>
          <a:p>
            <a:pPr lvl="1" eaLnBrk="1" hangingPunct="1"/>
            <a:r>
              <a:rPr lang="en-US" altLang="en-US"/>
              <a:t>Bối cảnh: NHANVIEN, PHONGBAN</a:t>
            </a:r>
          </a:p>
          <a:p>
            <a:pPr lvl="1" eaLnBrk="1" hangingPunct="1"/>
            <a:r>
              <a:rPr lang="en-US" altLang="en-US"/>
              <a:t>Biểu diễn:</a:t>
            </a:r>
          </a:p>
          <a:p>
            <a:pPr lvl="1" eaLnBrk="1" hangingPunct="1"/>
            <a:endParaRPr lang="en-US" altLang="en-US"/>
          </a:p>
          <a:p>
            <a:pPr lvl="1" eaLnBrk="1" hangingPunct="1"/>
            <a:endParaRPr lang="en-US" altLang="en-US"/>
          </a:p>
          <a:p>
            <a:pPr lvl="1" eaLnBrk="1" hangingPunct="1"/>
            <a:r>
              <a:rPr lang="en-US" altLang="en-US"/>
              <a:t>Bảng tầm ảnh hưởng:</a:t>
            </a:r>
          </a:p>
        </p:txBody>
      </p:sp>
      <p:sp>
        <p:nvSpPr>
          <p:cNvPr id="71686" name="Text Box 25">
            <a:extLst>
              <a:ext uri="{FF2B5EF4-FFF2-40B4-BE49-F238E27FC236}">
                <a16:creationId xmlns:a16="http://schemas.microsoft.com/office/drawing/2014/main" id="{618213E3-1F83-49E0-8882-473ED476ED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95400" y="3886200"/>
            <a:ext cx="7315200" cy="115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 b="1">
                <a:sym typeface="Symbol" panose="05050102010706020507" pitchFamily="18" charset="2"/>
              </a:rPr>
              <a:t></a:t>
            </a:r>
            <a:r>
              <a:rPr lang="en-US" altLang="en-US" sz="2000">
                <a:sym typeface="Symbol" panose="05050102010706020507" pitchFamily="18" charset="2"/>
              </a:rPr>
              <a:t>t </a:t>
            </a:r>
            <a:r>
              <a:rPr lang="en-US" altLang="en-US" sz="2000" b="1">
                <a:sym typeface="Symbol" panose="05050102010706020507" pitchFamily="18" charset="2"/>
              </a:rPr>
              <a:t></a:t>
            </a:r>
            <a:r>
              <a:rPr lang="en-US" altLang="en-US" sz="2000">
                <a:sym typeface="Symbol" panose="05050102010706020507" pitchFamily="18" charset="2"/>
              </a:rPr>
              <a:t> PHONGBAN ( </a:t>
            </a:r>
          </a:p>
          <a:p>
            <a:pPr algn="l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2000">
                <a:sym typeface="Symbol" panose="05050102010706020507" pitchFamily="18" charset="2"/>
              </a:rPr>
              <a:t>	t.SO_NV  card { s  NHANVIEN | s.PHG  t.MAPHG} )</a:t>
            </a:r>
          </a:p>
        </p:txBody>
      </p:sp>
      <p:grpSp>
        <p:nvGrpSpPr>
          <p:cNvPr id="71687" name="Group 46">
            <a:extLst>
              <a:ext uri="{FF2B5EF4-FFF2-40B4-BE49-F238E27FC236}">
                <a16:creationId xmlns:a16="http://schemas.microsoft.com/office/drawing/2014/main" id="{03732129-6259-4A9D-8DD5-7A0D37953E8A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5257800"/>
            <a:ext cx="6172200" cy="1219200"/>
            <a:chOff x="816" y="3312"/>
            <a:chExt cx="3888" cy="768"/>
          </a:xfrm>
        </p:grpSpPr>
        <p:sp>
          <p:nvSpPr>
            <p:cNvPr id="71688" name="Text Box 27">
              <a:extLst>
                <a:ext uri="{FF2B5EF4-FFF2-40B4-BE49-F238E27FC236}">
                  <a16:creationId xmlns:a16="http://schemas.microsoft.com/office/drawing/2014/main" id="{26932FE5-B901-4490-9C9F-63EF55F23F5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32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13</a:t>
              </a:r>
            </a:p>
          </p:txBody>
        </p:sp>
        <p:sp>
          <p:nvSpPr>
            <p:cNvPr id="71689" name="Text Box 28">
              <a:extLst>
                <a:ext uri="{FF2B5EF4-FFF2-40B4-BE49-F238E27FC236}">
                  <a16:creationId xmlns:a16="http://schemas.microsoft.com/office/drawing/2014/main" id="{FCB24337-B93D-4F13-8994-DD50E90A97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80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71690" name="Group 29">
              <a:extLst>
                <a:ext uri="{FF2B5EF4-FFF2-40B4-BE49-F238E27FC236}">
                  <a16:creationId xmlns:a16="http://schemas.microsoft.com/office/drawing/2014/main" id="{237462E0-7429-44F6-A74B-BA46D22D37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312"/>
              <a:ext cx="1488" cy="768"/>
              <a:chOff x="2160" y="3168"/>
              <a:chExt cx="1488" cy="624"/>
            </a:xfrm>
          </p:grpSpPr>
          <p:sp>
            <p:nvSpPr>
              <p:cNvPr id="71704" name="Line 30">
                <a:extLst>
                  <a:ext uri="{FF2B5EF4-FFF2-40B4-BE49-F238E27FC236}">
                    <a16:creationId xmlns:a16="http://schemas.microsoft.com/office/drawing/2014/main" id="{463EECD4-C71A-42B9-B9DF-7045B94F2A9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705" name="Line 31">
                <a:extLst>
                  <a:ext uri="{FF2B5EF4-FFF2-40B4-BE49-F238E27FC236}">
                    <a16:creationId xmlns:a16="http://schemas.microsoft.com/office/drawing/2014/main" id="{91AA5C08-8442-46CC-BB2A-4921F6740C9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706" name="Line 32">
                <a:extLst>
                  <a:ext uri="{FF2B5EF4-FFF2-40B4-BE49-F238E27FC236}">
                    <a16:creationId xmlns:a16="http://schemas.microsoft.com/office/drawing/2014/main" id="{0BA83C75-C6D6-4BCE-B016-443E469990B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691" name="Text Box 33">
              <a:extLst>
                <a:ext uri="{FF2B5EF4-FFF2-40B4-BE49-F238E27FC236}">
                  <a16:creationId xmlns:a16="http://schemas.microsoft.com/office/drawing/2014/main" id="{2F92D792-86E7-4632-BAE4-BB091EEAD5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71692" name="Text Box 34">
              <a:extLst>
                <a:ext uri="{FF2B5EF4-FFF2-40B4-BE49-F238E27FC236}">
                  <a16:creationId xmlns:a16="http://schemas.microsoft.com/office/drawing/2014/main" id="{D8E13708-A400-4FF9-A051-BC3D877666A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71693" name="Text Box 35">
              <a:extLst>
                <a:ext uri="{FF2B5EF4-FFF2-40B4-BE49-F238E27FC236}">
                  <a16:creationId xmlns:a16="http://schemas.microsoft.com/office/drawing/2014/main" id="{7D163005-5E8A-49F2-BF29-83C3C45D455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31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71694" name="Text Box 36">
              <a:extLst>
                <a:ext uri="{FF2B5EF4-FFF2-40B4-BE49-F238E27FC236}">
                  <a16:creationId xmlns:a16="http://schemas.microsoft.com/office/drawing/2014/main" id="{51D24BDB-BC38-47D1-A9E9-856E0CF31D4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89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71695" name="Text Box 37">
              <a:extLst>
                <a:ext uri="{FF2B5EF4-FFF2-40B4-BE49-F238E27FC236}">
                  <a16:creationId xmlns:a16="http://schemas.microsoft.com/office/drawing/2014/main" id="{A89A0224-98A3-4E4E-A150-1B6BD961F06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40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1696" name="Text Box 38">
              <a:extLst>
                <a:ext uri="{FF2B5EF4-FFF2-40B4-BE49-F238E27FC236}">
                  <a16:creationId xmlns:a16="http://schemas.microsoft.com/office/drawing/2014/main" id="{06CCE6FC-DB71-4C86-9F91-01179DF106F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580"/>
              <a:ext cx="816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(PHG)</a:t>
              </a:r>
            </a:p>
          </p:txBody>
        </p:sp>
        <p:grpSp>
          <p:nvGrpSpPr>
            <p:cNvPr id="71697" name="Group 39">
              <a:extLst>
                <a:ext uri="{FF2B5EF4-FFF2-40B4-BE49-F238E27FC236}">
                  <a16:creationId xmlns:a16="http://schemas.microsoft.com/office/drawing/2014/main" id="{9836F8BA-D93A-4E08-ADAC-2C3D2CBC9F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600"/>
              <a:ext cx="3840" cy="240"/>
              <a:chOff x="864" y="3504"/>
              <a:chExt cx="3216" cy="288"/>
            </a:xfrm>
          </p:grpSpPr>
          <p:sp>
            <p:nvSpPr>
              <p:cNvPr id="71702" name="Line 40">
                <a:extLst>
                  <a:ext uri="{FF2B5EF4-FFF2-40B4-BE49-F238E27FC236}">
                    <a16:creationId xmlns:a16="http://schemas.microsoft.com/office/drawing/2014/main" id="{6A4FFF1C-D347-43D8-8D07-DDCE7A1C842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1703" name="Line 41">
                <a:extLst>
                  <a:ext uri="{FF2B5EF4-FFF2-40B4-BE49-F238E27FC236}">
                    <a16:creationId xmlns:a16="http://schemas.microsoft.com/office/drawing/2014/main" id="{80B69D85-631E-470A-872C-D9993BCD134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1698" name="Text Box 42">
              <a:extLst>
                <a:ext uri="{FF2B5EF4-FFF2-40B4-BE49-F238E27FC236}">
                  <a16:creationId xmlns:a16="http://schemas.microsoft.com/office/drawing/2014/main" id="{851DA3F0-0C08-4143-9791-DD87E2807F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849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PHONGBAN</a:t>
              </a:r>
            </a:p>
          </p:txBody>
        </p:sp>
        <p:sp>
          <p:nvSpPr>
            <p:cNvPr id="71699" name="Text Box 43">
              <a:extLst>
                <a:ext uri="{FF2B5EF4-FFF2-40B4-BE49-F238E27FC236}">
                  <a16:creationId xmlns:a16="http://schemas.microsoft.com/office/drawing/2014/main" id="{6BBD14A8-3F61-48D4-A9C5-0E1E24F337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561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71700" name="Text Box 44">
              <a:extLst>
                <a:ext uri="{FF2B5EF4-FFF2-40B4-BE49-F238E27FC236}">
                  <a16:creationId xmlns:a16="http://schemas.microsoft.com/office/drawing/2014/main" id="{85D1F0E2-30D7-4F33-A80B-6FBF345BAA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840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1701" name="Text Box 45">
              <a:extLst>
                <a:ext uri="{FF2B5EF4-FFF2-40B4-BE49-F238E27FC236}">
                  <a16:creationId xmlns:a16="http://schemas.microsoft.com/office/drawing/2014/main" id="{9AA9C87F-3652-49BF-8947-A1CA037D225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840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(SO_NV, MAPHG)</a:t>
              </a:r>
            </a:p>
          </p:txBody>
        </p:sp>
      </p:grp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Date Placeholder 3">
            <a:extLst>
              <a:ext uri="{FF2B5EF4-FFF2-40B4-BE49-F238E27FC236}">
                <a16:creationId xmlns:a16="http://schemas.microsoft.com/office/drawing/2014/main" id="{A083D0F0-D832-4A3B-BB1C-0EB455841531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73731" name="Slide Number Placeholder 5">
            <a:extLst>
              <a:ext uri="{FF2B5EF4-FFF2-40B4-BE49-F238E27FC236}">
                <a16:creationId xmlns:a16="http://schemas.microsoft.com/office/drawing/2014/main" id="{6357C6BF-7272-4B1B-A830-496F90766A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B7D3C349-5670-4EA7-84BF-C6DCA9BA7E69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38</a:t>
            </a:fld>
            <a:endParaRPr lang="en-US" altLang="en-US" sz="1000"/>
          </a:p>
        </p:txBody>
      </p:sp>
      <p:sp>
        <p:nvSpPr>
          <p:cNvPr id="73732" name="Rectangle 2">
            <a:extLst>
              <a:ext uri="{FF2B5EF4-FFF2-40B4-BE49-F238E27FC236}">
                <a16:creationId xmlns:a16="http://schemas.microsoft.com/office/drawing/2014/main" id="{A59A7E72-C266-425B-84B5-6CA1EA336F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RBTV – Chu trình</a:t>
            </a:r>
          </a:p>
        </p:txBody>
      </p:sp>
      <p:sp>
        <p:nvSpPr>
          <p:cNvPr id="73733" name="Rectangle 3">
            <a:extLst>
              <a:ext uri="{FF2B5EF4-FFF2-40B4-BE49-F238E27FC236}">
                <a16:creationId xmlns:a16="http://schemas.microsoft.com/office/drawing/2014/main" id="{18C60136-010B-40A9-9EEA-7EEA991140F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eaLnBrk="1" hangingPunct="1"/>
            <a:r>
              <a:rPr lang="en-US" altLang="en-US"/>
              <a:t>Lược đồ CSDL có thể được biểu diễn bằng đồ thị</a:t>
            </a:r>
          </a:p>
          <a:p>
            <a:pPr lvl="1" eaLnBrk="1" hangingPunct="1"/>
            <a:r>
              <a:rPr lang="en-US" altLang="en-US"/>
              <a:t>Đỉnh</a:t>
            </a:r>
          </a:p>
          <a:p>
            <a:pPr lvl="2" eaLnBrk="1" hangingPunct="1"/>
            <a:r>
              <a:rPr lang="en-US" altLang="en-US"/>
              <a:t>Quan hệ</a:t>
            </a:r>
          </a:p>
          <a:p>
            <a:pPr lvl="2" eaLnBrk="1" hangingPunct="1"/>
            <a:r>
              <a:rPr lang="en-US" altLang="en-US"/>
              <a:t>Thuộc tính</a:t>
            </a:r>
          </a:p>
          <a:p>
            <a:pPr lvl="1" eaLnBrk="1" hangingPunct="1"/>
            <a:r>
              <a:rPr lang="en-US" altLang="en-US"/>
              <a:t>Cạnh</a:t>
            </a:r>
          </a:p>
          <a:p>
            <a:pPr lvl="2" eaLnBrk="1" hangingPunct="1"/>
            <a:r>
              <a:rPr lang="en-US" altLang="en-US"/>
              <a:t>Đường nối một đỉnh quan hệ với một đỉnh thuộc tính trong lược đồ CSDL</a:t>
            </a:r>
          </a:p>
          <a:p>
            <a:pPr lvl="2" eaLnBrk="1" hangingPunct="1"/>
            <a:endParaRPr lang="en-US" altLang="en-US"/>
          </a:p>
          <a:p>
            <a:pPr lvl="2" eaLnBrk="1" hangingPunct="1"/>
            <a:endParaRPr lang="en-US" altLang="en-US"/>
          </a:p>
          <a:p>
            <a:pPr eaLnBrk="1" hangingPunct="1"/>
            <a:r>
              <a:rPr lang="en-US" altLang="en-US"/>
              <a:t>Chu trình</a:t>
            </a:r>
          </a:p>
          <a:p>
            <a:pPr lvl="1" eaLnBrk="1" hangingPunct="1"/>
            <a:r>
              <a:rPr lang="en-US" altLang="en-US"/>
              <a:t>Đồ thị xuất hiện đường đi khép kín ~ Lược đồ CSDL có chu trình</a:t>
            </a:r>
          </a:p>
        </p:txBody>
      </p:sp>
      <p:sp>
        <p:nvSpPr>
          <p:cNvPr id="73734" name="Oval 4">
            <a:extLst>
              <a:ext uri="{FF2B5EF4-FFF2-40B4-BE49-F238E27FC236}">
                <a16:creationId xmlns:a16="http://schemas.microsoft.com/office/drawing/2014/main" id="{2AC94851-C7A1-4997-81A4-F9134DDA10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14663" y="2033588"/>
            <a:ext cx="1593850" cy="404812"/>
          </a:xfrm>
          <a:prstGeom prst="ellipse">
            <a:avLst/>
          </a:prstGeom>
          <a:noFill/>
          <a:ln w="12700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>
            <a:spAutoFit/>
          </a:bodyPr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FontTx/>
              <a:buNone/>
            </a:pPr>
            <a:r>
              <a:rPr lang="en-US" altLang="en-US" sz="1400">
                <a:latin typeface="Tahoma" panose="020B0604030504040204" pitchFamily="34" charset="0"/>
              </a:rPr>
              <a:t>Tên quan hệ</a:t>
            </a:r>
          </a:p>
        </p:txBody>
      </p:sp>
      <p:grpSp>
        <p:nvGrpSpPr>
          <p:cNvPr id="73735" name="Group 7">
            <a:extLst>
              <a:ext uri="{FF2B5EF4-FFF2-40B4-BE49-F238E27FC236}">
                <a16:creationId xmlns:a16="http://schemas.microsoft.com/office/drawing/2014/main" id="{BB8DB629-E78F-4096-A5DA-D37CC4BEF93A}"/>
              </a:ext>
            </a:extLst>
          </p:cNvPr>
          <p:cNvGrpSpPr>
            <a:grpSpLocks/>
          </p:cNvGrpSpPr>
          <p:nvPr/>
        </p:nvGrpSpPr>
        <p:grpSpPr bwMode="auto">
          <a:xfrm>
            <a:off x="3657600" y="2514600"/>
            <a:ext cx="1793875" cy="392113"/>
            <a:chOff x="2304" y="1632"/>
            <a:chExt cx="1130" cy="247"/>
          </a:xfrm>
        </p:grpSpPr>
        <p:sp>
          <p:nvSpPr>
            <p:cNvPr id="73742" name="Oval 5">
              <a:extLst>
                <a:ext uri="{FF2B5EF4-FFF2-40B4-BE49-F238E27FC236}">
                  <a16:creationId xmlns:a16="http://schemas.microsoft.com/office/drawing/2014/main" id="{1927230A-3822-4DAE-B280-B3C7FB48B1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52" y="1728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73743" name="Oval 6">
              <a:extLst>
                <a:ext uri="{FF2B5EF4-FFF2-40B4-BE49-F238E27FC236}">
                  <a16:creationId xmlns:a16="http://schemas.microsoft.com/office/drawing/2014/main" id="{C3F4A9F7-826F-4C7C-A983-0B7FB46F07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04" y="1632"/>
              <a:ext cx="1130" cy="247"/>
            </a:xfrm>
            <a:prstGeom prst="ellips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Tên thuộc tính</a:t>
              </a:r>
            </a:p>
          </p:txBody>
        </p:sp>
      </p:grpSp>
      <p:grpSp>
        <p:nvGrpSpPr>
          <p:cNvPr id="73736" name="Group 13">
            <a:extLst>
              <a:ext uri="{FF2B5EF4-FFF2-40B4-BE49-F238E27FC236}">
                <a16:creationId xmlns:a16="http://schemas.microsoft.com/office/drawing/2014/main" id="{330275A9-06D8-4CEC-A81E-FA9CDF7C2E26}"/>
              </a:ext>
            </a:extLst>
          </p:cNvPr>
          <p:cNvGrpSpPr>
            <a:grpSpLocks/>
          </p:cNvGrpSpPr>
          <p:nvPr/>
        </p:nvGrpSpPr>
        <p:grpSpPr bwMode="auto">
          <a:xfrm>
            <a:off x="2168525" y="4013200"/>
            <a:ext cx="4460875" cy="558800"/>
            <a:chOff x="1296" y="2591"/>
            <a:chExt cx="2810" cy="352"/>
          </a:xfrm>
        </p:grpSpPr>
        <p:sp>
          <p:nvSpPr>
            <p:cNvPr id="73737" name="Oval 8">
              <a:extLst>
                <a:ext uri="{FF2B5EF4-FFF2-40B4-BE49-F238E27FC236}">
                  <a16:creationId xmlns:a16="http://schemas.microsoft.com/office/drawing/2014/main" id="{4B66D115-81FA-4980-BBC4-1A715C0AE0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96" y="2688"/>
              <a:ext cx="1004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Tên quan hệ</a:t>
              </a:r>
            </a:p>
          </p:txBody>
        </p:sp>
        <p:grpSp>
          <p:nvGrpSpPr>
            <p:cNvPr id="73738" name="Group 9">
              <a:extLst>
                <a:ext uri="{FF2B5EF4-FFF2-40B4-BE49-F238E27FC236}">
                  <a16:creationId xmlns:a16="http://schemas.microsoft.com/office/drawing/2014/main" id="{E5CB942A-C267-4D11-8A8F-0658EBA002E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76" y="2640"/>
              <a:ext cx="1130" cy="247"/>
              <a:chOff x="2304" y="1632"/>
              <a:chExt cx="1130" cy="247"/>
            </a:xfrm>
          </p:grpSpPr>
          <p:sp>
            <p:nvSpPr>
              <p:cNvPr id="73740" name="Oval 10">
                <a:extLst>
                  <a:ext uri="{FF2B5EF4-FFF2-40B4-BE49-F238E27FC236}">
                    <a16:creationId xmlns:a16="http://schemas.microsoft.com/office/drawing/2014/main" id="{483C2C36-FDE4-4B4F-BD99-533A8C18BB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2" y="172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73741" name="Oval 11">
                <a:extLst>
                  <a:ext uri="{FF2B5EF4-FFF2-40B4-BE49-F238E27FC236}">
                    <a16:creationId xmlns:a16="http://schemas.microsoft.com/office/drawing/2014/main" id="{0850D916-8552-4F5A-9ABD-30D6C5F4DB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04" y="1632"/>
                <a:ext cx="1130" cy="247"/>
              </a:xfrm>
              <a:prstGeom prst="ellips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Tên thuộc tính</a:t>
                </a:r>
              </a:p>
            </p:txBody>
          </p:sp>
        </p:grpSp>
        <p:sp>
          <p:nvSpPr>
            <p:cNvPr id="73739" name="Freeform 12">
              <a:extLst>
                <a:ext uri="{FF2B5EF4-FFF2-40B4-BE49-F238E27FC236}">
                  <a16:creationId xmlns:a16="http://schemas.microsoft.com/office/drawing/2014/main" id="{F4F2A9F8-6DA6-443F-B840-F30E8A4994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13" y="2591"/>
              <a:ext cx="859" cy="193"/>
            </a:xfrm>
            <a:custGeom>
              <a:avLst/>
              <a:gdLst>
                <a:gd name="T0" fmla="*/ 0 w 859"/>
                <a:gd name="T1" fmla="*/ 141 h 193"/>
                <a:gd name="T2" fmla="*/ 404 w 859"/>
                <a:gd name="T3" fmla="*/ 9 h 193"/>
                <a:gd name="T4" fmla="*/ 859 w 859"/>
                <a:gd name="T5" fmla="*/ 193 h 193"/>
                <a:gd name="T6" fmla="*/ 0 60000 65536"/>
                <a:gd name="T7" fmla="*/ 0 60000 65536"/>
                <a:gd name="T8" fmla="*/ 0 60000 65536"/>
                <a:gd name="T9" fmla="*/ 0 w 859"/>
                <a:gd name="T10" fmla="*/ 0 h 193"/>
                <a:gd name="T11" fmla="*/ 859 w 859"/>
                <a:gd name="T12" fmla="*/ 193 h 193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859" h="193">
                  <a:moveTo>
                    <a:pt x="0" y="141"/>
                  </a:moveTo>
                  <a:cubicBezTo>
                    <a:pt x="67" y="119"/>
                    <a:pt x="261" y="0"/>
                    <a:pt x="404" y="9"/>
                  </a:cubicBezTo>
                  <a:cubicBezTo>
                    <a:pt x="547" y="18"/>
                    <a:pt x="764" y="155"/>
                    <a:pt x="859" y="193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Date Placeholder 3">
            <a:extLst>
              <a:ext uri="{FF2B5EF4-FFF2-40B4-BE49-F238E27FC236}">
                <a16:creationId xmlns:a16="http://schemas.microsoft.com/office/drawing/2014/main" id="{59742894-BD71-42D8-A60F-3FAB5DC21697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75779" name="Slide Number Placeholder 5">
            <a:extLst>
              <a:ext uri="{FF2B5EF4-FFF2-40B4-BE49-F238E27FC236}">
                <a16:creationId xmlns:a16="http://schemas.microsoft.com/office/drawing/2014/main" id="{4DF07E5A-0187-4BFC-87E4-E165CE32C9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1AD04C44-05B3-417A-886E-872B68C813C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39</a:t>
            </a:fld>
            <a:endParaRPr lang="en-US" altLang="en-US" sz="1000"/>
          </a:p>
        </p:txBody>
      </p:sp>
      <p:grpSp>
        <p:nvGrpSpPr>
          <p:cNvPr id="2" name="Group 68">
            <a:extLst>
              <a:ext uri="{FF2B5EF4-FFF2-40B4-BE49-F238E27FC236}">
                <a16:creationId xmlns:a16="http://schemas.microsoft.com/office/drawing/2014/main" id="{1D82465B-AF76-42E7-BFE1-641ED8CEA814}"/>
              </a:ext>
            </a:extLst>
          </p:cNvPr>
          <p:cNvGrpSpPr>
            <a:grpSpLocks/>
          </p:cNvGrpSpPr>
          <p:nvPr/>
        </p:nvGrpSpPr>
        <p:grpSpPr bwMode="auto">
          <a:xfrm>
            <a:off x="1900238" y="2514600"/>
            <a:ext cx="4887912" cy="2438400"/>
            <a:chOff x="1197" y="1584"/>
            <a:chExt cx="3079" cy="1536"/>
          </a:xfrm>
        </p:grpSpPr>
        <p:sp>
          <p:nvSpPr>
            <p:cNvPr id="75813" name="Oval 59">
              <a:extLst>
                <a:ext uri="{FF2B5EF4-FFF2-40B4-BE49-F238E27FC236}">
                  <a16:creationId xmlns:a16="http://schemas.microsoft.com/office/drawing/2014/main" id="{F2B73EAE-7E16-4A6D-A6FD-26F2FB2225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97" y="2300"/>
              <a:ext cx="896" cy="263"/>
            </a:xfrm>
            <a:prstGeom prst="ellipse">
              <a:avLst/>
            </a:prstGeom>
            <a:solidFill>
              <a:srgbClr val="99CCFF">
                <a:alpha val="79999"/>
              </a:srgbClr>
            </a:solidFill>
            <a:ln w="25400" algn="ctr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NHANVIEN</a:t>
              </a:r>
            </a:p>
          </p:txBody>
        </p:sp>
        <p:sp>
          <p:nvSpPr>
            <p:cNvPr id="75814" name="Oval 60">
              <a:extLst>
                <a:ext uri="{FF2B5EF4-FFF2-40B4-BE49-F238E27FC236}">
                  <a16:creationId xmlns:a16="http://schemas.microsoft.com/office/drawing/2014/main" id="{4EC5DBAE-644B-413C-B9B2-27D5E371140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47" y="2252"/>
              <a:ext cx="529" cy="263"/>
            </a:xfrm>
            <a:prstGeom prst="ellipse">
              <a:avLst/>
            </a:prstGeom>
            <a:solidFill>
              <a:srgbClr val="99CCFF">
                <a:alpha val="79999"/>
              </a:srgbClr>
            </a:solidFill>
            <a:ln w="25400" algn="ctr">
              <a:solidFill>
                <a:srgbClr val="99CCFF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DEAN</a:t>
              </a:r>
            </a:p>
          </p:txBody>
        </p:sp>
        <p:grpSp>
          <p:nvGrpSpPr>
            <p:cNvPr id="75815" name="Group 61">
              <a:extLst>
                <a:ext uri="{FF2B5EF4-FFF2-40B4-BE49-F238E27FC236}">
                  <a16:creationId xmlns:a16="http://schemas.microsoft.com/office/drawing/2014/main" id="{CE784566-060B-4693-8681-7923CA7A8E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84"/>
              <a:ext cx="1056" cy="336"/>
              <a:chOff x="2496" y="1248"/>
              <a:chExt cx="1056" cy="336"/>
            </a:xfrm>
          </p:grpSpPr>
          <p:sp>
            <p:nvSpPr>
              <p:cNvPr id="75820" name="Oval 62">
                <a:extLst>
                  <a:ext uri="{FF2B5EF4-FFF2-40B4-BE49-F238E27FC236}">
                    <a16:creationId xmlns:a16="http://schemas.microsoft.com/office/drawing/2014/main" id="{A95392D8-FF9C-400C-AACC-59FB482E2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488"/>
                <a:ext cx="96" cy="96"/>
              </a:xfrm>
              <a:prstGeom prst="ellipse">
                <a:avLst/>
              </a:prstGeom>
              <a:solidFill>
                <a:srgbClr val="99CCFF"/>
              </a:solidFill>
              <a:ln w="25400" algn="ctr">
                <a:solidFill>
                  <a:srgbClr val="99CCFF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75821" name="Text Box 63">
                <a:extLst>
                  <a:ext uri="{FF2B5EF4-FFF2-40B4-BE49-F238E27FC236}">
                    <a16:creationId xmlns:a16="http://schemas.microsoft.com/office/drawing/2014/main" id="{D29E234A-F9B9-4203-BB8B-C435B898915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1248"/>
                <a:ext cx="105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PHG=PHONG</a:t>
                </a:r>
              </a:p>
            </p:txBody>
          </p:sp>
        </p:grpSp>
        <p:sp>
          <p:nvSpPr>
            <p:cNvPr id="75816" name="Line 64">
              <a:extLst>
                <a:ext uri="{FF2B5EF4-FFF2-40B4-BE49-F238E27FC236}">
                  <a16:creationId xmlns:a16="http://schemas.microsoft.com/office/drawing/2014/main" id="{C79FEDD2-28A1-43BD-966A-A909FE569F7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872"/>
              <a:ext cx="1104" cy="432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17" name="Freeform 65">
              <a:extLst>
                <a:ext uri="{FF2B5EF4-FFF2-40B4-BE49-F238E27FC236}">
                  <a16:creationId xmlns:a16="http://schemas.microsoft.com/office/drawing/2014/main" id="{DB069BB4-32DB-491E-B8EB-7717D8ACB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2556"/>
              <a:ext cx="1" cy="564"/>
            </a:xfrm>
            <a:custGeom>
              <a:avLst/>
              <a:gdLst>
                <a:gd name="T0" fmla="*/ 0 w 1"/>
                <a:gd name="T1" fmla="*/ 0 h 564"/>
                <a:gd name="T2" fmla="*/ 1 w 1"/>
                <a:gd name="T3" fmla="*/ 564 h 564"/>
                <a:gd name="T4" fmla="*/ 0 60000 65536"/>
                <a:gd name="T5" fmla="*/ 0 60000 65536"/>
                <a:gd name="T6" fmla="*/ 0 w 1"/>
                <a:gd name="T7" fmla="*/ 0 h 564"/>
                <a:gd name="T8" fmla="*/ 1 w 1"/>
                <a:gd name="T9" fmla="*/ 564 h 5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4">
                  <a:moveTo>
                    <a:pt x="0" y="0"/>
                  </a:moveTo>
                  <a:lnTo>
                    <a:pt x="1" y="564"/>
                  </a:lnTo>
                </a:path>
              </a:pathLst>
            </a:custGeom>
            <a:noFill/>
            <a:ln w="25400" cap="flat" cmpd="sng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18" name="Freeform 66">
              <a:extLst>
                <a:ext uri="{FF2B5EF4-FFF2-40B4-BE49-F238E27FC236}">
                  <a16:creationId xmlns:a16="http://schemas.microsoft.com/office/drawing/2014/main" id="{9C981AC1-5D43-412E-A264-2F6BE6C7508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507"/>
              <a:ext cx="1" cy="565"/>
            </a:xfrm>
            <a:custGeom>
              <a:avLst/>
              <a:gdLst>
                <a:gd name="T0" fmla="*/ 0 w 1"/>
                <a:gd name="T1" fmla="*/ 0 h 565"/>
                <a:gd name="T2" fmla="*/ 1 w 1"/>
                <a:gd name="T3" fmla="*/ 565 h 565"/>
                <a:gd name="T4" fmla="*/ 0 60000 65536"/>
                <a:gd name="T5" fmla="*/ 0 60000 65536"/>
                <a:gd name="T6" fmla="*/ 0 w 1"/>
                <a:gd name="T7" fmla="*/ 0 h 565"/>
                <a:gd name="T8" fmla="*/ 1 w 1"/>
                <a:gd name="T9" fmla="*/ 565 h 5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5">
                  <a:moveTo>
                    <a:pt x="0" y="0"/>
                  </a:moveTo>
                  <a:lnTo>
                    <a:pt x="1" y="565"/>
                  </a:lnTo>
                </a:path>
              </a:pathLst>
            </a:custGeom>
            <a:noFill/>
            <a:ln w="25400" cap="flat" cmpd="sng">
              <a:solidFill>
                <a:srgbClr val="99CCFF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19" name="Line 67">
              <a:extLst>
                <a:ext uri="{FF2B5EF4-FFF2-40B4-BE49-F238E27FC236}">
                  <a16:creationId xmlns:a16="http://schemas.microsoft.com/office/drawing/2014/main" id="{19DFFD80-CA5B-4A87-A9B4-3A4CE4899B6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872"/>
              <a:ext cx="1152" cy="384"/>
            </a:xfrm>
            <a:prstGeom prst="line">
              <a:avLst/>
            </a:prstGeom>
            <a:noFill/>
            <a:ln w="25400">
              <a:solidFill>
                <a:srgbClr val="99CC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sp>
        <p:nvSpPr>
          <p:cNvPr id="75781" name="Rectangle 2">
            <a:extLst>
              <a:ext uri="{FF2B5EF4-FFF2-40B4-BE49-F238E27FC236}">
                <a16:creationId xmlns:a16="http://schemas.microsoft.com/office/drawing/2014/main" id="{960F6971-DC0B-4889-9291-C3225AAA170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14 </a:t>
            </a:r>
          </a:p>
        </p:txBody>
      </p:sp>
      <p:sp>
        <p:nvSpPr>
          <p:cNvPr id="75782" name="Rectangle 3">
            <a:extLst>
              <a:ext uri="{FF2B5EF4-FFF2-40B4-BE49-F238E27FC236}">
                <a16:creationId xmlns:a16="http://schemas.microsoft.com/office/drawing/2014/main" id="{80CCCE1C-C262-49BA-8145-D500F760863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algn="l" eaLnBrk="1" hangingPunct="1"/>
            <a:r>
              <a:rPr lang="en-US" altLang="en-US"/>
              <a:t>Nhân viên chỉ được phân công vào các đề án do phòng ban của mình phụ trách</a:t>
            </a:r>
          </a:p>
          <a:p>
            <a:pPr eaLnBrk="1" hangingPunct="1"/>
            <a:endParaRPr lang="en-US" altLang="en-US"/>
          </a:p>
        </p:txBody>
      </p:sp>
      <p:grpSp>
        <p:nvGrpSpPr>
          <p:cNvPr id="4" name="Group 69">
            <a:extLst>
              <a:ext uri="{FF2B5EF4-FFF2-40B4-BE49-F238E27FC236}">
                <a16:creationId xmlns:a16="http://schemas.microsoft.com/office/drawing/2014/main" id="{4881E6E2-185B-4B81-96F3-B2211DD5AE84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953000"/>
            <a:ext cx="3657600" cy="990600"/>
            <a:chOff x="1680" y="3120"/>
            <a:chExt cx="2304" cy="624"/>
          </a:xfrm>
        </p:grpSpPr>
        <p:sp>
          <p:nvSpPr>
            <p:cNvPr id="75810" name="Oval 26">
              <a:extLst>
                <a:ext uri="{FF2B5EF4-FFF2-40B4-BE49-F238E27FC236}">
                  <a16:creationId xmlns:a16="http://schemas.microsoft.com/office/drawing/2014/main" id="{F9DDC4DA-EB7D-4A63-9FB9-14856208C0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21" y="3489"/>
              <a:ext cx="939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PHANCONG</a:t>
              </a:r>
            </a:p>
          </p:txBody>
        </p:sp>
        <p:sp>
          <p:nvSpPr>
            <p:cNvPr id="75811" name="Freeform 50">
              <a:extLst>
                <a:ext uri="{FF2B5EF4-FFF2-40B4-BE49-F238E27FC236}">
                  <a16:creationId xmlns:a16="http://schemas.microsoft.com/office/drawing/2014/main" id="{969504B0-1EA2-4C07-8E64-283749B27D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120"/>
              <a:ext cx="741" cy="481"/>
            </a:xfrm>
            <a:custGeom>
              <a:avLst/>
              <a:gdLst>
                <a:gd name="T0" fmla="*/ 0 w 741"/>
                <a:gd name="T1" fmla="*/ 0 h 481"/>
                <a:gd name="T2" fmla="*/ 741 w 741"/>
                <a:gd name="T3" fmla="*/ 481 h 481"/>
                <a:gd name="T4" fmla="*/ 0 60000 65536"/>
                <a:gd name="T5" fmla="*/ 0 60000 65536"/>
                <a:gd name="T6" fmla="*/ 0 w 741"/>
                <a:gd name="T7" fmla="*/ 0 h 481"/>
                <a:gd name="T8" fmla="*/ 741 w 741"/>
                <a:gd name="T9" fmla="*/ 481 h 48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1" h="481">
                  <a:moveTo>
                    <a:pt x="0" y="0"/>
                  </a:moveTo>
                  <a:lnTo>
                    <a:pt x="741" y="481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12" name="Line 52">
              <a:extLst>
                <a:ext uri="{FF2B5EF4-FFF2-40B4-BE49-F238E27FC236}">
                  <a16:creationId xmlns:a16="http://schemas.microsoft.com/office/drawing/2014/main" id="{60873D16-D5D4-4944-A6C9-80B20F45263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3120"/>
              <a:ext cx="624" cy="48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5" name="Group 58">
            <a:extLst>
              <a:ext uri="{FF2B5EF4-FFF2-40B4-BE49-F238E27FC236}">
                <a16:creationId xmlns:a16="http://schemas.microsoft.com/office/drawing/2014/main" id="{6CE59ED2-FFE8-40C0-B3D3-258C9D249719}"/>
              </a:ext>
            </a:extLst>
          </p:cNvPr>
          <p:cNvGrpSpPr>
            <a:grpSpLocks/>
          </p:cNvGrpSpPr>
          <p:nvPr/>
        </p:nvGrpSpPr>
        <p:grpSpPr bwMode="auto">
          <a:xfrm>
            <a:off x="1905000" y="2514600"/>
            <a:ext cx="4876800" cy="2438400"/>
            <a:chOff x="1200" y="1584"/>
            <a:chExt cx="3072" cy="1536"/>
          </a:xfrm>
        </p:grpSpPr>
        <p:sp>
          <p:nvSpPr>
            <p:cNvPr id="75801" name="Oval 25">
              <a:extLst>
                <a:ext uri="{FF2B5EF4-FFF2-40B4-BE49-F238E27FC236}">
                  <a16:creationId xmlns:a16="http://schemas.microsoft.com/office/drawing/2014/main" id="{B484FD75-4165-48E1-B3AA-CEBC20439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00" y="2304"/>
              <a:ext cx="888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NHANVIEN</a:t>
              </a:r>
            </a:p>
          </p:txBody>
        </p:sp>
        <p:sp>
          <p:nvSpPr>
            <p:cNvPr id="75802" name="Oval 27">
              <a:extLst>
                <a:ext uri="{FF2B5EF4-FFF2-40B4-BE49-F238E27FC236}">
                  <a16:creationId xmlns:a16="http://schemas.microsoft.com/office/drawing/2014/main" id="{4EE8D49A-CC9A-4D1D-B66F-ADE0371B9D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751" y="2256"/>
              <a:ext cx="521" cy="255"/>
            </a:xfrm>
            <a:prstGeom prst="ellipse">
              <a:avLst/>
            </a:prstGeom>
            <a:noFill/>
            <a:ln w="12700" algn="ctr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DEAN</a:t>
              </a:r>
            </a:p>
          </p:txBody>
        </p:sp>
        <p:grpSp>
          <p:nvGrpSpPr>
            <p:cNvPr id="75803" name="Group 47">
              <a:extLst>
                <a:ext uri="{FF2B5EF4-FFF2-40B4-BE49-F238E27FC236}">
                  <a16:creationId xmlns:a16="http://schemas.microsoft.com/office/drawing/2014/main" id="{247FD229-716A-4E19-8E7A-65F8F75BBA1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52" y="1584"/>
              <a:ext cx="1056" cy="336"/>
              <a:chOff x="2496" y="1248"/>
              <a:chExt cx="1056" cy="336"/>
            </a:xfrm>
          </p:grpSpPr>
          <p:sp>
            <p:nvSpPr>
              <p:cNvPr id="75808" name="Oval 44">
                <a:extLst>
                  <a:ext uri="{FF2B5EF4-FFF2-40B4-BE49-F238E27FC236}">
                    <a16:creationId xmlns:a16="http://schemas.microsoft.com/office/drawing/2014/main" id="{94F56E93-326A-496F-BF89-9F577A7B1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928" y="1488"/>
                <a:ext cx="96" cy="96"/>
              </a:xfrm>
              <a:prstGeom prst="ellipse">
                <a:avLst/>
              </a:prstGeom>
              <a:solidFill>
                <a:schemeClr val="tx1"/>
              </a:solidFill>
              <a:ln w="12700" algn="ctr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endParaRPr lang="en-US" altLang="en-US" sz="1500">
                  <a:latin typeface="Tahoma" panose="020B0604030504040204" pitchFamily="34" charset="0"/>
                </a:endParaRPr>
              </a:p>
            </p:txBody>
          </p:sp>
          <p:sp>
            <p:nvSpPr>
              <p:cNvPr id="75809" name="Text Box 45">
                <a:extLst>
                  <a:ext uri="{FF2B5EF4-FFF2-40B4-BE49-F238E27FC236}">
                    <a16:creationId xmlns:a16="http://schemas.microsoft.com/office/drawing/2014/main" id="{24D2E55A-683C-44B4-88AB-A54A9C319FB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2496" y="1248"/>
                <a:ext cx="1056" cy="19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 algn="ctr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 algn="just">
                  <a:spcBef>
                    <a:spcPct val="20000"/>
                  </a:spcBef>
                  <a:buClr>
                    <a:srgbClr val="CC0000"/>
                  </a:buClr>
                  <a:buFont typeface="Wingdings 2" panose="05020102010507070707" pitchFamily="18" charset="2"/>
                  <a:buChar char="¡"/>
                  <a:defRPr sz="26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 algn="just">
                  <a:spcBef>
                    <a:spcPct val="20000"/>
                  </a:spcBef>
                  <a:buClr>
                    <a:srgbClr val="CC0000"/>
                  </a:buClr>
                  <a:buFont typeface="Arial" panose="020B0604020202020204" pitchFamily="34" charset="0"/>
                  <a:buChar char="-"/>
                  <a:defRPr sz="23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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 algn="just">
                  <a:spcBef>
                    <a:spcPct val="20000"/>
                  </a:spcBef>
                  <a:buClr>
                    <a:srgbClr val="CC0000"/>
                  </a:buClr>
                  <a:buFont typeface="Symbol" panose="05050102010706020507" pitchFamily="18" charset="2"/>
                  <a:buChar char="*"/>
                  <a:defRPr sz="17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 algn="just">
                  <a:spcBef>
                    <a:spcPct val="20000"/>
                  </a:spcBef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algn="just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CC0000"/>
                  </a:buClr>
                  <a:buFont typeface="Wingdings" panose="05000000000000000000" pitchFamily="2" charset="2"/>
                  <a:buChar char="§"/>
                  <a:defRPr sz="1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algn="ctr" eaLnBrk="1" hangingPunct="1">
                  <a:spcBef>
                    <a:spcPct val="50000"/>
                  </a:spcBef>
                  <a:buClrTx/>
                  <a:buFontTx/>
                  <a:buNone/>
                </a:pPr>
                <a:r>
                  <a:rPr lang="en-US" altLang="en-US" sz="1400">
                    <a:latin typeface="Tahoma" panose="020B0604030504040204" pitchFamily="34" charset="0"/>
                  </a:rPr>
                  <a:t>PHG=PHONG</a:t>
                </a:r>
              </a:p>
            </p:txBody>
          </p:sp>
        </p:grpSp>
        <p:sp>
          <p:nvSpPr>
            <p:cNvPr id="75804" name="Line 48">
              <a:extLst>
                <a:ext uri="{FF2B5EF4-FFF2-40B4-BE49-F238E27FC236}">
                  <a16:creationId xmlns:a16="http://schemas.microsoft.com/office/drawing/2014/main" id="{161CFFE0-EB5C-4A22-A8D3-C763AA65E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728" y="1872"/>
              <a:ext cx="1104" cy="432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05" name="Freeform 49">
              <a:extLst>
                <a:ext uri="{FF2B5EF4-FFF2-40B4-BE49-F238E27FC236}">
                  <a16:creationId xmlns:a16="http://schemas.microsoft.com/office/drawing/2014/main" id="{BFAD81AF-C6DC-4816-A07F-C048A170AA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2556"/>
              <a:ext cx="1" cy="564"/>
            </a:xfrm>
            <a:custGeom>
              <a:avLst/>
              <a:gdLst>
                <a:gd name="T0" fmla="*/ 0 w 1"/>
                <a:gd name="T1" fmla="*/ 0 h 564"/>
                <a:gd name="T2" fmla="*/ 1 w 1"/>
                <a:gd name="T3" fmla="*/ 564 h 564"/>
                <a:gd name="T4" fmla="*/ 0 60000 65536"/>
                <a:gd name="T5" fmla="*/ 0 60000 65536"/>
                <a:gd name="T6" fmla="*/ 0 w 1"/>
                <a:gd name="T7" fmla="*/ 0 h 564"/>
                <a:gd name="T8" fmla="*/ 1 w 1"/>
                <a:gd name="T9" fmla="*/ 564 h 564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4">
                  <a:moveTo>
                    <a:pt x="0" y="0"/>
                  </a:moveTo>
                  <a:lnTo>
                    <a:pt x="1" y="564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806" name="Freeform 51">
              <a:extLst>
                <a:ext uri="{FF2B5EF4-FFF2-40B4-BE49-F238E27FC236}">
                  <a16:creationId xmlns:a16="http://schemas.microsoft.com/office/drawing/2014/main" id="{005F3539-0CB3-4653-AE28-5A8AD19098A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4" y="2507"/>
              <a:ext cx="1" cy="565"/>
            </a:xfrm>
            <a:custGeom>
              <a:avLst/>
              <a:gdLst>
                <a:gd name="T0" fmla="*/ 0 w 1"/>
                <a:gd name="T1" fmla="*/ 0 h 565"/>
                <a:gd name="T2" fmla="*/ 1 w 1"/>
                <a:gd name="T3" fmla="*/ 565 h 565"/>
                <a:gd name="T4" fmla="*/ 0 60000 65536"/>
                <a:gd name="T5" fmla="*/ 0 60000 65536"/>
                <a:gd name="T6" fmla="*/ 0 w 1"/>
                <a:gd name="T7" fmla="*/ 0 h 565"/>
                <a:gd name="T8" fmla="*/ 1 w 1"/>
                <a:gd name="T9" fmla="*/ 565 h 565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1" h="565">
                  <a:moveTo>
                    <a:pt x="0" y="0"/>
                  </a:moveTo>
                  <a:lnTo>
                    <a:pt x="1" y="565"/>
                  </a:ln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07" name="Line 53">
              <a:extLst>
                <a:ext uri="{FF2B5EF4-FFF2-40B4-BE49-F238E27FC236}">
                  <a16:creationId xmlns:a16="http://schemas.microsoft.com/office/drawing/2014/main" id="{0AC8AADD-2D7D-4CE0-85B0-954E0F2A2B1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832" y="1872"/>
              <a:ext cx="1152" cy="384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" name="Group 73">
            <a:extLst>
              <a:ext uri="{FF2B5EF4-FFF2-40B4-BE49-F238E27FC236}">
                <a16:creationId xmlns:a16="http://schemas.microsoft.com/office/drawing/2014/main" id="{DEA7C09A-B40C-4EA7-86F5-5DE40ADFC7C7}"/>
              </a:ext>
            </a:extLst>
          </p:cNvPr>
          <p:cNvGrpSpPr>
            <a:grpSpLocks/>
          </p:cNvGrpSpPr>
          <p:nvPr/>
        </p:nvGrpSpPr>
        <p:grpSpPr bwMode="auto">
          <a:xfrm>
            <a:off x="2667000" y="4953000"/>
            <a:ext cx="3657600" cy="996950"/>
            <a:chOff x="1680" y="3120"/>
            <a:chExt cx="2304" cy="628"/>
          </a:xfrm>
        </p:grpSpPr>
        <p:sp>
          <p:nvSpPr>
            <p:cNvPr id="75798" name="Oval 70">
              <a:extLst>
                <a:ext uri="{FF2B5EF4-FFF2-40B4-BE49-F238E27FC236}">
                  <a16:creationId xmlns:a16="http://schemas.microsoft.com/office/drawing/2014/main" id="{8B54CFA7-E05D-414A-B3E8-39C3CC88D0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7" y="3485"/>
              <a:ext cx="947" cy="263"/>
            </a:xfrm>
            <a:prstGeom prst="ellipse">
              <a:avLst/>
            </a:prstGeom>
            <a:solidFill>
              <a:srgbClr val="FF99CC">
                <a:alpha val="79999"/>
              </a:srgbClr>
            </a:solidFill>
            <a:ln w="25400" algn="ctr">
              <a:solidFill>
                <a:srgbClr val="FF99CC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PHANCONG</a:t>
              </a:r>
            </a:p>
          </p:txBody>
        </p:sp>
        <p:sp>
          <p:nvSpPr>
            <p:cNvPr id="75799" name="Freeform 71">
              <a:extLst>
                <a:ext uri="{FF2B5EF4-FFF2-40B4-BE49-F238E27FC236}">
                  <a16:creationId xmlns:a16="http://schemas.microsoft.com/office/drawing/2014/main" id="{7C9AF23D-3229-4D5A-8055-E410D8751C2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0" y="3120"/>
              <a:ext cx="741" cy="481"/>
            </a:xfrm>
            <a:custGeom>
              <a:avLst/>
              <a:gdLst>
                <a:gd name="T0" fmla="*/ 0 w 741"/>
                <a:gd name="T1" fmla="*/ 0 h 481"/>
                <a:gd name="T2" fmla="*/ 741 w 741"/>
                <a:gd name="T3" fmla="*/ 481 h 481"/>
                <a:gd name="T4" fmla="*/ 0 60000 65536"/>
                <a:gd name="T5" fmla="*/ 0 60000 65536"/>
                <a:gd name="T6" fmla="*/ 0 w 741"/>
                <a:gd name="T7" fmla="*/ 0 h 481"/>
                <a:gd name="T8" fmla="*/ 741 w 741"/>
                <a:gd name="T9" fmla="*/ 481 h 481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T6" t="T7" r="T8" b="T9"/>
              <a:pathLst>
                <a:path w="741" h="481">
                  <a:moveTo>
                    <a:pt x="0" y="0"/>
                  </a:moveTo>
                  <a:lnTo>
                    <a:pt x="741" y="481"/>
                  </a:lnTo>
                </a:path>
              </a:pathLst>
            </a:custGeom>
            <a:noFill/>
            <a:ln w="25400" cap="flat" cmpd="sng">
              <a:solidFill>
                <a:srgbClr val="FF99CC"/>
              </a:solidFill>
              <a:prstDash val="solid"/>
              <a:round/>
              <a:headEnd type="none" w="med" len="med"/>
              <a:tailEnd type="non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5800" name="Line 72">
              <a:extLst>
                <a:ext uri="{FF2B5EF4-FFF2-40B4-BE49-F238E27FC236}">
                  <a16:creationId xmlns:a16="http://schemas.microsoft.com/office/drawing/2014/main" id="{97848E27-5EDD-4FB8-B3AA-5D64F4CB470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60" y="3120"/>
              <a:ext cx="624" cy="480"/>
            </a:xfrm>
            <a:prstGeom prst="line">
              <a:avLst/>
            </a:prstGeom>
            <a:noFill/>
            <a:ln w="25400">
              <a:solidFill>
                <a:srgbClr val="FF99CC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</p:grpSp>
      <p:grpSp>
        <p:nvGrpSpPr>
          <p:cNvPr id="75786" name="Group 43">
            <a:extLst>
              <a:ext uri="{FF2B5EF4-FFF2-40B4-BE49-F238E27FC236}">
                <a16:creationId xmlns:a16="http://schemas.microsoft.com/office/drawing/2014/main" id="{42EAE098-D4B5-472C-A49E-F6E41113AAB8}"/>
              </a:ext>
            </a:extLst>
          </p:cNvPr>
          <p:cNvGrpSpPr>
            <a:grpSpLocks/>
          </p:cNvGrpSpPr>
          <p:nvPr/>
        </p:nvGrpSpPr>
        <p:grpSpPr bwMode="auto">
          <a:xfrm>
            <a:off x="6248400" y="4800600"/>
            <a:ext cx="1447800" cy="304800"/>
            <a:chOff x="4176" y="2736"/>
            <a:chExt cx="912" cy="192"/>
          </a:xfrm>
        </p:grpSpPr>
        <p:sp>
          <p:nvSpPr>
            <p:cNvPr id="75796" name="Oval 29">
              <a:extLst>
                <a:ext uri="{FF2B5EF4-FFF2-40B4-BE49-F238E27FC236}">
                  <a16:creationId xmlns:a16="http://schemas.microsoft.com/office/drawing/2014/main" id="{285F8E7B-699B-439E-8169-E72DE497F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76" y="2784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75797" name="Text Box 32">
              <a:extLst>
                <a:ext uri="{FF2B5EF4-FFF2-40B4-BE49-F238E27FC236}">
                  <a16:creationId xmlns:a16="http://schemas.microsoft.com/office/drawing/2014/main" id="{3469D52C-6DC1-45C2-BC3C-9C16E9C5FA4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224" y="2736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SODA=MADA</a:t>
              </a:r>
            </a:p>
          </p:txBody>
        </p:sp>
      </p:grpSp>
      <p:grpSp>
        <p:nvGrpSpPr>
          <p:cNvPr id="75787" name="Group 54">
            <a:extLst>
              <a:ext uri="{FF2B5EF4-FFF2-40B4-BE49-F238E27FC236}">
                <a16:creationId xmlns:a16="http://schemas.microsoft.com/office/drawing/2014/main" id="{B4A3F675-B96E-4781-AD6E-A7C800988302}"/>
              </a:ext>
            </a:extLst>
          </p:cNvPr>
          <p:cNvGrpSpPr>
            <a:grpSpLocks/>
          </p:cNvGrpSpPr>
          <p:nvPr/>
        </p:nvGrpSpPr>
        <p:grpSpPr bwMode="auto">
          <a:xfrm>
            <a:off x="838200" y="4800600"/>
            <a:ext cx="1905000" cy="304800"/>
            <a:chOff x="576" y="2640"/>
            <a:chExt cx="1200" cy="192"/>
          </a:xfrm>
        </p:grpSpPr>
        <p:sp>
          <p:nvSpPr>
            <p:cNvPr id="75794" name="Oval 35">
              <a:extLst>
                <a:ext uri="{FF2B5EF4-FFF2-40B4-BE49-F238E27FC236}">
                  <a16:creationId xmlns:a16="http://schemas.microsoft.com/office/drawing/2014/main" id="{074BFFB2-FF3D-490A-8208-16F3F00718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0" y="2688"/>
              <a:ext cx="96" cy="96"/>
            </a:xfrm>
            <a:prstGeom prst="ellipse">
              <a:avLst/>
            </a:prstGeom>
            <a:solidFill>
              <a:schemeClr val="tx1"/>
            </a:solidFill>
            <a:ln w="12700" algn="ctr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  <p:sp>
          <p:nvSpPr>
            <p:cNvPr id="75795" name="Text Box 36">
              <a:extLst>
                <a:ext uri="{FF2B5EF4-FFF2-40B4-BE49-F238E27FC236}">
                  <a16:creationId xmlns:a16="http://schemas.microsoft.com/office/drawing/2014/main" id="{4881943E-F03D-48F8-A8E5-D5BF044A4B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76" y="2640"/>
              <a:ext cx="1056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MANV=MA_NVIEN</a:t>
              </a:r>
            </a:p>
          </p:txBody>
        </p:sp>
      </p:grpSp>
      <p:grpSp>
        <p:nvGrpSpPr>
          <p:cNvPr id="10" name="Group 78">
            <a:extLst>
              <a:ext uri="{FF2B5EF4-FFF2-40B4-BE49-F238E27FC236}">
                <a16:creationId xmlns:a16="http://schemas.microsoft.com/office/drawing/2014/main" id="{69E0C7D6-DD7D-4BF2-A4CE-8D6B5CE905FF}"/>
              </a:ext>
            </a:extLst>
          </p:cNvPr>
          <p:cNvGrpSpPr>
            <a:grpSpLocks/>
          </p:cNvGrpSpPr>
          <p:nvPr/>
        </p:nvGrpSpPr>
        <p:grpSpPr bwMode="auto">
          <a:xfrm>
            <a:off x="3005138" y="3352800"/>
            <a:ext cx="2989262" cy="1450975"/>
            <a:chOff x="1893" y="2112"/>
            <a:chExt cx="1883" cy="914"/>
          </a:xfrm>
        </p:grpSpPr>
        <p:sp>
          <p:nvSpPr>
            <p:cNvPr id="75792" name="Freeform 74">
              <a:extLst>
                <a:ext uri="{FF2B5EF4-FFF2-40B4-BE49-F238E27FC236}">
                  <a16:creationId xmlns:a16="http://schemas.microsoft.com/office/drawing/2014/main" id="{C594F557-9B71-4875-B9F3-51A76AEE29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2112"/>
              <a:ext cx="1883" cy="914"/>
            </a:xfrm>
            <a:custGeom>
              <a:avLst/>
              <a:gdLst>
                <a:gd name="T0" fmla="*/ 0 w 1883"/>
                <a:gd name="T1" fmla="*/ 914 h 914"/>
                <a:gd name="T2" fmla="*/ 457 w 1883"/>
                <a:gd name="T3" fmla="*/ 284 h 914"/>
                <a:gd name="T4" fmla="*/ 950 w 1883"/>
                <a:gd name="T5" fmla="*/ 1 h 914"/>
                <a:gd name="T6" fmla="*/ 1453 w 1883"/>
                <a:gd name="T7" fmla="*/ 275 h 914"/>
                <a:gd name="T8" fmla="*/ 1883 w 1883"/>
                <a:gd name="T9" fmla="*/ 787 h 9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83"/>
                <a:gd name="T16" fmla="*/ 0 h 914"/>
                <a:gd name="T17" fmla="*/ 1883 w 1883"/>
                <a:gd name="T18" fmla="*/ 914 h 91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83" h="914">
                  <a:moveTo>
                    <a:pt x="0" y="914"/>
                  </a:moveTo>
                  <a:cubicBezTo>
                    <a:pt x="76" y="811"/>
                    <a:pt x="299" y="436"/>
                    <a:pt x="457" y="284"/>
                  </a:cubicBezTo>
                  <a:cubicBezTo>
                    <a:pt x="615" y="132"/>
                    <a:pt x="784" y="2"/>
                    <a:pt x="950" y="1"/>
                  </a:cubicBezTo>
                  <a:cubicBezTo>
                    <a:pt x="1116" y="0"/>
                    <a:pt x="1298" y="144"/>
                    <a:pt x="1453" y="275"/>
                  </a:cubicBezTo>
                  <a:cubicBezTo>
                    <a:pt x="1608" y="406"/>
                    <a:pt x="1794" y="680"/>
                    <a:pt x="1883" y="787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793" name="Text Box 76">
              <a:extLst>
                <a:ext uri="{FF2B5EF4-FFF2-40B4-BE49-F238E27FC236}">
                  <a16:creationId xmlns:a16="http://schemas.microsoft.com/office/drawing/2014/main" id="{C528C26C-9111-4BE4-9E86-1EF689410BA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00" y="2304"/>
              <a:ext cx="864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MANV, MADA</a:t>
              </a:r>
            </a:p>
          </p:txBody>
        </p:sp>
      </p:grpSp>
      <p:grpSp>
        <p:nvGrpSpPr>
          <p:cNvPr id="11" name="Group 79">
            <a:extLst>
              <a:ext uri="{FF2B5EF4-FFF2-40B4-BE49-F238E27FC236}">
                <a16:creationId xmlns:a16="http://schemas.microsoft.com/office/drawing/2014/main" id="{99F81552-BC0D-4E7C-9617-EC571EF624BC}"/>
              </a:ext>
            </a:extLst>
          </p:cNvPr>
          <p:cNvGrpSpPr>
            <a:grpSpLocks/>
          </p:cNvGrpSpPr>
          <p:nvPr/>
        </p:nvGrpSpPr>
        <p:grpSpPr bwMode="auto">
          <a:xfrm>
            <a:off x="3062288" y="4800600"/>
            <a:ext cx="2881312" cy="611188"/>
            <a:chOff x="1929" y="3024"/>
            <a:chExt cx="1815" cy="385"/>
          </a:xfrm>
        </p:grpSpPr>
        <p:sp>
          <p:nvSpPr>
            <p:cNvPr id="75790" name="Freeform 75">
              <a:extLst>
                <a:ext uri="{FF2B5EF4-FFF2-40B4-BE49-F238E27FC236}">
                  <a16:creationId xmlns:a16="http://schemas.microsoft.com/office/drawing/2014/main" id="{7ECF9F1A-5C89-4509-A6AD-26B61B5FA5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9" y="3024"/>
              <a:ext cx="1815" cy="385"/>
            </a:xfrm>
            <a:custGeom>
              <a:avLst/>
              <a:gdLst>
                <a:gd name="T0" fmla="*/ 0 w 1815"/>
                <a:gd name="T1" fmla="*/ 121 h 385"/>
                <a:gd name="T2" fmla="*/ 412 w 1815"/>
                <a:gd name="T3" fmla="*/ 286 h 385"/>
                <a:gd name="T4" fmla="*/ 951 w 1815"/>
                <a:gd name="T5" fmla="*/ 377 h 385"/>
                <a:gd name="T6" fmla="*/ 1417 w 1815"/>
                <a:gd name="T7" fmla="*/ 240 h 385"/>
                <a:gd name="T8" fmla="*/ 1815 w 1815"/>
                <a:gd name="T9" fmla="*/ 0 h 38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815"/>
                <a:gd name="T16" fmla="*/ 0 h 385"/>
                <a:gd name="T17" fmla="*/ 1815 w 1815"/>
                <a:gd name="T18" fmla="*/ 385 h 38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815" h="385">
                  <a:moveTo>
                    <a:pt x="0" y="121"/>
                  </a:moveTo>
                  <a:cubicBezTo>
                    <a:pt x="68" y="148"/>
                    <a:pt x="253" y="243"/>
                    <a:pt x="412" y="286"/>
                  </a:cubicBezTo>
                  <a:cubicBezTo>
                    <a:pt x="571" y="329"/>
                    <a:pt x="784" y="385"/>
                    <a:pt x="951" y="377"/>
                  </a:cubicBezTo>
                  <a:cubicBezTo>
                    <a:pt x="1118" y="369"/>
                    <a:pt x="1273" y="303"/>
                    <a:pt x="1417" y="240"/>
                  </a:cubicBezTo>
                  <a:cubicBezTo>
                    <a:pt x="1561" y="177"/>
                    <a:pt x="1732" y="50"/>
                    <a:pt x="1815" y="0"/>
                  </a:cubicBezTo>
                </a:path>
              </a:pathLst>
            </a:custGeom>
            <a:noFill/>
            <a:ln w="12700" cap="flat" cmpd="sng">
              <a:solidFill>
                <a:schemeClr val="tx1"/>
              </a:solidFill>
              <a:prstDash val="dash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endParaRPr lang="en-US"/>
            </a:p>
          </p:txBody>
        </p:sp>
        <p:sp>
          <p:nvSpPr>
            <p:cNvPr id="75791" name="Text Box 77">
              <a:extLst>
                <a:ext uri="{FF2B5EF4-FFF2-40B4-BE49-F238E27FC236}">
                  <a16:creationId xmlns:a16="http://schemas.microsoft.com/office/drawing/2014/main" id="{AB017949-3924-4DA4-A69C-EE12171660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56" y="3120"/>
              <a:ext cx="1152" cy="1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400">
                  <a:latin typeface="Tahoma" panose="020B0604030504040204" pitchFamily="34" charset="0"/>
                </a:rPr>
                <a:t>MA_NVIEN, SODA</a:t>
              </a:r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Date Placeholder 3">
            <a:extLst>
              <a:ext uri="{FF2B5EF4-FFF2-40B4-BE49-F238E27FC236}">
                <a16:creationId xmlns:a16="http://schemas.microsoft.com/office/drawing/2014/main" id="{0C42C722-D4FE-4A86-ABC4-7FE9D12E13BA}"/>
              </a:ext>
            </a:extLst>
          </p:cNvPr>
          <p:cNvSpPr>
            <a:spLocks noGrp="1"/>
          </p:cNvSpPr>
          <p:nvPr>
            <p:ph type="dt" sz="quarter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Cơ sở dữ liệu - Khoa CNTT </a:t>
            </a:r>
            <a:endParaRPr lang="en-US" altLang="en-US"/>
          </a:p>
        </p:txBody>
      </p:sp>
      <p:sp>
        <p:nvSpPr>
          <p:cNvPr id="77827" name="Slide Number Placeholder 5">
            <a:extLst>
              <a:ext uri="{FF2B5EF4-FFF2-40B4-BE49-F238E27FC236}">
                <a16:creationId xmlns:a16="http://schemas.microsoft.com/office/drawing/2014/main" id="{D36F2A2B-6D85-4169-B771-00A0E82895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just">
              <a:spcBef>
                <a:spcPct val="20000"/>
              </a:spcBef>
              <a:buClr>
                <a:srgbClr val="CC0000"/>
              </a:buClr>
              <a:buFont typeface="Wingdings 2" panose="05020102010507070707" pitchFamily="18" charset="2"/>
              <a:buChar char="¡"/>
              <a:defRPr sz="26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 algn="just">
              <a:spcBef>
                <a:spcPct val="20000"/>
              </a:spcBef>
              <a:buClr>
                <a:srgbClr val="CC0000"/>
              </a:buClr>
              <a:buFont typeface="Arial" panose="020B0604020202020204" pitchFamily="34" charset="0"/>
              <a:buChar char="-"/>
              <a:defRPr sz="23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"/>
              <a:defRPr sz="20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 algn="just">
              <a:spcBef>
                <a:spcPct val="20000"/>
              </a:spcBef>
              <a:buClr>
                <a:srgbClr val="CC0000"/>
              </a:buClr>
              <a:buFont typeface="Symbol" panose="05050102010706020507" pitchFamily="18" charset="2"/>
              <a:buChar char="*"/>
              <a:defRPr sz="17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 algn="just">
              <a:spcBef>
                <a:spcPct val="20000"/>
              </a:spcBef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algn="just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CC0000"/>
              </a:buClr>
              <a:buFont typeface="Wingdings" panose="05000000000000000000" pitchFamily="2" charset="2"/>
              <a:buChar char="§"/>
              <a:defRPr sz="1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r">
              <a:spcBef>
                <a:spcPct val="0"/>
              </a:spcBef>
              <a:buClrTx/>
              <a:buFontTx/>
              <a:buNone/>
            </a:pPr>
            <a:fld id="{22815359-B1E8-4CE3-A82A-BCD49E1B941F}" type="slidenum">
              <a:rPr lang="en-US" altLang="en-US" sz="1000"/>
              <a:pPr algn="r">
                <a:spcBef>
                  <a:spcPct val="0"/>
                </a:spcBef>
                <a:buClrTx/>
                <a:buFontTx/>
                <a:buNone/>
              </a:pPr>
              <a:t>40</a:t>
            </a:fld>
            <a:endParaRPr lang="en-US" altLang="en-US" sz="1000"/>
          </a:p>
        </p:txBody>
      </p:sp>
      <p:sp>
        <p:nvSpPr>
          <p:cNvPr id="77828" name="Rectangle 4">
            <a:extLst>
              <a:ext uri="{FF2B5EF4-FFF2-40B4-BE49-F238E27FC236}">
                <a16:creationId xmlns:a16="http://schemas.microsoft.com/office/drawing/2014/main" id="{31C394DA-6FEE-4A42-9F04-8E698AEBBB6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7200" y="354013"/>
            <a:ext cx="8229600" cy="620712"/>
          </a:xfrm>
        </p:spPr>
        <p:txBody>
          <a:bodyPr/>
          <a:lstStyle/>
          <a:p>
            <a:pPr eaLnBrk="1" hangingPunct="1"/>
            <a:r>
              <a:rPr lang="en-US" altLang="en-US" sz="3500"/>
              <a:t>Ví dụ 14 (tt) </a:t>
            </a:r>
          </a:p>
        </p:txBody>
      </p:sp>
      <p:sp>
        <p:nvSpPr>
          <p:cNvPr id="77829" name="Rectangle 5">
            <a:extLst>
              <a:ext uri="{FF2B5EF4-FFF2-40B4-BE49-F238E27FC236}">
                <a16:creationId xmlns:a16="http://schemas.microsoft.com/office/drawing/2014/main" id="{8A70E857-1C42-4658-B7EF-E279D4ECCBD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7200" y="1295400"/>
            <a:ext cx="8229600" cy="5105400"/>
          </a:xfrm>
        </p:spPr>
        <p:txBody>
          <a:bodyPr/>
          <a:lstStyle/>
          <a:p>
            <a:pPr algn="l" eaLnBrk="1" hangingPunct="1"/>
            <a:r>
              <a:rPr lang="en-US" altLang="en-US"/>
              <a:t>Nhân viên chỉ được phân công vào các đề án do phòng ban của mình phụ trách</a:t>
            </a:r>
          </a:p>
          <a:p>
            <a:pPr lvl="1" algn="l" eaLnBrk="1" hangingPunct="1"/>
            <a:r>
              <a:rPr lang="en-US" altLang="en-US"/>
              <a:t>Bối cảnh: NHANVIEN, DEAN, PHANCONG</a:t>
            </a:r>
          </a:p>
          <a:p>
            <a:pPr lvl="1" algn="l" eaLnBrk="1" hangingPunct="1"/>
            <a:r>
              <a:rPr lang="en-US" altLang="en-US"/>
              <a:t>Biểu diễn:</a:t>
            </a:r>
          </a:p>
          <a:p>
            <a:pPr lvl="2" algn="l" eaLnBrk="1" hangingPunct="1"/>
            <a:endParaRPr lang="en-US" altLang="en-US"/>
          </a:p>
          <a:p>
            <a:pPr lvl="2" algn="l" eaLnBrk="1" hangingPunct="1"/>
            <a:endParaRPr lang="en-US" altLang="en-US"/>
          </a:p>
          <a:p>
            <a:pPr lvl="2" algn="l" eaLnBrk="1" hangingPunct="1"/>
            <a:endParaRPr lang="en-US" altLang="en-US"/>
          </a:p>
          <a:p>
            <a:pPr lvl="2" algn="l" eaLnBrk="1" hangingPunct="1"/>
            <a:endParaRPr lang="en-US" altLang="en-US"/>
          </a:p>
          <a:p>
            <a:pPr lvl="1" algn="l" eaLnBrk="1" hangingPunct="1"/>
            <a:r>
              <a:rPr lang="en-US" altLang="en-US"/>
              <a:t>Bảng tầm ảnh hưởng:</a:t>
            </a:r>
          </a:p>
        </p:txBody>
      </p:sp>
      <p:grpSp>
        <p:nvGrpSpPr>
          <p:cNvPr id="77830" name="Group 27">
            <a:extLst>
              <a:ext uri="{FF2B5EF4-FFF2-40B4-BE49-F238E27FC236}">
                <a16:creationId xmlns:a16="http://schemas.microsoft.com/office/drawing/2014/main" id="{66829A29-CB3B-4814-8C6E-26173F837DDB}"/>
              </a:ext>
            </a:extLst>
          </p:cNvPr>
          <p:cNvGrpSpPr>
            <a:grpSpLocks/>
          </p:cNvGrpSpPr>
          <p:nvPr/>
        </p:nvGrpSpPr>
        <p:grpSpPr bwMode="auto">
          <a:xfrm>
            <a:off x="1524000" y="3032125"/>
            <a:ext cx="6781800" cy="1311275"/>
            <a:chOff x="912" y="1910"/>
            <a:chExt cx="4272" cy="826"/>
          </a:xfrm>
        </p:grpSpPr>
        <p:sp>
          <p:nvSpPr>
            <p:cNvPr id="77856" name="Text Box 25">
              <a:extLst>
                <a:ext uri="{FF2B5EF4-FFF2-40B4-BE49-F238E27FC236}">
                  <a16:creationId xmlns:a16="http://schemas.microsoft.com/office/drawing/2014/main" id="{E0903726-33A9-45A7-A666-DC813A6F15A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12" y="1910"/>
              <a:ext cx="4272" cy="8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000">
                  <a:sym typeface="Symbol" panose="05050102010706020507" pitchFamily="18" charset="2"/>
                </a:rPr>
                <a:t>NVDA </a:t>
              </a:r>
              <a:r>
                <a:rPr lang="en-US" altLang="en-US" sz="2000" b="1">
                  <a:sym typeface="Symbol" panose="05050102010706020507" pitchFamily="18" charset="2"/>
                </a:rPr>
                <a:t></a:t>
              </a:r>
              <a:r>
                <a:rPr lang="en-US" altLang="en-US" sz="2000">
                  <a:sym typeface="Symbol" panose="05050102010706020507" pitchFamily="18" charset="2"/>
                </a:rPr>
                <a:t> NHANVIEN       </a:t>
              </a:r>
              <a:r>
                <a:rPr lang="en-US" altLang="en-US" sz="2000" baseline="-25000">
                  <a:sym typeface="Symbol" panose="05050102010706020507" pitchFamily="18" charset="2"/>
                </a:rPr>
                <a:t>PHG=PHONG</a:t>
              </a:r>
              <a:r>
                <a:rPr lang="en-US" altLang="en-US" sz="2000">
                  <a:sym typeface="Symbol" panose="05050102010706020507" pitchFamily="18" charset="2"/>
                </a:rPr>
                <a:t> DEAN 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000" b="1">
                  <a:sym typeface="Symbol" panose="05050102010706020507" pitchFamily="18" charset="2"/>
                </a:rPr>
                <a:t></a:t>
              </a:r>
              <a:r>
                <a:rPr lang="en-US" altLang="en-US" sz="2000">
                  <a:sym typeface="Symbol" panose="05050102010706020507" pitchFamily="18" charset="2"/>
                </a:rPr>
                <a:t>t </a:t>
              </a:r>
              <a:r>
                <a:rPr lang="en-US" altLang="en-US" sz="2000" b="1">
                  <a:sym typeface="Symbol" panose="05050102010706020507" pitchFamily="18" charset="2"/>
                </a:rPr>
                <a:t></a:t>
              </a:r>
              <a:r>
                <a:rPr lang="en-US" altLang="en-US" sz="2000">
                  <a:sym typeface="Symbol" panose="05050102010706020507" pitchFamily="18" charset="2"/>
                </a:rPr>
                <a:t> PHANCONG ( </a:t>
              </a:r>
              <a:r>
                <a:rPr lang="en-US" altLang="en-US" sz="2000" b="1">
                  <a:sym typeface="Symbol" panose="05050102010706020507" pitchFamily="18" charset="2"/>
                </a:rPr>
                <a:t></a:t>
              </a:r>
              <a:r>
                <a:rPr lang="en-US" altLang="en-US" sz="2000">
                  <a:sym typeface="Symbol" panose="05050102010706020507" pitchFamily="18" charset="2"/>
                </a:rPr>
                <a:t>s </a:t>
              </a:r>
              <a:r>
                <a:rPr lang="en-US" altLang="en-US" sz="2000" b="1">
                  <a:sym typeface="Symbol" panose="05050102010706020507" pitchFamily="18" charset="2"/>
                </a:rPr>
                <a:t></a:t>
              </a:r>
              <a:r>
                <a:rPr lang="en-US" altLang="en-US" sz="2000">
                  <a:sym typeface="Symbol" panose="05050102010706020507" pitchFamily="18" charset="2"/>
                </a:rPr>
                <a:t> NVDA ( </a:t>
              </a:r>
            </a:p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2000">
                  <a:sym typeface="Symbol" panose="05050102010706020507" pitchFamily="18" charset="2"/>
                </a:rPr>
                <a:t>	t.MA_NVIEN </a:t>
              </a:r>
              <a:r>
                <a:rPr lang="en-US" altLang="en-US" sz="2000" b="1">
                  <a:sym typeface="Symbol" panose="05050102010706020507" pitchFamily="18" charset="2"/>
                </a:rPr>
                <a:t></a:t>
              </a:r>
              <a:r>
                <a:rPr lang="en-US" altLang="en-US" sz="2000">
                  <a:sym typeface="Symbol" panose="05050102010706020507" pitchFamily="18" charset="2"/>
                </a:rPr>
                <a:t> s.MANV </a:t>
              </a:r>
              <a:r>
                <a:rPr lang="en-US" altLang="en-US" sz="2000" b="1">
                  <a:sym typeface="Symbol" panose="05050102010706020507" pitchFamily="18" charset="2"/>
                </a:rPr>
                <a:t></a:t>
              </a:r>
              <a:r>
                <a:rPr lang="en-US" altLang="en-US" sz="2000">
                  <a:sym typeface="Symbol" panose="05050102010706020507" pitchFamily="18" charset="2"/>
                </a:rPr>
                <a:t> t.MADA </a:t>
              </a:r>
              <a:r>
                <a:rPr lang="en-US" altLang="en-US" sz="2000" b="1">
                  <a:sym typeface="Symbol" panose="05050102010706020507" pitchFamily="18" charset="2"/>
                </a:rPr>
                <a:t></a:t>
              </a:r>
              <a:r>
                <a:rPr lang="en-US" altLang="en-US" sz="2000">
                  <a:sym typeface="Symbol" panose="05050102010706020507" pitchFamily="18" charset="2"/>
                </a:rPr>
                <a:t> s.SODA ))</a:t>
              </a:r>
            </a:p>
          </p:txBody>
        </p:sp>
        <p:sp>
          <p:nvSpPr>
            <p:cNvPr id="77857" name="AutoShape 26">
              <a:extLst>
                <a:ext uri="{FF2B5EF4-FFF2-40B4-BE49-F238E27FC236}">
                  <a16:creationId xmlns:a16="http://schemas.microsoft.com/office/drawing/2014/main" id="{DFD7C994-167D-4886-94FA-D5279F5C6DB7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-5400000">
              <a:off x="2613" y="1962"/>
              <a:ext cx="96" cy="144"/>
            </a:xfrm>
            <a:prstGeom prst="flowChartCollate">
              <a:avLst/>
            </a:prstGeom>
            <a:noFill/>
            <a:ln w="12700">
              <a:solidFill>
                <a:schemeClr val="tx1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endParaRPr lang="en-US" altLang="en-US" sz="1500">
                <a:latin typeface="Tahoma" panose="020B0604030504040204" pitchFamily="34" charset="0"/>
              </a:endParaRPr>
            </a:p>
          </p:txBody>
        </p:sp>
      </p:grpSp>
      <p:grpSp>
        <p:nvGrpSpPr>
          <p:cNvPr id="77831" name="Group 56">
            <a:extLst>
              <a:ext uri="{FF2B5EF4-FFF2-40B4-BE49-F238E27FC236}">
                <a16:creationId xmlns:a16="http://schemas.microsoft.com/office/drawing/2014/main" id="{36646151-CF86-421D-B809-984D30DF2D01}"/>
              </a:ext>
            </a:extLst>
          </p:cNvPr>
          <p:cNvGrpSpPr>
            <a:grpSpLocks/>
          </p:cNvGrpSpPr>
          <p:nvPr/>
        </p:nvGrpSpPr>
        <p:grpSpPr bwMode="auto">
          <a:xfrm>
            <a:off x="1295400" y="4953000"/>
            <a:ext cx="6248400" cy="1524000"/>
            <a:chOff x="816" y="3072"/>
            <a:chExt cx="3936" cy="960"/>
          </a:xfrm>
        </p:grpSpPr>
        <p:sp>
          <p:nvSpPr>
            <p:cNvPr id="77832" name="Text Box 29">
              <a:extLst>
                <a:ext uri="{FF2B5EF4-FFF2-40B4-BE49-F238E27FC236}">
                  <a16:creationId xmlns:a16="http://schemas.microsoft.com/office/drawing/2014/main" id="{DEC2DA13-B2F0-491F-91FA-1B72B25FA87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08" y="308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R</a:t>
              </a:r>
              <a:r>
                <a:rPr lang="en-US" altLang="en-US" sz="1400">
                  <a:latin typeface="Tahoma" panose="020B0604030504040204" pitchFamily="34" charset="0"/>
                </a:rPr>
                <a:t>14</a:t>
              </a:r>
            </a:p>
          </p:txBody>
        </p:sp>
        <p:sp>
          <p:nvSpPr>
            <p:cNvPr id="77833" name="Text Box 30">
              <a:extLst>
                <a:ext uri="{FF2B5EF4-FFF2-40B4-BE49-F238E27FC236}">
                  <a16:creationId xmlns:a16="http://schemas.microsoft.com/office/drawing/2014/main" id="{3AA7937E-1FAF-4A8A-B8D8-6029A0DFF69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283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NHANVIEN</a:t>
              </a:r>
            </a:p>
          </p:txBody>
        </p:sp>
        <p:grpSp>
          <p:nvGrpSpPr>
            <p:cNvPr id="77834" name="Group 31">
              <a:extLst>
                <a:ext uri="{FF2B5EF4-FFF2-40B4-BE49-F238E27FC236}">
                  <a16:creationId xmlns:a16="http://schemas.microsoft.com/office/drawing/2014/main" id="{5E4CBE2D-A929-4E00-9CF9-B1793A6124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28" y="3072"/>
              <a:ext cx="1488" cy="912"/>
              <a:chOff x="2160" y="3168"/>
              <a:chExt cx="1488" cy="624"/>
            </a:xfrm>
          </p:grpSpPr>
          <p:sp>
            <p:nvSpPr>
              <p:cNvPr id="77853" name="Line 32">
                <a:extLst>
                  <a:ext uri="{FF2B5EF4-FFF2-40B4-BE49-F238E27FC236}">
                    <a16:creationId xmlns:a16="http://schemas.microsoft.com/office/drawing/2014/main" id="{BD39A929-5764-492C-A103-776FCBA2D07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16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7854" name="Line 33">
                <a:extLst>
                  <a:ext uri="{FF2B5EF4-FFF2-40B4-BE49-F238E27FC236}">
                    <a16:creationId xmlns:a16="http://schemas.microsoft.com/office/drawing/2014/main" id="{993E8F93-6583-4D41-A75E-86DE7E631A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880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7855" name="Line 34">
                <a:extLst>
                  <a:ext uri="{FF2B5EF4-FFF2-40B4-BE49-F238E27FC236}">
                    <a16:creationId xmlns:a16="http://schemas.microsoft.com/office/drawing/2014/main" id="{D9AF07B2-C8F2-4FB9-82CE-FD54FE39B79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648" y="3168"/>
                <a:ext cx="0" cy="624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7835" name="Text Box 35">
              <a:extLst>
                <a:ext uri="{FF2B5EF4-FFF2-40B4-BE49-F238E27FC236}">
                  <a16:creationId xmlns:a16="http://schemas.microsoft.com/office/drawing/2014/main" id="{C46D231E-12E8-4AFB-8EA6-056D41F9299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Thêm</a:t>
              </a:r>
            </a:p>
          </p:txBody>
        </p:sp>
        <p:sp>
          <p:nvSpPr>
            <p:cNvPr id="77836" name="Text Box 36">
              <a:extLst>
                <a:ext uri="{FF2B5EF4-FFF2-40B4-BE49-F238E27FC236}">
                  <a16:creationId xmlns:a16="http://schemas.microsoft.com/office/drawing/2014/main" id="{04E042A1-6535-4B82-BAC6-B7C93F1684C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96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Xóa</a:t>
              </a:r>
            </a:p>
          </p:txBody>
        </p:sp>
        <p:sp>
          <p:nvSpPr>
            <p:cNvPr id="77837" name="Text Box 37">
              <a:extLst>
                <a:ext uri="{FF2B5EF4-FFF2-40B4-BE49-F238E27FC236}">
                  <a16:creationId xmlns:a16="http://schemas.microsoft.com/office/drawing/2014/main" id="{82690C42-49C9-4AA9-879F-4144EC74DB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16" y="307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Sửa</a:t>
              </a:r>
            </a:p>
          </p:txBody>
        </p:sp>
        <p:sp>
          <p:nvSpPr>
            <p:cNvPr id="77838" name="Text Box 38">
              <a:extLst>
                <a:ext uri="{FF2B5EF4-FFF2-40B4-BE49-F238E27FC236}">
                  <a16:creationId xmlns:a16="http://schemas.microsoft.com/office/drawing/2014/main" id="{BD3C2AEC-4524-4EFD-89ED-413F5266AD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292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39" name="Text Box 39">
              <a:extLst>
                <a:ext uri="{FF2B5EF4-FFF2-40B4-BE49-F238E27FC236}">
                  <a16:creationId xmlns:a16="http://schemas.microsoft.com/office/drawing/2014/main" id="{5ECFC0E0-85E9-4F53-9652-246598C71E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543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40" name="Text Box 40">
              <a:extLst>
                <a:ext uri="{FF2B5EF4-FFF2-40B4-BE49-F238E27FC236}">
                  <a16:creationId xmlns:a16="http://schemas.microsoft.com/office/drawing/2014/main" id="{EB434C0A-23FE-4ADB-A71B-62A7C4DFEF0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312"/>
              <a:ext cx="139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(MANV,PHG)</a:t>
              </a:r>
            </a:p>
          </p:txBody>
        </p:sp>
        <p:grpSp>
          <p:nvGrpSpPr>
            <p:cNvPr id="77841" name="Group 41">
              <a:extLst>
                <a:ext uri="{FF2B5EF4-FFF2-40B4-BE49-F238E27FC236}">
                  <a16:creationId xmlns:a16="http://schemas.microsoft.com/office/drawing/2014/main" id="{771E1404-7242-4819-B1D1-92636329E4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16" y="3303"/>
              <a:ext cx="3840" cy="240"/>
              <a:chOff x="864" y="3504"/>
              <a:chExt cx="3216" cy="288"/>
            </a:xfrm>
          </p:grpSpPr>
          <p:sp>
            <p:nvSpPr>
              <p:cNvPr id="77851" name="Line 42">
                <a:extLst>
                  <a:ext uri="{FF2B5EF4-FFF2-40B4-BE49-F238E27FC236}">
                    <a16:creationId xmlns:a16="http://schemas.microsoft.com/office/drawing/2014/main" id="{040CB5DD-D0D0-4093-BCC8-2D316A45BF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504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  <p:sp>
            <p:nvSpPr>
              <p:cNvPr id="77852" name="Line 43">
                <a:extLst>
                  <a:ext uri="{FF2B5EF4-FFF2-40B4-BE49-F238E27FC236}">
                    <a16:creationId xmlns:a16="http://schemas.microsoft.com/office/drawing/2014/main" id="{5D6CA866-A4EE-4D40-B470-66333D91333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64" y="3792"/>
                <a:ext cx="3216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endParaRPr lang="en-US"/>
              </a:p>
            </p:txBody>
          </p:sp>
        </p:grpSp>
        <p:sp>
          <p:nvSpPr>
            <p:cNvPr id="77842" name="Text Box 44">
              <a:extLst>
                <a:ext uri="{FF2B5EF4-FFF2-40B4-BE49-F238E27FC236}">
                  <a16:creationId xmlns:a16="http://schemas.microsoft.com/office/drawing/2014/main" id="{13F63902-D897-4030-B1E1-486D418CEE7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552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DEAN</a:t>
              </a:r>
            </a:p>
          </p:txBody>
        </p:sp>
        <p:sp>
          <p:nvSpPr>
            <p:cNvPr id="77843" name="Text Box 45">
              <a:extLst>
                <a:ext uri="{FF2B5EF4-FFF2-40B4-BE49-F238E27FC236}">
                  <a16:creationId xmlns:a16="http://schemas.microsoft.com/office/drawing/2014/main" id="{6E8C383D-7C21-477A-9AA5-742F07CA17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264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44" name="Text Box 46">
              <a:extLst>
                <a:ext uri="{FF2B5EF4-FFF2-40B4-BE49-F238E27FC236}">
                  <a16:creationId xmlns:a16="http://schemas.microsoft.com/office/drawing/2014/main" id="{1157F94C-1EDA-43A0-A5B1-51C7BBC5907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543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45" name="Text Box 47">
              <a:extLst>
                <a:ext uri="{FF2B5EF4-FFF2-40B4-BE49-F238E27FC236}">
                  <a16:creationId xmlns:a16="http://schemas.microsoft.com/office/drawing/2014/main" id="{AE74815E-8E27-40C1-88FF-3CCB208C175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40" y="3543"/>
              <a:ext cx="13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(MADA,PHONG)</a:t>
              </a:r>
            </a:p>
          </p:txBody>
        </p:sp>
        <p:sp>
          <p:nvSpPr>
            <p:cNvPr id="77846" name="Line 49">
              <a:extLst>
                <a:ext uri="{FF2B5EF4-FFF2-40B4-BE49-F238E27FC236}">
                  <a16:creationId xmlns:a16="http://schemas.microsoft.com/office/drawing/2014/main" id="{7F42D84D-71F1-4CFE-B62B-DE737784358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6" y="3792"/>
              <a:ext cx="384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endParaRPr lang="en-US"/>
            </a:p>
          </p:txBody>
        </p:sp>
        <p:sp>
          <p:nvSpPr>
            <p:cNvPr id="77847" name="Text Box 51">
              <a:extLst>
                <a:ext uri="{FF2B5EF4-FFF2-40B4-BE49-F238E27FC236}">
                  <a16:creationId xmlns:a16="http://schemas.microsoft.com/office/drawing/2014/main" id="{D4BD9593-AB14-48A4-9A11-9AF62C03F8B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6" y="3801"/>
              <a:ext cx="912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>
                  <a:latin typeface="Tahoma" panose="020B0604030504040204" pitchFamily="34" charset="0"/>
                </a:rPr>
                <a:t>PHANCONG</a:t>
              </a:r>
            </a:p>
          </p:txBody>
        </p:sp>
        <p:sp>
          <p:nvSpPr>
            <p:cNvPr id="77848" name="Text Box 53">
              <a:extLst>
                <a:ext uri="{FF2B5EF4-FFF2-40B4-BE49-F238E27FC236}">
                  <a16:creationId xmlns:a16="http://schemas.microsoft.com/office/drawing/2014/main" id="{9509BDF6-FB44-4B30-A31B-922BB6E698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28" y="3801"/>
              <a:ext cx="720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</a:p>
          </p:txBody>
        </p:sp>
        <p:sp>
          <p:nvSpPr>
            <p:cNvPr id="77849" name="Text Box 54">
              <a:extLst>
                <a:ext uri="{FF2B5EF4-FFF2-40B4-BE49-F238E27FC236}">
                  <a16:creationId xmlns:a16="http://schemas.microsoft.com/office/drawing/2014/main" id="{F0419F8B-B21F-42E4-8F80-E596539CA6E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448" y="3792"/>
              <a:ext cx="76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</a:t>
              </a:r>
            </a:p>
          </p:txBody>
        </p:sp>
        <p:sp>
          <p:nvSpPr>
            <p:cNvPr id="77850" name="Text Box 55">
              <a:extLst>
                <a:ext uri="{FF2B5EF4-FFF2-40B4-BE49-F238E27FC236}">
                  <a16:creationId xmlns:a16="http://schemas.microsoft.com/office/drawing/2014/main" id="{130A35B6-049C-4D57-8874-EBA6BB7BB9C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64" y="3801"/>
              <a:ext cx="1488" cy="2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2700" algn="ctr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just">
                <a:spcBef>
                  <a:spcPct val="20000"/>
                </a:spcBef>
                <a:buClr>
                  <a:srgbClr val="CC0000"/>
                </a:buClr>
                <a:buFont typeface="Wingdings 2" panose="05020102010507070707" pitchFamily="18" charset="2"/>
                <a:buChar char="¡"/>
                <a:defRPr sz="26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 algn="just">
                <a:spcBef>
                  <a:spcPct val="20000"/>
                </a:spcBef>
                <a:buClr>
                  <a:srgbClr val="CC0000"/>
                </a:buClr>
                <a:buFont typeface="Arial" panose="020B0604020202020204" pitchFamily="34" charset="0"/>
                <a:buChar char="-"/>
                <a:defRPr sz="23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"/>
                <a:defRPr sz="20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 algn="just">
                <a:spcBef>
                  <a:spcPct val="20000"/>
                </a:spcBef>
                <a:buClr>
                  <a:srgbClr val="CC0000"/>
                </a:buClr>
                <a:buFont typeface="Symbol" panose="05050102010706020507" pitchFamily="18" charset="2"/>
                <a:buChar char="*"/>
                <a:defRPr sz="17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 algn="just">
                <a:spcBef>
                  <a:spcPct val="20000"/>
                </a:spcBef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algn="just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CC0000"/>
                </a:buClr>
                <a:buFont typeface="Wingdings" panose="05000000000000000000" pitchFamily="2" charset="2"/>
                <a:buChar char="§"/>
                <a:defRPr sz="1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algn="l" eaLnBrk="1" hangingPunct="1">
                <a:spcBef>
                  <a:spcPct val="50000"/>
                </a:spcBef>
                <a:buClrTx/>
                <a:buFontTx/>
                <a:buNone/>
              </a:pPr>
              <a:r>
                <a:rPr lang="en-US" altLang="en-US" sz="1800" b="1">
                  <a:latin typeface="Tahoma" panose="020B0604030504040204" pitchFamily="34" charset="0"/>
                  <a:sym typeface="Symbol" panose="05050102010706020507" pitchFamily="18" charset="2"/>
                </a:rPr>
                <a:t></a:t>
              </a:r>
              <a:r>
                <a:rPr lang="en-US" altLang="en-US" sz="1800">
                  <a:latin typeface="Tahoma" panose="020B0604030504040204" pitchFamily="34" charset="0"/>
                </a:rPr>
                <a:t> (MA_NVIEN,SODA)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Verdana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27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en-US" sz="15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ahoma" pitchFamily="34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A476E08983BAD419130078E0A4D7CDC" ma:contentTypeVersion="2" ma:contentTypeDescription="Create a new document." ma:contentTypeScope="" ma:versionID="cfde902959a8f335a9f9131167589e68">
  <xsd:schema xmlns:xsd="http://www.w3.org/2001/XMLSchema" xmlns:xs="http://www.w3.org/2001/XMLSchema" xmlns:p="http://schemas.microsoft.com/office/2006/metadata/properties" xmlns:ns2="03beee07-be85-4858-810d-711279ada858" targetNamespace="http://schemas.microsoft.com/office/2006/metadata/properties" ma:root="true" ma:fieldsID="ad092cc1af911ec022986e121596ce8e" ns2:_="">
    <xsd:import namespace="03beee07-be85-4858-810d-711279ada85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3beee07-be85-4858-810d-711279ada85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A97424D-84CE-4489-8DFB-38B07222A2E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3beee07-be85-4858-810d-711279ada85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B7726E0-1F79-484D-9C1F-9F5E4A45709F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B252FFD2-9A38-4729-8BD7-0B1869F696BB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Edge</Template>
  <TotalTime>11592</TotalTime>
  <Words>2756</Words>
  <Application>Microsoft Macintosh PowerPoint</Application>
  <PresentationFormat>On-screen Show (4:3)</PresentationFormat>
  <Paragraphs>841</Paragraphs>
  <Slides>40</Slides>
  <Notes>34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40</vt:i4>
      </vt:variant>
    </vt:vector>
  </HeadingPairs>
  <TitlesOfParts>
    <vt:vector size="47" baseType="lpstr">
      <vt:lpstr>Arial</vt:lpstr>
      <vt:lpstr>Symbol</vt:lpstr>
      <vt:lpstr>Tahoma</vt:lpstr>
      <vt:lpstr>Verdana</vt:lpstr>
      <vt:lpstr>Wingdings</vt:lpstr>
      <vt:lpstr>Wingdings 2</vt:lpstr>
      <vt:lpstr>Edge</vt:lpstr>
      <vt:lpstr>Chương 06</vt:lpstr>
      <vt:lpstr>Nội dung chi tiết</vt:lpstr>
      <vt:lpstr>Khái niệm</vt:lpstr>
      <vt:lpstr>Khái niệm (tt)</vt:lpstr>
      <vt:lpstr>Các đặc trưng của RBTV </vt:lpstr>
      <vt:lpstr>Bối cảnh</vt:lpstr>
      <vt:lpstr>Bối cảnh (tt)</vt:lpstr>
      <vt:lpstr>Nội dung</vt:lpstr>
      <vt:lpstr>Nội dung (tt)</vt:lpstr>
      <vt:lpstr>Nội dung (tt)</vt:lpstr>
      <vt:lpstr>Bảng tầm ảnh hưởng</vt:lpstr>
      <vt:lpstr>Bảng tầm ảnh hưởng một RBTV</vt:lpstr>
      <vt:lpstr>Bảng tầm ảnh hưởng tổng hợp</vt:lpstr>
      <vt:lpstr>Phân loại</vt:lpstr>
      <vt:lpstr>Một quan hệ</vt:lpstr>
      <vt:lpstr>RBTV - Miền giá trị</vt:lpstr>
      <vt:lpstr>Ví dụ 3 </vt:lpstr>
      <vt:lpstr>Ví dụ 4 </vt:lpstr>
      <vt:lpstr>RBTV - Liên bộ</vt:lpstr>
      <vt:lpstr>Ví dụ 5 </vt:lpstr>
      <vt:lpstr>Ví dụ 6 </vt:lpstr>
      <vt:lpstr>Ví dụ 7 </vt:lpstr>
      <vt:lpstr>RBTV - Liên thuộc tính</vt:lpstr>
      <vt:lpstr>Ví dụ 8 </vt:lpstr>
      <vt:lpstr>Ví dụ 9 </vt:lpstr>
      <vt:lpstr>RBTV - Liên bộ liên thuộc tính</vt:lpstr>
      <vt:lpstr>Ví dụ 10</vt:lpstr>
      <vt:lpstr>Nhiều quan hệ</vt:lpstr>
      <vt:lpstr>RBTV - Tham chiếu</vt:lpstr>
      <vt:lpstr>Chỉ có sự hiện diện của khoá ngoại</vt:lpstr>
      <vt:lpstr>Có sự lồng khoá</vt:lpstr>
      <vt:lpstr>RBTV - Liên bộ, liên quan hệ</vt:lpstr>
      <vt:lpstr>Ví dụ 13 </vt:lpstr>
      <vt:lpstr>RBTV - Liên thuộc tính, liên quan hệ</vt:lpstr>
      <vt:lpstr>Ví dụ 12 </vt:lpstr>
      <vt:lpstr>RBTV - Thuộc tính tổng hợp</vt:lpstr>
      <vt:lpstr>Ví dụ 13 </vt:lpstr>
      <vt:lpstr>RBTV – Chu trình</vt:lpstr>
      <vt:lpstr>Ví dụ 14 </vt:lpstr>
      <vt:lpstr>Ví dụ 14 (tt) </vt:lpstr>
    </vt:vector>
  </TitlesOfParts>
  <Company>SRDC METU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Semantics of Web Services</dc:title>
  <dc:creator>Asuman Dogac</dc:creator>
  <cp:lastModifiedBy>HUFLIT - Thái Trần Minh</cp:lastModifiedBy>
  <cp:revision>1458</cp:revision>
  <dcterms:created xsi:type="dcterms:W3CDTF">2003-05-25T12:47:52Z</dcterms:created>
  <dcterms:modified xsi:type="dcterms:W3CDTF">2022-05-10T02:41:52Z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0x0101004A476E08983BAD419130078E0A4D7CDC</vt:lpwstr>
  </property>
</Properties>
</file>