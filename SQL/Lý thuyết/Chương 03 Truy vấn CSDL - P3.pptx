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4"/>
  </p:sldMasterIdLst>
  <p:notesMasterIdLst>
    <p:notesMasterId r:id="rId58"/>
  </p:notesMasterIdLst>
  <p:sldIdLst>
    <p:sldId id="256" r:id="rId5"/>
    <p:sldId id="514" r:id="rId6"/>
    <p:sldId id="258" r:id="rId7"/>
    <p:sldId id="340" r:id="rId8"/>
    <p:sldId id="496" r:id="rId9"/>
    <p:sldId id="352" r:id="rId10"/>
    <p:sldId id="497" r:id="rId11"/>
    <p:sldId id="498" r:id="rId12"/>
    <p:sldId id="499" r:id="rId13"/>
    <p:sldId id="402" r:id="rId14"/>
    <p:sldId id="483" r:id="rId15"/>
    <p:sldId id="511" r:id="rId16"/>
    <p:sldId id="403" r:id="rId17"/>
    <p:sldId id="500" r:id="rId18"/>
    <p:sldId id="501" r:id="rId19"/>
    <p:sldId id="502" r:id="rId20"/>
    <p:sldId id="371" r:id="rId21"/>
    <p:sldId id="388" r:id="rId22"/>
    <p:sldId id="484" r:id="rId23"/>
    <p:sldId id="389" r:id="rId24"/>
    <p:sldId id="485" r:id="rId25"/>
    <p:sldId id="390" r:id="rId26"/>
    <p:sldId id="486" r:id="rId27"/>
    <p:sldId id="512" r:id="rId28"/>
    <p:sldId id="513" r:id="rId29"/>
    <p:sldId id="378" r:id="rId30"/>
    <p:sldId id="444" r:id="rId31"/>
    <p:sldId id="442" r:id="rId32"/>
    <p:sldId id="510" r:id="rId33"/>
    <p:sldId id="360" r:id="rId34"/>
    <p:sldId id="373" r:id="rId35"/>
    <p:sldId id="504" r:id="rId36"/>
    <p:sldId id="375" r:id="rId37"/>
    <p:sldId id="376" r:id="rId38"/>
    <p:sldId id="379" r:id="rId39"/>
    <p:sldId id="372" r:id="rId40"/>
    <p:sldId id="374" r:id="rId41"/>
    <p:sldId id="505" r:id="rId42"/>
    <p:sldId id="380" r:id="rId43"/>
    <p:sldId id="383" r:id="rId44"/>
    <p:sldId id="384" r:id="rId45"/>
    <p:sldId id="385" r:id="rId46"/>
    <p:sldId id="386" r:id="rId47"/>
    <p:sldId id="387" r:id="rId48"/>
    <p:sldId id="506" r:id="rId49"/>
    <p:sldId id="391" r:id="rId50"/>
    <p:sldId id="392" r:id="rId51"/>
    <p:sldId id="441" r:id="rId52"/>
    <p:sldId id="397" r:id="rId53"/>
    <p:sldId id="509" r:id="rId54"/>
    <p:sldId id="400" r:id="rId55"/>
    <p:sldId id="401" r:id="rId56"/>
    <p:sldId id="405" r:id="rId5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777777"/>
    <a:srgbClr val="FF3333"/>
    <a:srgbClr val="CC0000"/>
    <a:srgbClr val="FF3300"/>
    <a:srgbClr val="FFFF99"/>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8" autoAdjust="0"/>
    <p:restoredTop sz="90974" autoAdjust="0"/>
  </p:normalViewPr>
  <p:slideViewPr>
    <p:cSldViewPr>
      <p:cViewPr varScale="1">
        <p:scale>
          <a:sx n="79" d="100"/>
          <a:sy n="79" d="100"/>
        </p:scale>
        <p:origin x="2184"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Thai Tran" userId="996740aabe1fc7dc" providerId="LiveId" clId="{D88D0D64-CE9E-B74F-87BD-5EA050B92385}"/>
    <pc:docChg chg="undo custSel addSld delSld modSld sldOrd">
      <pc:chgData name="Minh Thai Tran" userId="996740aabe1fc7dc" providerId="LiveId" clId="{D88D0D64-CE9E-B74F-87BD-5EA050B92385}" dt="2023-03-21T01:57:23.010" v="1134" actId="2696"/>
      <pc:docMkLst>
        <pc:docMk/>
      </pc:docMkLst>
      <pc:sldChg chg="modSp mod">
        <pc:chgData name="Minh Thai Tran" userId="996740aabe1fc7dc" providerId="LiveId" clId="{D88D0D64-CE9E-B74F-87BD-5EA050B92385}" dt="2023-03-14T04:32:45.271" v="931" actId="20577"/>
        <pc:sldMkLst>
          <pc:docMk/>
          <pc:sldMk cId="0" sldId="256"/>
        </pc:sldMkLst>
      </pc:sldChg>
      <pc:sldChg chg="modSp mod">
        <pc:chgData name="Minh Thai Tran" userId="996740aabe1fc7dc" providerId="LiveId" clId="{D88D0D64-CE9E-B74F-87BD-5EA050B92385}" dt="2023-03-07T12:52:02.602" v="158" actId="114"/>
        <pc:sldMkLst>
          <pc:docMk/>
          <pc:sldMk cId="0" sldId="258"/>
        </pc:sldMkLst>
      </pc:sldChg>
      <pc:sldChg chg="modSp mod">
        <pc:chgData name="Minh Thai Tran" userId="996740aabe1fc7dc" providerId="LiveId" clId="{D88D0D64-CE9E-B74F-87BD-5EA050B92385}" dt="2023-03-07T03:17:08.250" v="1" actId="20577"/>
        <pc:sldMkLst>
          <pc:docMk/>
          <pc:sldMk cId="0" sldId="340"/>
        </pc:sldMkLst>
      </pc:sldChg>
      <pc:sldChg chg="modSp mod">
        <pc:chgData name="Minh Thai Tran" userId="996740aabe1fc7dc" providerId="LiveId" clId="{D88D0D64-CE9E-B74F-87BD-5EA050B92385}" dt="2023-03-07T03:17:17.438" v="9" actId="20577"/>
        <pc:sldMkLst>
          <pc:docMk/>
          <pc:sldMk cId="0" sldId="352"/>
        </pc:sldMkLst>
      </pc:sldChg>
      <pc:sldChg chg="addSp delSp modSp mod modAnim">
        <pc:chgData name="Minh Thai Tran" userId="996740aabe1fc7dc" providerId="LiveId" clId="{D88D0D64-CE9E-B74F-87BD-5EA050B92385}" dt="2023-03-21T01:57:02.064" v="1133" actId="1076"/>
        <pc:sldMkLst>
          <pc:docMk/>
          <pc:sldMk cId="1384754873" sldId="378"/>
        </pc:sldMkLst>
      </pc:sldChg>
      <pc:sldChg chg="modSp mod">
        <pc:chgData name="Minh Thai Tran" userId="996740aabe1fc7dc" providerId="LiveId" clId="{D88D0D64-CE9E-B74F-87BD-5EA050B92385}" dt="2023-03-07T03:19:42.198" v="113" actId="20577"/>
        <pc:sldMkLst>
          <pc:docMk/>
          <pc:sldMk cId="1454408135" sldId="388"/>
        </pc:sldMkLst>
      </pc:sldChg>
      <pc:sldChg chg="modSp mod">
        <pc:chgData name="Minh Thai Tran" userId="996740aabe1fc7dc" providerId="LiveId" clId="{D88D0D64-CE9E-B74F-87BD-5EA050B92385}" dt="2023-03-07T03:19:48.187" v="115" actId="20577"/>
        <pc:sldMkLst>
          <pc:docMk/>
          <pc:sldMk cId="2109510829" sldId="389"/>
        </pc:sldMkLst>
      </pc:sldChg>
      <pc:sldChg chg="addSp delSp modSp mod">
        <pc:chgData name="Minh Thai Tran" userId="996740aabe1fc7dc" providerId="LiveId" clId="{D88D0D64-CE9E-B74F-87BD-5EA050B92385}" dt="2023-03-14T04:30:42.327" v="849" actId="207"/>
        <pc:sldMkLst>
          <pc:docMk/>
          <pc:sldMk cId="3720455164" sldId="390"/>
        </pc:sldMkLst>
      </pc:sldChg>
      <pc:sldChg chg="modSp mod">
        <pc:chgData name="Minh Thai Tran" userId="996740aabe1fc7dc" providerId="LiveId" clId="{D88D0D64-CE9E-B74F-87BD-5EA050B92385}" dt="2023-03-07T03:17:31.071" v="17" actId="20577"/>
        <pc:sldMkLst>
          <pc:docMk/>
          <pc:sldMk cId="0" sldId="402"/>
        </pc:sldMkLst>
      </pc:sldChg>
      <pc:sldChg chg="modSp mod">
        <pc:chgData name="Minh Thai Tran" userId="996740aabe1fc7dc" providerId="LiveId" clId="{D88D0D64-CE9E-B74F-87BD-5EA050B92385}" dt="2023-03-21T01:48:35.762" v="1026" actId="20577"/>
        <pc:sldMkLst>
          <pc:docMk/>
          <pc:sldMk cId="0" sldId="403"/>
        </pc:sldMkLst>
      </pc:sldChg>
      <pc:sldChg chg="ord">
        <pc:chgData name="Minh Thai Tran" userId="996740aabe1fc7dc" providerId="LiveId" clId="{D88D0D64-CE9E-B74F-87BD-5EA050B92385}" dt="2023-03-07T03:21:20.884" v="155" actId="20578"/>
        <pc:sldMkLst>
          <pc:docMk/>
          <pc:sldMk cId="0" sldId="405"/>
        </pc:sldMkLst>
      </pc:sldChg>
      <pc:sldChg chg="modSp mod">
        <pc:chgData name="Minh Thai Tran" userId="996740aabe1fc7dc" providerId="LiveId" clId="{D88D0D64-CE9E-B74F-87BD-5EA050B92385}" dt="2023-03-07T03:17:37.440" v="19" actId="20577"/>
        <pc:sldMkLst>
          <pc:docMk/>
          <pc:sldMk cId="4259312806" sldId="483"/>
        </pc:sldMkLst>
      </pc:sldChg>
      <pc:sldChg chg="modSp mod">
        <pc:chgData name="Minh Thai Tran" userId="996740aabe1fc7dc" providerId="LiveId" clId="{D88D0D64-CE9E-B74F-87BD-5EA050B92385}" dt="2023-03-07T03:17:11.522" v="4" actId="20577"/>
        <pc:sldMkLst>
          <pc:docMk/>
          <pc:sldMk cId="0" sldId="496"/>
        </pc:sldMkLst>
      </pc:sldChg>
      <pc:sldChg chg="modSp mod">
        <pc:chgData name="Minh Thai Tran" userId="996740aabe1fc7dc" providerId="LiveId" clId="{D88D0D64-CE9E-B74F-87BD-5EA050B92385}" dt="2023-03-07T03:17:20.051" v="11" actId="20577"/>
        <pc:sldMkLst>
          <pc:docMk/>
          <pc:sldMk cId="0" sldId="497"/>
        </pc:sldMkLst>
      </pc:sldChg>
      <pc:sldChg chg="modSp mod">
        <pc:chgData name="Minh Thai Tran" userId="996740aabe1fc7dc" providerId="LiveId" clId="{D88D0D64-CE9E-B74F-87BD-5EA050B92385}" dt="2023-03-07T03:17:24.183" v="13" actId="20577"/>
        <pc:sldMkLst>
          <pc:docMk/>
          <pc:sldMk cId="0" sldId="498"/>
        </pc:sldMkLst>
      </pc:sldChg>
      <pc:sldChg chg="modSp mod">
        <pc:chgData name="Minh Thai Tran" userId="996740aabe1fc7dc" providerId="LiveId" clId="{D88D0D64-CE9E-B74F-87BD-5EA050B92385}" dt="2023-03-07T03:17:27.179" v="15" actId="20577"/>
        <pc:sldMkLst>
          <pc:docMk/>
          <pc:sldMk cId="0" sldId="499"/>
        </pc:sldMkLst>
      </pc:sldChg>
      <pc:sldChg chg="modSp mod">
        <pc:chgData name="Minh Thai Tran" userId="996740aabe1fc7dc" providerId="LiveId" clId="{D88D0D64-CE9E-B74F-87BD-5EA050B92385}" dt="2023-03-07T03:17:47.360" v="23" actId="20577"/>
        <pc:sldMkLst>
          <pc:docMk/>
          <pc:sldMk cId="0" sldId="500"/>
        </pc:sldMkLst>
      </pc:sldChg>
      <pc:sldChg chg="modSp mod">
        <pc:chgData name="Minh Thai Tran" userId="996740aabe1fc7dc" providerId="LiveId" clId="{D88D0D64-CE9E-B74F-87BD-5EA050B92385}" dt="2023-03-07T03:17:51.250" v="25" actId="20577"/>
        <pc:sldMkLst>
          <pc:docMk/>
          <pc:sldMk cId="0" sldId="501"/>
        </pc:sldMkLst>
      </pc:sldChg>
      <pc:sldChg chg="modSp mod">
        <pc:chgData name="Minh Thai Tran" userId="996740aabe1fc7dc" providerId="LiveId" clId="{D88D0D64-CE9E-B74F-87BD-5EA050B92385}" dt="2023-03-07T03:17:54.587" v="27" actId="20577"/>
        <pc:sldMkLst>
          <pc:docMk/>
          <pc:sldMk cId="0" sldId="502"/>
        </pc:sldMkLst>
      </pc:sldChg>
      <pc:sldChg chg="modSp mod ord">
        <pc:chgData name="Minh Thai Tran" userId="996740aabe1fc7dc" providerId="LiveId" clId="{D88D0D64-CE9E-B74F-87BD-5EA050B92385}" dt="2023-03-07T13:02:42.574" v="160" actId="20577"/>
        <pc:sldMkLst>
          <pc:docMk/>
          <pc:sldMk cId="3278632453" sldId="509"/>
        </pc:sldMkLst>
      </pc:sldChg>
      <pc:sldChg chg="modSp new mod">
        <pc:chgData name="Minh Thai Tran" userId="996740aabe1fc7dc" providerId="LiveId" clId="{D88D0D64-CE9E-B74F-87BD-5EA050B92385}" dt="2023-03-14T04:32:02.497" v="889" actId="948"/>
        <pc:sldMkLst>
          <pc:docMk/>
          <pc:sldMk cId="4058441513" sldId="510"/>
        </pc:sldMkLst>
      </pc:sldChg>
      <pc:sldChg chg="modSp new mod">
        <pc:chgData name="Minh Thai Tran" userId="996740aabe1fc7dc" providerId="LiveId" clId="{D88D0D64-CE9E-B74F-87BD-5EA050B92385}" dt="2023-03-21T01:48:29.885" v="1014" actId="20577"/>
        <pc:sldMkLst>
          <pc:docMk/>
          <pc:sldMk cId="1514162013" sldId="511"/>
        </pc:sldMkLst>
      </pc:sldChg>
      <pc:sldChg chg="modSp new mod">
        <pc:chgData name="Minh Thai Tran" userId="996740aabe1fc7dc" providerId="LiveId" clId="{D88D0D64-CE9E-B74F-87BD-5EA050B92385}" dt="2023-03-21T01:49:33.303" v="1076"/>
        <pc:sldMkLst>
          <pc:docMk/>
          <pc:sldMk cId="2868153969" sldId="512"/>
        </pc:sldMkLst>
      </pc:sldChg>
      <pc:sldChg chg="delSp modSp add mod delAnim modAnim">
        <pc:chgData name="Minh Thai Tran" userId="996740aabe1fc7dc" providerId="LiveId" clId="{D88D0D64-CE9E-B74F-87BD-5EA050B92385}" dt="2023-03-21T01:52:06.784" v="1095"/>
        <pc:sldMkLst>
          <pc:docMk/>
          <pc:sldMk cId="3217643821" sldId="513"/>
        </pc:sldMkLst>
      </pc:sldChg>
      <pc:sldChg chg="addSp delSp modSp add del modAnim">
        <pc:chgData name="Minh Thai Tran" userId="996740aabe1fc7dc" providerId="LiveId" clId="{D88D0D64-CE9E-B74F-87BD-5EA050B92385}" dt="2023-03-21T01:57:23.010" v="1134" actId="2696"/>
        <pc:sldMkLst>
          <pc:docMk/>
          <pc:sldMk cId="797824464" sldId="514"/>
        </pc:sldMkLst>
      </pc:sldChg>
    </pc:docChg>
  </pc:docChgLst>
  <pc:docChgLst>
    <pc:chgData name="Minh Thai Tran" userId="996740aabe1fc7dc" providerId="LiveId" clId="{061296F9-219A-7E42-9C68-54E7E863FBFF}"/>
    <pc:docChg chg="custSel addSld delSld modSld sldOrd">
      <pc:chgData name="Minh Thai Tran" userId="996740aabe1fc7dc" providerId="LiveId" clId="{061296F9-219A-7E42-9C68-54E7E863FBFF}" dt="2023-03-07T03:01:40.223" v="825" actId="2696"/>
      <pc:docMkLst>
        <pc:docMk/>
      </pc:docMkLst>
      <pc:sldChg chg="modSp mod">
        <pc:chgData name="Minh Thai Tran" userId="996740aabe1fc7dc" providerId="LiveId" clId="{061296F9-219A-7E42-9C68-54E7E863FBFF}" dt="2023-03-06T23:49:27.887" v="11" actId="20577"/>
        <pc:sldMkLst>
          <pc:docMk/>
          <pc:sldMk cId="0" sldId="256"/>
        </pc:sldMkLst>
      </pc:sldChg>
      <pc:sldChg chg="modSp mod">
        <pc:chgData name="Minh Thai Tran" userId="996740aabe1fc7dc" providerId="LiveId" clId="{061296F9-219A-7E42-9C68-54E7E863FBFF}" dt="2023-03-07T03:01:14.169" v="824" actId="255"/>
        <pc:sldMkLst>
          <pc:docMk/>
          <pc:sldMk cId="0" sldId="258"/>
        </pc:sldMkLst>
      </pc:sldChg>
      <pc:sldChg chg="del">
        <pc:chgData name="Minh Thai Tran" userId="996740aabe1fc7dc" providerId="LiveId" clId="{061296F9-219A-7E42-9C68-54E7E863FBFF}" dt="2023-03-07T03:01:40.223" v="825" actId="2696"/>
        <pc:sldMkLst>
          <pc:docMk/>
          <pc:sldMk cId="0" sldId="344"/>
        </pc:sldMkLst>
      </pc:sldChg>
      <pc:sldChg chg="del">
        <pc:chgData name="Minh Thai Tran" userId="996740aabe1fc7dc" providerId="LiveId" clId="{061296F9-219A-7E42-9C68-54E7E863FBFF}" dt="2023-03-07T03:01:40.223" v="825" actId="2696"/>
        <pc:sldMkLst>
          <pc:docMk/>
          <pc:sldMk cId="0" sldId="345"/>
        </pc:sldMkLst>
      </pc:sldChg>
      <pc:sldChg chg="modSp del mod">
        <pc:chgData name="Minh Thai Tran" userId="996740aabe1fc7dc" providerId="LiveId" clId="{061296F9-219A-7E42-9C68-54E7E863FBFF}" dt="2023-03-07T03:01:40.223" v="825" actId="2696"/>
        <pc:sldMkLst>
          <pc:docMk/>
          <pc:sldMk cId="0" sldId="349"/>
        </pc:sldMkLst>
      </pc:sldChg>
      <pc:sldChg chg="del">
        <pc:chgData name="Minh Thai Tran" userId="996740aabe1fc7dc" providerId="LiveId" clId="{061296F9-219A-7E42-9C68-54E7E863FBFF}" dt="2023-03-07T03:01:40.223" v="825" actId="2696"/>
        <pc:sldMkLst>
          <pc:docMk/>
          <pc:sldMk cId="0" sldId="350"/>
        </pc:sldMkLst>
      </pc:sldChg>
      <pc:sldChg chg="del">
        <pc:chgData name="Minh Thai Tran" userId="996740aabe1fc7dc" providerId="LiveId" clId="{061296F9-219A-7E42-9C68-54E7E863FBFF}" dt="2023-03-07T03:01:40.223" v="825" actId="2696"/>
        <pc:sldMkLst>
          <pc:docMk/>
          <pc:sldMk cId="0" sldId="489"/>
        </pc:sldMkLst>
      </pc:sldChg>
      <pc:sldChg chg="del">
        <pc:chgData name="Minh Thai Tran" userId="996740aabe1fc7dc" providerId="LiveId" clId="{061296F9-219A-7E42-9C68-54E7E863FBFF}" dt="2023-03-07T03:01:40.223" v="825" actId="2696"/>
        <pc:sldMkLst>
          <pc:docMk/>
          <pc:sldMk cId="0" sldId="490"/>
        </pc:sldMkLst>
      </pc:sldChg>
      <pc:sldChg chg="del">
        <pc:chgData name="Minh Thai Tran" userId="996740aabe1fc7dc" providerId="LiveId" clId="{061296F9-219A-7E42-9C68-54E7E863FBFF}" dt="2023-03-07T03:01:40.223" v="825" actId="2696"/>
        <pc:sldMkLst>
          <pc:docMk/>
          <pc:sldMk cId="0" sldId="491"/>
        </pc:sldMkLst>
      </pc:sldChg>
      <pc:sldChg chg="del">
        <pc:chgData name="Minh Thai Tran" userId="996740aabe1fc7dc" providerId="LiveId" clId="{061296F9-219A-7E42-9C68-54E7E863FBFF}" dt="2023-03-07T03:01:40.223" v="825" actId="2696"/>
        <pc:sldMkLst>
          <pc:docMk/>
          <pc:sldMk cId="0" sldId="492"/>
        </pc:sldMkLst>
      </pc:sldChg>
      <pc:sldChg chg="del">
        <pc:chgData name="Minh Thai Tran" userId="996740aabe1fc7dc" providerId="LiveId" clId="{061296F9-219A-7E42-9C68-54E7E863FBFF}" dt="2023-03-07T03:01:40.223" v="825" actId="2696"/>
        <pc:sldMkLst>
          <pc:docMk/>
          <pc:sldMk cId="0" sldId="493"/>
        </pc:sldMkLst>
      </pc:sldChg>
      <pc:sldChg chg="del">
        <pc:chgData name="Minh Thai Tran" userId="996740aabe1fc7dc" providerId="LiveId" clId="{061296F9-219A-7E42-9C68-54E7E863FBFF}" dt="2023-03-07T03:01:40.223" v="825" actId="2696"/>
        <pc:sldMkLst>
          <pc:docMk/>
          <pc:sldMk cId="0" sldId="494"/>
        </pc:sldMkLst>
      </pc:sldChg>
      <pc:sldChg chg="modSp del mod">
        <pc:chgData name="Minh Thai Tran" userId="996740aabe1fc7dc" providerId="LiveId" clId="{061296F9-219A-7E42-9C68-54E7E863FBFF}" dt="2023-03-07T03:01:40.223" v="825" actId="2696"/>
        <pc:sldMkLst>
          <pc:docMk/>
          <pc:sldMk cId="2619007539" sldId="495"/>
        </pc:sldMkLst>
      </pc:sldChg>
      <pc:sldChg chg="del">
        <pc:chgData name="Minh Thai Tran" userId="996740aabe1fc7dc" providerId="LiveId" clId="{061296F9-219A-7E42-9C68-54E7E863FBFF}" dt="2023-03-07T03:01:40.223" v="825" actId="2696"/>
        <pc:sldMkLst>
          <pc:docMk/>
          <pc:sldMk cId="1575640112" sldId="507"/>
        </pc:sldMkLst>
      </pc:sldChg>
      <pc:sldChg chg="del">
        <pc:chgData name="Minh Thai Tran" userId="996740aabe1fc7dc" providerId="LiveId" clId="{061296F9-219A-7E42-9C68-54E7E863FBFF}" dt="2023-03-07T03:01:40.223" v="825" actId="2696"/>
        <pc:sldMkLst>
          <pc:docMk/>
          <pc:sldMk cId="729036814" sldId="508"/>
        </pc:sldMkLst>
      </pc:sldChg>
      <pc:sldChg chg="addSp delSp modSp new del mod">
        <pc:chgData name="Minh Thai Tran" userId="996740aabe1fc7dc" providerId="LiveId" clId="{061296F9-219A-7E42-9C68-54E7E863FBFF}" dt="2023-03-07T03:01:40.223" v="825" actId="2696"/>
        <pc:sldMkLst>
          <pc:docMk/>
          <pc:sldMk cId="1293364033" sldId="510"/>
        </pc:sldMkLst>
      </pc:sldChg>
      <pc:sldChg chg="addSp delSp modSp new del mod">
        <pc:chgData name="Minh Thai Tran" userId="996740aabe1fc7dc" providerId="LiveId" clId="{061296F9-219A-7E42-9C68-54E7E863FBFF}" dt="2023-03-07T03:01:40.223" v="825" actId="2696"/>
        <pc:sldMkLst>
          <pc:docMk/>
          <pc:sldMk cId="1844166393" sldId="511"/>
        </pc:sldMkLst>
      </pc:sldChg>
      <pc:sldChg chg="addSp delSp modSp new del mod">
        <pc:chgData name="Minh Thai Tran" userId="996740aabe1fc7dc" providerId="LiveId" clId="{061296F9-219A-7E42-9C68-54E7E863FBFF}" dt="2023-03-07T03:01:40.223" v="825" actId="2696"/>
        <pc:sldMkLst>
          <pc:docMk/>
          <pc:sldMk cId="3643051017" sldId="512"/>
        </pc:sldMkLst>
      </pc:sldChg>
      <pc:sldChg chg="addSp delSp modSp new del mod ord">
        <pc:chgData name="Minh Thai Tran" userId="996740aabe1fc7dc" providerId="LiveId" clId="{061296F9-219A-7E42-9C68-54E7E863FBFF}" dt="2023-03-07T03:01:40.223" v="825" actId="2696"/>
        <pc:sldMkLst>
          <pc:docMk/>
          <pc:sldMk cId="934239270" sldId="513"/>
        </pc:sldMkLst>
      </pc:sldChg>
    </pc:docChg>
  </pc:docChgLst>
  <pc:docChgLst>
    <pc:chgData name="Minh Thai Tran" userId="996740aabe1fc7dc" providerId="LiveId" clId="{8038438E-E756-9D4C-89C4-718F0F4F2C4E}"/>
    <pc:docChg chg="addSld modSld">
      <pc:chgData name="Minh Thai Tran" userId="996740aabe1fc7dc" providerId="LiveId" clId="{8038438E-E756-9D4C-89C4-718F0F4F2C4E}" dt="2022-04-08T04:17:37.551" v="124" actId="1036"/>
      <pc:docMkLst>
        <pc:docMk/>
      </pc:docMkLst>
      <pc:sldChg chg="modSp mod">
        <pc:chgData name="Minh Thai Tran" userId="996740aabe1fc7dc" providerId="LiveId" clId="{8038438E-E756-9D4C-89C4-718F0F4F2C4E}" dt="2022-04-01T05:44:50.892" v="5" actId="14100"/>
        <pc:sldMkLst>
          <pc:docMk/>
          <pc:sldMk cId="1575640112" sldId="507"/>
        </pc:sldMkLst>
      </pc:sldChg>
      <pc:sldChg chg="modSp new mod">
        <pc:chgData name="Minh Thai Tran" userId="996740aabe1fc7dc" providerId="LiveId" clId="{8038438E-E756-9D4C-89C4-718F0F4F2C4E}" dt="2022-04-08T04:17:37.551" v="124" actId="1036"/>
        <pc:sldMkLst>
          <pc:docMk/>
          <pc:sldMk cId="3278632453" sldId="509"/>
        </pc:sldMkLst>
      </pc:sldChg>
    </pc:docChg>
  </pc:docChgLst>
  <pc:docChgLst>
    <pc:chgData name="Minh Thai Tran" userId="996740aabe1fc7dc" providerId="LiveId" clId="{260B151B-FE2E-8941-9D2F-BF905D15579E}"/>
    <pc:docChg chg="modSld">
      <pc:chgData name="Minh Thai Tran" userId="996740aabe1fc7dc" providerId="LiveId" clId="{260B151B-FE2E-8941-9D2F-BF905D15579E}" dt="2025-03-02T14:53:38.655" v="6" actId="20577"/>
      <pc:docMkLst>
        <pc:docMk/>
      </pc:docMkLst>
      <pc:sldChg chg="modSp mod">
        <pc:chgData name="Minh Thai Tran" userId="996740aabe1fc7dc" providerId="LiveId" clId="{260B151B-FE2E-8941-9D2F-BF905D15579E}" dt="2025-03-02T14:49:50.206" v="3" actId="20577"/>
        <pc:sldMkLst>
          <pc:docMk/>
          <pc:sldMk cId="0" sldId="256"/>
        </pc:sldMkLst>
        <pc:spChg chg="mod">
          <ac:chgData name="Minh Thai Tran" userId="996740aabe1fc7dc" providerId="LiveId" clId="{260B151B-FE2E-8941-9D2F-BF905D15579E}" dt="2025-03-02T14:49:50.206" v="3" actId="20577"/>
          <ac:spMkLst>
            <pc:docMk/>
            <pc:sldMk cId="0" sldId="256"/>
            <ac:spMk id="4100" creationId="{0583E417-2BA2-4416-96D8-7A795EA0F63A}"/>
          </ac:spMkLst>
        </pc:spChg>
      </pc:sldChg>
      <pc:sldChg chg="modSp mod">
        <pc:chgData name="Minh Thai Tran" userId="996740aabe1fc7dc" providerId="LiveId" clId="{260B151B-FE2E-8941-9D2F-BF905D15579E}" dt="2025-03-02T14:53:38.655" v="6" actId="20577"/>
        <pc:sldMkLst>
          <pc:docMk/>
          <pc:sldMk cId="0" sldId="352"/>
        </pc:sldMkLst>
        <pc:spChg chg="mod">
          <ac:chgData name="Minh Thai Tran" userId="996740aabe1fc7dc" providerId="LiveId" clId="{260B151B-FE2E-8941-9D2F-BF905D15579E}" dt="2025-03-02T14:53:38.655" v="6" actId="20577"/>
          <ac:spMkLst>
            <pc:docMk/>
            <pc:sldMk cId="0" sldId="352"/>
            <ac:spMk id="84997" creationId="{AFD436C9-98C2-4D84-9187-A7F68C4D5621}"/>
          </ac:spMkLst>
        </pc:spChg>
      </pc:sldChg>
      <pc:sldChg chg="modSp mod">
        <pc:chgData name="Minh Thai Tran" userId="996740aabe1fc7dc" providerId="LiveId" clId="{260B151B-FE2E-8941-9D2F-BF905D15579E}" dt="2025-03-02T14:53:09.979" v="4" actId="113"/>
        <pc:sldMkLst>
          <pc:docMk/>
          <pc:sldMk cId="0" sldId="496"/>
        </pc:sldMkLst>
        <pc:spChg chg="mod">
          <ac:chgData name="Minh Thai Tran" userId="996740aabe1fc7dc" providerId="LiveId" clId="{260B151B-FE2E-8941-9D2F-BF905D15579E}" dt="2025-03-02T14:53:09.979" v="4" actId="113"/>
          <ac:spMkLst>
            <pc:docMk/>
            <pc:sldMk cId="0" sldId="496"/>
            <ac:spMk id="82949" creationId="{F0BB5CFD-4615-42B5-A42A-65B7CD614FFB}"/>
          </ac:spMkLst>
        </pc:spChg>
      </pc:sldChg>
    </pc:docChg>
  </pc:docChgLst>
  <pc:docChgLst>
    <pc:chgData name="Minh Thai Tran" userId="996740aabe1fc7dc" providerId="LiveId" clId="{FB4F06EF-F463-5A46-9DF4-741D7FD416F6}"/>
    <pc:docChg chg="custSel addSld modSld sldOrd">
      <pc:chgData name="Minh Thai Tran" userId="996740aabe1fc7dc" providerId="LiveId" clId="{FB4F06EF-F463-5A46-9DF4-741D7FD416F6}" dt="2024-02-26T02:31:56.589" v="287" actId="20577"/>
      <pc:docMkLst>
        <pc:docMk/>
      </pc:docMkLst>
      <pc:sldChg chg="modSp mod">
        <pc:chgData name="Minh Thai Tran" userId="996740aabe1fc7dc" providerId="LiveId" clId="{FB4F06EF-F463-5A46-9DF4-741D7FD416F6}" dt="2024-02-26T02:31:56.589" v="287" actId="20577"/>
        <pc:sldMkLst>
          <pc:docMk/>
          <pc:sldMk cId="0" sldId="372"/>
        </pc:sldMkLst>
      </pc:sldChg>
      <pc:sldChg chg="ord">
        <pc:chgData name="Minh Thai Tran" userId="996740aabe1fc7dc" providerId="LiveId" clId="{FB4F06EF-F463-5A46-9DF4-741D7FD416F6}" dt="2024-02-26T02:18:07.744" v="285" actId="20578"/>
        <pc:sldMkLst>
          <pc:docMk/>
          <pc:sldMk cId="3278632453" sldId="509"/>
        </pc:sldMkLst>
      </pc:sldChg>
      <pc:sldChg chg="addSp modSp mod modClrScheme chgLayout">
        <pc:chgData name="Minh Thai Tran" userId="996740aabe1fc7dc" providerId="LiveId" clId="{FB4F06EF-F463-5A46-9DF4-741D7FD416F6}" dt="2024-02-23T23:46:12.380" v="191" actId="27636"/>
        <pc:sldMkLst>
          <pc:docMk/>
          <pc:sldMk cId="1514162013" sldId="511"/>
        </pc:sldMkLst>
      </pc:sldChg>
      <pc:sldChg chg="delSp modSp new mod">
        <pc:chgData name="Minh Thai Tran" userId="996740aabe1fc7dc" providerId="LiveId" clId="{FB4F06EF-F463-5A46-9DF4-741D7FD416F6}" dt="2024-02-23T23:48:29.187" v="282" actId="14100"/>
        <pc:sldMkLst>
          <pc:docMk/>
          <pc:sldMk cId="2964436860" sldId="5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734EB9F-497E-4EF1-A549-E2AE73A7215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87" name="Rectangle 3">
            <a:extLst>
              <a:ext uri="{FF2B5EF4-FFF2-40B4-BE49-F238E27FC236}">
                <a16:creationId xmlns:a16="http://schemas.microsoft.com/office/drawing/2014/main" id="{76958C42-75D6-41D6-902C-05DBB26E0CA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defRPr>
            </a:lvl1pPr>
          </a:lstStyle>
          <a:p>
            <a:pPr>
              <a:defRPr/>
            </a:pPr>
            <a:endParaRPr lang="en-US"/>
          </a:p>
        </p:txBody>
      </p:sp>
      <p:sp>
        <p:nvSpPr>
          <p:cNvPr id="3076" name="Rectangle 4">
            <a:extLst>
              <a:ext uri="{FF2B5EF4-FFF2-40B4-BE49-F238E27FC236}">
                <a16:creationId xmlns:a16="http://schemas.microsoft.com/office/drawing/2014/main" id="{FC14DA4E-3459-49C6-A31C-FD2F490787A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3266D365-3F5A-48EF-852F-A305742AF94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C34AFDE2-FD04-45C2-B76C-36462B0BFD9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91" name="Rectangle 7">
            <a:extLst>
              <a:ext uri="{FF2B5EF4-FFF2-40B4-BE49-F238E27FC236}">
                <a16:creationId xmlns:a16="http://schemas.microsoft.com/office/drawing/2014/main" id="{8E54DB8A-9AF4-4621-AC4C-7DAECA19C71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2DC946D0-D8A6-46F5-B404-0836CE51550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B128F48C-01CC-4012-91F3-ADA08F91F9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CFCAD9-3CDC-4AE5-9EDC-CA5AF8ED087F}" type="slidenum">
              <a:rPr lang="en-US" altLang="en-US"/>
              <a:pPr>
                <a:spcBef>
                  <a:spcPct val="0"/>
                </a:spcBef>
              </a:pPr>
              <a:t>3</a:t>
            </a:fld>
            <a:endParaRPr lang="en-US" altLang="en-US"/>
          </a:p>
        </p:txBody>
      </p:sp>
      <p:sp>
        <p:nvSpPr>
          <p:cNvPr id="6147" name="Rectangle 2">
            <a:extLst>
              <a:ext uri="{FF2B5EF4-FFF2-40B4-BE49-F238E27FC236}">
                <a16:creationId xmlns:a16="http://schemas.microsoft.com/office/drawing/2014/main" id="{2F6AA321-39BB-43EB-A34E-7FA19AC735AE}"/>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86355EF9-49BD-4543-8F4E-7C1DE057B3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76103779-704E-4D3C-AE94-E926F741F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7BC740-9DAA-4E6B-96A3-FCE5CDDCB90B}" type="slidenum">
              <a:rPr lang="en-US" altLang="en-US"/>
              <a:pPr>
                <a:spcBef>
                  <a:spcPct val="0"/>
                </a:spcBef>
              </a:pPr>
              <a:t>4</a:t>
            </a:fld>
            <a:endParaRPr lang="en-US" altLang="en-US"/>
          </a:p>
        </p:txBody>
      </p:sp>
      <p:sp>
        <p:nvSpPr>
          <p:cNvPr id="81923" name="Rectangle 2">
            <a:extLst>
              <a:ext uri="{FF2B5EF4-FFF2-40B4-BE49-F238E27FC236}">
                <a16:creationId xmlns:a16="http://schemas.microsoft.com/office/drawing/2014/main" id="{427051D1-DC17-4519-B536-C391425B9031}"/>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231E756B-5B38-45DA-959A-0AA9598C92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06F10684-0029-462E-8A50-DEF688C067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03F6BE5-65D8-4CF4-BDB7-4E6B34AAF747}" type="slidenum">
              <a:rPr lang="en-US" altLang="en-US"/>
              <a:pPr>
                <a:spcBef>
                  <a:spcPct val="0"/>
                </a:spcBef>
              </a:pPr>
              <a:t>5</a:t>
            </a:fld>
            <a:endParaRPr lang="en-US" altLang="en-US"/>
          </a:p>
        </p:txBody>
      </p:sp>
      <p:sp>
        <p:nvSpPr>
          <p:cNvPr id="83971" name="Rectangle 2">
            <a:extLst>
              <a:ext uri="{FF2B5EF4-FFF2-40B4-BE49-F238E27FC236}">
                <a16:creationId xmlns:a16="http://schemas.microsoft.com/office/drawing/2014/main" id="{2AFA488C-332C-41FF-9EF5-DA4BB9C7E5E3}"/>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14532D42-5272-4CD1-903A-2B61758FAE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67D6864C-F81E-4C9D-A144-6DB7C23B75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FA36EB8-668E-4A99-9757-DD574D968634}" type="slidenum">
              <a:rPr lang="en-US" altLang="en-US"/>
              <a:pPr>
                <a:spcBef>
                  <a:spcPct val="0"/>
                </a:spcBef>
              </a:pPr>
              <a:t>6</a:t>
            </a:fld>
            <a:endParaRPr lang="en-US" altLang="en-US"/>
          </a:p>
        </p:txBody>
      </p:sp>
      <p:sp>
        <p:nvSpPr>
          <p:cNvPr id="86019" name="Rectangle 2">
            <a:extLst>
              <a:ext uri="{FF2B5EF4-FFF2-40B4-BE49-F238E27FC236}">
                <a16:creationId xmlns:a16="http://schemas.microsoft.com/office/drawing/2014/main" id="{CD9D03C6-79A8-4CAB-AC63-50A97E110895}"/>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F3AD45F5-DCB1-4572-B412-432C6A35D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D798A075-98CE-4533-AE4A-EFD94E33C4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8BB00D7-8CC6-4AD7-B9E8-4B1AA615558E}" type="slidenum">
              <a:rPr lang="en-US" altLang="en-US"/>
              <a:pPr>
                <a:spcBef>
                  <a:spcPct val="0"/>
                </a:spcBef>
              </a:pPr>
              <a:t>7</a:t>
            </a:fld>
            <a:endParaRPr lang="en-US" altLang="en-US"/>
          </a:p>
        </p:txBody>
      </p:sp>
      <p:sp>
        <p:nvSpPr>
          <p:cNvPr id="88067" name="Rectangle 2">
            <a:extLst>
              <a:ext uri="{FF2B5EF4-FFF2-40B4-BE49-F238E27FC236}">
                <a16:creationId xmlns:a16="http://schemas.microsoft.com/office/drawing/2014/main" id="{19E73A6E-37DF-4F9C-9EFC-95C279CD8161}"/>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6E571D2-AF3D-452B-8A35-5CD289F75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A9B849C4-63F5-4A3E-8B65-DE50B36A3C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7EB802-2457-4BB6-96F8-DD6F29FE128F}" type="slidenum">
              <a:rPr lang="en-US" altLang="en-US"/>
              <a:pPr>
                <a:spcBef>
                  <a:spcPct val="0"/>
                </a:spcBef>
              </a:pPr>
              <a:t>8</a:t>
            </a:fld>
            <a:endParaRPr lang="en-US" altLang="en-US"/>
          </a:p>
        </p:txBody>
      </p:sp>
      <p:sp>
        <p:nvSpPr>
          <p:cNvPr id="90115" name="Rectangle 2">
            <a:extLst>
              <a:ext uri="{FF2B5EF4-FFF2-40B4-BE49-F238E27FC236}">
                <a16:creationId xmlns:a16="http://schemas.microsoft.com/office/drawing/2014/main" id="{A86B3C42-ED20-40BF-83B2-DFE1E7370E13}"/>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2E41DB09-5458-43C1-91C0-59EF932A6C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EEE12434-F4BE-4F5D-94DF-B08D42FDB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E9FE84-BA52-40B4-BE22-169CCED54ED1}" type="slidenum">
              <a:rPr lang="en-US" altLang="en-US"/>
              <a:pPr>
                <a:spcBef>
                  <a:spcPct val="0"/>
                </a:spcBef>
              </a:pPr>
              <a:t>9</a:t>
            </a:fld>
            <a:endParaRPr lang="en-US" altLang="en-US"/>
          </a:p>
        </p:txBody>
      </p:sp>
      <p:sp>
        <p:nvSpPr>
          <p:cNvPr id="92163" name="Rectangle 2">
            <a:extLst>
              <a:ext uri="{FF2B5EF4-FFF2-40B4-BE49-F238E27FC236}">
                <a16:creationId xmlns:a16="http://schemas.microsoft.com/office/drawing/2014/main" id="{8F08FCCE-3152-425C-9CCA-E48F5DEC2662}"/>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6784CABE-E998-4A4A-B541-4DEA99B008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a:extLst>
              <a:ext uri="{FF2B5EF4-FFF2-40B4-BE49-F238E27FC236}">
                <a16:creationId xmlns:a16="http://schemas.microsoft.com/office/drawing/2014/main" id="{127AC645-1A6A-46AF-AD9D-CFCF03E6E0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7A534-8A36-408E-BE1B-A2EC32337656}" type="slidenum">
              <a:rPr lang="en-US" altLang="en-US"/>
              <a:pPr>
                <a:spcBef>
                  <a:spcPct val="0"/>
                </a:spcBef>
              </a:pPr>
              <a:t>10</a:t>
            </a:fld>
            <a:endParaRPr lang="en-US" altLang="en-US"/>
          </a:p>
        </p:txBody>
      </p:sp>
      <p:sp>
        <p:nvSpPr>
          <p:cNvPr id="223235" name="Rectangle 2">
            <a:extLst>
              <a:ext uri="{FF2B5EF4-FFF2-40B4-BE49-F238E27FC236}">
                <a16:creationId xmlns:a16="http://schemas.microsoft.com/office/drawing/2014/main" id="{0F4EC52A-5919-453D-9973-3E0DF26C515C}"/>
              </a:ext>
            </a:extLst>
          </p:cNvPr>
          <p:cNvSpPr>
            <a:spLocks noGrp="1" noRot="1" noChangeAspect="1" noChangeArrowheads="1" noTextEdit="1"/>
          </p:cNvSpPr>
          <p:nvPr>
            <p:ph type="sldImg"/>
          </p:nvPr>
        </p:nvSpPr>
        <p:spPr>
          <a:ln/>
        </p:spPr>
      </p:sp>
      <p:sp>
        <p:nvSpPr>
          <p:cNvPr id="223236" name="Rectangle 3">
            <a:extLst>
              <a:ext uri="{FF2B5EF4-FFF2-40B4-BE49-F238E27FC236}">
                <a16:creationId xmlns:a16="http://schemas.microsoft.com/office/drawing/2014/main" id="{6B011CE1-B062-453B-9997-E01FCFB100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a:extLst>
              <a:ext uri="{FF2B5EF4-FFF2-40B4-BE49-F238E27FC236}">
                <a16:creationId xmlns:a16="http://schemas.microsoft.com/office/drawing/2014/main" id="{3F4EF0CB-1A8A-4FE7-B858-BEF7862E92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D9E6B0-936B-4468-90C9-CFBF5B8B9D33}" type="slidenum">
              <a:rPr lang="en-US" altLang="en-US"/>
              <a:pPr>
                <a:spcBef>
                  <a:spcPct val="0"/>
                </a:spcBef>
              </a:pPr>
              <a:t>13</a:t>
            </a:fld>
            <a:endParaRPr lang="en-US" altLang="en-US"/>
          </a:p>
        </p:txBody>
      </p:sp>
      <p:sp>
        <p:nvSpPr>
          <p:cNvPr id="225283" name="Rectangle 2">
            <a:extLst>
              <a:ext uri="{FF2B5EF4-FFF2-40B4-BE49-F238E27FC236}">
                <a16:creationId xmlns:a16="http://schemas.microsoft.com/office/drawing/2014/main" id="{66DE92B9-0480-4BD9-B35A-45C365A195B1}"/>
              </a:ext>
            </a:extLst>
          </p:cNvPr>
          <p:cNvSpPr>
            <a:spLocks noGrp="1" noRot="1" noChangeAspect="1" noChangeArrowheads="1" noTextEdit="1"/>
          </p:cNvSpPr>
          <p:nvPr>
            <p:ph type="sldImg"/>
          </p:nvPr>
        </p:nvSpPr>
        <p:spPr>
          <a:ln/>
        </p:spPr>
      </p:sp>
      <p:sp>
        <p:nvSpPr>
          <p:cNvPr id="225284" name="Rectangle 3">
            <a:extLst>
              <a:ext uri="{FF2B5EF4-FFF2-40B4-BE49-F238E27FC236}">
                <a16:creationId xmlns:a16="http://schemas.microsoft.com/office/drawing/2014/main" id="{50BD85CF-B21D-41ED-90EF-8CA4DC5B24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6A04B087-537C-409A-8B46-159B84E8F6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E68F2DD-9DA9-4FCB-A0A3-154E373DA36A}" type="slidenum">
              <a:rPr lang="en-US" altLang="en-US"/>
              <a:pPr>
                <a:spcBef>
                  <a:spcPct val="0"/>
                </a:spcBef>
              </a:pPr>
              <a:t>14</a:t>
            </a:fld>
            <a:endParaRPr lang="en-US" altLang="en-US"/>
          </a:p>
        </p:txBody>
      </p:sp>
      <p:sp>
        <p:nvSpPr>
          <p:cNvPr id="94211" name="Rectangle 2">
            <a:extLst>
              <a:ext uri="{FF2B5EF4-FFF2-40B4-BE49-F238E27FC236}">
                <a16:creationId xmlns:a16="http://schemas.microsoft.com/office/drawing/2014/main" id="{9C5509BC-4996-4B21-AEBE-E698428E57EB}"/>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A94453A4-434B-4E97-AC5E-06516E21FF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DC96E1DD-B76A-4407-84C5-A7236B145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9E9AD7-9BE2-422D-842C-7F647E1B5C38}" type="slidenum">
              <a:rPr lang="en-US" altLang="en-US"/>
              <a:pPr>
                <a:spcBef>
                  <a:spcPct val="0"/>
                </a:spcBef>
              </a:pPr>
              <a:t>15</a:t>
            </a:fld>
            <a:endParaRPr lang="en-US" altLang="en-US"/>
          </a:p>
        </p:txBody>
      </p:sp>
      <p:sp>
        <p:nvSpPr>
          <p:cNvPr id="96259" name="Rectangle 2">
            <a:extLst>
              <a:ext uri="{FF2B5EF4-FFF2-40B4-BE49-F238E27FC236}">
                <a16:creationId xmlns:a16="http://schemas.microsoft.com/office/drawing/2014/main" id="{E7F30CC6-A4A8-4A59-B699-5D52B1DA90CD}"/>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F9B08156-4ACA-484A-B4FB-D1E864FF61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8C519DCB-8FE6-403F-88B4-4426ECB385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75B85F3-7B54-41BE-82B5-35516AC9CA4E}" type="slidenum">
              <a:rPr lang="en-US" altLang="en-US"/>
              <a:pPr>
                <a:spcBef>
                  <a:spcPct val="0"/>
                </a:spcBef>
              </a:pPr>
              <a:t>16</a:t>
            </a:fld>
            <a:endParaRPr lang="en-US" altLang="en-US"/>
          </a:p>
        </p:txBody>
      </p:sp>
      <p:sp>
        <p:nvSpPr>
          <p:cNvPr id="98307" name="Rectangle 2">
            <a:extLst>
              <a:ext uri="{FF2B5EF4-FFF2-40B4-BE49-F238E27FC236}">
                <a16:creationId xmlns:a16="http://schemas.microsoft.com/office/drawing/2014/main" id="{0D953AFB-33AE-40A5-9944-2CF607C69F94}"/>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B586E469-412C-43A9-A79A-8E0EF3A3DD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CF2E4DF9-47B3-4522-B36C-2B9A0A1518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B164A9-21A5-49DA-901D-7783C3DADEA3}" type="slidenum">
              <a:rPr lang="en-US" altLang="en-US"/>
              <a:pPr>
                <a:spcBef>
                  <a:spcPct val="0"/>
                </a:spcBef>
              </a:pPr>
              <a:t>17</a:t>
            </a:fld>
            <a:endParaRPr lang="en-US" altLang="en-US"/>
          </a:p>
        </p:txBody>
      </p:sp>
      <p:sp>
        <p:nvSpPr>
          <p:cNvPr id="135171" name="Rectangle 2">
            <a:extLst>
              <a:ext uri="{FF2B5EF4-FFF2-40B4-BE49-F238E27FC236}">
                <a16:creationId xmlns:a16="http://schemas.microsoft.com/office/drawing/2014/main" id="{596648E2-F63E-40CE-99EF-5F6356C7CD0F}"/>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4703E20B-AB82-48E4-BA69-2A2291B347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91763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9D2E5E0C-99CF-4C86-9705-DF98482492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26E515-E62A-48F6-8C24-B7662251169F}" type="slidenum">
              <a:rPr lang="en-US" altLang="en-US"/>
              <a:pPr>
                <a:spcBef>
                  <a:spcPct val="0"/>
                </a:spcBef>
              </a:pPr>
              <a:t>25</a:t>
            </a:fld>
            <a:endParaRPr lang="en-US" altLang="en-US"/>
          </a:p>
        </p:txBody>
      </p:sp>
      <p:sp>
        <p:nvSpPr>
          <p:cNvPr id="140291" name="Rectangle 2">
            <a:extLst>
              <a:ext uri="{FF2B5EF4-FFF2-40B4-BE49-F238E27FC236}">
                <a16:creationId xmlns:a16="http://schemas.microsoft.com/office/drawing/2014/main" id="{699275FE-EA76-49D0-90A9-3C4780103037}"/>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160CE60D-7F42-452E-8A15-8129D06B42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197320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9D2E5E0C-99CF-4C86-9705-DF98482492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26E515-E62A-48F6-8C24-B7662251169F}" type="slidenum">
              <a:rPr lang="en-US" altLang="en-US"/>
              <a:pPr>
                <a:spcBef>
                  <a:spcPct val="0"/>
                </a:spcBef>
              </a:pPr>
              <a:t>26</a:t>
            </a:fld>
            <a:endParaRPr lang="en-US" altLang="en-US"/>
          </a:p>
        </p:txBody>
      </p:sp>
      <p:sp>
        <p:nvSpPr>
          <p:cNvPr id="140291" name="Rectangle 2">
            <a:extLst>
              <a:ext uri="{FF2B5EF4-FFF2-40B4-BE49-F238E27FC236}">
                <a16:creationId xmlns:a16="http://schemas.microsoft.com/office/drawing/2014/main" id="{699275FE-EA76-49D0-90A9-3C4780103037}"/>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160CE60D-7F42-452E-8A15-8129D06B42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5523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C4127BAA-89B1-4709-BFF3-70DE49FC4D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B0FDBC2-2293-4B2A-A5B5-5CEDA2058E25}" type="slidenum">
              <a:rPr lang="en-US" altLang="en-US"/>
              <a:pPr>
                <a:spcBef>
                  <a:spcPct val="0"/>
                </a:spcBef>
              </a:pPr>
              <a:t>27</a:t>
            </a:fld>
            <a:endParaRPr lang="en-US" altLang="en-US"/>
          </a:p>
        </p:txBody>
      </p:sp>
      <p:sp>
        <p:nvSpPr>
          <p:cNvPr id="229379" name="Rectangle 2">
            <a:extLst>
              <a:ext uri="{FF2B5EF4-FFF2-40B4-BE49-F238E27FC236}">
                <a16:creationId xmlns:a16="http://schemas.microsoft.com/office/drawing/2014/main" id="{3D2F573E-4804-48EA-B799-A5533D6B17CF}"/>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97BF80F4-A95C-496E-9D4B-12B7443D9F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82647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9E37CC09-93C9-4C8E-9AF8-BF8E380C7A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F28069-6BB1-4325-BE87-FB2B173F14AC}" type="slidenum">
              <a:rPr lang="en-US" altLang="en-US"/>
              <a:pPr>
                <a:spcBef>
                  <a:spcPct val="0"/>
                </a:spcBef>
              </a:pPr>
              <a:t>28</a:t>
            </a:fld>
            <a:endParaRPr lang="en-US" altLang="en-US"/>
          </a:p>
        </p:txBody>
      </p:sp>
      <p:sp>
        <p:nvSpPr>
          <p:cNvPr id="231427" name="Rectangle 2">
            <a:extLst>
              <a:ext uri="{FF2B5EF4-FFF2-40B4-BE49-F238E27FC236}">
                <a16:creationId xmlns:a16="http://schemas.microsoft.com/office/drawing/2014/main" id="{847A6D4D-A3D0-47DD-884E-1753659B7190}"/>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7EE317E6-0AD7-405D-83FE-62A99B0F2A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86606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67D1D0B1-9B9C-4898-AF5D-7C2B9D21B5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A7E6E72-8B7D-4AAE-9A45-62255EBF5F3E}" type="slidenum">
              <a:rPr lang="en-US" altLang="en-US"/>
              <a:pPr>
                <a:spcBef>
                  <a:spcPct val="0"/>
                </a:spcBef>
              </a:pPr>
              <a:t>30</a:t>
            </a:fld>
            <a:endParaRPr lang="en-US" altLang="en-US"/>
          </a:p>
        </p:txBody>
      </p:sp>
      <p:sp>
        <p:nvSpPr>
          <p:cNvPr id="126979" name="Rectangle 2">
            <a:extLst>
              <a:ext uri="{FF2B5EF4-FFF2-40B4-BE49-F238E27FC236}">
                <a16:creationId xmlns:a16="http://schemas.microsoft.com/office/drawing/2014/main" id="{5AFC41A1-3A0E-4EC7-80DA-92E4D7C148E6}"/>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1E035280-4C1F-417D-A506-7DC28E1866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B93E795F-2AA4-4F9B-B5D4-DB01987906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0C193B7-4F20-47D4-83AE-96102120BDD4}" type="slidenum">
              <a:rPr lang="en-US" altLang="en-US"/>
              <a:pPr>
                <a:spcBef>
                  <a:spcPct val="0"/>
                </a:spcBef>
              </a:pPr>
              <a:t>31</a:t>
            </a:fld>
            <a:endParaRPr lang="en-US" altLang="en-US"/>
          </a:p>
        </p:txBody>
      </p:sp>
      <p:sp>
        <p:nvSpPr>
          <p:cNvPr id="129027" name="Rectangle 2">
            <a:extLst>
              <a:ext uri="{FF2B5EF4-FFF2-40B4-BE49-F238E27FC236}">
                <a16:creationId xmlns:a16="http://schemas.microsoft.com/office/drawing/2014/main" id="{E94E98CC-0236-49EC-A0A9-14D407A18D97}"/>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53314CF9-B3C9-49BE-856D-5279A704A2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BC292222-5E00-419C-AAC0-02DC4FCE44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E5E763A-69DF-4B81-A43C-61A0657BFA42}" type="slidenum">
              <a:rPr lang="en-US" altLang="en-US"/>
              <a:pPr>
                <a:spcBef>
                  <a:spcPct val="0"/>
                </a:spcBef>
              </a:pPr>
              <a:t>32</a:t>
            </a:fld>
            <a:endParaRPr lang="en-US" altLang="en-US"/>
          </a:p>
        </p:txBody>
      </p:sp>
      <p:sp>
        <p:nvSpPr>
          <p:cNvPr id="182275" name="Rectangle 2">
            <a:extLst>
              <a:ext uri="{FF2B5EF4-FFF2-40B4-BE49-F238E27FC236}">
                <a16:creationId xmlns:a16="http://schemas.microsoft.com/office/drawing/2014/main" id="{1D34FB7C-EAD9-43C6-A4AA-DFEA78A6F589}"/>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DB09D60A-30A6-4902-A385-C1AF82AED4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07C4FC6F-891A-4D7E-8FC5-F7D62B2158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BC10AB-CC39-4A94-B065-ED9BC97EBDA8}" type="slidenum">
              <a:rPr lang="en-US" altLang="en-US"/>
              <a:pPr>
                <a:spcBef>
                  <a:spcPct val="0"/>
                </a:spcBef>
              </a:pPr>
              <a:t>33</a:t>
            </a:fld>
            <a:endParaRPr lang="en-US" altLang="en-US"/>
          </a:p>
        </p:txBody>
      </p:sp>
      <p:sp>
        <p:nvSpPr>
          <p:cNvPr id="184323" name="Rectangle 2">
            <a:extLst>
              <a:ext uri="{FF2B5EF4-FFF2-40B4-BE49-F238E27FC236}">
                <a16:creationId xmlns:a16="http://schemas.microsoft.com/office/drawing/2014/main" id="{CCA04357-6D44-4C91-87A9-7F193566CFB5}"/>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A2B3BFC1-1A17-4E8A-AFE3-CF5B4F6350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912D7A61-13F0-4DFD-8B22-ED4E1DEC70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C35B50-3E88-42A3-85E0-6B7F2CF1D298}" type="slidenum">
              <a:rPr lang="en-US" altLang="en-US"/>
              <a:pPr>
                <a:spcBef>
                  <a:spcPct val="0"/>
                </a:spcBef>
              </a:pPr>
              <a:t>34</a:t>
            </a:fld>
            <a:endParaRPr lang="en-US" altLang="en-US"/>
          </a:p>
        </p:txBody>
      </p:sp>
      <p:sp>
        <p:nvSpPr>
          <p:cNvPr id="186371" name="Rectangle 2">
            <a:extLst>
              <a:ext uri="{FF2B5EF4-FFF2-40B4-BE49-F238E27FC236}">
                <a16:creationId xmlns:a16="http://schemas.microsoft.com/office/drawing/2014/main" id="{428A6054-120F-42BC-B956-60B15B546346}"/>
              </a:ext>
            </a:extLst>
          </p:cNvPr>
          <p:cNvSpPr>
            <a:spLocks noGrp="1" noRot="1" noChangeAspect="1" noChangeArrowheads="1" noTextEdit="1"/>
          </p:cNvSpPr>
          <p:nvPr>
            <p:ph type="sldImg"/>
          </p:nvPr>
        </p:nvSpPr>
        <p:spPr>
          <a:ln/>
        </p:spPr>
      </p:sp>
      <p:sp>
        <p:nvSpPr>
          <p:cNvPr id="186372" name="Rectangle 3">
            <a:extLst>
              <a:ext uri="{FF2B5EF4-FFF2-40B4-BE49-F238E27FC236}">
                <a16:creationId xmlns:a16="http://schemas.microsoft.com/office/drawing/2014/main" id="{B81B1643-AA8B-4451-B537-34C2D4136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CDDE889F-3CA2-4DAC-8499-8391B852D8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522C24-23D7-44DB-9F7D-8C363627C778}" type="slidenum">
              <a:rPr lang="en-US" altLang="en-US"/>
              <a:pPr>
                <a:spcBef>
                  <a:spcPct val="0"/>
                </a:spcBef>
              </a:pPr>
              <a:t>35</a:t>
            </a:fld>
            <a:endParaRPr lang="en-US" altLang="en-US"/>
          </a:p>
        </p:txBody>
      </p:sp>
      <p:sp>
        <p:nvSpPr>
          <p:cNvPr id="188419" name="Rectangle 2">
            <a:extLst>
              <a:ext uri="{FF2B5EF4-FFF2-40B4-BE49-F238E27FC236}">
                <a16:creationId xmlns:a16="http://schemas.microsoft.com/office/drawing/2014/main" id="{A1AFF737-6AD5-4AC7-8FAB-8B440FE8EA91}"/>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FF67D3AD-94E6-4622-A1AA-E686A02CF5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307402B2-5C6A-4295-A3FB-0C9542F42E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A30E743-1BE5-4ECC-AEC1-5E96E9DA7647}" type="slidenum">
              <a:rPr lang="en-US" altLang="en-US"/>
              <a:pPr>
                <a:spcBef>
                  <a:spcPct val="0"/>
                </a:spcBef>
              </a:pPr>
              <a:t>36</a:t>
            </a:fld>
            <a:endParaRPr lang="en-US" altLang="en-US"/>
          </a:p>
        </p:txBody>
      </p:sp>
      <p:sp>
        <p:nvSpPr>
          <p:cNvPr id="131075" name="Rectangle 2">
            <a:extLst>
              <a:ext uri="{FF2B5EF4-FFF2-40B4-BE49-F238E27FC236}">
                <a16:creationId xmlns:a16="http://schemas.microsoft.com/office/drawing/2014/main" id="{A5C1AC16-BF7B-4F5A-81BE-628C6E30EE3D}"/>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AC35DCAC-636A-4DD4-BD57-FAFE95C29B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2A3B492E-BF0A-45E4-BAE8-9217639B7F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F494AFC-BB5C-49D5-A05E-6501141CB974}" type="slidenum">
              <a:rPr lang="en-US" altLang="en-US"/>
              <a:pPr>
                <a:spcBef>
                  <a:spcPct val="0"/>
                </a:spcBef>
              </a:pPr>
              <a:t>37</a:t>
            </a:fld>
            <a:endParaRPr lang="en-US" altLang="en-US"/>
          </a:p>
        </p:txBody>
      </p:sp>
      <p:sp>
        <p:nvSpPr>
          <p:cNvPr id="133123" name="Rectangle 2">
            <a:extLst>
              <a:ext uri="{FF2B5EF4-FFF2-40B4-BE49-F238E27FC236}">
                <a16:creationId xmlns:a16="http://schemas.microsoft.com/office/drawing/2014/main" id="{842800C5-993C-4446-BD69-DB513BE1A2D8}"/>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3C0DC749-3C28-413E-9254-C8C2CE86AB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a:extLst>
              <a:ext uri="{FF2B5EF4-FFF2-40B4-BE49-F238E27FC236}">
                <a16:creationId xmlns:a16="http://schemas.microsoft.com/office/drawing/2014/main" id="{43B96890-F486-4A72-8434-872780589A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5BE7AC8-4DE1-4A51-B0BD-66014285B964}" type="slidenum">
              <a:rPr lang="en-US" altLang="en-US"/>
              <a:pPr>
                <a:spcBef>
                  <a:spcPct val="0"/>
                </a:spcBef>
              </a:pPr>
              <a:t>38</a:t>
            </a:fld>
            <a:endParaRPr lang="en-US" altLang="en-US"/>
          </a:p>
        </p:txBody>
      </p:sp>
      <p:sp>
        <p:nvSpPr>
          <p:cNvPr id="190467" name="Rectangle 2">
            <a:extLst>
              <a:ext uri="{FF2B5EF4-FFF2-40B4-BE49-F238E27FC236}">
                <a16:creationId xmlns:a16="http://schemas.microsoft.com/office/drawing/2014/main" id="{23A6A6D1-BF81-4233-BDC7-47E1D6CFF3F6}"/>
              </a:ext>
            </a:extLst>
          </p:cNvPr>
          <p:cNvSpPr>
            <a:spLocks noGrp="1" noRot="1" noChangeAspect="1" noChangeArrowheads="1" noTextEdit="1"/>
          </p:cNvSpPr>
          <p:nvPr>
            <p:ph type="sldImg"/>
          </p:nvPr>
        </p:nvSpPr>
        <p:spPr>
          <a:ln/>
        </p:spPr>
      </p:sp>
      <p:sp>
        <p:nvSpPr>
          <p:cNvPr id="190468" name="Rectangle 3">
            <a:extLst>
              <a:ext uri="{FF2B5EF4-FFF2-40B4-BE49-F238E27FC236}">
                <a16:creationId xmlns:a16="http://schemas.microsoft.com/office/drawing/2014/main" id="{BD1C3DCC-7891-489F-90A2-C526176F25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4A010D11-4B32-4180-9A0B-16F49E9793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8CDF75-6A80-4DFA-AC12-B13EAA7DE461}" type="slidenum">
              <a:rPr lang="en-US" altLang="en-US"/>
              <a:pPr>
                <a:spcBef>
                  <a:spcPct val="0"/>
                </a:spcBef>
              </a:pPr>
              <a:t>39</a:t>
            </a:fld>
            <a:endParaRPr lang="en-US" altLang="en-US"/>
          </a:p>
        </p:txBody>
      </p:sp>
      <p:sp>
        <p:nvSpPr>
          <p:cNvPr id="192515" name="Rectangle 2">
            <a:extLst>
              <a:ext uri="{FF2B5EF4-FFF2-40B4-BE49-F238E27FC236}">
                <a16:creationId xmlns:a16="http://schemas.microsoft.com/office/drawing/2014/main" id="{55976D13-0915-4DA7-8B0C-94C265FE3F27}"/>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4A30855C-46F9-4206-B8F9-73AB64CEF3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CF674AD0-8455-499E-AE74-8C52B6EDBB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6C1557-B286-4503-96AE-A14FB1DC48FF}" type="slidenum">
              <a:rPr lang="en-US" altLang="en-US"/>
              <a:pPr>
                <a:spcBef>
                  <a:spcPct val="0"/>
                </a:spcBef>
              </a:pPr>
              <a:t>40</a:t>
            </a:fld>
            <a:endParaRPr lang="en-US" altLang="en-US"/>
          </a:p>
        </p:txBody>
      </p:sp>
      <p:sp>
        <p:nvSpPr>
          <p:cNvPr id="194563" name="Rectangle 2">
            <a:extLst>
              <a:ext uri="{FF2B5EF4-FFF2-40B4-BE49-F238E27FC236}">
                <a16:creationId xmlns:a16="http://schemas.microsoft.com/office/drawing/2014/main" id="{CB13340C-18EA-4EAE-BC13-5A64957F21A5}"/>
              </a:ext>
            </a:extLst>
          </p:cNvPr>
          <p:cNvSpPr>
            <a:spLocks noGrp="1" noRot="1" noChangeAspect="1" noChangeArrowheads="1" noTextEdit="1"/>
          </p:cNvSpPr>
          <p:nvPr>
            <p:ph type="sldImg"/>
          </p:nvPr>
        </p:nvSpPr>
        <p:spPr>
          <a:ln/>
        </p:spPr>
      </p:sp>
      <p:sp>
        <p:nvSpPr>
          <p:cNvPr id="194564" name="Rectangle 3">
            <a:extLst>
              <a:ext uri="{FF2B5EF4-FFF2-40B4-BE49-F238E27FC236}">
                <a16:creationId xmlns:a16="http://schemas.microsoft.com/office/drawing/2014/main" id="{7819DC0E-C187-4D77-9C47-AB136092B5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14C5FE6F-F749-4C17-B861-73DCB5695E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BA11E6D-551F-46AC-A78F-9CFCA197C9CC}" type="slidenum">
              <a:rPr lang="en-US" altLang="en-US"/>
              <a:pPr>
                <a:spcBef>
                  <a:spcPct val="0"/>
                </a:spcBef>
              </a:pPr>
              <a:t>41</a:t>
            </a:fld>
            <a:endParaRPr lang="en-US" altLang="en-US"/>
          </a:p>
        </p:txBody>
      </p:sp>
      <p:sp>
        <p:nvSpPr>
          <p:cNvPr id="196611" name="Rectangle 2">
            <a:extLst>
              <a:ext uri="{FF2B5EF4-FFF2-40B4-BE49-F238E27FC236}">
                <a16:creationId xmlns:a16="http://schemas.microsoft.com/office/drawing/2014/main" id="{0E58E948-8456-4B98-9911-29A9E68912E6}"/>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30F163A7-03A1-4C11-8BEE-2AF69FB293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FDED8C60-B15E-4C01-BFAB-07BCBFD6E5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9770B4-D2D4-419E-8B48-85A355E15ACD}" type="slidenum">
              <a:rPr lang="en-US" altLang="en-US"/>
              <a:pPr>
                <a:spcBef>
                  <a:spcPct val="0"/>
                </a:spcBef>
              </a:pPr>
              <a:t>42</a:t>
            </a:fld>
            <a:endParaRPr lang="en-US" altLang="en-US"/>
          </a:p>
        </p:txBody>
      </p:sp>
      <p:sp>
        <p:nvSpPr>
          <p:cNvPr id="198659" name="Rectangle 2">
            <a:extLst>
              <a:ext uri="{FF2B5EF4-FFF2-40B4-BE49-F238E27FC236}">
                <a16:creationId xmlns:a16="http://schemas.microsoft.com/office/drawing/2014/main" id="{EB546672-075C-4976-BEF7-292D8B2D4E68}"/>
              </a:ext>
            </a:extLst>
          </p:cNvPr>
          <p:cNvSpPr>
            <a:spLocks noGrp="1" noRot="1" noChangeAspect="1" noChangeArrowheads="1" noTextEdit="1"/>
          </p:cNvSpPr>
          <p:nvPr>
            <p:ph type="sldImg"/>
          </p:nvPr>
        </p:nvSpPr>
        <p:spPr>
          <a:ln/>
        </p:spPr>
      </p:sp>
      <p:sp>
        <p:nvSpPr>
          <p:cNvPr id="198660" name="Rectangle 3">
            <a:extLst>
              <a:ext uri="{FF2B5EF4-FFF2-40B4-BE49-F238E27FC236}">
                <a16:creationId xmlns:a16="http://schemas.microsoft.com/office/drawing/2014/main" id="{5D0B35B5-9261-494E-93FD-758E004F0C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82B60DFA-24E4-42A8-B554-5C9B2A135D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526DC1-A138-4695-B631-D9EF8E1E1B21}" type="slidenum">
              <a:rPr lang="en-US" altLang="en-US"/>
              <a:pPr>
                <a:spcBef>
                  <a:spcPct val="0"/>
                </a:spcBef>
              </a:pPr>
              <a:t>43</a:t>
            </a:fld>
            <a:endParaRPr lang="en-US" altLang="en-US"/>
          </a:p>
        </p:txBody>
      </p:sp>
      <p:sp>
        <p:nvSpPr>
          <p:cNvPr id="200707" name="Rectangle 2">
            <a:extLst>
              <a:ext uri="{FF2B5EF4-FFF2-40B4-BE49-F238E27FC236}">
                <a16:creationId xmlns:a16="http://schemas.microsoft.com/office/drawing/2014/main" id="{47EC7AB0-9FDE-4A0A-A2F0-4B0C9C818CDE}"/>
              </a:ext>
            </a:extLst>
          </p:cNvPr>
          <p:cNvSpPr>
            <a:spLocks noGrp="1" noRot="1" noChangeAspect="1" noChangeArrowheads="1" noTextEdit="1"/>
          </p:cNvSpPr>
          <p:nvPr>
            <p:ph type="sldImg"/>
          </p:nvPr>
        </p:nvSpPr>
        <p:spPr>
          <a:ln/>
        </p:spPr>
      </p:sp>
      <p:sp>
        <p:nvSpPr>
          <p:cNvPr id="200708" name="Rectangle 3">
            <a:extLst>
              <a:ext uri="{FF2B5EF4-FFF2-40B4-BE49-F238E27FC236}">
                <a16:creationId xmlns:a16="http://schemas.microsoft.com/office/drawing/2014/main" id="{31BEAEFB-0504-45B8-967B-49E62449FC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a:extLst>
              <a:ext uri="{FF2B5EF4-FFF2-40B4-BE49-F238E27FC236}">
                <a16:creationId xmlns:a16="http://schemas.microsoft.com/office/drawing/2014/main" id="{D0D2FDE6-96C4-4A88-A49A-E9B69D0004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AE67F3C-123B-45D5-9CF6-FFBACC9EB312}" type="slidenum">
              <a:rPr lang="en-US" altLang="en-US"/>
              <a:pPr>
                <a:spcBef>
                  <a:spcPct val="0"/>
                </a:spcBef>
              </a:pPr>
              <a:t>44</a:t>
            </a:fld>
            <a:endParaRPr lang="en-US" altLang="en-US"/>
          </a:p>
        </p:txBody>
      </p:sp>
      <p:sp>
        <p:nvSpPr>
          <p:cNvPr id="202755" name="Rectangle 2">
            <a:extLst>
              <a:ext uri="{FF2B5EF4-FFF2-40B4-BE49-F238E27FC236}">
                <a16:creationId xmlns:a16="http://schemas.microsoft.com/office/drawing/2014/main" id="{A2E1A96A-C7AF-4086-AC31-39D45E2874D1}"/>
              </a:ext>
            </a:extLst>
          </p:cNvPr>
          <p:cNvSpPr>
            <a:spLocks noGrp="1" noRot="1" noChangeAspect="1" noChangeArrowheads="1" noTextEdit="1"/>
          </p:cNvSpPr>
          <p:nvPr>
            <p:ph type="sldImg"/>
          </p:nvPr>
        </p:nvSpPr>
        <p:spPr>
          <a:ln/>
        </p:spPr>
      </p:sp>
      <p:sp>
        <p:nvSpPr>
          <p:cNvPr id="202756" name="Rectangle 3">
            <a:extLst>
              <a:ext uri="{FF2B5EF4-FFF2-40B4-BE49-F238E27FC236}">
                <a16:creationId xmlns:a16="http://schemas.microsoft.com/office/drawing/2014/main" id="{707A2613-04D5-4BE0-AABE-BEA0376CA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BD7525F2-F425-4BC3-B315-1BE7D397FE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08E7731-9EDD-4DC8-AE04-981062F8C15B}" type="slidenum">
              <a:rPr lang="en-US" altLang="en-US"/>
              <a:pPr>
                <a:spcBef>
                  <a:spcPct val="0"/>
                </a:spcBef>
              </a:pPr>
              <a:t>45</a:t>
            </a:fld>
            <a:endParaRPr lang="en-US" altLang="en-US"/>
          </a:p>
        </p:txBody>
      </p:sp>
      <p:sp>
        <p:nvSpPr>
          <p:cNvPr id="204803" name="Rectangle 2">
            <a:extLst>
              <a:ext uri="{FF2B5EF4-FFF2-40B4-BE49-F238E27FC236}">
                <a16:creationId xmlns:a16="http://schemas.microsoft.com/office/drawing/2014/main" id="{2D570D1B-8F7C-49BC-B556-F53056A66B06}"/>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F196DC37-1CAE-4C40-90A1-71520F60CA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a:extLst>
              <a:ext uri="{FF2B5EF4-FFF2-40B4-BE49-F238E27FC236}">
                <a16:creationId xmlns:a16="http://schemas.microsoft.com/office/drawing/2014/main" id="{3A6F938A-5574-4C7C-8865-80FFBB17F1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B9F534-1B1E-4E71-93CE-5B65B008EF9A}" type="slidenum">
              <a:rPr lang="en-US" altLang="en-US"/>
              <a:pPr>
                <a:spcBef>
                  <a:spcPct val="0"/>
                </a:spcBef>
              </a:pPr>
              <a:t>46</a:t>
            </a:fld>
            <a:endParaRPr lang="en-US" altLang="en-US"/>
          </a:p>
        </p:txBody>
      </p:sp>
      <p:sp>
        <p:nvSpPr>
          <p:cNvPr id="206851" name="Rectangle 2">
            <a:extLst>
              <a:ext uri="{FF2B5EF4-FFF2-40B4-BE49-F238E27FC236}">
                <a16:creationId xmlns:a16="http://schemas.microsoft.com/office/drawing/2014/main" id="{CFA8E1B9-6CFA-4F0C-A27C-F7FA0EC68C2E}"/>
              </a:ext>
            </a:extLst>
          </p:cNvPr>
          <p:cNvSpPr>
            <a:spLocks noGrp="1" noRot="1" noChangeAspect="1" noChangeArrowheads="1" noTextEdit="1"/>
          </p:cNvSpPr>
          <p:nvPr>
            <p:ph type="sldImg"/>
          </p:nvPr>
        </p:nvSpPr>
        <p:spPr>
          <a:ln/>
        </p:spPr>
      </p:sp>
      <p:sp>
        <p:nvSpPr>
          <p:cNvPr id="206852" name="Rectangle 3">
            <a:extLst>
              <a:ext uri="{FF2B5EF4-FFF2-40B4-BE49-F238E27FC236}">
                <a16:creationId xmlns:a16="http://schemas.microsoft.com/office/drawing/2014/main" id="{6401DA08-228F-498D-8D92-EE86B45783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E898F4E6-8198-4D62-BB9A-390DCCB0D4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275FDE-F6B8-4B11-9219-B9E35C509DED}" type="slidenum">
              <a:rPr lang="en-US" altLang="en-US"/>
              <a:pPr>
                <a:spcBef>
                  <a:spcPct val="0"/>
                </a:spcBef>
              </a:pPr>
              <a:t>47</a:t>
            </a:fld>
            <a:endParaRPr lang="en-US" altLang="en-US"/>
          </a:p>
        </p:txBody>
      </p:sp>
      <p:sp>
        <p:nvSpPr>
          <p:cNvPr id="208899" name="Rectangle 2">
            <a:extLst>
              <a:ext uri="{FF2B5EF4-FFF2-40B4-BE49-F238E27FC236}">
                <a16:creationId xmlns:a16="http://schemas.microsoft.com/office/drawing/2014/main" id="{1DD7C07B-90F9-4791-9EE4-55A465648D6A}"/>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38AD97A8-98CD-46DA-926C-462702EEC8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a:extLst>
              <a:ext uri="{FF2B5EF4-FFF2-40B4-BE49-F238E27FC236}">
                <a16:creationId xmlns:a16="http://schemas.microsoft.com/office/drawing/2014/main" id="{553B231A-1566-42A0-B659-080BE8AC79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68ECADE-2967-4340-8C07-E6C6C8E047C6}" type="slidenum">
              <a:rPr lang="en-US" altLang="en-US"/>
              <a:pPr>
                <a:spcBef>
                  <a:spcPct val="0"/>
                </a:spcBef>
              </a:pPr>
              <a:t>48</a:t>
            </a:fld>
            <a:endParaRPr lang="en-US" altLang="en-US"/>
          </a:p>
        </p:txBody>
      </p:sp>
      <p:sp>
        <p:nvSpPr>
          <p:cNvPr id="210947" name="Rectangle 2">
            <a:extLst>
              <a:ext uri="{FF2B5EF4-FFF2-40B4-BE49-F238E27FC236}">
                <a16:creationId xmlns:a16="http://schemas.microsoft.com/office/drawing/2014/main" id="{19B301B5-7478-462C-AA75-271F9CE4FF1E}"/>
              </a:ext>
            </a:extLst>
          </p:cNvPr>
          <p:cNvSpPr>
            <a:spLocks noGrp="1" noRot="1" noChangeAspect="1" noChangeArrowheads="1" noTextEdit="1"/>
          </p:cNvSpPr>
          <p:nvPr>
            <p:ph type="sldImg"/>
          </p:nvPr>
        </p:nvSpPr>
        <p:spPr>
          <a:ln/>
        </p:spPr>
      </p:sp>
      <p:sp>
        <p:nvSpPr>
          <p:cNvPr id="210948" name="Rectangle 3">
            <a:extLst>
              <a:ext uri="{FF2B5EF4-FFF2-40B4-BE49-F238E27FC236}">
                <a16:creationId xmlns:a16="http://schemas.microsoft.com/office/drawing/2014/main" id="{1F3F1B29-26CB-4D2A-A650-7D16EF211F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a:extLst>
              <a:ext uri="{FF2B5EF4-FFF2-40B4-BE49-F238E27FC236}">
                <a16:creationId xmlns:a16="http://schemas.microsoft.com/office/drawing/2014/main" id="{634D18A5-2A1D-4A11-8CBD-E5984B8A7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931177-2662-4933-8C81-81B78A001B03}" type="slidenum">
              <a:rPr lang="en-US" altLang="en-US"/>
              <a:pPr>
                <a:spcBef>
                  <a:spcPct val="0"/>
                </a:spcBef>
              </a:pPr>
              <a:t>49</a:t>
            </a:fld>
            <a:endParaRPr lang="en-US" altLang="en-US"/>
          </a:p>
        </p:txBody>
      </p:sp>
      <p:sp>
        <p:nvSpPr>
          <p:cNvPr id="212995" name="Rectangle 2">
            <a:extLst>
              <a:ext uri="{FF2B5EF4-FFF2-40B4-BE49-F238E27FC236}">
                <a16:creationId xmlns:a16="http://schemas.microsoft.com/office/drawing/2014/main" id="{37005FCE-44A4-4FB9-BF4B-97F1D2AB9C51}"/>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B67BDE61-33CE-44A7-AFAC-0C532A986D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98FC0569-B220-44B7-A1DB-518398B69A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0FBEB57-9AEC-4C38-9064-54FFC511DD77}" type="slidenum">
              <a:rPr lang="en-US" altLang="en-US"/>
              <a:pPr>
                <a:spcBef>
                  <a:spcPct val="0"/>
                </a:spcBef>
              </a:pPr>
              <a:t>51</a:t>
            </a:fld>
            <a:endParaRPr lang="en-US" altLang="en-US"/>
          </a:p>
        </p:txBody>
      </p:sp>
      <p:sp>
        <p:nvSpPr>
          <p:cNvPr id="233475" name="Rectangle 2">
            <a:extLst>
              <a:ext uri="{FF2B5EF4-FFF2-40B4-BE49-F238E27FC236}">
                <a16:creationId xmlns:a16="http://schemas.microsoft.com/office/drawing/2014/main" id="{EBEA22E2-448C-4CB0-BAD2-36E9A6FDF258}"/>
              </a:ext>
            </a:extLst>
          </p:cNvPr>
          <p:cNvSpPr>
            <a:spLocks noGrp="1" noRot="1" noChangeAspect="1" noChangeArrowheads="1" noTextEdit="1"/>
          </p:cNvSpPr>
          <p:nvPr>
            <p:ph type="sldImg"/>
          </p:nvPr>
        </p:nvSpPr>
        <p:spPr>
          <a:ln/>
        </p:spPr>
      </p:sp>
      <p:sp>
        <p:nvSpPr>
          <p:cNvPr id="233476" name="Rectangle 3">
            <a:extLst>
              <a:ext uri="{FF2B5EF4-FFF2-40B4-BE49-F238E27FC236}">
                <a16:creationId xmlns:a16="http://schemas.microsoft.com/office/drawing/2014/main" id="{ABA4B9B3-8351-44DF-9AE5-44A70C1708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F7E86E71-C761-4A99-9241-19C8E83BE4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B69A6F-9E01-430B-80D3-A76857AF76B1}" type="slidenum">
              <a:rPr lang="en-US" altLang="en-US"/>
              <a:pPr>
                <a:spcBef>
                  <a:spcPct val="0"/>
                </a:spcBef>
              </a:pPr>
              <a:t>52</a:t>
            </a:fld>
            <a:endParaRPr lang="en-US" altLang="en-US"/>
          </a:p>
        </p:txBody>
      </p:sp>
      <p:sp>
        <p:nvSpPr>
          <p:cNvPr id="235523" name="Rectangle 2">
            <a:extLst>
              <a:ext uri="{FF2B5EF4-FFF2-40B4-BE49-F238E27FC236}">
                <a16:creationId xmlns:a16="http://schemas.microsoft.com/office/drawing/2014/main" id="{96134D4C-8A29-4D13-80D8-EED26436F966}"/>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B8391447-DF73-4C45-A990-2DC482CD4B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0C47D1B6-F3FA-43A9-8389-D22333C61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33D39C-7CE4-4142-B9BB-DF56FF0463A1}" type="slidenum">
              <a:rPr lang="en-US" altLang="en-US"/>
              <a:pPr>
                <a:spcBef>
                  <a:spcPct val="0"/>
                </a:spcBef>
              </a:pPr>
              <a:t>53</a:t>
            </a:fld>
            <a:endParaRPr lang="en-US" altLang="en-US"/>
          </a:p>
        </p:txBody>
      </p:sp>
      <p:sp>
        <p:nvSpPr>
          <p:cNvPr id="237571" name="Rectangle 2">
            <a:extLst>
              <a:ext uri="{FF2B5EF4-FFF2-40B4-BE49-F238E27FC236}">
                <a16:creationId xmlns:a16="http://schemas.microsoft.com/office/drawing/2014/main" id="{1CD60C42-6CB1-45D0-AA10-0541A5C58628}"/>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F73141CE-EBBC-4540-B854-833CD06BA0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8A1A24DE-261C-4E77-B93C-79716AC9B12C}"/>
              </a:ext>
            </a:extLst>
          </p:cNvPr>
          <p:cNvSpPr>
            <a:spLocks noChangeArrowheads="1"/>
          </p:cNvSpPr>
          <p:nvPr/>
        </p:nvSpPr>
        <p:spPr bwMode="auto">
          <a:xfrm>
            <a:off x="609600" y="17526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7AA642FD-8C82-4030-883B-117446EE0377}"/>
              </a:ext>
            </a:extLst>
          </p:cNvPr>
          <p:cNvSpPr>
            <a:spLocks noChangeShapeType="1"/>
          </p:cNvSpPr>
          <p:nvPr/>
        </p:nvSpPr>
        <p:spPr bwMode="auto">
          <a:xfrm>
            <a:off x="1219200" y="5029200"/>
            <a:ext cx="6511925" cy="0"/>
          </a:xfrm>
          <a:prstGeom prst="line">
            <a:avLst/>
          </a:prstGeom>
          <a:noFill/>
          <a:ln w="3175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 name="Rectangle 2"/>
          <p:cNvSpPr>
            <a:spLocks noGrp="1" noChangeArrowheads="1"/>
          </p:cNvSpPr>
          <p:nvPr>
            <p:ph type="ctrTitle"/>
          </p:nvPr>
        </p:nvSpPr>
        <p:spPr>
          <a:xfrm>
            <a:off x="914400" y="2057400"/>
            <a:ext cx="7620000" cy="1752600"/>
          </a:xfrm>
        </p:spPr>
        <p:txBody>
          <a:bodyPr/>
          <a:lstStyle>
            <a:lvl1pPr>
              <a:defRPr sz="4800" b="0"/>
            </a:lvl1pPr>
          </a:lstStyle>
          <a:p>
            <a:r>
              <a:rPr lang="en-US" altLang="en-US"/>
              <a:t>Click to edit Master title style</a:t>
            </a:r>
          </a:p>
        </p:txBody>
      </p:sp>
      <p:sp>
        <p:nvSpPr>
          <p:cNvPr id="14339" name="Rectangle 3"/>
          <p:cNvSpPr>
            <a:spLocks noGrp="1" noChangeArrowheads="1"/>
          </p:cNvSpPr>
          <p:nvPr>
            <p:ph type="subTitle" idx="1"/>
          </p:nvPr>
        </p:nvSpPr>
        <p:spPr>
          <a:xfrm>
            <a:off x="1219200" y="5029200"/>
            <a:ext cx="6553200" cy="1752600"/>
          </a:xfrm>
        </p:spPr>
        <p:txBody>
          <a:bodyPr/>
          <a:lstStyle>
            <a:lvl1pPr marL="0" indent="0">
              <a:buFont typeface="Wingdings 2" pitchFamily="18" charset="2"/>
              <a:buNone/>
              <a:defRPr sz="2400"/>
            </a:lvl1pPr>
          </a:lstStyle>
          <a:p>
            <a:r>
              <a:rPr lang="en-US" altLang="en-US"/>
              <a:t>Click to edit Master subtitle style</a:t>
            </a:r>
          </a:p>
        </p:txBody>
      </p:sp>
      <p:sp>
        <p:nvSpPr>
          <p:cNvPr id="6" name="Rectangle 4">
            <a:extLst>
              <a:ext uri="{FF2B5EF4-FFF2-40B4-BE49-F238E27FC236}">
                <a16:creationId xmlns:a16="http://schemas.microsoft.com/office/drawing/2014/main" id="{A6A07071-F17C-4A98-8126-CA4983F97CED}"/>
              </a:ext>
            </a:extLst>
          </p:cNvPr>
          <p:cNvSpPr>
            <a:spLocks noGrp="1" noChangeArrowheads="1"/>
          </p:cNvSpPr>
          <p:nvPr>
            <p:ph type="dt" sz="half" idx="10"/>
          </p:nvPr>
        </p:nvSpPr>
        <p:spPr>
          <a:xfrm>
            <a:off x="457200" y="6400800"/>
            <a:ext cx="2133600" cy="457200"/>
          </a:xfrm>
        </p:spPr>
        <p:txBody>
          <a:bodyPr/>
          <a:lstStyle>
            <a:lvl1pPr>
              <a:defRPr sz="1200"/>
            </a:lvl1pPr>
          </a:lstStyle>
          <a:p>
            <a:pPr>
              <a:defRPr/>
            </a:pPr>
            <a:r>
              <a:rPr lang="en-US"/>
              <a:t>Bộ môn Hệ thống Thông tin - Khoa CNTT</a:t>
            </a:r>
            <a:endParaRPr lang="en-US" altLang="en-US"/>
          </a:p>
        </p:txBody>
      </p:sp>
      <p:sp>
        <p:nvSpPr>
          <p:cNvPr id="7" name="Rectangle 5">
            <a:extLst>
              <a:ext uri="{FF2B5EF4-FFF2-40B4-BE49-F238E27FC236}">
                <a16:creationId xmlns:a16="http://schemas.microsoft.com/office/drawing/2014/main" id="{F306D6B5-C5A4-480D-9D51-95B88B27EBA4}"/>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7AD47414-C378-4250-B88D-D89D11FBF637}"/>
              </a:ext>
            </a:extLst>
          </p:cNvPr>
          <p:cNvSpPr>
            <a:spLocks noGrp="1" noChangeArrowheads="1"/>
          </p:cNvSpPr>
          <p:nvPr>
            <p:ph type="sldNum" sz="quarter" idx="12"/>
          </p:nvPr>
        </p:nvSpPr>
        <p:spPr>
          <a:xfrm>
            <a:off x="6553200" y="6400800"/>
            <a:ext cx="2133600" cy="457200"/>
          </a:xfrm>
        </p:spPr>
        <p:txBody>
          <a:bodyPr/>
          <a:lstStyle>
            <a:lvl1pPr>
              <a:defRPr/>
            </a:lvl1pPr>
          </a:lstStyle>
          <a:p>
            <a:fld id="{9F2F0A69-8627-4965-9723-934F60630DF3}" type="slidenum">
              <a:rPr lang="en-US" altLang="en-US"/>
              <a:pPr/>
              <a:t>‹#›</a:t>
            </a:fld>
            <a:endParaRPr lang="en-US" altLang="en-US"/>
          </a:p>
        </p:txBody>
      </p:sp>
    </p:spTree>
    <p:extLst>
      <p:ext uri="{BB962C8B-B14F-4D97-AF65-F5344CB8AC3E}">
        <p14:creationId xmlns:p14="http://schemas.microsoft.com/office/powerpoint/2010/main" val="348998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729887-CA1A-44EC-8DC9-53DB7369D9A6}"/>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D88F05FA-122D-4CB4-8FD2-110D6423B4E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D09537F-CEC4-416D-A154-C49AB1068DC0}"/>
              </a:ext>
            </a:extLst>
          </p:cNvPr>
          <p:cNvSpPr>
            <a:spLocks noGrp="1" noChangeArrowheads="1"/>
          </p:cNvSpPr>
          <p:nvPr>
            <p:ph type="sldNum" sz="quarter" idx="12"/>
          </p:nvPr>
        </p:nvSpPr>
        <p:spPr>
          <a:ln/>
        </p:spPr>
        <p:txBody>
          <a:bodyPr/>
          <a:lstStyle>
            <a:lvl1pPr>
              <a:defRPr/>
            </a:lvl1pPr>
          </a:lstStyle>
          <a:p>
            <a:fld id="{BC6CB274-F3ED-4F22-9D3A-C5E5218A09E0}" type="slidenum">
              <a:rPr lang="en-US" altLang="en-US"/>
              <a:pPr/>
              <a:t>‹#›</a:t>
            </a:fld>
            <a:endParaRPr lang="en-US" altLang="en-US"/>
          </a:p>
        </p:txBody>
      </p:sp>
    </p:spTree>
    <p:extLst>
      <p:ext uri="{BB962C8B-B14F-4D97-AF65-F5344CB8AC3E}">
        <p14:creationId xmlns:p14="http://schemas.microsoft.com/office/powerpoint/2010/main" val="92418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D85DC5C-D323-4335-9439-93F2B6200D54}"/>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869429FA-D45C-471A-92E5-C1C4DEA4613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9793A03-94FD-4613-ADA6-CAA5170396B0}"/>
              </a:ext>
            </a:extLst>
          </p:cNvPr>
          <p:cNvSpPr>
            <a:spLocks noGrp="1" noChangeArrowheads="1"/>
          </p:cNvSpPr>
          <p:nvPr>
            <p:ph type="sldNum" sz="quarter" idx="12"/>
          </p:nvPr>
        </p:nvSpPr>
        <p:spPr>
          <a:ln/>
        </p:spPr>
        <p:txBody>
          <a:bodyPr/>
          <a:lstStyle>
            <a:lvl1pPr>
              <a:defRPr/>
            </a:lvl1pPr>
          </a:lstStyle>
          <a:p>
            <a:fld id="{05231CC8-B8FF-4D10-A3C0-EDE1D40E06E7}" type="slidenum">
              <a:rPr lang="en-US" altLang="en-US"/>
              <a:pPr/>
              <a:t>‹#›</a:t>
            </a:fld>
            <a:endParaRPr lang="en-US" altLang="en-US"/>
          </a:p>
        </p:txBody>
      </p:sp>
    </p:spTree>
    <p:extLst>
      <p:ext uri="{BB962C8B-B14F-4D97-AF65-F5344CB8AC3E}">
        <p14:creationId xmlns:p14="http://schemas.microsoft.com/office/powerpoint/2010/main" val="224178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B326174-C330-4937-9890-6EF4F007C6DA}"/>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0978F93B-026D-45B8-ADEE-2655FE088BD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5AE5C9E-F0AD-45FA-8F0F-5C7F4AB15D12}"/>
              </a:ext>
            </a:extLst>
          </p:cNvPr>
          <p:cNvSpPr>
            <a:spLocks noGrp="1" noChangeArrowheads="1"/>
          </p:cNvSpPr>
          <p:nvPr>
            <p:ph type="sldNum" sz="quarter" idx="12"/>
          </p:nvPr>
        </p:nvSpPr>
        <p:spPr>
          <a:ln/>
        </p:spPr>
        <p:txBody>
          <a:bodyPr/>
          <a:lstStyle>
            <a:lvl1pPr>
              <a:defRPr/>
            </a:lvl1pPr>
          </a:lstStyle>
          <a:p>
            <a:fld id="{6C2E5B04-F56F-4139-A68F-FD043BEC4E1E}" type="slidenum">
              <a:rPr lang="en-US" altLang="en-US"/>
              <a:pPr/>
              <a:t>‹#›</a:t>
            </a:fld>
            <a:endParaRPr lang="en-US" altLang="en-US"/>
          </a:p>
        </p:txBody>
      </p:sp>
    </p:spTree>
    <p:extLst>
      <p:ext uri="{BB962C8B-B14F-4D97-AF65-F5344CB8AC3E}">
        <p14:creationId xmlns:p14="http://schemas.microsoft.com/office/powerpoint/2010/main" val="1557960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8ACF4BF-0E4F-4915-ACFA-DFB351BD4410}"/>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8" name="Rectangle 5">
            <a:extLst>
              <a:ext uri="{FF2B5EF4-FFF2-40B4-BE49-F238E27FC236}">
                <a16:creationId xmlns:a16="http://schemas.microsoft.com/office/drawing/2014/main" id="{CC10476A-A870-434A-8C9F-696CD3EA9ED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4EF3779-F0AB-4A28-83A6-4E1606879A41}"/>
              </a:ext>
            </a:extLst>
          </p:cNvPr>
          <p:cNvSpPr>
            <a:spLocks noGrp="1" noChangeArrowheads="1"/>
          </p:cNvSpPr>
          <p:nvPr>
            <p:ph type="sldNum" sz="quarter" idx="12"/>
          </p:nvPr>
        </p:nvSpPr>
        <p:spPr>
          <a:ln/>
        </p:spPr>
        <p:txBody>
          <a:bodyPr/>
          <a:lstStyle>
            <a:lvl1pPr>
              <a:defRPr/>
            </a:lvl1pPr>
          </a:lstStyle>
          <a:p>
            <a:fld id="{4B1116EC-6A31-40EC-8CDA-93A335FE0188}" type="slidenum">
              <a:rPr lang="en-US" altLang="en-US"/>
              <a:pPr/>
              <a:t>‹#›</a:t>
            </a:fld>
            <a:endParaRPr lang="en-US" altLang="en-US"/>
          </a:p>
        </p:txBody>
      </p:sp>
    </p:spTree>
    <p:extLst>
      <p:ext uri="{BB962C8B-B14F-4D97-AF65-F5344CB8AC3E}">
        <p14:creationId xmlns:p14="http://schemas.microsoft.com/office/powerpoint/2010/main" val="2598798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DF9DF0A-73EE-4ACD-A897-FB714365D7BF}"/>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4" name="Rectangle 5">
            <a:extLst>
              <a:ext uri="{FF2B5EF4-FFF2-40B4-BE49-F238E27FC236}">
                <a16:creationId xmlns:a16="http://schemas.microsoft.com/office/drawing/2014/main" id="{5A9272B8-A67A-4B20-92A8-56E02E6F791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6568E2D-CAAE-44B1-8FB9-B38347392C68}"/>
              </a:ext>
            </a:extLst>
          </p:cNvPr>
          <p:cNvSpPr>
            <a:spLocks noGrp="1" noChangeArrowheads="1"/>
          </p:cNvSpPr>
          <p:nvPr>
            <p:ph type="sldNum" sz="quarter" idx="12"/>
          </p:nvPr>
        </p:nvSpPr>
        <p:spPr>
          <a:ln/>
        </p:spPr>
        <p:txBody>
          <a:bodyPr/>
          <a:lstStyle>
            <a:lvl1pPr>
              <a:defRPr/>
            </a:lvl1pPr>
          </a:lstStyle>
          <a:p>
            <a:fld id="{C8A7163E-44D2-4C51-928F-3FB8DC5E4708}" type="slidenum">
              <a:rPr lang="en-US" altLang="en-US"/>
              <a:pPr/>
              <a:t>‹#›</a:t>
            </a:fld>
            <a:endParaRPr lang="en-US" altLang="en-US"/>
          </a:p>
        </p:txBody>
      </p:sp>
    </p:spTree>
    <p:extLst>
      <p:ext uri="{BB962C8B-B14F-4D97-AF65-F5344CB8AC3E}">
        <p14:creationId xmlns:p14="http://schemas.microsoft.com/office/powerpoint/2010/main" val="659907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7F7B328-8FCF-4DE1-9278-979C147E82EA}"/>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3" name="Rectangle 5">
            <a:extLst>
              <a:ext uri="{FF2B5EF4-FFF2-40B4-BE49-F238E27FC236}">
                <a16:creationId xmlns:a16="http://schemas.microsoft.com/office/drawing/2014/main" id="{3C96EB0F-EAE2-4C28-B909-0BB9BDBD945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E9E62C7-54A3-4EDD-BC78-ADC4FF478296}"/>
              </a:ext>
            </a:extLst>
          </p:cNvPr>
          <p:cNvSpPr>
            <a:spLocks noGrp="1" noChangeArrowheads="1"/>
          </p:cNvSpPr>
          <p:nvPr>
            <p:ph type="sldNum" sz="quarter" idx="12"/>
          </p:nvPr>
        </p:nvSpPr>
        <p:spPr>
          <a:ln/>
        </p:spPr>
        <p:txBody>
          <a:bodyPr/>
          <a:lstStyle>
            <a:lvl1pPr>
              <a:defRPr/>
            </a:lvl1pPr>
          </a:lstStyle>
          <a:p>
            <a:fld id="{CE7B1F57-2047-4D37-92A4-252F5D687F99}" type="slidenum">
              <a:rPr lang="en-US" altLang="en-US"/>
              <a:pPr/>
              <a:t>‹#›</a:t>
            </a:fld>
            <a:endParaRPr lang="en-US" altLang="en-US"/>
          </a:p>
        </p:txBody>
      </p:sp>
    </p:spTree>
    <p:extLst>
      <p:ext uri="{BB962C8B-B14F-4D97-AF65-F5344CB8AC3E}">
        <p14:creationId xmlns:p14="http://schemas.microsoft.com/office/powerpoint/2010/main" val="3453885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A88B36F-C623-4E7C-9896-2C37F844D552}"/>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BFCD33DB-78DD-4DC1-B0BD-34D89F967FD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5C45F605-8B8D-4E7E-ACA5-69AC45B5848F}"/>
              </a:ext>
            </a:extLst>
          </p:cNvPr>
          <p:cNvSpPr>
            <a:spLocks noGrp="1" noChangeArrowheads="1"/>
          </p:cNvSpPr>
          <p:nvPr>
            <p:ph type="sldNum" sz="quarter" idx="12"/>
          </p:nvPr>
        </p:nvSpPr>
        <p:spPr>
          <a:ln/>
        </p:spPr>
        <p:txBody>
          <a:bodyPr/>
          <a:lstStyle>
            <a:lvl1pPr>
              <a:defRPr/>
            </a:lvl1pPr>
          </a:lstStyle>
          <a:p>
            <a:fld id="{C9B6875C-886B-45DB-AEE1-490BB55375BD}" type="slidenum">
              <a:rPr lang="en-US" altLang="en-US"/>
              <a:pPr/>
              <a:t>‹#›</a:t>
            </a:fld>
            <a:endParaRPr lang="en-US" altLang="en-US"/>
          </a:p>
        </p:txBody>
      </p:sp>
    </p:spTree>
    <p:extLst>
      <p:ext uri="{BB962C8B-B14F-4D97-AF65-F5344CB8AC3E}">
        <p14:creationId xmlns:p14="http://schemas.microsoft.com/office/powerpoint/2010/main" val="3818803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26329B2-316B-402E-8F55-62AE7C97F143}"/>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D06345A7-5975-48F5-AFFF-39D6C4D012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B72B358E-DC50-40A4-B689-9E413CF85E99}"/>
              </a:ext>
            </a:extLst>
          </p:cNvPr>
          <p:cNvSpPr>
            <a:spLocks noGrp="1" noChangeArrowheads="1"/>
          </p:cNvSpPr>
          <p:nvPr>
            <p:ph type="sldNum" sz="quarter" idx="12"/>
          </p:nvPr>
        </p:nvSpPr>
        <p:spPr>
          <a:ln/>
        </p:spPr>
        <p:txBody>
          <a:bodyPr/>
          <a:lstStyle>
            <a:lvl1pPr>
              <a:defRPr/>
            </a:lvl1pPr>
          </a:lstStyle>
          <a:p>
            <a:fld id="{8E42440F-575E-4542-9216-4A46DDC0F6F6}" type="slidenum">
              <a:rPr lang="en-US" altLang="en-US"/>
              <a:pPr/>
              <a:t>‹#›</a:t>
            </a:fld>
            <a:endParaRPr lang="en-US" altLang="en-US"/>
          </a:p>
        </p:txBody>
      </p:sp>
    </p:spTree>
    <p:extLst>
      <p:ext uri="{BB962C8B-B14F-4D97-AF65-F5344CB8AC3E}">
        <p14:creationId xmlns:p14="http://schemas.microsoft.com/office/powerpoint/2010/main" val="158116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BCC8B39-3A33-49A2-BAFE-9346949CCCC2}"/>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D0C438C0-89C1-41DC-AF9E-601934A4678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B9BBFE0-4A7C-41A1-9B9E-89ACDE0FD36B}"/>
              </a:ext>
            </a:extLst>
          </p:cNvPr>
          <p:cNvSpPr>
            <a:spLocks noGrp="1" noChangeArrowheads="1"/>
          </p:cNvSpPr>
          <p:nvPr>
            <p:ph type="sldNum" sz="quarter" idx="12"/>
          </p:nvPr>
        </p:nvSpPr>
        <p:spPr>
          <a:ln/>
        </p:spPr>
        <p:txBody>
          <a:bodyPr/>
          <a:lstStyle>
            <a:lvl1pPr>
              <a:defRPr/>
            </a:lvl1pPr>
          </a:lstStyle>
          <a:p>
            <a:fld id="{C7CDE488-C479-4695-869C-B2CBF9DE4A0C}" type="slidenum">
              <a:rPr lang="en-US" altLang="en-US"/>
              <a:pPr/>
              <a:t>‹#›</a:t>
            </a:fld>
            <a:endParaRPr lang="en-US" altLang="en-US"/>
          </a:p>
        </p:txBody>
      </p:sp>
    </p:spTree>
    <p:extLst>
      <p:ext uri="{BB962C8B-B14F-4D97-AF65-F5344CB8AC3E}">
        <p14:creationId xmlns:p14="http://schemas.microsoft.com/office/powerpoint/2010/main" val="323333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54013"/>
            <a:ext cx="205740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54013"/>
            <a:ext cx="6019800"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67C2D9F-CFB3-43CB-981B-45C1CF32C502}"/>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D492CBA8-CDC9-49AB-8A57-335F3CF4AB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5BE2DDA-DE22-4499-93E3-2DBF3245D85E}"/>
              </a:ext>
            </a:extLst>
          </p:cNvPr>
          <p:cNvSpPr>
            <a:spLocks noGrp="1" noChangeArrowheads="1"/>
          </p:cNvSpPr>
          <p:nvPr>
            <p:ph type="sldNum" sz="quarter" idx="12"/>
          </p:nvPr>
        </p:nvSpPr>
        <p:spPr>
          <a:ln/>
        </p:spPr>
        <p:txBody>
          <a:bodyPr/>
          <a:lstStyle>
            <a:lvl1pPr>
              <a:defRPr/>
            </a:lvl1pPr>
          </a:lstStyle>
          <a:p>
            <a:fld id="{006A34BB-C9E2-4800-A376-3A0F11EF0B51}" type="slidenum">
              <a:rPr lang="en-US" altLang="en-US"/>
              <a:pPr/>
              <a:t>‹#›</a:t>
            </a:fld>
            <a:endParaRPr lang="en-US" altLang="en-US"/>
          </a:p>
        </p:txBody>
      </p:sp>
    </p:spTree>
    <p:extLst>
      <p:ext uri="{BB962C8B-B14F-4D97-AF65-F5344CB8AC3E}">
        <p14:creationId xmlns:p14="http://schemas.microsoft.com/office/powerpoint/2010/main" val="1391326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54013"/>
            <a:ext cx="8229600" cy="788987"/>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4911725"/>
          </a:xfrm>
        </p:spPr>
        <p:txBody>
          <a:bodyPr/>
          <a:lstStyle/>
          <a:p>
            <a:pPr lvl="0"/>
            <a:endParaRPr lang="en-US" noProof="0"/>
          </a:p>
        </p:txBody>
      </p:sp>
      <p:sp>
        <p:nvSpPr>
          <p:cNvPr id="4" name="Rectangle 4">
            <a:extLst>
              <a:ext uri="{FF2B5EF4-FFF2-40B4-BE49-F238E27FC236}">
                <a16:creationId xmlns:a16="http://schemas.microsoft.com/office/drawing/2014/main" id="{3FAE8110-85EF-4E2C-B949-9439C550807B}"/>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A9D926CC-012E-4FE1-B12C-3DBE01D929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3A8AC68-6279-4725-831B-9619D72B1481}"/>
              </a:ext>
            </a:extLst>
          </p:cNvPr>
          <p:cNvSpPr>
            <a:spLocks noGrp="1" noChangeArrowheads="1"/>
          </p:cNvSpPr>
          <p:nvPr>
            <p:ph type="sldNum" sz="quarter" idx="12"/>
          </p:nvPr>
        </p:nvSpPr>
        <p:spPr>
          <a:ln/>
        </p:spPr>
        <p:txBody>
          <a:bodyPr/>
          <a:lstStyle>
            <a:lvl1pPr>
              <a:defRPr/>
            </a:lvl1pPr>
          </a:lstStyle>
          <a:p>
            <a:fld id="{435C83B3-DA0A-4F57-B6E8-CE131B0A6C33}" type="slidenum">
              <a:rPr lang="en-US" altLang="en-US"/>
              <a:pPr/>
              <a:t>‹#›</a:t>
            </a:fld>
            <a:endParaRPr lang="en-US" altLang="en-US"/>
          </a:p>
        </p:txBody>
      </p:sp>
    </p:spTree>
    <p:extLst>
      <p:ext uri="{BB962C8B-B14F-4D97-AF65-F5344CB8AC3E}">
        <p14:creationId xmlns:p14="http://schemas.microsoft.com/office/powerpoint/2010/main" val="3041386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158D88F-8938-413E-9602-872FD8A989EB}"/>
              </a:ext>
            </a:extLst>
          </p:cNvPr>
          <p:cNvSpPr>
            <a:spLocks noGrp="1" noChangeArrowheads="1"/>
          </p:cNvSpPr>
          <p:nvPr>
            <p:ph type="title"/>
          </p:nvPr>
        </p:nvSpPr>
        <p:spPr bwMode="auto">
          <a:xfrm>
            <a:off x="457200" y="354013"/>
            <a:ext cx="82296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48F6CB2-AFB9-4E8B-B6EE-B77EB233003F}"/>
              </a:ext>
            </a:extLst>
          </p:cNvPr>
          <p:cNvSpPr>
            <a:spLocks noGrp="1" noChangeArrowheads="1"/>
          </p:cNvSpPr>
          <p:nvPr>
            <p:ph type="body" idx="1"/>
          </p:nvPr>
        </p:nvSpPr>
        <p:spPr bwMode="auto">
          <a:xfrm>
            <a:off x="457200" y="1219200"/>
            <a:ext cx="82296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316" name="Rectangle 4">
            <a:extLst>
              <a:ext uri="{FF2B5EF4-FFF2-40B4-BE49-F238E27FC236}">
                <a16:creationId xmlns:a16="http://schemas.microsoft.com/office/drawing/2014/main" id="{1FEB0535-7F68-4F09-A495-E5D1AF447CAA}"/>
              </a:ext>
            </a:extLst>
          </p:cNvPr>
          <p:cNvSpPr>
            <a:spLocks noGrp="1" noChangeArrowheads="1"/>
          </p:cNvSpPr>
          <p:nvPr>
            <p:ph type="dt" sz="half" idx="2"/>
          </p:nvPr>
        </p:nvSpPr>
        <p:spPr bwMode="auto">
          <a:xfrm>
            <a:off x="457200" y="6396038"/>
            <a:ext cx="5562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000">
                <a:latin typeface="+mn-lt"/>
              </a:defRPr>
            </a:lvl1pPr>
          </a:lstStyle>
          <a:p>
            <a:pPr>
              <a:defRPr/>
            </a:pPr>
            <a:r>
              <a:rPr lang="en-US"/>
              <a:t>Bộ môn Hệ thống Thông tin - Khoa CNTT</a:t>
            </a:r>
            <a:endParaRPr lang="en-US" altLang="en-US"/>
          </a:p>
        </p:txBody>
      </p:sp>
      <p:sp>
        <p:nvSpPr>
          <p:cNvPr id="13317" name="Rectangle 5">
            <a:extLst>
              <a:ext uri="{FF2B5EF4-FFF2-40B4-BE49-F238E27FC236}">
                <a16:creationId xmlns:a16="http://schemas.microsoft.com/office/drawing/2014/main" id="{D054680B-DABB-4F89-89E9-48F088F05079}"/>
              </a:ext>
            </a:extLst>
          </p:cNvPr>
          <p:cNvSpPr>
            <a:spLocks noGrp="1" noChangeArrowheads="1"/>
          </p:cNvSpPr>
          <p:nvPr>
            <p:ph type="ftr" sz="quarter" idx="3"/>
          </p:nvPr>
        </p:nvSpPr>
        <p:spPr bwMode="auto">
          <a:xfrm>
            <a:off x="3124200" y="64008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000">
                <a:latin typeface="+mn-lt"/>
              </a:defRPr>
            </a:lvl1pPr>
          </a:lstStyle>
          <a:p>
            <a:pPr>
              <a:defRPr/>
            </a:pPr>
            <a:endParaRPr lang="en-US" altLang="en-US"/>
          </a:p>
        </p:txBody>
      </p:sp>
      <p:sp>
        <p:nvSpPr>
          <p:cNvPr id="13318" name="Rectangle 6">
            <a:extLst>
              <a:ext uri="{FF2B5EF4-FFF2-40B4-BE49-F238E27FC236}">
                <a16:creationId xmlns:a16="http://schemas.microsoft.com/office/drawing/2014/main" id="{9E31F570-D4F4-49FF-A840-EDFA8D425C9C}"/>
              </a:ext>
            </a:extLst>
          </p:cNvPr>
          <p:cNvSpPr>
            <a:spLocks noGrp="1" noChangeArrowheads="1"/>
          </p:cNvSpPr>
          <p:nvPr>
            <p:ph type="sldNum" sz="quarter" idx="4"/>
          </p:nvPr>
        </p:nvSpPr>
        <p:spPr bwMode="auto">
          <a:xfrm>
            <a:off x="6553200" y="63960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panose="020B0604020202020204" pitchFamily="34" charset="0"/>
              </a:defRPr>
            </a:lvl1pPr>
          </a:lstStyle>
          <a:p>
            <a:fld id="{432C1057-4A77-4076-AA32-8B691A064166}" type="slidenum">
              <a:rPr lang="en-US" altLang="en-US"/>
              <a:pPr/>
              <a:t>‹#›</a:t>
            </a:fld>
            <a:endParaRPr lang="en-US" altLang="en-US"/>
          </a:p>
        </p:txBody>
      </p:sp>
      <p:sp>
        <p:nvSpPr>
          <p:cNvPr id="1031" name="Freeform 7">
            <a:extLst>
              <a:ext uri="{FF2B5EF4-FFF2-40B4-BE49-F238E27FC236}">
                <a16:creationId xmlns:a16="http://schemas.microsoft.com/office/drawing/2014/main" id="{00B418EC-974A-43BE-AC2E-3F882126C720}"/>
              </a:ext>
            </a:extLst>
          </p:cNvPr>
          <p:cNvSpPr>
            <a:spLocks noChangeArrowheads="1"/>
          </p:cNvSpPr>
          <p:nvPr/>
        </p:nvSpPr>
        <p:spPr bwMode="auto">
          <a:xfrm>
            <a:off x="381000" y="3048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79310396-CD1D-45DA-8D97-FD865B95CF15}"/>
              </a:ext>
            </a:extLst>
          </p:cNvPr>
          <p:cNvSpPr>
            <a:spLocks noChangeShapeType="1"/>
          </p:cNvSpPr>
          <p:nvPr/>
        </p:nvSpPr>
        <p:spPr bwMode="auto">
          <a:xfrm>
            <a:off x="457200" y="6553200"/>
            <a:ext cx="82296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hf hdr="0" ftr="0"/>
  <p:txStyles>
    <p:titleStyle>
      <a:lvl1pPr algn="l" rtl="0" eaLnBrk="0" fontAlgn="base" hangingPunct="0">
        <a:spcBef>
          <a:spcPct val="0"/>
        </a:spcBef>
        <a:spcAft>
          <a:spcPct val="0"/>
        </a:spcAft>
        <a:defRPr sz="3900" b="1">
          <a:solidFill>
            <a:schemeClr val="tx1"/>
          </a:solidFill>
          <a:latin typeface="+mj-lt"/>
          <a:ea typeface="+mj-ea"/>
          <a:cs typeface="+mj-cs"/>
        </a:defRPr>
      </a:lvl1pPr>
      <a:lvl2pPr algn="l" rtl="0" eaLnBrk="0" fontAlgn="base" hangingPunct="0">
        <a:spcBef>
          <a:spcPct val="0"/>
        </a:spcBef>
        <a:spcAft>
          <a:spcPct val="0"/>
        </a:spcAft>
        <a:defRPr sz="3900" b="1">
          <a:solidFill>
            <a:schemeClr val="tx1"/>
          </a:solidFill>
          <a:latin typeface="Verdana" pitchFamily="34" charset="0"/>
        </a:defRPr>
      </a:lvl2pPr>
      <a:lvl3pPr algn="l" rtl="0" eaLnBrk="0" fontAlgn="base" hangingPunct="0">
        <a:spcBef>
          <a:spcPct val="0"/>
        </a:spcBef>
        <a:spcAft>
          <a:spcPct val="0"/>
        </a:spcAft>
        <a:defRPr sz="3900" b="1">
          <a:solidFill>
            <a:schemeClr val="tx1"/>
          </a:solidFill>
          <a:latin typeface="Verdana" pitchFamily="34" charset="0"/>
        </a:defRPr>
      </a:lvl3pPr>
      <a:lvl4pPr algn="l" rtl="0" eaLnBrk="0" fontAlgn="base" hangingPunct="0">
        <a:spcBef>
          <a:spcPct val="0"/>
        </a:spcBef>
        <a:spcAft>
          <a:spcPct val="0"/>
        </a:spcAft>
        <a:defRPr sz="3900" b="1">
          <a:solidFill>
            <a:schemeClr val="tx1"/>
          </a:solidFill>
          <a:latin typeface="Verdana" pitchFamily="34" charset="0"/>
        </a:defRPr>
      </a:lvl4pPr>
      <a:lvl5pPr algn="l" rtl="0" eaLnBrk="0" fontAlgn="base" hangingPunct="0">
        <a:spcBef>
          <a:spcPct val="0"/>
        </a:spcBef>
        <a:spcAft>
          <a:spcPct val="0"/>
        </a:spcAft>
        <a:defRPr sz="3900" b="1">
          <a:solidFill>
            <a:schemeClr val="tx1"/>
          </a:solidFill>
          <a:latin typeface="Verdana" pitchFamily="34" charset="0"/>
        </a:defRPr>
      </a:lvl5pPr>
      <a:lvl6pPr marL="457200" algn="l" rtl="0" fontAlgn="base">
        <a:spcBef>
          <a:spcPct val="0"/>
        </a:spcBef>
        <a:spcAft>
          <a:spcPct val="0"/>
        </a:spcAft>
        <a:defRPr sz="3900" b="1">
          <a:solidFill>
            <a:schemeClr val="tx1"/>
          </a:solidFill>
          <a:latin typeface="Verdana" pitchFamily="34" charset="0"/>
        </a:defRPr>
      </a:lvl6pPr>
      <a:lvl7pPr marL="914400" algn="l" rtl="0" fontAlgn="base">
        <a:spcBef>
          <a:spcPct val="0"/>
        </a:spcBef>
        <a:spcAft>
          <a:spcPct val="0"/>
        </a:spcAft>
        <a:defRPr sz="3900" b="1">
          <a:solidFill>
            <a:schemeClr val="tx1"/>
          </a:solidFill>
          <a:latin typeface="Verdana" pitchFamily="34" charset="0"/>
        </a:defRPr>
      </a:lvl7pPr>
      <a:lvl8pPr marL="1371600" algn="l" rtl="0" fontAlgn="base">
        <a:spcBef>
          <a:spcPct val="0"/>
        </a:spcBef>
        <a:spcAft>
          <a:spcPct val="0"/>
        </a:spcAft>
        <a:defRPr sz="3900" b="1">
          <a:solidFill>
            <a:schemeClr val="tx1"/>
          </a:solidFill>
          <a:latin typeface="Verdana" pitchFamily="34" charset="0"/>
        </a:defRPr>
      </a:lvl8pPr>
      <a:lvl9pPr marL="1828800" algn="l" rtl="0" fontAlgn="base">
        <a:spcBef>
          <a:spcPct val="0"/>
        </a:spcBef>
        <a:spcAft>
          <a:spcPct val="0"/>
        </a:spcAft>
        <a:defRPr sz="3900" b="1">
          <a:solidFill>
            <a:schemeClr val="tx1"/>
          </a:solidFill>
          <a:latin typeface="Verdana" pitchFamily="34" charset="0"/>
        </a:defRPr>
      </a:lvl9pPr>
    </p:titleStyle>
    <p:body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a:solidFill>
            <a:schemeClr val="tx1"/>
          </a:solidFill>
          <a:latin typeface="+mn-lt"/>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a:solidFill>
            <a:schemeClr val="tx1"/>
          </a:solidFill>
          <a:latin typeface="+mn-lt"/>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a:solidFill>
            <a:schemeClr val="tx1"/>
          </a:solidFill>
          <a:latin typeface="+mn-lt"/>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mn-lt"/>
        </a:defRPr>
      </a:lvl5pPr>
      <a:lvl6pPr marL="21383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6pPr>
      <a:lvl7pPr marL="25955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7pPr>
      <a:lvl8pPr marL="30527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8pPr>
      <a:lvl9pPr marL="35099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thai@Hufl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9AB579A-0E5A-4FC3-A724-4F496C7EAEED}"/>
              </a:ext>
            </a:extLst>
          </p:cNvPr>
          <p:cNvSpPr>
            <a:spLocks noGrp="1" noChangeArrowheads="1"/>
          </p:cNvSpPr>
          <p:nvPr>
            <p:ph type="ctrTitle"/>
          </p:nvPr>
        </p:nvSpPr>
        <p:spPr>
          <a:xfrm>
            <a:off x="914400" y="2362200"/>
            <a:ext cx="7239000" cy="914400"/>
          </a:xfrm>
        </p:spPr>
        <p:txBody>
          <a:bodyPr/>
          <a:lstStyle/>
          <a:p>
            <a:pPr algn="ctr">
              <a:defRPr/>
            </a:pPr>
            <a:r>
              <a:rPr lang="en-US" sz="4400" dirty="0" err="1">
                <a:effectLst>
                  <a:outerShdw blurRad="38100" dist="38100" dir="2700000" algn="tl">
                    <a:srgbClr val="C0C0C0"/>
                  </a:outerShdw>
                </a:effectLst>
              </a:rPr>
              <a:t>Chương</a:t>
            </a:r>
            <a:r>
              <a:rPr lang="en-US" sz="4400" dirty="0">
                <a:effectLst>
                  <a:outerShdw blurRad="38100" dist="38100" dir="2700000" algn="tl">
                    <a:srgbClr val="C0C0C0"/>
                  </a:outerShdw>
                </a:effectLst>
              </a:rPr>
              <a:t> 3</a:t>
            </a:r>
            <a:endParaRPr lang="en-US" dirty="0"/>
          </a:p>
        </p:txBody>
      </p:sp>
      <p:sp>
        <p:nvSpPr>
          <p:cNvPr id="2053" name="Rectangle 5">
            <a:extLst>
              <a:ext uri="{FF2B5EF4-FFF2-40B4-BE49-F238E27FC236}">
                <a16:creationId xmlns:a16="http://schemas.microsoft.com/office/drawing/2014/main" id="{1A643D74-5FC8-47DA-879D-F138997FA2B6}"/>
              </a:ext>
            </a:extLst>
          </p:cNvPr>
          <p:cNvSpPr>
            <a:spLocks noChangeArrowheads="1"/>
          </p:cNvSpPr>
          <p:nvPr/>
        </p:nvSpPr>
        <p:spPr bwMode="auto">
          <a:xfrm>
            <a:off x="762000" y="3276600"/>
            <a:ext cx="7620000" cy="990600"/>
          </a:xfrm>
          <a:prstGeom prst="rect">
            <a:avLst/>
          </a:prstGeom>
          <a:noFill/>
          <a:ln w="9525">
            <a:noFill/>
            <a:miter lim="800000"/>
            <a:headEnd/>
            <a:tailEnd/>
          </a:ln>
          <a:effectLst/>
        </p:spPr>
        <p:txBody>
          <a:bodyPr lIns="91440" tIns="45720" rIns="91440" bIns="45720" anchor="t"/>
          <a:lstStyle/>
          <a:p>
            <a:pPr algn="ctr">
              <a:defRPr/>
            </a:pPr>
            <a:r>
              <a:rPr lang="en-US" sz="4400" dirty="0" err="1">
                <a:effectLst>
                  <a:outerShdw blurRad="38100" dist="38100" dir="2700000" algn="tl">
                    <a:srgbClr val="C0C0C0"/>
                  </a:outerShdw>
                </a:effectLst>
                <a:latin typeface="Verdana"/>
                <a:ea typeface="Verdana"/>
              </a:rPr>
              <a:t>Truy</a:t>
            </a:r>
            <a:r>
              <a:rPr lang="en-US" sz="4400" dirty="0">
                <a:effectLst>
                  <a:outerShdw blurRad="38100" dist="38100" dir="2700000" algn="tl">
                    <a:srgbClr val="C0C0C0"/>
                  </a:outerShdw>
                </a:effectLst>
                <a:latin typeface="Verdana"/>
                <a:ea typeface="Verdana"/>
              </a:rPr>
              <a:t> </a:t>
            </a:r>
            <a:r>
              <a:rPr lang="en-US" sz="4400" dirty="0" err="1">
                <a:effectLst>
                  <a:outerShdw blurRad="38100" dist="38100" dir="2700000" algn="tl">
                    <a:srgbClr val="C0C0C0"/>
                  </a:outerShdw>
                </a:effectLst>
                <a:latin typeface="Verdana"/>
                <a:ea typeface="Verdana"/>
              </a:rPr>
              <a:t>vấn</a:t>
            </a:r>
            <a:r>
              <a:rPr lang="en-US" sz="4400" dirty="0">
                <a:effectLst>
                  <a:outerShdw blurRad="38100" dist="38100" dir="2700000" algn="tl">
                    <a:srgbClr val="C0C0C0"/>
                  </a:outerShdw>
                </a:effectLst>
                <a:latin typeface="Verdana"/>
                <a:ea typeface="Verdana"/>
              </a:rPr>
              <a:t> CSDL (tt)</a:t>
            </a:r>
            <a:endParaRPr lang="en-US" dirty="0"/>
          </a:p>
        </p:txBody>
      </p:sp>
      <p:sp>
        <p:nvSpPr>
          <p:cNvPr id="4100" name="Rectangle 6">
            <a:extLst>
              <a:ext uri="{FF2B5EF4-FFF2-40B4-BE49-F238E27FC236}">
                <a16:creationId xmlns:a16="http://schemas.microsoft.com/office/drawing/2014/main" id="{0583E417-2BA2-4416-96D8-7A795EA0F63A}"/>
              </a:ext>
            </a:extLst>
          </p:cNvPr>
          <p:cNvSpPr>
            <a:spLocks noGrp="1" noChangeArrowheads="1"/>
          </p:cNvSpPr>
          <p:nvPr>
            <p:ph type="subTitle" idx="1"/>
          </p:nvPr>
        </p:nvSpPr>
        <p:spPr/>
        <p:txBody>
          <a:bodyPr/>
          <a:lstStyle/>
          <a:p>
            <a:pPr eaLnBrk="1" hangingPunct="1"/>
            <a:r>
              <a:rPr lang="en-US" altLang="en-US" dirty="0"/>
              <a:t>Cập nhật: 02/03/2025</a:t>
            </a:r>
          </a:p>
          <a:p>
            <a:pPr eaLnBrk="1" hangingPunct="1"/>
            <a:r>
              <a:rPr lang="en-US" altLang="en-US" dirty="0"/>
              <a:t>GV: TS. Trần Minh Thái – </a:t>
            </a:r>
            <a:r>
              <a:rPr lang="en-US" altLang="en-US" dirty="0">
                <a:hlinkClick r:id="rId2"/>
              </a:rPr>
              <a:t>thaitm@huflit.edu.vn</a:t>
            </a:r>
            <a:r>
              <a:rPr lang="en-US"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wipe(down)">
                                      <p:cBhvr>
                                        <p:cTn id="7" dur="580">
                                          <p:stCondLst>
                                            <p:cond delay="0"/>
                                          </p:stCondLst>
                                        </p:cTn>
                                        <p:tgtEl>
                                          <p:spTgt spid="2053"/>
                                        </p:tgtEl>
                                      </p:cBhvr>
                                    </p:animEffect>
                                    <p:anim calcmode="lin" valueType="num">
                                      <p:cBhvr>
                                        <p:cTn id="8" dur="1822" tmFilter="0,0; 0.14,0.36; 0.43,0.73; 0.71,0.91; 1.0,1.0">
                                          <p:stCondLst>
                                            <p:cond delay="0"/>
                                          </p:stCondLst>
                                        </p:cTn>
                                        <p:tgtEl>
                                          <p:spTgt spid="2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3"/>
                                        </p:tgtEl>
                                      </p:cBhvr>
                                      <p:to x="100000" y="60000"/>
                                    </p:animScale>
                                    <p:animScale>
                                      <p:cBhvr>
                                        <p:cTn id="14" dur="166" decel="50000">
                                          <p:stCondLst>
                                            <p:cond delay="676"/>
                                          </p:stCondLst>
                                        </p:cTn>
                                        <p:tgtEl>
                                          <p:spTgt spid="2053"/>
                                        </p:tgtEl>
                                      </p:cBhvr>
                                      <p:to x="100000" y="100000"/>
                                    </p:animScale>
                                    <p:animScale>
                                      <p:cBhvr>
                                        <p:cTn id="15" dur="26">
                                          <p:stCondLst>
                                            <p:cond delay="1312"/>
                                          </p:stCondLst>
                                        </p:cTn>
                                        <p:tgtEl>
                                          <p:spTgt spid="2053"/>
                                        </p:tgtEl>
                                      </p:cBhvr>
                                      <p:to x="100000" y="80000"/>
                                    </p:animScale>
                                    <p:animScale>
                                      <p:cBhvr>
                                        <p:cTn id="16" dur="166" decel="50000">
                                          <p:stCondLst>
                                            <p:cond delay="1338"/>
                                          </p:stCondLst>
                                        </p:cTn>
                                        <p:tgtEl>
                                          <p:spTgt spid="2053"/>
                                        </p:tgtEl>
                                      </p:cBhvr>
                                      <p:to x="100000" y="100000"/>
                                    </p:animScale>
                                    <p:animScale>
                                      <p:cBhvr>
                                        <p:cTn id="17" dur="26">
                                          <p:stCondLst>
                                            <p:cond delay="1642"/>
                                          </p:stCondLst>
                                        </p:cTn>
                                        <p:tgtEl>
                                          <p:spTgt spid="2053"/>
                                        </p:tgtEl>
                                      </p:cBhvr>
                                      <p:to x="100000" y="90000"/>
                                    </p:animScale>
                                    <p:animScale>
                                      <p:cBhvr>
                                        <p:cTn id="18" dur="166" decel="50000">
                                          <p:stCondLst>
                                            <p:cond delay="1668"/>
                                          </p:stCondLst>
                                        </p:cTn>
                                        <p:tgtEl>
                                          <p:spTgt spid="2053"/>
                                        </p:tgtEl>
                                      </p:cBhvr>
                                      <p:to x="100000" y="100000"/>
                                    </p:animScale>
                                    <p:animScale>
                                      <p:cBhvr>
                                        <p:cTn id="19" dur="26">
                                          <p:stCondLst>
                                            <p:cond delay="1808"/>
                                          </p:stCondLst>
                                        </p:cTn>
                                        <p:tgtEl>
                                          <p:spTgt spid="2053"/>
                                        </p:tgtEl>
                                      </p:cBhvr>
                                      <p:to x="100000" y="95000"/>
                                    </p:animScale>
                                    <p:animScale>
                                      <p:cBhvr>
                                        <p:cTn id="20" dur="166" decel="50000">
                                          <p:stCondLst>
                                            <p:cond delay="1834"/>
                                          </p:stCondLst>
                                        </p:cTn>
                                        <p:tgtEl>
                                          <p:spTgt spid="205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wipe(down)">
                                      <p:cBhvr>
                                        <p:cTn id="23" dur="580">
                                          <p:stCondLst>
                                            <p:cond delay="0"/>
                                          </p:stCondLst>
                                        </p:cTn>
                                        <p:tgtEl>
                                          <p:spTgt spid="2050"/>
                                        </p:tgtEl>
                                      </p:cBhvr>
                                    </p:animEffect>
                                    <p:anim calcmode="lin" valueType="num">
                                      <p:cBhvr>
                                        <p:cTn id="24"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50"/>
                                        </p:tgtEl>
                                      </p:cBhvr>
                                      <p:to x="100000" y="60000"/>
                                    </p:animScale>
                                    <p:animScale>
                                      <p:cBhvr>
                                        <p:cTn id="30" dur="166" decel="50000">
                                          <p:stCondLst>
                                            <p:cond delay="676"/>
                                          </p:stCondLst>
                                        </p:cTn>
                                        <p:tgtEl>
                                          <p:spTgt spid="2050"/>
                                        </p:tgtEl>
                                      </p:cBhvr>
                                      <p:to x="100000" y="100000"/>
                                    </p:animScale>
                                    <p:animScale>
                                      <p:cBhvr>
                                        <p:cTn id="31" dur="26">
                                          <p:stCondLst>
                                            <p:cond delay="1312"/>
                                          </p:stCondLst>
                                        </p:cTn>
                                        <p:tgtEl>
                                          <p:spTgt spid="2050"/>
                                        </p:tgtEl>
                                      </p:cBhvr>
                                      <p:to x="100000" y="80000"/>
                                    </p:animScale>
                                    <p:animScale>
                                      <p:cBhvr>
                                        <p:cTn id="32" dur="166" decel="50000">
                                          <p:stCondLst>
                                            <p:cond delay="1338"/>
                                          </p:stCondLst>
                                        </p:cTn>
                                        <p:tgtEl>
                                          <p:spTgt spid="2050"/>
                                        </p:tgtEl>
                                      </p:cBhvr>
                                      <p:to x="100000" y="100000"/>
                                    </p:animScale>
                                    <p:animScale>
                                      <p:cBhvr>
                                        <p:cTn id="33" dur="26">
                                          <p:stCondLst>
                                            <p:cond delay="1642"/>
                                          </p:stCondLst>
                                        </p:cTn>
                                        <p:tgtEl>
                                          <p:spTgt spid="2050"/>
                                        </p:tgtEl>
                                      </p:cBhvr>
                                      <p:to x="100000" y="90000"/>
                                    </p:animScale>
                                    <p:animScale>
                                      <p:cBhvr>
                                        <p:cTn id="34" dur="166" decel="50000">
                                          <p:stCondLst>
                                            <p:cond delay="1668"/>
                                          </p:stCondLst>
                                        </p:cTn>
                                        <p:tgtEl>
                                          <p:spTgt spid="2050"/>
                                        </p:tgtEl>
                                      </p:cBhvr>
                                      <p:to x="100000" y="100000"/>
                                    </p:animScale>
                                    <p:animScale>
                                      <p:cBhvr>
                                        <p:cTn id="35" dur="26">
                                          <p:stCondLst>
                                            <p:cond delay="1808"/>
                                          </p:stCondLst>
                                        </p:cTn>
                                        <p:tgtEl>
                                          <p:spTgt spid="2050"/>
                                        </p:tgtEl>
                                      </p:cBhvr>
                                      <p:to x="100000" y="95000"/>
                                    </p:animScale>
                                    <p:animScale>
                                      <p:cBhvr>
                                        <p:cTn id="36"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612D-D988-60E7-5600-95B0E8688AFE}"/>
              </a:ext>
            </a:extLst>
          </p:cNvPr>
          <p:cNvSpPr>
            <a:spLocks noGrp="1"/>
          </p:cNvSpPr>
          <p:nvPr>
            <p:ph type="title"/>
          </p:nvPr>
        </p:nvSpPr>
        <p:spPr>
          <a:xfrm>
            <a:off x="457200" y="1066800"/>
            <a:ext cx="8229600" cy="4953000"/>
          </a:xfrm>
        </p:spPr>
        <p:txBody>
          <a:bodyPr anchor="ctr"/>
          <a:lstStyle/>
          <a:p>
            <a:pPr algn="ctr"/>
            <a:r>
              <a:rPr lang="en-US"/>
              <a:t>Xem lại các phép chiếu, chọn, tích, hội, giao và trừ</a:t>
            </a:r>
          </a:p>
        </p:txBody>
      </p:sp>
      <p:sp>
        <p:nvSpPr>
          <p:cNvPr id="4" name="Date Placeholder 3">
            <a:extLst>
              <a:ext uri="{FF2B5EF4-FFF2-40B4-BE49-F238E27FC236}">
                <a16:creationId xmlns:a16="http://schemas.microsoft.com/office/drawing/2014/main" id="{213C3F64-9F73-7E41-9012-44E45905CB41}"/>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3FC1B8EE-8CA9-F5A1-9BA7-621780F1FF90}"/>
              </a:ext>
            </a:extLst>
          </p:cNvPr>
          <p:cNvSpPr>
            <a:spLocks noGrp="1"/>
          </p:cNvSpPr>
          <p:nvPr>
            <p:ph type="sldNum" sz="quarter" idx="12"/>
          </p:nvPr>
        </p:nvSpPr>
        <p:spPr/>
        <p:txBody>
          <a:bodyPr/>
          <a:lstStyle/>
          <a:p>
            <a:fld id="{BC6CB274-F3ED-4F22-9D3A-C5E5218A09E0}" type="slidenum">
              <a:rPr lang="en-US" altLang="en-US"/>
              <a:pPr/>
              <a:t>2</a:t>
            </a:fld>
            <a:endParaRPr lang="en-US" altLang="en-US"/>
          </a:p>
        </p:txBody>
      </p:sp>
    </p:spTree>
    <p:extLst>
      <p:ext uri="{BB962C8B-B14F-4D97-AF65-F5344CB8AC3E}">
        <p14:creationId xmlns:p14="http://schemas.microsoft.com/office/powerpoint/2010/main" val="2964436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D37B689-55A0-42FC-9848-8A7881CFAF6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123" name="Slide Number Placeholder 5">
            <a:extLst>
              <a:ext uri="{FF2B5EF4-FFF2-40B4-BE49-F238E27FC236}">
                <a16:creationId xmlns:a16="http://schemas.microsoft.com/office/drawing/2014/main" id="{6CDC4106-D391-4429-8D5C-D84B7CE926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A0164CA-FF9E-4801-90E8-C30D4B501066}" type="slidenum">
              <a:rPr lang="en-US" altLang="en-US" sz="1000"/>
              <a:pPr algn="r">
                <a:spcBef>
                  <a:spcPct val="0"/>
                </a:spcBef>
                <a:buClrTx/>
                <a:buFontTx/>
                <a:buNone/>
              </a:pPr>
              <a:t>3</a:t>
            </a:fld>
            <a:endParaRPr lang="en-US" altLang="en-US" sz="1000"/>
          </a:p>
        </p:txBody>
      </p:sp>
      <p:sp>
        <p:nvSpPr>
          <p:cNvPr id="5124" name="Rectangle 2">
            <a:extLst>
              <a:ext uri="{FF2B5EF4-FFF2-40B4-BE49-F238E27FC236}">
                <a16:creationId xmlns:a16="http://schemas.microsoft.com/office/drawing/2014/main" id="{B2BAD851-1477-4C76-9007-93BE4FAA13CB}"/>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5125" name="Rectangle 3">
            <a:extLst>
              <a:ext uri="{FF2B5EF4-FFF2-40B4-BE49-F238E27FC236}">
                <a16:creationId xmlns:a16="http://schemas.microsoft.com/office/drawing/2014/main" id="{E15FEFFD-78F5-41AA-9E80-6B65804A27A7}"/>
              </a:ext>
            </a:extLst>
          </p:cNvPr>
          <p:cNvSpPr>
            <a:spLocks noGrp="1" noChangeArrowheads="1"/>
          </p:cNvSpPr>
          <p:nvPr>
            <p:ph type="body" idx="1"/>
          </p:nvPr>
        </p:nvSpPr>
        <p:spPr>
          <a:xfrm>
            <a:off x="457200" y="1295400"/>
            <a:ext cx="8229600" cy="5100638"/>
          </a:xfrm>
        </p:spPr>
        <p:txBody>
          <a:bodyPr/>
          <a:lstStyle/>
          <a:p>
            <a:pPr marL="474662" indent="-457200">
              <a:buFont typeface="+mj-lt"/>
              <a:buAutoNum type="arabicPeriod"/>
            </a:pPr>
            <a:r>
              <a:rPr lang="en-US" sz="2700"/>
              <a:t>Phép kết</a:t>
            </a:r>
            <a:endParaRPr lang="en-VN" sz="3100"/>
          </a:p>
          <a:p>
            <a:pPr marL="776287" lvl="1" indent="-457200">
              <a:buFont typeface="+mj-lt"/>
              <a:buAutoNum type="arabicPeriod"/>
            </a:pPr>
            <a:r>
              <a:rPr lang="en-US" i="1"/>
              <a:t>Biểu diễn ĐSQH</a:t>
            </a:r>
            <a:endParaRPr lang="en-VN" sz="2700"/>
          </a:p>
          <a:p>
            <a:pPr marL="776287" lvl="1" indent="-457200">
              <a:buFont typeface="+mj-lt"/>
              <a:buAutoNum type="arabicPeriod"/>
            </a:pPr>
            <a:r>
              <a:rPr lang="en-US" i="1"/>
              <a:t>Ngôn ngữ SQL</a:t>
            </a:r>
            <a:endParaRPr lang="en-VN" sz="2700"/>
          </a:p>
          <a:p>
            <a:pPr marL="514350" indent="-514350">
              <a:buFont typeface="+mj-lt"/>
              <a:buAutoNum type="arabicPeriod"/>
            </a:pPr>
            <a:r>
              <a:rPr lang="en-US" sz="2700"/>
              <a:t>Phép kết mở rộng</a:t>
            </a:r>
          </a:p>
          <a:p>
            <a:pPr marL="841375" lvl="1" indent="-514350">
              <a:buFont typeface="+mj-lt"/>
              <a:buAutoNum type="arabicPeriod"/>
            </a:pPr>
            <a:r>
              <a:rPr lang="en-US" sz="2400" i="1"/>
              <a:t>Inner Join</a:t>
            </a:r>
          </a:p>
          <a:p>
            <a:pPr marL="841375" lvl="1" indent="-514350">
              <a:buFont typeface="+mj-lt"/>
              <a:buAutoNum type="arabicPeriod"/>
            </a:pPr>
            <a:r>
              <a:rPr lang="en-US" sz="2400" i="1"/>
              <a:t>Left/ Right/ Full outer Join</a:t>
            </a:r>
          </a:p>
          <a:p>
            <a:pPr marL="514350" indent="-514350">
              <a:buFont typeface="+mj-lt"/>
              <a:buAutoNum type="arabicPeriod"/>
            </a:pPr>
            <a:r>
              <a:rPr lang="en-US" sz="2700"/>
              <a:t>Hàm kết hợp</a:t>
            </a:r>
            <a:endParaRPr lang="en-VN" sz="3100"/>
          </a:p>
          <a:p>
            <a:pPr marL="801687" lvl="1" indent="-457200">
              <a:buFont typeface="+mj-lt"/>
              <a:buAutoNum type="arabicPeriod"/>
            </a:pPr>
            <a:r>
              <a:rPr lang="en-US" i="1"/>
              <a:t>Biểu diễn ĐSQH</a:t>
            </a:r>
            <a:endParaRPr lang="en-VN" sz="2700"/>
          </a:p>
          <a:p>
            <a:pPr marL="801687" lvl="1" indent="-457200">
              <a:buFont typeface="+mj-lt"/>
              <a:buAutoNum type="arabicPeriod"/>
            </a:pPr>
            <a:r>
              <a:rPr lang="en-US" i="1"/>
              <a:t>Ngôn ngữ SQL</a:t>
            </a:r>
            <a:endParaRPr lang="en-VN" sz="2700"/>
          </a:p>
          <a:p>
            <a:pPr marL="474662" indent="-457200">
              <a:buFont typeface="+mj-lt"/>
              <a:buAutoNum type="arabicPeriod"/>
            </a:pPr>
            <a:r>
              <a:rPr lang="en-US" sz="2700"/>
              <a:t>Phép gom nhóm</a:t>
            </a:r>
            <a:r>
              <a:rPr lang="en-VN" sz="3100"/>
              <a:t> và </a:t>
            </a:r>
            <a:r>
              <a:rPr lang="en-VN" sz="2700"/>
              <a:t>các phép toán trên nhóm</a:t>
            </a:r>
          </a:p>
          <a:p>
            <a:pPr marL="474662" indent="-457200">
              <a:buFont typeface="+mj-lt"/>
              <a:buAutoNum type="arabicPeriod"/>
            </a:pPr>
            <a:r>
              <a:rPr lang="en-VN" sz="2700"/>
              <a:t>Cấu trúc lệnh CASE</a:t>
            </a:r>
            <a:endParaRPr lang="en-US" sz="2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A658C0-0D66-4CA5-B43C-AD13FAB380C4}"/>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80899" name="Slide Number Placeholder 5">
            <a:extLst>
              <a:ext uri="{FF2B5EF4-FFF2-40B4-BE49-F238E27FC236}">
                <a16:creationId xmlns:a16="http://schemas.microsoft.com/office/drawing/2014/main" id="{62FA5CBA-ABF1-4350-AB72-A835EB1301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228B59A3-F0B2-4B04-AA06-8A88A490DD40}" type="slidenum">
              <a:rPr lang="en-US" altLang="en-US" sz="1000"/>
              <a:pPr algn="r">
                <a:spcBef>
                  <a:spcPct val="0"/>
                </a:spcBef>
                <a:buClrTx/>
                <a:buFontTx/>
                <a:buNone/>
              </a:pPr>
              <a:t>4</a:t>
            </a:fld>
            <a:endParaRPr lang="en-US" altLang="en-US" sz="1000"/>
          </a:p>
        </p:txBody>
      </p:sp>
      <p:sp>
        <p:nvSpPr>
          <p:cNvPr id="80900" name="Rectangle 2">
            <a:extLst>
              <a:ext uri="{FF2B5EF4-FFF2-40B4-BE49-F238E27FC236}">
                <a16:creationId xmlns:a16="http://schemas.microsoft.com/office/drawing/2014/main" id="{69FB1263-916F-4C21-BA51-9FF1D943A15F}"/>
              </a:ext>
            </a:extLst>
          </p:cNvPr>
          <p:cNvSpPr>
            <a:spLocks noGrp="1" noChangeArrowheads="1"/>
          </p:cNvSpPr>
          <p:nvPr>
            <p:ph type="title"/>
          </p:nvPr>
        </p:nvSpPr>
        <p:spPr>
          <a:xfrm>
            <a:off x="457200" y="354013"/>
            <a:ext cx="8229600" cy="620712"/>
          </a:xfrm>
        </p:spPr>
        <p:txBody>
          <a:bodyPr/>
          <a:lstStyle/>
          <a:p>
            <a:pPr eaLnBrk="1" hangingPunct="1"/>
            <a:r>
              <a:rPr lang="en-US" altLang="en-US" sz="3500"/>
              <a:t>1. Phép kết</a:t>
            </a:r>
          </a:p>
        </p:txBody>
      </p:sp>
      <p:sp>
        <p:nvSpPr>
          <p:cNvPr id="80901" name="Rectangle 3">
            <a:extLst>
              <a:ext uri="{FF2B5EF4-FFF2-40B4-BE49-F238E27FC236}">
                <a16:creationId xmlns:a16="http://schemas.microsoft.com/office/drawing/2014/main" id="{C4E91127-684C-4F04-9300-DC80D4494152}"/>
              </a:ext>
            </a:extLst>
          </p:cNvPr>
          <p:cNvSpPr>
            <a:spLocks noGrp="1" noChangeArrowheads="1"/>
          </p:cNvSpPr>
          <p:nvPr>
            <p:ph type="body" idx="1"/>
          </p:nvPr>
        </p:nvSpPr>
        <p:spPr>
          <a:xfrm>
            <a:off x="457200" y="990600"/>
            <a:ext cx="8229600" cy="5562600"/>
          </a:xfrm>
        </p:spPr>
        <p:txBody>
          <a:bodyPr/>
          <a:lstStyle/>
          <a:p>
            <a:pPr eaLnBrk="1" hangingPunct="1">
              <a:buFont typeface="Wingdings 2" panose="05020102010507070707" pitchFamily="18" charset="2"/>
              <a:buNone/>
            </a:pPr>
            <a:endParaRPr lang="en-US" altLang="en-US" b="1"/>
          </a:p>
          <a:p>
            <a:pPr eaLnBrk="1" hangingPunct="1"/>
            <a:r>
              <a:rPr lang="en-US" altLang="en-US"/>
              <a:t>Kết tự nhiên (Natural join)</a:t>
            </a:r>
          </a:p>
          <a:p>
            <a:pPr eaLnBrk="1" hangingPunct="1"/>
            <a:r>
              <a:rPr lang="en-US" altLang="en-US"/>
              <a:t>Kết có điều kiện tổng quát (Theta join)</a:t>
            </a:r>
          </a:p>
          <a:p>
            <a:pPr eaLnBrk="1" hangingPunct="1"/>
            <a:r>
              <a:rPr lang="en-US" altLang="en-US"/>
              <a:t>Kết bằng (Equi join)</a:t>
            </a:r>
          </a:p>
          <a:p>
            <a:pPr eaLnBrk="1" hangingPunct="1"/>
            <a:endParaRPr lang="en-US" altLang="en-US">
              <a:solidFill>
                <a:srgbClr val="77777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A47B12C5-2320-451C-AE1F-3B53D3B447C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82947" name="Slide Number Placeholder 5">
            <a:extLst>
              <a:ext uri="{FF2B5EF4-FFF2-40B4-BE49-F238E27FC236}">
                <a16:creationId xmlns:a16="http://schemas.microsoft.com/office/drawing/2014/main" id="{4198F4FD-FAB9-4E7E-8726-79CC5C0048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7D6CD4D9-EC2D-4936-97FC-C37A6A88C024}" type="slidenum">
              <a:rPr lang="en-US" altLang="en-US" sz="1000"/>
              <a:pPr algn="r">
                <a:spcBef>
                  <a:spcPct val="0"/>
                </a:spcBef>
                <a:buClrTx/>
                <a:buFontTx/>
                <a:buNone/>
              </a:pPr>
              <a:t>5</a:t>
            </a:fld>
            <a:endParaRPr lang="en-US" altLang="en-US" sz="1000"/>
          </a:p>
        </p:txBody>
      </p:sp>
      <p:sp>
        <p:nvSpPr>
          <p:cNvPr id="82948" name="Rectangle 2">
            <a:extLst>
              <a:ext uri="{FF2B5EF4-FFF2-40B4-BE49-F238E27FC236}">
                <a16:creationId xmlns:a16="http://schemas.microsoft.com/office/drawing/2014/main" id="{1829634C-1291-430A-8C92-4B8FE2CB2142}"/>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(tt)</a:t>
            </a:r>
          </a:p>
        </p:txBody>
      </p:sp>
      <p:sp>
        <p:nvSpPr>
          <p:cNvPr id="82949" name="Rectangle 3">
            <a:extLst>
              <a:ext uri="{FF2B5EF4-FFF2-40B4-BE49-F238E27FC236}">
                <a16:creationId xmlns:a16="http://schemas.microsoft.com/office/drawing/2014/main" id="{F0BB5CFD-4615-42B5-A42A-65B7CD614FFB}"/>
              </a:ext>
            </a:extLst>
          </p:cNvPr>
          <p:cNvSpPr>
            <a:spLocks noGrp="1" noChangeArrowheads="1"/>
          </p:cNvSpPr>
          <p:nvPr>
            <p:ph type="body" idx="1"/>
          </p:nvPr>
        </p:nvSpPr>
        <p:spPr>
          <a:xfrm>
            <a:off x="457200" y="1295400"/>
            <a:ext cx="8229600" cy="4835525"/>
          </a:xfrm>
        </p:spPr>
        <p:txBody>
          <a:bodyPr/>
          <a:lstStyle/>
          <a:p>
            <a:pPr eaLnBrk="1" hangingPunct="1">
              <a:lnSpc>
                <a:spcPct val="90000"/>
              </a:lnSpc>
            </a:pPr>
            <a:r>
              <a:rPr lang="en-US" altLang="en-US"/>
              <a:t>Được dùng để tổ hợp 2 bộ có liên quan từ 2 quan hệ thành 1 bộ</a:t>
            </a:r>
          </a:p>
          <a:p>
            <a:pPr eaLnBrk="1" hangingPunct="1">
              <a:lnSpc>
                <a:spcPct val="90000"/>
              </a:lnSpc>
            </a:pPr>
            <a:r>
              <a:rPr lang="en-US" altLang="en-US"/>
              <a:t>Ký hiệu R     S</a:t>
            </a:r>
          </a:p>
          <a:p>
            <a:pPr lvl="1" eaLnBrk="1" hangingPunct="1">
              <a:lnSpc>
                <a:spcPct val="90000"/>
              </a:lnSpc>
            </a:pPr>
            <a:r>
              <a:rPr lang="en-US" altLang="en-US"/>
              <a:t>R(A</a:t>
            </a:r>
            <a:r>
              <a:rPr lang="en-US" altLang="en-US" baseline="-25000"/>
              <a:t>1</a:t>
            </a:r>
            <a:r>
              <a:rPr lang="en-US" altLang="en-US"/>
              <a:t>, A</a:t>
            </a:r>
            <a:r>
              <a:rPr lang="en-US" altLang="en-US" baseline="-25000"/>
              <a:t>2</a:t>
            </a:r>
            <a:r>
              <a:rPr lang="en-US" altLang="en-US"/>
              <a:t>, …, A</a:t>
            </a:r>
            <a:r>
              <a:rPr lang="en-US" altLang="en-US" baseline="-25000"/>
              <a:t>n</a:t>
            </a:r>
            <a:r>
              <a:rPr lang="en-US" altLang="en-US"/>
              <a:t>) và (B</a:t>
            </a:r>
            <a:r>
              <a:rPr lang="en-US" altLang="en-US" baseline="-25000"/>
              <a:t>1</a:t>
            </a:r>
            <a:r>
              <a:rPr lang="en-US" altLang="en-US"/>
              <a:t>, B</a:t>
            </a:r>
            <a:r>
              <a:rPr lang="en-US" altLang="en-US" baseline="-25000"/>
              <a:t>2</a:t>
            </a:r>
            <a:r>
              <a:rPr lang="en-US" altLang="en-US"/>
              <a:t>, …, B</a:t>
            </a:r>
            <a:r>
              <a:rPr lang="en-US" altLang="en-US" baseline="-25000"/>
              <a:t>m</a:t>
            </a:r>
            <a:r>
              <a:rPr lang="en-US" altLang="en-US"/>
              <a:t>)</a:t>
            </a:r>
          </a:p>
          <a:p>
            <a:pPr eaLnBrk="1" hangingPunct="1">
              <a:lnSpc>
                <a:spcPct val="90000"/>
              </a:lnSpc>
            </a:pPr>
            <a:r>
              <a:rPr lang="en-US" altLang="en-US"/>
              <a:t>Kết quả của phép kết là một </a:t>
            </a:r>
            <a:r>
              <a:rPr lang="en-US" altLang="en-US" u="sng"/>
              <a:t>quan hệ</a:t>
            </a:r>
            <a:r>
              <a:rPr lang="en-US" altLang="en-US"/>
              <a:t> Q</a:t>
            </a:r>
          </a:p>
          <a:p>
            <a:pPr lvl="1" eaLnBrk="1" hangingPunct="1">
              <a:lnSpc>
                <a:spcPct val="90000"/>
              </a:lnSpc>
            </a:pPr>
            <a:r>
              <a:rPr lang="en-US" altLang="en-US"/>
              <a:t>Có n + m thuộc tính Q(A</a:t>
            </a:r>
            <a:r>
              <a:rPr lang="en-US" altLang="en-US" baseline="-25000"/>
              <a:t>1</a:t>
            </a:r>
            <a:r>
              <a:rPr lang="en-US" altLang="en-US"/>
              <a:t>, A</a:t>
            </a:r>
            <a:r>
              <a:rPr lang="en-US" altLang="en-US" baseline="-25000"/>
              <a:t>2</a:t>
            </a:r>
            <a:r>
              <a:rPr lang="en-US" altLang="en-US"/>
              <a:t>, …, A</a:t>
            </a:r>
            <a:r>
              <a:rPr lang="en-US" altLang="en-US" baseline="-25000"/>
              <a:t>n</a:t>
            </a:r>
            <a:r>
              <a:rPr lang="en-US" altLang="en-US"/>
              <a:t>, B</a:t>
            </a:r>
            <a:r>
              <a:rPr lang="en-US" altLang="en-US" baseline="-25000"/>
              <a:t>1</a:t>
            </a:r>
            <a:r>
              <a:rPr lang="en-US" altLang="en-US"/>
              <a:t>, B</a:t>
            </a:r>
            <a:r>
              <a:rPr lang="en-US" altLang="en-US" baseline="-25000"/>
              <a:t>2</a:t>
            </a:r>
            <a:r>
              <a:rPr lang="en-US" altLang="en-US"/>
              <a:t>, …, B</a:t>
            </a:r>
            <a:r>
              <a:rPr lang="en-US" altLang="en-US" baseline="-25000"/>
              <a:t>m</a:t>
            </a:r>
            <a:r>
              <a:rPr lang="en-US" altLang="en-US"/>
              <a:t>)</a:t>
            </a:r>
          </a:p>
          <a:p>
            <a:pPr lvl="1" eaLnBrk="1" hangingPunct="1">
              <a:lnSpc>
                <a:spcPct val="90000"/>
              </a:lnSpc>
            </a:pPr>
            <a:r>
              <a:rPr lang="en-US" altLang="en-US"/>
              <a:t>Mỗi bộ của Q là tổ hợp của 2 bộ trong R và S, thỏa mãn một số </a:t>
            </a:r>
            <a:r>
              <a:rPr lang="en-US" altLang="en-US" b="1" u="sng"/>
              <a:t>điều kiện kết</a:t>
            </a:r>
            <a:r>
              <a:rPr lang="en-US" altLang="en-US"/>
              <a:t> nào đó</a:t>
            </a:r>
          </a:p>
          <a:p>
            <a:pPr lvl="2" eaLnBrk="1" hangingPunct="1">
              <a:lnSpc>
                <a:spcPct val="90000"/>
              </a:lnSpc>
            </a:pPr>
            <a:r>
              <a:rPr lang="en-US" altLang="en-US"/>
              <a:t>Có dạng A</a:t>
            </a:r>
            <a:r>
              <a:rPr lang="en-US" altLang="en-US" baseline="-25000"/>
              <a:t>i</a:t>
            </a:r>
            <a:r>
              <a:rPr lang="en-US" altLang="en-US"/>
              <a:t> </a:t>
            </a:r>
            <a:r>
              <a:rPr lang="en-US" altLang="en-US">
                <a:sym typeface="Symbol" panose="05050102010706020507" pitchFamily="18" charset="2"/>
              </a:rPr>
              <a:t> </a:t>
            </a:r>
            <a:r>
              <a:rPr lang="en-US" altLang="en-US"/>
              <a:t>B</a:t>
            </a:r>
            <a:r>
              <a:rPr lang="en-US" altLang="en-US" baseline="-25000"/>
              <a:t>j</a:t>
            </a:r>
          </a:p>
          <a:p>
            <a:pPr lvl="2" eaLnBrk="1" hangingPunct="1">
              <a:lnSpc>
                <a:spcPct val="90000"/>
              </a:lnSpc>
            </a:pPr>
            <a:r>
              <a:rPr lang="en-US" altLang="en-US"/>
              <a:t>A</a:t>
            </a:r>
            <a:r>
              <a:rPr lang="en-US" altLang="en-US" baseline="-25000"/>
              <a:t>i</a:t>
            </a:r>
            <a:r>
              <a:rPr lang="en-US" altLang="en-US"/>
              <a:t> là thuộc tính của R, B</a:t>
            </a:r>
            <a:r>
              <a:rPr lang="en-US" altLang="en-US" baseline="-25000"/>
              <a:t>j</a:t>
            </a:r>
            <a:r>
              <a:rPr lang="en-US" altLang="en-US"/>
              <a:t> là thuộc tính của S </a:t>
            </a:r>
          </a:p>
          <a:p>
            <a:pPr lvl="2" eaLnBrk="1" hangingPunct="1">
              <a:lnSpc>
                <a:spcPct val="90000"/>
              </a:lnSpc>
            </a:pPr>
            <a:r>
              <a:rPr lang="en-US" altLang="en-US"/>
              <a:t>A</a:t>
            </a:r>
            <a:r>
              <a:rPr lang="en-US" altLang="en-US" baseline="-25000"/>
              <a:t>i</a:t>
            </a:r>
            <a:r>
              <a:rPr lang="en-US" altLang="en-US"/>
              <a:t> và B</a:t>
            </a:r>
            <a:r>
              <a:rPr lang="en-US" altLang="en-US" baseline="-25000"/>
              <a:t>j</a:t>
            </a:r>
            <a:r>
              <a:rPr lang="en-US" altLang="en-US"/>
              <a:t> có cùng miền giá trị</a:t>
            </a:r>
          </a:p>
          <a:p>
            <a:pPr lvl="2" eaLnBrk="1" hangingPunct="1">
              <a:lnSpc>
                <a:spcPct val="90000"/>
              </a:lnSpc>
            </a:pPr>
            <a:r>
              <a:rPr lang="en-US" altLang="en-US">
                <a:sym typeface="Symbol" panose="05050102010706020507" pitchFamily="18" charset="2"/>
              </a:rPr>
              <a:t> là phép so sánh </a:t>
            </a:r>
            <a:r>
              <a:rPr lang="en-US" altLang="en-US" b="1">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a:t>
            </a:r>
          </a:p>
        </p:txBody>
      </p:sp>
      <p:sp>
        <p:nvSpPr>
          <p:cNvPr id="82950" name="AutoShape 4">
            <a:extLst>
              <a:ext uri="{FF2B5EF4-FFF2-40B4-BE49-F238E27FC236}">
                <a16:creationId xmlns:a16="http://schemas.microsoft.com/office/drawing/2014/main" id="{3D962267-869C-4EE1-97E0-08E2FF7DEDBE}"/>
              </a:ext>
            </a:extLst>
          </p:cNvPr>
          <p:cNvSpPr>
            <a:spLocks noChangeArrowheads="1"/>
          </p:cNvSpPr>
          <p:nvPr/>
        </p:nvSpPr>
        <p:spPr bwMode="auto">
          <a:xfrm rot="-5400000">
            <a:off x="2476500" y="2247900"/>
            <a:ext cx="152400" cy="22860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836B4CF8-5AD5-4F03-B41D-0EC5A124A242}"/>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84995" name="Slide Number Placeholder 5">
            <a:extLst>
              <a:ext uri="{FF2B5EF4-FFF2-40B4-BE49-F238E27FC236}">
                <a16:creationId xmlns:a16="http://schemas.microsoft.com/office/drawing/2014/main" id="{99D10EAA-1AD0-45A0-B710-0AC11E29E6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A347C03-DB9F-40CC-A6F4-678D30093F92}" type="slidenum">
              <a:rPr lang="en-US" altLang="en-US" sz="1000"/>
              <a:pPr algn="r">
                <a:spcBef>
                  <a:spcPct val="0"/>
                </a:spcBef>
                <a:buClrTx/>
                <a:buFontTx/>
                <a:buNone/>
              </a:pPr>
              <a:t>6</a:t>
            </a:fld>
            <a:endParaRPr lang="en-US" altLang="en-US" sz="1000"/>
          </a:p>
        </p:txBody>
      </p:sp>
      <p:sp>
        <p:nvSpPr>
          <p:cNvPr id="84996" name="Rectangle 2">
            <a:extLst>
              <a:ext uri="{FF2B5EF4-FFF2-40B4-BE49-F238E27FC236}">
                <a16:creationId xmlns:a16="http://schemas.microsoft.com/office/drawing/2014/main" id="{248B84EC-8101-4E6B-92AD-55284AC6D10C}"/>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(tt)</a:t>
            </a:r>
          </a:p>
        </p:txBody>
      </p:sp>
      <p:sp>
        <p:nvSpPr>
          <p:cNvPr id="84997" name="Rectangle 3">
            <a:extLst>
              <a:ext uri="{FF2B5EF4-FFF2-40B4-BE49-F238E27FC236}">
                <a16:creationId xmlns:a16="http://schemas.microsoft.com/office/drawing/2014/main" id="{AFD436C9-98C2-4D84-9187-A7F68C4D5621}"/>
              </a:ext>
            </a:extLst>
          </p:cNvPr>
          <p:cNvSpPr>
            <a:spLocks noGrp="1" noChangeArrowheads="1"/>
          </p:cNvSpPr>
          <p:nvPr>
            <p:ph type="body" idx="1"/>
          </p:nvPr>
        </p:nvSpPr>
        <p:spPr>
          <a:xfrm>
            <a:off x="457200" y="1295400"/>
            <a:ext cx="8229600" cy="4835525"/>
          </a:xfrm>
        </p:spPr>
        <p:txBody>
          <a:bodyPr/>
          <a:lstStyle/>
          <a:p>
            <a:pPr eaLnBrk="1" hangingPunct="1"/>
            <a:r>
              <a:rPr lang="en-US" altLang="en-US"/>
              <a:t>Phân loại</a:t>
            </a:r>
          </a:p>
          <a:p>
            <a:pPr lvl="1" eaLnBrk="1" hangingPunct="1"/>
            <a:r>
              <a:rPr lang="en-US" altLang="en-US"/>
              <a:t>Kết theta (theta join) là phép kết có điều kiện </a:t>
            </a:r>
          </a:p>
          <a:p>
            <a:pPr lvl="2" eaLnBrk="1" hangingPunct="1"/>
            <a:r>
              <a:rPr lang="en-US" altLang="en-US"/>
              <a:t>Ký hiệu R     </a:t>
            </a:r>
            <a:r>
              <a:rPr lang="en-US" altLang="en-US" baseline="-25000"/>
              <a:t>C </a:t>
            </a:r>
            <a:r>
              <a:rPr lang="en-US" altLang="en-US"/>
              <a:t>S</a:t>
            </a:r>
          </a:p>
          <a:p>
            <a:pPr lvl="2" eaLnBrk="1" hangingPunct="1"/>
            <a:r>
              <a:rPr lang="en-US" altLang="en-US"/>
              <a:t>c gọi là điều kiện kết trên thuộc tính</a:t>
            </a:r>
          </a:p>
          <a:p>
            <a:pPr lvl="2" eaLnBrk="1" hangingPunct="1"/>
            <a:endParaRPr lang="en-US" altLang="en-US"/>
          </a:p>
          <a:p>
            <a:pPr lvl="1" eaLnBrk="1" hangingPunct="1"/>
            <a:r>
              <a:rPr lang="en-US" altLang="en-US"/>
              <a:t>Kết bằng (equi join) khi c là điều kiện so sánh bằng</a:t>
            </a:r>
          </a:p>
          <a:p>
            <a:pPr lvl="2" eaLnBrk="1" hangingPunct="1"/>
            <a:endParaRPr lang="en-US" altLang="en-US"/>
          </a:p>
          <a:p>
            <a:pPr lvl="1" eaLnBrk="1" hangingPunct="1"/>
            <a:r>
              <a:rPr lang="en-US" altLang="en-US"/>
              <a:t>Kết tự nhiên (natural join)</a:t>
            </a:r>
          </a:p>
          <a:p>
            <a:pPr lvl="2" eaLnBrk="1" hangingPunct="1"/>
            <a:r>
              <a:rPr lang="en-US" altLang="en-US"/>
              <a:t>Ký hiệu  R      S   hay   R </a:t>
            </a:r>
            <a:r>
              <a:rPr lang="en-US" altLang="en-US">
                <a:sym typeface="Symbol" panose="05050102010706020507" pitchFamily="18" charset="2"/>
              </a:rPr>
              <a:t></a:t>
            </a:r>
            <a:r>
              <a:rPr lang="en-US" altLang="en-US"/>
              <a:t> S</a:t>
            </a:r>
          </a:p>
          <a:p>
            <a:pPr lvl="2" eaLnBrk="1" hangingPunct="1"/>
            <a:r>
              <a:rPr lang="en-US" altLang="en-US"/>
              <a:t>R</a:t>
            </a:r>
            <a:r>
              <a:rPr lang="en-US" altLang="en-US" baseline="30000"/>
              <a:t>+</a:t>
            </a:r>
            <a:r>
              <a:rPr lang="en-US" altLang="en-US"/>
              <a:t> </a:t>
            </a:r>
            <a:r>
              <a:rPr lang="en-US" altLang="en-US" b="1">
                <a:sym typeface="Symbol" panose="05050102010706020507" pitchFamily="18" charset="2"/>
              </a:rPr>
              <a:t></a:t>
            </a:r>
            <a:r>
              <a:rPr lang="en-US" altLang="en-US">
                <a:sym typeface="Symbol" panose="05050102010706020507" pitchFamily="18" charset="2"/>
              </a:rPr>
              <a:t> Q</a:t>
            </a:r>
            <a:r>
              <a:rPr lang="en-US" altLang="en-US" baseline="30000">
                <a:sym typeface="Symbol" panose="05050102010706020507" pitchFamily="18" charset="2"/>
              </a:rPr>
              <a:t>+</a:t>
            </a:r>
            <a:r>
              <a:rPr lang="en-US" altLang="en-US">
                <a:sym typeface="Symbol" panose="05050102010706020507" pitchFamily="18" charset="2"/>
              </a:rPr>
              <a:t> </a:t>
            </a:r>
            <a:r>
              <a:rPr lang="en-US" altLang="en-US" b="1">
                <a:sym typeface="Symbol" panose="05050102010706020507" pitchFamily="18" charset="2"/>
              </a:rPr>
              <a:t> </a:t>
            </a:r>
            <a:endParaRPr lang="en-US" altLang="en-US" b="1" baseline="30000">
              <a:sym typeface="Symbol" panose="05050102010706020507" pitchFamily="18" charset="2"/>
            </a:endParaRPr>
          </a:p>
          <a:p>
            <a:pPr lvl="2" eaLnBrk="1" hangingPunct="1"/>
            <a:r>
              <a:rPr lang="en-US" altLang="en-US"/>
              <a:t>Kết quả của phép kết bằng bỏ bớt đi 1 cột giống nhau</a:t>
            </a:r>
          </a:p>
        </p:txBody>
      </p:sp>
      <p:sp>
        <p:nvSpPr>
          <p:cNvPr id="84998" name="AutoShape 5">
            <a:extLst>
              <a:ext uri="{FF2B5EF4-FFF2-40B4-BE49-F238E27FC236}">
                <a16:creationId xmlns:a16="http://schemas.microsoft.com/office/drawing/2014/main" id="{78E8E50B-30B3-448E-98D2-4E59B2DA28A0}"/>
              </a:ext>
            </a:extLst>
          </p:cNvPr>
          <p:cNvSpPr>
            <a:spLocks noChangeArrowheads="1"/>
          </p:cNvSpPr>
          <p:nvPr/>
        </p:nvSpPr>
        <p:spPr bwMode="auto">
          <a:xfrm rot="-5400000">
            <a:off x="2781300" y="2260600"/>
            <a:ext cx="152400" cy="22860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4999" name="AutoShape 6">
            <a:extLst>
              <a:ext uri="{FF2B5EF4-FFF2-40B4-BE49-F238E27FC236}">
                <a16:creationId xmlns:a16="http://schemas.microsoft.com/office/drawing/2014/main" id="{6144E4BC-5125-490F-ADE6-1AEB30120E06}"/>
              </a:ext>
            </a:extLst>
          </p:cNvPr>
          <p:cNvSpPr>
            <a:spLocks noChangeArrowheads="1"/>
          </p:cNvSpPr>
          <p:nvPr/>
        </p:nvSpPr>
        <p:spPr bwMode="auto">
          <a:xfrm rot="-5400000">
            <a:off x="2857500" y="4572000"/>
            <a:ext cx="152400" cy="22860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Date Placeholder 3">
            <a:extLst>
              <a:ext uri="{FF2B5EF4-FFF2-40B4-BE49-F238E27FC236}">
                <a16:creationId xmlns:a16="http://schemas.microsoft.com/office/drawing/2014/main" id="{E4E0C4ED-6922-451C-90D1-2DD77E73CF2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87043" name="Slide Number Placeholder 5">
            <a:extLst>
              <a:ext uri="{FF2B5EF4-FFF2-40B4-BE49-F238E27FC236}">
                <a16:creationId xmlns:a16="http://schemas.microsoft.com/office/drawing/2014/main" id="{59CEBA5A-D242-4F5D-A611-3F9675A7C2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322BA56-C336-42EF-AE0C-35E7EE7E59AC}" type="slidenum">
              <a:rPr lang="en-US" altLang="en-US" sz="1000"/>
              <a:pPr algn="r">
                <a:spcBef>
                  <a:spcPct val="0"/>
                </a:spcBef>
                <a:buClrTx/>
                <a:buFontTx/>
                <a:buNone/>
              </a:pPr>
              <a:t>7</a:t>
            </a:fld>
            <a:endParaRPr lang="en-US" altLang="en-US" sz="1000"/>
          </a:p>
        </p:txBody>
      </p:sp>
      <p:sp>
        <p:nvSpPr>
          <p:cNvPr id="87044" name="Rectangle 99">
            <a:extLst>
              <a:ext uri="{FF2B5EF4-FFF2-40B4-BE49-F238E27FC236}">
                <a16:creationId xmlns:a16="http://schemas.microsoft.com/office/drawing/2014/main" id="{CC31DE18-315A-4EB8-9EE0-BB23A9FA9078}"/>
              </a:ext>
            </a:extLst>
          </p:cNvPr>
          <p:cNvSpPr>
            <a:spLocks noChangeArrowheads="1"/>
          </p:cNvSpPr>
          <p:nvPr/>
        </p:nvSpPr>
        <p:spPr bwMode="auto">
          <a:xfrm>
            <a:off x="1752600" y="2590800"/>
            <a:ext cx="457200" cy="1600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45" name="Rectangle 98">
            <a:extLst>
              <a:ext uri="{FF2B5EF4-FFF2-40B4-BE49-F238E27FC236}">
                <a16:creationId xmlns:a16="http://schemas.microsoft.com/office/drawing/2014/main" id="{96745E3B-8056-4599-87F3-8785E1242E51}"/>
              </a:ext>
            </a:extLst>
          </p:cNvPr>
          <p:cNvSpPr>
            <a:spLocks noChangeArrowheads="1"/>
          </p:cNvSpPr>
          <p:nvPr/>
        </p:nvSpPr>
        <p:spPr bwMode="auto">
          <a:xfrm>
            <a:off x="3657600" y="2590800"/>
            <a:ext cx="457200" cy="12954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46" name="Rectangle 2">
            <a:extLst>
              <a:ext uri="{FF2B5EF4-FFF2-40B4-BE49-F238E27FC236}">
                <a16:creationId xmlns:a16="http://schemas.microsoft.com/office/drawing/2014/main" id="{C22A5769-C6CE-484F-8ADE-F63F667AA925}"/>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(tt)</a:t>
            </a:r>
          </a:p>
        </p:txBody>
      </p:sp>
      <p:sp>
        <p:nvSpPr>
          <p:cNvPr id="87047" name="Rectangle 3">
            <a:extLst>
              <a:ext uri="{FF2B5EF4-FFF2-40B4-BE49-F238E27FC236}">
                <a16:creationId xmlns:a16="http://schemas.microsoft.com/office/drawing/2014/main" id="{2982A21E-A6C5-4AC2-8498-7542B419C529}"/>
              </a:ext>
            </a:extLst>
          </p:cNvPr>
          <p:cNvSpPr>
            <a:spLocks noGrp="1" noChangeArrowheads="1"/>
          </p:cNvSpPr>
          <p:nvPr>
            <p:ph type="body" idx="1"/>
          </p:nvPr>
        </p:nvSpPr>
        <p:spPr>
          <a:xfrm>
            <a:off x="457200" y="1295400"/>
            <a:ext cx="8229600" cy="4835525"/>
          </a:xfrm>
        </p:spPr>
        <p:txBody>
          <a:bodyPr/>
          <a:lstStyle/>
          <a:p>
            <a:pPr eaLnBrk="1" hangingPunct="1"/>
            <a:r>
              <a:rPr lang="en-US" altLang="en-US"/>
              <a:t>Ví dụ phép kết theta</a:t>
            </a:r>
          </a:p>
        </p:txBody>
      </p:sp>
      <p:grpSp>
        <p:nvGrpSpPr>
          <p:cNvPr id="87048" name="Group 6">
            <a:extLst>
              <a:ext uri="{FF2B5EF4-FFF2-40B4-BE49-F238E27FC236}">
                <a16:creationId xmlns:a16="http://schemas.microsoft.com/office/drawing/2014/main" id="{1C1D7BCA-E278-4A3B-840F-16237C8E0683}"/>
              </a:ext>
            </a:extLst>
          </p:cNvPr>
          <p:cNvGrpSpPr>
            <a:grpSpLocks/>
          </p:cNvGrpSpPr>
          <p:nvPr/>
        </p:nvGrpSpPr>
        <p:grpSpPr bwMode="auto">
          <a:xfrm>
            <a:off x="3124200" y="2743200"/>
            <a:ext cx="1447800" cy="990600"/>
            <a:chOff x="528" y="1248"/>
            <a:chExt cx="912" cy="624"/>
          </a:xfrm>
        </p:grpSpPr>
        <p:sp>
          <p:nvSpPr>
            <p:cNvPr id="87141" name="Line 7">
              <a:extLst>
                <a:ext uri="{FF2B5EF4-FFF2-40B4-BE49-F238E27FC236}">
                  <a16:creationId xmlns:a16="http://schemas.microsoft.com/office/drawing/2014/main" id="{70950DE2-62A3-45BF-9170-971F5CDF22EF}"/>
                </a:ext>
              </a:extLst>
            </p:cNvPr>
            <p:cNvSpPr>
              <a:spLocks noChangeShapeType="1"/>
            </p:cNvSpPr>
            <p:nvPr/>
          </p:nvSpPr>
          <p:spPr bwMode="auto">
            <a:xfrm>
              <a:off x="528"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42" name="Text Box 8">
              <a:extLst>
                <a:ext uri="{FF2B5EF4-FFF2-40B4-BE49-F238E27FC236}">
                  <a16:creationId xmlns:a16="http://schemas.microsoft.com/office/drawing/2014/main" id="{10281BE0-413F-4883-AC8E-FE34C6F019FF}"/>
                </a:ext>
              </a:extLst>
            </p:cNvPr>
            <p:cNvSpPr txBox="1">
              <a:spLocks noChangeArrowheads="1"/>
            </p:cNvSpPr>
            <p:nvPr/>
          </p:nvSpPr>
          <p:spPr bwMode="auto">
            <a:xfrm>
              <a:off x="864"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7143" name="Text Box 9">
              <a:extLst>
                <a:ext uri="{FF2B5EF4-FFF2-40B4-BE49-F238E27FC236}">
                  <a16:creationId xmlns:a16="http://schemas.microsoft.com/office/drawing/2014/main" id="{EAB056B6-CC33-4952-8004-7490E7659091}"/>
                </a:ext>
              </a:extLst>
            </p:cNvPr>
            <p:cNvSpPr txBox="1">
              <a:spLocks noChangeArrowheads="1"/>
            </p:cNvSpPr>
            <p:nvPr/>
          </p:nvSpPr>
          <p:spPr bwMode="auto">
            <a:xfrm>
              <a:off x="1152"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E</a:t>
              </a:r>
            </a:p>
          </p:txBody>
        </p:sp>
        <p:sp>
          <p:nvSpPr>
            <p:cNvPr id="87144" name="Text Box 10">
              <a:extLst>
                <a:ext uri="{FF2B5EF4-FFF2-40B4-BE49-F238E27FC236}">
                  <a16:creationId xmlns:a16="http://schemas.microsoft.com/office/drawing/2014/main" id="{6DA8F0A4-9D57-4D36-B1DA-140EB803CB0B}"/>
                </a:ext>
              </a:extLst>
            </p:cNvPr>
            <p:cNvSpPr txBox="1">
              <a:spLocks noChangeArrowheads="1"/>
            </p:cNvSpPr>
            <p:nvPr/>
          </p:nvSpPr>
          <p:spPr bwMode="auto">
            <a:xfrm>
              <a:off x="864"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7145" name="Line 11">
              <a:extLst>
                <a:ext uri="{FF2B5EF4-FFF2-40B4-BE49-F238E27FC236}">
                  <a16:creationId xmlns:a16="http://schemas.microsoft.com/office/drawing/2014/main" id="{EFB94A53-8E4C-41F1-BC14-B26C01141BA6}"/>
                </a:ext>
              </a:extLst>
            </p:cNvPr>
            <p:cNvSpPr>
              <a:spLocks noChangeShapeType="1"/>
            </p:cNvSpPr>
            <p:nvPr/>
          </p:nvSpPr>
          <p:spPr bwMode="auto">
            <a:xfrm>
              <a:off x="528" y="124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46" name="Line 12">
              <a:extLst>
                <a:ext uri="{FF2B5EF4-FFF2-40B4-BE49-F238E27FC236}">
                  <a16:creationId xmlns:a16="http://schemas.microsoft.com/office/drawing/2014/main" id="{EC952BCF-D166-46DB-A91C-66E4A4A0791B}"/>
                </a:ext>
              </a:extLst>
            </p:cNvPr>
            <p:cNvSpPr>
              <a:spLocks noChangeShapeType="1"/>
            </p:cNvSpPr>
            <p:nvPr/>
          </p:nvSpPr>
          <p:spPr bwMode="auto">
            <a:xfrm>
              <a:off x="864" y="1872"/>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47" name="Text Box 13">
              <a:extLst>
                <a:ext uri="{FF2B5EF4-FFF2-40B4-BE49-F238E27FC236}">
                  <a16:creationId xmlns:a16="http://schemas.microsoft.com/office/drawing/2014/main" id="{9FA6D5E6-C6F5-4E5E-818F-0E7F8FFDC4EF}"/>
                </a:ext>
              </a:extLst>
            </p:cNvPr>
            <p:cNvSpPr txBox="1">
              <a:spLocks noChangeArrowheads="1"/>
            </p:cNvSpPr>
            <p:nvPr/>
          </p:nvSpPr>
          <p:spPr bwMode="auto">
            <a:xfrm>
              <a:off x="528" y="124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S</a:t>
              </a:r>
            </a:p>
          </p:txBody>
        </p:sp>
        <p:sp>
          <p:nvSpPr>
            <p:cNvPr id="87148" name="Line 14">
              <a:extLst>
                <a:ext uri="{FF2B5EF4-FFF2-40B4-BE49-F238E27FC236}">
                  <a16:creationId xmlns:a16="http://schemas.microsoft.com/office/drawing/2014/main" id="{1F87487B-8C5E-45A5-A4F4-EC7C95DC6299}"/>
                </a:ext>
              </a:extLst>
            </p:cNvPr>
            <p:cNvSpPr>
              <a:spLocks noChangeShapeType="1"/>
            </p:cNvSpPr>
            <p:nvPr/>
          </p:nvSpPr>
          <p:spPr bwMode="auto">
            <a:xfrm>
              <a:off x="528" y="124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49" name="Text Box 15">
              <a:extLst>
                <a:ext uri="{FF2B5EF4-FFF2-40B4-BE49-F238E27FC236}">
                  <a16:creationId xmlns:a16="http://schemas.microsoft.com/office/drawing/2014/main" id="{85E7F350-348D-4476-85AF-CC1D80D31D1D}"/>
                </a:ext>
              </a:extLst>
            </p:cNvPr>
            <p:cNvSpPr txBox="1">
              <a:spLocks noChangeArrowheads="1"/>
            </p:cNvSpPr>
            <p:nvPr/>
          </p:nvSpPr>
          <p:spPr bwMode="auto">
            <a:xfrm>
              <a:off x="864"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7150" name="Group 16">
              <a:extLst>
                <a:ext uri="{FF2B5EF4-FFF2-40B4-BE49-F238E27FC236}">
                  <a16:creationId xmlns:a16="http://schemas.microsoft.com/office/drawing/2014/main" id="{B279CF18-0E14-4FFA-9C6C-B11FD681C067}"/>
                </a:ext>
              </a:extLst>
            </p:cNvPr>
            <p:cNvGrpSpPr>
              <a:grpSpLocks/>
            </p:cNvGrpSpPr>
            <p:nvPr/>
          </p:nvGrpSpPr>
          <p:grpSpPr bwMode="auto">
            <a:xfrm>
              <a:off x="864" y="1248"/>
              <a:ext cx="576" cy="624"/>
              <a:chOff x="960" y="2880"/>
              <a:chExt cx="576" cy="1008"/>
            </a:xfrm>
          </p:grpSpPr>
          <p:sp>
            <p:nvSpPr>
              <p:cNvPr id="87153" name="Line 17">
                <a:extLst>
                  <a:ext uri="{FF2B5EF4-FFF2-40B4-BE49-F238E27FC236}">
                    <a16:creationId xmlns:a16="http://schemas.microsoft.com/office/drawing/2014/main" id="{D306FA29-8B0F-4922-8B57-FCC81B9E1B54}"/>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154" name="Line 18">
                <a:extLst>
                  <a:ext uri="{FF2B5EF4-FFF2-40B4-BE49-F238E27FC236}">
                    <a16:creationId xmlns:a16="http://schemas.microsoft.com/office/drawing/2014/main" id="{445FAFEE-1080-4386-B5AD-8704BCC19D7C}"/>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155" name="Line 19">
                <a:extLst>
                  <a:ext uri="{FF2B5EF4-FFF2-40B4-BE49-F238E27FC236}">
                    <a16:creationId xmlns:a16="http://schemas.microsoft.com/office/drawing/2014/main" id="{579B1CF2-0BCF-4F76-8584-4DB7AAF78B9E}"/>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7151" name="Text Box 20">
              <a:extLst>
                <a:ext uri="{FF2B5EF4-FFF2-40B4-BE49-F238E27FC236}">
                  <a16:creationId xmlns:a16="http://schemas.microsoft.com/office/drawing/2014/main" id="{895A50BC-CB5C-4A5F-9BFF-4C7B816CFB13}"/>
                </a:ext>
              </a:extLst>
            </p:cNvPr>
            <p:cNvSpPr txBox="1">
              <a:spLocks noChangeArrowheads="1"/>
            </p:cNvSpPr>
            <p:nvPr/>
          </p:nvSpPr>
          <p:spPr bwMode="auto">
            <a:xfrm>
              <a:off x="1152"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7152" name="Text Box 21">
              <a:extLst>
                <a:ext uri="{FF2B5EF4-FFF2-40B4-BE49-F238E27FC236}">
                  <a16:creationId xmlns:a16="http://schemas.microsoft.com/office/drawing/2014/main" id="{33092766-5958-4919-A1BE-0B53EEC95AFF}"/>
                </a:ext>
              </a:extLst>
            </p:cNvPr>
            <p:cNvSpPr txBox="1">
              <a:spLocks noChangeArrowheads="1"/>
            </p:cNvSpPr>
            <p:nvPr/>
          </p:nvSpPr>
          <p:spPr bwMode="auto">
            <a:xfrm>
              <a:off x="115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87049" name="Group 51">
            <a:extLst>
              <a:ext uri="{FF2B5EF4-FFF2-40B4-BE49-F238E27FC236}">
                <a16:creationId xmlns:a16="http://schemas.microsoft.com/office/drawing/2014/main" id="{5A648346-1F96-496C-955F-880F40F39908}"/>
              </a:ext>
            </a:extLst>
          </p:cNvPr>
          <p:cNvGrpSpPr>
            <a:grpSpLocks/>
          </p:cNvGrpSpPr>
          <p:nvPr/>
        </p:nvGrpSpPr>
        <p:grpSpPr bwMode="auto">
          <a:xfrm>
            <a:off x="762000" y="2743200"/>
            <a:ext cx="1905000" cy="1295400"/>
            <a:chOff x="384" y="1344"/>
            <a:chExt cx="1200" cy="816"/>
          </a:xfrm>
        </p:grpSpPr>
        <p:sp>
          <p:nvSpPr>
            <p:cNvPr id="87119" name="Line 23">
              <a:extLst>
                <a:ext uri="{FF2B5EF4-FFF2-40B4-BE49-F238E27FC236}">
                  <a16:creationId xmlns:a16="http://schemas.microsoft.com/office/drawing/2014/main" id="{847635B5-6023-405B-87CE-9349551D69FA}"/>
                </a:ext>
              </a:extLst>
            </p:cNvPr>
            <p:cNvSpPr>
              <a:spLocks noChangeShapeType="1"/>
            </p:cNvSpPr>
            <p:nvPr/>
          </p:nvSpPr>
          <p:spPr bwMode="auto">
            <a:xfrm>
              <a:off x="384" y="1536"/>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20" name="Text Box 24">
              <a:extLst>
                <a:ext uri="{FF2B5EF4-FFF2-40B4-BE49-F238E27FC236}">
                  <a16:creationId xmlns:a16="http://schemas.microsoft.com/office/drawing/2014/main" id="{B6FE815B-94BC-459E-AB26-2E1125471C04}"/>
                </a:ext>
              </a:extLst>
            </p:cNvPr>
            <p:cNvSpPr txBox="1">
              <a:spLocks noChangeArrowheads="1"/>
            </p:cNvSpPr>
            <p:nvPr/>
          </p:nvSpPr>
          <p:spPr bwMode="auto">
            <a:xfrm>
              <a:off x="720"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7121" name="Text Box 25">
              <a:extLst>
                <a:ext uri="{FF2B5EF4-FFF2-40B4-BE49-F238E27FC236}">
                  <a16:creationId xmlns:a16="http://schemas.microsoft.com/office/drawing/2014/main" id="{8E4AC4E9-4A46-4AEF-8553-C45B47150B08}"/>
                </a:ext>
              </a:extLst>
            </p:cNvPr>
            <p:cNvSpPr txBox="1">
              <a:spLocks noChangeArrowheads="1"/>
            </p:cNvSpPr>
            <p:nvPr/>
          </p:nvSpPr>
          <p:spPr bwMode="auto">
            <a:xfrm>
              <a:off x="1008"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7122" name="Text Box 26">
              <a:extLst>
                <a:ext uri="{FF2B5EF4-FFF2-40B4-BE49-F238E27FC236}">
                  <a16:creationId xmlns:a16="http://schemas.microsoft.com/office/drawing/2014/main" id="{34C3AD24-C4D7-4521-A1DD-225FA1B3E031}"/>
                </a:ext>
              </a:extLst>
            </p:cNvPr>
            <p:cNvSpPr txBox="1">
              <a:spLocks noChangeArrowheads="1"/>
            </p:cNvSpPr>
            <p:nvPr/>
          </p:nvSpPr>
          <p:spPr bwMode="auto">
            <a:xfrm>
              <a:off x="720"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7123" name="Line 27">
              <a:extLst>
                <a:ext uri="{FF2B5EF4-FFF2-40B4-BE49-F238E27FC236}">
                  <a16:creationId xmlns:a16="http://schemas.microsoft.com/office/drawing/2014/main" id="{500E9A52-131B-43DE-AFA7-4BB4087A9A78}"/>
                </a:ext>
              </a:extLst>
            </p:cNvPr>
            <p:cNvSpPr>
              <a:spLocks noChangeShapeType="1"/>
            </p:cNvSpPr>
            <p:nvPr/>
          </p:nvSpPr>
          <p:spPr bwMode="auto">
            <a:xfrm>
              <a:off x="384" y="134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24" name="Line 28">
              <a:extLst>
                <a:ext uri="{FF2B5EF4-FFF2-40B4-BE49-F238E27FC236}">
                  <a16:creationId xmlns:a16="http://schemas.microsoft.com/office/drawing/2014/main" id="{B2B1B709-FCA6-4A66-9C70-384DA814365D}"/>
                </a:ext>
              </a:extLst>
            </p:cNvPr>
            <p:cNvSpPr>
              <a:spLocks noChangeShapeType="1"/>
            </p:cNvSpPr>
            <p:nvPr/>
          </p:nvSpPr>
          <p:spPr bwMode="auto">
            <a:xfrm>
              <a:off x="720" y="2160"/>
              <a:ext cx="8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25" name="Text Box 29">
              <a:extLst>
                <a:ext uri="{FF2B5EF4-FFF2-40B4-BE49-F238E27FC236}">
                  <a16:creationId xmlns:a16="http://schemas.microsoft.com/office/drawing/2014/main" id="{50599682-4CD8-4F3D-A822-C8C6F9B16010}"/>
                </a:ext>
              </a:extLst>
            </p:cNvPr>
            <p:cNvSpPr txBox="1">
              <a:spLocks noChangeArrowheads="1"/>
            </p:cNvSpPr>
            <p:nvPr/>
          </p:nvSpPr>
          <p:spPr bwMode="auto">
            <a:xfrm>
              <a:off x="384" y="134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87126" name="Line 30">
              <a:extLst>
                <a:ext uri="{FF2B5EF4-FFF2-40B4-BE49-F238E27FC236}">
                  <a16:creationId xmlns:a16="http://schemas.microsoft.com/office/drawing/2014/main" id="{53952312-F3FF-4F26-A942-80D8F5B0D125}"/>
                </a:ext>
              </a:extLst>
            </p:cNvPr>
            <p:cNvSpPr>
              <a:spLocks noChangeShapeType="1"/>
            </p:cNvSpPr>
            <p:nvPr/>
          </p:nvSpPr>
          <p:spPr bwMode="auto">
            <a:xfrm>
              <a:off x="384" y="134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27" name="Text Box 31">
              <a:extLst>
                <a:ext uri="{FF2B5EF4-FFF2-40B4-BE49-F238E27FC236}">
                  <a16:creationId xmlns:a16="http://schemas.microsoft.com/office/drawing/2014/main" id="{973C1E38-CF1F-4F65-AAD3-F62FB7E6D546}"/>
                </a:ext>
              </a:extLst>
            </p:cNvPr>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7128" name="Text Box 32">
              <a:extLst>
                <a:ext uri="{FF2B5EF4-FFF2-40B4-BE49-F238E27FC236}">
                  <a16:creationId xmlns:a16="http://schemas.microsoft.com/office/drawing/2014/main" id="{BD02F8FF-1A18-4504-92AD-E8F8DBD016A8}"/>
                </a:ext>
              </a:extLst>
            </p:cNvPr>
            <p:cNvSpPr txBox="1">
              <a:spLocks noChangeArrowheads="1"/>
            </p:cNvSpPr>
            <p:nvPr/>
          </p:nvSpPr>
          <p:spPr bwMode="auto">
            <a:xfrm>
              <a:off x="1008"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7129" name="Text Box 33">
              <a:extLst>
                <a:ext uri="{FF2B5EF4-FFF2-40B4-BE49-F238E27FC236}">
                  <a16:creationId xmlns:a16="http://schemas.microsoft.com/office/drawing/2014/main" id="{52BD6361-43F9-4BD7-99DA-1F1D0C2DF38C}"/>
                </a:ext>
              </a:extLst>
            </p:cNvPr>
            <p:cNvSpPr txBox="1">
              <a:spLocks noChangeArrowheads="1"/>
            </p:cNvSpPr>
            <p:nvPr/>
          </p:nvSpPr>
          <p:spPr bwMode="auto">
            <a:xfrm>
              <a:off x="1008"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7130" name="Text Box 34">
              <a:extLst>
                <a:ext uri="{FF2B5EF4-FFF2-40B4-BE49-F238E27FC236}">
                  <a16:creationId xmlns:a16="http://schemas.microsoft.com/office/drawing/2014/main" id="{E29CC41C-92C8-4860-A69E-B9E98CFDE275}"/>
                </a:ext>
              </a:extLst>
            </p:cNvPr>
            <p:cNvSpPr txBox="1">
              <a:spLocks noChangeArrowheads="1"/>
            </p:cNvSpPr>
            <p:nvPr/>
          </p:nvSpPr>
          <p:spPr bwMode="auto">
            <a:xfrm>
              <a:off x="1296"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7131" name="Text Box 35">
              <a:extLst>
                <a:ext uri="{FF2B5EF4-FFF2-40B4-BE49-F238E27FC236}">
                  <a16:creationId xmlns:a16="http://schemas.microsoft.com/office/drawing/2014/main" id="{E212B7B7-62EB-4311-A6EF-7E8DEB121401}"/>
                </a:ext>
              </a:extLst>
            </p:cNvPr>
            <p:cNvSpPr txBox="1">
              <a:spLocks noChangeArrowheads="1"/>
            </p:cNvSpPr>
            <p:nvPr/>
          </p:nvSpPr>
          <p:spPr bwMode="auto">
            <a:xfrm>
              <a:off x="1296"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7132" name="Text Box 36">
              <a:extLst>
                <a:ext uri="{FF2B5EF4-FFF2-40B4-BE49-F238E27FC236}">
                  <a16:creationId xmlns:a16="http://schemas.microsoft.com/office/drawing/2014/main" id="{4C621872-185E-427A-A1AA-AC0C63E960EE}"/>
                </a:ext>
              </a:extLst>
            </p:cNvPr>
            <p:cNvSpPr txBox="1">
              <a:spLocks noChangeArrowheads="1"/>
            </p:cNvSpPr>
            <p:nvPr/>
          </p:nvSpPr>
          <p:spPr bwMode="auto">
            <a:xfrm>
              <a:off x="1296"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7133" name="Group 37">
              <a:extLst>
                <a:ext uri="{FF2B5EF4-FFF2-40B4-BE49-F238E27FC236}">
                  <a16:creationId xmlns:a16="http://schemas.microsoft.com/office/drawing/2014/main" id="{62E6ACDD-4350-4CE0-8264-A064223DB05E}"/>
                </a:ext>
              </a:extLst>
            </p:cNvPr>
            <p:cNvGrpSpPr>
              <a:grpSpLocks/>
            </p:cNvGrpSpPr>
            <p:nvPr/>
          </p:nvGrpSpPr>
          <p:grpSpPr bwMode="auto">
            <a:xfrm>
              <a:off x="720" y="1344"/>
              <a:ext cx="864" cy="816"/>
              <a:chOff x="1968" y="1248"/>
              <a:chExt cx="864" cy="672"/>
            </a:xfrm>
          </p:grpSpPr>
          <p:sp>
            <p:nvSpPr>
              <p:cNvPr id="87137" name="Line 38">
                <a:extLst>
                  <a:ext uri="{FF2B5EF4-FFF2-40B4-BE49-F238E27FC236}">
                    <a16:creationId xmlns:a16="http://schemas.microsoft.com/office/drawing/2014/main" id="{F99613F3-D048-4D6D-BAEE-C89150737629}"/>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138" name="Line 39">
                <a:extLst>
                  <a:ext uri="{FF2B5EF4-FFF2-40B4-BE49-F238E27FC236}">
                    <a16:creationId xmlns:a16="http://schemas.microsoft.com/office/drawing/2014/main" id="{5847F15E-AF51-4589-972F-2C53B400AD24}"/>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139" name="Line 40">
                <a:extLst>
                  <a:ext uri="{FF2B5EF4-FFF2-40B4-BE49-F238E27FC236}">
                    <a16:creationId xmlns:a16="http://schemas.microsoft.com/office/drawing/2014/main" id="{D4D3EDEC-7B77-45F6-9FEF-63473826403A}"/>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140" name="Line 41">
                <a:extLst>
                  <a:ext uri="{FF2B5EF4-FFF2-40B4-BE49-F238E27FC236}">
                    <a16:creationId xmlns:a16="http://schemas.microsoft.com/office/drawing/2014/main" id="{B56ECE6C-FADC-4C6E-B50C-2F8CF75A7400}"/>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7134" name="Text Box 42">
              <a:extLst>
                <a:ext uri="{FF2B5EF4-FFF2-40B4-BE49-F238E27FC236}">
                  <a16:creationId xmlns:a16="http://schemas.microsoft.com/office/drawing/2014/main" id="{79E1EF8E-03B8-4D79-B1CE-2E6B4BF5865C}"/>
                </a:ext>
              </a:extLst>
            </p:cNvPr>
            <p:cNvSpPr txBox="1">
              <a:spLocks noChangeArrowheads="1"/>
            </p:cNvSpPr>
            <p:nvPr/>
          </p:nvSpPr>
          <p:spPr bwMode="auto">
            <a:xfrm>
              <a:off x="7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87135" name="Text Box 43">
              <a:extLst>
                <a:ext uri="{FF2B5EF4-FFF2-40B4-BE49-F238E27FC236}">
                  <a16:creationId xmlns:a16="http://schemas.microsoft.com/office/drawing/2014/main" id="{A7E857E7-9866-4CFB-A6B6-547B5F7C66AE}"/>
                </a:ext>
              </a:extLst>
            </p:cNvPr>
            <p:cNvSpPr txBox="1">
              <a:spLocks noChangeArrowheads="1"/>
            </p:cNvSpPr>
            <p:nvPr/>
          </p:nvSpPr>
          <p:spPr bwMode="auto">
            <a:xfrm>
              <a:off x="10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8</a:t>
              </a:r>
            </a:p>
          </p:txBody>
        </p:sp>
        <p:sp>
          <p:nvSpPr>
            <p:cNvPr id="87136" name="Text Box 44">
              <a:extLst>
                <a:ext uri="{FF2B5EF4-FFF2-40B4-BE49-F238E27FC236}">
                  <a16:creationId xmlns:a16="http://schemas.microsoft.com/office/drawing/2014/main" id="{1BFAAFCC-9AAE-49AE-BDD9-601C59F2C027}"/>
                </a:ext>
              </a:extLst>
            </p:cNvPr>
            <p:cNvSpPr txBox="1">
              <a:spLocks noChangeArrowheads="1"/>
            </p:cNvSpPr>
            <p:nvPr/>
          </p:nvSpPr>
          <p:spPr bwMode="auto">
            <a:xfrm>
              <a:off x="12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9</a:t>
              </a:r>
            </a:p>
          </p:txBody>
        </p:sp>
      </p:grpSp>
      <p:grpSp>
        <p:nvGrpSpPr>
          <p:cNvPr id="87050" name="Group 50">
            <a:extLst>
              <a:ext uri="{FF2B5EF4-FFF2-40B4-BE49-F238E27FC236}">
                <a16:creationId xmlns:a16="http://schemas.microsoft.com/office/drawing/2014/main" id="{F0475A17-40E3-4043-B29B-C72FF394F768}"/>
              </a:ext>
            </a:extLst>
          </p:cNvPr>
          <p:cNvGrpSpPr>
            <a:grpSpLocks/>
          </p:cNvGrpSpPr>
          <p:nvPr/>
        </p:nvGrpSpPr>
        <p:grpSpPr bwMode="auto">
          <a:xfrm>
            <a:off x="6248400" y="2133600"/>
            <a:ext cx="1524000" cy="427038"/>
            <a:chOff x="3648" y="1152"/>
            <a:chExt cx="960" cy="269"/>
          </a:xfrm>
        </p:grpSpPr>
        <p:sp>
          <p:nvSpPr>
            <p:cNvPr id="87117" name="Text Box 48">
              <a:extLst>
                <a:ext uri="{FF2B5EF4-FFF2-40B4-BE49-F238E27FC236}">
                  <a16:creationId xmlns:a16="http://schemas.microsoft.com/office/drawing/2014/main" id="{BB8E82B1-51C0-4002-81D3-9744F5D612DA}"/>
                </a:ext>
              </a:extLst>
            </p:cNvPr>
            <p:cNvSpPr txBox="1">
              <a:spLocks noChangeArrowheads="1"/>
            </p:cNvSpPr>
            <p:nvPr/>
          </p:nvSpPr>
          <p:spPr bwMode="auto">
            <a:xfrm>
              <a:off x="3648" y="115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     </a:t>
              </a:r>
              <a:r>
                <a:rPr lang="en-US" altLang="en-US" sz="2200" baseline="-25000">
                  <a:latin typeface="Tahoma" panose="020B0604030504040204" pitchFamily="34" charset="0"/>
                  <a:sym typeface="Symbol" panose="05050102010706020507" pitchFamily="18" charset="2"/>
                </a:rPr>
                <a:t>B&lt;D</a:t>
              </a:r>
              <a:r>
                <a:rPr lang="en-US" altLang="en-US" sz="2200">
                  <a:latin typeface="Tahoma" panose="020B0604030504040204" pitchFamily="34" charset="0"/>
                  <a:sym typeface="Symbol" panose="05050102010706020507" pitchFamily="18" charset="2"/>
                </a:rPr>
                <a:t> S</a:t>
              </a:r>
            </a:p>
          </p:txBody>
        </p:sp>
        <p:sp>
          <p:nvSpPr>
            <p:cNvPr id="87118" name="AutoShape 49">
              <a:extLst>
                <a:ext uri="{FF2B5EF4-FFF2-40B4-BE49-F238E27FC236}">
                  <a16:creationId xmlns:a16="http://schemas.microsoft.com/office/drawing/2014/main" id="{07D3B263-49AA-4244-ABAE-746973CAB193}"/>
                </a:ext>
              </a:extLst>
            </p:cNvPr>
            <p:cNvSpPr>
              <a:spLocks noChangeArrowheads="1"/>
            </p:cNvSpPr>
            <p:nvPr/>
          </p:nvSpPr>
          <p:spPr bwMode="auto">
            <a:xfrm rot="-5400000">
              <a:off x="3912" y="1224"/>
              <a:ext cx="96" cy="144"/>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grpSp>
        <p:nvGrpSpPr>
          <p:cNvPr id="7" name="Group 105">
            <a:extLst>
              <a:ext uri="{FF2B5EF4-FFF2-40B4-BE49-F238E27FC236}">
                <a16:creationId xmlns:a16="http://schemas.microsoft.com/office/drawing/2014/main" id="{1A990AF8-DE3B-44B7-8860-4808DD6080AC}"/>
              </a:ext>
            </a:extLst>
          </p:cNvPr>
          <p:cNvGrpSpPr>
            <a:grpSpLocks/>
          </p:cNvGrpSpPr>
          <p:nvPr/>
        </p:nvGrpSpPr>
        <p:grpSpPr bwMode="auto">
          <a:xfrm>
            <a:off x="5943600" y="3124200"/>
            <a:ext cx="2286000" cy="304800"/>
            <a:chOff x="3744" y="1968"/>
            <a:chExt cx="1440" cy="192"/>
          </a:xfrm>
        </p:grpSpPr>
        <p:sp>
          <p:nvSpPr>
            <p:cNvPr id="87112" name="Text Box 56">
              <a:extLst>
                <a:ext uri="{FF2B5EF4-FFF2-40B4-BE49-F238E27FC236}">
                  <a16:creationId xmlns:a16="http://schemas.microsoft.com/office/drawing/2014/main" id="{8D3C2131-1C77-450C-B936-0A90FB0886A7}"/>
                </a:ext>
              </a:extLst>
            </p:cNvPr>
            <p:cNvSpPr txBox="1">
              <a:spLocks noChangeArrowheads="1"/>
            </p:cNvSpPr>
            <p:nvPr/>
          </p:nvSpPr>
          <p:spPr bwMode="auto">
            <a:xfrm>
              <a:off x="3744"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7113" name="Text Box 62">
              <a:extLst>
                <a:ext uri="{FF2B5EF4-FFF2-40B4-BE49-F238E27FC236}">
                  <a16:creationId xmlns:a16="http://schemas.microsoft.com/office/drawing/2014/main" id="{C2E5F8F7-66D3-433C-A0CD-14B414D782C4}"/>
                </a:ext>
              </a:extLst>
            </p:cNvPr>
            <p:cNvSpPr txBox="1">
              <a:spLocks noChangeArrowheads="1"/>
            </p:cNvSpPr>
            <p:nvPr/>
          </p:nvSpPr>
          <p:spPr bwMode="auto">
            <a:xfrm>
              <a:off x="4032"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7114" name="Text Box 65">
              <a:extLst>
                <a:ext uri="{FF2B5EF4-FFF2-40B4-BE49-F238E27FC236}">
                  <a16:creationId xmlns:a16="http://schemas.microsoft.com/office/drawing/2014/main" id="{EA2C7E1A-8973-45D1-B071-41153E8166FB}"/>
                </a:ext>
              </a:extLst>
            </p:cNvPr>
            <p:cNvSpPr txBox="1">
              <a:spLocks noChangeArrowheads="1"/>
            </p:cNvSpPr>
            <p:nvPr/>
          </p:nvSpPr>
          <p:spPr bwMode="auto">
            <a:xfrm>
              <a:off x="43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7115" name="Text Box 77">
              <a:extLst>
                <a:ext uri="{FF2B5EF4-FFF2-40B4-BE49-F238E27FC236}">
                  <a16:creationId xmlns:a16="http://schemas.microsoft.com/office/drawing/2014/main" id="{FA703F87-BE78-406B-8F55-173FB7D5F47F}"/>
                </a:ext>
              </a:extLst>
            </p:cNvPr>
            <p:cNvSpPr txBox="1">
              <a:spLocks noChangeArrowheads="1"/>
            </p:cNvSpPr>
            <p:nvPr/>
          </p:nvSpPr>
          <p:spPr bwMode="auto">
            <a:xfrm>
              <a:off x="46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7116" name="Text Box 80">
              <a:extLst>
                <a:ext uri="{FF2B5EF4-FFF2-40B4-BE49-F238E27FC236}">
                  <a16:creationId xmlns:a16="http://schemas.microsoft.com/office/drawing/2014/main" id="{66469C13-4818-403D-8278-C24D83A7893C}"/>
                </a:ext>
              </a:extLst>
            </p:cNvPr>
            <p:cNvSpPr txBox="1">
              <a:spLocks noChangeArrowheads="1"/>
            </p:cNvSpPr>
            <p:nvPr/>
          </p:nvSpPr>
          <p:spPr bwMode="auto">
            <a:xfrm>
              <a:off x="48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grpSp>
      <p:grpSp>
        <p:nvGrpSpPr>
          <p:cNvPr id="8" name="Group 118">
            <a:extLst>
              <a:ext uri="{FF2B5EF4-FFF2-40B4-BE49-F238E27FC236}">
                <a16:creationId xmlns:a16="http://schemas.microsoft.com/office/drawing/2014/main" id="{BD6C74CE-7CFD-41E2-875E-700CAFB8BBE7}"/>
              </a:ext>
            </a:extLst>
          </p:cNvPr>
          <p:cNvGrpSpPr>
            <a:grpSpLocks/>
          </p:cNvGrpSpPr>
          <p:nvPr/>
        </p:nvGrpSpPr>
        <p:grpSpPr bwMode="auto">
          <a:xfrm>
            <a:off x="5943600" y="3429000"/>
            <a:ext cx="2286000" cy="304800"/>
            <a:chOff x="3744" y="2160"/>
            <a:chExt cx="1440" cy="192"/>
          </a:xfrm>
        </p:grpSpPr>
        <p:sp>
          <p:nvSpPr>
            <p:cNvPr id="87107" name="Text Box 61">
              <a:extLst>
                <a:ext uri="{FF2B5EF4-FFF2-40B4-BE49-F238E27FC236}">
                  <a16:creationId xmlns:a16="http://schemas.microsoft.com/office/drawing/2014/main" id="{BEC6792C-A1D5-49E9-A5C1-9B58C8429319}"/>
                </a:ext>
              </a:extLst>
            </p:cNvPr>
            <p:cNvSpPr txBox="1">
              <a:spLocks noChangeArrowheads="1"/>
            </p:cNvSpPr>
            <p:nvPr/>
          </p:nvSpPr>
          <p:spPr bwMode="auto">
            <a:xfrm>
              <a:off x="3744"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7108" name="Text Box 63">
              <a:extLst>
                <a:ext uri="{FF2B5EF4-FFF2-40B4-BE49-F238E27FC236}">
                  <a16:creationId xmlns:a16="http://schemas.microsoft.com/office/drawing/2014/main" id="{C0C233AD-BD85-405E-A181-5FDA93BD88FE}"/>
                </a:ext>
              </a:extLst>
            </p:cNvPr>
            <p:cNvSpPr txBox="1">
              <a:spLocks noChangeArrowheads="1"/>
            </p:cNvSpPr>
            <p:nvPr/>
          </p:nvSpPr>
          <p:spPr bwMode="auto">
            <a:xfrm>
              <a:off x="4032"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7109" name="Text Box 66">
              <a:extLst>
                <a:ext uri="{FF2B5EF4-FFF2-40B4-BE49-F238E27FC236}">
                  <a16:creationId xmlns:a16="http://schemas.microsoft.com/office/drawing/2014/main" id="{B7480C62-5821-46E3-856B-5AFBEA2F5A66}"/>
                </a:ext>
              </a:extLst>
            </p:cNvPr>
            <p:cNvSpPr txBox="1">
              <a:spLocks noChangeArrowheads="1"/>
            </p:cNvSpPr>
            <p:nvPr/>
          </p:nvSpPr>
          <p:spPr bwMode="auto">
            <a:xfrm>
              <a:off x="4320"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7110" name="Text Box 78">
              <a:extLst>
                <a:ext uri="{FF2B5EF4-FFF2-40B4-BE49-F238E27FC236}">
                  <a16:creationId xmlns:a16="http://schemas.microsoft.com/office/drawing/2014/main" id="{07886465-DB55-4E62-8D99-0C0EC1F15235}"/>
                </a:ext>
              </a:extLst>
            </p:cNvPr>
            <p:cNvSpPr txBox="1">
              <a:spLocks noChangeArrowheads="1"/>
            </p:cNvSpPr>
            <p:nvPr/>
          </p:nvSpPr>
          <p:spPr bwMode="auto">
            <a:xfrm>
              <a:off x="4608"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7111" name="Text Box 81">
              <a:extLst>
                <a:ext uri="{FF2B5EF4-FFF2-40B4-BE49-F238E27FC236}">
                  <a16:creationId xmlns:a16="http://schemas.microsoft.com/office/drawing/2014/main" id="{6423E56B-950D-4940-821B-E5512834A2DC}"/>
                </a:ext>
              </a:extLst>
            </p:cNvPr>
            <p:cNvSpPr txBox="1">
              <a:spLocks noChangeArrowheads="1"/>
            </p:cNvSpPr>
            <p:nvPr/>
          </p:nvSpPr>
          <p:spPr bwMode="auto">
            <a:xfrm>
              <a:off x="4896"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9" name="Group 124">
            <a:extLst>
              <a:ext uri="{FF2B5EF4-FFF2-40B4-BE49-F238E27FC236}">
                <a16:creationId xmlns:a16="http://schemas.microsoft.com/office/drawing/2014/main" id="{EB0A5F21-4F30-4D1C-B854-76E92BB6EAEE}"/>
              </a:ext>
            </a:extLst>
          </p:cNvPr>
          <p:cNvGrpSpPr>
            <a:grpSpLocks/>
          </p:cNvGrpSpPr>
          <p:nvPr/>
        </p:nvGrpSpPr>
        <p:grpSpPr bwMode="auto">
          <a:xfrm>
            <a:off x="5943600" y="3733800"/>
            <a:ext cx="2286000" cy="304800"/>
            <a:chOff x="3744" y="2352"/>
            <a:chExt cx="1440" cy="192"/>
          </a:xfrm>
        </p:grpSpPr>
        <p:sp>
          <p:nvSpPr>
            <p:cNvPr id="87102" name="Text Box 72">
              <a:extLst>
                <a:ext uri="{FF2B5EF4-FFF2-40B4-BE49-F238E27FC236}">
                  <a16:creationId xmlns:a16="http://schemas.microsoft.com/office/drawing/2014/main" id="{629D376C-76A6-4A5A-9B39-A84686D40A79}"/>
                </a:ext>
              </a:extLst>
            </p:cNvPr>
            <p:cNvSpPr txBox="1">
              <a:spLocks noChangeArrowheads="1"/>
            </p:cNvSpPr>
            <p:nvPr/>
          </p:nvSpPr>
          <p:spPr bwMode="auto">
            <a:xfrm>
              <a:off x="3744" y="235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7103" name="Text Box 73">
              <a:extLst>
                <a:ext uri="{FF2B5EF4-FFF2-40B4-BE49-F238E27FC236}">
                  <a16:creationId xmlns:a16="http://schemas.microsoft.com/office/drawing/2014/main" id="{992F4945-B9E9-46E5-B875-F04ABD53D6DE}"/>
                </a:ext>
              </a:extLst>
            </p:cNvPr>
            <p:cNvSpPr txBox="1">
              <a:spLocks noChangeArrowheads="1"/>
            </p:cNvSpPr>
            <p:nvPr/>
          </p:nvSpPr>
          <p:spPr bwMode="auto">
            <a:xfrm>
              <a:off x="4032" y="235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7104" name="Text Box 74">
              <a:extLst>
                <a:ext uri="{FF2B5EF4-FFF2-40B4-BE49-F238E27FC236}">
                  <a16:creationId xmlns:a16="http://schemas.microsoft.com/office/drawing/2014/main" id="{ACF29564-5D72-488A-9636-F6FDEC5FF12D}"/>
                </a:ext>
              </a:extLst>
            </p:cNvPr>
            <p:cNvSpPr txBox="1">
              <a:spLocks noChangeArrowheads="1"/>
            </p:cNvSpPr>
            <p:nvPr/>
          </p:nvSpPr>
          <p:spPr bwMode="auto">
            <a:xfrm>
              <a:off x="4320" y="235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7105" name="Text Box 82">
              <a:extLst>
                <a:ext uri="{FF2B5EF4-FFF2-40B4-BE49-F238E27FC236}">
                  <a16:creationId xmlns:a16="http://schemas.microsoft.com/office/drawing/2014/main" id="{76B6D5B2-E6A0-4740-8236-12750CE321E5}"/>
                </a:ext>
              </a:extLst>
            </p:cNvPr>
            <p:cNvSpPr txBox="1">
              <a:spLocks noChangeArrowheads="1"/>
            </p:cNvSpPr>
            <p:nvPr/>
          </p:nvSpPr>
          <p:spPr bwMode="auto">
            <a:xfrm>
              <a:off x="4608" y="235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7106" name="Text Box 83">
              <a:extLst>
                <a:ext uri="{FF2B5EF4-FFF2-40B4-BE49-F238E27FC236}">
                  <a16:creationId xmlns:a16="http://schemas.microsoft.com/office/drawing/2014/main" id="{C39EC27D-6D31-4076-9E0A-FC18E75A3816}"/>
                </a:ext>
              </a:extLst>
            </p:cNvPr>
            <p:cNvSpPr txBox="1">
              <a:spLocks noChangeArrowheads="1"/>
            </p:cNvSpPr>
            <p:nvPr/>
          </p:nvSpPr>
          <p:spPr bwMode="auto">
            <a:xfrm>
              <a:off x="4896" y="235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10" name="Group 101">
            <a:extLst>
              <a:ext uri="{FF2B5EF4-FFF2-40B4-BE49-F238E27FC236}">
                <a16:creationId xmlns:a16="http://schemas.microsoft.com/office/drawing/2014/main" id="{9A0BBDDB-015E-4B80-A84F-B644B107D152}"/>
              </a:ext>
            </a:extLst>
          </p:cNvPr>
          <p:cNvGrpSpPr>
            <a:grpSpLocks/>
          </p:cNvGrpSpPr>
          <p:nvPr/>
        </p:nvGrpSpPr>
        <p:grpSpPr bwMode="auto">
          <a:xfrm>
            <a:off x="5943600" y="2743200"/>
            <a:ext cx="2286000" cy="1295400"/>
            <a:chOff x="3744" y="1728"/>
            <a:chExt cx="1440" cy="816"/>
          </a:xfrm>
        </p:grpSpPr>
        <p:grpSp>
          <p:nvGrpSpPr>
            <p:cNvPr id="87084" name="Group 75">
              <a:extLst>
                <a:ext uri="{FF2B5EF4-FFF2-40B4-BE49-F238E27FC236}">
                  <a16:creationId xmlns:a16="http://schemas.microsoft.com/office/drawing/2014/main" id="{3B0BEC33-63C3-43B2-BEF7-9517B91DE8D0}"/>
                </a:ext>
              </a:extLst>
            </p:cNvPr>
            <p:cNvGrpSpPr>
              <a:grpSpLocks/>
            </p:cNvGrpSpPr>
            <p:nvPr/>
          </p:nvGrpSpPr>
          <p:grpSpPr bwMode="auto">
            <a:xfrm>
              <a:off x="3744" y="1728"/>
              <a:ext cx="1440" cy="192"/>
              <a:chOff x="3120" y="1872"/>
              <a:chExt cx="1200" cy="192"/>
            </a:xfrm>
          </p:grpSpPr>
          <p:sp>
            <p:nvSpPr>
              <p:cNvPr id="87100" name="Line 53">
                <a:extLst>
                  <a:ext uri="{FF2B5EF4-FFF2-40B4-BE49-F238E27FC236}">
                    <a16:creationId xmlns:a16="http://schemas.microsoft.com/office/drawing/2014/main" id="{1EC92A0B-48DF-41FD-9892-C3E5E49E91E6}"/>
                  </a:ext>
                </a:extLst>
              </p:cNvPr>
              <p:cNvSpPr>
                <a:spLocks noChangeShapeType="1"/>
              </p:cNvSpPr>
              <p:nvPr/>
            </p:nvSpPr>
            <p:spPr bwMode="auto">
              <a:xfrm>
                <a:off x="3120" y="206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101" name="Line 57">
                <a:extLst>
                  <a:ext uri="{FF2B5EF4-FFF2-40B4-BE49-F238E27FC236}">
                    <a16:creationId xmlns:a16="http://schemas.microsoft.com/office/drawing/2014/main" id="{64A4E4A0-3F8D-4879-9DC1-0E0EAA7E0D1D}"/>
                  </a:ext>
                </a:extLst>
              </p:cNvPr>
              <p:cNvSpPr>
                <a:spLocks noChangeShapeType="1"/>
              </p:cNvSpPr>
              <p:nvPr/>
            </p:nvSpPr>
            <p:spPr bwMode="auto">
              <a:xfrm>
                <a:off x="3120" y="1872"/>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87085" name="Line 58">
              <a:extLst>
                <a:ext uri="{FF2B5EF4-FFF2-40B4-BE49-F238E27FC236}">
                  <a16:creationId xmlns:a16="http://schemas.microsoft.com/office/drawing/2014/main" id="{881F7BE8-231F-4C1C-B982-F17461A9896B}"/>
                </a:ext>
              </a:extLst>
            </p:cNvPr>
            <p:cNvSpPr>
              <a:spLocks noChangeShapeType="1"/>
            </p:cNvSpPr>
            <p:nvPr/>
          </p:nvSpPr>
          <p:spPr bwMode="auto">
            <a:xfrm>
              <a:off x="3744" y="2544"/>
              <a:ext cx="14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87086" name="Group 100">
              <a:extLst>
                <a:ext uri="{FF2B5EF4-FFF2-40B4-BE49-F238E27FC236}">
                  <a16:creationId xmlns:a16="http://schemas.microsoft.com/office/drawing/2014/main" id="{1FDBE75F-057B-40DA-9448-FF52F89520DF}"/>
                </a:ext>
              </a:extLst>
            </p:cNvPr>
            <p:cNvGrpSpPr>
              <a:grpSpLocks/>
            </p:cNvGrpSpPr>
            <p:nvPr/>
          </p:nvGrpSpPr>
          <p:grpSpPr bwMode="auto">
            <a:xfrm>
              <a:off x="3744" y="1728"/>
              <a:ext cx="1440" cy="816"/>
              <a:chOff x="3744" y="1728"/>
              <a:chExt cx="1440" cy="816"/>
            </a:xfrm>
          </p:grpSpPr>
          <p:sp>
            <p:nvSpPr>
              <p:cNvPr id="87087" name="Text Box 54">
                <a:extLst>
                  <a:ext uri="{FF2B5EF4-FFF2-40B4-BE49-F238E27FC236}">
                    <a16:creationId xmlns:a16="http://schemas.microsoft.com/office/drawing/2014/main" id="{FF75EF30-F42C-424C-B945-869EDA9496BF}"/>
                  </a:ext>
                </a:extLst>
              </p:cNvPr>
              <p:cNvSpPr txBox="1">
                <a:spLocks noChangeArrowheads="1"/>
              </p:cNvSpPr>
              <p:nvPr/>
            </p:nvSpPr>
            <p:spPr bwMode="auto">
              <a:xfrm>
                <a:off x="3744"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7088" name="Text Box 55">
                <a:extLst>
                  <a:ext uri="{FF2B5EF4-FFF2-40B4-BE49-F238E27FC236}">
                    <a16:creationId xmlns:a16="http://schemas.microsoft.com/office/drawing/2014/main" id="{378A23BE-F5B8-4E34-A9C3-B7DA1E705EB7}"/>
                  </a:ext>
                </a:extLst>
              </p:cNvPr>
              <p:cNvSpPr txBox="1">
                <a:spLocks noChangeArrowheads="1"/>
              </p:cNvSpPr>
              <p:nvPr/>
            </p:nvSpPr>
            <p:spPr bwMode="auto">
              <a:xfrm>
                <a:off x="4032"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7089" name="Text Box 64">
                <a:extLst>
                  <a:ext uri="{FF2B5EF4-FFF2-40B4-BE49-F238E27FC236}">
                    <a16:creationId xmlns:a16="http://schemas.microsoft.com/office/drawing/2014/main" id="{361335D5-89AF-480C-A2E7-4FD0E8EA5E75}"/>
                  </a:ext>
                </a:extLst>
              </p:cNvPr>
              <p:cNvSpPr txBox="1">
                <a:spLocks noChangeArrowheads="1"/>
              </p:cNvSpPr>
              <p:nvPr/>
            </p:nvSpPr>
            <p:spPr bwMode="auto">
              <a:xfrm>
                <a:off x="4320"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7090" name="Text Box 76">
                <a:extLst>
                  <a:ext uri="{FF2B5EF4-FFF2-40B4-BE49-F238E27FC236}">
                    <a16:creationId xmlns:a16="http://schemas.microsoft.com/office/drawing/2014/main" id="{0C90F2A4-179F-4CE5-BA35-51762E5E8224}"/>
                  </a:ext>
                </a:extLst>
              </p:cNvPr>
              <p:cNvSpPr txBox="1">
                <a:spLocks noChangeArrowheads="1"/>
              </p:cNvSpPr>
              <p:nvPr/>
            </p:nvSpPr>
            <p:spPr bwMode="auto">
              <a:xfrm>
                <a:off x="4608"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7091" name="Text Box 79">
                <a:extLst>
                  <a:ext uri="{FF2B5EF4-FFF2-40B4-BE49-F238E27FC236}">
                    <a16:creationId xmlns:a16="http://schemas.microsoft.com/office/drawing/2014/main" id="{8B671F63-D2FD-4C5A-849D-7562154D6AD5}"/>
                  </a:ext>
                </a:extLst>
              </p:cNvPr>
              <p:cNvSpPr txBox="1">
                <a:spLocks noChangeArrowheads="1"/>
              </p:cNvSpPr>
              <p:nvPr/>
            </p:nvSpPr>
            <p:spPr bwMode="auto">
              <a:xfrm>
                <a:off x="4896"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E</a:t>
                </a:r>
              </a:p>
            </p:txBody>
          </p:sp>
          <p:grpSp>
            <p:nvGrpSpPr>
              <p:cNvPr id="87092" name="Group 89">
                <a:extLst>
                  <a:ext uri="{FF2B5EF4-FFF2-40B4-BE49-F238E27FC236}">
                    <a16:creationId xmlns:a16="http://schemas.microsoft.com/office/drawing/2014/main" id="{27CCCFE1-9A61-44A7-96FE-85DB0D345EB9}"/>
                  </a:ext>
                </a:extLst>
              </p:cNvPr>
              <p:cNvGrpSpPr>
                <a:grpSpLocks/>
              </p:cNvGrpSpPr>
              <p:nvPr/>
            </p:nvGrpSpPr>
            <p:grpSpPr bwMode="auto">
              <a:xfrm>
                <a:off x="3744" y="1728"/>
                <a:ext cx="1440" cy="816"/>
                <a:chOff x="3456" y="1872"/>
                <a:chExt cx="1440" cy="816"/>
              </a:xfrm>
            </p:grpSpPr>
            <p:grpSp>
              <p:nvGrpSpPr>
                <p:cNvPr id="87093" name="Group 67">
                  <a:extLst>
                    <a:ext uri="{FF2B5EF4-FFF2-40B4-BE49-F238E27FC236}">
                      <a16:creationId xmlns:a16="http://schemas.microsoft.com/office/drawing/2014/main" id="{25B12ECF-5769-43D1-B102-EB43BE781022}"/>
                    </a:ext>
                  </a:extLst>
                </p:cNvPr>
                <p:cNvGrpSpPr>
                  <a:grpSpLocks/>
                </p:cNvGrpSpPr>
                <p:nvPr/>
              </p:nvGrpSpPr>
              <p:grpSpPr bwMode="auto">
                <a:xfrm>
                  <a:off x="3456" y="1872"/>
                  <a:ext cx="864" cy="816"/>
                  <a:chOff x="1968" y="1248"/>
                  <a:chExt cx="864" cy="672"/>
                </a:xfrm>
              </p:grpSpPr>
              <p:sp>
                <p:nvSpPr>
                  <p:cNvPr id="87096" name="Line 68">
                    <a:extLst>
                      <a:ext uri="{FF2B5EF4-FFF2-40B4-BE49-F238E27FC236}">
                        <a16:creationId xmlns:a16="http://schemas.microsoft.com/office/drawing/2014/main" id="{C79A931A-24C7-48B7-B96D-B489D9B8B58D}"/>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97" name="Line 69">
                    <a:extLst>
                      <a:ext uri="{FF2B5EF4-FFF2-40B4-BE49-F238E27FC236}">
                        <a16:creationId xmlns:a16="http://schemas.microsoft.com/office/drawing/2014/main" id="{8ACE6173-9796-49C0-B2A0-B2A0AE1E0C2D}"/>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98" name="Line 70">
                    <a:extLst>
                      <a:ext uri="{FF2B5EF4-FFF2-40B4-BE49-F238E27FC236}">
                        <a16:creationId xmlns:a16="http://schemas.microsoft.com/office/drawing/2014/main" id="{C054193E-DD29-445C-9534-849DD7E9BBAC}"/>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99" name="Line 71">
                    <a:extLst>
                      <a:ext uri="{FF2B5EF4-FFF2-40B4-BE49-F238E27FC236}">
                        <a16:creationId xmlns:a16="http://schemas.microsoft.com/office/drawing/2014/main" id="{A536D9F5-27C8-4720-8D65-41D50BF63963}"/>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7094" name="Line 85">
                  <a:extLst>
                    <a:ext uri="{FF2B5EF4-FFF2-40B4-BE49-F238E27FC236}">
                      <a16:creationId xmlns:a16="http://schemas.microsoft.com/office/drawing/2014/main" id="{474BE1E3-FA15-4707-A243-1C1044134F90}"/>
                    </a:ext>
                  </a:extLst>
                </p:cNvPr>
                <p:cNvSpPr>
                  <a:spLocks noChangeShapeType="1"/>
                </p:cNvSpPr>
                <p:nvPr/>
              </p:nvSpPr>
              <p:spPr bwMode="auto">
                <a:xfrm>
                  <a:off x="4896"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95" name="Line 86">
                  <a:extLst>
                    <a:ext uri="{FF2B5EF4-FFF2-40B4-BE49-F238E27FC236}">
                      <a16:creationId xmlns:a16="http://schemas.microsoft.com/office/drawing/2014/main" id="{F0D2FE59-37AD-43C0-AFA9-754005BE26CE}"/>
                    </a:ext>
                  </a:extLst>
                </p:cNvPr>
                <p:cNvSpPr>
                  <a:spLocks noChangeShapeType="1"/>
                </p:cNvSpPr>
                <p:nvPr/>
              </p:nvSpPr>
              <p:spPr bwMode="auto">
                <a:xfrm>
                  <a:off x="4608"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grpSp>
      <p:grpSp>
        <p:nvGrpSpPr>
          <p:cNvPr id="15" name="Group 97">
            <a:extLst>
              <a:ext uri="{FF2B5EF4-FFF2-40B4-BE49-F238E27FC236}">
                <a16:creationId xmlns:a16="http://schemas.microsoft.com/office/drawing/2014/main" id="{3AFA571F-EF94-418D-B055-7FAB6AF64103}"/>
              </a:ext>
            </a:extLst>
          </p:cNvPr>
          <p:cNvGrpSpPr>
            <a:grpSpLocks/>
          </p:cNvGrpSpPr>
          <p:nvPr/>
        </p:nvGrpSpPr>
        <p:grpSpPr bwMode="auto">
          <a:xfrm>
            <a:off x="2819400" y="4800600"/>
            <a:ext cx="3505200" cy="641350"/>
            <a:chOff x="384" y="2304"/>
            <a:chExt cx="2208" cy="404"/>
          </a:xfrm>
        </p:grpSpPr>
        <p:grpSp>
          <p:nvGrpSpPr>
            <p:cNvPr id="87080" name="Group 96">
              <a:extLst>
                <a:ext uri="{FF2B5EF4-FFF2-40B4-BE49-F238E27FC236}">
                  <a16:creationId xmlns:a16="http://schemas.microsoft.com/office/drawing/2014/main" id="{A7EBA684-D400-4762-A339-DF1BEC742095}"/>
                </a:ext>
              </a:extLst>
            </p:cNvPr>
            <p:cNvGrpSpPr>
              <a:grpSpLocks/>
            </p:cNvGrpSpPr>
            <p:nvPr/>
          </p:nvGrpSpPr>
          <p:grpSpPr bwMode="auto">
            <a:xfrm>
              <a:off x="384" y="2419"/>
              <a:ext cx="1248" cy="269"/>
              <a:chOff x="384" y="2419"/>
              <a:chExt cx="1248" cy="269"/>
            </a:xfrm>
          </p:grpSpPr>
          <p:sp>
            <p:nvSpPr>
              <p:cNvPr id="87082" name="Text Box 92">
                <a:extLst>
                  <a:ext uri="{FF2B5EF4-FFF2-40B4-BE49-F238E27FC236}">
                    <a16:creationId xmlns:a16="http://schemas.microsoft.com/office/drawing/2014/main" id="{CB37CE47-CEF8-42CF-8DA8-C2507084C54A}"/>
                  </a:ext>
                </a:extLst>
              </p:cNvPr>
              <p:cNvSpPr txBox="1">
                <a:spLocks noChangeArrowheads="1"/>
              </p:cNvSpPr>
              <p:nvPr/>
            </p:nvSpPr>
            <p:spPr bwMode="auto">
              <a:xfrm>
                <a:off x="384" y="2419"/>
                <a:ext cx="124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     </a:t>
                </a:r>
                <a:r>
                  <a:rPr lang="en-US" altLang="en-US" sz="2200" baseline="-25000">
                    <a:latin typeface="Tahoma" panose="020B0604030504040204" pitchFamily="34" charset="0"/>
                    <a:sym typeface="Symbol" panose="05050102010706020507" pitchFamily="18" charset="2"/>
                  </a:rPr>
                  <a:t>C</a:t>
                </a:r>
                <a:r>
                  <a:rPr lang="en-US" altLang="en-US" sz="2200">
                    <a:latin typeface="Tahoma" panose="020B0604030504040204" pitchFamily="34" charset="0"/>
                    <a:sym typeface="Symbol" panose="05050102010706020507" pitchFamily="18" charset="2"/>
                  </a:rPr>
                  <a:t> S   =</a:t>
                </a:r>
              </a:p>
            </p:txBody>
          </p:sp>
          <p:sp>
            <p:nvSpPr>
              <p:cNvPr id="87083" name="AutoShape 93">
                <a:extLst>
                  <a:ext uri="{FF2B5EF4-FFF2-40B4-BE49-F238E27FC236}">
                    <a16:creationId xmlns:a16="http://schemas.microsoft.com/office/drawing/2014/main" id="{689FD977-6597-4CAC-AED7-1C08FFEAA32A}"/>
                  </a:ext>
                </a:extLst>
              </p:cNvPr>
              <p:cNvSpPr>
                <a:spLocks noChangeArrowheads="1"/>
              </p:cNvSpPr>
              <p:nvPr/>
            </p:nvSpPr>
            <p:spPr bwMode="auto">
              <a:xfrm rot="-5400000">
                <a:off x="648" y="2491"/>
                <a:ext cx="96" cy="144"/>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87081" name="Text Box 94">
              <a:extLst>
                <a:ext uri="{FF2B5EF4-FFF2-40B4-BE49-F238E27FC236}">
                  <a16:creationId xmlns:a16="http://schemas.microsoft.com/office/drawing/2014/main" id="{A181C5B2-5A08-48F7-9B33-87D26943F94E}"/>
                </a:ext>
              </a:extLst>
            </p:cNvPr>
            <p:cNvSpPr txBox="1">
              <a:spLocks noChangeArrowheads="1"/>
            </p:cNvSpPr>
            <p:nvPr/>
          </p:nvSpPr>
          <p:spPr bwMode="auto">
            <a:xfrm>
              <a:off x="1488" y="2304"/>
              <a:ext cx="11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3600">
                  <a:latin typeface="Tahoma" panose="020B0604030504040204" pitchFamily="34" charset="0"/>
                  <a:sym typeface="Symbol" panose="05050102010706020507" pitchFamily="18" charset="2"/>
                </a:rPr>
                <a:t></a:t>
              </a:r>
              <a:r>
                <a:rPr lang="en-US" altLang="en-US" sz="2200" baseline="-25000">
                  <a:latin typeface="Tahoma" panose="020B0604030504040204" pitchFamily="34" charset="0"/>
                  <a:sym typeface="Symbol" panose="05050102010706020507" pitchFamily="18" charset="2"/>
                </a:rPr>
                <a:t>C</a:t>
              </a:r>
              <a:r>
                <a:rPr lang="en-US" altLang="en-US" sz="2200">
                  <a:latin typeface="Tahoma" panose="020B0604030504040204" pitchFamily="34" charset="0"/>
                  <a:sym typeface="Symbol" panose="05050102010706020507" pitchFamily="18" charset="2"/>
                </a:rPr>
                <a:t>(R </a:t>
              </a:r>
              <a:r>
                <a:rPr lang="en-US" altLang="en-US" sz="2200" b="1">
                  <a:latin typeface="Tahoma" panose="020B0604030504040204" pitchFamily="34" charset="0"/>
                  <a:sym typeface="Symbol" panose="05050102010706020507" pitchFamily="18" charset="2"/>
                </a:rPr>
                <a:t></a:t>
              </a:r>
              <a:r>
                <a:rPr lang="en-US" altLang="en-US" sz="2200">
                  <a:latin typeface="Tahoma" panose="020B0604030504040204" pitchFamily="34" charset="0"/>
                  <a:sym typeface="Symbol" panose="05050102010706020507" pitchFamily="18" charset="2"/>
                </a:rPr>
                <a:t> S)</a:t>
              </a:r>
            </a:p>
          </p:txBody>
        </p:sp>
      </p:grpSp>
      <p:grpSp>
        <p:nvGrpSpPr>
          <p:cNvPr id="17" name="Group 106">
            <a:extLst>
              <a:ext uri="{FF2B5EF4-FFF2-40B4-BE49-F238E27FC236}">
                <a16:creationId xmlns:a16="http://schemas.microsoft.com/office/drawing/2014/main" id="{CE213898-93FD-47C1-8CEC-1C562C4CACDC}"/>
              </a:ext>
            </a:extLst>
          </p:cNvPr>
          <p:cNvGrpSpPr>
            <a:grpSpLocks/>
          </p:cNvGrpSpPr>
          <p:nvPr/>
        </p:nvGrpSpPr>
        <p:grpSpPr bwMode="auto">
          <a:xfrm>
            <a:off x="1828800" y="3124200"/>
            <a:ext cx="2209800" cy="304800"/>
            <a:chOff x="1152" y="1968"/>
            <a:chExt cx="1392" cy="192"/>
          </a:xfrm>
        </p:grpSpPr>
        <p:sp>
          <p:nvSpPr>
            <p:cNvPr id="87077" name="Oval 102">
              <a:extLst>
                <a:ext uri="{FF2B5EF4-FFF2-40B4-BE49-F238E27FC236}">
                  <a16:creationId xmlns:a16="http://schemas.microsoft.com/office/drawing/2014/main" id="{3BFBA096-B914-4089-B7DD-FB07A5438194}"/>
                </a:ext>
              </a:extLst>
            </p:cNvPr>
            <p:cNvSpPr>
              <a:spLocks noChangeArrowheads="1"/>
            </p:cNvSpPr>
            <p:nvPr/>
          </p:nvSpPr>
          <p:spPr bwMode="auto">
            <a:xfrm>
              <a:off x="1152" y="1968"/>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8" name="Oval 103">
              <a:extLst>
                <a:ext uri="{FF2B5EF4-FFF2-40B4-BE49-F238E27FC236}">
                  <a16:creationId xmlns:a16="http://schemas.microsoft.com/office/drawing/2014/main" id="{897DAB87-E5AC-4985-91AD-C72BD4260488}"/>
                </a:ext>
              </a:extLst>
            </p:cNvPr>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9" name="Line 104">
              <a:extLst>
                <a:ext uri="{FF2B5EF4-FFF2-40B4-BE49-F238E27FC236}">
                  <a16:creationId xmlns:a16="http://schemas.microsoft.com/office/drawing/2014/main" id="{B7BF56C8-1B1A-465F-846D-E4ADC60B43C2}"/>
                </a:ext>
              </a:extLst>
            </p:cNvPr>
            <p:cNvSpPr>
              <a:spLocks noChangeShapeType="1"/>
            </p:cNvSpPr>
            <p:nvPr/>
          </p:nvSpPr>
          <p:spPr bwMode="auto">
            <a:xfrm>
              <a:off x="1344" y="2064"/>
              <a:ext cx="1008" cy="0"/>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18" name="Group 111">
            <a:extLst>
              <a:ext uri="{FF2B5EF4-FFF2-40B4-BE49-F238E27FC236}">
                <a16:creationId xmlns:a16="http://schemas.microsoft.com/office/drawing/2014/main" id="{E561DB03-A314-47D8-BA51-63E444B67686}"/>
              </a:ext>
            </a:extLst>
          </p:cNvPr>
          <p:cNvGrpSpPr>
            <a:grpSpLocks/>
          </p:cNvGrpSpPr>
          <p:nvPr/>
        </p:nvGrpSpPr>
        <p:grpSpPr bwMode="auto">
          <a:xfrm>
            <a:off x="1828800" y="3124200"/>
            <a:ext cx="2209800" cy="609600"/>
            <a:chOff x="1152" y="1968"/>
            <a:chExt cx="1392" cy="384"/>
          </a:xfrm>
        </p:grpSpPr>
        <p:sp>
          <p:nvSpPr>
            <p:cNvPr id="87074" name="Oval 108">
              <a:extLst>
                <a:ext uri="{FF2B5EF4-FFF2-40B4-BE49-F238E27FC236}">
                  <a16:creationId xmlns:a16="http://schemas.microsoft.com/office/drawing/2014/main" id="{137C11CD-9F09-484F-B9D9-0E0BFCC3CC21}"/>
                </a:ext>
              </a:extLst>
            </p:cNvPr>
            <p:cNvSpPr>
              <a:spLocks noChangeArrowheads="1"/>
            </p:cNvSpPr>
            <p:nvPr/>
          </p:nvSpPr>
          <p:spPr bwMode="auto">
            <a:xfrm>
              <a:off x="1152" y="1968"/>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5" name="Oval 109">
              <a:extLst>
                <a:ext uri="{FF2B5EF4-FFF2-40B4-BE49-F238E27FC236}">
                  <a16:creationId xmlns:a16="http://schemas.microsoft.com/office/drawing/2014/main" id="{89AFC575-18D3-4975-89A7-B42425B7566C}"/>
                </a:ext>
              </a:extLst>
            </p:cNvPr>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6" name="Line 110">
              <a:extLst>
                <a:ext uri="{FF2B5EF4-FFF2-40B4-BE49-F238E27FC236}">
                  <a16:creationId xmlns:a16="http://schemas.microsoft.com/office/drawing/2014/main" id="{C6C7B606-CA15-43A5-9E33-0466A463EBC7}"/>
                </a:ext>
              </a:extLst>
            </p:cNvPr>
            <p:cNvSpPr>
              <a:spLocks noChangeShapeType="1"/>
            </p:cNvSpPr>
            <p:nvPr/>
          </p:nvSpPr>
          <p:spPr bwMode="auto">
            <a:xfrm>
              <a:off x="1344" y="2064"/>
              <a:ext cx="1008" cy="192"/>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19" name="Group 117">
            <a:extLst>
              <a:ext uri="{FF2B5EF4-FFF2-40B4-BE49-F238E27FC236}">
                <a16:creationId xmlns:a16="http://schemas.microsoft.com/office/drawing/2014/main" id="{586E846E-C8AF-4D3C-BA13-DA377B409E39}"/>
              </a:ext>
            </a:extLst>
          </p:cNvPr>
          <p:cNvGrpSpPr>
            <a:grpSpLocks/>
          </p:cNvGrpSpPr>
          <p:nvPr/>
        </p:nvGrpSpPr>
        <p:grpSpPr bwMode="auto">
          <a:xfrm>
            <a:off x="1828800" y="3124200"/>
            <a:ext cx="2209800" cy="609600"/>
            <a:chOff x="1152" y="1968"/>
            <a:chExt cx="1392" cy="384"/>
          </a:xfrm>
        </p:grpSpPr>
        <p:sp>
          <p:nvSpPr>
            <p:cNvPr id="87071" name="Oval 113">
              <a:extLst>
                <a:ext uri="{FF2B5EF4-FFF2-40B4-BE49-F238E27FC236}">
                  <a16:creationId xmlns:a16="http://schemas.microsoft.com/office/drawing/2014/main" id="{906E804F-421E-4B29-BCDA-38D953A399EF}"/>
                </a:ext>
              </a:extLst>
            </p:cNvPr>
            <p:cNvSpPr>
              <a:spLocks noChangeArrowheads="1"/>
            </p:cNvSpPr>
            <p:nvPr/>
          </p:nvSpPr>
          <p:spPr bwMode="auto">
            <a:xfrm>
              <a:off x="1152" y="2160"/>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2" name="Oval 114">
              <a:extLst>
                <a:ext uri="{FF2B5EF4-FFF2-40B4-BE49-F238E27FC236}">
                  <a16:creationId xmlns:a16="http://schemas.microsoft.com/office/drawing/2014/main" id="{6F469557-CD79-48CF-8DAC-761DB532D46A}"/>
                </a:ext>
              </a:extLst>
            </p:cNvPr>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3" name="Line 115">
              <a:extLst>
                <a:ext uri="{FF2B5EF4-FFF2-40B4-BE49-F238E27FC236}">
                  <a16:creationId xmlns:a16="http://schemas.microsoft.com/office/drawing/2014/main" id="{8FE7FCBA-719C-46BF-A659-2D580491F17B}"/>
                </a:ext>
              </a:extLst>
            </p:cNvPr>
            <p:cNvSpPr>
              <a:spLocks noChangeShapeType="1"/>
            </p:cNvSpPr>
            <p:nvPr/>
          </p:nvSpPr>
          <p:spPr bwMode="auto">
            <a:xfrm flipV="1">
              <a:off x="1344" y="2064"/>
              <a:ext cx="1008" cy="192"/>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20" name="Group 123">
            <a:extLst>
              <a:ext uri="{FF2B5EF4-FFF2-40B4-BE49-F238E27FC236}">
                <a16:creationId xmlns:a16="http://schemas.microsoft.com/office/drawing/2014/main" id="{C0E27AAE-D337-4E0C-B2F0-CDA3382AD820}"/>
              </a:ext>
            </a:extLst>
          </p:cNvPr>
          <p:cNvGrpSpPr>
            <a:grpSpLocks/>
          </p:cNvGrpSpPr>
          <p:nvPr/>
        </p:nvGrpSpPr>
        <p:grpSpPr bwMode="auto">
          <a:xfrm>
            <a:off x="1828800" y="3429000"/>
            <a:ext cx="2209800" cy="304800"/>
            <a:chOff x="1152" y="2160"/>
            <a:chExt cx="1392" cy="192"/>
          </a:xfrm>
        </p:grpSpPr>
        <p:sp>
          <p:nvSpPr>
            <p:cNvPr id="87068" name="Oval 120">
              <a:extLst>
                <a:ext uri="{FF2B5EF4-FFF2-40B4-BE49-F238E27FC236}">
                  <a16:creationId xmlns:a16="http://schemas.microsoft.com/office/drawing/2014/main" id="{5C6E23B2-50B2-4B40-B34C-9EB3D50ED214}"/>
                </a:ext>
              </a:extLst>
            </p:cNvPr>
            <p:cNvSpPr>
              <a:spLocks noChangeArrowheads="1"/>
            </p:cNvSpPr>
            <p:nvPr/>
          </p:nvSpPr>
          <p:spPr bwMode="auto">
            <a:xfrm>
              <a:off x="1152" y="2160"/>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69" name="Oval 121">
              <a:extLst>
                <a:ext uri="{FF2B5EF4-FFF2-40B4-BE49-F238E27FC236}">
                  <a16:creationId xmlns:a16="http://schemas.microsoft.com/office/drawing/2014/main" id="{BB577641-05FF-4482-8689-0B8795D9EC9A}"/>
                </a:ext>
              </a:extLst>
            </p:cNvPr>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70" name="Line 122">
              <a:extLst>
                <a:ext uri="{FF2B5EF4-FFF2-40B4-BE49-F238E27FC236}">
                  <a16:creationId xmlns:a16="http://schemas.microsoft.com/office/drawing/2014/main" id="{2D702112-9DCF-41DA-A6FB-DE308BD9249E}"/>
                </a:ext>
              </a:extLst>
            </p:cNvPr>
            <p:cNvSpPr>
              <a:spLocks noChangeShapeType="1"/>
            </p:cNvSpPr>
            <p:nvPr/>
          </p:nvSpPr>
          <p:spPr bwMode="auto">
            <a:xfrm>
              <a:off x="1344" y="2256"/>
              <a:ext cx="1008" cy="0"/>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21" name="Group 132">
            <a:extLst>
              <a:ext uri="{FF2B5EF4-FFF2-40B4-BE49-F238E27FC236}">
                <a16:creationId xmlns:a16="http://schemas.microsoft.com/office/drawing/2014/main" id="{2565FCCD-7D48-4FF1-A888-8BC77FAFA14F}"/>
              </a:ext>
            </a:extLst>
          </p:cNvPr>
          <p:cNvGrpSpPr>
            <a:grpSpLocks/>
          </p:cNvGrpSpPr>
          <p:nvPr/>
        </p:nvGrpSpPr>
        <p:grpSpPr bwMode="auto">
          <a:xfrm>
            <a:off x="1828800" y="3124200"/>
            <a:ext cx="2209800" cy="914400"/>
            <a:chOff x="1152" y="1968"/>
            <a:chExt cx="1392" cy="576"/>
          </a:xfrm>
        </p:grpSpPr>
        <p:sp>
          <p:nvSpPr>
            <p:cNvPr id="87065" name="Oval 126">
              <a:extLst>
                <a:ext uri="{FF2B5EF4-FFF2-40B4-BE49-F238E27FC236}">
                  <a16:creationId xmlns:a16="http://schemas.microsoft.com/office/drawing/2014/main" id="{E61FFFBC-9D6F-410B-B5C2-29E297F4902C}"/>
                </a:ext>
              </a:extLst>
            </p:cNvPr>
            <p:cNvSpPr>
              <a:spLocks noChangeArrowheads="1"/>
            </p:cNvSpPr>
            <p:nvPr/>
          </p:nvSpPr>
          <p:spPr bwMode="auto">
            <a:xfrm>
              <a:off x="1152" y="2352"/>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66" name="Oval 127">
              <a:extLst>
                <a:ext uri="{FF2B5EF4-FFF2-40B4-BE49-F238E27FC236}">
                  <a16:creationId xmlns:a16="http://schemas.microsoft.com/office/drawing/2014/main" id="{48F5FFAA-3521-48CD-88BE-F34D3B60869C}"/>
                </a:ext>
              </a:extLst>
            </p:cNvPr>
            <p:cNvSpPr>
              <a:spLocks noChangeArrowheads="1"/>
            </p:cNvSpPr>
            <p:nvPr/>
          </p:nvSpPr>
          <p:spPr bwMode="auto">
            <a:xfrm>
              <a:off x="2352" y="1968"/>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67" name="Line 128">
              <a:extLst>
                <a:ext uri="{FF2B5EF4-FFF2-40B4-BE49-F238E27FC236}">
                  <a16:creationId xmlns:a16="http://schemas.microsoft.com/office/drawing/2014/main" id="{599ACEAA-12BC-49F1-B4FD-CE584767A591}"/>
                </a:ext>
              </a:extLst>
            </p:cNvPr>
            <p:cNvSpPr>
              <a:spLocks noChangeShapeType="1"/>
            </p:cNvSpPr>
            <p:nvPr/>
          </p:nvSpPr>
          <p:spPr bwMode="auto">
            <a:xfrm flipV="1">
              <a:off x="1344" y="2064"/>
              <a:ext cx="1008" cy="384"/>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22" name="Group 133">
            <a:extLst>
              <a:ext uri="{FF2B5EF4-FFF2-40B4-BE49-F238E27FC236}">
                <a16:creationId xmlns:a16="http://schemas.microsoft.com/office/drawing/2014/main" id="{6DE63A21-A226-4A6C-A77D-77C92C3B22AD}"/>
              </a:ext>
            </a:extLst>
          </p:cNvPr>
          <p:cNvGrpSpPr>
            <a:grpSpLocks/>
          </p:cNvGrpSpPr>
          <p:nvPr/>
        </p:nvGrpSpPr>
        <p:grpSpPr bwMode="auto">
          <a:xfrm>
            <a:off x="1828800" y="3429000"/>
            <a:ext cx="2209800" cy="609600"/>
            <a:chOff x="1152" y="2160"/>
            <a:chExt cx="1392" cy="384"/>
          </a:xfrm>
        </p:grpSpPr>
        <p:sp>
          <p:nvSpPr>
            <p:cNvPr id="87062" name="Oval 129">
              <a:extLst>
                <a:ext uri="{FF2B5EF4-FFF2-40B4-BE49-F238E27FC236}">
                  <a16:creationId xmlns:a16="http://schemas.microsoft.com/office/drawing/2014/main" id="{C256DD93-B457-453F-B0B7-E133F5E28F52}"/>
                </a:ext>
              </a:extLst>
            </p:cNvPr>
            <p:cNvSpPr>
              <a:spLocks noChangeArrowheads="1"/>
            </p:cNvSpPr>
            <p:nvPr/>
          </p:nvSpPr>
          <p:spPr bwMode="auto">
            <a:xfrm>
              <a:off x="1152" y="2352"/>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63" name="Oval 130">
              <a:extLst>
                <a:ext uri="{FF2B5EF4-FFF2-40B4-BE49-F238E27FC236}">
                  <a16:creationId xmlns:a16="http://schemas.microsoft.com/office/drawing/2014/main" id="{0E7A3B90-92EF-462C-931B-5D9AE43E279A}"/>
                </a:ext>
              </a:extLst>
            </p:cNvPr>
            <p:cNvSpPr>
              <a:spLocks noChangeArrowheads="1"/>
            </p:cNvSpPr>
            <p:nvPr/>
          </p:nvSpPr>
          <p:spPr bwMode="auto">
            <a:xfrm>
              <a:off x="2352" y="2160"/>
              <a:ext cx="192" cy="192"/>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7064" name="Line 131">
              <a:extLst>
                <a:ext uri="{FF2B5EF4-FFF2-40B4-BE49-F238E27FC236}">
                  <a16:creationId xmlns:a16="http://schemas.microsoft.com/office/drawing/2014/main" id="{BB289A55-6ABD-4266-BC83-1D4E3235E64B}"/>
                </a:ext>
              </a:extLst>
            </p:cNvPr>
            <p:cNvSpPr>
              <a:spLocks noChangeShapeType="1"/>
            </p:cNvSpPr>
            <p:nvPr/>
          </p:nvSpPr>
          <p:spPr bwMode="auto">
            <a:xfrm flipV="1">
              <a:off x="1344" y="2256"/>
              <a:ext cx="1008" cy="192"/>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nodeType="clickEffect">
                                  <p:stCondLst>
                                    <p:cond delay="0"/>
                                  </p:stCondLst>
                                  <p:childTnLst>
                                    <p:set>
                                      <p:cBhvr>
                                        <p:cTn id="24" dur="1" fill="hold">
                                          <p:stCondLst>
                                            <p:cond delay="0"/>
                                          </p:stCondLst>
                                        </p:cTn>
                                        <p:tgtEl>
                                          <p:spTgt spid="18"/>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1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20"/>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1+#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Date Placeholder 3">
            <a:extLst>
              <a:ext uri="{FF2B5EF4-FFF2-40B4-BE49-F238E27FC236}">
                <a16:creationId xmlns:a16="http://schemas.microsoft.com/office/drawing/2014/main" id="{64751E1E-8250-4373-9A8C-61A1B5F23532}"/>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89091" name="Slide Number Placeholder 5">
            <a:extLst>
              <a:ext uri="{FF2B5EF4-FFF2-40B4-BE49-F238E27FC236}">
                <a16:creationId xmlns:a16="http://schemas.microsoft.com/office/drawing/2014/main" id="{9515CD79-05E6-44EF-938E-8E23ED7006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EC4EFD6-D882-4308-8489-E05AAD1F8FCC}" type="slidenum">
              <a:rPr lang="en-US" altLang="en-US" sz="1000"/>
              <a:pPr algn="r">
                <a:spcBef>
                  <a:spcPct val="0"/>
                </a:spcBef>
                <a:buClrTx/>
                <a:buFontTx/>
                <a:buNone/>
              </a:pPr>
              <a:t>8</a:t>
            </a:fld>
            <a:endParaRPr lang="en-US" altLang="en-US" sz="1000"/>
          </a:p>
        </p:txBody>
      </p:sp>
      <p:sp>
        <p:nvSpPr>
          <p:cNvPr id="89092" name="Rectangle 176">
            <a:extLst>
              <a:ext uri="{FF2B5EF4-FFF2-40B4-BE49-F238E27FC236}">
                <a16:creationId xmlns:a16="http://schemas.microsoft.com/office/drawing/2014/main" id="{8A1EEB76-58E4-4713-ACF8-01053B892099}"/>
              </a:ext>
            </a:extLst>
          </p:cNvPr>
          <p:cNvSpPr>
            <a:spLocks noChangeArrowheads="1"/>
          </p:cNvSpPr>
          <p:nvPr/>
        </p:nvSpPr>
        <p:spPr bwMode="auto">
          <a:xfrm>
            <a:off x="3657600" y="4572000"/>
            <a:ext cx="457200" cy="12954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9093" name="Rectangle 177">
            <a:extLst>
              <a:ext uri="{FF2B5EF4-FFF2-40B4-BE49-F238E27FC236}">
                <a16:creationId xmlns:a16="http://schemas.microsoft.com/office/drawing/2014/main" id="{A4E1DE01-076C-4965-9902-644BD7832A0F}"/>
              </a:ext>
            </a:extLst>
          </p:cNvPr>
          <p:cNvSpPr>
            <a:spLocks noChangeArrowheads="1"/>
          </p:cNvSpPr>
          <p:nvPr/>
        </p:nvSpPr>
        <p:spPr bwMode="auto">
          <a:xfrm>
            <a:off x="2209800" y="4572000"/>
            <a:ext cx="457200" cy="1600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9094" name="Rectangle 174">
            <a:extLst>
              <a:ext uri="{FF2B5EF4-FFF2-40B4-BE49-F238E27FC236}">
                <a16:creationId xmlns:a16="http://schemas.microsoft.com/office/drawing/2014/main" id="{066CBF92-2474-4E12-9766-5B2188612C21}"/>
              </a:ext>
            </a:extLst>
          </p:cNvPr>
          <p:cNvSpPr>
            <a:spLocks noChangeArrowheads="1"/>
          </p:cNvSpPr>
          <p:nvPr/>
        </p:nvSpPr>
        <p:spPr bwMode="auto">
          <a:xfrm>
            <a:off x="3581400" y="2133600"/>
            <a:ext cx="457200" cy="12954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9095" name="Rectangle 175">
            <a:extLst>
              <a:ext uri="{FF2B5EF4-FFF2-40B4-BE49-F238E27FC236}">
                <a16:creationId xmlns:a16="http://schemas.microsoft.com/office/drawing/2014/main" id="{16A2C978-F843-4B24-A6CA-A3FAEE88FE83}"/>
              </a:ext>
            </a:extLst>
          </p:cNvPr>
          <p:cNvSpPr>
            <a:spLocks noChangeArrowheads="1"/>
          </p:cNvSpPr>
          <p:nvPr/>
        </p:nvSpPr>
        <p:spPr bwMode="auto">
          <a:xfrm>
            <a:off x="2133600" y="2133600"/>
            <a:ext cx="457200" cy="1600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89096" name="Rectangle 2">
            <a:extLst>
              <a:ext uri="{FF2B5EF4-FFF2-40B4-BE49-F238E27FC236}">
                <a16:creationId xmlns:a16="http://schemas.microsoft.com/office/drawing/2014/main" id="{F25C28A2-C34C-4739-A58A-A5AD1E452C0D}"/>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(tt)</a:t>
            </a:r>
          </a:p>
        </p:txBody>
      </p:sp>
      <p:sp>
        <p:nvSpPr>
          <p:cNvPr id="89097" name="Rectangle 3">
            <a:extLst>
              <a:ext uri="{FF2B5EF4-FFF2-40B4-BE49-F238E27FC236}">
                <a16:creationId xmlns:a16="http://schemas.microsoft.com/office/drawing/2014/main" id="{2E6A39D7-49CC-4172-A3AA-94D9E579F92D}"/>
              </a:ext>
            </a:extLst>
          </p:cNvPr>
          <p:cNvSpPr>
            <a:spLocks noGrp="1" noChangeArrowheads="1"/>
          </p:cNvSpPr>
          <p:nvPr>
            <p:ph type="body" idx="1"/>
          </p:nvPr>
        </p:nvSpPr>
        <p:spPr>
          <a:xfrm>
            <a:off x="457200" y="1295400"/>
            <a:ext cx="8229600" cy="4835525"/>
          </a:xfrm>
        </p:spPr>
        <p:txBody>
          <a:bodyPr/>
          <a:lstStyle/>
          <a:p>
            <a:pPr eaLnBrk="1" hangingPunct="1"/>
            <a:r>
              <a:rPr lang="en-US" altLang="en-US"/>
              <a:t>Ví dụ phép kết bằng</a:t>
            </a:r>
          </a:p>
        </p:txBody>
      </p:sp>
      <p:grpSp>
        <p:nvGrpSpPr>
          <p:cNvPr id="89098" name="Group 4">
            <a:extLst>
              <a:ext uri="{FF2B5EF4-FFF2-40B4-BE49-F238E27FC236}">
                <a16:creationId xmlns:a16="http://schemas.microsoft.com/office/drawing/2014/main" id="{F1C07BD2-B9DB-4723-A1FE-0215CEFBB7AE}"/>
              </a:ext>
            </a:extLst>
          </p:cNvPr>
          <p:cNvGrpSpPr>
            <a:grpSpLocks/>
          </p:cNvGrpSpPr>
          <p:nvPr/>
        </p:nvGrpSpPr>
        <p:grpSpPr bwMode="auto">
          <a:xfrm>
            <a:off x="3048000" y="2286000"/>
            <a:ext cx="1447800" cy="990600"/>
            <a:chOff x="528" y="1248"/>
            <a:chExt cx="912" cy="624"/>
          </a:xfrm>
        </p:grpSpPr>
        <p:sp>
          <p:nvSpPr>
            <p:cNvPr id="89241" name="Line 5">
              <a:extLst>
                <a:ext uri="{FF2B5EF4-FFF2-40B4-BE49-F238E27FC236}">
                  <a16:creationId xmlns:a16="http://schemas.microsoft.com/office/drawing/2014/main" id="{8D357062-E0EE-41A7-A8A1-F62BB29D68B8}"/>
                </a:ext>
              </a:extLst>
            </p:cNvPr>
            <p:cNvSpPr>
              <a:spLocks noChangeShapeType="1"/>
            </p:cNvSpPr>
            <p:nvPr/>
          </p:nvSpPr>
          <p:spPr bwMode="auto">
            <a:xfrm>
              <a:off x="528"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42" name="Text Box 6">
              <a:extLst>
                <a:ext uri="{FF2B5EF4-FFF2-40B4-BE49-F238E27FC236}">
                  <a16:creationId xmlns:a16="http://schemas.microsoft.com/office/drawing/2014/main" id="{B6A53A2F-345D-48CC-95B1-BA1691BB47FA}"/>
                </a:ext>
              </a:extLst>
            </p:cNvPr>
            <p:cNvSpPr txBox="1">
              <a:spLocks noChangeArrowheads="1"/>
            </p:cNvSpPr>
            <p:nvPr/>
          </p:nvSpPr>
          <p:spPr bwMode="auto">
            <a:xfrm>
              <a:off x="864"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9243" name="Text Box 7">
              <a:extLst>
                <a:ext uri="{FF2B5EF4-FFF2-40B4-BE49-F238E27FC236}">
                  <a16:creationId xmlns:a16="http://schemas.microsoft.com/office/drawing/2014/main" id="{C5BD7DC8-D40F-43CE-B4A4-6D640A0C09DF}"/>
                </a:ext>
              </a:extLst>
            </p:cNvPr>
            <p:cNvSpPr txBox="1">
              <a:spLocks noChangeArrowheads="1"/>
            </p:cNvSpPr>
            <p:nvPr/>
          </p:nvSpPr>
          <p:spPr bwMode="auto">
            <a:xfrm>
              <a:off x="1152"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E</a:t>
              </a:r>
            </a:p>
          </p:txBody>
        </p:sp>
        <p:sp>
          <p:nvSpPr>
            <p:cNvPr id="89244" name="Text Box 8">
              <a:extLst>
                <a:ext uri="{FF2B5EF4-FFF2-40B4-BE49-F238E27FC236}">
                  <a16:creationId xmlns:a16="http://schemas.microsoft.com/office/drawing/2014/main" id="{3A295971-D992-4B41-B899-C051B4839CB3}"/>
                </a:ext>
              </a:extLst>
            </p:cNvPr>
            <p:cNvSpPr txBox="1">
              <a:spLocks noChangeArrowheads="1"/>
            </p:cNvSpPr>
            <p:nvPr/>
          </p:nvSpPr>
          <p:spPr bwMode="auto">
            <a:xfrm>
              <a:off x="864"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245" name="Line 9">
              <a:extLst>
                <a:ext uri="{FF2B5EF4-FFF2-40B4-BE49-F238E27FC236}">
                  <a16:creationId xmlns:a16="http://schemas.microsoft.com/office/drawing/2014/main" id="{3BB6639D-9833-40DB-A521-8E05F56FE6D0}"/>
                </a:ext>
              </a:extLst>
            </p:cNvPr>
            <p:cNvSpPr>
              <a:spLocks noChangeShapeType="1"/>
            </p:cNvSpPr>
            <p:nvPr/>
          </p:nvSpPr>
          <p:spPr bwMode="auto">
            <a:xfrm>
              <a:off x="528" y="124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46" name="Line 10">
              <a:extLst>
                <a:ext uri="{FF2B5EF4-FFF2-40B4-BE49-F238E27FC236}">
                  <a16:creationId xmlns:a16="http://schemas.microsoft.com/office/drawing/2014/main" id="{3A89B495-9005-492E-BFD8-FE1AA3C6E0BB}"/>
                </a:ext>
              </a:extLst>
            </p:cNvPr>
            <p:cNvSpPr>
              <a:spLocks noChangeShapeType="1"/>
            </p:cNvSpPr>
            <p:nvPr/>
          </p:nvSpPr>
          <p:spPr bwMode="auto">
            <a:xfrm>
              <a:off x="864" y="1872"/>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47" name="Text Box 11">
              <a:extLst>
                <a:ext uri="{FF2B5EF4-FFF2-40B4-BE49-F238E27FC236}">
                  <a16:creationId xmlns:a16="http://schemas.microsoft.com/office/drawing/2014/main" id="{265A02E2-AFD4-4F11-8597-5531F66B2706}"/>
                </a:ext>
              </a:extLst>
            </p:cNvPr>
            <p:cNvSpPr txBox="1">
              <a:spLocks noChangeArrowheads="1"/>
            </p:cNvSpPr>
            <p:nvPr/>
          </p:nvSpPr>
          <p:spPr bwMode="auto">
            <a:xfrm>
              <a:off x="528" y="124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S</a:t>
              </a:r>
            </a:p>
          </p:txBody>
        </p:sp>
        <p:sp>
          <p:nvSpPr>
            <p:cNvPr id="89248" name="Line 12">
              <a:extLst>
                <a:ext uri="{FF2B5EF4-FFF2-40B4-BE49-F238E27FC236}">
                  <a16:creationId xmlns:a16="http://schemas.microsoft.com/office/drawing/2014/main" id="{C8C08F1A-C0FB-4A5E-B2FB-88621484B421}"/>
                </a:ext>
              </a:extLst>
            </p:cNvPr>
            <p:cNvSpPr>
              <a:spLocks noChangeShapeType="1"/>
            </p:cNvSpPr>
            <p:nvPr/>
          </p:nvSpPr>
          <p:spPr bwMode="auto">
            <a:xfrm>
              <a:off x="528" y="124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49" name="Text Box 13">
              <a:extLst>
                <a:ext uri="{FF2B5EF4-FFF2-40B4-BE49-F238E27FC236}">
                  <a16:creationId xmlns:a16="http://schemas.microsoft.com/office/drawing/2014/main" id="{210AF8FC-4A11-4773-BA0E-AAA2DF5523B4}"/>
                </a:ext>
              </a:extLst>
            </p:cNvPr>
            <p:cNvSpPr txBox="1">
              <a:spLocks noChangeArrowheads="1"/>
            </p:cNvSpPr>
            <p:nvPr/>
          </p:nvSpPr>
          <p:spPr bwMode="auto">
            <a:xfrm>
              <a:off x="864"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9250" name="Group 14">
              <a:extLst>
                <a:ext uri="{FF2B5EF4-FFF2-40B4-BE49-F238E27FC236}">
                  <a16:creationId xmlns:a16="http://schemas.microsoft.com/office/drawing/2014/main" id="{F5D4D3C4-CB1B-4917-BADB-9419B3FF3D09}"/>
                </a:ext>
              </a:extLst>
            </p:cNvPr>
            <p:cNvGrpSpPr>
              <a:grpSpLocks/>
            </p:cNvGrpSpPr>
            <p:nvPr/>
          </p:nvGrpSpPr>
          <p:grpSpPr bwMode="auto">
            <a:xfrm>
              <a:off x="864" y="1248"/>
              <a:ext cx="576" cy="624"/>
              <a:chOff x="960" y="2880"/>
              <a:chExt cx="576" cy="1008"/>
            </a:xfrm>
          </p:grpSpPr>
          <p:sp>
            <p:nvSpPr>
              <p:cNvPr id="89253" name="Line 15">
                <a:extLst>
                  <a:ext uri="{FF2B5EF4-FFF2-40B4-BE49-F238E27FC236}">
                    <a16:creationId xmlns:a16="http://schemas.microsoft.com/office/drawing/2014/main" id="{78CF995B-CA52-4A08-9842-50DACEFCCBCC}"/>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54" name="Line 16">
                <a:extLst>
                  <a:ext uri="{FF2B5EF4-FFF2-40B4-BE49-F238E27FC236}">
                    <a16:creationId xmlns:a16="http://schemas.microsoft.com/office/drawing/2014/main" id="{856DB699-4020-4054-A1FE-A3322367309F}"/>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55" name="Line 17">
                <a:extLst>
                  <a:ext uri="{FF2B5EF4-FFF2-40B4-BE49-F238E27FC236}">
                    <a16:creationId xmlns:a16="http://schemas.microsoft.com/office/drawing/2014/main" id="{3CCF3D5E-0CE6-438D-8AEB-0AED64A21BCF}"/>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251" name="Text Box 18">
              <a:extLst>
                <a:ext uri="{FF2B5EF4-FFF2-40B4-BE49-F238E27FC236}">
                  <a16:creationId xmlns:a16="http://schemas.microsoft.com/office/drawing/2014/main" id="{88A4B7D8-02C8-4FA8-8E28-90CEDCADD523}"/>
                </a:ext>
              </a:extLst>
            </p:cNvPr>
            <p:cNvSpPr txBox="1">
              <a:spLocks noChangeArrowheads="1"/>
            </p:cNvSpPr>
            <p:nvPr/>
          </p:nvSpPr>
          <p:spPr bwMode="auto">
            <a:xfrm>
              <a:off x="1152"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252" name="Text Box 19">
              <a:extLst>
                <a:ext uri="{FF2B5EF4-FFF2-40B4-BE49-F238E27FC236}">
                  <a16:creationId xmlns:a16="http://schemas.microsoft.com/office/drawing/2014/main" id="{6439D83A-9998-444C-A56F-3026292BD2DA}"/>
                </a:ext>
              </a:extLst>
            </p:cNvPr>
            <p:cNvSpPr txBox="1">
              <a:spLocks noChangeArrowheads="1"/>
            </p:cNvSpPr>
            <p:nvPr/>
          </p:nvSpPr>
          <p:spPr bwMode="auto">
            <a:xfrm>
              <a:off x="115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89099" name="Group 20">
            <a:extLst>
              <a:ext uri="{FF2B5EF4-FFF2-40B4-BE49-F238E27FC236}">
                <a16:creationId xmlns:a16="http://schemas.microsoft.com/office/drawing/2014/main" id="{3EED25B7-71CF-4F01-B0EC-0E318B729092}"/>
              </a:ext>
            </a:extLst>
          </p:cNvPr>
          <p:cNvGrpSpPr>
            <a:grpSpLocks/>
          </p:cNvGrpSpPr>
          <p:nvPr/>
        </p:nvGrpSpPr>
        <p:grpSpPr bwMode="auto">
          <a:xfrm>
            <a:off x="685800" y="2286000"/>
            <a:ext cx="1905000" cy="1295400"/>
            <a:chOff x="384" y="1344"/>
            <a:chExt cx="1200" cy="816"/>
          </a:xfrm>
        </p:grpSpPr>
        <p:sp>
          <p:nvSpPr>
            <p:cNvPr id="89219" name="Line 21">
              <a:extLst>
                <a:ext uri="{FF2B5EF4-FFF2-40B4-BE49-F238E27FC236}">
                  <a16:creationId xmlns:a16="http://schemas.microsoft.com/office/drawing/2014/main" id="{3799C10F-7954-40DB-8102-FB5449C0190B}"/>
                </a:ext>
              </a:extLst>
            </p:cNvPr>
            <p:cNvSpPr>
              <a:spLocks noChangeShapeType="1"/>
            </p:cNvSpPr>
            <p:nvPr/>
          </p:nvSpPr>
          <p:spPr bwMode="auto">
            <a:xfrm>
              <a:off x="384" y="1536"/>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20" name="Text Box 22">
              <a:extLst>
                <a:ext uri="{FF2B5EF4-FFF2-40B4-BE49-F238E27FC236}">
                  <a16:creationId xmlns:a16="http://schemas.microsoft.com/office/drawing/2014/main" id="{DA130717-075B-4F18-A0C2-CDED60F713AA}"/>
                </a:ext>
              </a:extLst>
            </p:cNvPr>
            <p:cNvSpPr txBox="1">
              <a:spLocks noChangeArrowheads="1"/>
            </p:cNvSpPr>
            <p:nvPr/>
          </p:nvSpPr>
          <p:spPr bwMode="auto">
            <a:xfrm>
              <a:off x="720"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9221" name="Text Box 23">
              <a:extLst>
                <a:ext uri="{FF2B5EF4-FFF2-40B4-BE49-F238E27FC236}">
                  <a16:creationId xmlns:a16="http://schemas.microsoft.com/office/drawing/2014/main" id="{0A3E861F-A144-4C2E-9779-939918A7BAE1}"/>
                </a:ext>
              </a:extLst>
            </p:cNvPr>
            <p:cNvSpPr txBox="1">
              <a:spLocks noChangeArrowheads="1"/>
            </p:cNvSpPr>
            <p:nvPr/>
          </p:nvSpPr>
          <p:spPr bwMode="auto">
            <a:xfrm>
              <a:off x="1008"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9222" name="Text Box 24">
              <a:extLst>
                <a:ext uri="{FF2B5EF4-FFF2-40B4-BE49-F238E27FC236}">
                  <a16:creationId xmlns:a16="http://schemas.microsoft.com/office/drawing/2014/main" id="{20033FE6-C43F-4195-9129-AEFFC2C3053C}"/>
                </a:ext>
              </a:extLst>
            </p:cNvPr>
            <p:cNvSpPr txBox="1">
              <a:spLocks noChangeArrowheads="1"/>
            </p:cNvSpPr>
            <p:nvPr/>
          </p:nvSpPr>
          <p:spPr bwMode="auto">
            <a:xfrm>
              <a:off x="720"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223" name="Line 25">
              <a:extLst>
                <a:ext uri="{FF2B5EF4-FFF2-40B4-BE49-F238E27FC236}">
                  <a16:creationId xmlns:a16="http://schemas.microsoft.com/office/drawing/2014/main" id="{AAFD8CC7-8310-4BDB-B041-2D201CA60582}"/>
                </a:ext>
              </a:extLst>
            </p:cNvPr>
            <p:cNvSpPr>
              <a:spLocks noChangeShapeType="1"/>
            </p:cNvSpPr>
            <p:nvPr/>
          </p:nvSpPr>
          <p:spPr bwMode="auto">
            <a:xfrm>
              <a:off x="384" y="134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24" name="Line 26">
              <a:extLst>
                <a:ext uri="{FF2B5EF4-FFF2-40B4-BE49-F238E27FC236}">
                  <a16:creationId xmlns:a16="http://schemas.microsoft.com/office/drawing/2014/main" id="{8D019467-3217-47F5-9B24-7244D6C847A1}"/>
                </a:ext>
              </a:extLst>
            </p:cNvPr>
            <p:cNvSpPr>
              <a:spLocks noChangeShapeType="1"/>
            </p:cNvSpPr>
            <p:nvPr/>
          </p:nvSpPr>
          <p:spPr bwMode="auto">
            <a:xfrm>
              <a:off x="720" y="2160"/>
              <a:ext cx="8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25" name="Text Box 27">
              <a:extLst>
                <a:ext uri="{FF2B5EF4-FFF2-40B4-BE49-F238E27FC236}">
                  <a16:creationId xmlns:a16="http://schemas.microsoft.com/office/drawing/2014/main" id="{12E3F62F-C12A-4467-8EAA-907E187C6803}"/>
                </a:ext>
              </a:extLst>
            </p:cNvPr>
            <p:cNvSpPr txBox="1">
              <a:spLocks noChangeArrowheads="1"/>
            </p:cNvSpPr>
            <p:nvPr/>
          </p:nvSpPr>
          <p:spPr bwMode="auto">
            <a:xfrm>
              <a:off x="384" y="134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89226" name="Line 28">
              <a:extLst>
                <a:ext uri="{FF2B5EF4-FFF2-40B4-BE49-F238E27FC236}">
                  <a16:creationId xmlns:a16="http://schemas.microsoft.com/office/drawing/2014/main" id="{D6915FC4-94BC-43DC-B465-88B4A96A57D9}"/>
                </a:ext>
              </a:extLst>
            </p:cNvPr>
            <p:cNvSpPr>
              <a:spLocks noChangeShapeType="1"/>
            </p:cNvSpPr>
            <p:nvPr/>
          </p:nvSpPr>
          <p:spPr bwMode="auto">
            <a:xfrm>
              <a:off x="384" y="134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27" name="Text Box 29">
              <a:extLst>
                <a:ext uri="{FF2B5EF4-FFF2-40B4-BE49-F238E27FC236}">
                  <a16:creationId xmlns:a16="http://schemas.microsoft.com/office/drawing/2014/main" id="{2C5F6245-12B8-4A28-9351-63AF8F3C31C5}"/>
                </a:ext>
              </a:extLst>
            </p:cNvPr>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9228" name="Text Box 30">
              <a:extLst>
                <a:ext uri="{FF2B5EF4-FFF2-40B4-BE49-F238E27FC236}">
                  <a16:creationId xmlns:a16="http://schemas.microsoft.com/office/drawing/2014/main" id="{2C0B65A4-52CF-4CCD-8739-0AB1F777FC79}"/>
                </a:ext>
              </a:extLst>
            </p:cNvPr>
            <p:cNvSpPr txBox="1">
              <a:spLocks noChangeArrowheads="1"/>
            </p:cNvSpPr>
            <p:nvPr/>
          </p:nvSpPr>
          <p:spPr bwMode="auto">
            <a:xfrm>
              <a:off x="1008"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9229" name="Text Box 31">
              <a:extLst>
                <a:ext uri="{FF2B5EF4-FFF2-40B4-BE49-F238E27FC236}">
                  <a16:creationId xmlns:a16="http://schemas.microsoft.com/office/drawing/2014/main" id="{7C18122E-38E1-4245-A38F-1AD699560087}"/>
                </a:ext>
              </a:extLst>
            </p:cNvPr>
            <p:cNvSpPr txBox="1">
              <a:spLocks noChangeArrowheads="1"/>
            </p:cNvSpPr>
            <p:nvPr/>
          </p:nvSpPr>
          <p:spPr bwMode="auto">
            <a:xfrm>
              <a:off x="1008"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9230" name="Text Box 32">
              <a:extLst>
                <a:ext uri="{FF2B5EF4-FFF2-40B4-BE49-F238E27FC236}">
                  <a16:creationId xmlns:a16="http://schemas.microsoft.com/office/drawing/2014/main" id="{41FE0315-61E2-4CAB-B3B1-3AD8BDFAC912}"/>
                </a:ext>
              </a:extLst>
            </p:cNvPr>
            <p:cNvSpPr txBox="1">
              <a:spLocks noChangeArrowheads="1"/>
            </p:cNvSpPr>
            <p:nvPr/>
          </p:nvSpPr>
          <p:spPr bwMode="auto">
            <a:xfrm>
              <a:off x="1296"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9231" name="Text Box 33">
              <a:extLst>
                <a:ext uri="{FF2B5EF4-FFF2-40B4-BE49-F238E27FC236}">
                  <a16:creationId xmlns:a16="http://schemas.microsoft.com/office/drawing/2014/main" id="{55E125BA-78C6-44C5-A79B-17281BD01662}"/>
                </a:ext>
              </a:extLst>
            </p:cNvPr>
            <p:cNvSpPr txBox="1">
              <a:spLocks noChangeArrowheads="1"/>
            </p:cNvSpPr>
            <p:nvPr/>
          </p:nvSpPr>
          <p:spPr bwMode="auto">
            <a:xfrm>
              <a:off x="1296"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232" name="Text Box 34">
              <a:extLst>
                <a:ext uri="{FF2B5EF4-FFF2-40B4-BE49-F238E27FC236}">
                  <a16:creationId xmlns:a16="http://schemas.microsoft.com/office/drawing/2014/main" id="{63A52126-51E6-4F07-A50E-9D06E86342C4}"/>
                </a:ext>
              </a:extLst>
            </p:cNvPr>
            <p:cNvSpPr txBox="1">
              <a:spLocks noChangeArrowheads="1"/>
            </p:cNvSpPr>
            <p:nvPr/>
          </p:nvSpPr>
          <p:spPr bwMode="auto">
            <a:xfrm>
              <a:off x="1296"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9233" name="Group 35">
              <a:extLst>
                <a:ext uri="{FF2B5EF4-FFF2-40B4-BE49-F238E27FC236}">
                  <a16:creationId xmlns:a16="http://schemas.microsoft.com/office/drawing/2014/main" id="{5910E8B5-0C78-4B33-9C2E-60F6B33DC058}"/>
                </a:ext>
              </a:extLst>
            </p:cNvPr>
            <p:cNvGrpSpPr>
              <a:grpSpLocks/>
            </p:cNvGrpSpPr>
            <p:nvPr/>
          </p:nvGrpSpPr>
          <p:grpSpPr bwMode="auto">
            <a:xfrm>
              <a:off x="720" y="1344"/>
              <a:ext cx="864" cy="816"/>
              <a:chOff x="1968" y="1248"/>
              <a:chExt cx="864" cy="672"/>
            </a:xfrm>
          </p:grpSpPr>
          <p:sp>
            <p:nvSpPr>
              <p:cNvPr id="89237" name="Line 36">
                <a:extLst>
                  <a:ext uri="{FF2B5EF4-FFF2-40B4-BE49-F238E27FC236}">
                    <a16:creationId xmlns:a16="http://schemas.microsoft.com/office/drawing/2014/main" id="{430BA0E2-D875-4CD9-965A-15C3FDBA3630}"/>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38" name="Line 37">
                <a:extLst>
                  <a:ext uri="{FF2B5EF4-FFF2-40B4-BE49-F238E27FC236}">
                    <a16:creationId xmlns:a16="http://schemas.microsoft.com/office/drawing/2014/main" id="{9981A66B-4841-47C6-AAA3-274AD9B1B0AA}"/>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39" name="Line 38">
                <a:extLst>
                  <a:ext uri="{FF2B5EF4-FFF2-40B4-BE49-F238E27FC236}">
                    <a16:creationId xmlns:a16="http://schemas.microsoft.com/office/drawing/2014/main" id="{B7C42720-417B-4D1A-A7B3-8EA26089A874}"/>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40" name="Line 39">
                <a:extLst>
                  <a:ext uri="{FF2B5EF4-FFF2-40B4-BE49-F238E27FC236}">
                    <a16:creationId xmlns:a16="http://schemas.microsoft.com/office/drawing/2014/main" id="{9B82E1CD-B8DA-4035-B34B-CDCD918E9A25}"/>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234" name="Text Box 40">
              <a:extLst>
                <a:ext uri="{FF2B5EF4-FFF2-40B4-BE49-F238E27FC236}">
                  <a16:creationId xmlns:a16="http://schemas.microsoft.com/office/drawing/2014/main" id="{F17324C1-B0FC-4824-84B7-00D734FCB732}"/>
                </a:ext>
              </a:extLst>
            </p:cNvPr>
            <p:cNvSpPr txBox="1">
              <a:spLocks noChangeArrowheads="1"/>
            </p:cNvSpPr>
            <p:nvPr/>
          </p:nvSpPr>
          <p:spPr bwMode="auto">
            <a:xfrm>
              <a:off x="7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89235" name="Text Box 41">
              <a:extLst>
                <a:ext uri="{FF2B5EF4-FFF2-40B4-BE49-F238E27FC236}">
                  <a16:creationId xmlns:a16="http://schemas.microsoft.com/office/drawing/2014/main" id="{03E5B025-2544-413A-B150-7D00929EC27A}"/>
                </a:ext>
              </a:extLst>
            </p:cNvPr>
            <p:cNvSpPr txBox="1">
              <a:spLocks noChangeArrowheads="1"/>
            </p:cNvSpPr>
            <p:nvPr/>
          </p:nvSpPr>
          <p:spPr bwMode="auto">
            <a:xfrm>
              <a:off x="10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8</a:t>
              </a:r>
            </a:p>
          </p:txBody>
        </p:sp>
        <p:sp>
          <p:nvSpPr>
            <p:cNvPr id="89236" name="Text Box 42">
              <a:extLst>
                <a:ext uri="{FF2B5EF4-FFF2-40B4-BE49-F238E27FC236}">
                  <a16:creationId xmlns:a16="http://schemas.microsoft.com/office/drawing/2014/main" id="{B2D44737-B5F7-46C7-82B0-654C448FA351}"/>
                </a:ext>
              </a:extLst>
            </p:cNvPr>
            <p:cNvSpPr txBox="1">
              <a:spLocks noChangeArrowheads="1"/>
            </p:cNvSpPr>
            <p:nvPr/>
          </p:nvSpPr>
          <p:spPr bwMode="auto">
            <a:xfrm>
              <a:off x="12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9</a:t>
              </a:r>
            </a:p>
          </p:txBody>
        </p:sp>
      </p:grpSp>
      <p:grpSp>
        <p:nvGrpSpPr>
          <p:cNvPr id="89100" name="Group 43">
            <a:extLst>
              <a:ext uri="{FF2B5EF4-FFF2-40B4-BE49-F238E27FC236}">
                <a16:creationId xmlns:a16="http://schemas.microsoft.com/office/drawing/2014/main" id="{AA855231-9784-46C4-8DAE-367F45C31D54}"/>
              </a:ext>
            </a:extLst>
          </p:cNvPr>
          <p:cNvGrpSpPr>
            <a:grpSpLocks/>
          </p:cNvGrpSpPr>
          <p:nvPr/>
        </p:nvGrpSpPr>
        <p:grpSpPr bwMode="auto">
          <a:xfrm>
            <a:off x="6248400" y="1752600"/>
            <a:ext cx="1524000" cy="427038"/>
            <a:chOff x="3648" y="1152"/>
            <a:chExt cx="960" cy="269"/>
          </a:xfrm>
        </p:grpSpPr>
        <p:sp>
          <p:nvSpPr>
            <p:cNvPr id="89217" name="Text Box 44">
              <a:extLst>
                <a:ext uri="{FF2B5EF4-FFF2-40B4-BE49-F238E27FC236}">
                  <a16:creationId xmlns:a16="http://schemas.microsoft.com/office/drawing/2014/main" id="{2BEA5D9E-88F0-470C-84DD-CA7A2C3A396B}"/>
                </a:ext>
              </a:extLst>
            </p:cNvPr>
            <p:cNvSpPr txBox="1">
              <a:spLocks noChangeArrowheads="1"/>
            </p:cNvSpPr>
            <p:nvPr/>
          </p:nvSpPr>
          <p:spPr bwMode="auto">
            <a:xfrm>
              <a:off x="3648" y="1152"/>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     </a:t>
              </a:r>
              <a:r>
                <a:rPr lang="en-US" altLang="en-US" sz="2200" baseline="-25000">
                  <a:latin typeface="Tahoma" panose="020B0604030504040204" pitchFamily="34" charset="0"/>
                  <a:sym typeface="Symbol" panose="05050102010706020507" pitchFamily="18" charset="2"/>
                </a:rPr>
                <a:t>C=D</a:t>
              </a:r>
              <a:r>
                <a:rPr lang="en-US" altLang="en-US" sz="2200">
                  <a:latin typeface="Tahoma" panose="020B0604030504040204" pitchFamily="34" charset="0"/>
                  <a:sym typeface="Symbol" panose="05050102010706020507" pitchFamily="18" charset="2"/>
                </a:rPr>
                <a:t> S</a:t>
              </a:r>
            </a:p>
          </p:txBody>
        </p:sp>
        <p:sp>
          <p:nvSpPr>
            <p:cNvPr id="89218" name="AutoShape 45">
              <a:extLst>
                <a:ext uri="{FF2B5EF4-FFF2-40B4-BE49-F238E27FC236}">
                  <a16:creationId xmlns:a16="http://schemas.microsoft.com/office/drawing/2014/main" id="{3E47B665-3528-4557-A7E8-F4BC42084C3B}"/>
                </a:ext>
              </a:extLst>
            </p:cNvPr>
            <p:cNvSpPr>
              <a:spLocks noChangeArrowheads="1"/>
            </p:cNvSpPr>
            <p:nvPr/>
          </p:nvSpPr>
          <p:spPr bwMode="auto">
            <a:xfrm rot="-5400000">
              <a:off x="3912" y="1224"/>
              <a:ext cx="96" cy="144"/>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grpSp>
        <p:nvGrpSpPr>
          <p:cNvPr id="7" name="Group 84">
            <a:extLst>
              <a:ext uri="{FF2B5EF4-FFF2-40B4-BE49-F238E27FC236}">
                <a16:creationId xmlns:a16="http://schemas.microsoft.com/office/drawing/2014/main" id="{A7633FD7-7012-45AA-B391-E14B7EFD28A9}"/>
              </a:ext>
            </a:extLst>
          </p:cNvPr>
          <p:cNvGrpSpPr>
            <a:grpSpLocks/>
          </p:cNvGrpSpPr>
          <p:nvPr/>
        </p:nvGrpSpPr>
        <p:grpSpPr bwMode="auto">
          <a:xfrm>
            <a:off x="5867400" y="2286000"/>
            <a:ext cx="2286000" cy="990600"/>
            <a:chOff x="3744" y="1728"/>
            <a:chExt cx="1440" cy="624"/>
          </a:xfrm>
        </p:grpSpPr>
        <p:sp>
          <p:nvSpPr>
            <p:cNvPr id="89190" name="Text Box 47">
              <a:extLst>
                <a:ext uri="{FF2B5EF4-FFF2-40B4-BE49-F238E27FC236}">
                  <a16:creationId xmlns:a16="http://schemas.microsoft.com/office/drawing/2014/main" id="{C97E1A02-2381-4FC5-99CD-A45502DB5E74}"/>
                </a:ext>
              </a:extLst>
            </p:cNvPr>
            <p:cNvSpPr txBox="1">
              <a:spLocks noChangeArrowheads="1"/>
            </p:cNvSpPr>
            <p:nvPr/>
          </p:nvSpPr>
          <p:spPr bwMode="auto">
            <a:xfrm>
              <a:off x="3744"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9191" name="Text Box 48">
              <a:extLst>
                <a:ext uri="{FF2B5EF4-FFF2-40B4-BE49-F238E27FC236}">
                  <a16:creationId xmlns:a16="http://schemas.microsoft.com/office/drawing/2014/main" id="{30579414-883E-498B-B3A2-B67D995F10AE}"/>
                </a:ext>
              </a:extLst>
            </p:cNvPr>
            <p:cNvSpPr txBox="1">
              <a:spLocks noChangeArrowheads="1"/>
            </p:cNvSpPr>
            <p:nvPr/>
          </p:nvSpPr>
          <p:spPr bwMode="auto">
            <a:xfrm>
              <a:off x="4032"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9192" name="Text Box 49">
              <a:extLst>
                <a:ext uri="{FF2B5EF4-FFF2-40B4-BE49-F238E27FC236}">
                  <a16:creationId xmlns:a16="http://schemas.microsoft.com/office/drawing/2014/main" id="{95E7FD32-4462-4FF4-B4E6-86CC00DCD20E}"/>
                </a:ext>
              </a:extLst>
            </p:cNvPr>
            <p:cNvSpPr txBox="1">
              <a:spLocks noChangeArrowheads="1"/>
            </p:cNvSpPr>
            <p:nvPr/>
          </p:nvSpPr>
          <p:spPr bwMode="auto">
            <a:xfrm>
              <a:off x="3744"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grpSp>
          <p:nvGrpSpPr>
            <p:cNvPr id="89193" name="Group 50">
              <a:extLst>
                <a:ext uri="{FF2B5EF4-FFF2-40B4-BE49-F238E27FC236}">
                  <a16:creationId xmlns:a16="http://schemas.microsoft.com/office/drawing/2014/main" id="{456127E7-59D5-4AA7-8277-08061307BCA1}"/>
                </a:ext>
              </a:extLst>
            </p:cNvPr>
            <p:cNvGrpSpPr>
              <a:grpSpLocks/>
            </p:cNvGrpSpPr>
            <p:nvPr/>
          </p:nvGrpSpPr>
          <p:grpSpPr bwMode="auto">
            <a:xfrm>
              <a:off x="3744" y="1728"/>
              <a:ext cx="1440" cy="192"/>
              <a:chOff x="3120" y="1872"/>
              <a:chExt cx="1200" cy="192"/>
            </a:xfrm>
          </p:grpSpPr>
          <p:sp>
            <p:nvSpPr>
              <p:cNvPr id="89215" name="Line 51">
                <a:extLst>
                  <a:ext uri="{FF2B5EF4-FFF2-40B4-BE49-F238E27FC236}">
                    <a16:creationId xmlns:a16="http://schemas.microsoft.com/office/drawing/2014/main" id="{E69E4C0E-7139-4CA6-9222-6AB81D312CE7}"/>
                  </a:ext>
                </a:extLst>
              </p:cNvPr>
              <p:cNvSpPr>
                <a:spLocks noChangeShapeType="1"/>
              </p:cNvSpPr>
              <p:nvPr/>
            </p:nvSpPr>
            <p:spPr bwMode="auto">
              <a:xfrm>
                <a:off x="3120" y="206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216" name="Line 52">
                <a:extLst>
                  <a:ext uri="{FF2B5EF4-FFF2-40B4-BE49-F238E27FC236}">
                    <a16:creationId xmlns:a16="http://schemas.microsoft.com/office/drawing/2014/main" id="{AA48C26B-38D9-4B01-B643-626F4F30063C}"/>
                  </a:ext>
                </a:extLst>
              </p:cNvPr>
              <p:cNvSpPr>
                <a:spLocks noChangeShapeType="1"/>
              </p:cNvSpPr>
              <p:nvPr/>
            </p:nvSpPr>
            <p:spPr bwMode="auto">
              <a:xfrm>
                <a:off x="3120" y="1872"/>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89194" name="Line 53">
              <a:extLst>
                <a:ext uri="{FF2B5EF4-FFF2-40B4-BE49-F238E27FC236}">
                  <a16:creationId xmlns:a16="http://schemas.microsoft.com/office/drawing/2014/main" id="{55B9E048-6988-42E4-B0F1-A5B2A37A2409}"/>
                </a:ext>
              </a:extLst>
            </p:cNvPr>
            <p:cNvSpPr>
              <a:spLocks noChangeShapeType="1"/>
            </p:cNvSpPr>
            <p:nvPr/>
          </p:nvSpPr>
          <p:spPr bwMode="auto">
            <a:xfrm>
              <a:off x="3744" y="2352"/>
              <a:ext cx="14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95" name="Text Box 55">
              <a:extLst>
                <a:ext uri="{FF2B5EF4-FFF2-40B4-BE49-F238E27FC236}">
                  <a16:creationId xmlns:a16="http://schemas.microsoft.com/office/drawing/2014/main" id="{9BFD6A3F-C62C-43FD-94F2-8B09C8F5E808}"/>
                </a:ext>
              </a:extLst>
            </p:cNvPr>
            <p:cNvSpPr txBox="1">
              <a:spLocks noChangeArrowheads="1"/>
            </p:cNvSpPr>
            <p:nvPr/>
          </p:nvSpPr>
          <p:spPr bwMode="auto">
            <a:xfrm>
              <a:off x="4032"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9196" name="Text Box 57">
              <a:extLst>
                <a:ext uri="{FF2B5EF4-FFF2-40B4-BE49-F238E27FC236}">
                  <a16:creationId xmlns:a16="http://schemas.microsoft.com/office/drawing/2014/main" id="{E9A33E16-CEF3-4ACD-B6AC-5C9457B19DC3}"/>
                </a:ext>
              </a:extLst>
            </p:cNvPr>
            <p:cNvSpPr txBox="1">
              <a:spLocks noChangeArrowheads="1"/>
            </p:cNvSpPr>
            <p:nvPr/>
          </p:nvSpPr>
          <p:spPr bwMode="auto">
            <a:xfrm>
              <a:off x="4320"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9197" name="Text Box 58">
              <a:extLst>
                <a:ext uri="{FF2B5EF4-FFF2-40B4-BE49-F238E27FC236}">
                  <a16:creationId xmlns:a16="http://schemas.microsoft.com/office/drawing/2014/main" id="{0437B072-21F4-430A-82C0-4CC55AA3BF4F}"/>
                </a:ext>
              </a:extLst>
            </p:cNvPr>
            <p:cNvSpPr txBox="1">
              <a:spLocks noChangeArrowheads="1"/>
            </p:cNvSpPr>
            <p:nvPr/>
          </p:nvSpPr>
          <p:spPr bwMode="auto">
            <a:xfrm>
              <a:off x="43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98" name="Text Box 60">
              <a:extLst>
                <a:ext uri="{FF2B5EF4-FFF2-40B4-BE49-F238E27FC236}">
                  <a16:creationId xmlns:a16="http://schemas.microsoft.com/office/drawing/2014/main" id="{DF7315C3-84D4-42BD-93BA-9FBF2E73AB55}"/>
                </a:ext>
              </a:extLst>
            </p:cNvPr>
            <p:cNvSpPr txBox="1">
              <a:spLocks noChangeArrowheads="1"/>
            </p:cNvSpPr>
            <p:nvPr/>
          </p:nvSpPr>
          <p:spPr bwMode="auto">
            <a:xfrm>
              <a:off x="3744"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9199" name="Text Box 61">
              <a:extLst>
                <a:ext uri="{FF2B5EF4-FFF2-40B4-BE49-F238E27FC236}">
                  <a16:creationId xmlns:a16="http://schemas.microsoft.com/office/drawing/2014/main" id="{48236203-EAAC-42F0-9CEC-71D36DD58814}"/>
                </a:ext>
              </a:extLst>
            </p:cNvPr>
            <p:cNvSpPr txBox="1">
              <a:spLocks noChangeArrowheads="1"/>
            </p:cNvSpPr>
            <p:nvPr/>
          </p:nvSpPr>
          <p:spPr bwMode="auto">
            <a:xfrm>
              <a:off x="4032"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9200" name="Text Box 62">
              <a:extLst>
                <a:ext uri="{FF2B5EF4-FFF2-40B4-BE49-F238E27FC236}">
                  <a16:creationId xmlns:a16="http://schemas.microsoft.com/office/drawing/2014/main" id="{8FA0034A-B512-48A6-8B00-BE0DE5D5EFE9}"/>
                </a:ext>
              </a:extLst>
            </p:cNvPr>
            <p:cNvSpPr txBox="1">
              <a:spLocks noChangeArrowheads="1"/>
            </p:cNvSpPr>
            <p:nvPr/>
          </p:nvSpPr>
          <p:spPr bwMode="auto">
            <a:xfrm>
              <a:off x="4320"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9201" name="Text Box 63">
              <a:extLst>
                <a:ext uri="{FF2B5EF4-FFF2-40B4-BE49-F238E27FC236}">
                  <a16:creationId xmlns:a16="http://schemas.microsoft.com/office/drawing/2014/main" id="{0E83C0DA-8235-45B4-988D-4E4E1127153F}"/>
                </a:ext>
              </a:extLst>
            </p:cNvPr>
            <p:cNvSpPr txBox="1">
              <a:spLocks noChangeArrowheads="1"/>
            </p:cNvSpPr>
            <p:nvPr/>
          </p:nvSpPr>
          <p:spPr bwMode="auto">
            <a:xfrm>
              <a:off x="4608"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9202" name="Text Box 64">
              <a:extLst>
                <a:ext uri="{FF2B5EF4-FFF2-40B4-BE49-F238E27FC236}">
                  <a16:creationId xmlns:a16="http://schemas.microsoft.com/office/drawing/2014/main" id="{8A94376F-7AD7-4FE8-8E94-BD5C41016B7C}"/>
                </a:ext>
              </a:extLst>
            </p:cNvPr>
            <p:cNvSpPr txBox="1">
              <a:spLocks noChangeArrowheads="1"/>
            </p:cNvSpPr>
            <p:nvPr/>
          </p:nvSpPr>
          <p:spPr bwMode="auto">
            <a:xfrm>
              <a:off x="46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203" name="Text Box 66">
              <a:extLst>
                <a:ext uri="{FF2B5EF4-FFF2-40B4-BE49-F238E27FC236}">
                  <a16:creationId xmlns:a16="http://schemas.microsoft.com/office/drawing/2014/main" id="{2C3054F5-F3A0-4FB4-A382-FE9101FFA819}"/>
                </a:ext>
              </a:extLst>
            </p:cNvPr>
            <p:cNvSpPr txBox="1">
              <a:spLocks noChangeArrowheads="1"/>
            </p:cNvSpPr>
            <p:nvPr/>
          </p:nvSpPr>
          <p:spPr bwMode="auto">
            <a:xfrm>
              <a:off x="4896"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E</a:t>
              </a:r>
            </a:p>
          </p:txBody>
        </p:sp>
        <p:sp>
          <p:nvSpPr>
            <p:cNvPr id="89204" name="Text Box 67">
              <a:extLst>
                <a:ext uri="{FF2B5EF4-FFF2-40B4-BE49-F238E27FC236}">
                  <a16:creationId xmlns:a16="http://schemas.microsoft.com/office/drawing/2014/main" id="{E195D8D3-A085-4511-9E9D-0355D0731E9C}"/>
                </a:ext>
              </a:extLst>
            </p:cNvPr>
            <p:cNvSpPr txBox="1">
              <a:spLocks noChangeArrowheads="1"/>
            </p:cNvSpPr>
            <p:nvPr/>
          </p:nvSpPr>
          <p:spPr bwMode="auto">
            <a:xfrm>
              <a:off x="48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205" name="Text Box 69">
              <a:extLst>
                <a:ext uri="{FF2B5EF4-FFF2-40B4-BE49-F238E27FC236}">
                  <a16:creationId xmlns:a16="http://schemas.microsoft.com/office/drawing/2014/main" id="{22098CB9-6C38-4477-BDB5-684183D7BE91}"/>
                </a:ext>
              </a:extLst>
            </p:cNvPr>
            <p:cNvSpPr txBox="1">
              <a:spLocks noChangeArrowheads="1"/>
            </p:cNvSpPr>
            <p:nvPr/>
          </p:nvSpPr>
          <p:spPr bwMode="auto">
            <a:xfrm>
              <a:off x="4608"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9206" name="Text Box 70">
              <a:extLst>
                <a:ext uri="{FF2B5EF4-FFF2-40B4-BE49-F238E27FC236}">
                  <a16:creationId xmlns:a16="http://schemas.microsoft.com/office/drawing/2014/main" id="{87E8ECC3-795A-46D5-9439-23233D4FA7E8}"/>
                </a:ext>
              </a:extLst>
            </p:cNvPr>
            <p:cNvSpPr txBox="1">
              <a:spLocks noChangeArrowheads="1"/>
            </p:cNvSpPr>
            <p:nvPr/>
          </p:nvSpPr>
          <p:spPr bwMode="auto">
            <a:xfrm>
              <a:off x="4896"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nvGrpSpPr>
            <p:cNvPr id="89207" name="Group 71">
              <a:extLst>
                <a:ext uri="{FF2B5EF4-FFF2-40B4-BE49-F238E27FC236}">
                  <a16:creationId xmlns:a16="http://schemas.microsoft.com/office/drawing/2014/main" id="{9EFFB73D-C987-49AA-AB19-18C05EFB040F}"/>
                </a:ext>
              </a:extLst>
            </p:cNvPr>
            <p:cNvGrpSpPr>
              <a:grpSpLocks/>
            </p:cNvGrpSpPr>
            <p:nvPr/>
          </p:nvGrpSpPr>
          <p:grpSpPr bwMode="auto">
            <a:xfrm>
              <a:off x="3744" y="1728"/>
              <a:ext cx="1440" cy="624"/>
              <a:chOff x="3456" y="1872"/>
              <a:chExt cx="1440" cy="816"/>
            </a:xfrm>
          </p:grpSpPr>
          <p:grpSp>
            <p:nvGrpSpPr>
              <p:cNvPr id="89208" name="Group 72">
                <a:extLst>
                  <a:ext uri="{FF2B5EF4-FFF2-40B4-BE49-F238E27FC236}">
                    <a16:creationId xmlns:a16="http://schemas.microsoft.com/office/drawing/2014/main" id="{47580699-D87E-49D9-BDB7-F9F59B820144}"/>
                  </a:ext>
                </a:extLst>
              </p:cNvPr>
              <p:cNvGrpSpPr>
                <a:grpSpLocks/>
              </p:cNvGrpSpPr>
              <p:nvPr/>
            </p:nvGrpSpPr>
            <p:grpSpPr bwMode="auto">
              <a:xfrm>
                <a:off x="3456" y="1872"/>
                <a:ext cx="864" cy="816"/>
                <a:chOff x="1968" y="1248"/>
                <a:chExt cx="864" cy="672"/>
              </a:xfrm>
            </p:grpSpPr>
            <p:sp>
              <p:nvSpPr>
                <p:cNvPr id="89211" name="Line 73">
                  <a:extLst>
                    <a:ext uri="{FF2B5EF4-FFF2-40B4-BE49-F238E27FC236}">
                      <a16:creationId xmlns:a16="http://schemas.microsoft.com/office/drawing/2014/main" id="{192F6C8B-82CA-44BB-9B76-228F8C73BA53}"/>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12" name="Line 74">
                  <a:extLst>
                    <a:ext uri="{FF2B5EF4-FFF2-40B4-BE49-F238E27FC236}">
                      <a16:creationId xmlns:a16="http://schemas.microsoft.com/office/drawing/2014/main" id="{2E893483-01D5-46D6-AE6A-22824BCEFE4D}"/>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13" name="Line 75">
                  <a:extLst>
                    <a:ext uri="{FF2B5EF4-FFF2-40B4-BE49-F238E27FC236}">
                      <a16:creationId xmlns:a16="http://schemas.microsoft.com/office/drawing/2014/main" id="{B4386063-60B5-49DA-89D8-09F608A45C9C}"/>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14" name="Line 76">
                  <a:extLst>
                    <a:ext uri="{FF2B5EF4-FFF2-40B4-BE49-F238E27FC236}">
                      <a16:creationId xmlns:a16="http://schemas.microsoft.com/office/drawing/2014/main" id="{E3FDC692-C68E-4D2E-B5D7-C3A1F01BAD66}"/>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209" name="Line 77">
                <a:extLst>
                  <a:ext uri="{FF2B5EF4-FFF2-40B4-BE49-F238E27FC236}">
                    <a16:creationId xmlns:a16="http://schemas.microsoft.com/office/drawing/2014/main" id="{666126A1-30FD-4AEB-910F-55BA3FE4E606}"/>
                  </a:ext>
                </a:extLst>
              </p:cNvPr>
              <p:cNvSpPr>
                <a:spLocks noChangeShapeType="1"/>
              </p:cNvSpPr>
              <p:nvPr/>
            </p:nvSpPr>
            <p:spPr bwMode="auto">
              <a:xfrm>
                <a:off x="4896"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210" name="Line 78">
                <a:extLst>
                  <a:ext uri="{FF2B5EF4-FFF2-40B4-BE49-F238E27FC236}">
                    <a16:creationId xmlns:a16="http://schemas.microsoft.com/office/drawing/2014/main" id="{BC72D78E-DCFD-4DC3-AF79-F07B0F0FD6F8}"/>
                  </a:ext>
                </a:extLst>
              </p:cNvPr>
              <p:cNvSpPr>
                <a:spLocks noChangeShapeType="1"/>
              </p:cNvSpPr>
              <p:nvPr/>
            </p:nvSpPr>
            <p:spPr bwMode="auto">
              <a:xfrm>
                <a:off x="4608"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grpSp>
        <p:nvGrpSpPr>
          <p:cNvPr id="11" name="Group 85">
            <a:extLst>
              <a:ext uri="{FF2B5EF4-FFF2-40B4-BE49-F238E27FC236}">
                <a16:creationId xmlns:a16="http://schemas.microsoft.com/office/drawing/2014/main" id="{A5F656B6-A9E9-4549-82A0-52464F61E4CC}"/>
              </a:ext>
            </a:extLst>
          </p:cNvPr>
          <p:cNvGrpSpPr>
            <a:grpSpLocks/>
          </p:cNvGrpSpPr>
          <p:nvPr/>
        </p:nvGrpSpPr>
        <p:grpSpPr bwMode="auto">
          <a:xfrm>
            <a:off x="3124200" y="4724400"/>
            <a:ext cx="1447800" cy="990600"/>
            <a:chOff x="528" y="1248"/>
            <a:chExt cx="912" cy="624"/>
          </a:xfrm>
        </p:grpSpPr>
        <p:sp>
          <p:nvSpPr>
            <p:cNvPr id="89175" name="Line 86">
              <a:extLst>
                <a:ext uri="{FF2B5EF4-FFF2-40B4-BE49-F238E27FC236}">
                  <a16:creationId xmlns:a16="http://schemas.microsoft.com/office/drawing/2014/main" id="{66B16F5F-82A8-4D4D-9CAE-78B515AF9A31}"/>
                </a:ext>
              </a:extLst>
            </p:cNvPr>
            <p:cNvSpPr>
              <a:spLocks noChangeShapeType="1"/>
            </p:cNvSpPr>
            <p:nvPr/>
          </p:nvSpPr>
          <p:spPr bwMode="auto">
            <a:xfrm>
              <a:off x="528"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76" name="Text Box 87">
              <a:extLst>
                <a:ext uri="{FF2B5EF4-FFF2-40B4-BE49-F238E27FC236}">
                  <a16:creationId xmlns:a16="http://schemas.microsoft.com/office/drawing/2014/main" id="{2D9929A6-16FA-4CE7-B570-1C153BF0E818}"/>
                </a:ext>
              </a:extLst>
            </p:cNvPr>
            <p:cNvSpPr txBox="1">
              <a:spLocks noChangeArrowheads="1"/>
            </p:cNvSpPr>
            <p:nvPr/>
          </p:nvSpPr>
          <p:spPr bwMode="auto">
            <a:xfrm>
              <a:off x="864"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9177" name="Text Box 88">
              <a:extLst>
                <a:ext uri="{FF2B5EF4-FFF2-40B4-BE49-F238E27FC236}">
                  <a16:creationId xmlns:a16="http://schemas.microsoft.com/office/drawing/2014/main" id="{B7A2A796-D6F8-4485-BFEA-CEB9CF6237B5}"/>
                </a:ext>
              </a:extLst>
            </p:cNvPr>
            <p:cNvSpPr txBox="1">
              <a:spLocks noChangeArrowheads="1"/>
            </p:cNvSpPr>
            <p:nvPr/>
          </p:nvSpPr>
          <p:spPr bwMode="auto">
            <a:xfrm>
              <a:off x="1152"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9178" name="Text Box 89">
              <a:extLst>
                <a:ext uri="{FF2B5EF4-FFF2-40B4-BE49-F238E27FC236}">
                  <a16:creationId xmlns:a16="http://schemas.microsoft.com/office/drawing/2014/main" id="{1C86FD0D-1B1E-4DBB-BCF2-3BA142C88B50}"/>
                </a:ext>
              </a:extLst>
            </p:cNvPr>
            <p:cNvSpPr txBox="1">
              <a:spLocks noChangeArrowheads="1"/>
            </p:cNvSpPr>
            <p:nvPr/>
          </p:nvSpPr>
          <p:spPr bwMode="auto">
            <a:xfrm>
              <a:off x="864"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79" name="Line 90">
              <a:extLst>
                <a:ext uri="{FF2B5EF4-FFF2-40B4-BE49-F238E27FC236}">
                  <a16:creationId xmlns:a16="http://schemas.microsoft.com/office/drawing/2014/main" id="{F14FA27C-AFBF-4499-92F3-57BB9F176583}"/>
                </a:ext>
              </a:extLst>
            </p:cNvPr>
            <p:cNvSpPr>
              <a:spLocks noChangeShapeType="1"/>
            </p:cNvSpPr>
            <p:nvPr/>
          </p:nvSpPr>
          <p:spPr bwMode="auto">
            <a:xfrm>
              <a:off x="528" y="124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80" name="Line 91">
              <a:extLst>
                <a:ext uri="{FF2B5EF4-FFF2-40B4-BE49-F238E27FC236}">
                  <a16:creationId xmlns:a16="http://schemas.microsoft.com/office/drawing/2014/main" id="{C76F1847-5096-4E8A-A6A0-476EF4C817E9}"/>
                </a:ext>
              </a:extLst>
            </p:cNvPr>
            <p:cNvSpPr>
              <a:spLocks noChangeShapeType="1"/>
            </p:cNvSpPr>
            <p:nvPr/>
          </p:nvSpPr>
          <p:spPr bwMode="auto">
            <a:xfrm>
              <a:off x="864" y="1872"/>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81" name="Text Box 92">
              <a:extLst>
                <a:ext uri="{FF2B5EF4-FFF2-40B4-BE49-F238E27FC236}">
                  <a16:creationId xmlns:a16="http://schemas.microsoft.com/office/drawing/2014/main" id="{14EE3E01-7207-4E1B-BB0A-9B6863F119B2}"/>
                </a:ext>
              </a:extLst>
            </p:cNvPr>
            <p:cNvSpPr txBox="1">
              <a:spLocks noChangeArrowheads="1"/>
            </p:cNvSpPr>
            <p:nvPr/>
          </p:nvSpPr>
          <p:spPr bwMode="auto">
            <a:xfrm>
              <a:off x="528" y="124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S</a:t>
              </a:r>
            </a:p>
          </p:txBody>
        </p:sp>
        <p:sp>
          <p:nvSpPr>
            <p:cNvPr id="89182" name="Line 93">
              <a:extLst>
                <a:ext uri="{FF2B5EF4-FFF2-40B4-BE49-F238E27FC236}">
                  <a16:creationId xmlns:a16="http://schemas.microsoft.com/office/drawing/2014/main" id="{DB5EF690-832D-4324-B8DC-06DEB541C04C}"/>
                </a:ext>
              </a:extLst>
            </p:cNvPr>
            <p:cNvSpPr>
              <a:spLocks noChangeShapeType="1"/>
            </p:cNvSpPr>
            <p:nvPr/>
          </p:nvSpPr>
          <p:spPr bwMode="auto">
            <a:xfrm>
              <a:off x="528" y="124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83" name="Text Box 94">
              <a:extLst>
                <a:ext uri="{FF2B5EF4-FFF2-40B4-BE49-F238E27FC236}">
                  <a16:creationId xmlns:a16="http://schemas.microsoft.com/office/drawing/2014/main" id="{35988DE7-BE11-482F-AB8A-A7D680934D0B}"/>
                </a:ext>
              </a:extLst>
            </p:cNvPr>
            <p:cNvSpPr txBox="1">
              <a:spLocks noChangeArrowheads="1"/>
            </p:cNvSpPr>
            <p:nvPr/>
          </p:nvSpPr>
          <p:spPr bwMode="auto">
            <a:xfrm>
              <a:off x="864"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9184" name="Group 95">
              <a:extLst>
                <a:ext uri="{FF2B5EF4-FFF2-40B4-BE49-F238E27FC236}">
                  <a16:creationId xmlns:a16="http://schemas.microsoft.com/office/drawing/2014/main" id="{5AE7A209-FCB8-4B3E-BE50-DBE95CF4394D}"/>
                </a:ext>
              </a:extLst>
            </p:cNvPr>
            <p:cNvGrpSpPr>
              <a:grpSpLocks/>
            </p:cNvGrpSpPr>
            <p:nvPr/>
          </p:nvGrpSpPr>
          <p:grpSpPr bwMode="auto">
            <a:xfrm>
              <a:off x="864" y="1248"/>
              <a:ext cx="576" cy="624"/>
              <a:chOff x="960" y="2880"/>
              <a:chExt cx="576" cy="1008"/>
            </a:xfrm>
          </p:grpSpPr>
          <p:sp>
            <p:nvSpPr>
              <p:cNvPr id="89187" name="Line 96">
                <a:extLst>
                  <a:ext uri="{FF2B5EF4-FFF2-40B4-BE49-F238E27FC236}">
                    <a16:creationId xmlns:a16="http://schemas.microsoft.com/office/drawing/2014/main" id="{98B07205-A545-4C61-8DA2-FEB87B139FE5}"/>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88" name="Line 97">
                <a:extLst>
                  <a:ext uri="{FF2B5EF4-FFF2-40B4-BE49-F238E27FC236}">
                    <a16:creationId xmlns:a16="http://schemas.microsoft.com/office/drawing/2014/main" id="{AEB938AF-24BC-43EC-AC0E-9126B015C607}"/>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89" name="Line 98">
                <a:extLst>
                  <a:ext uri="{FF2B5EF4-FFF2-40B4-BE49-F238E27FC236}">
                    <a16:creationId xmlns:a16="http://schemas.microsoft.com/office/drawing/2014/main" id="{C5C33755-2190-4477-B9AA-3BAFB83B6FF8}"/>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185" name="Text Box 99">
              <a:extLst>
                <a:ext uri="{FF2B5EF4-FFF2-40B4-BE49-F238E27FC236}">
                  <a16:creationId xmlns:a16="http://schemas.microsoft.com/office/drawing/2014/main" id="{A25FAE6F-7F56-4540-BE5D-4D2D0EF17055}"/>
                </a:ext>
              </a:extLst>
            </p:cNvPr>
            <p:cNvSpPr txBox="1">
              <a:spLocks noChangeArrowheads="1"/>
            </p:cNvSpPr>
            <p:nvPr/>
          </p:nvSpPr>
          <p:spPr bwMode="auto">
            <a:xfrm>
              <a:off x="1152"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186" name="Text Box 100">
              <a:extLst>
                <a:ext uri="{FF2B5EF4-FFF2-40B4-BE49-F238E27FC236}">
                  <a16:creationId xmlns:a16="http://schemas.microsoft.com/office/drawing/2014/main" id="{5ABE4240-69B0-4D5A-A6F5-EEB3B3FE4BD8}"/>
                </a:ext>
              </a:extLst>
            </p:cNvPr>
            <p:cNvSpPr txBox="1">
              <a:spLocks noChangeArrowheads="1"/>
            </p:cNvSpPr>
            <p:nvPr/>
          </p:nvSpPr>
          <p:spPr bwMode="auto">
            <a:xfrm>
              <a:off x="115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89103" name="Group 101">
            <a:extLst>
              <a:ext uri="{FF2B5EF4-FFF2-40B4-BE49-F238E27FC236}">
                <a16:creationId xmlns:a16="http://schemas.microsoft.com/office/drawing/2014/main" id="{6468B48B-2D4E-4ABC-A3CE-7031D33E3C55}"/>
              </a:ext>
            </a:extLst>
          </p:cNvPr>
          <p:cNvGrpSpPr>
            <a:grpSpLocks/>
          </p:cNvGrpSpPr>
          <p:nvPr/>
        </p:nvGrpSpPr>
        <p:grpSpPr bwMode="auto">
          <a:xfrm>
            <a:off x="762000" y="4724400"/>
            <a:ext cx="1905000" cy="1295400"/>
            <a:chOff x="384" y="1344"/>
            <a:chExt cx="1200" cy="816"/>
          </a:xfrm>
        </p:grpSpPr>
        <p:sp>
          <p:nvSpPr>
            <p:cNvPr id="89153" name="Line 102">
              <a:extLst>
                <a:ext uri="{FF2B5EF4-FFF2-40B4-BE49-F238E27FC236}">
                  <a16:creationId xmlns:a16="http://schemas.microsoft.com/office/drawing/2014/main" id="{0E5432D7-F4CA-4363-8980-20587A39E577}"/>
                </a:ext>
              </a:extLst>
            </p:cNvPr>
            <p:cNvSpPr>
              <a:spLocks noChangeShapeType="1"/>
            </p:cNvSpPr>
            <p:nvPr/>
          </p:nvSpPr>
          <p:spPr bwMode="auto">
            <a:xfrm>
              <a:off x="384" y="1536"/>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54" name="Text Box 103">
              <a:extLst>
                <a:ext uri="{FF2B5EF4-FFF2-40B4-BE49-F238E27FC236}">
                  <a16:creationId xmlns:a16="http://schemas.microsoft.com/office/drawing/2014/main" id="{4E0419EA-A022-4E06-A7C1-9D3024D53870}"/>
                </a:ext>
              </a:extLst>
            </p:cNvPr>
            <p:cNvSpPr txBox="1">
              <a:spLocks noChangeArrowheads="1"/>
            </p:cNvSpPr>
            <p:nvPr/>
          </p:nvSpPr>
          <p:spPr bwMode="auto">
            <a:xfrm>
              <a:off x="720"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9155" name="Text Box 104">
              <a:extLst>
                <a:ext uri="{FF2B5EF4-FFF2-40B4-BE49-F238E27FC236}">
                  <a16:creationId xmlns:a16="http://schemas.microsoft.com/office/drawing/2014/main" id="{3DCB31DC-A78C-4DBF-9786-E8BCC8E71FB8}"/>
                </a:ext>
              </a:extLst>
            </p:cNvPr>
            <p:cNvSpPr txBox="1">
              <a:spLocks noChangeArrowheads="1"/>
            </p:cNvSpPr>
            <p:nvPr/>
          </p:nvSpPr>
          <p:spPr bwMode="auto">
            <a:xfrm>
              <a:off x="1008"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9156" name="Text Box 105">
              <a:extLst>
                <a:ext uri="{FF2B5EF4-FFF2-40B4-BE49-F238E27FC236}">
                  <a16:creationId xmlns:a16="http://schemas.microsoft.com/office/drawing/2014/main" id="{5E4C1509-BA6F-4B7D-91E3-A4D390CD7274}"/>
                </a:ext>
              </a:extLst>
            </p:cNvPr>
            <p:cNvSpPr txBox="1">
              <a:spLocks noChangeArrowheads="1"/>
            </p:cNvSpPr>
            <p:nvPr/>
          </p:nvSpPr>
          <p:spPr bwMode="auto">
            <a:xfrm>
              <a:off x="720"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157" name="Line 106">
              <a:extLst>
                <a:ext uri="{FF2B5EF4-FFF2-40B4-BE49-F238E27FC236}">
                  <a16:creationId xmlns:a16="http://schemas.microsoft.com/office/drawing/2014/main" id="{A9F061BF-DD94-4A40-9583-F1E1143F5E9E}"/>
                </a:ext>
              </a:extLst>
            </p:cNvPr>
            <p:cNvSpPr>
              <a:spLocks noChangeShapeType="1"/>
            </p:cNvSpPr>
            <p:nvPr/>
          </p:nvSpPr>
          <p:spPr bwMode="auto">
            <a:xfrm>
              <a:off x="384" y="134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58" name="Line 107">
              <a:extLst>
                <a:ext uri="{FF2B5EF4-FFF2-40B4-BE49-F238E27FC236}">
                  <a16:creationId xmlns:a16="http://schemas.microsoft.com/office/drawing/2014/main" id="{DB471D34-5DCF-4B10-AF47-8A89172375F8}"/>
                </a:ext>
              </a:extLst>
            </p:cNvPr>
            <p:cNvSpPr>
              <a:spLocks noChangeShapeType="1"/>
            </p:cNvSpPr>
            <p:nvPr/>
          </p:nvSpPr>
          <p:spPr bwMode="auto">
            <a:xfrm>
              <a:off x="720" y="2160"/>
              <a:ext cx="8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59" name="Text Box 108">
              <a:extLst>
                <a:ext uri="{FF2B5EF4-FFF2-40B4-BE49-F238E27FC236}">
                  <a16:creationId xmlns:a16="http://schemas.microsoft.com/office/drawing/2014/main" id="{6129A4AB-A6AE-496E-A0B2-561799C8DBD7}"/>
                </a:ext>
              </a:extLst>
            </p:cNvPr>
            <p:cNvSpPr txBox="1">
              <a:spLocks noChangeArrowheads="1"/>
            </p:cNvSpPr>
            <p:nvPr/>
          </p:nvSpPr>
          <p:spPr bwMode="auto">
            <a:xfrm>
              <a:off x="384" y="134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89160" name="Line 109">
              <a:extLst>
                <a:ext uri="{FF2B5EF4-FFF2-40B4-BE49-F238E27FC236}">
                  <a16:creationId xmlns:a16="http://schemas.microsoft.com/office/drawing/2014/main" id="{0FBE2153-465B-400D-94D7-2B2756099138}"/>
                </a:ext>
              </a:extLst>
            </p:cNvPr>
            <p:cNvSpPr>
              <a:spLocks noChangeShapeType="1"/>
            </p:cNvSpPr>
            <p:nvPr/>
          </p:nvSpPr>
          <p:spPr bwMode="auto">
            <a:xfrm>
              <a:off x="384" y="134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61" name="Text Box 110">
              <a:extLst>
                <a:ext uri="{FF2B5EF4-FFF2-40B4-BE49-F238E27FC236}">
                  <a16:creationId xmlns:a16="http://schemas.microsoft.com/office/drawing/2014/main" id="{C3A2FD91-944F-48A0-B666-6F0DA5945341}"/>
                </a:ext>
              </a:extLst>
            </p:cNvPr>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9162" name="Text Box 111">
              <a:extLst>
                <a:ext uri="{FF2B5EF4-FFF2-40B4-BE49-F238E27FC236}">
                  <a16:creationId xmlns:a16="http://schemas.microsoft.com/office/drawing/2014/main" id="{CCAE491F-BC89-46F6-ABA3-7F489BD1DCE3}"/>
                </a:ext>
              </a:extLst>
            </p:cNvPr>
            <p:cNvSpPr txBox="1">
              <a:spLocks noChangeArrowheads="1"/>
            </p:cNvSpPr>
            <p:nvPr/>
          </p:nvSpPr>
          <p:spPr bwMode="auto">
            <a:xfrm>
              <a:off x="1008"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9163" name="Text Box 112">
              <a:extLst>
                <a:ext uri="{FF2B5EF4-FFF2-40B4-BE49-F238E27FC236}">
                  <a16:creationId xmlns:a16="http://schemas.microsoft.com/office/drawing/2014/main" id="{031EDDB9-00BC-4708-9D17-5FA448BF4491}"/>
                </a:ext>
              </a:extLst>
            </p:cNvPr>
            <p:cNvSpPr txBox="1">
              <a:spLocks noChangeArrowheads="1"/>
            </p:cNvSpPr>
            <p:nvPr/>
          </p:nvSpPr>
          <p:spPr bwMode="auto">
            <a:xfrm>
              <a:off x="1008"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9164" name="Text Box 113">
              <a:extLst>
                <a:ext uri="{FF2B5EF4-FFF2-40B4-BE49-F238E27FC236}">
                  <a16:creationId xmlns:a16="http://schemas.microsoft.com/office/drawing/2014/main" id="{9B432067-1BB1-45F7-A5BF-2F5B3F3D5937}"/>
                </a:ext>
              </a:extLst>
            </p:cNvPr>
            <p:cNvSpPr txBox="1">
              <a:spLocks noChangeArrowheads="1"/>
            </p:cNvSpPr>
            <p:nvPr/>
          </p:nvSpPr>
          <p:spPr bwMode="auto">
            <a:xfrm>
              <a:off x="1296"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9165" name="Text Box 114">
              <a:extLst>
                <a:ext uri="{FF2B5EF4-FFF2-40B4-BE49-F238E27FC236}">
                  <a16:creationId xmlns:a16="http://schemas.microsoft.com/office/drawing/2014/main" id="{CB95EE3E-5761-4CE8-9895-D56E6E2106E2}"/>
                </a:ext>
              </a:extLst>
            </p:cNvPr>
            <p:cNvSpPr txBox="1">
              <a:spLocks noChangeArrowheads="1"/>
            </p:cNvSpPr>
            <p:nvPr/>
          </p:nvSpPr>
          <p:spPr bwMode="auto">
            <a:xfrm>
              <a:off x="1296"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66" name="Text Box 115">
              <a:extLst>
                <a:ext uri="{FF2B5EF4-FFF2-40B4-BE49-F238E27FC236}">
                  <a16:creationId xmlns:a16="http://schemas.microsoft.com/office/drawing/2014/main" id="{69E36D12-90C2-4AC2-BC4F-B7369B33F6F7}"/>
                </a:ext>
              </a:extLst>
            </p:cNvPr>
            <p:cNvSpPr txBox="1">
              <a:spLocks noChangeArrowheads="1"/>
            </p:cNvSpPr>
            <p:nvPr/>
          </p:nvSpPr>
          <p:spPr bwMode="auto">
            <a:xfrm>
              <a:off x="1296"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9167" name="Group 116">
              <a:extLst>
                <a:ext uri="{FF2B5EF4-FFF2-40B4-BE49-F238E27FC236}">
                  <a16:creationId xmlns:a16="http://schemas.microsoft.com/office/drawing/2014/main" id="{1A710DB5-F7F9-4569-9FBB-3071CCDB7917}"/>
                </a:ext>
              </a:extLst>
            </p:cNvPr>
            <p:cNvGrpSpPr>
              <a:grpSpLocks/>
            </p:cNvGrpSpPr>
            <p:nvPr/>
          </p:nvGrpSpPr>
          <p:grpSpPr bwMode="auto">
            <a:xfrm>
              <a:off x="720" y="1344"/>
              <a:ext cx="864" cy="816"/>
              <a:chOff x="1968" y="1248"/>
              <a:chExt cx="864" cy="672"/>
            </a:xfrm>
          </p:grpSpPr>
          <p:sp>
            <p:nvSpPr>
              <p:cNvPr id="89171" name="Line 117">
                <a:extLst>
                  <a:ext uri="{FF2B5EF4-FFF2-40B4-BE49-F238E27FC236}">
                    <a16:creationId xmlns:a16="http://schemas.microsoft.com/office/drawing/2014/main" id="{DCD2EC22-6C6E-4E45-8941-BC2A50B955DE}"/>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72" name="Line 118">
                <a:extLst>
                  <a:ext uri="{FF2B5EF4-FFF2-40B4-BE49-F238E27FC236}">
                    <a16:creationId xmlns:a16="http://schemas.microsoft.com/office/drawing/2014/main" id="{B80928CB-5B6D-48A9-98B2-F9E1676FF3D6}"/>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73" name="Line 119">
                <a:extLst>
                  <a:ext uri="{FF2B5EF4-FFF2-40B4-BE49-F238E27FC236}">
                    <a16:creationId xmlns:a16="http://schemas.microsoft.com/office/drawing/2014/main" id="{7D12B53A-2AD9-4047-A4B4-0EA1F92DB909}"/>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74" name="Line 120">
                <a:extLst>
                  <a:ext uri="{FF2B5EF4-FFF2-40B4-BE49-F238E27FC236}">
                    <a16:creationId xmlns:a16="http://schemas.microsoft.com/office/drawing/2014/main" id="{1498CF7D-914C-4696-A5F3-4C181DE372C0}"/>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168" name="Text Box 121">
              <a:extLst>
                <a:ext uri="{FF2B5EF4-FFF2-40B4-BE49-F238E27FC236}">
                  <a16:creationId xmlns:a16="http://schemas.microsoft.com/office/drawing/2014/main" id="{BF2DBBE4-B8B5-43D7-A0AC-9EC8A257454D}"/>
                </a:ext>
              </a:extLst>
            </p:cNvPr>
            <p:cNvSpPr txBox="1">
              <a:spLocks noChangeArrowheads="1"/>
            </p:cNvSpPr>
            <p:nvPr/>
          </p:nvSpPr>
          <p:spPr bwMode="auto">
            <a:xfrm>
              <a:off x="7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89169" name="Text Box 122">
              <a:extLst>
                <a:ext uri="{FF2B5EF4-FFF2-40B4-BE49-F238E27FC236}">
                  <a16:creationId xmlns:a16="http://schemas.microsoft.com/office/drawing/2014/main" id="{F06ACD1C-032B-4B5D-B5C3-1C1CB2E3212F}"/>
                </a:ext>
              </a:extLst>
            </p:cNvPr>
            <p:cNvSpPr txBox="1">
              <a:spLocks noChangeArrowheads="1"/>
            </p:cNvSpPr>
            <p:nvPr/>
          </p:nvSpPr>
          <p:spPr bwMode="auto">
            <a:xfrm>
              <a:off x="10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8</a:t>
              </a:r>
            </a:p>
          </p:txBody>
        </p:sp>
        <p:sp>
          <p:nvSpPr>
            <p:cNvPr id="89170" name="Text Box 123">
              <a:extLst>
                <a:ext uri="{FF2B5EF4-FFF2-40B4-BE49-F238E27FC236}">
                  <a16:creationId xmlns:a16="http://schemas.microsoft.com/office/drawing/2014/main" id="{04AADB33-D2D5-4628-8BAF-31DE0F1252A0}"/>
                </a:ext>
              </a:extLst>
            </p:cNvPr>
            <p:cNvSpPr txBox="1">
              <a:spLocks noChangeArrowheads="1"/>
            </p:cNvSpPr>
            <p:nvPr/>
          </p:nvSpPr>
          <p:spPr bwMode="auto">
            <a:xfrm>
              <a:off x="12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9</a:t>
              </a:r>
            </a:p>
          </p:txBody>
        </p:sp>
      </p:grpSp>
      <p:grpSp>
        <p:nvGrpSpPr>
          <p:cNvPr id="15" name="Group 155">
            <a:extLst>
              <a:ext uri="{FF2B5EF4-FFF2-40B4-BE49-F238E27FC236}">
                <a16:creationId xmlns:a16="http://schemas.microsoft.com/office/drawing/2014/main" id="{828D5382-789A-4836-B043-22DCB9EE70B3}"/>
              </a:ext>
            </a:extLst>
          </p:cNvPr>
          <p:cNvGrpSpPr>
            <a:grpSpLocks/>
          </p:cNvGrpSpPr>
          <p:nvPr/>
        </p:nvGrpSpPr>
        <p:grpSpPr bwMode="auto">
          <a:xfrm>
            <a:off x="6248400" y="4068763"/>
            <a:ext cx="1981200" cy="427037"/>
            <a:chOff x="3936" y="2563"/>
            <a:chExt cx="1248" cy="269"/>
          </a:xfrm>
        </p:grpSpPr>
        <p:sp>
          <p:nvSpPr>
            <p:cNvPr id="89151" name="Text Box 125">
              <a:extLst>
                <a:ext uri="{FF2B5EF4-FFF2-40B4-BE49-F238E27FC236}">
                  <a16:creationId xmlns:a16="http://schemas.microsoft.com/office/drawing/2014/main" id="{A79B2BE8-2996-4075-972F-1248F78BC4A9}"/>
                </a:ext>
              </a:extLst>
            </p:cNvPr>
            <p:cNvSpPr txBox="1">
              <a:spLocks noChangeArrowheads="1"/>
            </p:cNvSpPr>
            <p:nvPr/>
          </p:nvSpPr>
          <p:spPr bwMode="auto">
            <a:xfrm>
              <a:off x="3936" y="2563"/>
              <a:ext cx="124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     </a:t>
              </a:r>
              <a:r>
                <a:rPr lang="en-US" altLang="en-US" sz="2200" baseline="-25000">
                  <a:latin typeface="Tahoma" panose="020B0604030504040204" pitchFamily="34" charset="0"/>
                  <a:sym typeface="Symbol" panose="05050102010706020507" pitchFamily="18" charset="2"/>
                </a:rPr>
                <a:t>C=S.C</a:t>
              </a:r>
              <a:r>
                <a:rPr lang="en-US" altLang="en-US" sz="2200">
                  <a:latin typeface="Tahoma" panose="020B0604030504040204" pitchFamily="34" charset="0"/>
                  <a:sym typeface="Symbol" panose="05050102010706020507" pitchFamily="18" charset="2"/>
                </a:rPr>
                <a:t> S</a:t>
              </a:r>
            </a:p>
          </p:txBody>
        </p:sp>
        <p:sp>
          <p:nvSpPr>
            <p:cNvPr id="89152" name="AutoShape 126">
              <a:extLst>
                <a:ext uri="{FF2B5EF4-FFF2-40B4-BE49-F238E27FC236}">
                  <a16:creationId xmlns:a16="http://schemas.microsoft.com/office/drawing/2014/main" id="{F8D5C021-882B-4DE6-AAF0-9DC17B0622FD}"/>
                </a:ext>
              </a:extLst>
            </p:cNvPr>
            <p:cNvSpPr>
              <a:spLocks noChangeArrowheads="1"/>
            </p:cNvSpPr>
            <p:nvPr/>
          </p:nvSpPr>
          <p:spPr bwMode="auto">
            <a:xfrm rot="-5400000">
              <a:off x="4200" y="2635"/>
              <a:ext cx="96" cy="144"/>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grpSp>
        <p:nvGrpSpPr>
          <p:cNvPr id="16" name="Group 127">
            <a:extLst>
              <a:ext uri="{FF2B5EF4-FFF2-40B4-BE49-F238E27FC236}">
                <a16:creationId xmlns:a16="http://schemas.microsoft.com/office/drawing/2014/main" id="{C2E6B71E-24DF-45F4-A177-71AD78C39F42}"/>
              </a:ext>
            </a:extLst>
          </p:cNvPr>
          <p:cNvGrpSpPr>
            <a:grpSpLocks/>
          </p:cNvGrpSpPr>
          <p:nvPr/>
        </p:nvGrpSpPr>
        <p:grpSpPr bwMode="auto">
          <a:xfrm>
            <a:off x="5943600" y="4724400"/>
            <a:ext cx="2286000" cy="990600"/>
            <a:chOff x="3744" y="1728"/>
            <a:chExt cx="1440" cy="624"/>
          </a:xfrm>
        </p:grpSpPr>
        <p:sp>
          <p:nvSpPr>
            <p:cNvPr id="89124" name="Text Box 128">
              <a:extLst>
                <a:ext uri="{FF2B5EF4-FFF2-40B4-BE49-F238E27FC236}">
                  <a16:creationId xmlns:a16="http://schemas.microsoft.com/office/drawing/2014/main" id="{E5C48736-FA55-4302-BBA7-CEA717066EA1}"/>
                </a:ext>
              </a:extLst>
            </p:cNvPr>
            <p:cNvSpPr txBox="1">
              <a:spLocks noChangeArrowheads="1"/>
            </p:cNvSpPr>
            <p:nvPr/>
          </p:nvSpPr>
          <p:spPr bwMode="auto">
            <a:xfrm>
              <a:off x="3744"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89125" name="Text Box 129">
              <a:extLst>
                <a:ext uri="{FF2B5EF4-FFF2-40B4-BE49-F238E27FC236}">
                  <a16:creationId xmlns:a16="http://schemas.microsoft.com/office/drawing/2014/main" id="{872A5C1E-E1F6-48FD-8D34-DB923C770D53}"/>
                </a:ext>
              </a:extLst>
            </p:cNvPr>
            <p:cNvSpPr txBox="1">
              <a:spLocks noChangeArrowheads="1"/>
            </p:cNvSpPr>
            <p:nvPr/>
          </p:nvSpPr>
          <p:spPr bwMode="auto">
            <a:xfrm>
              <a:off x="4032"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89126" name="Text Box 130">
              <a:extLst>
                <a:ext uri="{FF2B5EF4-FFF2-40B4-BE49-F238E27FC236}">
                  <a16:creationId xmlns:a16="http://schemas.microsoft.com/office/drawing/2014/main" id="{9FD27E89-A0C8-4567-8FD7-FD0450506166}"/>
                </a:ext>
              </a:extLst>
            </p:cNvPr>
            <p:cNvSpPr txBox="1">
              <a:spLocks noChangeArrowheads="1"/>
            </p:cNvSpPr>
            <p:nvPr/>
          </p:nvSpPr>
          <p:spPr bwMode="auto">
            <a:xfrm>
              <a:off x="3744"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grpSp>
          <p:nvGrpSpPr>
            <p:cNvPr id="89127" name="Group 131">
              <a:extLst>
                <a:ext uri="{FF2B5EF4-FFF2-40B4-BE49-F238E27FC236}">
                  <a16:creationId xmlns:a16="http://schemas.microsoft.com/office/drawing/2014/main" id="{210802A4-5348-4BA0-9A24-2FC47DEC6A97}"/>
                </a:ext>
              </a:extLst>
            </p:cNvPr>
            <p:cNvGrpSpPr>
              <a:grpSpLocks/>
            </p:cNvGrpSpPr>
            <p:nvPr/>
          </p:nvGrpSpPr>
          <p:grpSpPr bwMode="auto">
            <a:xfrm>
              <a:off x="3744" y="1728"/>
              <a:ext cx="1440" cy="192"/>
              <a:chOff x="3120" y="1872"/>
              <a:chExt cx="1200" cy="192"/>
            </a:xfrm>
          </p:grpSpPr>
          <p:sp>
            <p:nvSpPr>
              <p:cNvPr id="89149" name="Line 132">
                <a:extLst>
                  <a:ext uri="{FF2B5EF4-FFF2-40B4-BE49-F238E27FC236}">
                    <a16:creationId xmlns:a16="http://schemas.microsoft.com/office/drawing/2014/main" id="{4B4D93EE-3FB1-498B-AA33-F28F479938A3}"/>
                  </a:ext>
                </a:extLst>
              </p:cNvPr>
              <p:cNvSpPr>
                <a:spLocks noChangeShapeType="1"/>
              </p:cNvSpPr>
              <p:nvPr/>
            </p:nvSpPr>
            <p:spPr bwMode="auto">
              <a:xfrm>
                <a:off x="3120" y="206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50" name="Line 133">
                <a:extLst>
                  <a:ext uri="{FF2B5EF4-FFF2-40B4-BE49-F238E27FC236}">
                    <a16:creationId xmlns:a16="http://schemas.microsoft.com/office/drawing/2014/main" id="{0B385639-5D74-403D-A8E3-40A435439050}"/>
                  </a:ext>
                </a:extLst>
              </p:cNvPr>
              <p:cNvSpPr>
                <a:spLocks noChangeShapeType="1"/>
              </p:cNvSpPr>
              <p:nvPr/>
            </p:nvSpPr>
            <p:spPr bwMode="auto">
              <a:xfrm>
                <a:off x="3120" y="1872"/>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89128" name="Line 134">
              <a:extLst>
                <a:ext uri="{FF2B5EF4-FFF2-40B4-BE49-F238E27FC236}">
                  <a16:creationId xmlns:a16="http://schemas.microsoft.com/office/drawing/2014/main" id="{8385D161-1435-4735-9FD5-AA923A271B20}"/>
                </a:ext>
              </a:extLst>
            </p:cNvPr>
            <p:cNvSpPr>
              <a:spLocks noChangeShapeType="1"/>
            </p:cNvSpPr>
            <p:nvPr/>
          </p:nvSpPr>
          <p:spPr bwMode="auto">
            <a:xfrm>
              <a:off x="3744" y="2352"/>
              <a:ext cx="14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29" name="Text Box 135">
              <a:extLst>
                <a:ext uri="{FF2B5EF4-FFF2-40B4-BE49-F238E27FC236}">
                  <a16:creationId xmlns:a16="http://schemas.microsoft.com/office/drawing/2014/main" id="{73269057-5440-4016-885D-4EDFC60C8D97}"/>
                </a:ext>
              </a:extLst>
            </p:cNvPr>
            <p:cNvSpPr txBox="1">
              <a:spLocks noChangeArrowheads="1"/>
            </p:cNvSpPr>
            <p:nvPr/>
          </p:nvSpPr>
          <p:spPr bwMode="auto">
            <a:xfrm>
              <a:off x="4032"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89130" name="Text Box 136">
              <a:extLst>
                <a:ext uri="{FF2B5EF4-FFF2-40B4-BE49-F238E27FC236}">
                  <a16:creationId xmlns:a16="http://schemas.microsoft.com/office/drawing/2014/main" id="{AFBC3300-8229-4944-8582-075ABF2A8830}"/>
                </a:ext>
              </a:extLst>
            </p:cNvPr>
            <p:cNvSpPr txBox="1">
              <a:spLocks noChangeArrowheads="1"/>
            </p:cNvSpPr>
            <p:nvPr/>
          </p:nvSpPr>
          <p:spPr bwMode="auto">
            <a:xfrm>
              <a:off x="4320"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89131" name="Text Box 137">
              <a:extLst>
                <a:ext uri="{FF2B5EF4-FFF2-40B4-BE49-F238E27FC236}">
                  <a16:creationId xmlns:a16="http://schemas.microsoft.com/office/drawing/2014/main" id="{DF290958-CEAE-4BB4-A769-3E912B0F034A}"/>
                </a:ext>
              </a:extLst>
            </p:cNvPr>
            <p:cNvSpPr txBox="1">
              <a:spLocks noChangeArrowheads="1"/>
            </p:cNvSpPr>
            <p:nvPr/>
          </p:nvSpPr>
          <p:spPr bwMode="auto">
            <a:xfrm>
              <a:off x="43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32" name="Text Box 138">
              <a:extLst>
                <a:ext uri="{FF2B5EF4-FFF2-40B4-BE49-F238E27FC236}">
                  <a16:creationId xmlns:a16="http://schemas.microsoft.com/office/drawing/2014/main" id="{E7ABC8FC-32AA-487B-8586-3803AF2CEA72}"/>
                </a:ext>
              </a:extLst>
            </p:cNvPr>
            <p:cNvSpPr txBox="1">
              <a:spLocks noChangeArrowheads="1"/>
            </p:cNvSpPr>
            <p:nvPr/>
          </p:nvSpPr>
          <p:spPr bwMode="auto">
            <a:xfrm>
              <a:off x="3744"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89133" name="Text Box 139">
              <a:extLst>
                <a:ext uri="{FF2B5EF4-FFF2-40B4-BE49-F238E27FC236}">
                  <a16:creationId xmlns:a16="http://schemas.microsoft.com/office/drawing/2014/main" id="{FCF0BBAA-5C30-463A-B8FD-7C485263FA35}"/>
                </a:ext>
              </a:extLst>
            </p:cNvPr>
            <p:cNvSpPr txBox="1">
              <a:spLocks noChangeArrowheads="1"/>
            </p:cNvSpPr>
            <p:nvPr/>
          </p:nvSpPr>
          <p:spPr bwMode="auto">
            <a:xfrm>
              <a:off x="4032"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89134" name="Text Box 140">
              <a:extLst>
                <a:ext uri="{FF2B5EF4-FFF2-40B4-BE49-F238E27FC236}">
                  <a16:creationId xmlns:a16="http://schemas.microsoft.com/office/drawing/2014/main" id="{BD3AFF31-E1D1-4995-8223-3A8D0E9F3C63}"/>
                </a:ext>
              </a:extLst>
            </p:cNvPr>
            <p:cNvSpPr txBox="1">
              <a:spLocks noChangeArrowheads="1"/>
            </p:cNvSpPr>
            <p:nvPr/>
          </p:nvSpPr>
          <p:spPr bwMode="auto">
            <a:xfrm>
              <a:off x="4320"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9135" name="Text Box 141">
              <a:extLst>
                <a:ext uri="{FF2B5EF4-FFF2-40B4-BE49-F238E27FC236}">
                  <a16:creationId xmlns:a16="http://schemas.microsoft.com/office/drawing/2014/main" id="{FF3EFEF9-1EC0-4BC2-8162-3249E99FFCAE}"/>
                </a:ext>
              </a:extLst>
            </p:cNvPr>
            <p:cNvSpPr txBox="1">
              <a:spLocks noChangeArrowheads="1"/>
            </p:cNvSpPr>
            <p:nvPr/>
          </p:nvSpPr>
          <p:spPr bwMode="auto">
            <a:xfrm>
              <a:off x="4608"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S.C</a:t>
              </a:r>
            </a:p>
          </p:txBody>
        </p:sp>
        <p:sp>
          <p:nvSpPr>
            <p:cNvPr id="89136" name="Text Box 142">
              <a:extLst>
                <a:ext uri="{FF2B5EF4-FFF2-40B4-BE49-F238E27FC236}">
                  <a16:creationId xmlns:a16="http://schemas.microsoft.com/office/drawing/2014/main" id="{3C05BA46-7FC1-41DD-A72E-C27DB4921203}"/>
                </a:ext>
              </a:extLst>
            </p:cNvPr>
            <p:cNvSpPr txBox="1">
              <a:spLocks noChangeArrowheads="1"/>
            </p:cNvSpPr>
            <p:nvPr/>
          </p:nvSpPr>
          <p:spPr bwMode="auto">
            <a:xfrm>
              <a:off x="46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37" name="Text Box 143">
              <a:extLst>
                <a:ext uri="{FF2B5EF4-FFF2-40B4-BE49-F238E27FC236}">
                  <a16:creationId xmlns:a16="http://schemas.microsoft.com/office/drawing/2014/main" id="{D94D6D0A-789D-451A-AFCB-08A8A642B1D8}"/>
                </a:ext>
              </a:extLst>
            </p:cNvPr>
            <p:cNvSpPr txBox="1">
              <a:spLocks noChangeArrowheads="1"/>
            </p:cNvSpPr>
            <p:nvPr/>
          </p:nvSpPr>
          <p:spPr bwMode="auto">
            <a:xfrm>
              <a:off x="4896"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9138" name="Text Box 144">
              <a:extLst>
                <a:ext uri="{FF2B5EF4-FFF2-40B4-BE49-F238E27FC236}">
                  <a16:creationId xmlns:a16="http://schemas.microsoft.com/office/drawing/2014/main" id="{A505B24D-4C3D-447E-A8BA-966F74F6DD10}"/>
                </a:ext>
              </a:extLst>
            </p:cNvPr>
            <p:cNvSpPr txBox="1">
              <a:spLocks noChangeArrowheads="1"/>
            </p:cNvSpPr>
            <p:nvPr/>
          </p:nvSpPr>
          <p:spPr bwMode="auto">
            <a:xfrm>
              <a:off x="48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139" name="Text Box 145">
              <a:extLst>
                <a:ext uri="{FF2B5EF4-FFF2-40B4-BE49-F238E27FC236}">
                  <a16:creationId xmlns:a16="http://schemas.microsoft.com/office/drawing/2014/main" id="{FE212248-42E6-4FD9-AA97-19C47C679E69}"/>
                </a:ext>
              </a:extLst>
            </p:cNvPr>
            <p:cNvSpPr txBox="1">
              <a:spLocks noChangeArrowheads="1"/>
            </p:cNvSpPr>
            <p:nvPr/>
          </p:nvSpPr>
          <p:spPr bwMode="auto">
            <a:xfrm>
              <a:off x="4608"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89140" name="Text Box 146">
              <a:extLst>
                <a:ext uri="{FF2B5EF4-FFF2-40B4-BE49-F238E27FC236}">
                  <a16:creationId xmlns:a16="http://schemas.microsoft.com/office/drawing/2014/main" id="{2C8ECF0C-E15E-459C-B274-12EFE227B915}"/>
                </a:ext>
              </a:extLst>
            </p:cNvPr>
            <p:cNvSpPr txBox="1">
              <a:spLocks noChangeArrowheads="1"/>
            </p:cNvSpPr>
            <p:nvPr/>
          </p:nvSpPr>
          <p:spPr bwMode="auto">
            <a:xfrm>
              <a:off x="4896"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nvGrpSpPr>
            <p:cNvPr id="89141" name="Group 147">
              <a:extLst>
                <a:ext uri="{FF2B5EF4-FFF2-40B4-BE49-F238E27FC236}">
                  <a16:creationId xmlns:a16="http://schemas.microsoft.com/office/drawing/2014/main" id="{3C9506A9-0D76-4DE2-9E7C-2C691E75FD26}"/>
                </a:ext>
              </a:extLst>
            </p:cNvPr>
            <p:cNvGrpSpPr>
              <a:grpSpLocks/>
            </p:cNvGrpSpPr>
            <p:nvPr/>
          </p:nvGrpSpPr>
          <p:grpSpPr bwMode="auto">
            <a:xfrm>
              <a:off x="3744" y="1728"/>
              <a:ext cx="1440" cy="624"/>
              <a:chOff x="3456" y="1872"/>
              <a:chExt cx="1440" cy="816"/>
            </a:xfrm>
          </p:grpSpPr>
          <p:grpSp>
            <p:nvGrpSpPr>
              <p:cNvPr id="89142" name="Group 148">
                <a:extLst>
                  <a:ext uri="{FF2B5EF4-FFF2-40B4-BE49-F238E27FC236}">
                    <a16:creationId xmlns:a16="http://schemas.microsoft.com/office/drawing/2014/main" id="{AC6929E2-B09C-4911-9430-38D66985D2C4}"/>
                  </a:ext>
                </a:extLst>
              </p:cNvPr>
              <p:cNvGrpSpPr>
                <a:grpSpLocks/>
              </p:cNvGrpSpPr>
              <p:nvPr/>
            </p:nvGrpSpPr>
            <p:grpSpPr bwMode="auto">
              <a:xfrm>
                <a:off x="3456" y="1872"/>
                <a:ext cx="864" cy="816"/>
                <a:chOff x="1968" y="1248"/>
                <a:chExt cx="864" cy="672"/>
              </a:xfrm>
            </p:grpSpPr>
            <p:sp>
              <p:nvSpPr>
                <p:cNvPr id="89145" name="Line 149">
                  <a:extLst>
                    <a:ext uri="{FF2B5EF4-FFF2-40B4-BE49-F238E27FC236}">
                      <a16:creationId xmlns:a16="http://schemas.microsoft.com/office/drawing/2014/main" id="{51E560B5-2E40-48B3-A3F2-F90BA9F28364}"/>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46" name="Line 150">
                  <a:extLst>
                    <a:ext uri="{FF2B5EF4-FFF2-40B4-BE49-F238E27FC236}">
                      <a16:creationId xmlns:a16="http://schemas.microsoft.com/office/drawing/2014/main" id="{DFA9767B-02AF-409D-A91C-4D142B787636}"/>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47" name="Line 151">
                  <a:extLst>
                    <a:ext uri="{FF2B5EF4-FFF2-40B4-BE49-F238E27FC236}">
                      <a16:creationId xmlns:a16="http://schemas.microsoft.com/office/drawing/2014/main" id="{97153757-ACA4-4173-A767-80BC244D13C9}"/>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48" name="Line 152">
                  <a:extLst>
                    <a:ext uri="{FF2B5EF4-FFF2-40B4-BE49-F238E27FC236}">
                      <a16:creationId xmlns:a16="http://schemas.microsoft.com/office/drawing/2014/main" id="{770BFFA7-EBB9-4C01-BF6B-A6013983D8DE}"/>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143" name="Line 153">
                <a:extLst>
                  <a:ext uri="{FF2B5EF4-FFF2-40B4-BE49-F238E27FC236}">
                    <a16:creationId xmlns:a16="http://schemas.microsoft.com/office/drawing/2014/main" id="{50FC400F-D7BA-479B-A2D5-F4C14499F7E9}"/>
                  </a:ext>
                </a:extLst>
              </p:cNvPr>
              <p:cNvSpPr>
                <a:spLocks noChangeShapeType="1"/>
              </p:cNvSpPr>
              <p:nvPr/>
            </p:nvSpPr>
            <p:spPr bwMode="auto">
              <a:xfrm>
                <a:off x="4896"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44" name="Line 154">
                <a:extLst>
                  <a:ext uri="{FF2B5EF4-FFF2-40B4-BE49-F238E27FC236}">
                    <a16:creationId xmlns:a16="http://schemas.microsoft.com/office/drawing/2014/main" id="{AC02FA54-3F80-47B2-9634-9776418C2154}"/>
                  </a:ext>
                </a:extLst>
              </p:cNvPr>
              <p:cNvSpPr>
                <a:spLocks noChangeShapeType="1"/>
              </p:cNvSpPr>
              <p:nvPr/>
            </p:nvSpPr>
            <p:spPr bwMode="auto">
              <a:xfrm>
                <a:off x="4608"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grpSp>
        <p:nvGrpSpPr>
          <p:cNvPr id="20" name="Group 173">
            <a:extLst>
              <a:ext uri="{FF2B5EF4-FFF2-40B4-BE49-F238E27FC236}">
                <a16:creationId xmlns:a16="http://schemas.microsoft.com/office/drawing/2014/main" id="{B7ABCB89-9A3B-450C-8707-EAACAA193DDD}"/>
              </a:ext>
            </a:extLst>
          </p:cNvPr>
          <p:cNvGrpSpPr>
            <a:grpSpLocks/>
          </p:cNvGrpSpPr>
          <p:nvPr/>
        </p:nvGrpSpPr>
        <p:grpSpPr bwMode="auto">
          <a:xfrm>
            <a:off x="3124200" y="4724400"/>
            <a:ext cx="1600200" cy="1676400"/>
            <a:chOff x="1968" y="2976"/>
            <a:chExt cx="1008" cy="1056"/>
          </a:xfrm>
        </p:grpSpPr>
        <p:grpSp>
          <p:nvGrpSpPr>
            <p:cNvPr id="89107" name="Group 156">
              <a:extLst>
                <a:ext uri="{FF2B5EF4-FFF2-40B4-BE49-F238E27FC236}">
                  <a16:creationId xmlns:a16="http://schemas.microsoft.com/office/drawing/2014/main" id="{BD517732-AC60-4F65-A757-586ACC8B1DD2}"/>
                </a:ext>
              </a:extLst>
            </p:cNvPr>
            <p:cNvGrpSpPr>
              <a:grpSpLocks/>
            </p:cNvGrpSpPr>
            <p:nvPr/>
          </p:nvGrpSpPr>
          <p:grpSpPr bwMode="auto">
            <a:xfrm>
              <a:off x="1968" y="2976"/>
              <a:ext cx="912" cy="624"/>
              <a:chOff x="528" y="1248"/>
              <a:chExt cx="912" cy="624"/>
            </a:xfrm>
          </p:grpSpPr>
          <p:sp>
            <p:nvSpPr>
              <p:cNvPr id="89109" name="Line 157">
                <a:extLst>
                  <a:ext uri="{FF2B5EF4-FFF2-40B4-BE49-F238E27FC236}">
                    <a16:creationId xmlns:a16="http://schemas.microsoft.com/office/drawing/2014/main" id="{A2B4D8CE-1231-4930-A35E-F5789505EE38}"/>
                  </a:ext>
                </a:extLst>
              </p:cNvPr>
              <p:cNvSpPr>
                <a:spLocks noChangeShapeType="1"/>
              </p:cNvSpPr>
              <p:nvPr/>
            </p:nvSpPr>
            <p:spPr bwMode="auto">
              <a:xfrm>
                <a:off x="528"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10" name="Text Box 158">
                <a:extLst>
                  <a:ext uri="{FF2B5EF4-FFF2-40B4-BE49-F238E27FC236}">
                    <a16:creationId xmlns:a16="http://schemas.microsoft.com/office/drawing/2014/main" id="{0C56EE6D-A89A-4E3D-8FE9-5E1BA171F491}"/>
                  </a:ext>
                </a:extLst>
              </p:cNvPr>
              <p:cNvSpPr txBox="1">
                <a:spLocks noChangeArrowheads="1"/>
              </p:cNvSpPr>
              <p:nvPr/>
            </p:nvSpPr>
            <p:spPr bwMode="auto">
              <a:xfrm>
                <a:off x="864"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S.C</a:t>
                </a:r>
              </a:p>
            </p:txBody>
          </p:sp>
          <p:sp>
            <p:nvSpPr>
              <p:cNvPr id="89111" name="Text Box 159">
                <a:extLst>
                  <a:ext uri="{FF2B5EF4-FFF2-40B4-BE49-F238E27FC236}">
                    <a16:creationId xmlns:a16="http://schemas.microsoft.com/office/drawing/2014/main" id="{30A7C10A-8536-4EE1-B588-A4FCDC5A21DF}"/>
                  </a:ext>
                </a:extLst>
              </p:cNvPr>
              <p:cNvSpPr txBox="1">
                <a:spLocks noChangeArrowheads="1"/>
              </p:cNvSpPr>
              <p:nvPr/>
            </p:nvSpPr>
            <p:spPr bwMode="auto">
              <a:xfrm>
                <a:off x="1152"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89112" name="Text Box 160">
                <a:extLst>
                  <a:ext uri="{FF2B5EF4-FFF2-40B4-BE49-F238E27FC236}">
                    <a16:creationId xmlns:a16="http://schemas.microsoft.com/office/drawing/2014/main" id="{AFA395E2-41FD-4543-8210-3AB43E517C58}"/>
                  </a:ext>
                </a:extLst>
              </p:cNvPr>
              <p:cNvSpPr txBox="1">
                <a:spLocks noChangeArrowheads="1"/>
              </p:cNvSpPr>
              <p:nvPr/>
            </p:nvSpPr>
            <p:spPr bwMode="auto">
              <a:xfrm>
                <a:off x="864"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89113" name="Line 161">
                <a:extLst>
                  <a:ext uri="{FF2B5EF4-FFF2-40B4-BE49-F238E27FC236}">
                    <a16:creationId xmlns:a16="http://schemas.microsoft.com/office/drawing/2014/main" id="{EA06BE80-B8EF-40FC-9666-DD2781F2B847}"/>
                  </a:ext>
                </a:extLst>
              </p:cNvPr>
              <p:cNvSpPr>
                <a:spLocks noChangeShapeType="1"/>
              </p:cNvSpPr>
              <p:nvPr/>
            </p:nvSpPr>
            <p:spPr bwMode="auto">
              <a:xfrm>
                <a:off x="528" y="124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14" name="Line 162">
                <a:extLst>
                  <a:ext uri="{FF2B5EF4-FFF2-40B4-BE49-F238E27FC236}">
                    <a16:creationId xmlns:a16="http://schemas.microsoft.com/office/drawing/2014/main" id="{17AA1715-D6C8-4F24-BC83-0D6A087B9EE5}"/>
                  </a:ext>
                </a:extLst>
              </p:cNvPr>
              <p:cNvSpPr>
                <a:spLocks noChangeShapeType="1"/>
              </p:cNvSpPr>
              <p:nvPr/>
            </p:nvSpPr>
            <p:spPr bwMode="auto">
              <a:xfrm>
                <a:off x="864" y="1872"/>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15" name="Text Box 163">
                <a:extLst>
                  <a:ext uri="{FF2B5EF4-FFF2-40B4-BE49-F238E27FC236}">
                    <a16:creationId xmlns:a16="http://schemas.microsoft.com/office/drawing/2014/main" id="{F5D9BEA3-A9D8-48CC-8207-5C9F3283FB57}"/>
                  </a:ext>
                </a:extLst>
              </p:cNvPr>
              <p:cNvSpPr txBox="1">
                <a:spLocks noChangeArrowheads="1"/>
              </p:cNvSpPr>
              <p:nvPr/>
            </p:nvSpPr>
            <p:spPr bwMode="auto">
              <a:xfrm>
                <a:off x="528" y="124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S</a:t>
                </a:r>
              </a:p>
            </p:txBody>
          </p:sp>
          <p:sp>
            <p:nvSpPr>
              <p:cNvPr id="89116" name="Line 164">
                <a:extLst>
                  <a:ext uri="{FF2B5EF4-FFF2-40B4-BE49-F238E27FC236}">
                    <a16:creationId xmlns:a16="http://schemas.microsoft.com/office/drawing/2014/main" id="{B186CA20-2804-4ABF-AD78-94278ABD23D0}"/>
                  </a:ext>
                </a:extLst>
              </p:cNvPr>
              <p:cNvSpPr>
                <a:spLocks noChangeShapeType="1"/>
              </p:cNvSpPr>
              <p:nvPr/>
            </p:nvSpPr>
            <p:spPr bwMode="auto">
              <a:xfrm>
                <a:off x="528" y="124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17" name="Text Box 165">
                <a:extLst>
                  <a:ext uri="{FF2B5EF4-FFF2-40B4-BE49-F238E27FC236}">
                    <a16:creationId xmlns:a16="http://schemas.microsoft.com/office/drawing/2014/main" id="{1FBBC1FA-5612-48F7-B503-B9F6DA0E1921}"/>
                  </a:ext>
                </a:extLst>
              </p:cNvPr>
              <p:cNvSpPr txBox="1">
                <a:spLocks noChangeArrowheads="1"/>
              </p:cNvSpPr>
              <p:nvPr/>
            </p:nvSpPr>
            <p:spPr bwMode="auto">
              <a:xfrm>
                <a:off x="864"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89118" name="Group 166">
                <a:extLst>
                  <a:ext uri="{FF2B5EF4-FFF2-40B4-BE49-F238E27FC236}">
                    <a16:creationId xmlns:a16="http://schemas.microsoft.com/office/drawing/2014/main" id="{AD087D35-0A83-4CDE-890C-91F281F12219}"/>
                  </a:ext>
                </a:extLst>
              </p:cNvPr>
              <p:cNvGrpSpPr>
                <a:grpSpLocks/>
              </p:cNvGrpSpPr>
              <p:nvPr/>
            </p:nvGrpSpPr>
            <p:grpSpPr bwMode="auto">
              <a:xfrm>
                <a:off x="864" y="1248"/>
                <a:ext cx="576" cy="624"/>
                <a:chOff x="960" y="2880"/>
                <a:chExt cx="576" cy="1008"/>
              </a:xfrm>
            </p:grpSpPr>
            <p:sp>
              <p:nvSpPr>
                <p:cNvPr id="89121" name="Line 167">
                  <a:extLst>
                    <a:ext uri="{FF2B5EF4-FFF2-40B4-BE49-F238E27FC236}">
                      <a16:creationId xmlns:a16="http://schemas.microsoft.com/office/drawing/2014/main" id="{1CDF2E19-0998-44B1-9A1F-75D4CAF5718D}"/>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22" name="Line 168">
                  <a:extLst>
                    <a:ext uri="{FF2B5EF4-FFF2-40B4-BE49-F238E27FC236}">
                      <a16:creationId xmlns:a16="http://schemas.microsoft.com/office/drawing/2014/main" id="{E16F5745-4E8D-4403-9AE8-FE9DC36E0C60}"/>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23" name="Line 169">
                  <a:extLst>
                    <a:ext uri="{FF2B5EF4-FFF2-40B4-BE49-F238E27FC236}">
                      <a16:creationId xmlns:a16="http://schemas.microsoft.com/office/drawing/2014/main" id="{73F6535A-3A34-439C-BBB7-D29F96AB7F03}"/>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89119" name="Text Box 170">
                <a:extLst>
                  <a:ext uri="{FF2B5EF4-FFF2-40B4-BE49-F238E27FC236}">
                    <a16:creationId xmlns:a16="http://schemas.microsoft.com/office/drawing/2014/main" id="{59649693-BA25-429F-81BD-3E8430F8633C}"/>
                  </a:ext>
                </a:extLst>
              </p:cNvPr>
              <p:cNvSpPr txBox="1">
                <a:spLocks noChangeArrowheads="1"/>
              </p:cNvSpPr>
              <p:nvPr/>
            </p:nvSpPr>
            <p:spPr bwMode="auto">
              <a:xfrm>
                <a:off x="1152"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89120" name="Text Box 171">
                <a:extLst>
                  <a:ext uri="{FF2B5EF4-FFF2-40B4-BE49-F238E27FC236}">
                    <a16:creationId xmlns:a16="http://schemas.microsoft.com/office/drawing/2014/main" id="{26ABA4B4-00C8-42D5-9A45-AF68A7426630}"/>
                  </a:ext>
                </a:extLst>
              </p:cNvPr>
              <p:cNvSpPr txBox="1">
                <a:spLocks noChangeArrowheads="1"/>
              </p:cNvSpPr>
              <p:nvPr/>
            </p:nvSpPr>
            <p:spPr bwMode="auto">
              <a:xfrm>
                <a:off x="115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sp>
          <p:nvSpPr>
            <p:cNvPr id="89108" name="Text Box 172">
              <a:extLst>
                <a:ext uri="{FF2B5EF4-FFF2-40B4-BE49-F238E27FC236}">
                  <a16:creationId xmlns:a16="http://schemas.microsoft.com/office/drawing/2014/main" id="{73F02EC1-439A-4EF6-8DB8-6DDC93EA2A11}"/>
                </a:ext>
              </a:extLst>
            </p:cNvPr>
            <p:cNvSpPr txBox="1">
              <a:spLocks noChangeArrowheads="1"/>
            </p:cNvSpPr>
            <p:nvPr/>
          </p:nvSpPr>
          <p:spPr bwMode="auto">
            <a:xfrm>
              <a:off x="2112" y="3686"/>
              <a:ext cx="86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3000">
                  <a:latin typeface="Tahoma" panose="020B0604030504040204" pitchFamily="34" charset="0"/>
                  <a:sym typeface="Symbol" panose="05050102010706020507" pitchFamily="18" charset="2"/>
                </a:rPr>
                <a:t></a:t>
              </a:r>
              <a:r>
                <a:rPr lang="en-US" altLang="en-US" sz="2200" baseline="-25000">
                  <a:latin typeface="Tahoma" panose="020B0604030504040204" pitchFamily="34" charset="0"/>
                  <a:sym typeface="Symbol" panose="05050102010706020507" pitchFamily="18" charset="2"/>
                </a:rPr>
                <a:t>(S.C,D)</a:t>
              </a:r>
              <a:r>
                <a:rPr lang="en-US" altLang="en-US" sz="2200">
                  <a:latin typeface="Tahoma" panose="020B0604030504040204" pitchFamily="34" charset="0"/>
                  <a:sym typeface="Symbol" panose="05050102010706020507" pitchFamily="18" charset="2"/>
                </a:rPr>
                <a:t> 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xit" presetSubtype="10" fill="hold" nodeType="clickEffect">
                                  <p:stCondLst>
                                    <p:cond delay="0"/>
                                  </p:stCondLst>
                                  <p:childTnLst>
                                    <p:animEffect transition="out" filter="blinds(horizontal)">
                                      <p:cBhvr>
                                        <p:cTn id="10" dur="500"/>
                                        <p:tgtEl>
                                          <p:spTgt spid="11"/>
                                        </p:tgtEl>
                                      </p:cBhvr>
                                    </p:animEffect>
                                    <p:set>
                                      <p:cBhvr>
                                        <p:cTn id="11" dur="1" fill="hold">
                                          <p:stCondLst>
                                            <p:cond delay="499"/>
                                          </p:stCondLst>
                                        </p:cTn>
                                        <p:tgtEl>
                                          <p:spTgt spid="11"/>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Date Placeholder 3">
            <a:extLst>
              <a:ext uri="{FF2B5EF4-FFF2-40B4-BE49-F238E27FC236}">
                <a16:creationId xmlns:a16="http://schemas.microsoft.com/office/drawing/2014/main" id="{69B3CA37-E582-42CC-B4C4-C76052D5EC7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91139" name="Slide Number Placeholder 5">
            <a:extLst>
              <a:ext uri="{FF2B5EF4-FFF2-40B4-BE49-F238E27FC236}">
                <a16:creationId xmlns:a16="http://schemas.microsoft.com/office/drawing/2014/main" id="{ED90B4DB-2098-497C-9385-14BD0A85D1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84083DBC-5B4F-4669-9452-695BCC790AC0}" type="slidenum">
              <a:rPr lang="en-US" altLang="en-US" sz="1000"/>
              <a:pPr algn="r">
                <a:spcBef>
                  <a:spcPct val="0"/>
                </a:spcBef>
                <a:buClrTx/>
                <a:buFontTx/>
                <a:buNone/>
              </a:pPr>
              <a:t>9</a:t>
            </a:fld>
            <a:endParaRPr lang="en-US" altLang="en-US" sz="1000"/>
          </a:p>
        </p:txBody>
      </p:sp>
      <p:sp>
        <p:nvSpPr>
          <p:cNvPr id="91140" name="Rectangle 242">
            <a:extLst>
              <a:ext uri="{FF2B5EF4-FFF2-40B4-BE49-F238E27FC236}">
                <a16:creationId xmlns:a16="http://schemas.microsoft.com/office/drawing/2014/main" id="{15FE05AA-BA9E-46EF-A8CE-E468D52AA0AD}"/>
              </a:ext>
            </a:extLst>
          </p:cNvPr>
          <p:cNvSpPr>
            <a:spLocks noChangeArrowheads="1"/>
          </p:cNvSpPr>
          <p:nvPr/>
        </p:nvSpPr>
        <p:spPr bwMode="auto">
          <a:xfrm>
            <a:off x="3657600" y="2438400"/>
            <a:ext cx="457200" cy="13716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91141" name="Rectangle 241">
            <a:extLst>
              <a:ext uri="{FF2B5EF4-FFF2-40B4-BE49-F238E27FC236}">
                <a16:creationId xmlns:a16="http://schemas.microsoft.com/office/drawing/2014/main" id="{F629B209-96CD-4042-886C-333222406101}"/>
              </a:ext>
            </a:extLst>
          </p:cNvPr>
          <p:cNvSpPr>
            <a:spLocks noChangeArrowheads="1"/>
          </p:cNvSpPr>
          <p:nvPr/>
        </p:nvSpPr>
        <p:spPr bwMode="auto">
          <a:xfrm>
            <a:off x="2209800" y="2362200"/>
            <a:ext cx="457200" cy="18288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91142" name="Rectangle 2">
            <a:extLst>
              <a:ext uri="{FF2B5EF4-FFF2-40B4-BE49-F238E27FC236}">
                <a16:creationId xmlns:a16="http://schemas.microsoft.com/office/drawing/2014/main" id="{13005117-9384-4406-A6AB-558D6A9B511B}"/>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(tt)</a:t>
            </a:r>
          </a:p>
        </p:txBody>
      </p:sp>
      <p:sp>
        <p:nvSpPr>
          <p:cNvPr id="91143" name="Rectangle 3">
            <a:extLst>
              <a:ext uri="{FF2B5EF4-FFF2-40B4-BE49-F238E27FC236}">
                <a16:creationId xmlns:a16="http://schemas.microsoft.com/office/drawing/2014/main" id="{8F00DF23-3F92-44D1-961D-DA2B44DBDE01}"/>
              </a:ext>
            </a:extLst>
          </p:cNvPr>
          <p:cNvSpPr>
            <a:spLocks noGrp="1" noChangeArrowheads="1"/>
          </p:cNvSpPr>
          <p:nvPr>
            <p:ph type="body" idx="1"/>
          </p:nvPr>
        </p:nvSpPr>
        <p:spPr>
          <a:xfrm>
            <a:off x="457200" y="1295400"/>
            <a:ext cx="8229600" cy="4835525"/>
          </a:xfrm>
        </p:spPr>
        <p:txBody>
          <a:bodyPr/>
          <a:lstStyle/>
          <a:p>
            <a:pPr eaLnBrk="1" hangingPunct="1"/>
            <a:r>
              <a:rPr lang="en-US" altLang="en-US"/>
              <a:t>Ví dụ phép kết tự nhiên</a:t>
            </a:r>
          </a:p>
        </p:txBody>
      </p:sp>
      <p:grpSp>
        <p:nvGrpSpPr>
          <p:cNvPr id="91144" name="Group 84">
            <a:extLst>
              <a:ext uri="{FF2B5EF4-FFF2-40B4-BE49-F238E27FC236}">
                <a16:creationId xmlns:a16="http://schemas.microsoft.com/office/drawing/2014/main" id="{70946141-6D53-4BC9-86A5-B2B621185EFD}"/>
              </a:ext>
            </a:extLst>
          </p:cNvPr>
          <p:cNvGrpSpPr>
            <a:grpSpLocks/>
          </p:cNvGrpSpPr>
          <p:nvPr/>
        </p:nvGrpSpPr>
        <p:grpSpPr bwMode="auto">
          <a:xfrm>
            <a:off x="6477000" y="2087563"/>
            <a:ext cx="1524000" cy="427037"/>
            <a:chOff x="3936" y="1344"/>
            <a:chExt cx="960" cy="269"/>
          </a:xfrm>
        </p:grpSpPr>
        <p:sp>
          <p:nvSpPr>
            <p:cNvPr id="91238" name="Text Box 44">
              <a:extLst>
                <a:ext uri="{FF2B5EF4-FFF2-40B4-BE49-F238E27FC236}">
                  <a16:creationId xmlns:a16="http://schemas.microsoft.com/office/drawing/2014/main" id="{064E0BA9-637B-49CF-BBCD-A8E96D54EBD9}"/>
                </a:ext>
              </a:extLst>
            </p:cNvPr>
            <p:cNvSpPr txBox="1">
              <a:spLocks noChangeArrowheads="1"/>
            </p:cNvSpPr>
            <p:nvPr/>
          </p:nvSpPr>
          <p:spPr bwMode="auto">
            <a:xfrm>
              <a:off x="3936" y="1344"/>
              <a:ext cx="96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     S</a:t>
              </a:r>
            </a:p>
          </p:txBody>
        </p:sp>
        <p:sp>
          <p:nvSpPr>
            <p:cNvPr id="91239" name="AutoShape 45">
              <a:extLst>
                <a:ext uri="{FF2B5EF4-FFF2-40B4-BE49-F238E27FC236}">
                  <a16:creationId xmlns:a16="http://schemas.microsoft.com/office/drawing/2014/main" id="{2B182118-D467-4393-B4A1-27A4F8AD3ECC}"/>
                </a:ext>
              </a:extLst>
            </p:cNvPr>
            <p:cNvSpPr>
              <a:spLocks noChangeArrowheads="1"/>
            </p:cNvSpPr>
            <p:nvPr/>
          </p:nvSpPr>
          <p:spPr bwMode="auto">
            <a:xfrm rot="-5400000">
              <a:off x="4200" y="1416"/>
              <a:ext cx="96" cy="144"/>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grpSp>
        <p:nvGrpSpPr>
          <p:cNvPr id="91145" name="Group 153">
            <a:extLst>
              <a:ext uri="{FF2B5EF4-FFF2-40B4-BE49-F238E27FC236}">
                <a16:creationId xmlns:a16="http://schemas.microsoft.com/office/drawing/2014/main" id="{FAC45EEC-D02A-44DE-A29C-F5092C824E24}"/>
              </a:ext>
            </a:extLst>
          </p:cNvPr>
          <p:cNvGrpSpPr>
            <a:grpSpLocks/>
          </p:cNvGrpSpPr>
          <p:nvPr/>
        </p:nvGrpSpPr>
        <p:grpSpPr bwMode="auto">
          <a:xfrm>
            <a:off x="3124200" y="2636838"/>
            <a:ext cx="1447800" cy="990600"/>
            <a:chOff x="528" y="1248"/>
            <a:chExt cx="912" cy="624"/>
          </a:xfrm>
        </p:grpSpPr>
        <p:sp>
          <p:nvSpPr>
            <p:cNvPr id="91223" name="Line 154">
              <a:extLst>
                <a:ext uri="{FF2B5EF4-FFF2-40B4-BE49-F238E27FC236}">
                  <a16:creationId xmlns:a16="http://schemas.microsoft.com/office/drawing/2014/main" id="{4EF5B840-2AA7-4181-9C34-40BB3CB47915}"/>
                </a:ext>
              </a:extLst>
            </p:cNvPr>
            <p:cNvSpPr>
              <a:spLocks noChangeShapeType="1"/>
            </p:cNvSpPr>
            <p:nvPr/>
          </p:nvSpPr>
          <p:spPr bwMode="auto">
            <a:xfrm>
              <a:off x="528"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24" name="Text Box 155">
              <a:extLst>
                <a:ext uri="{FF2B5EF4-FFF2-40B4-BE49-F238E27FC236}">
                  <a16:creationId xmlns:a16="http://schemas.microsoft.com/office/drawing/2014/main" id="{B7214328-F1AF-455E-B31B-F963A6D57CFF}"/>
                </a:ext>
              </a:extLst>
            </p:cNvPr>
            <p:cNvSpPr txBox="1">
              <a:spLocks noChangeArrowheads="1"/>
            </p:cNvSpPr>
            <p:nvPr/>
          </p:nvSpPr>
          <p:spPr bwMode="auto">
            <a:xfrm>
              <a:off x="864"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91225" name="Text Box 156">
              <a:extLst>
                <a:ext uri="{FF2B5EF4-FFF2-40B4-BE49-F238E27FC236}">
                  <a16:creationId xmlns:a16="http://schemas.microsoft.com/office/drawing/2014/main" id="{B0CCDA0F-76C5-4142-AC68-176E8570ED4D}"/>
                </a:ext>
              </a:extLst>
            </p:cNvPr>
            <p:cNvSpPr txBox="1">
              <a:spLocks noChangeArrowheads="1"/>
            </p:cNvSpPr>
            <p:nvPr/>
          </p:nvSpPr>
          <p:spPr bwMode="auto">
            <a:xfrm>
              <a:off x="1152" y="124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91226" name="Text Box 157">
              <a:extLst>
                <a:ext uri="{FF2B5EF4-FFF2-40B4-BE49-F238E27FC236}">
                  <a16:creationId xmlns:a16="http://schemas.microsoft.com/office/drawing/2014/main" id="{A1887FC1-AF75-4D5C-8837-708D83B6C8E9}"/>
                </a:ext>
              </a:extLst>
            </p:cNvPr>
            <p:cNvSpPr txBox="1">
              <a:spLocks noChangeArrowheads="1"/>
            </p:cNvSpPr>
            <p:nvPr/>
          </p:nvSpPr>
          <p:spPr bwMode="auto">
            <a:xfrm>
              <a:off x="864"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91227" name="Line 158">
              <a:extLst>
                <a:ext uri="{FF2B5EF4-FFF2-40B4-BE49-F238E27FC236}">
                  <a16:creationId xmlns:a16="http://schemas.microsoft.com/office/drawing/2014/main" id="{F9659B53-7D71-47C7-8F1B-94151BBB29B5}"/>
                </a:ext>
              </a:extLst>
            </p:cNvPr>
            <p:cNvSpPr>
              <a:spLocks noChangeShapeType="1"/>
            </p:cNvSpPr>
            <p:nvPr/>
          </p:nvSpPr>
          <p:spPr bwMode="auto">
            <a:xfrm>
              <a:off x="528" y="1248"/>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28" name="Line 159">
              <a:extLst>
                <a:ext uri="{FF2B5EF4-FFF2-40B4-BE49-F238E27FC236}">
                  <a16:creationId xmlns:a16="http://schemas.microsoft.com/office/drawing/2014/main" id="{9B10A85C-1183-4E06-8368-708D92A8A130}"/>
                </a:ext>
              </a:extLst>
            </p:cNvPr>
            <p:cNvSpPr>
              <a:spLocks noChangeShapeType="1"/>
            </p:cNvSpPr>
            <p:nvPr/>
          </p:nvSpPr>
          <p:spPr bwMode="auto">
            <a:xfrm>
              <a:off x="864" y="1872"/>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29" name="Text Box 160">
              <a:extLst>
                <a:ext uri="{FF2B5EF4-FFF2-40B4-BE49-F238E27FC236}">
                  <a16:creationId xmlns:a16="http://schemas.microsoft.com/office/drawing/2014/main" id="{82A7E7D1-9895-4427-8A6C-964E1DA4AC15}"/>
                </a:ext>
              </a:extLst>
            </p:cNvPr>
            <p:cNvSpPr txBox="1">
              <a:spLocks noChangeArrowheads="1"/>
            </p:cNvSpPr>
            <p:nvPr/>
          </p:nvSpPr>
          <p:spPr bwMode="auto">
            <a:xfrm>
              <a:off x="528" y="124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S</a:t>
              </a:r>
            </a:p>
          </p:txBody>
        </p:sp>
        <p:sp>
          <p:nvSpPr>
            <p:cNvPr id="91230" name="Line 161">
              <a:extLst>
                <a:ext uri="{FF2B5EF4-FFF2-40B4-BE49-F238E27FC236}">
                  <a16:creationId xmlns:a16="http://schemas.microsoft.com/office/drawing/2014/main" id="{93627CE1-01F1-49FE-AF2E-AC5D2AB85AF8}"/>
                </a:ext>
              </a:extLst>
            </p:cNvPr>
            <p:cNvSpPr>
              <a:spLocks noChangeShapeType="1"/>
            </p:cNvSpPr>
            <p:nvPr/>
          </p:nvSpPr>
          <p:spPr bwMode="auto">
            <a:xfrm>
              <a:off x="528" y="124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31" name="Text Box 162">
              <a:extLst>
                <a:ext uri="{FF2B5EF4-FFF2-40B4-BE49-F238E27FC236}">
                  <a16:creationId xmlns:a16="http://schemas.microsoft.com/office/drawing/2014/main" id="{CF80ED5F-2E4A-46D4-A68E-52C3E604590B}"/>
                </a:ext>
              </a:extLst>
            </p:cNvPr>
            <p:cNvSpPr txBox="1">
              <a:spLocks noChangeArrowheads="1"/>
            </p:cNvSpPr>
            <p:nvPr/>
          </p:nvSpPr>
          <p:spPr bwMode="auto">
            <a:xfrm>
              <a:off x="864"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91232" name="Group 163">
              <a:extLst>
                <a:ext uri="{FF2B5EF4-FFF2-40B4-BE49-F238E27FC236}">
                  <a16:creationId xmlns:a16="http://schemas.microsoft.com/office/drawing/2014/main" id="{3DC287BE-9A8F-4CD6-8A5F-8BB6F2F8DE7C}"/>
                </a:ext>
              </a:extLst>
            </p:cNvPr>
            <p:cNvGrpSpPr>
              <a:grpSpLocks/>
            </p:cNvGrpSpPr>
            <p:nvPr/>
          </p:nvGrpSpPr>
          <p:grpSpPr bwMode="auto">
            <a:xfrm>
              <a:off x="864" y="1248"/>
              <a:ext cx="576" cy="624"/>
              <a:chOff x="960" y="2880"/>
              <a:chExt cx="576" cy="1008"/>
            </a:xfrm>
          </p:grpSpPr>
          <p:sp>
            <p:nvSpPr>
              <p:cNvPr id="91235" name="Line 164">
                <a:extLst>
                  <a:ext uri="{FF2B5EF4-FFF2-40B4-BE49-F238E27FC236}">
                    <a16:creationId xmlns:a16="http://schemas.microsoft.com/office/drawing/2014/main" id="{93B25EEF-3AAD-4919-B995-C6AAA19A558F}"/>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236" name="Line 165">
                <a:extLst>
                  <a:ext uri="{FF2B5EF4-FFF2-40B4-BE49-F238E27FC236}">
                    <a16:creationId xmlns:a16="http://schemas.microsoft.com/office/drawing/2014/main" id="{62BCFBFE-1E33-48C5-A54C-C44DAC293B7C}"/>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237" name="Line 166">
                <a:extLst>
                  <a:ext uri="{FF2B5EF4-FFF2-40B4-BE49-F238E27FC236}">
                    <a16:creationId xmlns:a16="http://schemas.microsoft.com/office/drawing/2014/main" id="{C87C676C-68CC-475F-8664-F91699066383}"/>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1233" name="Text Box 167">
              <a:extLst>
                <a:ext uri="{FF2B5EF4-FFF2-40B4-BE49-F238E27FC236}">
                  <a16:creationId xmlns:a16="http://schemas.microsoft.com/office/drawing/2014/main" id="{B647AA8E-1F20-4041-AFAD-59DFE0ADCBBE}"/>
                </a:ext>
              </a:extLst>
            </p:cNvPr>
            <p:cNvSpPr txBox="1">
              <a:spLocks noChangeArrowheads="1"/>
            </p:cNvSpPr>
            <p:nvPr/>
          </p:nvSpPr>
          <p:spPr bwMode="auto">
            <a:xfrm>
              <a:off x="1152" y="148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91234" name="Text Box 168">
              <a:extLst>
                <a:ext uri="{FF2B5EF4-FFF2-40B4-BE49-F238E27FC236}">
                  <a16:creationId xmlns:a16="http://schemas.microsoft.com/office/drawing/2014/main" id="{036033BB-455B-4C3A-ACE5-879FD72188A7}"/>
                </a:ext>
              </a:extLst>
            </p:cNvPr>
            <p:cNvSpPr txBox="1">
              <a:spLocks noChangeArrowheads="1"/>
            </p:cNvSpPr>
            <p:nvPr/>
          </p:nvSpPr>
          <p:spPr bwMode="auto">
            <a:xfrm>
              <a:off x="115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grpSp>
        <p:nvGrpSpPr>
          <p:cNvPr id="91146" name="Group 169">
            <a:extLst>
              <a:ext uri="{FF2B5EF4-FFF2-40B4-BE49-F238E27FC236}">
                <a16:creationId xmlns:a16="http://schemas.microsoft.com/office/drawing/2014/main" id="{F6F2CE5F-0CC2-4CBC-8ACF-A449E729FC32}"/>
              </a:ext>
            </a:extLst>
          </p:cNvPr>
          <p:cNvGrpSpPr>
            <a:grpSpLocks/>
          </p:cNvGrpSpPr>
          <p:nvPr/>
        </p:nvGrpSpPr>
        <p:grpSpPr bwMode="auto">
          <a:xfrm>
            <a:off x="762000" y="2636838"/>
            <a:ext cx="1905000" cy="1295400"/>
            <a:chOff x="384" y="1344"/>
            <a:chExt cx="1200" cy="816"/>
          </a:xfrm>
        </p:grpSpPr>
        <p:sp>
          <p:nvSpPr>
            <p:cNvPr id="91201" name="Line 170">
              <a:extLst>
                <a:ext uri="{FF2B5EF4-FFF2-40B4-BE49-F238E27FC236}">
                  <a16:creationId xmlns:a16="http://schemas.microsoft.com/office/drawing/2014/main" id="{61C3210C-9CE7-4213-942F-78C57AB9C53A}"/>
                </a:ext>
              </a:extLst>
            </p:cNvPr>
            <p:cNvSpPr>
              <a:spLocks noChangeShapeType="1"/>
            </p:cNvSpPr>
            <p:nvPr/>
          </p:nvSpPr>
          <p:spPr bwMode="auto">
            <a:xfrm>
              <a:off x="384" y="1536"/>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02" name="Text Box 171">
              <a:extLst>
                <a:ext uri="{FF2B5EF4-FFF2-40B4-BE49-F238E27FC236}">
                  <a16:creationId xmlns:a16="http://schemas.microsoft.com/office/drawing/2014/main" id="{52DDB077-9E6D-476E-A096-408969641305}"/>
                </a:ext>
              </a:extLst>
            </p:cNvPr>
            <p:cNvSpPr txBox="1">
              <a:spLocks noChangeArrowheads="1"/>
            </p:cNvSpPr>
            <p:nvPr/>
          </p:nvSpPr>
          <p:spPr bwMode="auto">
            <a:xfrm>
              <a:off x="720"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91203" name="Text Box 172">
              <a:extLst>
                <a:ext uri="{FF2B5EF4-FFF2-40B4-BE49-F238E27FC236}">
                  <a16:creationId xmlns:a16="http://schemas.microsoft.com/office/drawing/2014/main" id="{C207F6DA-A9F5-4D19-AB5A-FBDBF4A1C857}"/>
                </a:ext>
              </a:extLst>
            </p:cNvPr>
            <p:cNvSpPr txBox="1">
              <a:spLocks noChangeArrowheads="1"/>
            </p:cNvSpPr>
            <p:nvPr/>
          </p:nvSpPr>
          <p:spPr bwMode="auto">
            <a:xfrm>
              <a:off x="1008"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91204" name="Text Box 173">
              <a:extLst>
                <a:ext uri="{FF2B5EF4-FFF2-40B4-BE49-F238E27FC236}">
                  <a16:creationId xmlns:a16="http://schemas.microsoft.com/office/drawing/2014/main" id="{2A6F39CF-A2DF-48E9-BF21-D6341F022985}"/>
                </a:ext>
              </a:extLst>
            </p:cNvPr>
            <p:cNvSpPr txBox="1">
              <a:spLocks noChangeArrowheads="1"/>
            </p:cNvSpPr>
            <p:nvPr/>
          </p:nvSpPr>
          <p:spPr bwMode="auto">
            <a:xfrm>
              <a:off x="720"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91205" name="Line 174">
              <a:extLst>
                <a:ext uri="{FF2B5EF4-FFF2-40B4-BE49-F238E27FC236}">
                  <a16:creationId xmlns:a16="http://schemas.microsoft.com/office/drawing/2014/main" id="{8888AFA5-9178-4751-A2C6-60F9593ABF1A}"/>
                </a:ext>
              </a:extLst>
            </p:cNvPr>
            <p:cNvSpPr>
              <a:spLocks noChangeShapeType="1"/>
            </p:cNvSpPr>
            <p:nvPr/>
          </p:nvSpPr>
          <p:spPr bwMode="auto">
            <a:xfrm>
              <a:off x="384" y="134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06" name="Line 175">
              <a:extLst>
                <a:ext uri="{FF2B5EF4-FFF2-40B4-BE49-F238E27FC236}">
                  <a16:creationId xmlns:a16="http://schemas.microsoft.com/office/drawing/2014/main" id="{8A2584AD-B4EA-4F39-8515-7F14BBD90BBC}"/>
                </a:ext>
              </a:extLst>
            </p:cNvPr>
            <p:cNvSpPr>
              <a:spLocks noChangeShapeType="1"/>
            </p:cNvSpPr>
            <p:nvPr/>
          </p:nvSpPr>
          <p:spPr bwMode="auto">
            <a:xfrm>
              <a:off x="720" y="2160"/>
              <a:ext cx="8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07" name="Text Box 176">
              <a:extLst>
                <a:ext uri="{FF2B5EF4-FFF2-40B4-BE49-F238E27FC236}">
                  <a16:creationId xmlns:a16="http://schemas.microsoft.com/office/drawing/2014/main" id="{0BA0C173-2A14-418A-8E4C-AB3D15B1152D}"/>
                </a:ext>
              </a:extLst>
            </p:cNvPr>
            <p:cNvSpPr txBox="1">
              <a:spLocks noChangeArrowheads="1"/>
            </p:cNvSpPr>
            <p:nvPr/>
          </p:nvSpPr>
          <p:spPr bwMode="auto">
            <a:xfrm>
              <a:off x="384" y="134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91208" name="Line 177">
              <a:extLst>
                <a:ext uri="{FF2B5EF4-FFF2-40B4-BE49-F238E27FC236}">
                  <a16:creationId xmlns:a16="http://schemas.microsoft.com/office/drawing/2014/main" id="{966D6AFB-2280-4382-92DB-D5EED0D0C1C4}"/>
                </a:ext>
              </a:extLst>
            </p:cNvPr>
            <p:cNvSpPr>
              <a:spLocks noChangeShapeType="1"/>
            </p:cNvSpPr>
            <p:nvPr/>
          </p:nvSpPr>
          <p:spPr bwMode="auto">
            <a:xfrm>
              <a:off x="384" y="134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09" name="Text Box 178">
              <a:extLst>
                <a:ext uri="{FF2B5EF4-FFF2-40B4-BE49-F238E27FC236}">
                  <a16:creationId xmlns:a16="http://schemas.microsoft.com/office/drawing/2014/main" id="{79C7A830-7F93-4A50-917C-7EF480300844}"/>
                </a:ext>
              </a:extLst>
            </p:cNvPr>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91210" name="Text Box 179">
              <a:extLst>
                <a:ext uri="{FF2B5EF4-FFF2-40B4-BE49-F238E27FC236}">
                  <a16:creationId xmlns:a16="http://schemas.microsoft.com/office/drawing/2014/main" id="{4298937C-D330-425A-BD8F-7FDCF33D1DF8}"/>
                </a:ext>
              </a:extLst>
            </p:cNvPr>
            <p:cNvSpPr txBox="1">
              <a:spLocks noChangeArrowheads="1"/>
            </p:cNvSpPr>
            <p:nvPr/>
          </p:nvSpPr>
          <p:spPr bwMode="auto">
            <a:xfrm>
              <a:off x="1008"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91211" name="Text Box 180">
              <a:extLst>
                <a:ext uri="{FF2B5EF4-FFF2-40B4-BE49-F238E27FC236}">
                  <a16:creationId xmlns:a16="http://schemas.microsoft.com/office/drawing/2014/main" id="{D9B32767-E910-436D-8121-C8BCB41B0B94}"/>
                </a:ext>
              </a:extLst>
            </p:cNvPr>
            <p:cNvSpPr txBox="1">
              <a:spLocks noChangeArrowheads="1"/>
            </p:cNvSpPr>
            <p:nvPr/>
          </p:nvSpPr>
          <p:spPr bwMode="auto">
            <a:xfrm>
              <a:off x="1008"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91212" name="Text Box 181">
              <a:extLst>
                <a:ext uri="{FF2B5EF4-FFF2-40B4-BE49-F238E27FC236}">
                  <a16:creationId xmlns:a16="http://schemas.microsoft.com/office/drawing/2014/main" id="{4AE2CFD1-CF1D-4A3B-8176-BB29FDAF6A80}"/>
                </a:ext>
              </a:extLst>
            </p:cNvPr>
            <p:cNvSpPr txBox="1">
              <a:spLocks noChangeArrowheads="1"/>
            </p:cNvSpPr>
            <p:nvPr/>
          </p:nvSpPr>
          <p:spPr bwMode="auto">
            <a:xfrm>
              <a:off x="1296" y="134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91213" name="Text Box 182">
              <a:extLst>
                <a:ext uri="{FF2B5EF4-FFF2-40B4-BE49-F238E27FC236}">
                  <a16:creationId xmlns:a16="http://schemas.microsoft.com/office/drawing/2014/main" id="{2DCB9094-7827-45F7-A8DB-E404B20D3A0C}"/>
                </a:ext>
              </a:extLst>
            </p:cNvPr>
            <p:cNvSpPr txBox="1">
              <a:spLocks noChangeArrowheads="1"/>
            </p:cNvSpPr>
            <p:nvPr/>
          </p:nvSpPr>
          <p:spPr bwMode="auto">
            <a:xfrm>
              <a:off x="1296"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91214" name="Text Box 183">
              <a:extLst>
                <a:ext uri="{FF2B5EF4-FFF2-40B4-BE49-F238E27FC236}">
                  <a16:creationId xmlns:a16="http://schemas.microsoft.com/office/drawing/2014/main" id="{34DCC678-3B95-4B73-A69F-38119AF5E236}"/>
                </a:ext>
              </a:extLst>
            </p:cNvPr>
            <p:cNvSpPr txBox="1">
              <a:spLocks noChangeArrowheads="1"/>
            </p:cNvSpPr>
            <p:nvPr/>
          </p:nvSpPr>
          <p:spPr bwMode="auto">
            <a:xfrm>
              <a:off x="1296" y="177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grpSp>
          <p:nvGrpSpPr>
            <p:cNvPr id="91215" name="Group 184">
              <a:extLst>
                <a:ext uri="{FF2B5EF4-FFF2-40B4-BE49-F238E27FC236}">
                  <a16:creationId xmlns:a16="http://schemas.microsoft.com/office/drawing/2014/main" id="{D6387BF6-AD91-4450-B42E-48BE701A6318}"/>
                </a:ext>
              </a:extLst>
            </p:cNvPr>
            <p:cNvGrpSpPr>
              <a:grpSpLocks/>
            </p:cNvGrpSpPr>
            <p:nvPr/>
          </p:nvGrpSpPr>
          <p:grpSpPr bwMode="auto">
            <a:xfrm>
              <a:off x="720" y="1344"/>
              <a:ext cx="864" cy="816"/>
              <a:chOff x="1968" y="1248"/>
              <a:chExt cx="864" cy="672"/>
            </a:xfrm>
          </p:grpSpPr>
          <p:sp>
            <p:nvSpPr>
              <p:cNvPr id="91219" name="Line 185">
                <a:extLst>
                  <a:ext uri="{FF2B5EF4-FFF2-40B4-BE49-F238E27FC236}">
                    <a16:creationId xmlns:a16="http://schemas.microsoft.com/office/drawing/2014/main" id="{2588A12E-6722-4F95-9282-043F43CEAD93}"/>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220" name="Line 186">
                <a:extLst>
                  <a:ext uri="{FF2B5EF4-FFF2-40B4-BE49-F238E27FC236}">
                    <a16:creationId xmlns:a16="http://schemas.microsoft.com/office/drawing/2014/main" id="{6F806537-B9F0-4E6E-A200-52C803FDF1CC}"/>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221" name="Line 187">
                <a:extLst>
                  <a:ext uri="{FF2B5EF4-FFF2-40B4-BE49-F238E27FC236}">
                    <a16:creationId xmlns:a16="http://schemas.microsoft.com/office/drawing/2014/main" id="{47E5EA80-F7D2-4C1A-94AB-D95B0E1B9302}"/>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222" name="Line 188">
                <a:extLst>
                  <a:ext uri="{FF2B5EF4-FFF2-40B4-BE49-F238E27FC236}">
                    <a16:creationId xmlns:a16="http://schemas.microsoft.com/office/drawing/2014/main" id="{C2F09805-F219-41B2-97D2-ED8DC1A98067}"/>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1216" name="Text Box 189">
              <a:extLst>
                <a:ext uri="{FF2B5EF4-FFF2-40B4-BE49-F238E27FC236}">
                  <a16:creationId xmlns:a16="http://schemas.microsoft.com/office/drawing/2014/main" id="{C4377C13-B528-4A8F-A9D3-12D7F5A51144}"/>
                </a:ext>
              </a:extLst>
            </p:cNvPr>
            <p:cNvSpPr txBox="1">
              <a:spLocks noChangeArrowheads="1"/>
            </p:cNvSpPr>
            <p:nvPr/>
          </p:nvSpPr>
          <p:spPr bwMode="auto">
            <a:xfrm>
              <a:off x="7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91217" name="Text Box 190">
              <a:extLst>
                <a:ext uri="{FF2B5EF4-FFF2-40B4-BE49-F238E27FC236}">
                  <a16:creationId xmlns:a16="http://schemas.microsoft.com/office/drawing/2014/main" id="{D0FEF933-D5CB-4D0F-A2D8-C6F07CDD1029}"/>
                </a:ext>
              </a:extLst>
            </p:cNvPr>
            <p:cNvSpPr txBox="1">
              <a:spLocks noChangeArrowheads="1"/>
            </p:cNvSpPr>
            <p:nvPr/>
          </p:nvSpPr>
          <p:spPr bwMode="auto">
            <a:xfrm>
              <a:off x="10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8</a:t>
              </a:r>
            </a:p>
          </p:txBody>
        </p:sp>
        <p:sp>
          <p:nvSpPr>
            <p:cNvPr id="91218" name="Text Box 191">
              <a:extLst>
                <a:ext uri="{FF2B5EF4-FFF2-40B4-BE49-F238E27FC236}">
                  <a16:creationId xmlns:a16="http://schemas.microsoft.com/office/drawing/2014/main" id="{AD267BE6-8AC9-4824-957C-C3DFF30FEBCB}"/>
                </a:ext>
              </a:extLst>
            </p:cNvPr>
            <p:cNvSpPr txBox="1">
              <a:spLocks noChangeArrowheads="1"/>
            </p:cNvSpPr>
            <p:nvPr/>
          </p:nvSpPr>
          <p:spPr bwMode="auto">
            <a:xfrm>
              <a:off x="12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9</a:t>
              </a:r>
            </a:p>
          </p:txBody>
        </p:sp>
      </p:grpSp>
      <p:grpSp>
        <p:nvGrpSpPr>
          <p:cNvPr id="7" name="Group 195">
            <a:extLst>
              <a:ext uri="{FF2B5EF4-FFF2-40B4-BE49-F238E27FC236}">
                <a16:creationId xmlns:a16="http://schemas.microsoft.com/office/drawing/2014/main" id="{EB4ED618-F42A-4EB5-811A-09D3C83DEB8C}"/>
              </a:ext>
            </a:extLst>
          </p:cNvPr>
          <p:cNvGrpSpPr>
            <a:grpSpLocks/>
          </p:cNvGrpSpPr>
          <p:nvPr/>
        </p:nvGrpSpPr>
        <p:grpSpPr bwMode="auto">
          <a:xfrm>
            <a:off x="5943600" y="2636838"/>
            <a:ext cx="2286000" cy="990600"/>
            <a:chOff x="3744" y="1728"/>
            <a:chExt cx="1440" cy="624"/>
          </a:xfrm>
        </p:grpSpPr>
        <p:sp>
          <p:nvSpPr>
            <p:cNvPr id="91174" name="Text Box 196">
              <a:extLst>
                <a:ext uri="{FF2B5EF4-FFF2-40B4-BE49-F238E27FC236}">
                  <a16:creationId xmlns:a16="http://schemas.microsoft.com/office/drawing/2014/main" id="{64394EEC-9378-490F-AEB3-E760DA253AC2}"/>
                </a:ext>
              </a:extLst>
            </p:cNvPr>
            <p:cNvSpPr txBox="1">
              <a:spLocks noChangeArrowheads="1"/>
            </p:cNvSpPr>
            <p:nvPr/>
          </p:nvSpPr>
          <p:spPr bwMode="auto">
            <a:xfrm>
              <a:off x="3744"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91175" name="Text Box 197">
              <a:extLst>
                <a:ext uri="{FF2B5EF4-FFF2-40B4-BE49-F238E27FC236}">
                  <a16:creationId xmlns:a16="http://schemas.microsoft.com/office/drawing/2014/main" id="{AEAD55F4-1E1A-4B1C-B6D0-0D22A07B9087}"/>
                </a:ext>
              </a:extLst>
            </p:cNvPr>
            <p:cNvSpPr txBox="1">
              <a:spLocks noChangeArrowheads="1"/>
            </p:cNvSpPr>
            <p:nvPr/>
          </p:nvSpPr>
          <p:spPr bwMode="auto">
            <a:xfrm>
              <a:off x="4032"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91176" name="Text Box 198">
              <a:extLst>
                <a:ext uri="{FF2B5EF4-FFF2-40B4-BE49-F238E27FC236}">
                  <a16:creationId xmlns:a16="http://schemas.microsoft.com/office/drawing/2014/main" id="{0AC67270-C70E-45C0-A71D-E8C1BD1C6A40}"/>
                </a:ext>
              </a:extLst>
            </p:cNvPr>
            <p:cNvSpPr txBox="1">
              <a:spLocks noChangeArrowheads="1"/>
            </p:cNvSpPr>
            <p:nvPr/>
          </p:nvSpPr>
          <p:spPr bwMode="auto">
            <a:xfrm>
              <a:off x="3744"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grpSp>
          <p:nvGrpSpPr>
            <p:cNvPr id="91177" name="Group 199">
              <a:extLst>
                <a:ext uri="{FF2B5EF4-FFF2-40B4-BE49-F238E27FC236}">
                  <a16:creationId xmlns:a16="http://schemas.microsoft.com/office/drawing/2014/main" id="{A4B0EC4F-7388-4F1B-9D3E-5340C408D7BA}"/>
                </a:ext>
              </a:extLst>
            </p:cNvPr>
            <p:cNvGrpSpPr>
              <a:grpSpLocks/>
            </p:cNvGrpSpPr>
            <p:nvPr/>
          </p:nvGrpSpPr>
          <p:grpSpPr bwMode="auto">
            <a:xfrm>
              <a:off x="3744" y="1728"/>
              <a:ext cx="1440" cy="192"/>
              <a:chOff x="3120" y="1872"/>
              <a:chExt cx="1200" cy="192"/>
            </a:xfrm>
          </p:grpSpPr>
          <p:sp>
            <p:nvSpPr>
              <p:cNvPr id="91199" name="Line 200">
                <a:extLst>
                  <a:ext uri="{FF2B5EF4-FFF2-40B4-BE49-F238E27FC236}">
                    <a16:creationId xmlns:a16="http://schemas.microsoft.com/office/drawing/2014/main" id="{4F07C9B5-53E5-4344-829E-E4663396A98A}"/>
                  </a:ext>
                </a:extLst>
              </p:cNvPr>
              <p:cNvSpPr>
                <a:spLocks noChangeShapeType="1"/>
              </p:cNvSpPr>
              <p:nvPr/>
            </p:nvSpPr>
            <p:spPr bwMode="auto">
              <a:xfrm>
                <a:off x="3120" y="206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200" name="Line 201">
                <a:extLst>
                  <a:ext uri="{FF2B5EF4-FFF2-40B4-BE49-F238E27FC236}">
                    <a16:creationId xmlns:a16="http://schemas.microsoft.com/office/drawing/2014/main" id="{33D8D707-BA35-467F-AB15-FE026D383DF6}"/>
                  </a:ext>
                </a:extLst>
              </p:cNvPr>
              <p:cNvSpPr>
                <a:spLocks noChangeShapeType="1"/>
              </p:cNvSpPr>
              <p:nvPr/>
            </p:nvSpPr>
            <p:spPr bwMode="auto">
              <a:xfrm>
                <a:off x="3120" y="1872"/>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91178" name="Line 202">
              <a:extLst>
                <a:ext uri="{FF2B5EF4-FFF2-40B4-BE49-F238E27FC236}">
                  <a16:creationId xmlns:a16="http://schemas.microsoft.com/office/drawing/2014/main" id="{DCA53B1C-3B49-4D7F-B99F-44F91F5E066E}"/>
                </a:ext>
              </a:extLst>
            </p:cNvPr>
            <p:cNvSpPr>
              <a:spLocks noChangeShapeType="1"/>
            </p:cNvSpPr>
            <p:nvPr/>
          </p:nvSpPr>
          <p:spPr bwMode="auto">
            <a:xfrm>
              <a:off x="3744" y="2352"/>
              <a:ext cx="14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179" name="Text Box 203">
              <a:extLst>
                <a:ext uri="{FF2B5EF4-FFF2-40B4-BE49-F238E27FC236}">
                  <a16:creationId xmlns:a16="http://schemas.microsoft.com/office/drawing/2014/main" id="{5AF95BE9-6083-47D5-ADFD-DA64B7AE0DCA}"/>
                </a:ext>
              </a:extLst>
            </p:cNvPr>
            <p:cNvSpPr txBox="1">
              <a:spLocks noChangeArrowheads="1"/>
            </p:cNvSpPr>
            <p:nvPr/>
          </p:nvSpPr>
          <p:spPr bwMode="auto">
            <a:xfrm>
              <a:off x="4032"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91180" name="Text Box 204">
              <a:extLst>
                <a:ext uri="{FF2B5EF4-FFF2-40B4-BE49-F238E27FC236}">
                  <a16:creationId xmlns:a16="http://schemas.microsoft.com/office/drawing/2014/main" id="{021253CA-A8BF-4DB7-A6BD-81586AC044F4}"/>
                </a:ext>
              </a:extLst>
            </p:cNvPr>
            <p:cNvSpPr txBox="1">
              <a:spLocks noChangeArrowheads="1"/>
            </p:cNvSpPr>
            <p:nvPr/>
          </p:nvSpPr>
          <p:spPr bwMode="auto">
            <a:xfrm>
              <a:off x="4320"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91181" name="Text Box 205">
              <a:extLst>
                <a:ext uri="{FF2B5EF4-FFF2-40B4-BE49-F238E27FC236}">
                  <a16:creationId xmlns:a16="http://schemas.microsoft.com/office/drawing/2014/main" id="{90F5B7D7-6758-4F28-BCE6-5A11E4411722}"/>
                </a:ext>
              </a:extLst>
            </p:cNvPr>
            <p:cNvSpPr txBox="1">
              <a:spLocks noChangeArrowheads="1"/>
            </p:cNvSpPr>
            <p:nvPr/>
          </p:nvSpPr>
          <p:spPr bwMode="auto">
            <a:xfrm>
              <a:off x="4320"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91182" name="Text Box 206">
              <a:extLst>
                <a:ext uri="{FF2B5EF4-FFF2-40B4-BE49-F238E27FC236}">
                  <a16:creationId xmlns:a16="http://schemas.microsoft.com/office/drawing/2014/main" id="{41ACA3D2-569E-467B-B4C8-C339F170AA62}"/>
                </a:ext>
              </a:extLst>
            </p:cNvPr>
            <p:cNvSpPr txBox="1">
              <a:spLocks noChangeArrowheads="1"/>
            </p:cNvSpPr>
            <p:nvPr/>
          </p:nvSpPr>
          <p:spPr bwMode="auto">
            <a:xfrm>
              <a:off x="3744"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91183" name="Text Box 207">
              <a:extLst>
                <a:ext uri="{FF2B5EF4-FFF2-40B4-BE49-F238E27FC236}">
                  <a16:creationId xmlns:a16="http://schemas.microsoft.com/office/drawing/2014/main" id="{AB82AAC0-B2D7-4DF9-8DF9-73C31AFBF087}"/>
                </a:ext>
              </a:extLst>
            </p:cNvPr>
            <p:cNvSpPr txBox="1">
              <a:spLocks noChangeArrowheads="1"/>
            </p:cNvSpPr>
            <p:nvPr/>
          </p:nvSpPr>
          <p:spPr bwMode="auto">
            <a:xfrm>
              <a:off x="4032"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91184" name="Text Box 208">
              <a:extLst>
                <a:ext uri="{FF2B5EF4-FFF2-40B4-BE49-F238E27FC236}">
                  <a16:creationId xmlns:a16="http://schemas.microsoft.com/office/drawing/2014/main" id="{D7207829-85A6-4624-9880-A45F3442D681}"/>
                </a:ext>
              </a:extLst>
            </p:cNvPr>
            <p:cNvSpPr txBox="1">
              <a:spLocks noChangeArrowheads="1"/>
            </p:cNvSpPr>
            <p:nvPr/>
          </p:nvSpPr>
          <p:spPr bwMode="auto">
            <a:xfrm>
              <a:off x="4320"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91185" name="Text Box 209">
              <a:extLst>
                <a:ext uri="{FF2B5EF4-FFF2-40B4-BE49-F238E27FC236}">
                  <a16:creationId xmlns:a16="http://schemas.microsoft.com/office/drawing/2014/main" id="{D9C43599-AAE4-47D3-A206-EF70AEA54032}"/>
                </a:ext>
              </a:extLst>
            </p:cNvPr>
            <p:cNvSpPr txBox="1">
              <a:spLocks noChangeArrowheads="1"/>
            </p:cNvSpPr>
            <p:nvPr/>
          </p:nvSpPr>
          <p:spPr bwMode="auto">
            <a:xfrm>
              <a:off x="4608"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S.C</a:t>
              </a:r>
            </a:p>
          </p:txBody>
        </p:sp>
        <p:sp>
          <p:nvSpPr>
            <p:cNvPr id="91186" name="Text Box 210">
              <a:extLst>
                <a:ext uri="{FF2B5EF4-FFF2-40B4-BE49-F238E27FC236}">
                  <a16:creationId xmlns:a16="http://schemas.microsoft.com/office/drawing/2014/main" id="{0DA7BC63-7629-4985-BF5B-AC3C78603B9A}"/>
                </a:ext>
              </a:extLst>
            </p:cNvPr>
            <p:cNvSpPr txBox="1">
              <a:spLocks noChangeArrowheads="1"/>
            </p:cNvSpPr>
            <p:nvPr/>
          </p:nvSpPr>
          <p:spPr bwMode="auto">
            <a:xfrm>
              <a:off x="4608"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91187" name="Text Box 211">
              <a:extLst>
                <a:ext uri="{FF2B5EF4-FFF2-40B4-BE49-F238E27FC236}">
                  <a16:creationId xmlns:a16="http://schemas.microsoft.com/office/drawing/2014/main" id="{B641E690-25AE-4480-82CC-90AB99AE8314}"/>
                </a:ext>
              </a:extLst>
            </p:cNvPr>
            <p:cNvSpPr txBox="1">
              <a:spLocks noChangeArrowheads="1"/>
            </p:cNvSpPr>
            <p:nvPr/>
          </p:nvSpPr>
          <p:spPr bwMode="auto">
            <a:xfrm>
              <a:off x="4896" y="172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91188" name="Text Box 212">
              <a:extLst>
                <a:ext uri="{FF2B5EF4-FFF2-40B4-BE49-F238E27FC236}">
                  <a16:creationId xmlns:a16="http://schemas.microsoft.com/office/drawing/2014/main" id="{96FF48D4-33BC-4712-A4EF-9C8D4D8A32D5}"/>
                </a:ext>
              </a:extLst>
            </p:cNvPr>
            <p:cNvSpPr txBox="1">
              <a:spLocks noChangeArrowheads="1"/>
            </p:cNvSpPr>
            <p:nvPr/>
          </p:nvSpPr>
          <p:spPr bwMode="auto">
            <a:xfrm>
              <a:off x="4896" y="196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91189" name="Text Box 213">
              <a:extLst>
                <a:ext uri="{FF2B5EF4-FFF2-40B4-BE49-F238E27FC236}">
                  <a16:creationId xmlns:a16="http://schemas.microsoft.com/office/drawing/2014/main" id="{E239F375-1F27-44D4-B174-6F8DE7E38A27}"/>
                </a:ext>
              </a:extLst>
            </p:cNvPr>
            <p:cNvSpPr txBox="1">
              <a:spLocks noChangeArrowheads="1"/>
            </p:cNvSpPr>
            <p:nvPr/>
          </p:nvSpPr>
          <p:spPr bwMode="auto">
            <a:xfrm>
              <a:off x="4608"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91190" name="Text Box 214">
              <a:extLst>
                <a:ext uri="{FF2B5EF4-FFF2-40B4-BE49-F238E27FC236}">
                  <a16:creationId xmlns:a16="http://schemas.microsoft.com/office/drawing/2014/main" id="{ED68F81F-B3D2-4114-B808-09887B96C19A}"/>
                </a:ext>
              </a:extLst>
            </p:cNvPr>
            <p:cNvSpPr txBox="1">
              <a:spLocks noChangeArrowheads="1"/>
            </p:cNvSpPr>
            <p:nvPr/>
          </p:nvSpPr>
          <p:spPr bwMode="auto">
            <a:xfrm>
              <a:off x="4896" y="21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nvGrpSpPr>
            <p:cNvPr id="91191" name="Group 215">
              <a:extLst>
                <a:ext uri="{FF2B5EF4-FFF2-40B4-BE49-F238E27FC236}">
                  <a16:creationId xmlns:a16="http://schemas.microsoft.com/office/drawing/2014/main" id="{A6BFEA8F-5050-4C72-A03F-0E4C18C64987}"/>
                </a:ext>
              </a:extLst>
            </p:cNvPr>
            <p:cNvGrpSpPr>
              <a:grpSpLocks/>
            </p:cNvGrpSpPr>
            <p:nvPr/>
          </p:nvGrpSpPr>
          <p:grpSpPr bwMode="auto">
            <a:xfrm>
              <a:off x="3744" y="1728"/>
              <a:ext cx="1440" cy="624"/>
              <a:chOff x="3456" y="1872"/>
              <a:chExt cx="1440" cy="816"/>
            </a:xfrm>
          </p:grpSpPr>
          <p:grpSp>
            <p:nvGrpSpPr>
              <p:cNvPr id="91192" name="Group 216">
                <a:extLst>
                  <a:ext uri="{FF2B5EF4-FFF2-40B4-BE49-F238E27FC236}">
                    <a16:creationId xmlns:a16="http://schemas.microsoft.com/office/drawing/2014/main" id="{F12244F9-5E33-4CE2-8A78-C657BC688CAE}"/>
                  </a:ext>
                </a:extLst>
              </p:cNvPr>
              <p:cNvGrpSpPr>
                <a:grpSpLocks/>
              </p:cNvGrpSpPr>
              <p:nvPr/>
            </p:nvGrpSpPr>
            <p:grpSpPr bwMode="auto">
              <a:xfrm>
                <a:off x="3456" y="1872"/>
                <a:ext cx="864" cy="816"/>
                <a:chOff x="1968" y="1248"/>
                <a:chExt cx="864" cy="672"/>
              </a:xfrm>
            </p:grpSpPr>
            <p:sp>
              <p:nvSpPr>
                <p:cNvPr id="91195" name="Line 217">
                  <a:extLst>
                    <a:ext uri="{FF2B5EF4-FFF2-40B4-BE49-F238E27FC236}">
                      <a16:creationId xmlns:a16="http://schemas.microsoft.com/office/drawing/2014/main" id="{835C3CF1-FF33-42A5-B8B0-0F8A1A2B4130}"/>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96" name="Line 218">
                  <a:extLst>
                    <a:ext uri="{FF2B5EF4-FFF2-40B4-BE49-F238E27FC236}">
                      <a16:creationId xmlns:a16="http://schemas.microsoft.com/office/drawing/2014/main" id="{6D0611F3-43DE-494A-9F07-DC61EABF545A}"/>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97" name="Line 219">
                  <a:extLst>
                    <a:ext uri="{FF2B5EF4-FFF2-40B4-BE49-F238E27FC236}">
                      <a16:creationId xmlns:a16="http://schemas.microsoft.com/office/drawing/2014/main" id="{E81D15C3-7328-4E8D-9E7B-73AEDE558945}"/>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98" name="Line 220">
                  <a:extLst>
                    <a:ext uri="{FF2B5EF4-FFF2-40B4-BE49-F238E27FC236}">
                      <a16:creationId xmlns:a16="http://schemas.microsoft.com/office/drawing/2014/main" id="{8A641A84-2E61-4ECF-A915-66984CBF2652}"/>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1193" name="Line 221">
                <a:extLst>
                  <a:ext uri="{FF2B5EF4-FFF2-40B4-BE49-F238E27FC236}">
                    <a16:creationId xmlns:a16="http://schemas.microsoft.com/office/drawing/2014/main" id="{26D5F1DD-9971-4AB3-BF39-2D842D5C2DFE}"/>
                  </a:ext>
                </a:extLst>
              </p:cNvPr>
              <p:cNvSpPr>
                <a:spLocks noChangeShapeType="1"/>
              </p:cNvSpPr>
              <p:nvPr/>
            </p:nvSpPr>
            <p:spPr bwMode="auto">
              <a:xfrm>
                <a:off x="4896"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94" name="Line 222">
                <a:extLst>
                  <a:ext uri="{FF2B5EF4-FFF2-40B4-BE49-F238E27FC236}">
                    <a16:creationId xmlns:a16="http://schemas.microsoft.com/office/drawing/2014/main" id="{B3035E01-5602-4D77-962B-0285C08E149D}"/>
                  </a:ext>
                </a:extLst>
              </p:cNvPr>
              <p:cNvSpPr>
                <a:spLocks noChangeShapeType="1"/>
              </p:cNvSpPr>
              <p:nvPr/>
            </p:nvSpPr>
            <p:spPr bwMode="auto">
              <a:xfrm>
                <a:off x="4608" y="1872"/>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grpSp>
        <p:nvGrpSpPr>
          <p:cNvPr id="11" name="Group 243">
            <a:extLst>
              <a:ext uri="{FF2B5EF4-FFF2-40B4-BE49-F238E27FC236}">
                <a16:creationId xmlns:a16="http://schemas.microsoft.com/office/drawing/2014/main" id="{063E3576-A497-4F7F-803C-F8457673CAA0}"/>
              </a:ext>
            </a:extLst>
          </p:cNvPr>
          <p:cNvGrpSpPr>
            <a:grpSpLocks/>
          </p:cNvGrpSpPr>
          <p:nvPr/>
        </p:nvGrpSpPr>
        <p:grpSpPr bwMode="auto">
          <a:xfrm>
            <a:off x="7391400" y="2286000"/>
            <a:ext cx="304800" cy="1600200"/>
            <a:chOff x="1753" y="2000"/>
            <a:chExt cx="1359" cy="938"/>
          </a:xfrm>
        </p:grpSpPr>
        <p:sp>
          <p:nvSpPr>
            <p:cNvPr id="91172" name="Freeform 244">
              <a:extLst>
                <a:ext uri="{FF2B5EF4-FFF2-40B4-BE49-F238E27FC236}">
                  <a16:creationId xmlns:a16="http://schemas.microsoft.com/office/drawing/2014/main" id="{7DE68360-371A-46C6-A3E8-D55BF392BCDF}"/>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 name="T21" fmla="*/ 0 w 1359"/>
                <a:gd name="T22" fmla="*/ 0 h 851"/>
                <a:gd name="T23" fmla="*/ 1359 w 1359"/>
                <a:gd name="T24" fmla="*/ 851 h 8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1173" name="Freeform 245">
              <a:extLst>
                <a:ext uri="{FF2B5EF4-FFF2-40B4-BE49-F238E27FC236}">
                  <a16:creationId xmlns:a16="http://schemas.microsoft.com/office/drawing/2014/main" id="{814D2967-590A-4F1C-B541-4FC19D3C7AED}"/>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8"/>
                <a:gd name="T31" fmla="*/ 0 h 792"/>
                <a:gd name="T32" fmla="*/ 1018 w 1018"/>
                <a:gd name="T33" fmla="*/ 792 h 7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2" name="Group 274">
            <a:extLst>
              <a:ext uri="{FF2B5EF4-FFF2-40B4-BE49-F238E27FC236}">
                <a16:creationId xmlns:a16="http://schemas.microsoft.com/office/drawing/2014/main" id="{DC2F722B-A930-4CD6-B9EF-86135028538E}"/>
              </a:ext>
            </a:extLst>
          </p:cNvPr>
          <p:cNvGrpSpPr>
            <a:grpSpLocks/>
          </p:cNvGrpSpPr>
          <p:nvPr/>
        </p:nvGrpSpPr>
        <p:grpSpPr bwMode="auto">
          <a:xfrm>
            <a:off x="6096000" y="2590800"/>
            <a:ext cx="1828800" cy="990600"/>
            <a:chOff x="3696" y="2640"/>
            <a:chExt cx="1152" cy="624"/>
          </a:xfrm>
        </p:grpSpPr>
        <p:sp>
          <p:nvSpPr>
            <p:cNvPr id="91150" name="Text Box 247">
              <a:extLst>
                <a:ext uri="{FF2B5EF4-FFF2-40B4-BE49-F238E27FC236}">
                  <a16:creationId xmlns:a16="http://schemas.microsoft.com/office/drawing/2014/main" id="{63110D01-3C51-426F-B917-7491A2EC02E8}"/>
                </a:ext>
              </a:extLst>
            </p:cNvPr>
            <p:cNvSpPr txBox="1">
              <a:spLocks noChangeArrowheads="1"/>
            </p:cNvSpPr>
            <p:nvPr/>
          </p:nvSpPr>
          <p:spPr bwMode="auto">
            <a:xfrm>
              <a:off x="3696" y="26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91151" name="Text Box 248">
              <a:extLst>
                <a:ext uri="{FF2B5EF4-FFF2-40B4-BE49-F238E27FC236}">
                  <a16:creationId xmlns:a16="http://schemas.microsoft.com/office/drawing/2014/main" id="{39B10F18-336B-4768-ACD5-A433D3A00E49}"/>
                </a:ext>
              </a:extLst>
            </p:cNvPr>
            <p:cNvSpPr txBox="1">
              <a:spLocks noChangeArrowheads="1"/>
            </p:cNvSpPr>
            <p:nvPr/>
          </p:nvSpPr>
          <p:spPr bwMode="auto">
            <a:xfrm>
              <a:off x="3984" y="26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91152" name="Text Box 249">
              <a:extLst>
                <a:ext uri="{FF2B5EF4-FFF2-40B4-BE49-F238E27FC236}">
                  <a16:creationId xmlns:a16="http://schemas.microsoft.com/office/drawing/2014/main" id="{410ECD28-AEF1-4885-852B-F8594E9D162A}"/>
                </a:ext>
              </a:extLst>
            </p:cNvPr>
            <p:cNvSpPr txBox="1">
              <a:spLocks noChangeArrowheads="1"/>
            </p:cNvSpPr>
            <p:nvPr/>
          </p:nvSpPr>
          <p:spPr bwMode="auto">
            <a:xfrm>
              <a:off x="3696" y="28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grpSp>
          <p:nvGrpSpPr>
            <p:cNvPr id="91153" name="Group 250">
              <a:extLst>
                <a:ext uri="{FF2B5EF4-FFF2-40B4-BE49-F238E27FC236}">
                  <a16:creationId xmlns:a16="http://schemas.microsoft.com/office/drawing/2014/main" id="{310EBB4B-FAC9-4493-AEA4-22F41AC88C1B}"/>
                </a:ext>
              </a:extLst>
            </p:cNvPr>
            <p:cNvGrpSpPr>
              <a:grpSpLocks/>
            </p:cNvGrpSpPr>
            <p:nvPr/>
          </p:nvGrpSpPr>
          <p:grpSpPr bwMode="auto">
            <a:xfrm>
              <a:off x="3696" y="2640"/>
              <a:ext cx="1152" cy="192"/>
              <a:chOff x="3120" y="1872"/>
              <a:chExt cx="1200" cy="192"/>
            </a:xfrm>
          </p:grpSpPr>
          <p:sp>
            <p:nvSpPr>
              <p:cNvPr id="91170" name="Line 251">
                <a:extLst>
                  <a:ext uri="{FF2B5EF4-FFF2-40B4-BE49-F238E27FC236}">
                    <a16:creationId xmlns:a16="http://schemas.microsoft.com/office/drawing/2014/main" id="{0177B5B4-BA81-4508-9918-B0EC88090F6F}"/>
                  </a:ext>
                </a:extLst>
              </p:cNvPr>
              <p:cNvSpPr>
                <a:spLocks noChangeShapeType="1"/>
              </p:cNvSpPr>
              <p:nvPr/>
            </p:nvSpPr>
            <p:spPr bwMode="auto">
              <a:xfrm>
                <a:off x="3120" y="206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171" name="Line 252">
                <a:extLst>
                  <a:ext uri="{FF2B5EF4-FFF2-40B4-BE49-F238E27FC236}">
                    <a16:creationId xmlns:a16="http://schemas.microsoft.com/office/drawing/2014/main" id="{B6E44D61-B308-4355-A158-D692BCD8CB23}"/>
                  </a:ext>
                </a:extLst>
              </p:cNvPr>
              <p:cNvSpPr>
                <a:spLocks noChangeShapeType="1"/>
              </p:cNvSpPr>
              <p:nvPr/>
            </p:nvSpPr>
            <p:spPr bwMode="auto">
              <a:xfrm>
                <a:off x="3120" y="1872"/>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91154" name="Line 253">
              <a:extLst>
                <a:ext uri="{FF2B5EF4-FFF2-40B4-BE49-F238E27FC236}">
                  <a16:creationId xmlns:a16="http://schemas.microsoft.com/office/drawing/2014/main" id="{F8EDB5B0-47C5-4120-85B7-1B3164D5B2D3}"/>
                </a:ext>
              </a:extLst>
            </p:cNvPr>
            <p:cNvSpPr>
              <a:spLocks noChangeShapeType="1"/>
            </p:cNvSpPr>
            <p:nvPr/>
          </p:nvSpPr>
          <p:spPr bwMode="auto">
            <a:xfrm>
              <a:off x="3696" y="3264"/>
              <a:ext cx="1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155" name="Text Box 254">
              <a:extLst>
                <a:ext uri="{FF2B5EF4-FFF2-40B4-BE49-F238E27FC236}">
                  <a16:creationId xmlns:a16="http://schemas.microsoft.com/office/drawing/2014/main" id="{5916AA6F-F8D2-4791-BDE0-30B2AC6256D2}"/>
                </a:ext>
              </a:extLst>
            </p:cNvPr>
            <p:cNvSpPr txBox="1">
              <a:spLocks noChangeArrowheads="1"/>
            </p:cNvSpPr>
            <p:nvPr/>
          </p:nvSpPr>
          <p:spPr bwMode="auto">
            <a:xfrm>
              <a:off x="3984" y="28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91156" name="Text Box 255">
              <a:extLst>
                <a:ext uri="{FF2B5EF4-FFF2-40B4-BE49-F238E27FC236}">
                  <a16:creationId xmlns:a16="http://schemas.microsoft.com/office/drawing/2014/main" id="{A1E265D8-AA0D-4DFD-A55B-15F6922B5D52}"/>
                </a:ext>
              </a:extLst>
            </p:cNvPr>
            <p:cNvSpPr txBox="1">
              <a:spLocks noChangeArrowheads="1"/>
            </p:cNvSpPr>
            <p:nvPr/>
          </p:nvSpPr>
          <p:spPr bwMode="auto">
            <a:xfrm>
              <a:off x="4272" y="26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91157" name="Text Box 256">
              <a:extLst>
                <a:ext uri="{FF2B5EF4-FFF2-40B4-BE49-F238E27FC236}">
                  <a16:creationId xmlns:a16="http://schemas.microsoft.com/office/drawing/2014/main" id="{1375244F-2628-481F-998F-3FBBBDF7AE71}"/>
                </a:ext>
              </a:extLst>
            </p:cNvPr>
            <p:cNvSpPr txBox="1">
              <a:spLocks noChangeArrowheads="1"/>
            </p:cNvSpPr>
            <p:nvPr/>
          </p:nvSpPr>
          <p:spPr bwMode="auto">
            <a:xfrm>
              <a:off x="4272" y="28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91158" name="Text Box 257">
              <a:extLst>
                <a:ext uri="{FF2B5EF4-FFF2-40B4-BE49-F238E27FC236}">
                  <a16:creationId xmlns:a16="http://schemas.microsoft.com/office/drawing/2014/main" id="{3DA589AC-9051-4203-B949-0EDABCAA1185}"/>
                </a:ext>
              </a:extLst>
            </p:cNvPr>
            <p:cNvSpPr txBox="1">
              <a:spLocks noChangeArrowheads="1"/>
            </p:cNvSpPr>
            <p:nvPr/>
          </p:nvSpPr>
          <p:spPr bwMode="auto">
            <a:xfrm>
              <a:off x="3696" y="30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91159" name="Text Box 258">
              <a:extLst>
                <a:ext uri="{FF2B5EF4-FFF2-40B4-BE49-F238E27FC236}">
                  <a16:creationId xmlns:a16="http://schemas.microsoft.com/office/drawing/2014/main" id="{8C26D479-96E8-4F1F-AFE6-8B297D23E507}"/>
                </a:ext>
              </a:extLst>
            </p:cNvPr>
            <p:cNvSpPr txBox="1">
              <a:spLocks noChangeArrowheads="1"/>
            </p:cNvSpPr>
            <p:nvPr/>
          </p:nvSpPr>
          <p:spPr bwMode="auto">
            <a:xfrm>
              <a:off x="3984" y="30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5</a:t>
              </a:r>
            </a:p>
          </p:txBody>
        </p:sp>
        <p:sp>
          <p:nvSpPr>
            <p:cNvPr id="91160" name="Text Box 259">
              <a:extLst>
                <a:ext uri="{FF2B5EF4-FFF2-40B4-BE49-F238E27FC236}">
                  <a16:creationId xmlns:a16="http://schemas.microsoft.com/office/drawing/2014/main" id="{4EE46B42-BB3E-4EC1-A757-539DAF39651A}"/>
                </a:ext>
              </a:extLst>
            </p:cNvPr>
            <p:cNvSpPr txBox="1">
              <a:spLocks noChangeArrowheads="1"/>
            </p:cNvSpPr>
            <p:nvPr/>
          </p:nvSpPr>
          <p:spPr bwMode="auto">
            <a:xfrm>
              <a:off x="4272" y="30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6</a:t>
              </a:r>
            </a:p>
          </p:txBody>
        </p:sp>
        <p:sp>
          <p:nvSpPr>
            <p:cNvPr id="91161" name="Text Box 262">
              <a:extLst>
                <a:ext uri="{FF2B5EF4-FFF2-40B4-BE49-F238E27FC236}">
                  <a16:creationId xmlns:a16="http://schemas.microsoft.com/office/drawing/2014/main" id="{12BA6625-3A17-4934-8F21-FCA2C486F50B}"/>
                </a:ext>
              </a:extLst>
            </p:cNvPr>
            <p:cNvSpPr txBox="1">
              <a:spLocks noChangeArrowheads="1"/>
            </p:cNvSpPr>
            <p:nvPr/>
          </p:nvSpPr>
          <p:spPr bwMode="auto">
            <a:xfrm>
              <a:off x="4560" y="26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a:t>
              </a:r>
            </a:p>
          </p:txBody>
        </p:sp>
        <p:sp>
          <p:nvSpPr>
            <p:cNvPr id="91162" name="Text Box 263">
              <a:extLst>
                <a:ext uri="{FF2B5EF4-FFF2-40B4-BE49-F238E27FC236}">
                  <a16:creationId xmlns:a16="http://schemas.microsoft.com/office/drawing/2014/main" id="{2058663D-1DA5-4269-A9A3-9241999AA0AE}"/>
                </a:ext>
              </a:extLst>
            </p:cNvPr>
            <p:cNvSpPr txBox="1">
              <a:spLocks noChangeArrowheads="1"/>
            </p:cNvSpPr>
            <p:nvPr/>
          </p:nvSpPr>
          <p:spPr bwMode="auto">
            <a:xfrm>
              <a:off x="4560" y="28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91163" name="Text Box 265">
              <a:extLst>
                <a:ext uri="{FF2B5EF4-FFF2-40B4-BE49-F238E27FC236}">
                  <a16:creationId xmlns:a16="http://schemas.microsoft.com/office/drawing/2014/main" id="{6F56FE44-8B6E-4E62-9677-C58FD5484DF4}"/>
                </a:ext>
              </a:extLst>
            </p:cNvPr>
            <p:cNvSpPr txBox="1">
              <a:spLocks noChangeArrowheads="1"/>
            </p:cNvSpPr>
            <p:nvPr/>
          </p:nvSpPr>
          <p:spPr bwMode="auto">
            <a:xfrm>
              <a:off x="4560" y="30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nvGrpSpPr>
            <p:cNvPr id="91164" name="Group 267">
              <a:extLst>
                <a:ext uri="{FF2B5EF4-FFF2-40B4-BE49-F238E27FC236}">
                  <a16:creationId xmlns:a16="http://schemas.microsoft.com/office/drawing/2014/main" id="{2DA4EDF4-FDF6-4C2B-A963-6F981A475E75}"/>
                </a:ext>
              </a:extLst>
            </p:cNvPr>
            <p:cNvGrpSpPr>
              <a:grpSpLocks/>
            </p:cNvGrpSpPr>
            <p:nvPr/>
          </p:nvGrpSpPr>
          <p:grpSpPr bwMode="auto">
            <a:xfrm>
              <a:off x="3696" y="2640"/>
              <a:ext cx="864" cy="624"/>
              <a:chOff x="1968" y="1248"/>
              <a:chExt cx="864" cy="672"/>
            </a:xfrm>
          </p:grpSpPr>
          <p:sp>
            <p:nvSpPr>
              <p:cNvPr id="91166" name="Line 268">
                <a:extLst>
                  <a:ext uri="{FF2B5EF4-FFF2-40B4-BE49-F238E27FC236}">
                    <a16:creationId xmlns:a16="http://schemas.microsoft.com/office/drawing/2014/main" id="{4F342DA9-7E14-4546-91F4-AE4A3A22D59E}"/>
                  </a:ext>
                </a:extLst>
              </p:cNvPr>
              <p:cNvSpPr>
                <a:spLocks noChangeShapeType="1"/>
              </p:cNvSpPr>
              <p:nvPr/>
            </p:nvSpPr>
            <p:spPr bwMode="auto">
              <a:xfrm>
                <a:off x="2256"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67" name="Line 269">
                <a:extLst>
                  <a:ext uri="{FF2B5EF4-FFF2-40B4-BE49-F238E27FC236}">
                    <a16:creationId xmlns:a16="http://schemas.microsoft.com/office/drawing/2014/main" id="{572CA1D4-333C-4898-AECA-B727C5B74437}"/>
                  </a:ext>
                </a:extLst>
              </p:cNvPr>
              <p:cNvSpPr>
                <a:spLocks noChangeShapeType="1"/>
              </p:cNvSpPr>
              <p:nvPr/>
            </p:nvSpPr>
            <p:spPr bwMode="auto">
              <a:xfrm>
                <a:off x="1968"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68" name="Line 270">
                <a:extLst>
                  <a:ext uri="{FF2B5EF4-FFF2-40B4-BE49-F238E27FC236}">
                    <a16:creationId xmlns:a16="http://schemas.microsoft.com/office/drawing/2014/main" id="{CDCF7A49-41CE-44BE-8803-2A9D3F5805E2}"/>
                  </a:ext>
                </a:extLst>
              </p:cNvPr>
              <p:cNvSpPr>
                <a:spLocks noChangeShapeType="1"/>
              </p:cNvSpPr>
              <p:nvPr/>
            </p:nvSpPr>
            <p:spPr bwMode="auto">
              <a:xfrm>
                <a:off x="2544"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69" name="Line 271">
                <a:extLst>
                  <a:ext uri="{FF2B5EF4-FFF2-40B4-BE49-F238E27FC236}">
                    <a16:creationId xmlns:a16="http://schemas.microsoft.com/office/drawing/2014/main" id="{9E47D607-0D10-40C6-921B-68068E670856}"/>
                  </a:ext>
                </a:extLst>
              </p:cNvPr>
              <p:cNvSpPr>
                <a:spLocks noChangeShapeType="1"/>
              </p:cNvSpPr>
              <p:nvPr/>
            </p:nvSpPr>
            <p:spPr bwMode="auto">
              <a:xfrm>
                <a:off x="2832" y="124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1165" name="Line 272">
              <a:extLst>
                <a:ext uri="{FF2B5EF4-FFF2-40B4-BE49-F238E27FC236}">
                  <a16:creationId xmlns:a16="http://schemas.microsoft.com/office/drawing/2014/main" id="{44693EE2-5361-4825-9145-8B5DD2879B1D}"/>
                </a:ext>
              </a:extLst>
            </p:cNvPr>
            <p:cNvSpPr>
              <a:spLocks noChangeShapeType="1"/>
            </p:cNvSpPr>
            <p:nvPr/>
          </p:nvSpPr>
          <p:spPr bwMode="auto">
            <a:xfrm>
              <a:off x="4848" y="2640"/>
              <a:ext cx="0" cy="6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56D91EED-F5C2-4DC9-B320-6B12034D8704}"/>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22211" name="Slide Number Placeholder 5">
            <a:extLst>
              <a:ext uri="{FF2B5EF4-FFF2-40B4-BE49-F238E27FC236}">
                <a16:creationId xmlns:a16="http://schemas.microsoft.com/office/drawing/2014/main" id="{1BE03A01-D24F-4D00-8750-7F6ABBB352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DB6EB95-6B57-443E-A436-06217AFD34FA}" type="slidenum">
              <a:rPr lang="en-US" altLang="en-US" sz="1000"/>
              <a:pPr algn="r">
                <a:spcBef>
                  <a:spcPct val="0"/>
                </a:spcBef>
                <a:buClrTx/>
                <a:buFontTx/>
                <a:buNone/>
              </a:pPr>
              <a:t>10</a:t>
            </a:fld>
            <a:endParaRPr lang="en-US" altLang="en-US" sz="1000"/>
          </a:p>
        </p:txBody>
      </p:sp>
      <p:sp>
        <p:nvSpPr>
          <p:cNvPr id="222212" name="Rectangle 2">
            <a:extLst>
              <a:ext uri="{FF2B5EF4-FFF2-40B4-BE49-F238E27FC236}">
                <a16:creationId xmlns:a16="http://schemas.microsoft.com/office/drawing/2014/main" id="{93C7009B-490E-4954-86E9-272B9C8D8780}"/>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1. Phép kết – Dùng điều</a:t>
            </a:r>
            <a:r>
              <a:rPr lang="en-US" altLang="en-US" sz="3500" dirty="0"/>
              <a:t> </a:t>
            </a:r>
            <a:r>
              <a:rPr lang="en-US" altLang="en-US" sz="3500" dirty="0" err="1"/>
              <a:t>kiện</a:t>
            </a:r>
            <a:r>
              <a:rPr lang="en-US" altLang="en-US" sz="3500" dirty="0"/>
              <a:t> </a:t>
            </a:r>
            <a:r>
              <a:rPr lang="en-US" altLang="en-US" sz="3500" dirty="0" err="1"/>
              <a:t>kết</a:t>
            </a:r>
            <a:r>
              <a:rPr lang="en-US" altLang="en-US" sz="3500" dirty="0"/>
              <a:t> ở </a:t>
            </a:r>
            <a:r>
              <a:rPr lang="en-US" altLang="en-US" sz="3500" dirty="0" err="1"/>
              <a:t>mệnh</a:t>
            </a:r>
            <a:r>
              <a:rPr lang="en-US" altLang="en-US" sz="3500" dirty="0"/>
              <a:t> </a:t>
            </a:r>
            <a:r>
              <a:rPr lang="en-US" altLang="en-US" sz="3500" dirty="0" err="1"/>
              <a:t>đề</a:t>
            </a:r>
            <a:r>
              <a:rPr lang="en-US" altLang="en-US" sz="3500" dirty="0"/>
              <a:t> FROM</a:t>
            </a:r>
          </a:p>
        </p:txBody>
      </p:sp>
      <p:sp>
        <p:nvSpPr>
          <p:cNvPr id="222213" name="Rectangle 3">
            <a:extLst>
              <a:ext uri="{FF2B5EF4-FFF2-40B4-BE49-F238E27FC236}">
                <a16:creationId xmlns:a16="http://schemas.microsoft.com/office/drawing/2014/main" id="{9926A10D-08FE-4DA1-9D6A-D523213F5920}"/>
              </a:ext>
            </a:extLst>
          </p:cNvPr>
          <p:cNvSpPr>
            <a:spLocks noGrp="1" noChangeArrowheads="1"/>
          </p:cNvSpPr>
          <p:nvPr>
            <p:ph type="body" idx="1"/>
          </p:nvPr>
        </p:nvSpPr>
        <p:spPr>
          <a:xfrm>
            <a:off x="457200" y="1600200"/>
            <a:ext cx="8229600" cy="4724400"/>
          </a:xfrm>
        </p:spPr>
        <p:txBody>
          <a:bodyPr/>
          <a:lstStyle/>
          <a:p>
            <a:pPr eaLnBrk="1" hangingPunct="1"/>
            <a:r>
              <a:rPr lang="en-US" altLang="en-US"/>
              <a:t>Kết bằng</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Kết ngoài</a:t>
            </a:r>
          </a:p>
        </p:txBody>
      </p:sp>
      <p:sp>
        <p:nvSpPr>
          <p:cNvPr id="222214" name="Rectangle 5">
            <a:extLst>
              <a:ext uri="{FF2B5EF4-FFF2-40B4-BE49-F238E27FC236}">
                <a16:creationId xmlns:a16="http://schemas.microsoft.com/office/drawing/2014/main" id="{56A7A25F-C5C1-4105-89B0-42A5C15E1C54}"/>
              </a:ext>
            </a:extLst>
          </p:cNvPr>
          <p:cNvSpPr>
            <a:spLocks noChangeArrowheads="1"/>
          </p:cNvSpPr>
          <p:nvPr/>
        </p:nvSpPr>
        <p:spPr bwMode="auto">
          <a:xfrm>
            <a:off x="931985" y="2299493"/>
            <a:ext cx="5105400" cy="12049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SELECT</a:t>
            </a:r>
            <a:r>
              <a:rPr lang="en-US" altLang="en-US" sz="1800">
                <a:latin typeface="Tahoma" panose="020B0604030504040204" pitchFamily="34" charset="0"/>
              </a:rPr>
              <a:t> &lt;danh sách các cột&gt;</a:t>
            </a:r>
          </a:p>
          <a:p>
            <a:pPr algn="l" eaLnBrk="1" hangingPunct="1">
              <a:spcBef>
                <a:spcPct val="50000"/>
              </a:spcBef>
              <a:buClrTx/>
              <a:buFontTx/>
              <a:buNone/>
            </a:pPr>
            <a:r>
              <a:rPr lang="en-US" altLang="en-US" sz="1800" b="1">
                <a:latin typeface="Tahoma" panose="020B0604030504040204" pitchFamily="34" charset="0"/>
              </a:rPr>
              <a:t>FROM</a:t>
            </a:r>
            <a:r>
              <a:rPr lang="en-US" altLang="en-US" sz="1800">
                <a:latin typeface="Tahoma" panose="020B0604030504040204" pitchFamily="34" charset="0"/>
              </a:rPr>
              <a:t> R1 [</a:t>
            </a:r>
            <a:r>
              <a:rPr lang="en-US" altLang="en-US" sz="1800" b="1">
                <a:latin typeface="Tahoma" panose="020B0604030504040204" pitchFamily="34" charset="0"/>
              </a:rPr>
              <a:t>INNER</a:t>
            </a:r>
            <a:r>
              <a:rPr lang="en-US" altLang="en-US" sz="1800">
                <a:latin typeface="Tahoma" panose="020B0604030504040204" pitchFamily="34" charset="0"/>
              </a:rPr>
              <a:t>]</a:t>
            </a:r>
            <a:r>
              <a:rPr lang="en-US" altLang="en-US" sz="1800" b="1">
                <a:latin typeface="Tahoma" panose="020B0604030504040204" pitchFamily="34" charset="0"/>
              </a:rPr>
              <a:t> JOIN</a:t>
            </a:r>
            <a:r>
              <a:rPr lang="en-US" altLang="en-US" sz="1800">
                <a:latin typeface="Tahoma" panose="020B0604030504040204" pitchFamily="34" charset="0"/>
              </a:rPr>
              <a:t> R2 </a:t>
            </a:r>
            <a:r>
              <a:rPr lang="en-US" altLang="en-US" sz="1800" b="1">
                <a:latin typeface="Tahoma" panose="020B0604030504040204" pitchFamily="34" charset="0"/>
              </a:rPr>
              <a:t>ON</a:t>
            </a:r>
            <a:r>
              <a:rPr lang="en-US" altLang="en-US" sz="1800">
                <a:latin typeface="Tahoma" panose="020B0604030504040204" pitchFamily="34" charset="0"/>
              </a:rPr>
              <a:t>  &lt;biểu thức&gt;</a:t>
            </a:r>
          </a:p>
          <a:p>
            <a:pPr algn="l" eaLnBrk="1" hangingPunct="1">
              <a:spcBef>
                <a:spcPct val="50000"/>
              </a:spcBef>
              <a:buClrTx/>
              <a:buFontTx/>
              <a:buNone/>
            </a:pPr>
            <a:r>
              <a:rPr lang="en-US" altLang="en-US" sz="1800" b="1">
                <a:latin typeface="Tahoma" panose="020B0604030504040204" pitchFamily="34" charset="0"/>
              </a:rPr>
              <a:t>WHERE</a:t>
            </a:r>
            <a:r>
              <a:rPr lang="en-US" altLang="en-US" sz="1800">
                <a:latin typeface="Tahoma" panose="020B0604030504040204" pitchFamily="34" charset="0"/>
              </a:rPr>
              <a:t> &lt;điều kiện&gt;</a:t>
            </a:r>
          </a:p>
        </p:txBody>
      </p:sp>
      <p:sp>
        <p:nvSpPr>
          <p:cNvPr id="222215" name="Rectangle 6">
            <a:extLst>
              <a:ext uri="{FF2B5EF4-FFF2-40B4-BE49-F238E27FC236}">
                <a16:creationId xmlns:a16="http://schemas.microsoft.com/office/drawing/2014/main" id="{B8CE6447-0222-468B-8D7F-FB614B6490EE}"/>
              </a:ext>
            </a:extLst>
          </p:cNvPr>
          <p:cNvSpPr>
            <a:spLocks noChangeArrowheads="1"/>
          </p:cNvSpPr>
          <p:nvPr/>
        </p:nvSpPr>
        <p:spPr bwMode="auto">
          <a:xfrm>
            <a:off x="931985" y="4552950"/>
            <a:ext cx="6705600" cy="12049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SELECT</a:t>
            </a:r>
            <a:r>
              <a:rPr lang="en-US" altLang="en-US" sz="1800">
                <a:latin typeface="Tahoma" panose="020B0604030504040204" pitchFamily="34" charset="0"/>
              </a:rPr>
              <a:t> &lt;danh sách các cột&gt;</a:t>
            </a:r>
          </a:p>
          <a:p>
            <a:pPr algn="l" eaLnBrk="1" hangingPunct="1">
              <a:spcBef>
                <a:spcPct val="50000"/>
              </a:spcBef>
              <a:buClrTx/>
              <a:buFontTx/>
              <a:buNone/>
            </a:pPr>
            <a:r>
              <a:rPr lang="en-US" altLang="en-US" sz="1800" b="1">
                <a:latin typeface="Tahoma" panose="020B0604030504040204" pitchFamily="34" charset="0"/>
              </a:rPr>
              <a:t>FROM</a:t>
            </a:r>
            <a:r>
              <a:rPr lang="en-US" altLang="en-US" sz="1800">
                <a:latin typeface="Tahoma" panose="020B0604030504040204" pitchFamily="34" charset="0"/>
              </a:rPr>
              <a:t> R1 </a:t>
            </a:r>
            <a:r>
              <a:rPr lang="en-US" altLang="en-US" sz="1800" b="1">
                <a:latin typeface="Tahoma" panose="020B0604030504040204" pitchFamily="34" charset="0"/>
              </a:rPr>
              <a:t>LEFT|RIGHT</a:t>
            </a:r>
            <a:r>
              <a:rPr lang="en-US" altLang="en-US" sz="1800">
                <a:latin typeface="Tahoma" panose="020B0604030504040204" pitchFamily="34" charset="0"/>
              </a:rPr>
              <a:t> [</a:t>
            </a:r>
            <a:r>
              <a:rPr lang="en-US" altLang="en-US" sz="1800" b="1">
                <a:latin typeface="Tahoma" panose="020B0604030504040204" pitchFamily="34" charset="0"/>
              </a:rPr>
              <a:t>OUTER</a:t>
            </a:r>
            <a:r>
              <a:rPr lang="en-US" altLang="en-US" sz="1800">
                <a:latin typeface="Tahoma" panose="020B0604030504040204" pitchFamily="34" charset="0"/>
              </a:rPr>
              <a:t>]</a:t>
            </a:r>
            <a:r>
              <a:rPr lang="en-US" altLang="en-US" sz="1800" b="1">
                <a:latin typeface="Tahoma" panose="020B0604030504040204" pitchFamily="34" charset="0"/>
              </a:rPr>
              <a:t> JOIN</a:t>
            </a:r>
            <a:r>
              <a:rPr lang="en-US" altLang="en-US" sz="1800">
                <a:latin typeface="Tahoma" panose="020B0604030504040204" pitchFamily="34" charset="0"/>
              </a:rPr>
              <a:t> R2 </a:t>
            </a:r>
            <a:r>
              <a:rPr lang="en-US" altLang="en-US" sz="1800" b="1">
                <a:latin typeface="Tahoma" panose="020B0604030504040204" pitchFamily="34" charset="0"/>
              </a:rPr>
              <a:t>ON</a:t>
            </a:r>
            <a:r>
              <a:rPr lang="en-US" altLang="en-US" sz="1800">
                <a:latin typeface="Tahoma" panose="020B0604030504040204" pitchFamily="34" charset="0"/>
              </a:rPr>
              <a:t>  &lt;biểu thức&gt;</a:t>
            </a:r>
          </a:p>
          <a:p>
            <a:pPr algn="l" eaLnBrk="1" hangingPunct="1">
              <a:spcBef>
                <a:spcPct val="50000"/>
              </a:spcBef>
              <a:buClrTx/>
              <a:buFontTx/>
              <a:buNone/>
            </a:pPr>
            <a:r>
              <a:rPr lang="en-US" altLang="en-US" sz="1800" b="1">
                <a:latin typeface="Tahoma" panose="020B0604030504040204" pitchFamily="34" charset="0"/>
              </a:rPr>
              <a:t>WHERE</a:t>
            </a:r>
            <a:r>
              <a:rPr lang="en-US" altLang="en-US" sz="1800">
                <a:latin typeface="Tahoma" panose="020B0604030504040204" pitchFamily="34" charset="0"/>
              </a:rPr>
              <a:t> &lt;điều kiện&gt;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DF77-1D85-4161-A2E9-631AD1294311}"/>
              </a:ext>
            </a:extLst>
          </p:cNvPr>
          <p:cNvSpPr>
            <a:spLocks noGrp="1"/>
          </p:cNvSpPr>
          <p:nvPr>
            <p:ph type="title"/>
          </p:nvPr>
        </p:nvSpPr>
        <p:spPr/>
        <p:txBody>
          <a:bodyPr/>
          <a:lstStyle/>
          <a:p>
            <a:r>
              <a:rPr lang="en-US" altLang="en-US" sz="3600" dirty="0"/>
              <a:t>1. Phép kết - INNER JOIN SQL</a:t>
            </a:r>
            <a:endParaRPr lang="en-US" sz="3600" dirty="0"/>
          </a:p>
        </p:txBody>
      </p:sp>
      <p:sp>
        <p:nvSpPr>
          <p:cNvPr id="4" name="Date Placeholder 3">
            <a:extLst>
              <a:ext uri="{FF2B5EF4-FFF2-40B4-BE49-F238E27FC236}">
                <a16:creationId xmlns:a16="http://schemas.microsoft.com/office/drawing/2014/main" id="{DC1A6DF4-D925-4579-9966-BE18282A1308}"/>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E684AAF8-3DA1-49DB-8A73-8515459D75C8}"/>
              </a:ext>
            </a:extLst>
          </p:cNvPr>
          <p:cNvSpPr>
            <a:spLocks noGrp="1"/>
          </p:cNvSpPr>
          <p:nvPr>
            <p:ph type="sldNum" sz="quarter" idx="12"/>
          </p:nvPr>
        </p:nvSpPr>
        <p:spPr/>
        <p:txBody>
          <a:bodyPr/>
          <a:lstStyle/>
          <a:p>
            <a:fld id="{BC6CB274-F3ED-4F22-9D3A-C5E5218A09E0}" type="slidenum">
              <a:rPr lang="en-US" altLang="en-US" smtClean="0"/>
              <a:pPr/>
              <a:t>11</a:t>
            </a:fld>
            <a:endParaRPr lang="en-US" altLang="en-US"/>
          </a:p>
        </p:txBody>
      </p:sp>
      <p:pic>
        <p:nvPicPr>
          <p:cNvPr id="7" name="Picture 6">
            <a:extLst>
              <a:ext uri="{FF2B5EF4-FFF2-40B4-BE49-F238E27FC236}">
                <a16:creationId xmlns:a16="http://schemas.microsoft.com/office/drawing/2014/main" id="{FE3589F0-CBE7-4D86-B3E4-5437E2E01754}"/>
              </a:ext>
            </a:extLst>
          </p:cNvPr>
          <p:cNvPicPr>
            <a:picLocks noChangeAspect="1"/>
          </p:cNvPicPr>
          <p:nvPr/>
        </p:nvPicPr>
        <p:blipFill>
          <a:blip r:embed="rId2"/>
          <a:stretch>
            <a:fillRect/>
          </a:stretch>
        </p:blipFill>
        <p:spPr>
          <a:xfrm>
            <a:off x="3370902" y="3210203"/>
            <a:ext cx="2353003" cy="1448002"/>
          </a:xfrm>
          <a:prstGeom prst="rect">
            <a:avLst/>
          </a:prstGeom>
        </p:spPr>
      </p:pic>
      <p:pic>
        <p:nvPicPr>
          <p:cNvPr id="9" name="Picture 8">
            <a:extLst>
              <a:ext uri="{FF2B5EF4-FFF2-40B4-BE49-F238E27FC236}">
                <a16:creationId xmlns:a16="http://schemas.microsoft.com/office/drawing/2014/main" id="{AA505BCA-2E26-405D-89B2-C98AFCDA4F80}"/>
              </a:ext>
            </a:extLst>
          </p:cNvPr>
          <p:cNvPicPr>
            <a:picLocks noChangeAspect="1"/>
          </p:cNvPicPr>
          <p:nvPr/>
        </p:nvPicPr>
        <p:blipFill>
          <a:blip r:embed="rId3"/>
          <a:stretch>
            <a:fillRect/>
          </a:stretch>
        </p:blipFill>
        <p:spPr>
          <a:xfrm>
            <a:off x="457200" y="1219200"/>
            <a:ext cx="3505689" cy="2067213"/>
          </a:xfrm>
          <a:prstGeom prst="rect">
            <a:avLst/>
          </a:prstGeom>
        </p:spPr>
      </p:pic>
      <p:pic>
        <p:nvPicPr>
          <p:cNvPr id="11" name="Picture 10">
            <a:extLst>
              <a:ext uri="{FF2B5EF4-FFF2-40B4-BE49-F238E27FC236}">
                <a16:creationId xmlns:a16="http://schemas.microsoft.com/office/drawing/2014/main" id="{AA0814A0-19E6-4F64-AAEF-178EB9A11BA1}"/>
              </a:ext>
            </a:extLst>
          </p:cNvPr>
          <p:cNvPicPr>
            <a:picLocks noChangeAspect="1"/>
          </p:cNvPicPr>
          <p:nvPr/>
        </p:nvPicPr>
        <p:blipFill>
          <a:blip r:embed="rId4"/>
          <a:stretch>
            <a:fillRect/>
          </a:stretch>
        </p:blipFill>
        <p:spPr>
          <a:xfrm>
            <a:off x="5156302" y="1219200"/>
            <a:ext cx="3439005" cy="1991003"/>
          </a:xfrm>
          <a:prstGeom prst="rect">
            <a:avLst/>
          </a:prstGeom>
        </p:spPr>
      </p:pic>
      <p:pic>
        <p:nvPicPr>
          <p:cNvPr id="13" name="Picture 12">
            <a:extLst>
              <a:ext uri="{FF2B5EF4-FFF2-40B4-BE49-F238E27FC236}">
                <a16:creationId xmlns:a16="http://schemas.microsoft.com/office/drawing/2014/main" id="{9AA82B7E-999E-47D6-8B5A-25BEB736592E}"/>
              </a:ext>
            </a:extLst>
          </p:cNvPr>
          <p:cNvPicPr>
            <a:picLocks noChangeAspect="1"/>
          </p:cNvPicPr>
          <p:nvPr/>
        </p:nvPicPr>
        <p:blipFill>
          <a:blip r:embed="rId5"/>
          <a:stretch>
            <a:fillRect/>
          </a:stretch>
        </p:blipFill>
        <p:spPr>
          <a:xfrm>
            <a:off x="2857021" y="4657853"/>
            <a:ext cx="3429479" cy="1743318"/>
          </a:xfrm>
          <a:prstGeom prst="rect">
            <a:avLst/>
          </a:prstGeom>
        </p:spPr>
      </p:pic>
    </p:spTree>
    <p:extLst>
      <p:ext uri="{BB962C8B-B14F-4D97-AF65-F5344CB8AC3E}">
        <p14:creationId xmlns:p14="http://schemas.microsoft.com/office/powerpoint/2010/main" val="4259312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1268-7EA3-E8D9-EB8D-09C3484FC2C1}"/>
              </a:ext>
            </a:extLst>
          </p:cNvPr>
          <p:cNvSpPr>
            <a:spLocks noGrp="1"/>
          </p:cNvSpPr>
          <p:nvPr>
            <p:ph type="title"/>
          </p:nvPr>
        </p:nvSpPr>
        <p:spPr>
          <a:xfrm>
            <a:off x="457200" y="354013"/>
            <a:ext cx="8229600" cy="788987"/>
          </a:xfrm>
        </p:spPr>
        <p:txBody>
          <a:bodyPr wrap="square" anchor="t">
            <a:normAutofit/>
          </a:bodyPr>
          <a:lstStyle/>
          <a:p>
            <a:r>
              <a:rPr lang="en-US"/>
              <a:t>1. Phép kết - Ví dụ</a:t>
            </a:r>
          </a:p>
        </p:txBody>
      </p:sp>
      <p:sp>
        <p:nvSpPr>
          <p:cNvPr id="3" name="Content Placeholder 2">
            <a:extLst>
              <a:ext uri="{FF2B5EF4-FFF2-40B4-BE49-F238E27FC236}">
                <a16:creationId xmlns:a16="http://schemas.microsoft.com/office/drawing/2014/main" id="{CDCB72D0-7417-CEE3-5FF8-ED8DEB0ECBBF}"/>
              </a:ext>
            </a:extLst>
          </p:cNvPr>
          <p:cNvSpPr>
            <a:spLocks noGrp="1"/>
          </p:cNvSpPr>
          <p:nvPr>
            <p:ph sz="half" idx="1"/>
          </p:nvPr>
        </p:nvSpPr>
        <p:spPr>
          <a:xfrm>
            <a:off x="152400" y="1219199"/>
            <a:ext cx="3657600" cy="5284787"/>
          </a:xfrm>
        </p:spPr>
        <p:txBody>
          <a:bodyPr wrap="square" anchor="t">
            <a:normAutofit fontScale="92500"/>
          </a:bodyPr>
          <a:lstStyle/>
          <a:p>
            <a:pPr marL="0" indent="0">
              <a:lnSpc>
                <a:spcPct val="90000"/>
              </a:lnSpc>
              <a:buNone/>
            </a:pPr>
            <a:r>
              <a:rPr lang="en-US" altLang="en-US" sz="2300" b="1"/>
              <a:t>Sử dung 2 cách: phép tích – chọn và kết để biểu diễn bằng ĐSQH và SQL</a:t>
            </a:r>
          </a:p>
          <a:p>
            <a:pPr marL="514350" indent="-514350">
              <a:lnSpc>
                <a:spcPct val="90000"/>
              </a:lnSpc>
              <a:buFont typeface="+mj-lt"/>
              <a:buAutoNum type="arabicPeriod"/>
            </a:pPr>
            <a:r>
              <a:rPr lang="en-US" altLang="en-US" sz="2300"/>
              <a:t>Cho biết mã và tên các nhân viên làm việc tại phòng ‘Nghien cuu’</a:t>
            </a:r>
          </a:p>
          <a:p>
            <a:pPr marL="514350" indent="-514350">
              <a:lnSpc>
                <a:spcPct val="90000"/>
              </a:lnSpc>
              <a:buFont typeface="+mj-lt"/>
              <a:buAutoNum type="arabicPeriod"/>
            </a:pPr>
            <a:r>
              <a:rPr lang="en-US" altLang="en-US" sz="2300"/>
              <a:t>Cho biết mã, tên nhân viên và lương có lương &gt; lương của nhân viên tên ‘Hùng’</a:t>
            </a:r>
          </a:p>
          <a:p>
            <a:pPr marL="514350" indent="-514350">
              <a:lnSpc>
                <a:spcPct val="90000"/>
              </a:lnSpc>
              <a:buFont typeface="+mj-lt"/>
              <a:buAutoNum type="arabicPeriod"/>
            </a:pPr>
            <a:r>
              <a:rPr lang="en-US" altLang="en-US" sz="2300"/>
              <a:t>Với mỗi nhân viên, hãy cho biết thông tin của phòng ban mà họ đang làm việc</a:t>
            </a:r>
          </a:p>
          <a:p>
            <a:pPr marL="514350" indent="-514350">
              <a:lnSpc>
                <a:spcPct val="90000"/>
              </a:lnSpc>
              <a:buFont typeface="+mj-lt"/>
              <a:buAutoNum type="arabicPeriod"/>
            </a:pPr>
            <a:r>
              <a:rPr lang="en-US" altLang="en-US" sz="2300" err="1"/>
              <a:t>Với</a:t>
            </a:r>
            <a:r>
              <a:rPr lang="en-US" altLang="en-US" sz="2300"/>
              <a:t> </a:t>
            </a:r>
            <a:r>
              <a:rPr lang="en-US" altLang="en-US" sz="2300" err="1"/>
              <a:t>mỗi</a:t>
            </a:r>
            <a:r>
              <a:rPr lang="en-US" altLang="en-US" sz="2300"/>
              <a:t> </a:t>
            </a:r>
            <a:r>
              <a:rPr lang="en-US" altLang="en-US" sz="2300" err="1"/>
              <a:t>phòng</a:t>
            </a:r>
            <a:r>
              <a:rPr lang="en-US" altLang="en-US" sz="2300"/>
              <a:t> ban </a:t>
            </a:r>
            <a:r>
              <a:rPr lang="en-US" altLang="en-US" sz="2300" err="1"/>
              <a:t>hãy</a:t>
            </a:r>
            <a:r>
              <a:rPr lang="en-US" altLang="en-US" sz="2300"/>
              <a:t> </a:t>
            </a:r>
            <a:r>
              <a:rPr lang="en-US" altLang="en-US" sz="2300" err="1"/>
              <a:t>cho</a:t>
            </a:r>
            <a:r>
              <a:rPr lang="en-US" altLang="en-US" sz="2300"/>
              <a:t> </a:t>
            </a:r>
            <a:r>
              <a:rPr lang="en-US" altLang="en-US" sz="2300" err="1"/>
              <a:t>biết</a:t>
            </a:r>
            <a:r>
              <a:rPr lang="en-US" altLang="en-US" sz="2300"/>
              <a:t> </a:t>
            </a:r>
            <a:r>
              <a:rPr lang="en-US" altLang="en-US" sz="2300" err="1"/>
              <a:t>các</a:t>
            </a:r>
            <a:r>
              <a:rPr lang="en-US" altLang="en-US" sz="2300"/>
              <a:t> </a:t>
            </a:r>
            <a:r>
              <a:rPr lang="en-US" altLang="en-US" sz="2300" err="1"/>
              <a:t>địa</a:t>
            </a:r>
            <a:r>
              <a:rPr lang="en-US" altLang="en-US" sz="2300"/>
              <a:t> </a:t>
            </a:r>
            <a:r>
              <a:rPr lang="en-US" altLang="en-US" sz="2300" err="1"/>
              <a:t>điểm</a:t>
            </a:r>
            <a:r>
              <a:rPr lang="en-US" altLang="en-US" sz="2300"/>
              <a:t> </a:t>
            </a:r>
            <a:r>
              <a:rPr lang="en-US" altLang="en-US" sz="2300" err="1"/>
              <a:t>của</a:t>
            </a:r>
            <a:r>
              <a:rPr lang="en-US" altLang="en-US" sz="2300"/>
              <a:t> </a:t>
            </a:r>
            <a:r>
              <a:rPr lang="en-US" altLang="en-US" sz="2300" err="1"/>
              <a:t>phòng</a:t>
            </a:r>
            <a:r>
              <a:rPr lang="en-US" altLang="en-US" sz="2300"/>
              <a:t> ban </a:t>
            </a:r>
            <a:r>
              <a:rPr lang="en-US" altLang="en-US" sz="2300" err="1"/>
              <a:t>đó</a:t>
            </a:r>
            <a:endParaRPr lang="en-US" altLang="en-US" sz="2300"/>
          </a:p>
          <a:p>
            <a:pPr>
              <a:lnSpc>
                <a:spcPct val="90000"/>
              </a:lnSpc>
            </a:pPr>
            <a:endParaRPr lang="en-US" altLang="en-US" sz="2300" u="sng"/>
          </a:p>
          <a:p>
            <a:pPr>
              <a:lnSpc>
                <a:spcPct val="90000"/>
              </a:lnSpc>
            </a:pPr>
            <a:endParaRPr lang="en-US" sz="2300"/>
          </a:p>
        </p:txBody>
      </p:sp>
      <p:pic>
        <p:nvPicPr>
          <p:cNvPr id="6" name="Picture 5" descr="Diagram&#10;&#10;Description automatically generated">
            <a:extLst>
              <a:ext uri="{FF2B5EF4-FFF2-40B4-BE49-F238E27FC236}">
                <a16:creationId xmlns:a16="http://schemas.microsoft.com/office/drawing/2014/main" id="{BD6AC893-826C-72A4-8DBF-DC32F68AE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1743869"/>
            <a:ext cx="5266034" cy="3370262"/>
          </a:xfrm>
          <a:prstGeom prst="rect">
            <a:avLst/>
          </a:prstGeom>
          <a:noFill/>
        </p:spPr>
      </p:pic>
      <p:sp>
        <p:nvSpPr>
          <p:cNvPr id="4" name="Date Placeholder 3">
            <a:extLst>
              <a:ext uri="{FF2B5EF4-FFF2-40B4-BE49-F238E27FC236}">
                <a16:creationId xmlns:a16="http://schemas.microsoft.com/office/drawing/2014/main" id="{EE518E0F-B2AE-A237-2783-726538156FF5}"/>
              </a:ext>
            </a:extLst>
          </p:cNvPr>
          <p:cNvSpPr>
            <a:spLocks noGrp="1"/>
          </p:cNvSpPr>
          <p:nvPr>
            <p:ph type="dt" sz="half" idx="10"/>
          </p:nvPr>
        </p:nvSpPr>
        <p:spPr>
          <a:xfrm>
            <a:off x="457200" y="6396038"/>
            <a:ext cx="5562600" cy="457200"/>
          </a:xfrm>
        </p:spPr>
        <p:txBody>
          <a:bodyPr wrap="square" anchor="b">
            <a:normAutofit/>
          </a:bodyPr>
          <a:lstStyle/>
          <a:p>
            <a:pPr>
              <a:spcAft>
                <a:spcPts val="600"/>
              </a:spcAft>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243B5201-FEC1-F743-9731-C9A95F9FE3D6}"/>
              </a:ext>
            </a:extLst>
          </p:cNvPr>
          <p:cNvSpPr>
            <a:spLocks noGrp="1"/>
          </p:cNvSpPr>
          <p:nvPr>
            <p:ph type="sldNum" sz="quarter" idx="12"/>
          </p:nvPr>
        </p:nvSpPr>
        <p:spPr>
          <a:xfrm>
            <a:off x="6553200" y="6396038"/>
            <a:ext cx="2133600" cy="457200"/>
          </a:xfrm>
        </p:spPr>
        <p:txBody>
          <a:bodyPr wrap="square" anchor="b">
            <a:normAutofit/>
          </a:bodyPr>
          <a:lstStyle/>
          <a:p>
            <a:pPr>
              <a:spcAft>
                <a:spcPts val="600"/>
              </a:spcAft>
            </a:pPr>
            <a:fld id="{BC6CB274-F3ED-4F22-9D3A-C5E5218A09E0}" type="slidenum">
              <a:rPr lang="en-US" altLang="en-US"/>
              <a:pPr>
                <a:spcAft>
                  <a:spcPts val="600"/>
                </a:spcAft>
              </a:pPr>
              <a:t>12</a:t>
            </a:fld>
            <a:endParaRPr lang="en-US" altLang="en-US"/>
          </a:p>
        </p:txBody>
      </p:sp>
    </p:spTree>
    <p:extLst>
      <p:ext uri="{BB962C8B-B14F-4D97-AF65-F5344CB8AC3E}">
        <p14:creationId xmlns:p14="http://schemas.microsoft.com/office/powerpoint/2010/main" val="1514162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C0939058-B729-41B2-B633-0AD86A91F47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24259" name="Slide Number Placeholder 5">
            <a:extLst>
              <a:ext uri="{FF2B5EF4-FFF2-40B4-BE49-F238E27FC236}">
                <a16:creationId xmlns:a16="http://schemas.microsoft.com/office/drawing/2014/main" id="{CC8849D3-B7F4-4478-93B1-D2BD7AEF44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E6DA8C4-684B-4F0C-9442-B569972ACC4D}" type="slidenum">
              <a:rPr lang="en-US" altLang="en-US" sz="1000"/>
              <a:pPr algn="r">
                <a:spcBef>
                  <a:spcPct val="0"/>
                </a:spcBef>
                <a:buClrTx/>
                <a:buFontTx/>
                <a:buNone/>
              </a:pPr>
              <a:t>13</a:t>
            </a:fld>
            <a:endParaRPr lang="en-US" altLang="en-US" sz="1000"/>
          </a:p>
        </p:txBody>
      </p:sp>
      <p:sp>
        <p:nvSpPr>
          <p:cNvPr id="224260" name="Rectangle 2">
            <a:extLst>
              <a:ext uri="{FF2B5EF4-FFF2-40B4-BE49-F238E27FC236}">
                <a16:creationId xmlns:a16="http://schemas.microsoft.com/office/drawing/2014/main" id="{F1392B61-6780-44D0-95EB-00964F7CEF30}"/>
              </a:ext>
            </a:extLst>
          </p:cNvPr>
          <p:cNvSpPr>
            <a:spLocks noGrp="1" noChangeArrowheads="1"/>
          </p:cNvSpPr>
          <p:nvPr>
            <p:ph type="title"/>
          </p:nvPr>
        </p:nvSpPr>
        <p:spPr>
          <a:xfrm>
            <a:off x="457200" y="354013"/>
            <a:ext cx="8686800" cy="620712"/>
          </a:xfrm>
        </p:spPr>
        <p:txBody>
          <a:bodyPr/>
          <a:lstStyle/>
          <a:p>
            <a:pPr eaLnBrk="1" hangingPunct="1"/>
            <a:r>
              <a:rPr lang="en-US" altLang="en-US" sz="3500" dirty="0" err="1"/>
              <a:t>1. Phép kết – INNER JOIN (tt)</a:t>
            </a:r>
            <a:endParaRPr lang="en-US" altLang="en-US" sz="3500" dirty="0"/>
          </a:p>
        </p:txBody>
      </p:sp>
      <p:sp>
        <p:nvSpPr>
          <p:cNvPr id="224261" name="Text Box 4">
            <a:extLst>
              <a:ext uri="{FF2B5EF4-FFF2-40B4-BE49-F238E27FC236}">
                <a16:creationId xmlns:a16="http://schemas.microsoft.com/office/drawing/2014/main" id="{8E55F9E8-73FD-4C71-B24A-F87B48DE402E}"/>
              </a:ext>
            </a:extLst>
          </p:cNvPr>
          <p:cNvSpPr txBox="1">
            <a:spLocks noChangeArrowheads="1"/>
          </p:cNvSpPr>
          <p:nvPr/>
        </p:nvSpPr>
        <p:spPr bwMode="auto">
          <a:xfrm>
            <a:off x="1524000" y="2644775"/>
            <a:ext cx="5562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MANV, TENNV </a:t>
            </a:r>
          </a:p>
          <a:p>
            <a:pPr algn="l" eaLnBrk="1" hangingPunct="1">
              <a:spcBef>
                <a:spcPct val="50000"/>
              </a:spcBef>
              <a:buClrTx/>
              <a:buFontTx/>
              <a:buNone/>
            </a:pPr>
            <a:r>
              <a:rPr lang="en-US" altLang="en-US" sz="1800">
                <a:solidFill>
                  <a:srgbClr val="0000CC"/>
                </a:solidFill>
                <a:latin typeface="Tahoma" panose="020B0604030504040204" pitchFamily="34" charset="0"/>
              </a:rPr>
              <a:t>FROM </a:t>
            </a:r>
            <a:r>
              <a:rPr lang="en-US" altLang="en-US" sz="1800">
                <a:latin typeface="Tahoma" panose="020B0604030504040204" pitchFamily="34" charset="0"/>
              </a:rPr>
              <a:t>NHANVIEN, PHONGBAN</a:t>
            </a:r>
            <a:endParaRPr lang="en-US" altLang="en-US" sz="1800">
              <a:solidFill>
                <a:srgbClr val="0000CC"/>
              </a:solidFill>
              <a:latin typeface="Tahoma" panose="020B0604030504040204" pitchFamily="34" charset="0"/>
            </a:endParaRPr>
          </a:p>
          <a:p>
            <a:pPr algn="l" eaLnBrk="1" hangingPunct="1">
              <a:spcBef>
                <a:spcPct val="50000"/>
              </a:spcBef>
              <a:buClrTx/>
              <a:buFontTx/>
              <a:buNone/>
            </a:pPr>
            <a:r>
              <a:rPr lang="en-US" altLang="en-US" sz="1800">
                <a:solidFill>
                  <a:srgbClr val="0000CC"/>
                </a:solidFill>
                <a:latin typeface="Tahoma" panose="020B0604030504040204" pitchFamily="34" charset="0"/>
              </a:rPr>
              <a:t>WHERE </a:t>
            </a:r>
            <a:r>
              <a:rPr lang="en-US" altLang="en-US" sz="1800">
                <a:latin typeface="Tahoma" panose="020B0604030504040204" pitchFamily="34" charset="0"/>
              </a:rPr>
              <a:t>TENPHG=</a:t>
            </a:r>
            <a:r>
              <a:rPr lang="en-US" altLang="en-US" sz="1800">
                <a:solidFill>
                  <a:srgbClr val="CC0000"/>
                </a:solidFill>
                <a:latin typeface="Tahoma" panose="020B0604030504040204" pitchFamily="34" charset="0"/>
              </a:rPr>
              <a:t>‘Nghien cuu’</a:t>
            </a:r>
            <a:r>
              <a:rPr lang="en-US" altLang="en-US" sz="1800">
                <a:latin typeface="Tahoma" panose="020B0604030504040204" pitchFamily="34" charset="0"/>
              </a:rPr>
              <a:t> </a:t>
            </a:r>
            <a:r>
              <a:rPr lang="en-US" altLang="en-US" sz="1800">
                <a:solidFill>
                  <a:srgbClr val="777777"/>
                </a:solidFill>
                <a:latin typeface="Tahoma" panose="020B0604030504040204" pitchFamily="34" charset="0"/>
              </a:rPr>
              <a:t>AND </a:t>
            </a:r>
            <a:r>
              <a:rPr lang="en-US" altLang="en-US" sz="1800">
                <a:latin typeface="Tahoma" panose="020B0604030504040204" pitchFamily="34" charset="0"/>
              </a:rPr>
              <a:t>PHG=MAPHG</a:t>
            </a:r>
            <a:endParaRPr lang="en-US" altLang="en-US" sz="1800">
              <a:solidFill>
                <a:srgbClr val="777777"/>
              </a:solidFill>
              <a:latin typeface="Tahoma" panose="020B0604030504040204" pitchFamily="34" charset="0"/>
            </a:endParaRPr>
          </a:p>
        </p:txBody>
      </p:sp>
      <p:sp>
        <p:nvSpPr>
          <p:cNvPr id="224262" name="Text Box 6">
            <a:extLst>
              <a:ext uri="{FF2B5EF4-FFF2-40B4-BE49-F238E27FC236}">
                <a16:creationId xmlns:a16="http://schemas.microsoft.com/office/drawing/2014/main" id="{123B94A9-8AC7-4403-979F-CB5E1B77FD71}"/>
              </a:ext>
            </a:extLst>
          </p:cNvPr>
          <p:cNvSpPr txBox="1">
            <a:spLocks noChangeArrowheads="1"/>
          </p:cNvSpPr>
          <p:nvPr/>
        </p:nvSpPr>
        <p:spPr bwMode="auto">
          <a:xfrm>
            <a:off x="1524000" y="4294188"/>
            <a:ext cx="6400800"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MANV, TENNV </a:t>
            </a:r>
          </a:p>
          <a:p>
            <a:pPr algn="l" eaLnBrk="1" hangingPunct="1">
              <a:spcBef>
                <a:spcPct val="50000"/>
              </a:spcBef>
              <a:buClrTx/>
              <a:buFontTx/>
              <a:buNone/>
            </a:pPr>
            <a:r>
              <a:rPr lang="en-US" altLang="en-US" sz="1800">
                <a:solidFill>
                  <a:srgbClr val="0000CC"/>
                </a:solidFill>
                <a:latin typeface="Tahoma" panose="020B0604030504040204" pitchFamily="34" charset="0"/>
              </a:rPr>
              <a:t>FROM </a:t>
            </a:r>
            <a:r>
              <a:rPr lang="en-US" altLang="en-US" sz="1800">
                <a:latin typeface="Tahoma" panose="020B0604030504040204" pitchFamily="34" charset="0"/>
              </a:rPr>
              <a:t>NHANVIEN </a:t>
            </a:r>
            <a:r>
              <a:rPr lang="en-US" altLang="en-US" sz="1800">
                <a:solidFill>
                  <a:srgbClr val="0000CC"/>
                </a:solidFill>
                <a:latin typeface="Tahoma" panose="020B0604030504040204" pitchFamily="34" charset="0"/>
              </a:rPr>
              <a:t>INNER</a:t>
            </a:r>
            <a:r>
              <a:rPr lang="en-US" altLang="en-US" sz="1800">
                <a:latin typeface="Tahoma" panose="020B0604030504040204" pitchFamily="34" charset="0"/>
              </a:rPr>
              <a:t> </a:t>
            </a:r>
            <a:r>
              <a:rPr lang="en-US" altLang="en-US" sz="1800">
                <a:solidFill>
                  <a:srgbClr val="777777"/>
                </a:solidFill>
                <a:latin typeface="Tahoma" panose="020B0604030504040204" pitchFamily="34" charset="0"/>
              </a:rPr>
              <a:t>JOIN</a:t>
            </a:r>
            <a:r>
              <a:rPr lang="en-US" altLang="en-US" sz="1800">
                <a:latin typeface="Tahoma" panose="020B0604030504040204" pitchFamily="34" charset="0"/>
              </a:rPr>
              <a:t> PHONGBAN </a:t>
            </a:r>
            <a:r>
              <a:rPr lang="en-US" altLang="en-US" sz="1800">
                <a:solidFill>
                  <a:srgbClr val="0000CC"/>
                </a:solidFill>
                <a:latin typeface="Tahoma" panose="020B0604030504040204" pitchFamily="34" charset="0"/>
              </a:rPr>
              <a:t>ON</a:t>
            </a:r>
            <a:r>
              <a:rPr lang="en-US" altLang="en-US" sz="1800">
                <a:latin typeface="Tahoma" panose="020B0604030504040204" pitchFamily="34" charset="0"/>
              </a:rPr>
              <a:t> PHG=MAPHG</a:t>
            </a:r>
            <a:endParaRPr lang="en-US" altLang="en-US" sz="1800">
              <a:solidFill>
                <a:srgbClr val="0000CC"/>
              </a:solidFill>
              <a:latin typeface="Tahoma" panose="020B0604030504040204" pitchFamily="34" charset="0"/>
            </a:endParaRPr>
          </a:p>
          <a:p>
            <a:pPr algn="l" eaLnBrk="1" hangingPunct="1">
              <a:spcBef>
                <a:spcPct val="50000"/>
              </a:spcBef>
              <a:buClrTx/>
              <a:buFontTx/>
              <a:buNone/>
            </a:pPr>
            <a:r>
              <a:rPr lang="en-US" altLang="en-US" sz="1800">
                <a:solidFill>
                  <a:srgbClr val="0000CC"/>
                </a:solidFill>
                <a:latin typeface="Tahoma" panose="020B0604030504040204" pitchFamily="34" charset="0"/>
              </a:rPr>
              <a:t>WHERE </a:t>
            </a:r>
            <a:r>
              <a:rPr lang="en-US" altLang="en-US" sz="1800">
                <a:latin typeface="Tahoma" panose="020B0604030504040204" pitchFamily="34" charset="0"/>
              </a:rPr>
              <a:t>TENPHG=</a:t>
            </a:r>
            <a:r>
              <a:rPr lang="en-US" altLang="en-US" sz="1800">
                <a:solidFill>
                  <a:srgbClr val="CC0000"/>
                </a:solidFill>
                <a:latin typeface="Tahoma" panose="020B0604030504040204" pitchFamily="34" charset="0"/>
              </a:rPr>
              <a:t>‘Nghien cuu’</a:t>
            </a:r>
            <a:endParaRPr lang="en-US" altLang="en-US" sz="1800">
              <a:solidFill>
                <a:srgbClr val="777777"/>
              </a:solidFill>
              <a:latin typeface="Tahoma" panose="020B0604030504040204" pitchFamily="34" charset="0"/>
            </a:endParaRPr>
          </a:p>
        </p:txBody>
      </p:sp>
      <p:sp>
        <p:nvSpPr>
          <p:cNvPr id="224263" name="Rectangle 7">
            <a:extLst>
              <a:ext uri="{FF2B5EF4-FFF2-40B4-BE49-F238E27FC236}">
                <a16:creationId xmlns:a16="http://schemas.microsoft.com/office/drawing/2014/main" id="{927EEF5F-2895-4C64-BA33-5E70BAC7599D}"/>
              </a:ext>
            </a:extLst>
          </p:cNvPr>
          <p:cNvSpPr>
            <a:spLocks noGrp="1" noChangeArrowheads="1"/>
          </p:cNvSpPr>
          <p:nvPr>
            <p:ph type="body" idx="1"/>
          </p:nvPr>
        </p:nvSpPr>
        <p:spPr>
          <a:xfrm>
            <a:off x="457200" y="1295400"/>
            <a:ext cx="8229600" cy="5029200"/>
          </a:xfrm>
          <a:noFill/>
        </p:spPr>
        <p:txBody>
          <a:bodyPr/>
          <a:lstStyle/>
          <a:p>
            <a:pPr eaLnBrk="1" hangingPunct="1"/>
            <a:r>
              <a:rPr lang="en-US" altLang="en-US"/>
              <a:t>Cho biết mã và tên các nhân viên làm việc tại phòng ‘Nghien cuu’</a:t>
            </a:r>
            <a:endParaRPr lang="en-US" altLang="en-US" u="sn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C37A9E16-C048-423D-8A5F-2BA83B90B722}"/>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93187" name="Slide Number Placeholder 5">
            <a:extLst>
              <a:ext uri="{FF2B5EF4-FFF2-40B4-BE49-F238E27FC236}">
                <a16:creationId xmlns:a16="http://schemas.microsoft.com/office/drawing/2014/main" id="{EFDBCFB1-C7ED-46DD-BFDD-3ACB457C53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4911570-4D08-4707-A7B5-64ED2E4103B3}" type="slidenum">
              <a:rPr lang="en-US" altLang="en-US" sz="1000"/>
              <a:pPr algn="r">
                <a:spcBef>
                  <a:spcPct val="0"/>
                </a:spcBef>
                <a:buClrTx/>
                <a:buFontTx/>
                <a:buNone/>
              </a:pPr>
              <a:t>14</a:t>
            </a:fld>
            <a:endParaRPr lang="en-US" altLang="en-US" sz="1000"/>
          </a:p>
        </p:txBody>
      </p:sp>
      <p:sp>
        <p:nvSpPr>
          <p:cNvPr id="93188" name="Rectangle 2">
            <a:extLst>
              <a:ext uri="{FF2B5EF4-FFF2-40B4-BE49-F238E27FC236}">
                <a16:creationId xmlns:a16="http://schemas.microsoft.com/office/drawing/2014/main" id="{C474CFB8-8E60-491F-A6E9-4F641160A5D7}"/>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 Ví dụ</a:t>
            </a:r>
          </a:p>
        </p:txBody>
      </p:sp>
      <p:sp>
        <p:nvSpPr>
          <p:cNvPr id="93189" name="Rectangle 3">
            <a:extLst>
              <a:ext uri="{FF2B5EF4-FFF2-40B4-BE49-F238E27FC236}">
                <a16:creationId xmlns:a16="http://schemas.microsoft.com/office/drawing/2014/main" id="{12B6FC4A-EA96-417A-8B7C-61847C4CACCE}"/>
              </a:ext>
            </a:extLst>
          </p:cNvPr>
          <p:cNvSpPr>
            <a:spLocks noGrp="1" noChangeArrowheads="1"/>
          </p:cNvSpPr>
          <p:nvPr>
            <p:ph type="body" idx="1"/>
          </p:nvPr>
        </p:nvSpPr>
        <p:spPr>
          <a:xfrm>
            <a:off x="457200" y="1295400"/>
            <a:ext cx="8229600" cy="4835525"/>
          </a:xfrm>
        </p:spPr>
        <p:txBody>
          <a:bodyPr/>
          <a:lstStyle/>
          <a:p>
            <a:pPr eaLnBrk="1" hangingPunct="1"/>
            <a:r>
              <a:rPr lang="en-US" altLang="en-US"/>
              <a:t>Cho biết nhân viên có lương hơn lương của nhân viên ‘Tùng’</a:t>
            </a:r>
          </a:p>
          <a:p>
            <a:pPr lvl="1" eaLnBrk="1" hangingPunct="1"/>
            <a:r>
              <a:rPr lang="en-US" altLang="en-US"/>
              <a:t>Quan hệ: NHANVIEN</a:t>
            </a:r>
          </a:p>
          <a:p>
            <a:pPr lvl="1" eaLnBrk="1" hangingPunct="1"/>
            <a:r>
              <a:rPr lang="en-US" altLang="en-US"/>
              <a:t>Thuộc tính: LUONG</a:t>
            </a:r>
          </a:p>
        </p:txBody>
      </p:sp>
      <p:sp>
        <p:nvSpPr>
          <p:cNvPr id="484358" name="Text Box 6">
            <a:extLst>
              <a:ext uri="{FF2B5EF4-FFF2-40B4-BE49-F238E27FC236}">
                <a16:creationId xmlns:a16="http://schemas.microsoft.com/office/drawing/2014/main" id="{6A57636D-0893-4A13-912D-01CB9281F3B5}"/>
              </a:ext>
            </a:extLst>
          </p:cNvPr>
          <p:cNvSpPr txBox="1">
            <a:spLocks noChangeArrowheads="1"/>
          </p:cNvSpPr>
          <p:nvPr/>
        </p:nvSpPr>
        <p:spPr bwMode="auto">
          <a:xfrm>
            <a:off x="685800" y="3429000"/>
            <a:ext cx="7543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NHAN_VIEN(HONV, TENNV, MANV, …, </a:t>
            </a:r>
            <a:r>
              <a:rPr lang="en-US" altLang="en-US" sz="2200" b="1">
                <a:latin typeface="Tahoma" panose="020B0604030504040204" pitchFamily="34" charset="0"/>
                <a:sym typeface="Symbol" panose="05050102010706020507" pitchFamily="18" charset="2"/>
              </a:rPr>
              <a:t>LUONG</a:t>
            </a:r>
            <a:r>
              <a:rPr lang="en-US" altLang="en-US" sz="2200">
                <a:latin typeface="Tahoma" panose="020B0604030504040204" pitchFamily="34" charset="0"/>
                <a:sym typeface="Symbol" panose="05050102010706020507" pitchFamily="18" charset="2"/>
              </a:rPr>
              <a:t>, PHG)</a:t>
            </a:r>
            <a:endParaRPr lang="en-US" altLang="en-US" sz="2200" baseline="-25000">
              <a:latin typeface="Tahoma" panose="020B0604030504040204" pitchFamily="34" charset="0"/>
            </a:endParaRPr>
          </a:p>
        </p:txBody>
      </p:sp>
      <p:sp>
        <p:nvSpPr>
          <p:cNvPr id="484359" name="Text Box 7">
            <a:extLst>
              <a:ext uri="{FF2B5EF4-FFF2-40B4-BE49-F238E27FC236}">
                <a16:creationId xmlns:a16="http://schemas.microsoft.com/office/drawing/2014/main" id="{7B6DEB9B-A092-4AEB-85C8-F18FDB2BDA00}"/>
              </a:ext>
            </a:extLst>
          </p:cNvPr>
          <p:cNvSpPr txBox="1">
            <a:spLocks noChangeArrowheads="1"/>
          </p:cNvSpPr>
          <p:nvPr/>
        </p:nvSpPr>
        <p:spPr bwMode="auto">
          <a:xfrm>
            <a:off x="685800" y="3791273"/>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R1(LG) </a:t>
            </a:r>
            <a:r>
              <a:rPr lang="en-US" altLang="en-US" sz="3000">
                <a:latin typeface="Tahoma" panose="020B0604030504040204" pitchFamily="34" charset="0"/>
                <a:sym typeface="Symbol" panose="05050102010706020507" pitchFamily="18" charset="2"/>
              </a:rPr>
              <a:t></a:t>
            </a:r>
            <a:r>
              <a:rPr lang="en-US" altLang="en-US" sz="2200">
                <a:latin typeface="Tahoma" panose="020B0604030504040204" pitchFamily="34" charset="0"/>
                <a:sym typeface="Symbol" panose="05050102010706020507" pitchFamily="18" charset="2"/>
              </a:rPr>
              <a:t> </a:t>
            </a:r>
            <a:r>
              <a:rPr lang="en-US" altLang="en-US" sz="4000">
                <a:latin typeface="Tahoma" panose="020B0604030504040204" pitchFamily="34" charset="0"/>
                <a:sym typeface="Symbol" panose="05050102010706020507" pitchFamily="18" charset="2"/>
              </a:rPr>
              <a:t></a:t>
            </a:r>
            <a:r>
              <a:rPr lang="en-US" altLang="en-US" sz="2200" baseline="-25000">
                <a:latin typeface="Tahoma" panose="020B0604030504040204" pitchFamily="34" charset="0"/>
                <a:sym typeface="Symbol" panose="05050102010706020507" pitchFamily="18" charset="2"/>
              </a:rPr>
              <a:t>LUONG </a:t>
            </a:r>
            <a:r>
              <a:rPr lang="en-US" altLang="en-US" sz="2200">
                <a:latin typeface="Tahoma" panose="020B0604030504040204" pitchFamily="34" charset="0"/>
                <a:sym typeface="Symbol" panose="05050102010706020507" pitchFamily="18" charset="2"/>
              </a:rPr>
              <a:t>(</a:t>
            </a:r>
            <a:r>
              <a:rPr lang="en-US" altLang="en-US" sz="4000">
                <a:latin typeface="Tahoma" panose="020B0604030504040204" pitchFamily="34" charset="0"/>
                <a:sym typeface="Symbol" panose="05050102010706020507" pitchFamily="18" charset="2"/>
              </a:rPr>
              <a:t></a:t>
            </a:r>
            <a:r>
              <a:rPr lang="en-US" altLang="en-US" sz="2200" baseline="-25000">
                <a:latin typeface="Tahoma" panose="020B0604030504040204" pitchFamily="34" charset="0"/>
                <a:sym typeface="Symbol" panose="05050102010706020507" pitchFamily="18" charset="2"/>
              </a:rPr>
              <a:t>TENNV=‘Tung’ </a:t>
            </a:r>
            <a:r>
              <a:rPr lang="en-US" altLang="en-US" sz="2200">
                <a:latin typeface="Tahoma" panose="020B0604030504040204" pitchFamily="34" charset="0"/>
                <a:sym typeface="Symbol" panose="05050102010706020507" pitchFamily="18" charset="2"/>
              </a:rPr>
              <a:t>(NHANVIEN))</a:t>
            </a:r>
          </a:p>
        </p:txBody>
      </p:sp>
      <p:grpSp>
        <p:nvGrpSpPr>
          <p:cNvPr id="2" name="Group 8">
            <a:extLst>
              <a:ext uri="{FF2B5EF4-FFF2-40B4-BE49-F238E27FC236}">
                <a16:creationId xmlns:a16="http://schemas.microsoft.com/office/drawing/2014/main" id="{A547A94D-01B5-4E67-B681-74AEEB764E4D}"/>
              </a:ext>
            </a:extLst>
          </p:cNvPr>
          <p:cNvGrpSpPr>
            <a:grpSpLocks/>
          </p:cNvGrpSpPr>
          <p:nvPr/>
        </p:nvGrpSpPr>
        <p:grpSpPr bwMode="auto">
          <a:xfrm>
            <a:off x="685800" y="4527228"/>
            <a:ext cx="6096000" cy="549275"/>
            <a:chOff x="384" y="3072"/>
            <a:chExt cx="3840" cy="346"/>
          </a:xfrm>
        </p:grpSpPr>
        <p:sp>
          <p:nvSpPr>
            <p:cNvPr id="93194" name="Text Box 9">
              <a:extLst>
                <a:ext uri="{FF2B5EF4-FFF2-40B4-BE49-F238E27FC236}">
                  <a16:creationId xmlns:a16="http://schemas.microsoft.com/office/drawing/2014/main" id="{BAB3DE13-03DA-49D8-AE5F-11CFFD854BC1}"/>
                </a:ext>
              </a:extLst>
            </p:cNvPr>
            <p:cNvSpPr txBox="1">
              <a:spLocks noChangeArrowheads="1"/>
            </p:cNvSpPr>
            <p:nvPr/>
          </p:nvSpPr>
          <p:spPr bwMode="auto">
            <a:xfrm>
              <a:off x="384" y="3072"/>
              <a:ext cx="38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KQ </a:t>
              </a:r>
              <a:r>
                <a:rPr lang="en-US" altLang="en-US" sz="3000">
                  <a:latin typeface="Tahoma" panose="020B0604030504040204" pitchFamily="34" charset="0"/>
                  <a:sym typeface="Symbol" panose="05050102010706020507" pitchFamily="18" charset="2"/>
                </a:rPr>
                <a:t></a:t>
              </a:r>
              <a:r>
                <a:rPr lang="en-US" altLang="en-US" sz="2200">
                  <a:latin typeface="Tahoma" panose="020B0604030504040204" pitchFamily="34" charset="0"/>
                  <a:sym typeface="Symbol" panose="05050102010706020507" pitchFamily="18" charset="2"/>
                </a:rPr>
                <a:t> </a:t>
              </a:r>
              <a:r>
                <a:rPr lang="en-US" altLang="en-US" sz="2200">
                  <a:latin typeface="Tahoma" panose="020B0604030504040204" pitchFamily="34" charset="0"/>
                </a:rPr>
                <a:t>NHAN_VIEN      </a:t>
              </a:r>
              <a:r>
                <a:rPr lang="en-US" altLang="en-US" sz="2200" baseline="-25000">
                  <a:latin typeface="Tahoma" panose="020B0604030504040204" pitchFamily="34" charset="0"/>
                </a:rPr>
                <a:t>LUONG&gt;LG</a:t>
              </a:r>
              <a:r>
                <a:rPr lang="en-US" altLang="en-US" sz="2200">
                  <a:latin typeface="Tahoma" panose="020B0604030504040204" pitchFamily="34" charset="0"/>
                </a:rPr>
                <a:t> R1</a:t>
              </a:r>
            </a:p>
          </p:txBody>
        </p:sp>
        <p:sp>
          <p:nvSpPr>
            <p:cNvPr id="93195" name="AutoShape 10">
              <a:extLst>
                <a:ext uri="{FF2B5EF4-FFF2-40B4-BE49-F238E27FC236}">
                  <a16:creationId xmlns:a16="http://schemas.microsoft.com/office/drawing/2014/main" id="{AD75BD39-A011-45F2-8393-271D3120305C}"/>
                </a:ext>
              </a:extLst>
            </p:cNvPr>
            <p:cNvSpPr>
              <a:spLocks noChangeArrowheads="1"/>
            </p:cNvSpPr>
            <p:nvPr/>
          </p:nvSpPr>
          <p:spPr bwMode="auto">
            <a:xfrm rot="-5400000">
              <a:off x="2082" y="3177"/>
              <a:ext cx="120" cy="192"/>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484363" name="Text Box 11">
            <a:extLst>
              <a:ext uri="{FF2B5EF4-FFF2-40B4-BE49-F238E27FC236}">
                <a16:creationId xmlns:a16="http://schemas.microsoft.com/office/drawing/2014/main" id="{82FFF597-7432-4240-ADB2-1614C9C1F4C4}"/>
              </a:ext>
            </a:extLst>
          </p:cNvPr>
          <p:cNvSpPr txBox="1">
            <a:spLocks noChangeArrowheads="1"/>
          </p:cNvSpPr>
          <p:nvPr/>
        </p:nvSpPr>
        <p:spPr bwMode="auto">
          <a:xfrm>
            <a:off x="685800" y="5206679"/>
            <a:ext cx="7848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KQ(HONV, TENNV, MANV, …, </a:t>
            </a:r>
            <a:r>
              <a:rPr lang="en-US" altLang="en-US" sz="2200" b="1">
                <a:latin typeface="Tahoma" panose="020B0604030504040204" pitchFamily="34" charset="0"/>
                <a:sym typeface="Symbol" panose="05050102010706020507" pitchFamily="18" charset="2"/>
              </a:rPr>
              <a:t>LUONG</a:t>
            </a:r>
            <a:r>
              <a:rPr lang="en-US" altLang="en-US" sz="2200">
                <a:latin typeface="Tahoma" panose="020B0604030504040204" pitchFamily="34" charset="0"/>
                <a:sym typeface="Symbol" panose="05050102010706020507" pitchFamily="18" charset="2"/>
              </a:rPr>
              <a:t>, </a:t>
            </a:r>
            <a:r>
              <a:rPr lang="en-US" altLang="en-US" sz="2200" b="1">
                <a:latin typeface="Tahoma" panose="020B0604030504040204" pitchFamily="34" charset="0"/>
                <a:sym typeface="Symbol" panose="05050102010706020507" pitchFamily="18" charset="2"/>
              </a:rPr>
              <a:t>LG</a:t>
            </a:r>
            <a:r>
              <a:rPr lang="en-US" altLang="en-US" sz="2200">
                <a:latin typeface="Tahoma" panose="020B0604030504040204" pitchFamily="34" charset="0"/>
                <a:sym typeface="Symbol" panose="05050102010706020507" pitchFamily="18" charset="2"/>
              </a:rPr>
              <a:t>)</a:t>
            </a:r>
            <a:endParaRPr lang="en-US" altLang="en-US" sz="2200" baseline="-25000">
              <a:latin typeface="Tahoma" panose="020B0604030504040204" pitchFamily="34" charset="0"/>
            </a:endParaRPr>
          </a:p>
        </p:txBody>
      </p:sp>
      <p:sp>
        <p:nvSpPr>
          <p:cNvPr id="12" name="TextBox 11">
            <a:extLst>
              <a:ext uri="{FF2B5EF4-FFF2-40B4-BE49-F238E27FC236}">
                <a16:creationId xmlns:a16="http://schemas.microsoft.com/office/drawing/2014/main" id="{75DE4929-9109-6E40-8B66-19CE27BD642F}"/>
              </a:ext>
            </a:extLst>
          </p:cNvPr>
          <p:cNvSpPr txBox="1"/>
          <p:nvPr/>
        </p:nvSpPr>
        <p:spPr>
          <a:xfrm>
            <a:off x="2927888" y="6026125"/>
            <a:ext cx="3358612" cy="461665"/>
          </a:xfrm>
          <a:prstGeom prst="rect">
            <a:avLst/>
          </a:prstGeom>
          <a:noFill/>
        </p:spPr>
        <p:txBody>
          <a:bodyPr wrap="none" rtlCol="0">
            <a:spAutoFit/>
          </a:bodyPr>
          <a:lstStyle/>
          <a:p>
            <a:r>
              <a:rPr lang="en-US" sz="2400" b="1" i="1"/>
              <a:t>Biểu diễn bằng SQL?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43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484359"/>
                                        </p:tgtEl>
                                        <p:attrNameLst>
                                          <p:attrName>style.visibility</p:attrName>
                                        </p:attrNameLst>
                                      </p:cBhvr>
                                      <p:to>
                                        <p:strVal val="visible"/>
                                      </p:to>
                                    </p:set>
                                    <p:anim calcmode="lin" valueType="num">
                                      <p:cBhvr additive="base">
                                        <p:cTn id="11" dur="500" fill="hold"/>
                                        <p:tgtEl>
                                          <p:spTgt spid="484359"/>
                                        </p:tgtEl>
                                        <p:attrNameLst>
                                          <p:attrName>ppt_x</p:attrName>
                                        </p:attrNameLst>
                                      </p:cBhvr>
                                      <p:tavLst>
                                        <p:tav tm="0">
                                          <p:val>
                                            <p:strVal val="1+#ppt_w/2"/>
                                          </p:val>
                                        </p:tav>
                                        <p:tav tm="100000">
                                          <p:val>
                                            <p:strVal val="#ppt_x"/>
                                          </p:val>
                                        </p:tav>
                                      </p:tavLst>
                                    </p:anim>
                                    <p:anim calcmode="lin" valueType="num">
                                      <p:cBhvr additive="base">
                                        <p:cTn id="12" dur="500" fill="hold"/>
                                        <p:tgtEl>
                                          <p:spTgt spid="484359"/>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4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8" grpId="0"/>
      <p:bldP spid="484359" grpId="0"/>
      <p:bldP spid="48436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24DDE8AD-E438-41BD-B237-6C918C34C37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95235" name="Slide Number Placeholder 5">
            <a:extLst>
              <a:ext uri="{FF2B5EF4-FFF2-40B4-BE49-F238E27FC236}">
                <a16:creationId xmlns:a16="http://schemas.microsoft.com/office/drawing/2014/main" id="{B42C6185-D43B-4F09-B032-566132646F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2EABC2C-6DB2-435F-9E78-B49B5E1987BA}" type="slidenum">
              <a:rPr lang="en-US" altLang="en-US" sz="1000"/>
              <a:pPr algn="r">
                <a:spcBef>
                  <a:spcPct val="0"/>
                </a:spcBef>
                <a:buClrTx/>
                <a:buFontTx/>
                <a:buNone/>
              </a:pPr>
              <a:t>15</a:t>
            </a:fld>
            <a:endParaRPr lang="en-US" altLang="en-US" sz="1000"/>
          </a:p>
        </p:txBody>
      </p:sp>
      <p:sp>
        <p:nvSpPr>
          <p:cNvPr id="95236" name="Rectangle 2">
            <a:extLst>
              <a:ext uri="{FF2B5EF4-FFF2-40B4-BE49-F238E27FC236}">
                <a16:creationId xmlns:a16="http://schemas.microsoft.com/office/drawing/2014/main" id="{CFC831EA-4A33-4995-8B6D-98A1D0793240}"/>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 Ví dụ (tt)</a:t>
            </a:r>
          </a:p>
        </p:txBody>
      </p:sp>
      <p:sp>
        <p:nvSpPr>
          <p:cNvPr id="95237" name="Rectangle 3">
            <a:extLst>
              <a:ext uri="{FF2B5EF4-FFF2-40B4-BE49-F238E27FC236}">
                <a16:creationId xmlns:a16="http://schemas.microsoft.com/office/drawing/2014/main" id="{3E44024E-D989-4E92-A175-74A6A1FF3D37}"/>
              </a:ext>
            </a:extLst>
          </p:cNvPr>
          <p:cNvSpPr>
            <a:spLocks noGrp="1" noChangeArrowheads="1"/>
          </p:cNvSpPr>
          <p:nvPr>
            <p:ph type="body" idx="1"/>
          </p:nvPr>
        </p:nvSpPr>
        <p:spPr>
          <a:xfrm>
            <a:off x="457200" y="1295400"/>
            <a:ext cx="8229600" cy="4835525"/>
          </a:xfrm>
        </p:spPr>
        <p:txBody>
          <a:bodyPr/>
          <a:lstStyle/>
          <a:p>
            <a:pPr eaLnBrk="1" hangingPunct="1"/>
            <a:r>
              <a:rPr lang="en-US" altLang="en-US"/>
              <a:t>Với mỗi nhân viên, hãy cho biết thông tin của phòng ban mà họ đang làm việc</a:t>
            </a:r>
          </a:p>
          <a:p>
            <a:pPr lvl="1" eaLnBrk="1" hangingPunct="1"/>
            <a:r>
              <a:rPr lang="en-US" altLang="en-US"/>
              <a:t>Quan hệ: NHANVIEN, PHONGBAN</a:t>
            </a:r>
          </a:p>
        </p:txBody>
      </p:sp>
      <p:sp>
        <p:nvSpPr>
          <p:cNvPr id="480260" name="Text Box 4">
            <a:extLst>
              <a:ext uri="{FF2B5EF4-FFF2-40B4-BE49-F238E27FC236}">
                <a16:creationId xmlns:a16="http://schemas.microsoft.com/office/drawing/2014/main" id="{7CEC4DAF-BDBA-4419-BD84-995DC8CF3E16}"/>
              </a:ext>
            </a:extLst>
          </p:cNvPr>
          <p:cNvSpPr txBox="1">
            <a:spLocks noChangeArrowheads="1"/>
          </p:cNvSpPr>
          <p:nvPr/>
        </p:nvSpPr>
        <p:spPr bwMode="auto">
          <a:xfrm>
            <a:off x="609600" y="3687763"/>
            <a:ext cx="7924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PHONGBAN(TENPHG, </a:t>
            </a:r>
            <a:r>
              <a:rPr lang="en-US" altLang="en-US" sz="2200" b="1">
                <a:latin typeface="Tahoma" panose="020B0604030504040204" pitchFamily="34" charset="0"/>
                <a:sym typeface="Symbol" panose="05050102010706020507" pitchFamily="18" charset="2"/>
              </a:rPr>
              <a:t>MAPHG</a:t>
            </a:r>
            <a:r>
              <a:rPr lang="en-US" altLang="en-US" sz="2200">
                <a:latin typeface="Tahoma" panose="020B0604030504040204" pitchFamily="34" charset="0"/>
                <a:sym typeface="Symbol" panose="05050102010706020507" pitchFamily="18" charset="2"/>
              </a:rPr>
              <a:t>, TRPHG, NG_NHANCHUC)</a:t>
            </a:r>
            <a:endParaRPr lang="en-US" altLang="en-US" sz="2200" baseline="-25000">
              <a:latin typeface="Tahoma" panose="020B0604030504040204" pitchFamily="34" charset="0"/>
            </a:endParaRPr>
          </a:p>
        </p:txBody>
      </p:sp>
      <p:sp>
        <p:nvSpPr>
          <p:cNvPr id="480261" name="Text Box 5">
            <a:extLst>
              <a:ext uri="{FF2B5EF4-FFF2-40B4-BE49-F238E27FC236}">
                <a16:creationId xmlns:a16="http://schemas.microsoft.com/office/drawing/2014/main" id="{E8D6D6A8-BED0-423F-8227-7DB25907D817}"/>
              </a:ext>
            </a:extLst>
          </p:cNvPr>
          <p:cNvSpPr txBox="1">
            <a:spLocks noChangeArrowheads="1"/>
          </p:cNvSpPr>
          <p:nvPr/>
        </p:nvSpPr>
        <p:spPr bwMode="auto">
          <a:xfrm>
            <a:off x="609600" y="3200400"/>
            <a:ext cx="7543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NHANVIEN(HONV, TENNV, MANV, …, </a:t>
            </a:r>
            <a:r>
              <a:rPr lang="en-US" altLang="en-US" sz="2200" b="1">
                <a:latin typeface="Tahoma" panose="020B0604030504040204" pitchFamily="34" charset="0"/>
                <a:sym typeface="Symbol" panose="05050102010706020507" pitchFamily="18" charset="2"/>
              </a:rPr>
              <a:t>PHG</a:t>
            </a:r>
            <a:r>
              <a:rPr lang="en-US" altLang="en-US" sz="2200">
                <a:latin typeface="Tahoma" panose="020B0604030504040204" pitchFamily="34" charset="0"/>
                <a:sym typeface="Symbol" panose="05050102010706020507" pitchFamily="18" charset="2"/>
              </a:rPr>
              <a:t>)</a:t>
            </a:r>
            <a:endParaRPr lang="en-US" altLang="en-US" sz="2200" baseline="-25000">
              <a:latin typeface="Tahoma" panose="020B0604030504040204" pitchFamily="34" charset="0"/>
            </a:endParaRPr>
          </a:p>
        </p:txBody>
      </p:sp>
      <p:grpSp>
        <p:nvGrpSpPr>
          <p:cNvPr id="95240" name="Group 12">
            <a:extLst>
              <a:ext uri="{FF2B5EF4-FFF2-40B4-BE49-F238E27FC236}">
                <a16:creationId xmlns:a16="http://schemas.microsoft.com/office/drawing/2014/main" id="{871782D5-011E-4331-B510-B10106D10E91}"/>
              </a:ext>
            </a:extLst>
          </p:cNvPr>
          <p:cNvGrpSpPr>
            <a:grpSpLocks/>
          </p:cNvGrpSpPr>
          <p:nvPr/>
        </p:nvGrpSpPr>
        <p:grpSpPr bwMode="auto">
          <a:xfrm>
            <a:off x="609600" y="4114800"/>
            <a:ext cx="6096000" cy="549275"/>
            <a:chOff x="384" y="2928"/>
            <a:chExt cx="3840" cy="346"/>
          </a:xfrm>
        </p:grpSpPr>
        <p:sp>
          <p:nvSpPr>
            <p:cNvPr id="95242" name="Text Box 6">
              <a:extLst>
                <a:ext uri="{FF2B5EF4-FFF2-40B4-BE49-F238E27FC236}">
                  <a16:creationId xmlns:a16="http://schemas.microsoft.com/office/drawing/2014/main" id="{F3CBD09D-A996-4430-A22A-2677D248DCAB}"/>
                </a:ext>
              </a:extLst>
            </p:cNvPr>
            <p:cNvSpPr txBox="1">
              <a:spLocks noChangeArrowheads="1"/>
            </p:cNvSpPr>
            <p:nvPr/>
          </p:nvSpPr>
          <p:spPr bwMode="auto">
            <a:xfrm>
              <a:off x="384" y="2928"/>
              <a:ext cx="38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dirty="0">
                  <a:latin typeface="Tahoma" panose="020B0604030504040204" pitchFamily="34" charset="0"/>
                  <a:sym typeface="Symbol" panose="05050102010706020507" pitchFamily="18" charset="2"/>
                </a:rPr>
                <a:t>KQ </a:t>
              </a:r>
              <a:r>
                <a:rPr lang="en-US" altLang="en-US" sz="3000" dirty="0">
                  <a:latin typeface="Tahoma" panose="020B0604030504040204" pitchFamily="34" charset="0"/>
                  <a:sym typeface="Symbol" panose="05050102010706020507" pitchFamily="18" charset="2"/>
                </a:rPr>
                <a:t></a:t>
              </a:r>
              <a:r>
                <a:rPr lang="en-US" altLang="en-US" sz="2200" dirty="0">
                  <a:latin typeface="Tahoma" panose="020B0604030504040204" pitchFamily="34" charset="0"/>
                  <a:sym typeface="Symbol" panose="05050102010706020507" pitchFamily="18" charset="2"/>
                </a:rPr>
                <a:t> </a:t>
              </a:r>
              <a:r>
                <a:rPr lang="en-US" altLang="en-US" sz="2200" dirty="0">
                  <a:latin typeface="Tahoma" panose="020B0604030504040204" pitchFamily="34" charset="0"/>
                </a:rPr>
                <a:t>NHANVIEN      </a:t>
              </a:r>
              <a:r>
                <a:rPr lang="en-US" altLang="en-US" sz="2200" baseline="-25000" dirty="0">
                  <a:latin typeface="Tahoma" panose="020B0604030504040204" pitchFamily="34" charset="0"/>
                </a:rPr>
                <a:t>PHG=MAPHG</a:t>
              </a:r>
              <a:r>
                <a:rPr lang="en-US" altLang="en-US" sz="2200" dirty="0">
                  <a:latin typeface="Tahoma" panose="020B0604030504040204" pitchFamily="34" charset="0"/>
                </a:rPr>
                <a:t> PHONGBAN</a:t>
              </a:r>
            </a:p>
          </p:txBody>
        </p:sp>
        <p:sp>
          <p:nvSpPr>
            <p:cNvPr id="95243" name="AutoShape 7">
              <a:extLst>
                <a:ext uri="{FF2B5EF4-FFF2-40B4-BE49-F238E27FC236}">
                  <a16:creationId xmlns:a16="http://schemas.microsoft.com/office/drawing/2014/main" id="{3A9EB288-D76D-4A76-97A7-29BB24CCE1CA}"/>
                </a:ext>
              </a:extLst>
            </p:cNvPr>
            <p:cNvSpPr>
              <a:spLocks noChangeArrowheads="1"/>
            </p:cNvSpPr>
            <p:nvPr/>
          </p:nvSpPr>
          <p:spPr bwMode="auto">
            <a:xfrm rot="-5400000">
              <a:off x="2004" y="3033"/>
              <a:ext cx="120" cy="192"/>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480266" name="Text Box 10">
            <a:extLst>
              <a:ext uri="{FF2B5EF4-FFF2-40B4-BE49-F238E27FC236}">
                <a16:creationId xmlns:a16="http://schemas.microsoft.com/office/drawing/2014/main" id="{5D2F58E3-7C15-46ED-8152-6ED562A6121B}"/>
              </a:ext>
            </a:extLst>
          </p:cNvPr>
          <p:cNvSpPr txBox="1">
            <a:spLocks noChangeArrowheads="1"/>
          </p:cNvSpPr>
          <p:nvPr/>
        </p:nvSpPr>
        <p:spPr bwMode="auto">
          <a:xfrm>
            <a:off x="609600" y="5105400"/>
            <a:ext cx="7848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KQ(HONV, TENNV, MANV, …, </a:t>
            </a:r>
            <a:r>
              <a:rPr lang="en-US" altLang="en-US" sz="2200" b="1">
                <a:latin typeface="Tahoma" panose="020B0604030504040204" pitchFamily="34" charset="0"/>
                <a:sym typeface="Symbol" panose="05050102010706020507" pitchFamily="18" charset="2"/>
              </a:rPr>
              <a:t>PHG</a:t>
            </a:r>
            <a:r>
              <a:rPr lang="en-US" altLang="en-US" sz="2200">
                <a:latin typeface="Tahoma" panose="020B0604030504040204" pitchFamily="34" charset="0"/>
                <a:sym typeface="Symbol" panose="05050102010706020507" pitchFamily="18" charset="2"/>
              </a:rPr>
              <a:t>, TENPHG, </a:t>
            </a:r>
            <a:r>
              <a:rPr lang="en-US" altLang="en-US" sz="2200" b="1">
                <a:latin typeface="Tahoma" panose="020B0604030504040204" pitchFamily="34" charset="0"/>
                <a:sym typeface="Symbol" panose="05050102010706020507" pitchFamily="18" charset="2"/>
              </a:rPr>
              <a:t>MAPHG</a:t>
            </a:r>
            <a:r>
              <a:rPr lang="en-US" altLang="en-US" sz="2200">
                <a:latin typeface="Tahoma" panose="020B0604030504040204" pitchFamily="34" charset="0"/>
                <a:sym typeface="Symbol" panose="05050102010706020507" pitchFamily="18" charset="2"/>
              </a:rPr>
              <a:t>, …)</a:t>
            </a:r>
            <a:endParaRPr lang="en-US" altLang="en-US" sz="2200" baseline="-25000">
              <a:latin typeface="Tahoma" panose="020B0604030504040204" pitchFamily="34" charset="0"/>
            </a:endParaRPr>
          </a:p>
        </p:txBody>
      </p:sp>
      <p:sp>
        <p:nvSpPr>
          <p:cNvPr id="12" name="TextBox 11">
            <a:extLst>
              <a:ext uri="{FF2B5EF4-FFF2-40B4-BE49-F238E27FC236}">
                <a16:creationId xmlns:a16="http://schemas.microsoft.com/office/drawing/2014/main" id="{66FFB82A-F499-C74F-A097-11020B0E59CA}"/>
              </a:ext>
            </a:extLst>
          </p:cNvPr>
          <p:cNvSpPr txBox="1"/>
          <p:nvPr/>
        </p:nvSpPr>
        <p:spPr>
          <a:xfrm>
            <a:off x="2892694" y="5934373"/>
            <a:ext cx="3358612" cy="461665"/>
          </a:xfrm>
          <a:prstGeom prst="rect">
            <a:avLst/>
          </a:prstGeom>
          <a:noFill/>
        </p:spPr>
        <p:txBody>
          <a:bodyPr wrap="none" rtlCol="0">
            <a:spAutoFit/>
          </a:bodyPr>
          <a:lstStyle/>
          <a:p>
            <a:r>
              <a:rPr lang="en-US" sz="2400" b="1" i="1"/>
              <a:t>Biểu diễn bằng SQL?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02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026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52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80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0" grpId="0"/>
      <p:bldP spid="480261" grpId="0"/>
      <p:bldP spid="48026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42AF0652-3876-499C-861C-D948109C04D4}"/>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97283" name="Slide Number Placeholder 5">
            <a:extLst>
              <a:ext uri="{FF2B5EF4-FFF2-40B4-BE49-F238E27FC236}">
                <a16:creationId xmlns:a16="http://schemas.microsoft.com/office/drawing/2014/main" id="{18A38FBA-9357-400D-AD74-A4566CF61E7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672078B-FF61-4B2A-8239-1E344D809FDD}" type="slidenum">
              <a:rPr lang="en-US" altLang="en-US" sz="1000"/>
              <a:pPr algn="r">
                <a:spcBef>
                  <a:spcPct val="0"/>
                </a:spcBef>
                <a:buClrTx/>
                <a:buFontTx/>
                <a:buNone/>
              </a:pPr>
              <a:t>16</a:t>
            </a:fld>
            <a:endParaRPr lang="en-US" altLang="en-US" sz="1000"/>
          </a:p>
        </p:txBody>
      </p:sp>
      <p:sp>
        <p:nvSpPr>
          <p:cNvPr id="97284" name="Rectangle 2">
            <a:extLst>
              <a:ext uri="{FF2B5EF4-FFF2-40B4-BE49-F238E27FC236}">
                <a16:creationId xmlns:a16="http://schemas.microsoft.com/office/drawing/2014/main" id="{C04CA15D-B65C-4C84-AD0A-AD569142470C}"/>
              </a:ext>
            </a:extLst>
          </p:cNvPr>
          <p:cNvSpPr>
            <a:spLocks noGrp="1" noChangeArrowheads="1"/>
          </p:cNvSpPr>
          <p:nvPr>
            <p:ph type="title"/>
          </p:nvPr>
        </p:nvSpPr>
        <p:spPr>
          <a:xfrm>
            <a:off x="457200" y="354013"/>
            <a:ext cx="8534400" cy="620712"/>
          </a:xfrm>
        </p:spPr>
        <p:txBody>
          <a:bodyPr/>
          <a:lstStyle/>
          <a:p>
            <a:pPr eaLnBrk="1" hangingPunct="1"/>
            <a:r>
              <a:rPr lang="en-US" altLang="en-US" sz="3500"/>
              <a:t>1. Phép kết - Ví dụ (tt)</a:t>
            </a:r>
          </a:p>
        </p:txBody>
      </p:sp>
      <p:sp>
        <p:nvSpPr>
          <p:cNvPr id="97285" name="Rectangle 3">
            <a:extLst>
              <a:ext uri="{FF2B5EF4-FFF2-40B4-BE49-F238E27FC236}">
                <a16:creationId xmlns:a16="http://schemas.microsoft.com/office/drawing/2014/main" id="{8D368ECE-2AEB-4ADE-9A92-25E060737DC2}"/>
              </a:ext>
            </a:extLst>
          </p:cNvPr>
          <p:cNvSpPr>
            <a:spLocks noGrp="1" noChangeArrowheads="1"/>
          </p:cNvSpPr>
          <p:nvPr>
            <p:ph type="body" idx="1"/>
          </p:nvPr>
        </p:nvSpPr>
        <p:spPr>
          <a:xfrm>
            <a:off x="457200" y="1295400"/>
            <a:ext cx="8229600" cy="4835525"/>
          </a:xfrm>
        </p:spPr>
        <p:txBody>
          <a:bodyPr/>
          <a:lstStyle/>
          <a:p>
            <a:pPr eaLnBrk="1" hangingPunct="1"/>
            <a:r>
              <a:rPr lang="en-US" altLang="en-US" dirty="0" err="1"/>
              <a:t>Với</a:t>
            </a:r>
            <a:r>
              <a:rPr lang="en-US" altLang="en-US" dirty="0"/>
              <a:t> </a:t>
            </a:r>
            <a:r>
              <a:rPr lang="en-US" altLang="en-US" dirty="0" err="1"/>
              <a:t>mỗi</a:t>
            </a:r>
            <a:r>
              <a:rPr lang="en-US" altLang="en-US" dirty="0"/>
              <a:t> </a:t>
            </a:r>
            <a:r>
              <a:rPr lang="en-US" altLang="en-US" dirty="0" err="1"/>
              <a:t>phòng</a:t>
            </a:r>
            <a:r>
              <a:rPr lang="en-US" altLang="en-US" dirty="0"/>
              <a:t> ban </a:t>
            </a:r>
            <a:r>
              <a:rPr lang="en-US" altLang="en-US" dirty="0" err="1"/>
              <a:t>hãy</a:t>
            </a:r>
            <a:r>
              <a:rPr lang="en-US" altLang="en-US" dirty="0"/>
              <a:t> </a:t>
            </a:r>
            <a:r>
              <a:rPr lang="en-US" altLang="en-US" dirty="0" err="1"/>
              <a:t>cho</a:t>
            </a:r>
            <a:r>
              <a:rPr lang="en-US" altLang="en-US" dirty="0"/>
              <a:t> </a:t>
            </a:r>
            <a:r>
              <a:rPr lang="en-US" altLang="en-US" dirty="0" err="1"/>
              <a:t>biết</a:t>
            </a:r>
            <a:r>
              <a:rPr lang="en-US" altLang="en-US" dirty="0"/>
              <a:t> </a:t>
            </a:r>
            <a:r>
              <a:rPr lang="en-US" altLang="en-US" dirty="0" err="1"/>
              <a:t>các</a:t>
            </a:r>
            <a:r>
              <a:rPr lang="en-US" altLang="en-US" dirty="0"/>
              <a:t> </a:t>
            </a:r>
            <a:r>
              <a:rPr lang="en-US" altLang="en-US" dirty="0" err="1"/>
              <a:t>địa</a:t>
            </a:r>
            <a:r>
              <a:rPr lang="en-US" altLang="en-US" dirty="0"/>
              <a:t> </a:t>
            </a:r>
            <a:r>
              <a:rPr lang="en-US" altLang="en-US" dirty="0" err="1"/>
              <a:t>điểm</a:t>
            </a:r>
            <a:r>
              <a:rPr lang="en-US" altLang="en-US" dirty="0"/>
              <a:t> </a:t>
            </a:r>
            <a:r>
              <a:rPr lang="en-US" altLang="en-US" dirty="0" err="1"/>
              <a:t>của</a:t>
            </a:r>
            <a:r>
              <a:rPr lang="en-US" altLang="en-US" dirty="0"/>
              <a:t> </a:t>
            </a:r>
            <a:r>
              <a:rPr lang="en-US" altLang="en-US" dirty="0" err="1"/>
              <a:t>phòng</a:t>
            </a:r>
            <a:r>
              <a:rPr lang="en-US" altLang="en-US" dirty="0"/>
              <a:t> ban </a:t>
            </a:r>
            <a:r>
              <a:rPr lang="en-US" altLang="en-US" dirty="0" err="1"/>
              <a:t>đó</a:t>
            </a:r>
            <a:endParaRPr lang="en-US" altLang="en-US" dirty="0"/>
          </a:p>
          <a:p>
            <a:pPr lvl="1" eaLnBrk="1" hangingPunct="1"/>
            <a:r>
              <a:rPr lang="en-US" altLang="en-US" dirty="0"/>
              <a:t>Quan </a:t>
            </a:r>
            <a:r>
              <a:rPr lang="en-US" altLang="en-US" dirty="0" err="1"/>
              <a:t>hệ</a:t>
            </a:r>
            <a:r>
              <a:rPr lang="en-US" altLang="en-US" dirty="0"/>
              <a:t>: PHONGBAN, DDIEM_PHG</a:t>
            </a:r>
          </a:p>
        </p:txBody>
      </p:sp>
      <p:sp>
        <p:nvSpPr>
          <p:cNvPr id="482308" name="Text Box 4">
            <a:extLst>
              <a:ext uri="{FF2B5EF4-FFF2-40B4-BE49-F238E27FC236}">
                <a16:creationId xmlns:a16="http://schemas.microsoft.com/office/drawing/2014/main" id="{49DE1725-8B99-4358-AA9A-A7216F8D7F6D}"/>
              </a:ext>
            </a:extLst>
          </p:cNvPr>
          <p:cNvSpPr txBox="1">
            <a:spLocks noChangeArrowheads="1"/>
          </p:cNvSpPr>
          <p:nvPr/>
        </p:nvSpPr>
        <p:spPr bwMode="auto">
          <a:xfrm>
            <a:off x="609600" y="3048000"/>
            <a:ext cx="7924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PHONGBAN(TENPHG, </a:t>
            </a:r>
            <a:r>
              <a:rPr lang="en-US" altLang="en-US" sz="2200" b="1">
                <a:latin typeface="Tahoma" panose="020B0604030504040204" pitchFamily="34" charset="0"/>
                <a:sym typeface="Symbol" panose="05050102010706020507" pitchFamily="18" charset="2"/>
              </a:rPr>
              <a:t>MAPHG</a:t>
            </a:r>
            <a:r>
              <a:rPr lang="en-US" altLang="en-US" sz="2200">
                <a:latin typeface="Tahoma" panose="020B0604030504040204" pitchFamily="34" charset="0"/>
                <a:sym typeface="Symbol" panose="05050102010706020507" pitchFamily="18" charset="2"/>
              </a:rPr>
              <a:t>, TRPHG, NGAY_NHANCHUC)</a:t>
            </a:r>
            <a:endParaRPr lang="en-US" altLang="en-US" sz="2200" baseline="-25000">
              <a:latin typeface="Tahoma" panose="020B0604030504040204" pitchFamily="34" charset="0"/>
            </a:endParaRPr>
          </a:p>
        </p:txBody>
      </p:sp>
      <p:sp>
        <p:nvSpPr>
          <p:cNvPr id="482309" name="Text Box 5">
            <a:extLst>
              <a:ext uri="{FF2B5EF4-FFF2-40B4-BE49-F238E27FC236}">
                <a16:creationId xmlns:a16="http://schemas.microsoft.com/office/drawing/2014/main" id="{A61B4952-77B4-4F43-B495-C52242E06D03}"/>
              </a:ext>
            </a:extLst>
          </p:cNvPr>
          <p:cNvSpPr txBox="1">
            <a:spLocks noChangeArrowheads="1"/>
          </p:cNvSpPr>
          <p:nvPr/>
        </p:nvSpPr>
        <p:spPr bwMode="auto">
          <a:xfrm>
            <a:off x="609600" y="3535363"/>
            <a:ext cx="47244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DDIEM_PHG(</a:t>
            </a:r>
            <a:r>
              <a:rPr lang="en-US" altLang="en-US" sz="2200" b="1">
                <a:latin typeface="Tahoma" panose="020B0604030504040204" pitchFamily="34" charset="0"/>
                <a:sym typeface="Symbol" panose="05050102010706020507" pitchFamily="18" charset="2"/>
              </a:rPr>
              <a:t>MAPHG</a:t>
            </a:r>
            <a:r>
              <a:rPr lang="en-US" altLang="en-US" sz="2200">
                <a:latin typeface="Tahoma" panose="020B0604030504040204" pitchFamily="34" charset="0"/>
                <a:sym typeface="Symbol" panose="05050102010706020507" pitchFamily="18" charset="2"/>
              </a:rPr>
              <a:t>, DIADIEM)</a:t>
            </a:r>
            <a:endParaRPr lang="en-US" altLang="en-US" sz="2200" baseline="-25000">
              <a:latin typeface="Tahoma" panose="020B0604030504040204" pitchFamily="34" charset="0"/>
            </a:endParaRPr>
          </a:p>
        </p:txBody>
      </p:sp>
      <p:grpSp>
        <p:nvGrpSpPr>
          <p:cNvPr id="97288" name="Group 11">
            <a:extLst>
              <a:ext uri="{FF2B5EF4-FFF2-40B4-BE49-F238E27FC236}">
                <a16:creationId xmlns:a16="http://schemas.microsoft.com/office/drawing/2014/main" id="{4F6E7711-1E6A-4B02-91E0-2E23C831EA68}"/>
              </a:ext>
            </a:extLst>
          </p:cNvPr>
          <p:cNvGrpSpPr>
            <a:grpSpLocks/>
          </p:cNvGrpSpPr>
          <p:nvPr/>
        </p:nvGrpSpPr>
        <p:grpSpPr bwMode="auto">
          <a:xfrm>
            <a:off x="609600" y="3962400"/>
            <a:ext cx="5181600" cy="549275"/>
            <a:chOff x="384" y="2784"/>
            <a:chExt cx="3264" cy="346"/>
          </a:xfrm>
        </p:grpSpPr>
        <p:sp>
          <p:nvSpPr>
            <p:cNvPr id="97290" name="Text Box 7">
              <a:extLst>
                <a:ext uri="{FF2B5EF4-FFF2-40B4-BE49-F238E27FC236}">
                  <a16:creationId xmlns:a16="http://schemas.microsoft.com/office/drawing/2014/main" id="{2F73EFBD-79EE-46C7-B170-096B5FE4F72E}"/>
                </a:ext>
              </a:extLst>
            </p:cNvPr>
            <p:cNvSpPr txBox="1">
              <a:spLocks noChangeArrowheads="1"/>
            </p:cNvSpPr>
            <p:nvPr/>
          </p:nvSpPr>
          <p:spPr bwMode="auto">
            <a:xfrm>
              <a:off x="384" y="2784"/>
              <a:ext cx="326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dirty="0">
                  <a:latin typeface="Tahoma" panose="020B0604030504040204" pitchFamily="34" charset="0"/>
                  <a:sym typeface="Symbol" panose="05050102010706020507" pitchFamily="18" charset="2"/>
                </a:rPr>
                <a:t>KQ </a:t>
              </a:r>
              <a:r>
                <a:rPr lang="en-US" altLang="en-US" sz="3000" dirty="0">
                  <a:latin typeface="Tahoma" panose="020B0604030504040204" pitchFamily="34" charset="0"/>
                  <a:sym typeface="Symbol" panose="05050102010706020507" pitchFamily="18" charset="2"/>
                </a:rPr>
                <a:t> </a:t>
              </a:r>
              <a:r>
                <a:rPr lang="en-US" altLang="en-US" sz="2200" dirty="0">
                  <a:latin typeface="Tahoma" panose="020B0604030504040204" pitchFamily="34" charset="0"/>
                </a:rPr>
                <a:t>PHONGBAN       DDIEMPHG</a:t>
              </a:r>
            </a:p>
          </p:txBody>
        </p:sp>
        <p:sp>
          <p:nvSpPr>
            <p:cNvPr id="97291" name="AutoShape 8">
              <a:extLst>
                <a:ext uri="{FF2B5EF4-FFF2-40B4-BE49-F238E27FC236}">
                  <a16:creationId xmlns:a16="http://schemas.microsoft.com/office/drawing/2014/main" id="{E6CE1EC7-EA11-4667-A2E5-D9764DC4C74D}"/>
                </a:ext>
              </a:extLst>
            </p:cNvPr>
            <p:cNvSpPr>
              <a:spLocks noChangeArrowheads="1"/>
            </p:cNvSpPr>
            <p:nvPr/>
          </p:nvSpPr>
          <p:spPr bwMode="auto">
            <a:xfrm rot="-5400000">
              <a:off x="2100" y="2889"/>
              <a:ext cx="120" cy="192"/>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482314" name="Text Box 10">
            <a:extLst>
              <a:ext uri="{FF2B5EF4-FFF2-40B4-BE49-F238E27FC236}">
                <a16:creationId xmlns:a16="http://schemas.microsoft.com/office/drawing/2014/main" id="{05DB71A0-110F-48E3-AD57-8DA00E993AE7}"/>
              </a:ext>
            </a:extLst>
          </p:cNvPr>
          <p:cNvSpPr txBox="1">
            <a:spLocks noChangeArrowheads="1"/>
          </p:cNvSpPr>
          <p:nvPr/>
        </p:nvSpPr>
        <p:spPr bwMode="auto">
          <a:xfrm>
            <a:off x="609600" y="5029200"/>
            <a:ext cx="7924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KQ(TENPHG, </a:t>
            </a:r>
            <a:r>
              <a:rPr lang="en-US" altLang="en-US" sz="2200" b="1">
                <a:latin typeface="Tahoma" panose="020B0604030504040204" pitchFamily="34" charset="0"/>
                <a:sym typeface="Symbol" panose="05050102010706020507" pitchFamily="18" charset="2"/>
              </a:rPr>
              <a:t>MAPHG</a:t>
            </a:r>
            <a:r>
              <a:rPr lang="en-US" altLang="en-US" sz="2200">
                <a:latin typeface="Tahoma" panose="020B0604030504040204" pitchFamily="34" charset="0"/>
                <a:sym typeface="Symbol" panose="05050102010706020507" pitchFamily="18" charset="2"/>
              </a:rPr>
              <a:t>, TRPHG, NGAY_NHANCHUC, DIADIEM)</a:t>
            </a:r>
            <a:endParaRPr lang="en-US" altLang="en-US" sz="2200" baseline="-25000">
              <a:latin typeface="Tahoma" panose="020B0604030504040204" pitchFamily="34" charset="0"/>
            </a:endParaRPr>
          </a:p>
        </p:txBody>
      </p:sp>
      <p:sp>
        <p:nvSpPr>
          <p:cNvPr id="12" name="TextBox 11">
            <a:extLst>
              <a:ext uri="{FF2B5EF4-FFF2-40B4-BE49-F238E27FC236}">
                <a16:creationId xmlns:a16="http://schemas.microsoft.com/office/drawing/2014/main" id="{99691987-9BB5-C84D-AEC4-F90169DE43FE}"/>
              </a:ext>
            </a:extLst>
          </p:cNvPr>
          <p:cNvSpPr txBox="1"/>
          <p:nvPr/>
        </p:nvSpPr>
        <p:spPr>
          <a:xfrm>
            <a:off x="2892694" y="5934373"/>
            <a:ext cx="3358612" cy="461665"/>
          </a:xfrm>
          <a:prstGeom prst="rect">
            <a:avLst/>
          </a:prstGeom>
          <a:noFill/>
        </p:spPr>
        <p:txBody>
          <a:bodyPr wrap="none" rtlCol="0">
            <a:spAutoFit/>
          </a:bodyPr>
          <a:lstStyle/>
          <a:p>
            <a:r>
              <a:rPr lang="en-US" sz="2400" b="1" i="1"/>
              <a:t>Biểu diễn bằng SQL?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23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230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72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82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8" grpId="0"/>
      <p:bldP spid="482309" grpId="0"/>
      <p:bldP spid="4823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B89C571E-F994-42FD-919E-851AA407FFA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4147" name="Slide Number Placeholder 5">
            <a:extLst>
              <a:ext uri="{FF2B5EF4-FFF2-40B4-BE49-F238E27FC236}">
                <a16:creationId xmlns:a16="http://schemas.microsoft.com/office/drawing/2014/main" id="{040619FF-5E2E-4742-BCD2-EAEB5811E4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BE45D56-CE75-47BC-ADEA-7A72348C71E1}" type="slidenum">
              <a:rPr lang="en-US" altLang="en-US" sz="1000"/>
              <a:pPr algn="r">
                <a:spcBef>
                  <a:spcPct val="0"/>
                </a:spcBef>
                <a:buClrTx/>
                <a:buFontTx/>
                <a:buNone/>
              </a:pPr>
              <a:t>17</a:t>
            </a:fld>
            <a:endParaRPr lang="en-US" altLang="en-US" sz="1000"/>
          </a:p>
        </p:txBody>
      </p:sp>
      <p:sp>
        <p:nvSpPr>
          <p:cNvPr id="134148" name="Rectangle 2">
            <a:extLst>
              <a:ext uri="{FF2B5EF4-FFF2-40B4-BE49-F238E27FC236}">
                <a16:creationId xmlns:a16="http://schemas.microsoft.com/office/drawing/2014/main" id="{47244929-8530-439D-920C-94139243EB3E}"/>
              </a:ext>
            </a:extLst>
          </p:cNvPr>
          <p:cNvSpPr>
            <a:spLocks noGrp="1" noChangeArrowheads="1"/>
          </p:cNvSpPr>
          <p:nvPr>
            <p:ph type="title"/>
          </p:nvPr>
        </p:nvSpPr>
        <p:spPr>
          <a:xfrm>
            <a:off x="457200" y="354013"/>
            <a:ext cx="8534400" cy="620712"/>
          </a:xfrm>
        </p:spPr>
        <p:txBody>
          <a:bodyPr/>
          <a:lstStyle/>
          <a:p>
            <a:pPr eaLnBrk="1" hangingPunct="1"/>
            <a:r>
              <a:rPr lang="en-US" altLang="en-US" sz="3500"/>
              <a:t>2. Phép kết mở rộng</a:t>
            </a:r>
          </a:p>
        </p:txBody>
      </p:sp>
      <p:sp>
        <p:nvSpPr>
          <p:cNvPr id="134149" name="Rectangle 3">
            <a:extLst>
              <a:ext uri="{FF2B5EF4-FFF2-40B4-BE49-F238E27FC236}">
                <a16:creationId xmlns:a16="http://schemas.microsoft.com/office/drawing/2014/main" id="{5BA84AAD-B507-47E0-B999-39B9C7E57FD0}"/>
              </a:ext>
            </a:extLst>
          </p:cNvPr>
          <p:cNvSpPr>
            <a:spLocks noGrp="1" noChangeArrowheads="1"/>
          </p:cNvSpPr>
          <p:nvPr>
            <p:ph type="body" idx="1"/>
          </p:nvPr>
        </p:nvSpPr>
        <p:spPr>
          <a:xfrm>
            <a:off x="457200" y="1295400"/>
            <a:ext cx="8229600" cy="4835525"/>
          </a:xfrm>
        </p:spPr>
        <p:txBody>
          <a:bodyPr/>
          <a:lstStyle/>
          <a:p>
            <a:pPr eaLnBrk="1" hangingPunct="1"/>
            <a:r>
              <a:rPr lang="en-US" altLang="en-US"/>
              <a:t>Mở rộng phép kết để tránh mất mát thông tin</a:t>
            </a:r>
          </a:p>
          <a:p>
            <a:pPr lvl="1" eaLnBrk="1" hangingPunct="1"/>
            <a:r>
              <a:rPr lang="en-US" altLang="en-US"/>
              <a:t>Thực hiện phép kết</a:t>
            </a:r>
          </a:p>
          <a:p>
            <a:pPr lvl="1" eaLnBrk="1" hangingPunct="1"/>
            <a:r>
              <a:rPr lang="en-US" altLang="en-US"/>
              <a:t>Lấy thêm các bộ không thỏa điều kiện kết</a:t>
            </a:r>
          </a:p>
          <a:p>
            <a:pPr eaLnBrk="1" hangingPunct="1"/>
            <a:endParaRPr lang="en-US" altLang="en-US"/>
          </a:p>
          <a:p>
            <a:pPr eaLnBrk="1" hangingPunct="1"/>
            <a:r>
              <a:rPr lang="en-US" altLang="en-US"/>
              <a:t>Có 3 hình thức</a:t>
            </a:r>
          </a:p>
          <a:p>
            <a:pPr lvl="1" eaLnBrk="1" hangingPunct="1"/>
            <a:r>
              <a:rPr lang="en-US" altLang="en-US"/>
              <a:t>Kết nối trái (Left join)</a:t>
            </a:r>
          </a:p>
          <a:p>
            <a:pPr lvl="1" eaLnBrk="1" hangingPunct="1"/>
            <a:r>
              <a:rPr lang="en-US" altLang="en-US"/>
              <a:t>Kết nối phải phải (Right join)</a:t>
            </a:r>
          </a:p>
          <a:p>
            <a:pPr lvl="1" eaLnBrk="1" hangingPunct="1"/>
            <a:r>
              <a:rPr lang="en-US" altLang="en-US"/>
              <a:t>Kết nối ngoài (Full outer join)</a:t>
            </a:r>
          </a:p>
        </p:txBody>
      </p:sp>
      <p:grpSp>
        <p:nvGrpSpPr>
          <p:cNvPr id="134150" name="Group 22">
            <a:extLst>
              <a:ext uri="{FF2B5EF4-FFF2-40B4-BE49-F238E27FC236}">
                <a16:creationId xmlns:a16="http://schemas.microsoft.com/office/drawing/2014/main" id="{619FD734-DCA8-4E61-9CDF-EC7956D1F585}"/>
              </a:ext>
            </a:extLst>
          </p:cNvPr>
          <p:cNvGrpSpPr>
            <a:grpSpLocks/>
          </p:cNvGrpSpPr>
          <p:nvPr/>
        </p:nvGrpSpPr>
        <p:grpSpPr bwMode="auto">
          <a:xfrm>
            <a:off x="5181600" y="3671888"/>
            <a:ext cx="609600" cy="1128712"/>
            <a:chOff x="2352" y="1737"/>
            <a:chExt cx="384" cy="711"/>
          </a:xfrm>
        </p:grpSpPr>
        <p:grpSp>
          <p:nvGrpSpPr>
            <p:cNvPr id="134151" name="Group 11">
              <a:extLst>
                <a:ext uri="{FF2B5EF4-FFF2-40B4-BE49-F238E27FC236}">
                  <a16:creationId xmlns:a16="http://schemas.microsoft.com/office/drawing/2014/main" id="{3F93533C-E322-47F0-94D9-879E184EBA93}"/>
                </a:ext>
              </a:extLst>
            </p:cNvPr>
            <p:cNvGrpSpPr>
              <a:grpSpLocks/>
            </p:cNvGrpSpPr>
            <p:nvPr/>
          </p:nvGrpSpPr>
          <p:grpSpPr bwMode="auto">
            <a:xfrm>
              <a:off x="2352" y="1737"/>
              <a:ext cx="288" cy="135"/>
              <a:chOff x="2256" y="2601"/>
              <a:chExt cx="2256" cy="615"/>
            </a:xfrm>
          </p:grpSpPr>
          <p:sp>
            <p:nvSpPr>
              <p:cNvPr id="134162" name="AutoShape 5">
                <a:extLst>
                  <a:ext uri="{FF2B5EF4-FFF2-40B4-BE49-F238E27FC236}">
                    <a16:creationId xmlns:a16="http://schemas.microsoft.com/office/drawing/2014/main" id="{95BC1D1D-6BBF-46C9-B092-0E297C98B38E}"/>
                  </a:ext>
                </a:extLst>
              </p:cNvPr>
              <p:cNvSpPr>
                <a:spLocks noChangeArrowheads="1"/>
              </p:cNvSpPr>
              <p:nvPr/>
            </p:nvSpPr>
            <p:spPr bwMode="auto">
              <a:xfrm rot="-5400000">
                <a:off x="3439" y="2144"/>
                <a:ext cx="615" cy="153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4163" name="Line 9">
                <a:extLst>
                  <a:ext uri="{FF2B5EF4-FFF2-40B4-BE49-F238E27FC236}">
                    <a16:creationId xmlns:a16="http://schemas.microsoft.com/office/drawing/2014/main" id="{1D65D135-2B12-47C5-8538-64D77B66901A}"/>
                  </a:ext>
                </a:extLst>
              </p:cNvPr>
              <p:cNvSpPr>
                <a:spLocks noChangeShapeType="1"/>
              </p:cNvSpPr>
              <p:nvPr/>
            </p:nvSpPr>
            <p:spPr bwMode="auto">
              <a:xfrm>
                <a:off x="2256" y="3216"/>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4164" name="Line 10">
                <a:extLst>
                  <a:ext uri="{FF2B5EF4-FFF2-40B4-BE49-F238E27FC236}">
                    <a16:creationId xmlns:a16="http://schemas.microsoft.com/office/drawing/2014/main" id="{5AC62EE5-B5DD-4DF6-9AAC-3A1DD08B3E50}"/>
                  </a:ext>
                </a:extLst>
              </p:cNvPr>
              <p:cNvSpPr>
                <a:spLocks noChangeShapeType="1"/>
              </p:cNvSpPr>
              <p:nvPr/>
            </p:nvSpPr>
            <p:spPr bwMode="auto">
              <a:xfrm>
                <a:off x="2256" y="2601"/>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134152" name="Group 15">
              <a:extLst>
                <a:ext uri="{FF2B5EF4-FFF2-40B4-BE49-F238E27FC236}">
                  <a16:creationId xmlns:a16="http://schemas.microsoft.com/office/drawing/2014/main" id="{F985EA2C-2E61-4348-BCD8-1956344D9A50}"/>
                </a:ext>
              </a:extLst>
            </p:cNvPr>
            <p:cNvGrpSpPr>
              <a:grpSpLocks/>
            </p:cNvGrpSpPr>
            <p:nvPr/>
          </p:nvGrpSpPr>
          <p:grpSpPr bwMode="auto">
            <a:xfrm>
              <a:off x="2448" y="2025"/>
              <a:ext cx="288" cy="135"/>
              <a:chOff x="672" y="2889"/>
              <a:chExt cx="2256" cy="615"/>
            </a:xfrm>
          </p:grpSpPr>
          <p:sp>
            <p:nvSpPr>
              <p:cNvPr id="134159" name="AutoShape 12">
                <a:extLst>
                  <a:ext uri="{FF2B5EF4-FFF2-40B4-BE49-F238E27FC236}">
                    <a16:creationId xmlns:a16="http://schemas.microsoft.com/office/drawing/2014/main" id="{3486B3B3-B3C2-4781-8AD0-2971A761E933}"/>
                  </a:ext>
                </a:extLst>
              </p:cNvPr>
              <p:cNvSpPr>
                <a:spLocks noChangeArrowheads="1"/>
              </p:cNvSpPr>
              <p:nvPr/>
            </p:nvSpPr>
            <p:spPr bwMode="auto">
              <a:xfrm rot="-5400000">
                <a:off x="1129" y="2432"/>
                <a:ext cx="615" cy="153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4160" name="Line 13">
                <a:extLst>
                  <a:ext uri="{FF2B5EF4-FFF2-40B4-BE49-F238E27FC236}">
                    <a16:creationId xmlns:a16="http://schemas.microsoft.com/office/drawing/2014/main" id="{9676C203-D801-439C-BA20-6169F87881BF}"/>
                  </a:ext>
                </a:extLst>
              </p:cNvPr>
              <p:cNvSpPr>
                <a:spLocks noChangeShapeType="1"/>
              </p:cNvSpPr>
              <p:nvPr/>
            </p:nvSpPr>
            <p:spPr bwMode="auto">
              <a:xfrm>
                <a:off x="2208" y="3504"/>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4161" name="Line 14">
                <a:extLst>
                  <a:ext uri="{FF2B5EF4-FFF2-40B4-BE49-F238E27FC236}">
                    <a16:creationId xmlns:a16="http://schemas.microsoft.com/office/drawing/2014/main" id="{928FA5CB-CD0A-463F-B95F-45C7FA92593C}"/>
                  </a:ext>
                </a:extLst>
              </p:cNvPr>
              <p:cNvSpPr>
                <a:spLocks noChangeShapeType="1"/>
              </p:cNvSpPr>
              <p:nvPr/>
            </p:nvSpPr>
            <p:spPr bwMode="auto">
              <a:xfrm>
                <a:off x="2208" y="2889"/>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134153" name="Group 21">
              <a:extLst>
                <a:ext uri="{FF2B5EF4-FFF2-40B4-BE49-F238E27FC236}">
                  <a16:creationId xmlns:a16="http://schemas.microsoft.com/office/drawing/2014/main" id="{C5E754B7-2B9C-400A-A318-D380A9D553EE}"/>
                </a:ext>
              </a:extLst>
            </p:cNvPr>
            <p:cNvGrpSpPr>
              <a:grpSpLocks/>
            </p:cNvGrpSpPr>
            <p:nvPr/>
          </p:nvGrpSpPr>
          <p:grpSpPr bwMode="auto">
            <a:xfrm>
              <a:off x="2352" y="2313"/>
              <a:ext cx="384" cy="135"/>
              <a:chOff x="2256" y="2601"/>
              <a:chExt cx="2976" cy="615"/>
            </a:xfrm>
          </p:grpSpPr>
          <p:sp>
            <p:nvSpPr>
              <p:cNvPr id="134154" name="AutoShape 16">
                <a:extLst>
                  <a:ext uri="{FF2B5EF4-FFF2-40B4-BE49-F238E27FC236}">
                    <a16:creationId xmlns:a16="http://schemas.microsoft.com/office/drawing/2014/main" id="{BE286A2A-6A6A-4A80-AB51-C8D724B64D20}"/>
                  </a:ext>
                </a:extLst>
              </p:cNvPr>
              <p:cNvSpPr>
                <a:spLocks noChangeArrowheads="1"/>
              </p:cNvSpPr>
              <p:nvPr/>
            </p:nvSpPr>
            <p:spPr bwMode="auto">
              <a:xfrm rot="-5400000">
                <a:off x="3439" y="2144"/>
                <a:ext cx="615" cy="153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4155" name="Line 17">
                <a:extLst>
                  <a:ext uri="{FF2B5EF4-FFF2-40B4-BE49-F238E27FC236}">
                    <a16:creationId xmlns:a16="http://schemas.microsoft.com/office/drawing/2014/main" id="{69CCE506-3B5B-4B71-959F-95093CD84AFB}"/>
                  </a:ext>
                </a:extLst>
              </p:cNvPr>
              <p:cNvSpPr>
                <a:spLocks noChangeShapeType="1"/>
              </p:cNvSpPr>
              <p:nvPr/>
            </p:nvSpPr>
            <p:spPr bwMode="auto">
              <a:xfrm>
                <a:off x="2256" y="3216"/>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4156" name="Line 18">
                <a:extLst>
                  <a:ext uri="{FF2B5EF4-FFF2-40B4-BE49-F238E27FC236}">
                    <a16:creationId xmlns:a16="http://schemas.microsoft.com/office/drawing/2014/main" id="{16A9C404-6179-4076-97CD-90DD3FC69A7C}"/>
                  </a:ext>
                </a:extLst>
              </p:cNvPr>
              <p:cNvSpPr>
                <a:spLocks noChangeShapeType="1"/>
              </p:cNvSpPr>
              <p:nvPr/>
            </p:nvSpPr>
            <p:spPr bwMode="auto">
              <a:xfrm>
                <a:off x="2256" y="2601"/>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4157" name="Line 19">
                <a:extLst>
                  <a:ext uri="{FF2B5EF4-FFF2-40B4-BE49-F238E27FC236}">
                    <a16:creationId xmlns:a16="http://schemas.microsoft.com/office/drawing/2014/main" id="{8C66DB68-B07B-4076-9CEE-314A006CC92D}"/>
                  </a:ext>
                </a:extLst>
              </p:cNvPr>
              <p:cNvSpPr>
                <a:spLocks noChangeShapeType="1"/>
              </p:cNvSpPr>
              <p:nvPr/>
            </p:nvSpPr>
            <p:spPr bwMode="auto">
              <a:xfrm>
                <a:off x="4512" y="3216"/>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4158" name="Line 20">
                <a:extLst>
                  <a:ext uri="{FF2B5EF4-FFF2-40B4-BE49-F238E27FC236}">
                    <a16:creationId xmlns:a16="http://schemas.microsoft.com/office/drawing/2014/main" id="{E5F30179-9513-4BDF-A46A-28D6B628D179}"/>
                  </a:ext>
                </a:extLst>
              </p:cNvPr>
              <p:cNvSpPr>
                <a:spLocks noChangeShapeType="1"/>
              </p:cNvSpPr>
              <p:nvPr/>
            </p:nvSpPr>
            <p:spPr bwMode="auto">
              <a:xfrm>
                <a:off x="4512" y="2601"/>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spTree>
    <p:extLst>
      <p:ext uri="{BB962C8B-B14F-4D97-AF65-F5344CB8AC3E}">
        <p14:creationId xmlns:p14="http://schemas.microsoft.com/office/powerpoint/2010/main" val="809950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C745A082-6D44-4FB7-BF79-1B588EF6DE4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6195" name="Slide Number Placeholder 5">
            <a:extLst>
              <a:ext uri="{FF2B5EF4-FFF2-40B4-BE49-F238E27FC236}">
                <a16:creationId xmlns:a16="http://schemas.microsoft.com/office/drawing/2014/main" id="{F7881704-C621-40F2-9702-56BB5DBD5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3172A49-E780-4EC7-89A3-FBEDCD2EE478}" type="slidenum">
              <a:rPr lang="en-US" altLang="en-US" sz="1000"/>
              <a:pPr algn="r">
                <a:spcBef>
                  <a:spcPct val="0"/>
                </a:spcBef>
                <a:buClrTx/>
                <a:buFontTx/>
                <a:buNone/>
              </a:pPr>
              <a:t>18</a:t>
            </a:fld>
            <a:endParaRPr lang="en-US" altLang="en-US" sz="1000"/>
          </a:p>
        </p:txBody>
      </p:sp>
      <p:sp>
        <p:nvSpPr>
          <p:cNvPr id="136196" name="Rectangle 2">
            <a:extLst>
              <a:ext uri="{FF2B5EF4-FFF2-40B4-BE49-F238E27FC236}">
                <a16:creationId xmlns:a16="http://schemas.microsoft.com/office/drawing/2014/main" id="{BB0A071A-800B-4ED4-AC36-C38DB4A4CCE7}"/>
              </a:ext>
            </a:extLst>
          </p:cNvPr>
          <p:cNvSpPr>
            <a:spLocks noGrp="1" noChangeArrowheads="1"/>
          </p:cNvSpPr>
          <p:nvPr>
            <p:ph type="title"/>
          </p:nvPr>
        </p:nvSpPr>
        <p:spPr/>
        <p:txBody>
          <a:bodyPr/>
          <a:lstStyle/>
          <a:p>
            <a:pPr eaLnBrk="1" hangingPunct="1"/>
            <a:r>
              <a:rPr lang="en-US" altLang="en-US"/>
              <a:t>2.1. Phép kết trái</a:t>
            </a:r>
          </a:p>
        </p:txBody>
      </p:sp>
      <p:sp>
        <p:nvSpPr>
          <p:cNvPr id="136197" name="Rectangle 3">
            <a:extLst>
              <a:ext uri="{FF2B5EF4-FFF2-40B4-BE49-F238E27FC236}">
                <a16:creationId xmlns:a16="http://schemas.microsoft.com/office/drawing/2014/main" id="{16436AA2-E5D9-4F07-9873-02FE3BD188F9}"/>
              </a:ext>
            </a:extLst>
          </p:cNvPr>
          <p:cNvSpPr>
            <a:spLocks noGrp="1" noChangeArrowheads="1"/>
          </p:cNvSpPr>
          <p:nvPr>
            <p:ph type="body" idx="1"/>
          </p:nvPr>
        </p:nvSpPr>
        <p:spPr>
          <a:xfrm>
            <a:off x="457200" y="1219200"/>
            <a:ext cx="8686800" cy="4911725"/>
          </a:xfrm>
        </p:spPr>
        <p:txBody>
          <a:bodyPr/>
          <a:lstStyle/>
          <a:p>
            <a:pPr eaLnBrk="1" hangingPunct="1"/>
            <a:r>
              <a:rPr lang="en-US" altLang="en-US"/>
              <a:t>Xác định các bộ giá trị của quan hệ bên trái nhưng không có bộ giá trị tương ứng trong quan hệ bên phải.</a:t>
            </a:r>
          </a:p>
        </p:txBody>
      </p:sp>
      <p:pic>
        <p:nvPicPr>
          <p:cNvPr id="136198" name="Picture 4">
            <a:extLst>
              <a:ext uri="{FF2B5EF4-FFF2-40B4-BE49-F238E27FC236}">
                <a16:creationId xmlns:a16="http://schemas.microsoft.com/office/drawing/2014/main" id="{1DC451D1-C81E-4EE2-8055-9B12E4471B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09800"/>
            <a:ext cx="493395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199" name="Picture 8">
            <a:extLst>
              <a:ext uri="{FF2B5EF4-FFF2-40B4-BE49-F238E27FC236}">
                <a16:creationId xmlns:a16="http://schemas.microsoft.com/office/drawing/2014/main" id="{E7528E6D-45ED-4C09-8D04-618657A0A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0" y="4410075"/>
            <a:ext cx="5143500"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200" name="Picture 1">
            <a:extLst>
              <a:ext uri="{FF2B5EF4-FFF2-40B4-BE49-F238E27FC236}">
                <a16:creationId xmlns:a16="http://schemas.microsoft.com/office/drawing/2014/main" id="{35402A8F-2E93-4158-9F48-4156DE0C923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598988"/>
            <a:ext cx="581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440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7FDB0-1FD4-4E2D-B4A9-9E4D53D07FE5}"/>
              </a:ext>
            </a:extLst>
          </p:cNvPr>
          <p:cNvSpPr>
            <a:spLocks noGrp="1"/>
          </p:cNvSpPr>
          <p:nvPr>
            <p:ph type="title"/>
          </p:nvPr>
        </p:nvSpPr>
        <p:spPr/>
        <p:txBody>
          <a:bodyPr/>
          <a:lstStyle/>
          <a:p>
            <a:r>
              <a:rPr lang="en-US" sz="3600" dirty="0"/>
              <a:t>LEFT JOIN</a:t>
            </a:r>
          </a:p>
        </p:txBody>
      </p:sp>
      <p:sp>
        <p:nvSpPr>
          <p:cNvPr id="4" name="Date Placeholder 3">
            <a:extLst>
              <a:ext uri="{FF2B5EF4-FFF2-40B4-BE49-F238E27FC236}">
                <a16:creationId xmlns:a16="http://schemas.microsoft.com/office/drawing/2014/main" id="{3D2D90A6-AA9C-415F-B4A7-45106CB09826}"/>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96D58E78-25DB-447F-94EE-570A11CDC80A}"/>
              </a:ext>
            </a:extLst>
          </p:cNvPr>
          <p:cNvSpPr>
            <a:spLocks noGrp="1"/>
          </p:cNvSpPr>
          <p:nvPr>
            <p:ph type="sldNum" sz="quarter" idx="12"/>
          </p:nvPr>
        </p:nvSpPr>
        <p:spPr/>
        <p:txBody>
          <a:bodyPr/>
          <a:lstStyle/>
          <a:p>
            <a:fld id="{BC6CB274-F3ED-4F22-9D3A-C5E5218A09E0}" type="slidenum">
              <a:rPr lang="en-US" altLang="en-US" smtClean="0"/>
              <a:pPr/>
              <a:t>19</a:t>
            </a:fld>
            <a:endParaRPr lang="en-US" altLang="en-US"/>
          </a:p>
        </p:txBody>
      </p:sp>
      <p:pic>
        <p:nvPicPr>
          <p:cNvPr id="7" name="Picture 6">
            <a:extLst>
              <a:ext uri="{FF2B5EF4-FFF2-40B4-BE49-F238E27FC236}">
                <a16:creationId xmlns:a16="http://schemas.microsoft.com/office/drawing/2014/main" id="{EA687BC4-F97F-4DC4-96AB-8887CD600886}"/>
              </a:ext>
            </a:extLst>
          </p:cNvPr>
          <p:cNvPicPr>
            <a:picLocks noChangeAspect="1"/>
          </p:cNvPicPr>
          <p:nvPr/>
        </p:nvPicPr>
        <p:blipFill>
          <a:blip r:embed="rId2"/>
          <a:stretch>
            <a:fillRect/>
          </a:stretch>
        </p:blipFill>
        <p:spPr>
          <a:xfrm>
            <a:off x="3324051" y="2662130"/>
            <a:ext cx="2495898" cy="1533739"/>
          </a:xfrm>
          <a:prstGeom prst="rect">
            <a:avLst/>
          </a:prstGeom>
        </p:spPr>
      </p:pic>
      <p:pic>
        <p:nvPicPr>
          <p:cNvPr id="9" name="Picture 8">
            <a:extLst>
              <a:ext uri="{FF2B5EF4-FFF2-40B4-BE49-F238E27FC236}">
                <a16:creationId xmlns:a16="http://schemas.microsoft.com/office/drawing/2014/main" id="{4E966B03-8A44-4F93-81C7-3E7CDC1D9433}"/>
              </a:ext>
            </a:extLst>
          </p:cNvPr>
          <p:cNvPicPr>
            <a:picLocks noChangeAspect="1"/>
          </p:cNvPicPr>
          <p:nvPr/>
        </p:nvPicPr>
        <p:blipFill>
          <a:blip r:embed="rId3"/>
          <a:stretch>
            <a:fillRect/>
          </a:stretch>
        </p:blipFill>
        <p:spPr>
          <a:xfrm>
            <a:off x="457200" y="1266635"/>
            <a:ext cx="3410426" cy="1952898"/>
          </a:xfrm>
          <a:prstGeom prst="rect">
            <a:avLst/>
          </a:prstGeom>
        </p:spPr>
      </p:pic>
      <p:pic>
        <p:nvPicPr>
          <p:cNvPr id="15" name="Picture 14">
            <a:extLst>
              <a:ext uri="{FF2B5EF4-FFF2-40B4-BE49-F238E27FC236}">
                <a16:creationId xmlns:a16="http://schemas.microsoft.com/office/drawing/2014/main" id="{9CACD011-60D2-422F-A531-B4294574D160}"/>
              </a:ext>
            </a:extLst>
          </p:cNvPr>
          <p:cNvPicPr>
            <a:picLocks noChangeAspect="1"/>
          </p:cNvPicPr>
          <p:nvPr/>
        </p:nvPicPr>
        <p:blipFill>
          <a:blip r:embed="rId4"/>
          <a:stretch>
            <a:fillRect/>
          </a:stretch>
        </p:blipFill>
        <p:spPr>
          <a:xfrm>
            <a:off x="5345724" y="1266635"/>
            <a:ext cx="3353268" cy="1952898"/>
          </a:xfrm>
          <a:prstGeom prst="rect">
            <a:avLst/>
          </a:prstGeom>
        </p:spPr>
      </p:pic>
      <p:pic>
        <p:nvPicPr>
          <p:cNvPr id="17" name="Picture 16">
            <a:extLst>
              <a:ext uri="{FF2B5EF4-FFF2-40B4-BE49-F238E27FC236}">
                <a16:creationId xmlns:a16="http://schemas.microsoft.com/office/drawing/2014/main" id="{9C364AFE-4ADD-4039-8CDF-D347FE5050EF}"/>
              </a:ext>
            </a:extLst>
          </p:cNvPr>
          <p:cNvPicPr>
            <a:picLocks noChangeAspect="1"/>
          </p:cNvPicPr>
          <p:nvPr/>
        </p:nvPicPr>
        <p:blipFill>
          <a:blip r:embed="rId5"/>
          <a:stretch>
            <a:fillRect/>
          </a:stretch>
        </p:blipFill>
        <p:spPr>
          <a:xfrm>
            <a:off x="2857021" y="4181373"/>
            <a:ext cx="3429479" cy="2229161"/>
          </a:xfrm>
          <a:prstGeom prst="rect">
            <a:avLst/>
          </a:prstGeom>
        </p:spPr>
      </p:pic>
    </p:spTree>
    <p:extLst>
      <p:ext uri="{BB962C8B-B14F-4D97-AF65-F5344CB8AC3E}">
        <p14:creationId xmlns:p14="http://schemas.microsoft.com/office/powerpoint/2010/main" val="219378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E27E4D90-9BB0-4CF7-BC11-7C4B44D3F27B}"/>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7219" name="Slide Number Placeholder 5">
            <a:extLst>
              <a:ext uri="{FF2B5EF4-FFF2-40B4-BE49-F238E27FC236}">
                <a16:creationId xmlns:a16="http://schemas.microsoft.com/office/drawing/2014/main" id="{0EEF16F6-2CD7-4AFC-8F7F-BE7CB15539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7356DF1-4699-46AC-9DAF-7F107D7ED91E}" type="slidenum">
              <a:rPr lang="en-US" altLang="en-US" sz="1000"/>
              <a:pPr algn="r">
                <a:spcBef>
                  <a:spcPct val="0"/>
                </a:spcBef>
                <a:buClrTx/>
                <a:buFontTx/>
                <a:buNone/>
              </a:pPr>
              <a:t>20</a:t>
            </a:fld>
            <a:endParaRPr lang="en-US" altLang="en-US" sz="1000"/>
          </a:p>
        </p:txBody>
      </p:sp>
      <p:sp>
        <p:nvSpPr>
          <p:cNvPr id="137220" name="Rectangle 2">
            <a:extLst>
              <a:ext uri="{FF2B5EF4-FFF2-40B4-BE49-F238E27FC236}">
                <a16:creationId xmlns:a16="http://schemas.microsoft.com/office/drawing/2014/main" id="{D303F3B0-862E-44E6-ADF6-8F09F90DAC5B}"/>
              </a:ext>
            </a:extLst>
          </p:cNvPr>
          <p:cNvSpPr>
            <a:spLocks noGrp="1" noChangeArrowheads="1"/>
          </p:cNvSpPr>
          <p:nvPr>
            <p:ph type="title"/>
          </p:nvPr>
        </p:nvSpPr>
        <p:spPr/>
        <p:txBody>
          <a:bodyPr/>
          <a:lstStyle/>
          <a:p>
            <a:pPr eaLnBrk="1" hangingPunct="1"/>
            <a:r>
              <a:rPr lang="en-US" altLang="en-US"/>
              <a:t>2.2. Phép kết phải</a:t>
            </a:r>
          </a:p>
        </p:txBody>
      </p:sp>
      <p:sp>
        <p:nvSpPr>
          <p:cNvPr id="137221" name="Rectangle 3">
            <a:extLst>
              <a:ext uri="{FF2B5EF4-FFF2-40B4-BE49-F238E27FC236}">
                <a16:creationId xmlns:a16="http://schemas.microsoft.com/office/drawing/2014/main" id="{01690122-3D35-40F1-949E-6ABFF59C550F}"/>
              </a:ext>
            </a:extLst>
          </p:cNvPr>
          <p:cNvSpPr>
            <a:spLocks noGrp="1" noChangeArrowheads="1"/>
          </p:cNvSpPr>
          <p:nvPr>
            <p:ph type="body" idx="1"/>
          </p:nvPr>
        </p:nvSpPr>
        <p:spPr/>
        <p:txBody>
          <a:bodyPr/>
          <a:lstStyle/>
          <a:p>
            <a:pPr eaLnBrk="1" hangingPunct="1"/>
            <a:r>
              <a:rPr lang="en-US" altLang="en-US"/>
              <a:t>Xác định các bộ giá trị của quan hệ bên phải không có bộ giá trị tương ứng trong quan hệ bên trái.</a:t>
            </a:r>
          </a:p>
        </p:txBody>
      </p:sp>
      <p:pic>
        <p:nvPicPr>
          <p:cNvPr id="137222" name="Picture 4">
            <a:extLst>
              <a:ext uri="{FF2B5EF4-FFF2-40B4-BE49-F238E27FC236}">
                <a16:creationId xmlns:a16="http://schemas.microsoft.com/office/drawing/2014/main" id="{73D09418-3BC5-483B-BD4A-83A2B3F0AC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133600"/>
            <a:ext cx="5029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3" name="Picture 5">
            <a:extLst>
              <a:ext uri="{FF2B5EF4-FFF2-40B4-BE49-F238E27FC236}">
                <a16:creationId xmlns:a16="http://schemas.microsoft.com/office/drawing/2014/main" id="{3D587E85-8336-45E3-ADF9-614274050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648200"/>
            <a:ext cx="4495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4" name="Picture 7">
            <a:extLst>
              <a:ext uri="{FF2B5EF4-FFF2-40B4-BE49-F238E27FC236}">
                <a16:creationId xmlns:a16="http://schemas.microsoft.com/office/drawing/2014/main" id="{EEC4A4C3-65DD-4082-92E5-CD2EAC605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724400"/>
            <a:ext cx="4095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5" name="Picture 1">
            <a:extLst>
              <a:ext uri="{FF2B5EF4-FFF2-40B4-BE49-F238E27FC236}">
                <a16:creationId xmlns:a16="http://schemas.microsoft.com/office/drawing/2014/main" id="{61CFE365-1FF2-46C2-A449-31160FFB96E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4651375"/>
            <a:ext cx="6191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9510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3582-21F3-4A08-9BD0-D63DB8F3AE95}"/>
              </a:ext>
            </a:extLst>
          </p:cNvPr>
          <p:cNvSpPr>
            <a:spLocks noGrp="1"/>
          </p:cNvSpPr>
          <p:nvPr>
            <p:ph type="title"/>
          </p:nvPr>
        </p:nvSpPr>
        <p:spPr/>
        <p:txBody>
          <a:bodyPr/>
          <a:lstStyle/>
          <a:p>
            <a:r>
              <a:rPr lang="en-US" sz="3600" dirty="0"/>
              <a:t>RIGHT JOIN</a:t>
            </a:r>
          </a:p>
        </p:txBody>
      </p:sp>
      <p:sp>
        <p:nvSpPr>
          <p:cNvPr id="4" name="Date Placeholder 3">
            <a:extLst>
              <a:ext uri="{FF2B5EF4-FFF2-40B4-BE49-F238E27FC236}">
                <a16:creationId xmlns:a16="http://schemas.microsoft.com/office/drawing/2014/main" id="{30913EAA-9009-4275-9390-632C17E6921E}"/>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7AC2469D-CF4C-4CE5-BEC7-343B42C555C1}"/>
              </a:ext>
            </a:extLst>
          </p:cNvPr>
          <p:cNvSpPr>
            <a:spLocks noGrp="1"/>
          </p:cNvSpPr>
          <p:nvPr>
            <p:ph type="sldNum" sz="quarter" idx="12"/>
          </p:nvPr>
        </p:nvSpPr>
        <p:spPr/>
        <p:txBody>
          <a:bodyPr/>
          <a:lstStyle/>
          <a:p>
            <a:fld id="{BC6CB274-F3ED-4F22-9D3A-C5E5218A09E0}" type="slidenum">
              <a:rPr lang="en-US" altLang="en-US" smtClean="0"/>
              <a:pPr/>
              <a:t>21</a:t>
            </a:fld>
            <a:endParaRPr lang="en-US" altLang="en-US"/>
          </a:p>
        </p:txBody>
      </p:sp>
      <p:pic>
        <p:nvPicPr>
          <p:cNvPr id="7" name="Picture 6">
            <a:extLst>
              <a:ext uri="{FF2B5EF4-FFF2-40B4-BE49-F238E27FC236}">
                <a16:creationId xmlns:a16="http://schemas.microsoft.com/office/drawing/2014/main" id="{E66A4A03-E655-4D9F-9CBD-70BBECA87FB4}"/>
              </a:ext>
            </a:extLst>
          </p:cNvPr>
          <p:cNvPicPr>
            <a:picLocks noChangeAspect="1"/>
          </p:cNvPicPr>
          <p:nvPr/>
        </p:nvPicPr>
        <p:blipFill>
          <a:blip r:embed="rId2"/>
          <a:stretch>
            <a:fillRect/>
          </a:stretch>
        </p:blipFill>
        <p:spPr>
          <a:xfrm>
            <a:off x="3390735" y="2962072"/>
            <a:ext cx="2362530" cy="1457528"/>
          </a:xfrm>
          <a:prstGeom prst="rect">
            <a:avLst/>
          </a:prstGeom>
        </p:spPr>
      </p:pic>
      <p:pic>
        <p:nvPicPr>
          <p:cNvPr id="9" name="Picture 8">
            <a:extLst>
              <a:ext uri="{FF2B5EF4-FFF2-40B4-BE49-F238E27FC236}">
                <a16:creationId xmlns:a16="http://schemas.microsoft.com/office/drawing/2014/main" id="{7E2DA85A-C041-494E-BCA1-3084A1A0A00B}"/>
              </a:ext>
            </a:extLst>
          </p:cNvPr>
          <p:cNvPicPr>
            <a:picLocks noChangeAspect="1"/>
          </p:cNvPicPr>
          <p:nvPr/>
        </p:nvPicPr>
        <p:blipFill>
          <a:blip r:embed="rId3"/>
          <a:stretch>
            <a:fillRect/>
          </a:stretch>
        </p:blipFill>
        <p:spPr>
          <a:xfrm>
            <a:off x="457200" y="1143000"/>
            <a:ext cx="3419952" cy="1933845"/>
          </a:xfrm>
          <a:prstGeom prst="rect">
            <a:avLst/>
          </a:prstGeom>
        </p:spPr>
      </p:pic>
      <p:pic>
        <p:nvPicPr>
          <p:cNvPr id="11" name="Picture 10">
            <a:extLst>
              <a:ext uri="{FF2B5EF4-FFF2-40B4-BE49-F238E27FC236}">
                <a16:creationId xmlns:a16="http://schemas.microsoft.com/office/drawing/2014/main" id="{E1471D26-66DD-42B5-B64A-5B5607156915}"/>
              </a:ext>
            </a:extLst>
          </p:cNvPr>
          <p:cNvPicPr>
            <a:picLocks noChangeAspect="1"/>
          </p:cNvPicPr>
          <p:nvPr/>
        </p:nvPicPr>
        <p:blipFill>
          <a:blip r:embed="rId4"/>
          <a:stretch>
            <a:fillRect/>
          </a:stretch>
        </p:blipFill>
        <p:spPr>
          <a:xfrm>
            <a:off x="5247795" y="1143000"/>
            <a:ext cx="3439005" cy="1962424"/>
          </a:xfrm>
          <a:prstGeom prst="rect">
            <a:avLst/>
          </a:prstGeom>
        </p:spPr>
      </p:pic>
      <p:pic>
        <p:nvPicPr>
          <p:cNvPr id="13" name="Picture 12">
            <a:extLst>
              <a:ext uri="{FF2B5EF4-FFF2-40B4-BE49-F238E27FC236}">
                <a16:creationId xmlns:a16="http://schemas.microsoft.com/office/drawing/2014/main" id="{D7B13BF1-3B45-4B7A-B892-5B9B4DCD0125}"/>
              </a:ext>
            </a:extLst>
          </p:cNvPr>
          <p:cNvPicPr>
            <a:picLocks noChangeAspect="1"/>
          </p:cNvPicPr>
          <p:nvPr/>
        </p:nvPicPr>
        <p:blipFill>
          <a:blip r:embed="rId5"/>
          <a:stretch>
            <a:fillRect/>
          </a:stretch>
        </p:blipFill>
        <p:spPr>
          <a:xfrm>
            <a:off x="2857260" y="4524102"/>
            <a:ext cx="3429479" cy="1952898"/>
          </a:xfrm>
          <a:prstGeom prst="rect">
            <a:avLst/>
          </a:prstGeom>
        </p:spPr>
      </p:pic>
    </p:spTree>
    <p:extLst>
      <p:ext uri="{BB962C8B-B14F-4D97-AF65-F5344CB8AC3E}">
        <p14:creationId xmlns:p14="http://schemas.microsoft.com/office/powerpoint/2010/main" val="1832674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8ED9EA44-E282-406D-AB48-C64C4563DEA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8243" name="Slide Number Placeholder 5">
            <a:extLst>
              <a:ext uri="{FF2B5EF4-FFF2-40B4-BE49-F238E27FC236}">
                <a16:creationId xmlns:a16="http://schemas.microsoft.com/office/drawing/2014/main" id="{D65E4AF3-7769-456D-AA8E-3DE93120CD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1A36D2D-B76F-4FAC-9A33-CDE4D66764FA}" type="slidenum">
              <a:rPr lang="en-US" altLang="en-US" sz="1000"/>
              <a:pPr algn="r">
                <a:spcBef>
                  <a:spcPct val="0"/>
                </a:spcBef>
                <a:buClrTx/>
                <a:buFontTx/>
                <a:buNone/>
              </a:pPr>
              <a:t>22</a:t>
            </a:fld>
            <a:endParaRPr lang="en-US" altLang="en-US" sz="1000"/>
          </a:p>
        </p:txBody>
      </p:sp>
      <p:sp>
        <p:nvSpPr>
          <p:cNvPr id="138244" name="Rectangle 2">
            <a:extLst>
              <a:ext uri="{FF2B5EF4-FFF2-40B4-BE49-F238E27FC236}">
                <a16:creationId xmlns:a16="http://schemas.microsoft.com/office/drawing/2014/main" id="{74D91C9D-51D1-432C-B779-A1A7B36CC4C5}"/>
              </a:ext>
            </a:extLst>
          </p:cNvPr>
          <p:cNvSpPr>
            <a:spLocks noGrp="1" noChangeArrowheads="1"/>
          </p:cNvSpPr>
          <p:nvPr>
            <p:ph type="title"/>
          </p:nvPr>
        </p:nvSpPr>
        <p:spPr/>
        <p:txBody>
          <a:bodyPr/>
          <a:lstStyle/>
          <a:p>
            <a:pPr eaLnBrk="1" hangingPunct="1"/>
            <a:r>
              <a:rPr lang="en-US" altLang="en-US"/>
              <a:t>2.3. Phép kết ngoài </a:t>
            </a:r>
          </a:p>
        </p:txBody>
      </p:sp>
      <p:sp>
        <p:nvSpPr>
          <p:cNvPr id="138245" name="Rectangle 3">
            <a:extLst>
              <a:ext uri="{FF2B5EF4-FFF2-40B4-BE49-F238E27FC236}">
                <a16:creationId xmlns:a16="http://schemas.microsoft.com/office/drawing/2014/main" id="{955AA1C1-5BA8-43EB-B20A-BDFFB3BC2EB0}"/>
              </a:ext>
            </a:extLst>
          </p:cNvPr>
          <p:cNvSpPr>
            <a:spLocks noGrp="1" noChangeArrowheads="1"/>
          </p:cNvSpPr>
          <p:nvPr>
            <p:ph type="body" idx="1"/>
          </p:nvPr>
        </p:nvSpPr>
        <p:spPr>
          <a:xfrm>
            <a:off x="457200" y="1219200"/>
            <a:ext cx="8686800" cy="4911725"/>
          </a:xfrm>
        </p:spPr>
        <p:txBody>
          <a:bodyPr/>
          <a:lstStyle/>
          <a:p>
            <a:pPr eaLnBrk="1" hangingPunct="1"/>
            <a:r>
              <a:rPr lang="en-US" altLang="en-US" sz="2200"/>
              <a:t>Lấy các bộ của quan hệ bên phải không có giá trị tương ứng trong quan hệ bên trái và ngược lại. Đồng thời lấy các bộ giá trị bên trái tương ứng với các bộ bên phải.</a:t>
            </a:r>
          </a:p>
        </p:txBody>
      </p:sp>
      <p:graphicFrame>
        <p:nvGraphicFramePr>
          <p:cNvPr id="2" name="Table 2">
            <a:extLst>
              <a:ext uri="{FF2B5EF4-FFF2-40B4-BE49-F238E27FC236}">
                <a16:creationId xmlns:a16="http://schemas.microsoft.com/office/drawing/2014/main" id="{BCB8B9BA-9CF6-9312-6984-0C6D8BEF5705}"/>
              </a:ext>
            </a:extLst>
          </p:cNvPr>
          <p:cNvGraphicFramePr>
            <a:graphicFrameLocks noGrp="1"/>
          </p:cNvGraphicFramePr>
          <p:nvPr>
            <p:extLst>
              <p:ext uri="{D42A27DB-BD31-4B8C-83A1-F6EECF244321}">
                <p14:modId xmlns:p14="http://schemas.microsoft.com/office/powerpoint/2010/main" val="3858995440"/>
              </p:ext>
            </p:extLst>
          </p:nvPr>
        </p:nvGraphicFramePr>
        <p:xfrm>
          <a:off x="457200" y="2928832"/>
          <a:ext cx="1857753" cy="2595880"/>
        </p:xfrm>
        <a:graphic>
          <a:graphicData uri="http://schemas.openxmlformats.org/drawingml/2006/table">
            <a:tbl>
              <a:tblPr firstRow="1" bandRow="1">
                <a:tableStyleId>{5C22544A-7EE6-4342-B048-85BDC9FD1C3A}</a:tableStyleId>
              </a:tblPr>
              <a:tblGrid>
                <a:gridCol w="619251">
                  <a:extLst>
                    <a:ext uri="{9D8B030D-6E8A-4147-A177-3AD203B41FA5}">
                      <a16:colId xmlns:a16="http://schemas.microsoft.com/office/drawing/2014/main" val="4160280171"/>
                    </a:ext>
                  </a:extLst>
                </a:gridCol>
                <a:gridCol w="619251">
                  <a:extLst>
                    <a:ext uri="{9D8B030D-6E8A-4147-A177-3AD203B41FA5}">
                      <a16:colId xmlns:a16="http://schemas.microsoft.com/office/drawing/2014/main" val="4275626446"/>
                    </a:ext>
                  </a:extLst>
                </a:gridCol>
                <a:gridCol w="619251">
                  <a:extLst>
                    <a:ext uri="{9D8B030D-6E8A-4147-A177-3AD203B41FA5}">
                      <a16:colId xmlns:a16="http://schemas.microsoft.com/office/drawing/2014/main" val="1104616000"/>
                    </a:ext>
                  </a:extLst>
                </a:gridCol>
              </a:tblGrid>
              <a:tr h="370840">
                <a:tc gridSpan="3">
                  <a:txBody>
                    <a:bodyPr/>
                    <a:lstStyle/>
                    <a:p>
                      <a:pPr algn="ctr"/>
                      <a:r>
                        <a:rPr lang="en-US"/>
                        <a:t>R</a:t>
                      </a:r>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2901680911"/>
                  </a:ext>
                </a:extLst>
              </a:tr>
              <a:tr h="370840">
                <a:tc>
                  <a:txBody>
                    <a:bodyPr/>
                    <a:lstStyle/>
                    <a:p>
                      <a:pPr algn="ctr"/>
                      <a:r>
                        <a:rPr lang="en-US" b="1"/>
                        <a:t>A</a:t>
                      </a:r>
                    </a:p>
                  </a:txBody>
                  <a:tcPr/>
                </a:tc>
                <a:tc>
                  <a:txBody>
                    <a:bodyPr/>
                    <a:lstStyle/>
                    <a:p>
                      <a:pPr algn="ctr"/>
                      <a:r>
                        <a:rPr lang="en-US" b="1"/>
                        <a:t>B</a:t>
                      </a:r>
                    </a:p>
                  </a:txBody>
                  <a:tcPr/>
                </a:tc>
                <a:tc>
                  <a:txBody>
                    <a:bodyPr/>
                    <a:lstStyle/>
                    <a:p>
                      <a:pPr algn="ctr"/>
                      <a:r>
                        <a:rPr lang="en-US" b="1"/>
                        <a:t>C</a:t>
                      </a:r>
                    </a:p>
                  </a:txBody>
                  <a:tcPr/>
                </a:tc>
                <a:extLst>
                  <a:ext uri="{0D108BD9-81ED-4DB2-BD59-A6C34878D82A}">
                    <a16:rowId xmlns:a16="http://schemas.microsoft.com/office/drawing/2014/main" val="265131345"/>
                  </a:ext>
                </a:extLst>
              </a:tr>
              <a:tr h="370840">
                <a:tc>
                  <a:txBody>
                    <a:bodyPr/>
                    <a:lstStyle/>
                    <a:p>
                      <a:pPr algn="ctr"/>
                      <a:r>
                        <a:rPr lang="en-US" i="1"/>
                        <a:t>a1</a:t>
                      </a:r>
                    </a:p>
                  </a:txBody>
                  <a:tcPr/>
                </a:tc>
                <a:tc>
                  <a:txBody>
                    <a:bodyPr/>
                    <a:lstStyle/>
                    <a:p>
                      <a:pPr algn="ctr"/>
                      <a:r>
                        <a:rPr lang="en-US" i="1"/>
                        <a:t>b1</a:t>
                      </a:r>
                    </a:p>
                  </a:txBody>
                  <a:tcPr/>
                </a:tc>
                <a:tc>
                  <a:txBody>
                    <a:bodyPr/>
                    <a:lstStyle/>
                    <a:p>
                      <a:pPr algn="ctr"/>
                      <a:r>
                        <a:rPr lang="en-US" i="1"/>
                        <a:t>c1</a:t>
                      </a:r>
                    </a:p>
                  </a:txBody>
                  <a:tcPr/>
                </a:tc>
                <a:extLst>
                  <a:ext uri="{0D108BD9-81ED-4DB2-BD59-A6C34878D82A}">
                    <a16:rowId xmlns:a16="http://schemas.microsoft.com/office/drawing/2014/main" val="2578958287"/>
                  </a:ext>
                </a:extLst>
              </a:tr>
              <a:tr h="370840">
                <a:tc>
                  <a:txBody>
                    <a:bodyPr/>
                    <a:lstStyle/>
                    <a:p>
                      <a:pPr algn="ctr"/>
                      <a:r>
                        <a:rPr lang="en-US" i="1"/>
                        <a:t>a2</a:t>
                      </a:r>
                    </a:p>
                  </a:txBody>
                  <a:tcPr/>
                </a:tc>
                <a:tc>
                  <a:txBody>
                    <a:bodyPr/>
                    <a:lstStyle/>
                    <a:p>
                      <a:pPr algn="ctr"/>
                      <a:r>
                        <a:rPr lang="en-US" i="1"/>
                        <a:t>b2</a:t>
                      </a:r>
                    </a:p>
                  </a:txBody>
                  <a:tcPr/>
                </a:tc>
                <a:tc>
                  <a:txBody>
                    <a:bodyPr/>
                    <a:lstStyle/>
                    <a:p>
                      <a:pPr algn="ctr"/>
                      <a:r>
                        <a:rPr lang="en-US" i="1"/>
                        <a:t>c2</a:t>
                      </a:r>
                    </a:p>
                  </a:txBody>
                  <a:tcPr/>
                </a:tc>
                <a:extLst>
                  <a:ext uri="{0D108BD9-81ED-4DB2-BD59-A6C34878D82A}">
                    <a16:rowId xmlns:a16="http://schemas.microsoft.com/office/drawing/2014/main" val="3582505979"/>
                  </a:ext>
                </a:extLst>
              </a:tr>
              <a:tr h="370840">
                <a:tc>
                  <a:txBody>
                    <a:bodyPr/>
                    <a:lstStyle/>
                    <a:p>
                      <a:pPr algn="ctr"/>
                      <a:r>
                        <a:rPr lang="en-US" i="1"/>
                        <a:t>a3</a:t>
                      </a:r>
                    </a:p>
                  </a:txBody>
                  <a:tcPr/>
                </a:tc>
                <a:tc>
                  <a:txBody>
                    <a:bodyPr/>
                    <a:lstStyle/>
                    <a:p>
                      <a:pPr algn="ctr"/>
                      <a:r>
                        <a:rPr lang="en-US" i="1"/>
                        <a:t>b3</a:t>
                      </a:r>
                    </a:p>
                  </a:txBody>
                  <a:tcPr/>
                </a:tc>
                <a:tc>
                  <a:txBody>
                    <a:bodyPr/>
                    <a:lstStyle/>
                    <a:p>
                      <a:pPr algn="ctr"/>
                      <a:r>
                        <a:rPr lang="en-US" i="1"/>
                        <a:t>c3</a:t>
                      </a:r>
                    </a:p>
                  </a:txBody>
                  <a:tcPr/>
                </a:tc>
                <a:extLst>
                  <a:ext uri="{0D108BD9-81ED-4DB2-BD59-A6C34878D82A}">
                    <a16:rowId xmlns:a16="http://schemas.microsoft.com/office/drawing/2014/main" val="3385041925"/>
                  </a:ext>
                </a:extLst>
              </a:tr>
              <a:tr h="370840">
                <a:tc>
                  <a:txBody>
                    <a:bodyPr/>
                    <a:lstStyle/>
                    <a:p>
                      <a:pPr algn="ctr"/>
                      <a:r>
                        <a:rPr lang="en-US" i="1"/>
                        <a:t>a5</a:t>
                      </a:r>
                    </a:p>
                  </a:txBody>
                  <a:tcPr/>
                </a:tc>
                <a:tc>
                  <a:txBody>
                    <a:bodyPr/>
                    <a:lstStyle/>
                    <a:p>
                      <a:pPr algn="ctr"/>
                      <a:r>
                        <a:rPr lang="en-US" i="1"/>
                        <a:t>b5</a:t>
                      </a:r>
                    </a:p>
                  </a:txBody>
                  <a:tcPr/>
                </a:tc>
                <a:tc>
                  <a:txBody>
                    <a:bodyPr/>
                    <a:lstStyle/>
                    <a:p>
                      <a:pPr algn="ctr"/>
                      <a:r>
                        <a:rPr lang="en-US" i="1"/>
                        <a:t>c5</a:t>
                      </a:r>
                    </a:p>
                  </a:txBody>
                  <a:tcPr/>
                </a:tc>
                <a:extLst>
                  <a:ext uri="{0D108BD9-81ED-4DB2-BD59-A6C34878D82A}">
                    <a16:rowId xmlns:a16="http://schemas.microsoft.com/office/drawing/2014/main" val="3819702880"/>
                  </a:ext>
                </a:extLst>
              </a:tr>
              <a:tr h="370840">
                <a:tc>
                  <a:txBody>
                    <a:bodyPr/>
                    <a:lstStyle/>
                    <a:p>
                      <a:pPr algn="ctr"/>
                      <a:r>
                        <a:rPr lang="en-US" i="1"/>
                        <a:t>a7</a:t>
                      </a:r>
                    </a:p>
                  </a:txBody>
                  <a:tcPr/>
                </a:tc>
                <a:tc>
                  <a:txBody>
                    <a:bodyPr/>
                    <a:lstStyle/>
                    <a:p>
                      <a:pPr algn="ctr"/>
                      <a:r>
                        <a:rPr lang="en-US" i="1"/>
                        <a:t>b7</a:t>
                      </a:r>
                    </a:p>
                  </a:txBody>
                  <a:tcPr/>
                </a:tc>
                <a:tc>
                  <a:txBody>
                    <a:bodyPr/>
                    <a:lstStyle/>
                    <a:p>
                      <a:pPr algn="ctr"/>
                      <a:r>
                        <a:rPr lang="en-US" i="1"/>
                        <a:t>c7</a:t>
                      </a:r>
                    </a:p>
                  </a:txBody>
                  <a:tcPr/>
                </a:tc>
                <a:extLst>
                  <a:ext uri="{0D108BD9-81ED-4DB2-BD59-A6C34878D82A}">
                    <a16:rowId xmlns:a16="http://schemas.microsoft.com/office/drawing/2014/main" val="1425472433"/>
                  </a:ext>
                </a:extLst>
              </a:tr>
            </a:tbl>
          </a:graphicData>
        </a:graphic>
      </p:graphicFrame>
      <p:graphicFrame>
        <p:nvGraphicFramePr>
          <p:cNvPr id="3" name="Table 2">
            <a:extLst>
              <a:ext uri="{FF2B5EF4-FFF2-40B4-BE49-F238E27FC236}">
                <a16:creationId xmlns:a16="http://schemas.microsoft.com/office/drawing/2014/main" id="{847759B0-3029-26A2-FE7B-973F115EF3EB}"/>
              </a:ext>
            </a:extLst>
          </p:cNvPr>
          <p:cNvGraphicFramePr>
            <a:graphicFrameLocks noGrp="1"/>
          </p:cNvGraphicFramePr>
          <p:nvPr>
            <p:extLst>
              <p:ext uri="{D42A27DB-BD31-4B8C-83A1-F6EECF244321}">
                <p14:modId xmlns:p14="http://schemas.microsoft.com/office/powerpoint/2010/main" val="1605117969"/>
              </p:ext>
            </p:extLst>
          </p:nvPr>
        </p:nvGraphicFramePr>
        <p:xfrm>
          <a:off x="2753584" y="2928832"/>
          <a:ext cx="1857752" cy="2595880"/>
        </p:xfrm>
        <a:graphic>
          <a:graphicData uri="http://schemas.openxmlformats.org/drawingml/2006/table">
            <a:tbl>
              <a:tblPr firstRow="1" bandRow="1">
                <a:tableStyleId>{5C22544A-7EE6-4342-B048-85BDC9FD1C3A}</a:tableStyleId>
              </a:tblPr>
              <a:tblGrid>
                <a:gridCol w="464438">
                  <a:extLst>
                    <a:ext uri="{9D8B030D-6E8A-4147-A177-3AD203B41FA5}">
                      <a16:colId xmlns:a16="http://schemas.microsoft.com/office/drawing/2014/main" val="4160280171"/>
                    </a:ext>
                  </a:extLst>
                </a:gridCol>
                <a:gridCol w="464438">
                  <a:extLst>
                    <a:ext uri="{9D8B030D-6E8A-4147-A177-3AD203B41FA5}">
                      <a16:colId xmlns:a16="http://schemas.microsoft.com/office/drawing/2014/main" val="4275626446"/>
                    </a:ext>
                  </a:extLst>
                </a:gridCol>
                <a:gridCol w="464438">
                  <a:extLst>
                    <a:ext uri="{9D8B030D-6E8A-4147-A177-3AD203B41FA5}">
                      <a16:colId xmlns:a16="http://schemas.microsoft.com/office/drawing/2014/main" val="1104616000"/>
                    </a:ext>
                  </a:extLst>
                </a:gridCol>
                <a:gridCol w="464438">
                  <a:extLst>
                    <a:ext uri="{9D8B030D-6E8A-4147-A177-3AD203B41FA5}">
                      <a16:colId xmlns:a16="http://schemas.microsoft.com/office/drawing/2014/main" val="4250460678"/>
                    </a:ext>
                  </a:extLst>
                </a:gridCol>
              </a:tblGrid>
              <a:tr h="370840">
                <a:tc gridSpan="4">
                  <a:txBody>
                    <a:bodyPr/>
                    <a:lstStyle/>
                    <a:p>
                      <a:pPr algn="ctr"/>
                      <a:r>
                        <a:rPr lang="en-US"/>
                        <a:t>S</a:t>
                      </a:r>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2901680911"/>
                  </a:ext>
                </a:extLst>
              </a:tr>
              <a:tr h="370840">
                <a:tc>
                  <a:txBody>
                    <a:bodyPr/>
                    <a:lstStyle/>
                    <a:p>
                      <a:pPr algn="ctr"/>
                      <a:r>
                        <a:rPr lang="en-US" b="1"/>
                        <a:t>A</a:t>
                      </a:r>
                    </a:p>
                  </a:txBody>
                  <a:tcPr/>
                </a:tc>
                <a:tc>
                  <a:txBody>
                    <a:bodyPr/>
                    <a:lstStyle/>
                    <a:p>
                      <a:pPr algn="ctr"/>
                      <a:r>
                        <a:rPr lang="en-US" b="1"/>
                        <a:t>D</a:t>
                      </a:r>
                    </a:p>
                  </a:txBody>
                  <a:tcPr/>
                </a:tc>
                <a:tc>
                  <a:txBody>
                    <a:bodyPr/>
                    <a:lstStyle/>
                    <a:p>
                      <a:pPr algn="ctr"/>
                      <a:r>
                        <a:rPr lang="en-US" b="1"/>
                        <a:t>E</a:t>
                      </a:r>
                    </a:p>
                  </a:txBody>
                  <a:tcPr/>
                </a:tc>
                <a:tc>
                  <a:txBody>
                    <a:bodyPr/>
                    <a:lstStyle/>
                    <a:p>
                      <a:pPr algn="ctr"/>
                      <a:r>
                        <a:rPr lang="en-US" b="1"/>
                        <a:t>F</a:t>
                      </a:r>
                    </a:p>
                  </a:txBody>
                  <a:tcPr/>
                </a:tc>
                <a:extLst>
                  <a:ext uri="{0D108BD9-81ED-4DB2-BD59-A6C34878D82A}">
                    <a16:rowId xmlns:a16="http://schemas.microsoft.com/office/drawing/2014/main" val="265131345"/>
                  </a:ext>
                </a:extLst>
              </a:tr>
              <a:tr h="370840">
                <a:tc>
                  <a:txBody>
                    <a:bodyPr/>
                    <a:lstStyle/>
                    <a:p>
                      <a:pPr algn="ctr"/>
                      <a:r>
                        <a:rPr lang="en-US" i="1"/>
                        <a:t>a1</a:t>
                      </a:r>
                    </a:p>
                  </a:txBody>
                  <a:tcPr/>
                </a:tc>
                <a:tc>
                  <a:txBody>
                    <a:bodyPr/>
                    <a:lstStyle/>
                    <a:p>
                      <a:pPr algn="ctr"/>
                      <a:r>
                        <a:rPr lang="en-US" i="1"/>
                        <a:t>d1</a:t>
                      </a:r>
                    </a:p>
                  </a:txBody>
                  <a:tcPr/>
                </a:tc>
                <a:tc>
                  <a:txBody>
                    <a:bodyPr/>
                    <a:lstStyle/>
                    <a:p>
                      <a:pPr algn="ctr"/>
                      <a:r>
                        <a:rPr lang="en-US" i="1"/>
                        <a:t>e1</a:t>
                      </a:r>
                    </a:p>
                  </a:txBody>
                  <a:tcPr/>
                </a:tc>
                <a:tc>
                  <a:txBody>
                    <a:bodyPr/>
                    <a:lstStyle/>
                    <a:p>
                      <a:pPr algn="ctr"/>
                      <a:r>
                        <a:rPr lang="en-US" i="1"/>
                        <a:t>f1</a:t>
                      </a:r>
                    </a:p>
                  </a:txBody>
                  <a:tcPr/>
                </a:tc>
                <a:extLst>
                  <a:ext uri="{0D108BD9-81ED-4DB2-BD59-A6C34878D82A}">
                    <a16:rowId xmlns:a16="http://schemas.microsoft.com/office/drawing/2014/main" val="2578958287"/>
                  </a:ext>
                </a:extLst>
              </a:tr>
              <a:tr h="370840">
                <a:tc>
                  <a:txBody>
                    <a:bodyPr/>
                    <a:lstStyle/>
                    <a:p>
                      <a:pPr algn="ctr"/>
                      <a:r>
                        <a:rPr lang="en-US" i="1"/>
                        <a:t>a2</a:t>
                      </a:r>
                    </a:p>
                  </a:txBody>
                  <a:tcPr/>
                </a:tc>
                <a:tc>
                  <a:txBody>
                    <a:bodyPr/>
                    <a:lstStyle/>
                    <a:p>
                      <a:pPr algn="ctr"/>
                      <a:r>
                        <a:rPr lang="en-US" i="1"/>
                        <a:t>d2</a:t>
                      </a:r>
                    </a:p>
                  </a:txBody>
                  <a:tcPr/>
                </a:tc>
                <a:tc>
                  <a:txBody>
                    <a:bodyPr/>
                    <a:lstStyle/>
                    <a:p>
                      <a:pPr algn="ctr"/>
                      <a:r>
                        <a:rPr lang="en-US" i="1"/>
                        <a:t>e2</a:t>
                      </a:r>
                    </a:p>
                  </a:txBody>
                  <a:tcPr/>
                </a:tc>
                <a:tc>
                  <a:txBody>
                    <a:bodyPr/>
                    <a:lstStyle/>
                    <a:p>
                      <a:pPr algn="ctr"/>
                      <a:r>
                        <a:rPr lang="en-US" i="1"/>
                        <a:t>f2</a:t>
                      </a:r>
                    </a:p>
                  </a:txBody>
                  <a:tcPr/>
                </a:tc>
                <a:extLst>
                  <a:ext uri="{0D108BD9-81ED-4DB2-BD59-A6C34878D82A}">
                    <a16:rowId xmlns:a16="http://schemas.microsoft.com/office/drawing/2014/main" val="3582505979"/>
                  </a:ext>
                </a:extLst>
              </a:tr>
              <a:tr h="370840">
                <a:tc>
                  <a:txBody>
                    <a:bodyPr/>
                    <a:lstStyle/>
                    <a:p>
                      <a:pPr algn="ctr"/>
                      <a:r>
                        <a:rPr lang="en-US" i="1"/>
                        <a:t>a4</a:t>
                      </a:r>
                    </a:p>
                  </a:txBody>
                  <a:tcPr/>
                </a:tc>
                <a:tc>
                  <a:txBody>
                    <a:bodyPr/>
                    <a:lstStyle/>
                    <a:p>
                      <a:pPr algn="ctr"/>
                      <a:r>
                        <a:rPr lang="en-US" i="1"/>
                        <a:t>d4</a:t>
                      </a:r>
                    </a:p>
                  </a:txBody>
                  <a:tcPr/>
                </a:tc>
                <a:tc>
                  <a:txBody>
                    <a:bodyPr/>
                    <a:lstStyle/>
                    <a:p>
                      <a:pPr algn="ctr"/>
                      <a:r>
                        <a:rPr lang="en-US" i="1"/>
                        <a:t>e4</a:t>
                      </a:r>
                    </a:p>
                  </a:txBody>
                  <a:tcPr/>
                </a:tc>
                <a:tc>
                  <a:txBody>
                    <a:bodyPr/>
                    <a:lstStyle/>
                    <a:p>
                      <a:pPr algn="ctr"/>
                      <a:r>
                        <a:rPr lang="en-US" i="1"/>
                        <a:t>f4</a:t>
                      </a:r>
                    </a:p>
                  </a:txBody>
                  <a:tcPr/>
                </a:tc>
                <a:extLst>
                  <a:ext uri="{0D108BD9-81ED-4DB2-BD59-A6C34878D82A}">
                    <a16:rowId xmlns:a16="http://schemas.microsoft.com/office/drawing/2014/main" val="3385041925"/>
                  </a:ext>
                </a:extLst>
              </a:tr>
              <a:tr h="370840">
                <a:tc>
                  <a:txBody>
                    <a:bodyPr/>
                    <a:lstStyle/>
                    <a:p>
                      <a:pPr algn="ctr"/>
                      <a:r>
                        <a:rPr lang="en-US" i="1"/>
                        <a:t>a6</a:t>
                      </a:r>
                    </a:p>
                  </a:txBody>
                  <a:tcPr/>
                </a:tc>
                <a:tc>
                  <a:txBody>
                    <a:bodyPr/>
                    <a:lstStyle/>
                    <a:p>
                      <a:pPr algn="ctr"/>
                      <a:r>
                        <a:rPr lang="en-US" i="1"/>
                        <a:t>d6</a:t>
                      </a:r>
                    </a:p>
                  </a:txBody>
                  <a:tcPr/>
                </a:tc>
                <a:tc>
                  <a:txBody>
                    <a:bodyPr/>
                    <a:lstStyle/>
                    <a:p>
                      <a:pPr algn="ctr"/>
                      <a:r>
                        <a:rPr lang="en-US" i="1"/>
                        <a:t>e6</a:t>
                      </a:r>
                    </a:p>
                  </a:txBody>
                  <a:tcPr/>
                </a:tc>
                <a:tc>
                  <a:txBody>
                    <a:bodyPr/>
                    <a:lstStyle/>
                    <a:p>
                      <a:pPr algn="ctr"/>
                      <a:r>
                        <a:rPr lang="en-US" i="1"/>
                        <a:t>f6</a:t>
                      </a:r>
                    </a:p>
                  </a:txBody>
                  <a:tcPr/>
                </a:tc>
                <a:extLst>
                  <a:ext uri="{0D108BD9-81ED-4DB2-BD59-A6C34878D82A}">
                    <a16:rowId xmlns:a16="http://schemas.microsoft.com/office/drawing/2014/main" val="3819702880"/>
                  </a:ext>
                </a:extLst>
              </a:tr>
              <a:tr h="370840">
                <a:tc>
                  <a:txBody>
                    <a:bodyPr/>
                    <a:lstStyle/>
                    <a:p>
                      <a:pPr algn="ctr"/>
                      <a:r>
                        <a:rPr lang="en-US" i="1"/>
                        <a:t>a7</a:t>
                      </a:r>
                    </a:p>
                  </a:txBody>
                  <a:tcPr/>
                </a:tc>
                <a:tc>
                  <a:txBody>
                    <a:bodyPr/>
                    <a:lstStyle/>
                    <a:p>
                      <a:pPr algn="ctr"/>
                      <a:r>
                        <a:rPr lang="en-US" i="1"/>
                        <a:t>d7</a:t>
                      </a:r>
                    </a:p>
                  </a:txBody>
                  <a:tcPr/>
                </a:tc>
                <a:tc>
                  <a:txBody>
                    <a:bodyPr/>
                    <a:lstStyle/>
                    <a:p>
                      <a:pPr algn="ctr"/>
                      <a:r>
                        <a:rPr lang="en-US" i="1"/>
                        <a:t>e7</a:t>
                      </a:r>
                    </a:p>
                  </a:txBody>
                  <a:tcPr/>
                </a:tc>
                <a:tc>
                  <a:txBody>
                    <a:bodyPr/>
                    <a:lstStyle/>
                    <a:p>
                      <a:pPr algn="ctr"/>
                      <a:r>
                        <a:rPr lang="en-US" i="1"/>
                        <a:t>f7</a:t>
                      </a:r>
                    </a:p>
                  </a:txBody>
                  <a:tcPr/>
                </a:tc>
                <a:extLst>
                  <a:ext uri="{0D108BD9-81ED-4DB2-BD59-A6C34878D82A}">
                    <a16:rowId xmlns:a16="http://schemas.microsoft.com/office/drawing/2014/main" val="1425472433"/>
                  </a:ext>
                </a:extLst>
              </a:tr>
            </a:tbl>
          </a:graphicData>
        </a:graphic>
      </p:graphicFrame>
      <p:graphicFrame>
        <p:nvGraphicFramePr>
          <p:cNvPr id="4" name="Table 3">
            <a:extLst>
              <a:ext uri="{FF2B5EF4-FFF2-40B4-BE49-F238E27FC236}">
                <a16:creationId xmlns:a16="http://schemas.microsoft.com/office/drawing/2014/main" id="{DA579050-2548-CB56-05D5-86E76EE83930}"/>
              </a:ext>
            </a:extLst>
          </p:cNvPr>
          <p:cNvGraphicFramePr>
            <a:graphicFrameLocks noGrp="1"/>
          </p:cNvGraphicFramePr>
          <p:nvPr>
            <p:extLst>
              <p:ext uri="{D42A27DB-BD31-4B8C-83A1-F6EECF244321}">
                <p14:modId xmlns:p14="http://schemas.microsoft.com/office/powerpoint/2010/main" val="1780954423"/>
              </p:ext>
            </p:extLst>
          </p:nvPr>
        </p:nvGraphicFramePr>
        <p:xfrm>
          <a:off x="4921914" y="2928832"/>
          <a:ext cx="3943352" cy="3337560"/>
        </p:xfrm>
        <a:graphic>
          <a:graphicData uri="http://schemas.openxmlformats.org/drawingml/2006/table">
            <a:tbl>
              <a:tblPr firstRow="1" bandRow="1">
                <a:tableStyleId>{5C22544A-7EE6-4342-B048-85BDC9FD1C3A}</a:tableStyleId>
              </a:tblPr>
              <a:tblGrid>
                <a:gridCol w="563336">
                  <a:extLst>
                    <a:ext uri="{9D8B030D-6E8A-4147-A177-3AD203B41FA5}">
                      <a16:colId xmlns:a16="http://schemas.microsoft.com/office/drawing/2014/main" val="4160280171"/>
                    </a:ext>
                  </a:extLst>
                </a:gridCol>
                <a:gridCol w="563336">
                  <a:extLst>
                    <a:ext uri="{9D8B030D-6E8A-4147-A177-3AD203B41FA5}">
                      <a16:colId xmlns:a16="http://schemas.microsoft.com/office/drawing/2014/main" val="1914391556"/>
                    </a:ext>
                  </a:extLst>
                </a:gridCol>
                <a:gridCol w="563336">
                  <a:extLst>
                    <a:ext uri="{9D8B030D-6E8A-4147-A177-3AD203B41FA5}">
                      <a16:colId xmlns:a16="http://schemas.microsoft.com/office/drawing/2014/main" val="1441756866"/>
                    </a:ext>
                  </a:extLst>
                </a:gridCol>
                <a:gridCol w="563336">
                  <a:extLst>
                    <a:ext uri="{9D8B030D-6E8A-4147-A177-3AD203B41FA5}">
                      <a16:colId xmlns:a16="http://schemas.microsoft.com/office/drawing/2014/main" val="1981553008"/>
                    </a:ext>
                  </a:extLst>
                </a:gridCol>
                <a:gridCol w="563336">
                  <a:extLst>
                    <a:ext uri="{9D8B030D-6E8A-4147-A177-3AD203B41FA5}">
                      <a16:colId xmlns:a16="http://schemas.microsoft.com/office/drawing/2014/main" val="4275626446"/>
                    </a:ext>
                  </a:extLst>
                </a:gridCol>
                <a:gridCol w="563336">
                  <a:extLst>
                    <a:ext uri="{9D8B030D-6E8A-4147-A177-3AD203B41FA5}">
                      <a16:colId xmlns:a16="http://schemas.microsoft.com/office/drawing/2014/main" val="1104616000"/>
                    </a:ext>
                  </a:extLst>
                </a:gridCol>
                <a:gridCol w="563336">
                  <a:extLst>
                    <a:ext uri="{9D8B030D-6E8A-4147-A177-3AD203B41FA5}">
                      <a16:colId xmlns:a16="http://schemas.microsoft.com/office/drawing/2014/main" val="4250460678"/>
                    </a:ext>
                  </a:extLst>
                </a:gridCol>
              </a:tblGrid>
              <a:tr h="370840">
                <a:tc gridSpan="7">
                  <a:txBody>
                    <a:bodyPr/>
                    <a:lstStyle/>
                    <a:p>
                      <a:pPr algn="ctr"/>
                      <a:r>
                        <a:rPr lang="en-US"/>
                        <a:t>Q </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a:p>
                  </a:txBody>
                  <a:tcPr/>
                </a:tc>
                <a:extLst>
                  <a:ext uri="{0D108BD9-81ED-4DB2-BD59-A6C34878D82A}">
                    <a16:rowId xmlns:a16="http://schemas.microsoft.com/office/drawing/2014/main" val="2901680911"/>
                  </a:ext>
                </a:extLst>
              </a:tr>
              <a:tr h="370840">
                <a:tc>
                  <a:txBody>
                    <a:bodyPr/>
                    <a:lstStyle/>
                    <a:p>
                      <a:pPr algn="ctr"/>
                      <a:r>
                        <a:rPr lang="en-US" b="1"/>
                        <a:t>A</a:t>
                      </a:r>
                    </a:p>
                  </a:txBody>
                  <a:tcPr/>
                </a:tc>
                <a:tc>
                  <a:txBody>
                    <a:bodyPr/>
                    <a:lstStyle/>
                    <a:p>
                      <a:pPr algn="ctr"/>
                      <a:r>
                        <a:rPr lang="en-US" b="1"/>
                        <a:t>B</a:t>
                      </a:r>
                    </a:p>
                  </a:txBody>
                  <a:tcPr/>
                </a:tc>
                <a:tc>
                  <a:txBody>
                    <a:bodyPr/>
                    <a:lstStyle/>
                    <a:p>
                      <a:pPr algn="ctr"/>
                      <a:r>
                        <a:rPr lang="en-US" b="1"/>
                        <a:t>C</a:t>
                      </a:r>
                    </a:p>
                  </a:txBody>
                  <a:tcPr/>
                </a:tc>
                <a:tc>
                  <a:txBody>
                    <a:bodyPr/>
                    <a:lstStyle/>
                    <a:p>
                      <a:pPr algn="ctr"/>
                      <a:r>
                        <a:rPr lang="en-US" b="1"/>
                        <a:t>A</a:t>
                      </a:r>
                    </a:p>
                  </a:txBody>
                  <a:tcPr/>
                </a:tc>
                <a:tc>
                  <a:txBody>
                    <a:bodyPr/>
                    <a:lstStyle/>
                    <a:p>
                      <a:pPr algn="ctr"/>
                      <a:r>
                        <a:rPr lang="en-US" b="1"/>
                        <a:t>D</a:t>
                      </a:r>
                    </a:p>
                  </a:txBody>
                  <a:tcPr/>
                </a:tc>
                <a:tc>
                  <a:txBody>
                    <a:bodyPr/>
                    <a:lstStyle/>
                    <a:p>
                      <a:pPr algn="ctr"/>
                      <a:r>
                        <a:rPr lang="en-US" b="1"/>
                        <a:t>E</a:t>
                      </a:r>
                    </a:p>
                  </a:txBody>
                  <a:tcPr/>
                </a:tc>
                <a:tc>
                  <a:txBody>
                    <a:bodyPr/>
                    <a:lstStyle/>
                    <a:p>
                      <a:pPr algn="ctr"/>
                      <a:r>
                        <a:rPr lang="en-US" b="1"/>
                        <a:t>F</a:t>
                      </a:r>
                    </a:p>
                  </a:txBody>
                  <a:tcPr/>
                </a:tc>
                <a:extLst>
                  <a:ext uri="{0D108BD9-81ED-4DB2-BD59-A6C34878D82A}">
                    <a16:rowId xmlns:a16="http://schemas.microsoft.com/office/drawing/2014/main" val="265131345"/>
                  </a:ext>
                </a:extLst>
              </a:tr>
              <a:tr h="370840">
                <a:tc>
                  <a:txBody>
                    <a:bodyPr/>
                    <a:lstStyle/>
                    <a:p>
                      <a:pPr algn="ctr"/>
                      <a:r>
                        <a:rPr lang="en-US" b="1" i="1">
                          <a:solidFill>
                            <a:srgbClr val="FF0000"/>
                          </a:solidFill>
                        </a:rPr>
                        <a:t>a1</a:t>
                      </a:r>
                    </a:p>
                  </a:txBody>
                  <a:tcPr/>
                </a:tc>
                <a:tc>
                  <a:txBody>
                    <a:bodyPr/>
                    <a:lstStyle/>
                    <a:p>
                      <a:pPr algn="ctr"/>
                      <a:r>
                        <a:rPr lang="en-US" b="1" i="1">
                          <a:solidFill>
                            <a:srgbClr val="FF0000"/>
                          </a:solidFill>
                        </a:rPr>
                        <a:t>b1</a:t>
                      </a:r>
                    </a:p>
                  </a:txBody>
                  <a:tcPr/>
                </a:tc>
                <a:tc>
                  <a:txBody>
                    <a:bodyPr/>
                    <a:lstStyle/>
                    <a:p>
                      <a:pPr algn="ctr"/>
                      <a:r>
                        <a:rPr lang="en-US" b="1" i="1">
                          <a:solidFill>
                            <a:srgbClr val="FF0000"/>
                          </a:solidFill>
                        </a:rPr>
                        <a:t>c1</a:t>
                      </a:r>
                    </a:p>
                  </a:txBody>
                  <a:tcPr/>
                </a:tc>
                <a:tc>
                  <a:txBody>
                    <a:bodyPr/>
                    <a:lstStyle/>
                    <a:p>
                      <a:pPr algn="ctr"/>
                      <a:r>
                        <a:rPr lang="en-US" b="1" i="1">
                          <a:solidFill>
                            <a:srgbClr val="FF0000"/>
                          </a:solidFill>
                        </a:rPr>
                        <a:t>a1</a:t>
                      </a:r>
                    </a:p>
                  </a:txBody>
                  <a:tcPr/>
                </a:tc>
                <a:tc>
                  <a:txBody>
                    <a:bodyPr/>
                    <a:lstStyle/>
                    <a:p>
                      <a:pPr algn="ctr"/>
                      <a:r>
                        <a:rPr lang="en-US" b="1" i="1">
                          <a:solidFill>
                            <a:srgbClr val="FF0000"/>
                          </a:solidFill>
                        </a:rPr>
                        <a:t>d1</a:t>
                      </a:r>
                    </a:p>
                  </a:txBody>
                  <a:tcPr/>
                </a:tc>
                <a:tc>
                  <a:txBody>
                    <a:bodyPr/>
                    <a:lstStyle/>
                    <a:p>
                      <a:pPr algn="ctr"/>
                      <a:r>
                        <a:rPr lang="en-US" b="1" i="1">
                          <a:solidFill>
                            <a:srgbClr val="FF0000"/>
                          </a:solidFill>
                        </a:rPr>
                        <a:t>e1</a:t>
                      </a:r>
                    </a:p>
                  </a:txBody>
                  <a:tcPr/>
                </a:tc>
                <a:tc>
                  <a:txBody>
                    <a:bodyPr/>
                    <a:lstStyle/>
                    <a:p>
                      <a:pPr algn="ctr"/>
                      <a:r>
                        <a:rPr lang="en-US" b="1" i="1">
                          <a:solidFill>
                            <a:srgbClr val="FF0000"/>
                          </a:solidFill>
                        </a:rPr>
                        <a:t>f1</a:t>
                      </a:r>
                    </a:p>
                  </a:txBody>
                  <a:tcPr/>
                </a:tc>
                <a:extLst>
                  <a:ext uri="{0D108BD9-81ED-4DB2-BD59-A6C34878D82A}">
                    <a16:rowId xmlns:a16="http://schemas.microsoft.com/office/drawing/2014/main" val="2578958287"/>
                  </a:ext>
                </a:extLst>
              </a:tr>
              <a:tr h="370840">
                <a:tc>
                  <a:txBody>
                    <a:bodyPr/>
                    <a:lstStyle/>
                    <a:p>
                      <a:pPr algn="ctr"/>
                      <a:r>
                        <a:rPr lang="en-US" b="1" i="1">
                          <a:solidFill>
                            <a:srgbClr val="FF0000"/>
                          </a:solidFill>
                        </a:rPr>
                        <a:t>a2</a:t>
                      </a:r>
                    </a:p>
                  </a:txBody>
                  <a:tcPr/>
                </a:tc>
                <a:tc>
                  <a:txBody>
                    <a:bodyPr/>
                    <a:lstStyle/>
                    <a:p>
                      <a:pPr algn="ctr"/>
                      <a:r>
                        <a:rPr lang="en-US" b="1" i="1">
                          <a:solidFill>
                            <a:srgbClr val="FF0000"/>
                          </a:solidFill>
                        </a:rPr>
                        <a:t>b2</a:t>
                      </a:r>
                    </a:p>
                  </a:txBody>
                  <a:tcPr/>
                </a:tc>
                <a:tc>
                  <a:txBody>
                    <a:bodyPr/>
                    <a:lstStyle/>
                    <a:p>
                      <a:pPr algn="ctr"/>
                      <a:r>
                        <a:rPr lang="en-US" b="1" i="1">
                          <a:solidFill>
                            <a:srgbClr val="FF0000"/>
                          </a:solidFill>
                        </a:rPr>
                        <a:t>c2</a:t>
                      </a:r>
                    </a:p>
                  </a:txBody>
                  <a:tcPr/>
                </a:tc>
                <a:tc>
                  <a:txBody>
                    <a:bodyPr/>
                    <a:lstStyle/>
                    <a:p>
                      <a:pPr algn="ctr"/>
                      <a:r>
                        <a:rPr lang="en-US" b="1" i="1">
                          <a:solidFill>
                            <a:srgbClr val="FF0000"/>
                          </a:solidFill>
                        </a:rPr>
                        <a:t>a2</a:t>
                      </a:r>
                    </a:p>
                  </a:txBody>
                  <a:tcPr/>
                </a:tc>
                <a:tc>
                  <a:txBody>
                    <a:bodyPr/>
                    <a:lstStyle/>
                    <a:p>
                      <a:pPr algn="ctr"/>
                      <a:r>
                        <a:rPr lang="en-US" b="1" i="1">
                          <a:solidFill>
                            <a:srgbClr val="FF0000"/>
                          </a:solidFill>
                        </a:rPr>
                        <a:t>d2</a:t>
                      </a:r>
                    </a:p>
                  </a:txBody>
                  <a:tcPr/>
                </a:tc>
                <a:tc>
                  <a:txBody>
                    <a:bodyPr/>
                    <a:lstStyle/>
                    <a:p>
                      <a:pPr algn="ctr"/>
                      <a:r>
                        <a:rPr lang="en-US" b="1" i="1">
                          <a:solidFill>
                            <a:srgbClr val="FF0000"/>
                          </a:solidFill>
                        </a:rPr>
                        <a:t>e2</a:t>
                      </a:r>
                    </a:p>
                  </a:txBody>
                  <a:tcPr/>
                </a:tc>
                <a:tc>
                  <a:txBody>
                    <a:bodyPr/>
                    <a:lstStyle/>
                    <a:p>
                      <a:pPr algn="ctr"/>
                      <a:r>
                        <a:rPr lang="en-US" b="1" i="1">
                          <a:solidFill>
                            <a:srgbClr val="FF0000"/>
                          </a:solidFill>
                        </a:rPr>
                        <a:t>f2</a:t>
                      </a:r>
                    </a:p>
                  </a:txBody>
                  <a:tcPr/>
                </a:tc>
                <a:extLst>
                  <a:ext uri="{0D108BD9-81ED-4DB2-BD59-A6C34878D82A}">
                    <a16:rowId xmlns:a16="http://schemas.microsoft.com/office/drawing/2014/main" val="3582505979"/>
                  </a:ext>
                </a:extLst>
              </a:tr>
              <a:tr h="370840">
                <a:tc>
                  <a:txBody>
                    <a:bodyPr/>
                    <a:lstStyle/>
                    <a:p>
                      <a:pPr algn="ctr"/>
                      <a:r>
                        <a:rPr lang="en-US" i="1">
                          <a:solidFill>
                            <a:srgbClr val="0070C0"/>
                          </a:solidFill>
                        </a:rPr>
                        <a:t>a3</a:t>
                      </a:r>
                    </a:p>
                  </a:txBody>
                  <a:tcPr/>
                </a:tc>
                <a:tc>
                  <a:txBody>
                    <a:bodyPr/>
                    <a:lstStyle/>
                    <a:p>
                      <a:pPr algn="ctr"/>
                      <a:r>
                        <a:rPr lang="en-US" i="1">
                          <a:solidFill>
                            <a:srgbClr val="0070C0"/>
                          </a:solidFill>
                        </a:rPr>
                        <a:t>b3</a:t>
                      </a:r>
                    </a:p>
                  </a:txBody>
                  <a:tcPr/>
                </a:tc>
                <a:tc>
                  <a:txBody>
                    <a:bodyPr/>
                    <a:lstStyle/>
                    <a:p>
                      <a:pPr algn="ctr"/>
                      <a:r>
                        <a:rPr lang="en-US" i="1">
                          <a:solidFill>
                            <a:srgbClr val="0070C0"/>
                          </a:solidFill>
                        </a:rPr>
                        <a:t>c3</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extLst>
                  <a:ext uri="{0D108BD9-81ED-4DB2-BD59-A6C34878D82A}">
                    <a16:rowId xmlns:a16="http://schemas.microsoft.com/office/drawing/2014/main" val="3385041925"/>
                  </a:ext>
                </a:extLst>
              </a:tr>
              <a:tr h="370840">
                <a:tc>
                  <a:txBody>
                    <a:bodyPr/>
                    <a:lstStyle/>
                    <a:p>
                      <a:pPr algn="ctr"/>
                      <a:r>
                        <a:rPr lang="en-US" i="1">
                          <a:solidFill>
                            <a:srgbClr val="0070C0"/>
                          </a:solidFill>
                        </a:rPr>
                        <a:t>a5</a:t>
                      </a:r>
                    </a:p>
                  </a:txBody>
                  <a:tcPr/>
                </a:tc>
                <a:tc>
                  <a:txBody>
                    <a:bodyPr/>
                    <a:lstStyle/>
                    <a:p>
                      <a:pPr algn="ctr"/>
                      <a:r>
                        <a:rPr lang="en-US" i="1">
                          <a:solidFill>
                            <a:srgbClr val="0070C0"/>
                          </a:solidFill>
                        </a:rPr>
                        <a:t>b5</a:t>
                      </a:r>
                    </a:p>
                  </a:txBody>
                  <a:tcPr/>
                </a:tc>
                <a:tc>
                  <a:txBody>
                    <a:bodyPr/>
                    <a:lstStyle/>
                    <a:p>
                      <a:pPr algn="ctr"/>
                      <a:r>
                        <a:rPr lang="en-US" i="1">
                          <a:solidFill>
                            <a:srgbClr val="0070C0"/>
                          </a:solidFill>
                        </a:rPr>
                        <a:t>c5</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extLst>
                  <a:ext uri="{0D108BD9-81ED-4DB2-BD59-A6C34878D82A}">
                    <a16:rowId xmlns:a16="http://schemas.microsoft.com/office/drawing/2014/main" val="3819702880"/>
                  </a:ext>
                </a:extLst>
              </a:tr>
              <a:tr h="370840">
                <a:tc>
                  <a:txBody>
                    <a:bodyPr/>
                    <a:lstStyle/>
                    <a:p>
                      <a:pPr algn="ctr"/>
                      <a:r>
                        <a:rPr lang="en-US" b="1" i="1">
                          <a:solidFill>
                            <a:srgbClr val="FF0000"/>
                          </a:solidFill>
                        </a:rPr>
                        <a:t>a7</a:t>
                      </a:r>
                    </a:p>
                  </a:txBody>
                  <a:tcPr/>
                </a:tc>
                <a:tc>
                  <a:txBody>
                    <a:bodyPr/>
                    <a:lstStyle/>
                    <a:p>
                      <a:pPr algn="ctr"/>
                      <a:r>
                        <a:rPr lang="en-US" b="1" i="1">
                          <a:solidFill>
                            <a:srgbClr val="FF0000"/>
                          </a:solidFill>
                        </a:rPr>
                        <a:t>b7</a:t>
                      </a:r>
                    </a:p>
                  </a:txBody>
                  <a:tcPr/>
                </a:tc>
                <a:tc>
                  <a:txBody>
                    <a:bodyPr/>
                    <a:lstStyle/>
                    <a:p>
                      <a:pPr algn="ctr"/>
                      <a:r>
                        <a:rPr lang="en-US" b="1" i="1">
                          <a:solidFill>
                            <a:srgbClr val="FF0000"/>
                          </a:solidFill>
                        </a:rPr>
                        <a:t>c7</a:t>
                      </a:r>
                    </a:p>
                  </a:txBody>
                  <a:tcPr/>
                </a:tc>
                <a:tc>
                  <a:txBody>
                    <a:bodyPr/>
                    <a:lstStyle/>
                    <a:p>
                      <a:pPr algn="ctr"/>
                      <a:r>
                        <a:rPr lang="en-US" b="1" i="1">
                          <a:solidFill>
                            <a:srgbClr val="FF0000"/>
                          </a:solidFill>
                        </a:rPr>
                        <a:t>a7</a:t>
                      </a:r>
                    </a:p>
                  </a:txBody>
                  <a:tcPr/>
                </a:tc>
                <a:tc>
                  <a:txBody>
                    <a:bodyPr/>
                    <a:lstStyle/>
                    <a:p>
                      <a:pPr algn="ctr"/>
                      <a:r>
                        <a:rPr lang="en-US" b="1" i="1">
                          <a:solidFill>
                            <a:srgbClr val="FF0000"/>
                          </a:solidFill>
                        </a:rPr>
                        <a:t>d7</a:t>
                      </a:r>
                    </a:p>
                  </a:txBody>
                  <a:tcPr/>
                </a:tc>
                <a:tc>
                  <a:txBody>
                    <a:bodyPr/>
                    <a:lstStyle/>
                    <a:p>
                      <a:pPr algn="ctr"/>
                      <a:r>
                        <a:rPr lang="en-US" b="1" i="1">
                          <a:solidFill>
                            <a:srgbClr val="FF0000"/>
                          </a:solidFill>
                        </a:rPr>
                        <a:t>e7</a:t>
                      </a:r>
                    </a:p>
                  </a:txBody>
                  <a:tcPr/>
                </a:tc>
                <a:tc>
                  <a:txBody>
                    <a:bodyPr/>
                    <a:lstStyle/>
                    <a:p>
                      <a:pPr algn="ctr"/>
                      <a:r>
                        <a:rPr lang="en-US" b="1" i="1">
                          <a:solidFill>
                            <a:srgbClr val="FF0000"/>
                          </a:solidFill>
                        </a:rPr>
                        <a:t>F7</a:t>
                      </a:r>
                    </a:p>
                  </a:txBody>
                  <a:tcPr/>
                </a:tc>
                <a:extLst>
                  <a:ext uri="{0D108BD9-81ED-4DB2-BD59-A6C34878D82A}">
                    <a16:rowId xmlns:a16="http://schemas.microsoft.com/office/drawing/2014/main" val="1425472433"/>
                  </a:ext>
                </a:extLst>
              </a:tr>
              <a:tr h="370840">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a4</a:t>
                      </a:r>
                    </a:p>
                  </a:txBody>
                  <a:tcPr/>
                </a:tc>
                <a:tc>
                  <a:txBody>
                    <a:bodyPr/>
                    <a:lstStyle/>
                    <a:p>
                      <a:pPr algn="ctr"/>
                      <a:r>
                        <a:rPr lang="en-US" i="1">
                          <a:solidFill>
                            <a:srgbClr val="0070C0"/>
                          </a:solidFill>
                        </a:rPr>
                        <a:t>d4</a:t>
                      </a:r>
                    </a:p>
                  </a:txBody>
                  <a:tcPr/>
                </a:tc>
                <a:tc>
                  <a:txBody>
                    <a:bodyPr/>
                    <a:lstStyle/>
                    <a:p>
                      <a:pPr algn="ctr"/>
                      <a:r>
                        <a:rPr lang="en-US" i="1">
                          <a:solidFill>
                            <a:srgbClr val="0070C0"/>
                          </a:solidFill>
                        </a:rPr>
                        <a:t>e4</a:t>
                      </a:r>
                    </a:p>
                  </a:txBody>
                  <a:tcPr/>
                </a:tc>
                <a:tc>
                  <a:txBody>
                    <a:bodyPr/>
                    <a:lstStyle/>
                    <a:p>
                      <a:pPr algn="ctr"/>
                      <a:r>
                        <a:rPr lang="en-US" i="1">
                          <a:solidFill>
                            <a:srgbClr val="0070C0"/>
                          </a:solidFill>
                        </a:rPr>
                        <a:t>f4</a:t>
                      </a:r>
                    </a:p>
                  </a:txBody>
                  <a:tcPr/>
                </a:tc>
                <a:extLst>
                  <a:ext uri="{0D108BD9-81ED-4DB2-BD59-A6C34878D82A}">
                    <a16:rowId xmlns:a16="http://schemas.microsoft.com/office/drawing/2014/main" val="1517856876"/>
                  </a:ext>
                </a:extLst>
              </a:tr>
              <a:tr h="370840">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t>
                      </a:r>
                    </a:p>
                  </a:txBody>
                  <a:tcPr/>
                </a:tc>
                <a:tc>
                  <a:txBody>
                    <a:bodyPr/>
                    <a:lstStyle/>
                    <a:p>
                      <a:pPr algn="ctr"/>
                      <a:r>
                        <a:rPr lang="en-US" i="1">
                          <a:solidFill>
                            <a:srgbClr val="0070C0"/>
                          </a:solidFill>
                        </a:rPr>
                        <a:t>a6</a:t>
                      </a:r>
                    </a:p>
                  </a:txBody>
                  <a:tcPr/>
                </a:tc>
                <a:tc>
                  <a:txBody>
                    <a:bodyPr/>
                    <a:lstStyle/>
                    <a:p>
                      <a:pPr algn="ctr"/>
                      <a:r>
                        <a:rPr lang="en-US" i="1">
                          <a:solidFill>
                            <a:srgbClr val="0070C0"/>
                          </a:solidFill>
                        </a:rPr>
                        <a:t>d6</a:t>
                      </a:r>
                    </a:p>
                  </a:txBody>
                  <a:tcPr/>
                </a:tc>
                <a:tc>
                  <a:txBody>
                    <a:bodyPr/>
                    <a:lstStyle/>
                    <a:p>
                      <a:pPr algn="ctr"/>
                      <a:r>
                        <a:rPr lang="en-US" i="1">
                          <a:solidFill>
                            <a:srgbClr val="0070C0"/>
                          </a:solidFill>
                        </a:rPr>
                        <a:t>e6</a:t>
                      </a:r>
                    </a:p>
                  </a:txBody>
                  <a:tcPr/>
                </a:tc>
                <a:tc>
                  <a:txBody>
                    <a:bodyPr/>
                    <a:lstStyle/>
                    <a:p>
                      <a:pPr algn="ctr"/>
                      <a:r>
                        <a:rPr lang="en-US" i="1">
                          <a:solidFill>
                            <a:srgbClr val="0070C0"/>
                          </a:solidFill>
                        </a:rPr>
                        <a:t>f6</a:t>
                      </a:r>
                    </a:p>
                  </a:txBody>
                  <a:tcPr/>
                </a:tc>
                <a:extLst>
                  <a:ext uri="{0D108BD9-81ED-4DB2-BD59-A6C34878D82A}">
                    <a16:rowId xmlns:a16="http://schemas.microsoft.com/office/drawing/2014/main" val="1220172950"/>
                  </a:ext>
                </a:extLst>
              </a:tr>
            </a:tbl>
          </a:graphicData>
        </a:graphic>
      </p:graphicFrame>
      <p:pic>
        <p:nvPicPr>
          <p:cNvPr id="8" name="Picture 7">
            <a:extLst>
              <a:ext uri="{FF2B5EF4-FFF2-40B4-BE49-F238E27FC236}">
                <a16:creationId xmlns:a16="http://schemas.microsoft.com/office/drawing/2014/main" id="{EADFA8B9-81B0-2FF0-5F89-4D9496B64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355" y="2396759"/>
            <a:ext cx="1435100" cy="444500"/>
          </a:xfrm>
          <a:prstGeom prst="rect">
            <a:avLst/>
          </a:prstGeom>
        </p:spPr>
      </p:pic>
    </p:spTree>
    <p:extLst>
      <p:ext uri="{BB962C8B-B14F-4D97-AF65-F5344CB8AC3E}">
        <p14:creationId xmlns:p14="http://schemas.microsoft.com/office/powerpoint/2010/main" val="3720455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E849-F3CB-4B23-A98A-9A9D1ABED3E7}"/>
              </a:ext>
            </a:extLst>
          </p:cNvPr>
          <p:cNvSpPr>
            <a:spLocks noGrp="1"/>
          </p:cNvSpPr>
          <p:nvPr>
            <p:ph type="title"/>
          </p:nvPr>
        </p:nvSpPr>
        <p:spPr/>
        <p:txBody>
          <a:bodyPr/>
          <a:lstStyle/>
          <a:p>
            <a:r>
              <a:rPr lang="en-US" sz="3600" dirty="0"/>
              <a:t>OUTER JOIN</a:t>
            </a:r>
          </a:p>
        </p:txBody>
      </p:sp>
      <p:sp>
        <p:nvSpPr>
          <p:cNvPr id="4" name="Date Placeholder 3">
            <a:extLst>
              <a:ext uri="{FF2B5EF4-FFF2-40B4-BE49-F238E27FC236}">
                <a16:creationId xmlns:a16="http://schemas.microsoft.com/office/drawing/2014/main" id="{A0164B69-6FC7-4086-BB9F-551DCB823712}"/>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556CCFA6-D2D1-44DD-B554-4613872779B2}"/>
              </a:ext>
            </a:extLst>
          </p:cNvPr>
          <p:cNvSpPr>
            <a:spLocks noGrp="1"/>
          </p:cNvSpPr>
          <p:nvPr>
            <p:ph type="sldNum" sz="quarter" idx="12"/>
          </p:nvPr>
        </p:nvSpPr>
        <p:spPr/>
        <p:txBody>
          <a:bodyPr/>
          <a:lstStyle/>
          <a:p>
            <a:fld id="{BC6CB274-F3ED-4F22-9D3A-C5E5218A09E0}" type="slidenum">
              <a:rPr lang="en-US" altLang="en-US" smtClean="0"/>
              <a:pPr/>
              <a:t>23</a:t>
            </a:fld>
            <a:endParaRPr lang="en-US" altLang="en-US"/>
          </a:p>
        </p:txBody>
      </p:sp>
      <p:pic>
        <p:nvPicPr>
          <p:cNvPr id="7" name="Picture 6">
            <a:extLst>
              <a:ext uri="{FF2B5EF4-FFF2-40B4-BE49-F238E27FC236}">
                <a16:creationId xmlns:a16="http://schemas.microsoft.com/office/drawing/2014/main" id="{381C488D-15C6-4DEB-ABE8-FE52D25C8D2C}"/>
              </a:ext>
            </a:extLst>
          </p:cNvPr>
          <p:cNvPicPr>
            <a:picLocks noChangeAspect="1"/>
          </p:cNvPicPr>
          <p:nvPr/>
        </p:nvPicPr>
        <p:blipFill>
          <a:blip r:embed="rId2"/>
          <a:stretch>
            <a:fillRect/>
          </a:stretch>
        </p:blipFill>
        <p:spPr>
          <a:xfrm>
            <a:off x="457200" y="914400"/>
            <a:ext cx="3381847" cy="1933845"/>
          </a:xfrm>
          <a:prstGeom prst="rect">
            <a:avLst/>
          </a:prstGeom>
        </p:spPr>
      </p:pic>
      <p:pic>
        <p:nvPicPr>
          <p:cNvPr id="9" name="Picture 8">
            <a:extLst>
              <a:ext uri="{FF2B5EF4-FFF2-40B4-BE49-F238E27FC236}">
                <a16:creationId xmlns:a16="http://schemas.microsoft.com/office/drawing/2014/main" id="{318CF4AC-E7A7-4EF5-9CAA-95F4A9EE7FE6}"/>
              </a:ext>
            </a:extLst>
          </p:cNvPr>
          <p:cNvPicPr>
            <a:picLocks noChangeAspect="1"/>
          </p:cNvPicPr>
          <p:nvPr/>
        </p:nvPicPr>
        <p:blipFill>
          <a:blip r:embed="rId3"/>
          <a:stretch>
            <a:fillRect/>
          </a:stretch>
        </p:blipFill>
        <p:spPr>
          <a:xfrm>
            <a:off x="5304955" y="838200"/>
            <a:ext cx="3362794" cy="1943371"/>
          </a:xfrm>
          <a:prstGeom prst="rect">
            <a:avLst/>
          </a:prstGeom>
        </p:spPr>
      </p:pic>
      <p:pic>
        <p:nvPicPr>
          <p:cNvPr id="11" name="Picture 10">
            <a:extLst>
              <a:ext uri="{FF2B5EF4-FFF2-40B4-BE49-F238E27FC236}">
                <a16:creationId xmlns:a16="http://schemas.microsoft.com/office/drawing/2014/main" id="{CEDB5E11-BF11-4446-99D3-F1D1C65F240B}"/>
              </a:ext>
            </a:extLst>
          </p:cNvPr>
          <p:cNvPicPr>
            <a:picLocks noChangeAspect="1"/>
          </p:cNvPicPr>
          <p:nvPr/>
        </p:nvPicPr>
        <p:blipFill>
          <a:blip r:embed="rId4"/>
          <a:stretch>
            <a:fillRect/>
          </a:stretch>
        </p:blipFill>
        <p:spPr>
          <a:xfrm>
            <a:off x="2866787" y="4343060"/>
            <a:ext cx="3410426" cy="2438740"/>
          </a:xfrm>
          <a:prstGeom prst="rect">
            <a:avLst/>
          </a:prstGeom>
        </p:spPr>
      </p:pic>
      <p:pic>
        <p:nvPicPr>
          <p:cNvPr id="13" name="Picture 12">
            <a:extLst>
              <a:ext uri="{FF2B5EF4-FFF2-40B4-BE49-F238E27FC236}">
                <a16:creationId xmlns:a16="http://schemas.microsoft.com/office/drawing/2014/main" id="{02616C80-EB84-447C-8A35-946B033485A6}"/>
              </a:ext>
            </a:extLst>
          </p:cNvPr>
          <p:cNvPicPr>
            <a:picLocks noChangeAspect="1"/>
          </p:cNvPicPr>
          <p:nvPr/>
        </p:nvPicPr>
        <p:blipFill>
          <a:blip r:embed="rId5"/>
          <a:stretch>
            <a:fillRect/>
          </a:stretch>
        </p:blipFill>
        <p:spPr>
          <a:xfrm>
            <a:off x="3395498" y="2819400"/>
            <a:ext cx="2353003" cy="1457528"/>
          </a:xfrm>
          <a:prstGeom prst="rect">
            <a:avLst/>
          </a:prstGeom>
        </p:spPr>
      </p:pic>
    </p:spTree>
    <p:extLst>
      <p:ext uri="{BB962C8B-B14F-4D97-AF65-F5344CB8AC3E}">
        <p14:creationId xmlns:p14="http://schemas.microsoft.com/office/powerpoint/2010/main" val="111372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4D473-3109-8DFE-4170-84CF012477FD}"/>
              </a:ext>
            </a:extLst>
          </p:cNvPr>
          <p:cNvSpPr>
            <a:spLocks noGrp="1"/>
          </p:cNvSpPr>
          <p:nvPr>
            <p:ph type="title"/>
          </p:nvPr>
        </p:nvSpPr>
        <p:spPr/>
        <p:txBody>
          <a:bodyPr/>
          <a:lstStyle/>
          <a:p>
            <a:r>
              <a:rPr lang="en-US"/>
              <a:t>2. Phép kết mở rộng - Ví dụ</a:t>
            </a:r>
          </a:p>
        </p:txBody>
      </p:sp>
      <p:sp>
        <p:nvSpPr>
          <p:cNvPr id="3" name="Content Placeholder 2">
            <a:extLst>
              <a:ext uri="{FF2B5EF4-FFF2-40B4-BE49-F238E27FC236}">
                <a16:creationId xmlns:a16="http://schemas.microsoft.com/office/drawing/2014/main" id="{A8044228-CA52-8C9C-440C-FEF0647B02D8}"/>
              </a:ext>
            </a:extLst>
          </p:cNvPr>
          <p:cNvSpPr>
            <a:spLocks noGrp="1"/>
          </p:cNvSpPr>
          <p:nvPr>
            <p:ph idx="1"/>
          </p:nvPr>
        </p:nvSpPr>
        <p:spPr/>
        <p:txBody>
          <a:bodyPr/>
          <a:lstStyle/>
          <a:p>
            <a:r>
              <a:rPr lang="en-US" altLang="en-US"/>
              <a:t>Cho biết họ tên nhân viên và tên phòng ban mà họ là trưởng phòng </a:t>
            </a:r>
            <a:r>
              <a:rPr lang="en-US" altLang="en-US" u="sng"/>
              <a:t>nếu có</a:t>
            </a:r>
          </a:p>
          <a:p>
            <a:endParaRPr lang="en-US"/>
          </a:p>
        </p:txBody>
      </p:sp>
      <p:sp>
        <p:nvSpPr>
          <p:cNvPr id="4" name="Date Placeholder 3">
            <a:extLst>
              <a:ext uri="{FF2B5EF4-FFF2-40B4-BE49-F238E27FC236}">
                <a16:creationId xmlns:a16="http://schemas.microsoft.com/office/drawing/2014/main" id="{20C40871-BB5C-8ED2-0D6E-0183B37C41DE}"/>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4AF2195F-9FEE-3D35-A857-E45F6A58EC04}"/>
              </a:ext>
            </a:extLst>
          </p:cNvPr>
          <p:cNvSpPr>
            <a:spLocks noGrp="1"/>
          </p:cNvSpPr>
          <p:nvPr>
            <p:ph type="sldNum" sz="quarter" idx="12"/>
          </p:nvPr>
        </p:nvSpPr>
        <p:spPr/>
        <p:txBody>
          <a:bodyPr/>
          <a:lstStyle/>
          <a:p>
            <a:fld id="{BC6CB274-F3ED-4F22-9D3A-C5E5218A09E0}" type="slidenum">
              <a:rPr lang="en-US" altLang="en-US"/>
              <a:pPr/>
              <a:t>24</a:t>
            </a:fld>
            <a:endParaRPr lang="en-US" altLang="en-US"/>
          </a:p>
        </p:txBody>
      </p:sp>
    </p:spTree>
    <p:extLst>
      <p:ext uri="{BB962C8B-B14F-4D97-AF65-F5344CB8AC3E}">
        <p14:creationId xmlns:p14="http://schemas.microsoft.com/office/powerpoint/2010/main" val="2868153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B2F24F18-B34F-4F86-BEDD-6F669A1966E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9267" name="Slide Number Placeholder 5">
            <a:extLst>
              <a:ext uri="{FF2B5EF4-FFF2-40B4-BE49-F238E27FC236}">
                <a16:creationId xmlns:a16="http://schemas.microsoft.com/office/drawing/2014/main" id="{3F858369-DC42-416B-BAE9-AE68964459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63D88FF-EB86-4EE4-BAD5-6C4D13D52B9A}" type="slidenum">
              <a:rPr lang="en-US" altLang="en-US" sz="1000"/>
              <a:pPr algn="r">
                <a:spcBef>
                  <a:spcPct val="0"/>
                </a:spcBef>
                <a:buClrTx/>
                <a:buFontTx/>
                <a:buNone/>
              </a:pPr>
              <a:t>25</a:t>
            </a:fld>
            <a:endParaRPr lang="en-US" altLang="en-US" sz="1000"/>
          </a:p>
        </p:txBody>
      </p:sp>
      <p:sp>
        <p:nvSpPr>
          <p:cNvPr id="139268" name="Rectangle 2">
            <a:extLst>
              <a:ext uri="{FF2B5EF4-FFF2-40B4-BE49-F238E27FC236}">
                <a16:creationId xmlns:a16="http://schemas.microsoft.com/office/drawing/2014/main" id="{B3483FDB-A7A7-49F5-8ED2-0F3CA9929374}"/>
              </a:ext>
            </a:extLst>
          </p:cNvPr>
          <p:cNvSpPr>
            <a:spLocks noGrp="1" noChangeArrowheads="1"/>
          </p:cNvSpPr>
          <p:nvPr>
            <p:ph type="title"/>
          </p:nvPr>
        </p:nvSpPr>
        <p:spPr>
          <a:xfrm>
            <a:off x="457200" y="354013"/>
            <a:ext cx="8534400" cy="620712"/>
          </a:xfrm>
        </p:spPr>
        <p:txBody>
          <a:bodyPr/>
          <a:lstStyle/>
          <a:p>
            <a:pPr eaLnBrk="1" hangingPunct="1"/>
            <a:r>
              <a:rPr lang="en-US" altLang="en-US" sz="3500"/>
              <a:t>2. Phép kết mở rộng - Ví dụ (tt)</a:t>
            </a:r>
          </a:p>
        </p:txBody>
      </p:sp>
      <p:sp>
        <p:nvSpPr>
          <p:cNvPr id="139269" name="Rectangle 3">
            <a:extLst>
              <a:ext uri="{FF2B5EF4-FFF2-40B4-BE49-F238E27FC236}">
                <a16:creationId xmlns:a16="http://schemas.microsoft.com/office/drawing/2014/main" id="{4783364D-9127-4608-A9BA-ED883097468C}"/>
              </a:ext>
            </a:extLst>
          </p:cNvPr>
          <p:cNvSpPr>
            <a:spLocks noGrp="1" noChangeArrowheads="1"/>
          </p:cNvSpPr>
          <p:nvPr>
            <p:ph type="body" idx="1"/>
          </p:nvPr>
        </p:nvSpPr>
        <p:spPr>
          <a:xfrm>
            <a:off x="457200" y="1295400"/>
            <a:ext cx="8229600" cy="4835525"/>
          </a:xfrm>
        </p:spPr>
        <p:txBody>
          <a:bodyPr/>
          <a:lstStyle/>
          <a:p>
            <a:pPr eaLnBrk="1" hangingPunct="1"/>
            <a:r>
              <a:rPr lang="en-US" altLang="en-US"/>
              <a:t>Cho biết họ tên nhân viên và tên phòng ban mà họ là trưởng phòng </a:t>
            </a:r>
            <a:r>
              <a:rPr lang="en-US" altLang="en-US" u="sng"/>
              <a:t>nếu có</a:t>
            </a:r>
          </a:p>
          <a:p>
            <a:pPr lvl="1" eaLnBrk="1" hangingPunct="1"/>
            <a:r>
              <a:rPr lang="en-US" altLang="en-US"/>
              <a:t>Quan hệ: NHANVIEN, PHONGBAN</a:t>
            </a:r>
          </a:p>
          <a:p>
            <a:pPr lvl="1" eaLnBrk="1" hangingPunct="1"/>
            <a:r>
              <a:rPr lang="en-US" altLang="en-US"/>
              <a:t>Thuộc tinh: TENNV, TENPH</a:t>
            </a:r>
          </a:p>
        </p:txBody>
      </p:sp>
      <p:sp>
        <p:nvSpPr>
          <p:cNvPr id="33" name="Line 23">
            <a:extLst>
              <a:ext uri="{FF2B5EF4-FFF2-40B4-BE49-F238E27FC236}">
                <a16:creationId xmlns:a16="http://schemas.microsoft.com/office/drawing/2014/main" id="{94A6B008-2B1C-AB4F-9BE6-C2998B0069B3}"/>
              </a:ext>
            </a:extLst>
          </p:cNvPr>
          <p:cNvSpPr>
            <a:spLocks noChangeShapeType="1"/>
          </p:cNvSpPr>
          <p:nvPr/>
        </p:nvSpPr>
        <p:spPr bwMode="auto">
          <a:xfrm>
            <a:off x="5326040" y="3962400"/>
            <a:ext cx="3276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4" name="Line 24">
            <a:extLst>
              <a:ext uri="{FF2B5EF4-FFF2-40B4-BE49-F238E27FC236}">
                <a16:creationId xmlns:a16="http://schemas.microsoft.com/office/drawing/2014/main" id="{7BD0586A-38F4-FA49-8214-46BE9E053E77}"/>
              </a:ext>
            </a:extLst>
          </p:cNvPr>
          <p:cNvSpPr>
            <a:spLocks noChangeShapeType="1"/>
          </p:cNvSpPr>
          <p:nvPr/>
        </p:nvSpPr>
        <p:spPr bwMode="auto">
          <a:xfrm>
            <a:off x="6316640" y="3657600"/>
            <a:ext cx="0" cy="160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 name="Text Box 25">
            <a:extLst>
              <a:ext uri="{FF2B5EF4-FFF2-40B4-BE49-F238E27FC236}">
                <a16:creationId xmlns:a16="http://schemas.microsoft.com/office/drawing/2014/main" id="{E65038B4-6D1B-7C4D-8A20-D663A69A78BD}"/>
              </a:ext>
            </a:extLst>
          </p:cNvPr>
          <p:cNvSpPr txBox="1">
            <a:spLocks noChangeArrowheads="1"/>
          </p:cNvSpPr>
          <p:nvPr/>
        </p:nvSpPr>
        <p:spPr bwMode="auto">
          <a:xfrm>
            <a:off x="5326040" y="3657600"/>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36" name="Text Box 26">
            <a:extLst>
              <a:ext uri="{FF2B5EF4-FFF2-40B4-BE49-F238E27FC236}">
                <a16:creationId xmlns:a16="http://schemas.microsoft.com/office/drawing/2014/main" id="{E0799ABA-CCD0-5440-97FF-B1719A2A5192}"/>
              </a:ext>
            </a:extLst>
          </p:cNvPr>
          <p:cNvSpPr txBox="1">
            <a:spLocks noChangeArrowheads="1"/>
          </p:cNvSpPr>
          <p:nvPr/>
        </p:nvSpPr>
        <p:spPr bwMode="auto">
          <a:xfrm>
            <a:off x="6316640" y="3657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37" name="Line 27">
            <a:extLst>
              <a:ext uri="{FF2B5EF4-FFF2-40B4-BE49-F238E27FC236}">
                <a16:creationId xmlns:a16="http://schemas.microsoft.com/office/drawing/2014/main" id="{5ECA3FED-3536-174F-BD9C-3CD45EB1DD50}"/>
              </a:ext>
            </a:extLst>
          </p:cNvPr>
          <p:cNvSpPr>
            <a:spLocks noChangeShapeType="1"/>
          </p:cNvSpPr>
          <p:nvPr/>
        </p:nvSpPr>
        <p:spPr bwMode="auto">
          <a:xfrm>
            <a:off x="7383440" y="3657600"/>
            <a:ext cx="0" cy="160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8" name="Text Box 28">
            <a:extLst>
              <a:ext uri="{FF2B5EF4-FFF2-40B4-BE49-F238E27FC236}">
                <a16:creationId xmlns:a16="http://schemas.microsoft.com/office/drawing/2014/main" id="{938D6EE9-56CC-5744-8EBD-979D8888F0F5}"/>
              </a:ext>
            </a:extLst>
          </p:cNvPr>
          <p:cNvSpPr txBox="1">
            <a:spLocks noChangeArrowheads="1"/>
          </p:cNvSpPr>
          <p:nvPr/>
        </p:nvSpPr>
        <p:spPr bwMode="auto">
          <a:xfrm>
            <a:off x="7383440" y="3657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39" name="Text Box 29">
            <a:extLst>
              <a:ext uri="{FF2B5EF4-FFF2-40B4-BE49-F238E27FC236}">
                <a16:creationId xmlns:a16="http://schemas.microsoft.com/office/drawing/2014/main" id="{36163873-4D91-6149-A882-8CACE6B53305}"/>
              </a:ext>
            </a:extLst>
          </p:cNvPr>
          <p:cNvSpPr txBox="1">
            <a:spLocks noChangeArrowheads="1"/>
          </p:cNvSpPr>
          <p:nvPr/>
        </p:nvSpPr>
        <p:spPr bwMode="auto">
          <a:xfrm>
            <a:off x="5326040" y="4038600"/>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40" name="Text Box 30">
            <a:extLst>
              <a:ext uri="{FF2B5EF4-FFF2-40B4-BE49-F238E27FC236}">
                <a16:creationId xmlns:a16="http://schemas.microsoft.com/office/drawing/2014/main" id="{81417C7E-ED71-E44C-8E1C-E1B42C808B58}"/>
              </a:ext>
            </a:extLst>
          </p:cNvPr>
          <p:cNvSpPr txBox="1">
            <a:spLocks noChangeArrowheads="1"/>
          </p:cNvSpPr>
          <p:nvPr/>
        </p:nvSpPr>
        <p:spPr bwMode="auto">
          <a:xfrm>
            <a:off x="6316640" y="4038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41" name="Text Box 31">
            <a:extLst>
              <a:ext uri="{FF2B5EF4-FFF2-40B4-BE49-F238E27FC236}">
                <a16:creationId xmlns:a16="http://schemas.microsoft.com/office/drawing/2014/main" id="{08D85376-890E-BB43-B48F-D521B6FB2BF7}"/>
              </a:ext>
            </a:extLst>
          </p:cNvPr>
          <p:cNvSpPr txBox="1">
            <a:spLocks noChangeArrowheads="1"/>
          </p:cNvSpPr>
          <p:nvPr/>
        </p:nvSpPr>
        <p:spPr bwMode="auto">
          <a:xfrm>
            <a:off x="7383440" y="4038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Nghien cuu</a:t>
            </a:r>
          </a:p>
        </p:txBody>
      </p:sp>
      <p:sp>
        <p:nvSpPr>
          <p:cNvPr id="49" name="Text Box 38">
            <a:extLst>
              <a:ext uri="{FF2B5EF4-FFF2-40B4-BE49-F238E27FC236}">
                <a16:creationId xmlns:a16="http://schemas.microsoft.com/office/drawing/2014/main" id="{8A5DDE2B-72D7-F54E-96AF-37D8D191C23A}"/>
              </a:ext>
            </a:extLst>
          </p:cNvPr>
          <p:cNvSpPr txBox="1">
            <a:spLocks noChangeArrowheads="1"/>
          </p:cNvSpPr>
          <p:nvPr/>
        </p:nvSpPr>
        <p:spPr bwMode="auto">
          <a:xfrm>
            <a:off x="5326040" y="4398962"/>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50" name="Text Box 39">
            <a:extLst>
              <a:ext uri="{FF2B5EF4-FFF2-40B4-BE49-F238E27FC236}">
                <a16:creationId xmlns:a16="http://schemas.microsoft.com/office/drawing/2014/main" id="{9442DEC6-B775-C74B-8B03-5512BACC836B}"/>
              </a:ext>
            </a:extLst>
          </p:cNvPr>
          <p:cNvSpPr txBox="1">
            <a:spLocks noChangeArrowheads="1"/>
          </p:cNvSpPr>
          <p:nvPr/>
        </p:nvSpPr>
        <p:spPr bwMode="auto">
          <a:xfrm>
            <a:off x="6316640" y="4393393"/>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51" name="Text Box 40">
            <a:extLst>
              <a:ext uri="{FF2B5EF4-FFF2-40B4-BE49-F238E27FC236}">
                <a16:creationId xmlns:a16="http://schemas.microsoft.com/office/drawing/2014/main" id="{A2F17F5B-16E1-6048-8D93-021E895272D4}"/>
              </a:ext>
            </a:extLst>
          </p:cNvPr>
          <p:cNvSpPr txBox="1">
            <a:spLocks noChangeArrowheads="1"/>
          </p:cNvSpPr>
          <p:nvPr/>
        </p:nvSpPr>
        <p:spPr bwMode="auto">
          <a:xfrm>
            <a:off x="7394242" y="4388914"/>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 ly</a:t>
            </a:r>
          </a:p>
        </p:txBody>
      </p:sp>
      <p:sp>
        <p:nvSpPr>
          <p:cNvPr id="52" name="Text Box 48">
            <a:extLst>
              <a:ext uri="{FF2B5EF4-FFF2-40B4-BE49-F238E27FC236}">
                <a16:creationId xmlns:a16="http://schemas.microsoft.com/office/drawing/2014/main" id="{5B6DD85C-F210-4F45-A838-B23F286BD20B}"/>
              </a:ext>
            </a:extLst>
          </p:cNvPr>
          <p:cNvSpPr txBox="1">
            <a:spLocks noChangeArrowheads="1"/>
          </p:cNvSpPr>
          <p:nvPr/>
        </p:nvSpPr>
        <p:spPr bwMode="auto">
          <a:xfrm>
            <a:off x="762002" y="3383086"/>
            <a:ext cx="358140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TENNV, HONV, TENPHG</a:t>
            </a:r>
          </a:p>
          <a:p>
            <a:pPr algn="l" eaLnBrk="1" hangingPunct="1">
              <a:spcBef>
                <a:spcPct val="50000"/>
              </a:spcBef>
              <a:buClrTx/>
              <a:buFontTx/>
              <a:buNone/>
            </a:pPr>
            <a:r>
              <a:rPr lang="en-US" altLang="en-US" sz="1800">
                <a:solidFill>
                  <a:srgbClr val="0000CC"/>
                </a:solidFill>
                <a:latin typeface="Tahoma" panose="020B0604030504040204" pitchFamily="34" charset="0"/>
              </a:rPr>
              <a:t>FROM </a:t>
            </a:r>
            <a:r>
              <a:rPr lang="en-US" altLang="en-US" sz="1800">
                <a:latin typeface="Tahoma" panose="020B0604030504040204" pitchFamily="34" charset="0"/>
              </a:rPr>
              <a:t>NHANVIEN, PHONGBAN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MANV=TRPHG</a:t>
            </a:r>
            <a:endParaRPr lang="en-US" altLang="en-US" sz="1800" b="1">
              <a:latin typeface="Tahoma" panose="020B0604030504040204" pitchFamily="34" charset="0"/>
            </a:endParaRPr>
          </a:p>
          <a:p>
            <a:pPr algn="l" eaLnBrk="1" hangingPunct="1">
              <a:spcBef>
                <a:spcPct val="50000"/>
              </a:spcBef>
              <a:buClrTx/>
              <a:buFontTx/>
              <a:buNone/>
            </a:pPr>
            <a:r>
              <a:rPr lang="en-US" altLang="en-US" sz="1800" b="1">
                <a:solidFill>
                  <a:srgbClr val="FF0000"/>
                </a:solidFill>
                <a:latin typeface="Tahoma" panose="020B0604030504040204" pitchFamily="34" charset="0"/>
              </a:rPr>
              <a:t>Không giải quyết được</a:t>
            </a:r>
          </a:p>
        </p:txBody>
      </p:sp>
    </p:spTree>
    <p:extLst>
      <p:ext uri="{BB962C8B-B14F-4D97-AF65-F5344CB8AC3E}">
        <p14:creationId xmlns:p14="http://schemas.microsoft.com/office/powerpoint/2010/main" val="3217643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B2F24F18-B34F-4F86-BEDD-6F669A1966E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9267" name="Slide Number Placeholder 5">
            <a:extLst>
              <a:ext uri="{FF2B5EF4-FFF2-40B4-BE49-F238E27FC236}">
                <a16:creationId xmlns:a16="http://schemas.microsoft.com/office/drawing/2014/main" id="{3F858369-DC42-416B-BAE9-AE68964459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63D88FF-EB86-4EE4-BAD5-6C4D13D52B9A}" type="slidenum">
              <a:rPr lang="en-US" altLang="en-US" sz="1000"/>
              <a:pPr algn="r">
                <a:spcBef>
                  <a:spcPct val="0"/>
                </a:spcBef>
                <a:buClrTx/>
                <a:buFontTx/>
                <a:buNone/>
              </a:pPr>
              <a:t>26</a:t>
            </a:fld>
            <a:endParaRPr lang="en-US" altLang="en-US" sz="1000"/>
          </a:p>
        </p:txBody>
      </p:sp>
      <p:sp>
        <p:nvSpPr>
          <p:cNvPr id="139268" name="Rectangle 2">
            <a:extLst>
              <a:ext uri="{FF2B5EF4-FFF2-40B4-BE49-F238E27FC236}">
                <a16:creationId xmlns:a16="http://schemas.microsoft.com/office/drawing/2014/main" id="{B3483FDB-A7A7-49F5-8ED2-0F3CA9929374}"/>
              </a:ext>
            </a:extLst>
          </p:cNvPr>
          <p:cNvSpPr>
            <a:spLocks noGrp="1" noChangeArrowheads="1"/>
          </p:cNvSpPr>
          <p:nvPr>
            <p:ph type="title"/>
          </p:nvPr>
        </p:nvSpPr>
        <p:spPr>
          <a:xfrm>
            <a:off x="457200" y="354013"/>
            <a:ext cx="8534400" cy="620712"/>
          </a:xfrm>
        </p:spPr>
        <p:txBody>
          <a:bodyPr/>
          <a:lstStyle/>
          <a:p>
            <a:pPr eaLnBrk="1" hangingPunct="1"/>
            <a:r>
              <a:rPr lang="en-US" altLang="en-US" sz="3500"/>
              <a:t>2. Phép kết mở rộng - Ví dụ (tt)</a:t>
            </a:r>
          </a:p>
        </p:txBody>
      </p:sp>
      <p:sp>
        <p:nvSpPr>
          <p:cNvPr id="139269" name="Rectangle 3">
            <a:extLst>
              <a:ext uri="{FF2B5EF4-FFF2-40B4-BE49-F238E27FC236}">
                <a16:creationId xmlns:a16="http://schemas.microsoft.com/office/drawing/2014/main" id="{4783364D-9127-4608-A9BA-ED883097468C}"/>
              </a:ext>
            </a:extLst>
          </p:cNvPr>
          <p:cNvSpPr>
            <a:spLocks noGrp="1" noChangeArrowheads="1"/>
          </p:cNvSpPr>
          <p:nvPr>
            <p:ph type="body" idx="1"/>
          </p:nvPr>
        </p:nvSpPr>
        <p:spPr>
          <a:xfrm>
            <a:off x="457200" y="1295400"/>
            <a:ext cx="8229600" cy="4835525"/>
          </a:xfrm>
        </p:spPr>
        <p:txBody>
          <a:bodyPr/>
          <a:lstStyle/>
          <a:p>
            <a:pPr eaLnBrk="1" hangingPunct="1"/>
            <a:r>
              <a:rPr lang="en-US" altLang="en-US"/>
              <a:t>Cho biết họ tên nhân viên và tên phòng ban mà họ là trưởng phòng </a:t>
            </a:r>
            <a:r>
              <a:rPr lang="en-US" altLang="en-US" u="sng"/>
              <a:t>nếu có</a:t>
            </a:r>
          </a:p>
          <a:p>
            <a:pPr lvl="1" eaLnBrk="1" hangingPunct="1"/>
            <a:r>
              <a:rPr lang="en-US" altLang="en-US"/>
              <a:t>Quan hệ: NHANVIEN, PHONGBAN</a:t>
            </a:r>
          </a:p>
          <a:p>
            <a:pPr lvl="1" eaLnBrk="1" hangingPunct="1"/>
            <a:r>
              <a:rPr lang="en-US" altLang="en-US"/>
              <a:t>Thuộc tinh: TENNV, TENPH</a:t>
            </a:r>
          </a:p>
        </p:txBody>
      </p:sp>
      <p:grpSp>
        <p:nvGrpSpPr>
          <p:cNvPr id="139270" name="Group 86">
            <a:extLst>
              <a:ext uri="{FF2B5EF4-FFF2-40B4-BE49-F238E27FC236}">
                <a16:creationId xmlns:a16="http://schemas.microsoft.com/office/drawing/2014/main" id="{31F04750-378F-4DF2-8893-D8E7B380EE3E}"/>
              </a:ext>
            </a:extLst>
          </p:cNvPr>
          <p:cNvGrpSpPr>
            <a:grpSpLocks/>
          </p:cNvGrpSpPr>
          <p:nvPr/>
        </p:nvGrpSpPr>
        <p:grpSpPr bwMode="auto">
          <a:xfrm>
            <a:off x="990600" y="5073650"/>
            <a:ext cx="7543800" cy="549275"/>
            <a:chOff x="624" y="2112"/>
            <a:chExt cx="4752" cy="346"/>
          </a:xfrm>
        </p:grpSpPr>
        <p:sp>
          <p:nvSpPr>
            <p:cNvPr id="139291" name="Text Box 19">
              <a:extLst>
                <a:ext uri="{FF2B5EF4-FFF2-40B4-BE49-F238E27FC236}">
                  <a16:creationId xmlns:a16="http://schemas.microsoft.com/office/drawing/2014/main" id="{923EFB78-86A1-49E4-AD97-ACBED82756FC}"/>
                </a:ext>
              </a:extLst>
            </p:cNvPr>
            <p:cNvSpPr txBox="1">
              <a:spLocks noChangeArrowheads="1"/>
            </p:cNvSpPr>
            <p:nvPr/>
          </p:nvSpPr>
          <p:spPr bwMode="auto">
            <a:xfrm>
              <a:off x="624" y="2112"/>
              <a:ext cx="475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R1 </a:t>
              </a:r>
              <a:r>
                <a:rPr lang="en-US" altLang="en-US" sz="3000">
                  <a:latin typeface="Tahoma" panose="020B0604030504040204" pitchFamily="34" charset="0"/>
                  <a:sym typeface="Symbol" panose="05050102010706020507" pitchFamily="18" charset="2"/>
                </a:rPr>
                <a:t></a:t>
              </a:r>
              <a:r>
                <a:rPr lang="en-US" altLang="en-US" sz="2200">
                  <a:latin typeface="Tahoma" panose="020B0604030504040204" pitchFamily="34" charset="0"/>
                  <a:sym typeface="Symbol" panose="05050102010706020507" pitchFamily="18" charset="2"/>
                </a:rPr>
                <a:t> NHANVIEN        </a:t>
              </a:r>
              <a:r>
                <a:rPr lang="en-US" altLang="en-US" sz="2200" baseline="-25000">
                  <a:latin typeface="Tahoma" panose="020B0604030504040204" pitchFamily="34" charset="0"/>
                  <a:sym typeface="Symbol" panose="05050102010706020507" pitchFamily="18" charset="2"/>
                </a:rPr>
                <a:t>MANV=TRPHG</a:t>
              </a:r>
              <a:r>
                <a:rPr lang="en-US" altLang="en-US" sz="2200">
                  <a:latin typeface="Tahoma" panose="020B0604030504040204" pitchFamily="34" charset="0"/>
                  <a:sym typeface="Symbol" panose="05050102010706020507" pitchFamily="18" charset="2"/>
                </a:rPr>
                <a:t> PHONGBAN</a:t>
              </a:r>
              <a:endParaRPr lang="en-US" altLang="en-US" sz="2200" baseline="-25000">
                <a:latin typeface="Tahoma" panose="020B0604030504040204" pitchFamily="34" charset="0"/>
              </a:endParaRPr>
            </a:p>
          </p:txBody>
        </p:sp>
        <p:grpSp>
          <p:nvGrpSpPr>
            <p:cNvPr id="139292" name="Group 21">
              <a:extLst>
                <a:ext uri="{FF2B5EF4-FFF2-40B4-BE49-F238E27FC236}">
                  <a16:creationId xmlns:a16="http://schemas.microsoft.com/office/drawing/2014/main" id="{18B46EAE-56FE-4EA7-B682-444F38A3C460}"/>
                </a:ext>
              </a:extLst>
            </p:cNvPr>
            <p:cNvGrpSpPr>
              <a:grpSpLocks/>
            </p:cNvGrpSpPr>
            <p:nvPr/>
          </p:nvGrpSpPr>
          <p:grpSpPr bwMode="auto">
            <a:xfrm>
              <a:off x="2064" y="2256"/>
              <a:ext cx="291" cy="135"/>
              <a:chOff x="1509" y="2601"/>
              <a:chExt cx="2282" cy="615"/>
            </a:xfrm>
          </p:grpSpPr>
          <p:sp>
            <p:nvSpPr>
              <p:cNvPr id="139293" name="AutoShape 22">
                <a:extLst>
                  <a:ext uri="{FF2B5EF4-FFF2-40B4-BE49-F238E27FC236}">
                    <a16:creationId xmlns:a16="http://schemas.microsoft.com/office/drawing/2014/main" id="{E585EB97-ED6C-4210-B25C-F32061A8C5FC}"/>
                  </a:ext>
                </a:extLst>
              </p:cNvPr>
              <p:cNvSpPr>
                <a:spLocks noChangeArrowheads="1"/>
              </p:cNvSpPr>
              <p:nvPr/>
            </p:nvSpPr>
            <p:spPr bwMode="auto">
              <a:xfrm rot="-5400000">
                <a:off x="2718" y="2144"/>
                <a:ext cx="615" cy="1530"/>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9294" name="Line 23">
                <a:extLst>
                  <a:ext uri="{FF2B5EF4-FFF2-40B4-BE49-F238E27FC236}">
                    <a16:creationId xmlns:a16="http://schemas.microsoft.com/office/drawing/2014/main" id="{A3427594-CF2F-429D-AEED-C5C8C7734F6F}"/>
                  </a:ext>
                </a:extLst>
              </p:cNvPr>
              <p:cNvSpPr>
                <a:spLocks noChangeShapeType="1"/>
              </p:cNvSpPr>
              <p:nvPr/>
            </p:nvSpPr>
            <p:spPr bwMode="auto">
              <a:xfrm>
                <a:off x="1509" y="3216"/>
                <a:ext cx="72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9295" name="Line 24">
                <a:extLst>
                  <a:ext uri="{FF2B5EF4-FFF2-40B4-BE49-F238E27FC236}">
                    <a16:creationId xmlns:a16="http://schemas.microsoft.com/office/drawing/2014/main" id="{F432E0A8-785C-47F7-85D5-2A16F3B4430E}"/>
                  </a:ext>
                </a:extLst>
              </p:cNvPr>
              <p:cNvSpPr>
                <a:spLocks noChangeShapeType="1"/>
              </p:cNvSpPr>
              <p:nvPr/>
            </p:nvSpPr>
            <p:spPr bwMode="auto">
              <a:xfrm>
                <a:off x="1509" y="2601"/>
                <a:ext cx="7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sp>
        <p:nvSpPr>
          <p:cNvPr id="139271" name="Text Box 37">
            <a:extLst>
              <a:ext uri="{FF2B5EF4-FFF2-40B4-BE49-F238E27FC236}">
                <a16:creationId xmlns:a16="http://schemas.microsoft.com/office/drawing/2014/main" id="{67008619-AC69-43E9-B788-709A5509DF04}"/>
              </a:ext>
            </a:extLst>
          </p:cNvPr>
          <p:cNvSpPr txBox="1">
            <a:spLocks noChangeArrowheads="1"/>
          </p:cNvSpPr>
          <p:nvPr/>
        </p:nvSpPr>
        <p:spPr bwMode="auto">
          <a:xfrm>
            <a:off x="990600" y="5622925"/>
            <a:ext cx="4343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sym typeface="Symbol" panose="05050102010706020507" pitchFamily="18" charset="2"/>
              </a:rPr>
              <a:t>KQ </a:t>
            </a:r>
            <a:r>
              <a:rPr lang="en-US" altLang="en-US" sz="3000">
                <a:latin typeface="Tahoma" panose="020B0604030504040204" pitchFamily="34" charset="0"/>
                <a:sym typeface="Symbol" panose="05050102010706020507" pitchFamily="18" charset="2"/>
              </a:rPr>
              <a:t></a:t>
            </a:r>
            <a:r>
              <a:rPr lang="en-US" altLang="en-US" sz="2200">
                <a:latin typeface="Tahoma" panose="020B0604030504040204" pitchFamily="34" charset="0"/>
                <a:sym typeface="Symbol" panose="05050102010706020507" pitchFamily="18" charset="2"/>
              </a:rPr>
              <a:t> </a:t>
            </a:r>
            <a:r>
              <a:rPr lang="en-US" altLang="en-US" sz="4000">
                <a:latin typeface="Tahoma" panose="020B0604030504040204" pitchFamily="34" charset="0"/>
                <a:sym typeface="Symbol" panose="05050102010706020507" pitchFamily="18" charset="2"/>
              </a:rPr>
              <a:t></a:t>
            </a:r>
            <a:r>
              <a:rPr lang="en-US" altLang="en-US" sz="2200" baseline="-25000">
                <a:latin typeface="Tahoma" panose="020B0604030504040204" pitchFamily="34" charset="0"/>
                <a:sym typeface="Symbol" panose="05050102010706020507" pitchFamily="18" charset="2"/>
              </a:rPr>
              <a:t>HONV,TENNV, TENPHG </a:t>
            </a:r>
            <a:r>
              <a:rPr lang="en-US" altLang="en-US" sz="2200">
                <a:latin typeface="Tahoma" panose="020B0604030504040204" pitchFamily="34" charset="0"/>
                <a:sym typeface="Symbol" panose="05050102010706020507" pitchFamily="18" charset="2"/>
              </a:rPr>
              <a:t>(R1)</a:t>
            </a:r>
            <a:endParaRPr lang="en-US" altLang="en-US" sz="2200" baseline="-25000">
              <a:latin typeface="Tahoma" panose="020B0604030504040204" pitchFamily="34" charset="0"/>
            </a:endParaRPr>
          </a:p>
        </p:txBody>
      </p:sp>
      <p:grpSp>
        <p:nvGrpSpPr>
          <p:cNvPr id="2" name="Group 25">
            <a:extLst>
              <a:ext uri="{FF2B5EF4-FFF2-40B4-BE49-F238E27FC236}">
                <a16:creationId xmlns:a16="http://schemas.microsoft.com/office/drawing/2014/main" id="{580804E6-9418-1BBC-F67E-F2DD14726648}"/>
              </a:ext>
            </a:extLst>
          </p:cNvPr>
          <p:cNvGrpSpPr>
            <a:grpSpLocks/>
          </p:cNvGrpSpPr>
          <p:nvPr/>
        </p:nvGrpSpPr>
        <p:grpSpPr bwMode="auto">
          <a:xfrm>
            <a:off x="2743200" y="3251994"/>
            <a:ext cx="3276600" cy="1600200"/>
            <a:chOff x="1488" y="1488"/>
            <a:chExt cx="2064" cy="1008"/>
          </a:xfrm>
        </p:grpSpPr>
        <p:sp>
          <p:nvSpPr>
            <p:cNvPr id="3" name="Rectangle 2">
              <a:extLst>
                <a:ext uri="{FF2B5EF4-FFF2-40B4-BE49-F238E27FC236}">
                  <a16:creationId xmlns:a16="http://schemas.microsoft.com/office/drawing/2014/main" id="{5755D141-D372-049F-CB59-DE5DE9BF3E8C}"/>
                </a:ext>
              </a:extLst>
            </p:cNvPr>
            <p:cNvSpPr>
              <a:spLocks noChangeArrowheads="1"/>
            </p:cNvSpPr>
            <p:nvPr/>
          </p:nvSpPr>
          <p:spPr bwMode="auto">
            <a:xfrm>
              <a:off x="1536" y="1920"/>
              <a:ext cx="1968" cy="384"/>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4" name="Line 5">
              <a:extLst>
                <a:ext uri="{FF2B5EF4-FFF2-40B4-BE49-F238E27FC236}">
                  <a16:creationId xmlns:a16="http://schemas.microsoft.com/office/drawing/2014/main" id="{EB11C39D-A494-1286-8793-B02AF087B03A}"/>
                </a:ext>
              </a:extLst>
            </p:cNvPr>
            <p:cNvSpPr>
              <a:spLocks noChangeShapeType="1"/>
            </p:cNvSpPr>
            <p:nvPr/>
          </p:nvSpPr>
          <p:spPr bwMode="auto">
            <a:xfrm>
              <a:off x="1488" y="1680"/>
              <a:ext cx="20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 name="Line 6">
              <a:extLst>
                <a:ext uri="{FF2B5EF4-FFF2-40B4-BE49-F238E27FC236}">
                  <a16:creationId xmlns:a16="http://schemas.microsoft.com/office/drawing/2014/main" id="{16D3169B-0B27-47A5-F819-A46D66E7EE48}"/>
                </a:ext>
              </a:extLst>
            </p:cNvPr>
            <p:cNvSpPr>
              <a:spLocks noChangeShapeType="1"/>
            </p:cNvSpPr>
            <p:nvPr/>
          </p:nvSpPr>
          <p:spPr bwMode="auto">
            <a:xfrm>
              <a:off x="2112" y="1488"/>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 name="Text Box 7">
              <a:extLst>
                <a:ext uri="{FF2B5EF4-FFF2-40B4-BE49-F238E27FC236}">
                  <a16:creationId xmlns:a16="http://schemas.microsoft.com/office/drawing/2014/main" id="{3C04FD75-377C-1D3C-2F73-463DD101A4F0}"/>
                </a:ext>
              </a:extLst>
            </p:cNvPr>
            <p:cNvSpPr txBox="1">
              <a:spLocks noChangeArrowheads="1"/>
            </p:cNvSpPr>
            <p:nvPr/>
          </p:nvSpPr>
          <p:spPr bwMode="auto">
            <a:xfrm>
              <a:off x="1488" y="148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7" name="Text Box 8">
              <a:extLst>
                <a:ext uri="{FF2B5EF4-FFF2-40B4-BE49-F238E27FC236}">
                  <a16:creationId xmlns:a16="http://schemas.microsoft.com/office/drawing/2014/main" id="{C7EB31A9-E90C-47AE-40C8-2B1648F5E128}"/>
                </a:ext>
              </a:extLst>
            </p:cNvPr>
            <p:cNvSpPr txBox="1">
              <a:spLocks noChangeArrowheads="1"/>
            </p:cNvSpPr>
            <p:nvPr/>
          </p:nvSpPr>
          <p:spPr bwMode="auto">
            <a:xfrm>
              <a:off x="2112" y="14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8" name="Line 9">
              <a:extLst>
                <a:ext uri="{FF2B5EF4-FFF2-40B4-BE49-F238E27FC236}">
                  <a16:creationId xmlns:a16="http://schemas.microsoft.com/office/drawing/2014/main" id="{8F0D02C9-FC82-11EE-0BE9-B3E8D27DDC97}"/>
                </a:ext>
              </a:extLst>
            </p:cNvPr>
            <p:cNvSpPr>
              <a:spLocks noChangeShapeType="1"/>
            </p:cNvSpPr>
            <p:nvPr/>
          </p:nvSpPr>
          <p:spPr bwMode="auto">
            <a:xfrm>
              <a:off x="2784" y="1488"/>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 name="Text Box 10">
              <a:extLst>
                <a:ext uri="{FF2B5EF4-FFF2-40B4-BE49-F238E27FC236}">
                  <a16:creationId xmlns:a16="http://schemas.microsoft.com/office/drawing/2014/main" id="{709865F0-6A84-90AE-D036-FB50C5E4B51F}"/>
                </a:ext>
              </a:extLst>
            </p:cNvPr>
            <p:cNvSpPr txBox="1">
              <a:spLocks noChangeArrowheads="1"/>
            </p:cNvSpPr>
            <p:nvPr/>
          </p:nvSpPr>
          <p:spPr bwMode="auto">
            <a:xfrm>
              <a:off x="2784" y="148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10" name="Text Box 11">
              <a:extLst>
                <a:ext uri="{FF2B5EF4-FFF2-40B4-BE49-F238E27FC236}">
                  <a16:creationId xmlns:a16="http://schemas.microsoft.com/office/drawing/2014/main" id="{666ACE4B-1158-E544-83B1-AAEF391CDA2B}"/>
                </a:ext>
              </a:extLst>
            </p:cNvPr>
            <p:cNvSpPr txBox="1">
              <a:spLocks noChangeArrowheads="1"/>
            </p:cNvSpPr>
            <p:nvPr/>
          </p:nvSpPr>
          <p:spPr bwMode="auto">
            <a:xfrm>
              <a:off x="1488" y="172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11" name="Text Box 12">
              <a:extLst>
                <a:ext uri="{FF2B5EF4-FFF2-40B4-BE49-F238E27FC236}">
                  <a16:creationId xmlns:a16="http://schemas.microsoft.com/office/drawing/2014/main" id="{D799FE46-EE08-E79A-890F-7CADF2E708AF}"/>
                </a:ext>
              </a:extLst>
            </p:cNvPr>
            <p:cNvSpPr txBox="1">
              <a:spLocks noChangeArrowheads="1"/>
            </p:cNvSpPr>
            <p:nvPr/>
          </p:nvSpPr>
          <p:spPr bwMode="auto">
            <a:xfrm>
              <a:off x="2112" y="17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12" name="Text Box 13">
              <a:extLst>
                <a:ext uri="{FF2B5EF4-FFF2-40B4-BE49-F238E27FC236}">
                  <a16:creationId xmlns:a16="http://schemas.microsoft.com/office/drawing/2014/main" id="{1A6EE7E6-EADB-F984-0F5B-9D5A3F15550A}"/>
                </a:ext>
              </a:extLst>
            </p:cNvPr>
            <p:cNvSpPr txBox="1">
              <a:spLocks noChangeArrowheads="1"/>
            </p:cNvSpPr>
            <p:nvPr/>
          </p:nvSpPr>
          <p:spPr bwMode="auto">
            <a:xfrm>
              <a:off x="2784" y="17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Nghien cuu</a:t>
              </a:r>
            </a:p>
          </p:txBody>
        </p:sp>
        <p:grpSp>
          <p:nvGrpSpPr>
            <p:cNvPr id="13" name="Group 14">
              <a:extLst>
                <a:ext uri="{FF2B5EF4-FFF2-40B4-BE49-F238E27FC236}">
                  <a16:creationId xmlns:a16="http://schemas.microsoft.com/office/drawing/2014/main" id="{854154D0-275E-6527-4E2E-30A646A48F27}"/>
                </a:ext>
              </a:extLst>
            </p:cNvPr>
            <p:cNvGrpSpPr>
              <a:grpSpLocks/>
            </p:cNvGrpSpPr>
            <p:nvPr/>
          </p:nvGrpSpPr>
          <p:grpSpPr bwMode="auto">
            <a:xfrm>
              <a:off x="1488" y="1920"/>
              <a:ext cx="2016" cy="384"/>
              <a:chOff x="1488" y="2064"/>
              <a:chExt cx="2016" cy="384"/>
            </a:xfrm>
          </p:grpSpPr>
          <p:sp>
            <p:nvSpPr>
              <p:cNvPr id="17" name="Text Box 15">
                <a:extLst>
                  <a:ext uri="{FF2B5EF4-FFF2-40B4-BE49-F238E27FC236}">
                    <a16:creationId xmlns:a16="http://schemas.microsoft.com/office/drawing/2014/main" id="{E43D507F-F413-D22C-DD06-72E2BE1B3383}"/>
                  </a:ext>
                </a:extLst>
              </p:cNvPr>
              <p:cNvSpPr txBox="1">
                <a:spLocks noChangeArrowheads="1"/>
              </p:cNvSpPr>
              <p:nvPr/>
            </p:nvSpPr>
            <p:spPr bwMode="auto">
              <a:xfrm>
                <a:off x="1488" y="206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18" name="Text Box 16">
                <a:extLst>
                  <a:ext uri="{FF2B5EF4-FFF2-40B4-BE49-F238E27FC236}">
                    <a16:creationId xmlns:a16="http://schemas.microsoft.com/office/drawing/2014/main" id="{DAF9B4C2-3DBE-878B-8DDF-EDB142016E45}"/>
                  </a:ext>
                </a:extLst>
              </p:cNvPr>
              <p:cNvSpPr txBox="1">
                <a:spLocks noChangeArrowheads="1"/>
              </p:cNvSpPr>
              <p:nvPr/>
            </p:nvSpPr>
            <p:spPr bwMode="auto">
              <a:xfrm>
                <a:off x="2112" y="206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19" name="Text Box 17">
                <a:extLst>
                  <a:ext uri="{FF2B5EF4-FFF2-40B4-BE49-F238E27FC236}">
                    <a16:creationId xmlns:a16="http://schemas.microsoft.com/office/drawing/2014/main" id="{60A45AAC-7D9C-475D-2948-7A55AE4A4FC6}"/>
                  </a:ext>
                </a:extLst>
              </p:cNvPr>
              <p:cNvSpPr txBox="1">
                <a:spLocks noChangeArrowheads="1"/>
              </p:cNvSpPr>
              <p:nvPr/>
            </p:nvSpPr>
            <p:spPr bwMode="auto">
              <a:xfrm>
                <a:off x="2784" y="206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20" name="Text Box 18">
                <a:extLst>
                  <a:ext uri="{FF2B5EF4-FFF2-40B4-BE49-F238E27FC236}">
                    <a16:creationId xmlns:a16="http://schemas.microsoft.com/office/drawing/2014/main" id="{B7ABACA7-D72D-13F1-8AA3-EE93D9CE6D2C}"/>
                  </a:ext>
                </a:extLst>
              </p:cNvPr>
              <p:cNvSpPr txBox="1">
                <a:spLocks noChangeArrowheads="1"/>
              </p:cNvSpPr>
              <p:nvPr/>
            </p:nvSpPr>
            <p:spPr bwMode="auto">
              <a:xfrm>
                <a:off x="1488" y="225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21" name="Text Box 19">
                <a:extLst>
                  <a:ext uri="{FF2B5EF4-FFF2-40B4-BE49-F238E27FC236}">
                    <a16:creationId xmlns:a16="http://schemas.microsoft.com/office/drawing/2014/main" id="{02F35A80-0FE9-25CB-A8DC-F162B3B505E4}"/>
                  </a:ext>
                </a:extLst>
              </p:cNvPr>
              <p:cNvSpPr txBox="1">
                <a:spLocks noChangeArrowheads="1"/>
              </p:cNvSpPr>
              <p:nvPr/>
            </p:nvSpPr>
            <p:spPr bwMode="auto">
              <a:xfrm>
                <a:off x="2112" y="225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22" name="Text Box 20">
                <a:extLst>
                  <a:ext uri="{FF2B5EF4-FFF2-40B4-BE49-F238E27FC236}">
                    <a16:creationId xmlns:a16="http://schemas.microsoft.com/office/drawing/2014/main" id="{18D25529-6C5C-384B-71D8-4D81E74A03AD}"/>
                  </a:ext>
                </a:extLst>
              </p:cNvPr>
              <p:cNvSpPr txBox="1">
                <a:spLocks noChangeArrowheads="1"/>
              </p:cNvSpPr>
              <p:nvPr/>
            </p:nvSpPr>
            <p:spPr bwMode="auto">
              <a:xfrm>
                <a:off x="2784" y="225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grpSp>
        <p:sp>
          <p:nvSpPr>
            <p:cNvPr id="14" name="Text Box 21">
              <a:extLst>
                <a:ext uri="{FF2B5EF4-FFF2-40B4-BE49-F238E27FC236}">
                  <a16:creationId xmlns:a16="http://schemas.microsoft.com/office/drawing/2014/main" id="{1E44260B-3C6A-F154-E6FE-A01957DD3465}"/>
                </a:ext>
              </a:extLst>
            </p:cNvPr>
            <p:cNvSpPr txBox="1">
              <a:spLocks noChangeArrowheads="1"/>
            </p:cNvSpPr>
            <p:nvPr/>
          </p:nvSpPr>
          <p:spPr bwMode="auto">
            <a:xfrm>
              <a:off x="1488" y="230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15" name="Text Box 22">
              <a:extLst>
                <a:ext uri="{FF2B5EF4-FFF2-40B4-BE49-F238E27FC236}">
                  <a16:creationId xmlns:a16="http://schemas.microsoft.com/office/drawing/2014/main" id="{F4F8EAA4-C0F8-E8FC-466B-5C926DC985F3}"/>
                </a:ext>
              </a:extLst>
            </p:cNvPr>
            <p:cNvSpPr txBox="1">
              <a:spLocks noChangeArrowheads="1"/>
            </p:cNvSpPr>
            <p:nvPr/>
          </p:nvSpPr>
          <p:spPr bwMode="auto">
            <a:xfrm>
              <a:off x="2112"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16" name="Text Box 23">
              <a:extLst>
                <a:ext uri="{FF2B5EF4-FFF2-40B4-BE49-F238E27FC236}">
                  <a16:creationId xmlns:a16="http://schemas.microsoft.com/office/drawing/2014/main" id="{8EBDAB2B-E98C-89B2-7AF6-861B423873CC}"/>
                </a:ext>
              </a:extLst>
            </p:cNvPr>
            <p:cNvSpPr txBox="1">
              <a:spLocks noChangeArrowheads="1"/>
            </p:cNvSpPr>
            <p:nvPr/>
          </p:nvSpPr>
          <p:spPr bwMode="auto">
            <a:xfrm>
              <a:off x="2784"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 ly</a:t>
              </a:r>
            </a:p>
          </p:txBody>
        </p:sp>
      </p:grpSp>
      <p:sp>
        <p:nvSpPr>
          <p:cNvPr id="23" name="Oval 37">
            <a:extLst>
              <a:ext uri="{FF2B5EF4-FFF2-40B4-BE49-F238E27FC236}">
                <a16:creationId xmlns:a16="http://schemas.microsoft.com/office/drawing/2014/main" id="{5330595A-6926-E2FC-0AEF-F195A9517D33}"/>
              </a:ext>
            </a:extLst>
          </p:cNvPr>
          <p:cNvSpPr>
            <a:spLocks noChangeArrowheads="1"/>
          </p:cNvSpPr>
          <p:nvPr/>
        </p:nvSpPr>
        <p:spPr bwMode="auto">
          <a:xfrm>
            <a:off x="5105400" y="3998119"/>
            <a:ext cx="533400" cy="533400"/>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Tree>
    <p:extLst>
      <p:ext uri="{BB962C8B-B14F-4D97-AF65-F5344CB8AC3E}">
        <p14:creationId xmlns:p14="http://schemas.microsoft.com/office/powerpoint/2010/main" val="1384754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Date Placeholder 3">
            <a:extLst>
              <a:ext uri="{FF2B5EF4-FFF2-40B4-BE49-F238E27FC236}">
                <a16:creationId xmlns:a16="http://schemas.microsoft.com/office/drawing/2014/main" id="{C9CA8731-F4FF-40A4-86B2-E3F8680B98A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28355" name="Slide Number Placeholder 5">
            <a:extLst>
              <a:ext uri="{FF2B5EF4-FFF2-40B4-BE49-F238E27FC236}">
                <a16:creationId xmlns:a16="http://schemas.microsoft.com/office/drawing/2014/main" id="{3FA2548C-39AB-425E-8B5D-18F73FE061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0DAD682-5ACA-416F-B44B-54B8E9240BCA}" type="slidenum">
              <a:rPr lang="en-US" altLang="en-US" sz="1000"/>
              <a:pPr algn="r">
                <a:spcBef>
                  <a:spcPct val="0"/>
                </a:spcBef>
                <a:buClrTx/>
                <a:buFontTx/>
                <a:buNone/>
              </a:pPr>
              <a:t>27</a:t>
            </a:fld>
            <a:endParaRPr lang="en-US" altLang="en-US" sz="1000"/>
          </a:p>
        </p:txBody>
      </p:sp>
      <p:sp>
        <p:nvSpPr>
          <p:cNvPr id="228356" name="Rectangle 3">
            <a:extLst>
              <a:ext uri="{FF2B5EF4-FFF2-40B4-BE49-F238E27FC236}">
                <a16:creationId xmlns:a16="http://schemas.microsoft.com/office/drawing/2014/main" id="{D06F514C-F07E-4FB8-AF61-AE4A1C56A571}"/>
              </a:ext>
            </a:extLst>
          </p:cNvPr>
          <p:cNvSpPr>
            <a:spLocks noGrp="1" noChangeArrowheads="1"/>
          </p:cNvSpPr>
          <p:nvPr>
            <p:ph type="title"/>
          </p:nvPr>
        </p:nvSpPr>
        <p:spPr>
          <a:xfrm>
            <a:off x="457200" y="354013"/>
            <a:ext cx="8458200" cy="620712"/>
          </a:xfrm>
        </p:spPr>
        <p:txBody>
          <a:bodyPr/>
          <a:lstStyle/>
          <a:p>
            <a:pPr eaLnBrk="1" hangingPunct="1"/>
            <a:r>
              <a:rPr lang="en-US" altLang="en-US" sz="3500"/>
              <a:t>2. Phép kết mở rộng - Ví dụ (tt)</a:t>
            </a:r>
            <a:endParaRPr lang="en-US" altLang="en-US" sz="3500" dirty="0"/>
          </a:p>
        </p:txBody>
      </p:sp>
      <p:grpSp>
        <p:nvGrpSpPr>
          <p:cNvPr id="228357" name="Group 25">
            <a:extLst>
              <a:ext uri="{FF2B5EF4-FFF2-40B4-BE49-F238E27FC236}">
                <a16:creationId xmlns:a16="http://schemas.microsoft.com/office/drawing/2014/main" id="{DFB4B63D-3317-44D9-AFFD-8B473C3A1E21}"/>
              </a:ext>
            </a:extLst>
          </p:cNvPr>
          <p:cNvGrpSpPr>
            <a:grpSpLocks/>
          </p:cNvGrpSpPr>
          <p:nvPr/>
        </p:nvGrpSpPr>
        <p:grpSpPr bwMode="auto">
          <a:xfrm>
            <a:off x="2667000" y="1539875"/>
            <a:ext cx="3276600" cy="1600200"/>
            <a:chOff x="1488" y="1488"/>
            <a:chExt cx="2064" cy="1008"/>
          </a:xfrm>
        </p:grpSpPr>
        <p:sp>
          <p:nvSpPr>
            <p:cNvPr id="228373" name="Rectangle 2">
              <a:extLst>
                <a:ext uri="{FF2B5EF4-FFF2-40B4-BE49-F238E27FC236}">
                  <a16:creationId xmlns:a16="http://schemas.microsoft.com/office/drawing/2014/main" id="{947E956E-893E-44E1-BBBE-AEFA2D02753C}"/>
                </a:ext>
              </a:extLst>
            </p:cNvPr>
            <p:cNvSpPr>
              <a:spLocks noChangeArrowheads="1"/>
            </p:cNvSpPr>
            <p:nvPr/>
          </p:nvSpPr>
          <p:spPr bwMode="auto">
            <a:xfrm>
              <a:off x="1536" y="1920"/>
              <a:ext cx="1968" cy="384"/>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228374" name="Line 5">
              <a:extLst>
                <a:ext uri="{FF2B5EF4-FFF2-40B4-BE49-F238E27FC236}">
                  <a16:creationId xmlns:a16="http://schemas.microsoft.com/office/drawing/2014/main" id="{1AC0D6C0-200F-42D0-BAD1-39DA2144DE7F}"/>
                </a:ext>
              </a:extLst>
            </p:cNvPr>
            <p:cNvSpPr>
              <a:spLocks noChangeShapeType="1"/>
            </p:cNvSpPr>
            <p:nvPr/>
          </p:nvSpPr>
          <p:spPr bwMode="auto">
            <a:xfrm>
              <a:off x="1488" y="1680"/>
              <a:ext cx="20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28375" name="Line 6">
              <a:extLst>
                <a:ext uri="{FF2B5EF4-FFF2-40B4-BE49-F238E27FC236}">
                  <a16:creationId xmlns:a16="http://schemas.microsoft.com/office/drawing/2014/main" id="{F5B8C3CA-E56E-417C-8C11-A676D646809E}"/>
                </a:ext>
              </a:extLst>
            </p:cNvPr>
            <p:cNvSpPr>
              <a:spLocks noChangeShapeType="1"/>
            </p:cNvSpPr>
            <p:nvPr/>
          </p:nvSpPr>
          <p:spPr bwMode="auto">
            <a:xfrm>
              <a:off x="2112" y="1488"/>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28376" name="Text Box 7">
              <a:extLst>
                <a:ext uri="{FF2B5EF4-FFF2-40B4-BE49-F238E27FC236}">
                  <a16:creationId xmlns:a16="http://schemas.microsoft.com/office/drawing/2014/main" id="{0F7C8BCB-F297-4BF4-B503-49895CFFFB1E}"/>
                </a:ext>
              </a:extLst>
            </p:cNvPr>
            <p:cNvSpPr txBox="1">
              <a:spLocks noChangeArrowheads="1"/>
            </p:cNvSpPr>
            <p:nvPr/>
          </p:nvSpPr>
          <p:spPr bwMode="auto">
            <a:xfrm>
              <a:off x="1488" y="148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228377" name="Text Box 8">
              <a:extLst>
                <a:ext uri="{FF2B5EF4-FFF2-40B4-BE49-F238E27FC236}">
                  <a16:creationId xmlns:a16="http://schemas.microsoft.com/office/drawing/2014/main" id="{51BF2251-2100-4FA6-A74D-F76C556600C2}"/>
                </a:ext>
              </a:extLst>
            </p:cNvPr>
            <p:cNvSpPr txBox="1">
              <a:spLocks noChangeArrowheads="1"/>
            </p:cNvSpPr>
            <p:nvPr/>
          </p:nvSpPr>
          <p:spPr bwMode="auto">
            <a:xfrm>
              <a:off x="2112" y="14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228378" name="Line 9">
              <a:extLst>
                <a:ext uri="{FF2B5EF4-FFF2-40B4-BE49-F238E27FC236}">
                  <a16:creationId xmlns:a16="http://schemas.microsoft.com/office/drawing/2014/main" id="{4E68F03F-043C-415C-A66D-686C8B4324BE}"/>
                </a:ext>
              </a:extLst>
            </p:cNvPr>
            <p:cNvSpPr>
              <a:spLocks noChangeShapeType="1"/>
            </p:cNvSpPr>
            <p:nvPr/>
          </p:nvSpPr>
          <p:spPr bwMode="auto">
            <a:xfrm>
              <a:off x="2784" y="1488"/>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28379" name="Text Box 10">
              <a:extLst>
                <a:ext uri="{FF2B5EF4-FFF2-40B4-BE49-F238E27FC236}">
                  <a16:creationId xmlns:a16="http://schemas.microsoft.com/office/drawing/2014/main" id="{7AE3DAE5-D69A-447D-872A-711BEA406B80}"/>
                </a:ext>
              </a:extLst>
            </p:cNvPr>
            <p:cNvSpPr txBox="1">
              <a:spLocks noChangeArrowheads="1"/>
            </p:cNvSpPr>
            <p:nvPr/>
          </p:nvSpPr>
          <p:spPr bwMode="auto">
            <a:xfrm>
              <a:off x="2784" y="148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TENPHG</a:t>
              </a:r>
            </a:p>
          </p:txBody>
        </p:sp>
        <p:sp>
          <p:nvSpPr>
            <p:cNvPr id="228380" name="Text Box 11">
              <a:extLst>
                <a:ext uri="{FF2B5EF4-FFF2-40B4-BE49-F238E27FC236}">
                  <a16:creationId xmlns:a16="http://schemas.microsoft.com/office/drawing/2014/main" id="{DBB366CC-DF88-4AE9-8725-1842EE3C12CD}"/>
                </a:ext>
              </a:extLst>
            </p:cNvPr>
            <p:cNvSpPr txBox="1">
              <a:spLocks noChangeArrowheads="1"/>
            </p:cNvSpPr>
            <p:nvPr/>
          </p:nvSpPr>
          <p:spPr bwMode="auto">
            <a:xfrm>
              <a:off x="1488" y="1728"/>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228381" name="Text Box 12">
              <a:extLst>
                <a:ext uri="{FF2B5EF4-FFF2-40B4-BE49-F238E27FC236}">
                  <a16:creationId xmlns:a16="http://schemas.microsoft.com/office/drawing/2014/main" id="{94EE6FE7-FF47-456D-8EB8-7F136F741FC0}"/>
                </a:ext>
              </a:extLst>
            </p:cNvPr>
            <p:cNvSpPr txBox="1">
              <a:spLocks noChangeArrowheads="1"/>
            </p:cNvSpPr>
            <p:nvPr/>
          </p:nvSpPr>
          <p:spPr bwMode="auto">
            <a:xfrm>
              <a:off x="2112" y="17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228382" name="Text Box 13">
              <a:extLst>
                <a:ext uri="{FF2B5EF4-FFF2-40B4-BE49-F238E27FC236}">
                  <a16:creationId xmlns:a16="http://schemas.microsoft.com/office/drawing/2014/main" id="{778E3A3D-985F-4EB6-B9F8-4931193C842B}"/>
                </a:ext>
              </a:extLst>
            </p:cNvPr>
            <p:cNvSpPr txBox="1">
              <a:spLocks noChangeArrowheads="1"/>
            </p:cNvSpPr>
            <p:nvPr/>
          </p:nvSpPr>
          <p:spPr bwMode="auto">
            <a:xfrm>
              <a:off x="2784" y="17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Nghien cuu</a:t>
              </a:r>
            </a:p>
          </p:txBody>
        </p:sp>
        <p:grpSp>
          <p:nvGrpSpPr>
            <p:cNvPr id="228383" name="Group 14">
              <a:extLst>
                <a:ext uri="{FF2B5EF4-FFF2-40B4-BE49-F238E27FC236}">
                  <a16:creationId xmlns:a16="http://schemas.microsoft.com/office/drawing/2014/main" id="{2B05AEF4-C2FF-4197-9DF1-B26FE5CC2865}"/>
                </a:ext>
              </a:extLst>
            </p:cNvPr>
            <p:cNvGrpSpPr>
              <a:grpSpLocks/>
            </p:cNvGrpSpPr>
            <p:nvPr/>
          </p:nvGrpSpPr>
          <p:grpSpPr bwMode="auto">
            <a:xfrm>
              <a:off x="1488" y="1920"/>
              <a:ext cx="2016" cy="384"/>
              <a:chOff x="1488" y="2064"/>
              <a:chExt cx="2016" cy="384"/>
            </a:xfrm>
          </p:grpSpPr>
          <p:sp>
            <p:nvSpPr>
              <p:cNvPr id="228387" name="Text Box 15">
                <a:extLst>
                  <a:ext uri="{FF2B5EF4-FFF2-40B4-BE49-F238E27FC236}">
                    <a16:creationId xmlns:a16="http://schemas.microsoft.com/office/drawing/2014/main" id="{2F143C62-2D9A-43E2-9D5A-0F5FB34424E5}"/>
                  </a:ext>
                </a:extLst>
              </p:cNvPr>
              <p:cNvSpPr txBox="1">
                <a:spLocks noChangeArrowheads="1"/>
              </p:cNvSpPr>
              <p:nvPr/>
            </p:nvSpPr>
            <p:spPr bwMode="auto">
              <a:xfrm>
                <a:off x="1488" y="206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228388" name="Text Box 16">
                <a:extLst>
                  <a:ext uri="{FF2B5EF4-FFF2-40B4-BE49-F238E27FC236}">
                    <a16:creationId xmlns:a16="http://schemas.microsoft.com/office/drawing/2014/main" id="{AB6E58CE-B2E3-40DE-9D1A-7A737A751E46}"/>
                  </a:ext>
                </a:extLst>
              </p:cNvPr>
              <p:cNvSpPr txBox="1">
                <a:spLocks noChangeArrowheads="1"/>
              </p:cNvSpPr>
              <p:nvPr/>
            </p:nvSpPr>
            <p:spPr bwMode="auto">
              <a:xfrm>
                <a:off x="2112" y="206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228389" name="Text Box 17">
                <a:extLst>
                  <a:ext uri="{FF2B5EF4-FFF2-40B4-BE49-F238E27FC236}">
                    <a16:creationId xmlns:a16="http://schemas.microsoft.com/office/drawing/2014/main" id="{4FE3040F-94C6-409F-890B-9A197A40AD35}"/>
                  </a:ext>
                </a:extLst>
              </p:cNvPr>
              <p:cNvSpPr txBox="1">
                <a:spLocks noChangeArrowheads="1"/>
              </p:cNvSpPr>
              <p:nvPr/>
            </p:nvSpPr>
            <p:spPr bwMode="auto">
              <a:xfrm>
                <a:off x="2784" y="206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228390" name="Text Box 18">
                <a:extLst>
                  <a:ext uri="{FF2B5EF4-FFF2-40B4-BE49-F238E27FC236}">
                    <a16:creationId xmlns:a16="http://schemas.microsoft.com/office/drawing/2014/main" id="{2F2D3535-5A2C-43B4-A740-DA7C7E48FCEA}"/>
                  </a:ext>
                </a:extLst>
              </p:cNvPr>
              <p:cNvSpPr txBox="1">
                <a:spLocks noChangeArrowheads="1"/>
              </p:cNvSpPr>
              <p:nvPr/>
            </p:nvSpPr>
            <p:spPr bwMode="auto">
              <a:xfrm>
                <a:off x="1488" y="225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228391" name="Text Box 19">
                <a:extLst>
                  <a:ext uri="{FF2B5EF4-FFF2-40B4-BE49-F238E27FC236}">
                    <a16:creationId xmlns:a16="http://schemas.microsoft.com/office/drawing/2014/main" id="{146D4C11-070C-49D5-AFB3-DCA95746F90A}"/>
                  </a:ext>
                </a:extLst>
              </p:cNvPr>
              <p:cNvSpPr txBox="1">
                <a:spLocks noChangeArrowheads="1"/>
              </p:cNvSpPr>
              <p:nvPr/>
            </p:nvSpPr>
            <p:spPr bwMode="auto">
              <a:xfrm>
                <a:off x="2112" y="225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228392" name="Text Box 20">
                <a:extLst>
                  <a:ext uri="{FF2B5EF4-FFF2-40B4-BE49-F238E27FC236}">
                    <a16:creationId xmlns:a16="http://schemas.microsoft.com/office/drawing/2014/main" id="{043FF22E-4D99-41FC-B79F-C52E9E86118E}"/>
                  </a:ext>
                </a:extLst>
              </p:cNvPr>
              <p:cNvSpPr txBox="1">
                <a:spLocks noChangeArrowheads="1"/>
              </p:cNvSpPr>
              <p:nvPr/>
            </p:nvSpPr>
            <p:spPr bwMode="auto">
              <a:xfrm>
                <a:off x="2784" y="225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grpSp>
        <p:sp>
          <p:nvSpPr>
            <p:cNvPr id="228384" name="Text Box 21">
              <a:extLst>
                <a:ext uri="{FF2B5EF4-FFF2-40B4-BE49-F238E27FC236}">
                  <a16:creationId xmlns:a16="http://schemas.microsoft.com/office/drawing/2014/main" id="{8B9CCB8B-74D0-4E3E-A7C2-344DC3849950}"/>
                </a:ext>
              </a:extLst>
            </p:cNvPr>
            <p:cNvSpPr txBox="1">
              <a:spLocks noChangeArrowheads="1"/>
            </p:cNvSpPr>
            <p:nvPr/>
          </p:nvSpPr>
          <p:spPr bwMode="auto">
            <a:xfrm>
              <a:off x="1488" y="230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228385" name="Text Box 22">
              <a:extLst>
                <a:ext uri="{FF2B5EF4-FFF2-40B4-BE49-F238E27FC236}">
                  <a16:creationId xmlns:a16="http://schemas.microsoft.com/office/drawing/2014/main" id="{C5020827-5F49-481B-91F1-54C37F6A903B}"/>
                </a:ext>
              </a:extLst>
            </p:cNvPr>
            <p:cNvSpPr txBox="1">
              <a:spLocks noChangeArrowheads="1"/>
            </p:cNvSpPr>
            <p:nvPr/>
          </p:nvSpPr>
          <p:spPr bwMode="auto">
            <a:xfrm>
              <a:off x="2112"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228386" name="Text Box 23">
              <a:extLst>
                <a:ext uri="{FF2B5EF4-FFF2-40B4-BE49-F238E27FC236}">
                  <a16:creationId xmlns:a16="http://schemas.microsoft.com/office/drawing/2014/main" id="{1676BAD3-6D4F-4015-80DB-AAB9001FAA54}"/>
                </a:ext>
              </a:extLst>
            </p:cNvPr>
            <p:cNvSpPr txBox="1">
              <a:spLocks noChangeArrowheads="1"/>
            </p:cNvSpPr>
            <p:nvPr/>
          </p:nvSpPr>
          <p:spPr bwMode="auto">
            <a:xfrm>
              <a:off x="2784"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 ly</a:t>
              </a:r>
            </a:p>
          </p:txBody>
        </p:sp>
      </p:grpSp>
      <p:sp>
        <p:nvSpPr>
          <p:cNvPr id="874520" name="Text Box 24">
            <a:extLst>
              <a:ext uri="{FF2B5EF4-FFF2-40B4-BE49-F238E27FC236}">
                <a16:creationId xmlns:a16="http://schemas.microsoft.com/office/drawing/2014/main" id="{C5CC6739-9F21-4763-98CE-506E6CEB5717}"/>
              </a:ext>
            </a:extLst>
          </p:cNvPr>
          <p:cNvSpPr txBox="1">
            <a:spLocks noChangeArrowheads="1"/>
          </p:cNvSpPr>
          <p:nvPr/>
        </p:nvSpPr>
        <p:spPr bwMode="auto">
          <a:xfrm>
            <a:off x="1447800" y="5164138"/>
            <a:ext cx="64770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TENNV, HONV, TENPHG</a:t>
            </a:r>
          </a:p>
          <a:p>
            <a:pPr algn="l" eaLnBrk="1" hangingPunct="1">
              <a:spcBef>
                <a:spcPct val="50000"/>
              </a:spcBef>
              <a:buClrTx/>
              <a:buFontTx/>
              <a:buNone/>
            </a:pPr>
            <a:r>
              <a:rPr lang="en-US" altLang="en-US" sz="1800">
                <a:solidFill>
                  <a:srgbClr val="0000CC"/>
                </a:solidFill>
                <a:latin typeface="Tahoma" panose="020B0604030504040204" pitchFamily="34" charset="0"/>
              </a:rPr>
              <a:t>FROM </a:t>
            </a:r>
            <a:r>
              <a:rPr lang="en-US" altLang="en-US" sz="1800">
                <a:latin typeface="Tahoma" panose="020B0604030504040204" pitchFamily="34" charset="0"/>
              </a:rPr>
              <a:t>NHANVIEN </a:t>
            </a:r>
            <a:r>
              <a:rPr lang="en-US" altLang="en-US" sz="1800">
                <a:solidFill>
                  <a:srgbClr val="FF3399"/>
                </a:solidFill>
                <a:latin typeface="Tahoma" panose="020B0604030504040204" pitchFamily="34" charset="0"/>
              </a:rPr>
              <a:t>LEFT</a:t>
            </a:r>
            <a:r>
              <a:rPr lang="en-US" altLang="en-US" sz="1800">
                <a:latin typeface="Tahoma" panose="020B0604030504040204" pitchFamily="34" charset="0"/>
              </a:rPr>
              <a:t> </a:t>
            </a:r>
            <a:r>
              <a:rPr lang="en-US" altLang="en-US" sz="1800">
                <a:solidFill>
                  <a:srgbClr val="777777"/>
                </a:solidFill>
                <a:latin typeface="Tahoma" panose="020B0604030504040204" pitchFamily="34" charset="0"/>
              </a:rPr>
              <a:t>JOIN</a:t>
            </a:r>
            <a:r>
              <a:rPr lang="en-US" altLang="en-US" sz="1800">
                <a:latin typeface="Tahoma" panose="020B0604030504040204" pitchFamily="34" charset="0"/>
              </a:rPr>
              <a:t> PHONGBAN </a:t>
            </a:r>
            <a:r>
              <a:rPr lang="en-US" altLang="en-US" sz="1800">
                <a:solidFill>
                  <a:srgbClr val="0000CC"/>
                </a:solidFill>
                <a:latin typeface="Tahoma" panose="020B0604030504040204" pitchFamily="34" charset="0"/>
              </a:rPr>
              <a:t>ON</a:t>
            </a:r>
            <a:r>
              <a:rPr lang="en-US" altLang="en-US" sz="1800">
                <a:latin typeface="Tahoma" panose="020B0604030504040204" pitchFamily="34" charset="0"/>
              </a:rPr>
              <a:t> MANV=TRPHG</a:t>
            </a:r>
          </a:p>
        </p:txBody>
      </p:sp>
      <p:sp>
        <p:nvSpPr>
          <p:cNvPr id="228359" name="Text Box 29">
            <a:extLst>
              <a:ext uri="{FF2B5EF4-FFF2-40B4-BE49-F238E27FC236}">
                <a16:creationId xmlns:a16="http://schemas.microsoft.com/office/drawing/2014/main" id="{C1912CBB-CAD5-42A8-B783-62066C5B94A9}"/>
              </a:ext>
            </a:extLst>
          </p:cNvPr>
          <p:cNvSpPr txBox="1">
            <a:spLocks noChangeArrowheads="1"/>
          </p:cNvSpPr>
          <p:nvPr/>
        </p:nvSpPr>
        <p:spPr bwMode="auto">
          <a:xfrm>
            <a:off x="533400" y="2971800"/>
            <a:ext cx="1981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Mở rộng dữ liệu cho bảng NHANVIEN</a:t>
            </a:r>
          </a:p>
        </p:txBody>
      </p:sp>
      <p:sp>
        <p:nvSpPr>
          <p:cNvPr id="228360" name="Line 30">
            <a:extLst>
              <a:ext uri="{FF2B5EF4-FFF2-40B4-BE49-F238E27FC236}">
                <a16:creationId xmlns:a16="http://schemas.microsoft.com/office/drawing/2014/main" id="{72CE4E81-F073-4400-A568-7062E93B0503}"/>
              </a:ext>
            </a:extLst>
          </p:cNvPr>
          <p:cNvSpPr>
            <a:spLocks noChangeShapeType="1"/>
          </p:cNvSpPr>
          <p:nvPr/>
        </p:nvSpPr>
        <p:spPr bwMode="auto">
          <a:xfrm flipH="1">
            <a:off x="1676400" y="2438400"/>
            <a:ext cx="1295400" cy="533400"/>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28361" name="Oval 37">
            <a:extLst>
              <a:ext uri="{FF2B5EF4-FFF2-40B4-BE49-F238E27FC236}">
                <a16:creationId xmlns:a16="http://schemas.microsoft.com/office/drawing/2014/main" id="{F741F421-763B-479B-BBDD-25C762F0BC70}"/>
              </a:ext>
            </a:extLst>
          </p:cNvPr>
          <p:cNvSpPr>
            <a:spLocks noChangeArrowheads="1"/>
          </p:cNvSpPr>
          <p:nvPr/>
        </p:nvSpPr>
        <p:spPr bwMode="auto">
          <a:xfrm>
            <a:off x="5029200" y="2286000"/>
            <a:ext cx="533400" cy="533400"/>
          </a:xfrm>
          <a:prstGeom prst="ellipse">
            <a:avLst/>
          </a:prstGeom>
          <a:noFill/>
          <a:ln w="12700" algn="ctr">
            <a:solidFill>
              <a:srgbClr val="777777"/>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4" name="Group 40">
            <a:extLst>
              <a:ext uri="{FF2B5EF4-FFF2-40B4-BE49-F238E27FC236}">
                <a16:creationId xmlns:a16="http://schemas.microsoft.com/office/drawing/2014/main" id="{FB5128E1-578B-45C9-8785-78F737746CB6}"/>
              </a:ext>
            </a:extLst>
          </p:cNvPr>
          <p:cNvGrpSpPr>
            <a:grpSpLocks/>
          </p:cNvGrpSpPr>
          <p:nvPr/>
        </p:nvGrpSpPr>
        <p:grpSpPr bwMode="auto">
          <a:xfrm>
            <a:off x="2438400" y="3886200"/>
            <a:ext cx="3733800" cy="822325"/>
            <a:chOff x="1536" y="2497"/>
            <a:chExt cx="2352" cy="518"/>
          </a:xfrm>
        </p:grpSpPr>
        <p:sp>
          <p:nvSpPr>
            <p:cNvPr id="228369" name="Text Box 31">
              <a:extLst>
                <a:ext uri="{FF2B5EF4-FFF2-40B4-BE49-F238E27FC236}">
                  <a16:creationId xmlns:a16="http://schemas.microsoft.com/office/drawing/2014/main" id="{CE8A141A-800D-4AD0-A4E8-76B93665B457}"/>
                </a:ext>
              </a:extLst>
            </p:cNvPr>
            <p:cNvSpPr txBox="1">
              <a:spLocks noChangeArrowheads="1"/>
            </p:cNvSpPr>
            <p:nvPr/>
          </p:nvSpPr>
          <p:spPr bwMode="auto">
            <a:xfrm>
              <a:off x="2976" y="2497"/>
              <a:ext cx="912"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PHONGBAN</a:t>
              </a:r>
            </a:p>
          </p:txBody>
        </p:sp>
        <p:sp>
          <p:nvSpPr>
            <p:cNvPr id="228370" name="Text Box 33">
              <a:extLst>
                <a:ext uri="{FF2B5EF4-FFF2-40B4-BE49-F238E27FC236}">
                  <a16:creationId xmlns:a16="http://schemas.microsoft.com/office/drawing/2014/main" id="{7FF35E9D-9499-4DB1-8BED-949279894D8F}"/>
                </a:ext>
              </a:extLst>
            </p:cNvPr>
            <p:cNvSpPr txBox="1">
              <a:spLocks noChangeArrowheads="1"/>
            </p:cNvSpPr>
            <p:nvPr/>
          </p:nvSpPr>
          <p:spPr bwMode="auto">
            <a:xfrm>
              <a:off x="1536" y="2497"/>
              <a:ext cx="864"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NHANVIEN</a:t>
              </a:r>
            </a:p>
          </p:txBody>
        </p:sp>
        <p:sp>
          <p:nvSpPr>
            <p:cNvPr id="228371" name="Text Box 35">
              <a:extLst>
                <a:ext uri="{FF2B5EF4-FFF2-40B4-BE49-F238E27FC236}">
                  <a16:creationId xmlns:a16="http://schemas.microsoft.com/office/drawing/2014/main" id="{227EE5AC-9377-4F67-9896-CB828734C138}"/>
                </a:ext>
              </a:extLst>
            </p:cNvPr>
            <p:cNvSpPr txBox="1">
              <a:spLocks noChangeArrowheads="1"/>
            </p:cNvSpPr>
            <p:nvPr/>
          </p:nvSpPr>
          <p:spPr bwMode="auto">
            <a:xfrm>
              <a:off x="2448" y="249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join</a:t>
              </a:r>
            </a:p>
          </p:txBody>
        </p:sp>
        <p:sp>
          <p:nvSpPr>
            <p:cNvPr id="228372" name="Text Box 39">
              <a:extLst>
                <a:ext uri="{FF2B5EF4-FFF2-40B4-BE49-F238E27FC236}">
                  <a16:creationId xmlns:a16="http://schemas.microsoft.com/office/drawing/2014/main" id="{34F329CC-1499-4600-86DF-1454B8E33966}"/>
                </a:ext>
              </a:extLst>
            </p:cNvPr>
            <p:cNvSpPr txBox="1">
              <a:spLocks noChangeArrowheads="1"/>
            </p:cNvSpPr>
            <p:nvPr/>
          </p:nvSpPr>
          <p:spPr bwMode="auto">
            <a:xfrm>
              <a:off x="2160" y="2784"/>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MANV=TRPHG</a:t>
              </a:r>
            </a:p>
          </p:txBody>
        </p:sp>
      </p:grpSp>
      <p:grpSp>
        <p:nvGrpSpPr>
          <p:cNvPr id="5" name="Group 41">
            <a:extLst>
              <a:ext uri="{FF2B5EF4-FFF2-40B4-BE49-F238E27FC236}">
                <a16:creationId xmlns:a16="http://schemas.microsoft.com/office/drawing/2014/main" id="{D002E734-A548-4232-B07C-3032B68CDFA7}"/>
              </a:ext>
            </a:extLst>
          </p:cNvPr>
          <p:cNvGrpSpPr>
            <a:grpSpLocks/>
          </p:cNvGrpSpPr>
          <p:nvPr/>
        </p:nvGrpSpPr>
        <p:grpSpPr bwMode="auto">
          <a:xfrm>
            <a:off x="2438400" y="3886200"/>
            <a:ext cx="3733800" cy="822325"/>
            <a:chOff x="1536" y="2497"/>
            <a:chExt cx="2352" cy="518"/>
          </a:xfrm>
        </p:grpSpPr>
        <p:sp>
          <p:nvSpPr>
            <p:cNvPr id="228365" name="Text Box 42">
              <a:extLst>
                <a:ext uri="{FF2B5EF4-FFF2-40B4-BE49-F238E27FC236}">
                  <a16:creationId xmlns:a16="http://schemas.microsoft.com/office/drawing/2014/main" id="{F9E0B0DB-EC39-472D-82B2-8B45242A9C4A}"/>
                </a:ext>
              </a:extLst>
            </p:cNvPr>
            <p:cNvSpPr txBox="1">
              <a:spLocks noChangeArrowheads="1"/>
            </p:cNvSpPr>
            <p:nvPr/>
          </p:nvSpPr>
          <p:spPr bwMode="auto">
            <a:xfrm>
              <a:off x="2976" y="2497"/>
              <a:ext cx="912"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NHANVIEN</a:t>
              </a:r>
            </a:p>
          </p:txBody>
        </p:sp>
        <p:sp>
          <p:nvSpPr>
            <p:cNvPr id="228366" name="Text Box 43">
              <a:extLst>
                <a:ext uri="{FF2B5EF4-FFF2-40B4-BE49-F238E27FC236}">
                  <a16:creationId xmlns:a16="http://schemas.microsoft.com/office/drawing/2014/main" id="{7B8D5F93-E4E2-4E41-86DC-9887C9CD8DF4}"/>
                </a:ext>
              </a:extLst>
            </p:cNvPr>
            <p:cNvSpPr txBox="1">
              <a:spLocks noChangeArrowheads="1"/>
            </p:cNvSpPr>
            <p:nvPr/>
          </p:nvSpPr>
          <p:spPr bwMode="auto">
            <a:xfrm>
              <a:off x="1536" y="2497"/>
              <a:ext cx="864" cy="239"/>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PHONGBAN</a:t>
              </a:r>
            </a:p>
          </p:txBody>
        </p:sp>
        <p:sp>
          <p:nvSpPr>
            <p:cNvPr id="228367" name="Text Box 44">
              <a:extLst>
                <a:ext uri="{FF2B5EF4-FFF2-40B4-BE49-F238E27FC236}">
                  <a16:creationId xmlns:a16="http://schemas.microsoft.com/office/drawing/2014/main" id="{027B0CF8-0B6B-440D-8616-8313E70413BA}"/>
                </a:ext>
              </a:extLst>
            </p:cNvPr>
            <p:cNvSpPr txBox="1">
              <a:spLocks noChangeArrowheads="1"/>
            </p:cNvSpPr>
            <p:nvPr/>
          </p:nvSpPr>
          <p:spPr bwMode="auto">
            <a:xfrm>
              <a:off x="2448" y="249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join</a:t>
              </a:r>
            </a:p>
          </p:txBody>
        </p:sp>
        <p:sp>
          <p:nvSpPr>
            <p:cNvPr id="228368" name="Text Box 45">
              <a:extLst>
                <a:ext uri="{FF2B5EF4-FFF2-40B4-BE49-F238E27FC236}">
                  <a16:creationId xmlns:a16="http://schemas.microsoft.com/office/drawing/2014/main" id="{16174504-57D6-4ABE-B2C3-84E8B4008387}"/>
                </a:ext>
              </a:extLst>
            </p:cNvPr>
            <p:cNvSpPr txBox="1">
              <a:spLocks noChangeArrowheads="1"/>
            </p:cNvSpPr>
            <p:nvPr/>
          </p:nvSpPr>
          <p:spPr bwMode="auto">
            <a:xfrm>
              <a:off x="2160" y="2784"/>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TRPHG=MANV</a:t>
              </a:r>
            </a:p>
          </p:txBody>
        </p:sp>
      </p:grpSp>
      <p:sp>
        <p:nvSpPr>
          <p:cNvPr id="874542" name="Text Box 46">
            <a:extLst>
              <a:ext uri="{FF2B5EF4-FFF2-40B4-BE49-F238E27FC236}">
                <a16:creationId xmlns:a16="http://schemas.microsoft.com/office/drawing/2014/main" id="{54D451F8-68F0-4ED1-A2CE-599A9E1166AE}"/>
              </a:ext>
            </a:extLst>
          </p:cNvPr>
          <p:cNvSpPr txBox="1">
            <a:spLocks noChangeArrowheads="1"/>
          </p:cNvSpPr>
          <p:nvPr/>
        </p:nvSpPr>
        <p:spPr bwMode="auto">
          <a:xfrm>
            <a:off x="1447800" y="5164138"/>
            <a:ext cx="64770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TENNV, HONV, TENPHG</a:t>
            </a:r>
          </a:p>
          <a:p>
            <a:pPr algn="l" eaLnBrk="1" hangingPunct="1">
              <a:spcBef>
                <a:spcPct val="50000"/>
              </a:spcBef>
              <a:buClrTx/>
              <a:buFontTx/>
              <a:buNone/>
            </a:pPr>
            <a:r>
              <a:rPr lang="en-US" altLang="en-US" sz="1800">
                <a:solidFill>
                  <a:srgbClr val="0000CC"/>
                </a:solidFill>
                <a:latin typeface="Tahoma" panose="020B0604030504040204" pitchFamily="34" charset="0"/>
              </a:rPr>
              <a:t>FROM </a:t>
            </a:r>
            <a:r>
              <a:rPr lang="en-US" altLang="en-US" sz="1800">
                <a:latin typeface="Tahoma" panose="020B0604030504040204" pitchFamily="34" charset="0"/>
              </a:rPr>
              <a:t>PHONGBAN </a:t>
            </a:r>
            <a:r>
              <a:rPr lang="en-US" altLang="en-US" sz="1800">
                <a:solidFill>
                  <a:srgbClr val="FF3399"/>
                </a:solidFill>
                <a:latin typeface="Tahoma" panose="020B0604030504040204" pitchFamily="34" charset="0"/>
              </a:rPr>
              <a:t>RIGHT</a:t>
            </a:r>
            <a:r>
              <a:rPr lang="en-US" altLang="en-US" sz="1800">
                <a:latin typeface="Tahoma" panose="020B0604030504040204" pitchFamily="34" charset="0"/>
              </a:rPr>
              <a:t> </a:t>
            </a:r>
            <a:r>
              <a:rPr lang="en-US" altLang="en-US" sz="1800">
                <a:solidFill>
                  <a:srgbClr val="777777"/>
                </a:solidFill>
                <a:latin typeface="Tahoma" panose="020B0604030504040204" pitchFamily="34" charset="0"/>
              </a:rPr>
              <a:t>JOIN</a:t>
            </a:r>
            <a:r>
              <a:rPr lang="en-US" altLang="en-US" sz="1800">
                <a:latin typeface="Tahoma" panose="020B0604030504040204" pitchFamily="34" charset="0"/>
              </a:rPr>
              <a:t> NHANVIEN </a:t>
            </a:r>
            <a:r>
              <a:rPr lang="en-US" altLang="en-US" sz="1800">
                <a:solidFill>
                  <a:srgbClr val="0000CC"/>
                </a:solidFill>
                <a:latin typeface="Tahoma" panose="020B0604030504040204" pitchFamily="34" charset="0"/>
              </a:rPr>
              <a:t>ON</a:t>
            </a:r>
            <a:r>
              <a:rPr lang="en-US" altLang="en-US" sz="1800">
                <a:latin typeface="Tahoma" panose="020B0604030504040204" pitchFamily="34" charset="0"/>
              </a:rPr>
              <a:t> MANV=TRPHG</a:t>
            </a:r>
          </a:p>
        </p:txBody>
      </p:sp>
    </p:spTree>
    <p:extLst>
      <p:ext uri="{BB962C8B-B14F-4D97-AF65-F5344CB8AC3E}">
        <p14:creationId xmlns:p14="http://schemas.microsoft.com/office/powerpoint/2010/main" val="368261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874520"/>
                                        </p:tgtEl>
                                        <p:attrNameLst>
                                          <p:attrName>style.visibility</p:attrName>
                                        </p:attrNameLst>
                                      </p:cBhvr>
                                      <p:to>
                                        <p:strVal val="visible"/>
                                      </p:to>
                                    </p:set>
                                    <p:anim calcmode="lin" valueType="num">
                                      <p:cBhvr additive="base">
                                        <p:cTn id="11" dur="500" fill="hold"/>
                                        <p:tgtEl>
                                          <p:spTgt spid="874520"/>
                                        </p:tgtEl>
                                        <p:attrNameLst>
                                          <p:attrName>ppt_x</p:attrName>
                                        </p:attrNameLst>
                                      </p:cBhvr>
                                      <p:tavLst>
                                        <p:tav tm="0">
                                          <p:val>
                                            <p:strVal val="1+#ppt_w/2"/>
                                          </p:val>
                                        </p:tav>
                                        <p:tav tm="100000">
                                          <p:val>
                                            <p:strVal val="#ppt_x"/>
                                          </p:val>
                                        </p:tav>
                                      </p:tavLst>
                                    </p:anim>
                                    <p:anim calcmode="lin" valueType="num">
                                      <p:cBhvr additive="base">
                                        <p:cTn id="12" dur="500" fill="hold"/>
                                        <p:tgtEl>
                                          <p:spTgt spid="87452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874520"/>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74542"/>
                                        </p:tgtEl>
                                        <p:attrNameLst>
                                          <p:attrName>style.visibility</p:attrName>
                                        </p:attrNameLst>
                                      </p:cBhvr>
                                      <p:to>
                                        <p:strVal val="visible"/>
                                      </p:to>
                                    </p:set>
                                    <p:anim calcmode="lin" valueType="num">
                                      <p:cBhvr additive="base">
                                        <p:cTn id="25" dur="500" fill="hold"/>
                                        <p:tgtEl>
                                          <p:spTgt spid="874542"/>
                                        </p:tgtEl>
                                        <p:attrNameLst>
                                          <p:attrName>ppt_x</p:attrName>
                                        </p:attrNameLst>
                                      </p:cBhvr>
                                      <p:tavLst>
                                        <p:tav tm="0">
                                          <p:val>
                                            <p:strVal val="1+#ppt_w/2"/>
                                          </p:val>
                                        </p:tav>
                                        <p:tav tm="100000">
                                          <p:val>
                                            <p:strVal val="#ppt_x"/>
                                          </p:val>
                                        </p:tav>
                                      </p:tavLst>
                                    </p:anim>
                                    <p:anim calcmode="lin" valueType="num">
                                      <p:cBhvr additive="base">
                                        <p:cTn id="26" dur="500" fill="hold"/>
                                        <p:tgtEl>
                                          <p:spTgt spid="8745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20" grpId="0"/>
      <p:bldP spid="874520" grpId="1"/>
      <p:bldP spid="8745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3">
            <a:extLst>
              <a:ext uri="{FF2B5EF4-FFF2-40B4-BE49-F238E27FC236}">
                <a16:creationId xmlns:a16="http://schemas.microsoft.com/office/drawing/2014/main" id="{85ACBD46-8926-4BAB-9AEA-A3475627835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30403" name="Slide Number Placeholder 5">
            <a:extLst>
              <a:ext uri="{FF2B5EF4-FFF2-40B4-BE49-F238E27FC236}">
                <a16:creationId xmlns:a16="http://schemas.microsoft.com/office/drawing/2014/main" id="{E54925C0-B113-4790-A184-F26A0B5AD2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5814E2D-DF25-4605-B012-B6F0C48B2E7C}" type="slidenum">
              <a:rPr lang="en-US" altLang="en-US" sz="1000"/>
              <a:pPr algn="r">
                <a:spcBef>
                  <a:spcPct val="0"/>
                </a:spcBef>
                <a:buClrTx/>
                <a:buFontTx/>
                <a:buNone/>
              </a:pPr>
              <a:t>28</a:t>
            </a:fld>
            <a:endParaRPr lang="en-US" altLang="en-US" sz="1000"/>
          </a:p>
        </p:txBody>
      </p:sp>
      <p:sp>
        <p:nvSpPr>
          <p:cNvPr id="230404" name="Rectangle 2">
            <a:extLst>
              <a:ext uri="{FF2B5EF4-FFF2-40B4-BE49-F238E27FC236}">
                <a16:creationId xmlns:a16="http://schemas.microsoft.com/office/drawing/2014/main" id="{016F642A-38C7-4BD9-9DE7-6B809FE450D3}"/>
              </a:ext>
            </a:extLst>
          </p:cNvPr>
          <p:cNvSpPr>
            <a:spLocks noGrp="1" noChangeArrowheads="1"/>
          </p:cNvSpPr>
          <p:nvPr>
            <p:ph type="title"/>
          </p:nvPr>
        </p:nvSpPr>
        <p:spPr>
          <a:xfrm>
            <a:off x="457200" y="354013"/>
            <a:ext cx="8458200" cy="620712"/>
          </a:xfrm>
        </p:spPr>
        <p:txBody>
          <a:bodyPr/>
          <a:lstStyle/>
          <a:p>
            <a:pPr eaLnBrk="1" hangingPunct="1"/>
            <a:r>
              <a:rPr lang="en-US" altLang="en-US" sz="3500"/>
              <a:t>2. Phép kết mở rộng - Ví dụ (tt)</a:t>
            </a:r>
          </a:p>
        </p:txBody>
      </p:sp>
      <p:sp>
        <p:nvSpPr>
          <p:cNvPr id="870403" name="Text Box 3">
            <a:extLst>
              <a:ext uri="{FF2B5EF4-FFF2-40B4-BE49-F238E27FC236}">
                <a16:creationId xmlns:a16="http://schemas.microsoft.com/office/drawing/2014/main" id="{EE1F9995-A068-4719-B2B6-37897609A774}"/>
              </a:ext>
            </a:extLst>
          </p:cNvPr>
          <p:cNvSpPr txBox="1">
            <a:spLocks noChangeArrowheads="1"/>
          </p:cNvSpPr>
          <p:nvPr/>
        </p:nvSpPr>
        <p:spPr bwMode="auto">
          <a:xfrm>
            <a:off x="1066800" y="4737100"/>
            <a:ext cx="70104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NV.TENNV,  NV.TENDA</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(PHANCONG PC</a:t>
            </a:r>
            <a:r>
              <a:rPr lang="en-US" altLang="en-US" sz="1800">
                <a:solidFill>
                  <a:srgbClr val="0000CC"/>
                </a:solidFill>
                <a:latin typeface="Tahoma" panose="020B0604030504040204" pitchFamily="34" charset="0"/>
              </a:rPr>
              <a:t> JOIN </a:t>
            </a:r>
            <a:r>
              <a:rPr lang="en-US" altLang="en-US" sz="1800">
                <a:latin typeface="Tahoma" panose="020B0604030504040204" pitchFamily="34" charset="0"/>
              </a:rPr>
              <a:t>DEAN DA</a:t>
            </a:r>
            <a:r>
              <a:rPr lang="en-US" altLang="en-US" sz="1800">
                <a:solidFill>
                  <a:srgbClr val="0000CC"/>
                </a:solidFill>
                <a:latin typeface="Tahoma" panose="020B0604030504040204" pitchFamily="34" charset="0"/>
              </a:rPr>
              <a:t> ON </a:t>
            </a:r>
            <a:r>
              <a:rPr lang="en-US" altLang="en-US" sz="1800">
                <a:latin typeface="Tahoma" panose="020B0604030504040204" pitchFamily="34" charset="0"/>
              </a:rPr>
              <a:t>SODA=MADA)</a:t>
            </a:r>
            <a:r>
              <a:rPr lang="en-US" altLang="en-US" sz="1800">
                <a:solidFill>
                  <a:srgbClr val="0000CC"/>
                </a:solidFill>
                <a:latin typeface="Tahoma" panose="020B0604030504040204" pitchFamily="34" charset="0"/>
              </a:rPr>
              <a:t> </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RIGHT</a:t>
            </a:r>
            <a:r>
              <a:rPr lang="en-US" altLang="en-US" sz="1800">
                <a:solidFill>
                  <a:srgbClr val="0000CC"/>
                </a:solidFill>
                <a:latin typeface="Tahoma" panose="020B0604030504040204" pitchFamily="34" charset="0"/>
              </a:rPr>
              <a:t> </a:t>
            </a:r>
            <a:r>
              <a:rPr lang="en-US" altLang="en-US" sz="1800">
                <a:solidFill>
                  <a:srgbClr val="777777"/>
                </a:solidFill>
                <a:latin typeface="Tahoma" panose="020B0604030504040204" pitchFamily="34" charset="0"/>
              </a:rPr>
              <a:t>JOIN</a:t>
            </a:r>
            <a:r>
              <a:rPr lang="en-US" altLang="en-US" sz="1800">
                <a:latin typeface="Tahoma" panose="020B0604030504040204" pitchFamily="34" charset="0"/>
              </a:rPr>
              <a:t> NHANVIEN NV </a:t>
            </a:r>
            <a:r>
              <a:rPr lang="en-US" altLang="en-US" sz="1800">
                <a:solidFill>
                  <a:srgbClr val="0000CC"/>
                </a:solidFill>
                <a:latin typeface="Tahoma" panose="020B0604030504040204" pitchFamily="34" charset="0"/>
              </a:rPr>
              <a:t>ON</a:t>
            </a:r>
            <a:r>
              <a:rPr lang="en-US" altLang="en-US" sz="1800">
                <a:latin typeface="Tahoma" panose="020B0604030504040204" pitchFamily="34" charset="0"/>
              </a:rPr>
              <a:t> PC.MA_NVIEN=NV.MANV</a:t>
            </a:r>
            <a:endParaRPr lang="en-US" altLang="en-US" sz="1800">
              <a:solidFill>
                <a:srgbClr val="0000CC"/>
              </a:solidFill>
              <a:latin typeface="Tahoma" panose="020B0604030504040204" pitchFamily="34" charset="0"/>
            </a:endParaRPr>
          </a:p>
        </p:txBody>
      </p:sp>
      <p:sp>
        <p:nvSpPr>
          <p:cNvPr id="230406" name="Rectangle 4">
            <a:extLst>
              <a:ext uri="{FF2B5EF4-FFF2-40B4-BE49-F238E27FC236}">
                <a16:creationId xmlns:a16="http://schemas.microsoft.com/office/drawing/2014/main" id="{13124BBE-D337-4CD9-A870-C0052E802BC9}"/>
              </a:ext>
            </a:extLst>
          </p:cNvPr>
          <p:cNvSpPr>
            <a:spLocks noGrp="1" noChangeArrowheads="1"/>
          </p:cNvSpPr>
          <p:nvPr>
            <p:ph type="body" idx="1"/>
          </p:nvPr>
        </p:nvSpPr>
        <p:spPr>
          <a:xfrm>
            <a:off x="457200" y="1295400"/>
            <a:ext cx="8229600" cy="5029200"/>
          </a:xfrm>
          <a:noFill/>
        </p:spPr>
        <p:txBody>
          <a:bodyPr/>
          <a:lstStyle/>
          <a:p>
            <a:pPr eaLnBrk="1" hangingPunct="1"/>
            <a:r>
              <a:rPr lang="en-US" altLang="en-US"/>
              <a:t>Tìm họ tên các nhân viên và tên các đề án nhân viên tham gia </a:t>
            </a:r>
            <a:r>
              <a:rPr lang="en-US" altLang="en-US" u="sng"/>
              <a:t>nếu có</a:t>
            </a:r>
          </a:p>
        </p:txBody>
      </p:sp>
      <p:sp>
        <p:nvSpPr>
          <p:cNvPr id="230407" name="Text Box 11">
            <a:extLst>
              <a:ext uri="{FF2B5EF4-FFF2-40B4-BE49-F238E27FC236}">
                <a16:creationId xmlns:a16="http://schemas.microsoft.com/office/drawing/2014/main" id="{447B4FE5-5C74-4E3B-9833-0765D30A8619}"/>
              </a:ext>
            </a:extLst>
          </p:cNvPr>
          <p:cNvSpPr txBox="1">
            <a:spLocks noChangeArrowheads="1"/>
          </p:cNvSpPr>
          <p:nvPr/>
        </p:nvSpPr>
        <p:spPr bwMode="auto">
          <a:xfrm>
            <a:off x="5410200" y="3048000"/>
            <a:ext cx="1371600" cy="3794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NHANVIEN</a:t>
            </a:r>
          </a:p>
        </p:txBody>
      </p:sp>
      <p:grpSp>
        <p:nvGrpSpPr>
          <p:cNvPr id="230408" name="Group 12">
            <a:extLst>
              <a:ext uri="{FF2B5EF4-FFF2-40B4-BE49-F238E27FC236}">
                <a16:creationId xmlns:a16="http://schemas.microsoft.com/office/drawing/2014/main" id="{0930D8FF-0021-49A5-9259-9CC7FADF3AE6}"/>
              </a:ext>
            </a:extLst>
          </p:cNvPr>
          <p:cNvGrpSpPr>
            <a:grpSpLocks/>
          </p:cNvGrpSpPr>
          <p:nvPr/>
        </p:nvGrpSpPr>
        <p:grpSpPr bwMode="auto">
          <a:xfrm>
            <a:off x="1447800" y="3048000"/>
            <a:ext cx="2514600" cy="381000"/>
            <a:chOff x="624" y="3216"/>
            <a:chExt cx="1584" cy="240"/>
          </a:xfrm>
        </p:grpSpPr>
        <p:sp>
          <p:nvSpPr>
            <p:cNvPr id="230411" name="Text Box 13">
              <a:extLst>
                <a:ext uri="{FF2B5EF4-FFF2-40B4-BE49-F238E27FC236}">
                  <a16:creationId xmlns:a16="http://schemas.microsoft.com/office/drawing/2014/main" id="{CF797F54-1F90-4D3A-A731-46C6AB4D25D7}"/>
                </a:ext>
              </a:extLst>
            </p:cNvPr>
            <p:cNvSpPr txBox="1">
              <a:spLocks noChangeArrowheads="1"/>
            </p:cNvSpPr>
            <p:nvPr/>
          </p:nvSpPr>
          <p:spPr bwMode="auto">
            <a:xfrm>
              <a:off x="624" y="3216"/>
              <a:ext cx="15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PHANCONG join DEAN</a:t>
              </a:r>
            </a:p>
          </p:txBody>
        </p:sp>
        <p:sp>
          <p:nvSpPr>
            <p:cNvPr id="230412" name="Rectangle 14">
              <a:extLst>
                <a:ext uri="{FF2B5EF4-FFF2-40B4-BE49-F238E27FC236}">
                  <a16:creationId xmlns:a16="http://schemas.microsoft.com/office/drawing/2014/main" id="{10AD98BE-5069-4529-B4FE-17DE85652FD5}"/>
                </a:ext>
              </a:extLst>
            </p:cNvPr>
            <p:cNvSpPr>
              <a:spLocks noChangeArrowheads="1"/>
            </p:cNvSpPr>
            <p:nvPr/>
          </p:nvSpPr>
          <p:spPr bwMode="auto">
            <a:xfrm>
              <a:off x="624" y="3216"/>
              <a:ext cx="1536" cy="24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230409" name="Text Box 15">
            <a:extLst>
              <a:ext uri="{FF2B5EF4-FFF2-40B4-BE49-F238E27FC236}">
                <a16:creationId xmlns:a16="http://schemas.microsoft.com/office/drawing/2014/main" id="{AE7CA970-FB32-48EA-9906-2CAE1DDA2876}"/>
              </a:ext>
            </a:extLst>
          </p:cNvPr>
          <p:cNvSpPr txBox="1">
            <a:spLocks noChangeArrowheads="1"/>
          </p:cNvSpPr>
          <p:nvPr/>
        </p:nvSpPr>
        <p:spPr bwMode="auto">
          <a:xfrm>
            <a:off x="3429000" y="35814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MA_NVIEN=MANV</a:t>
            </a:r>
          </a:p>
        </p:txBody>
      </p:sp>
      <p:sp>
        <p:nvSpPr>
          <p:cNvPr id="230410" name="Text Box 16">
            <a:extLst>
              <a:ext uri="{FF2B5EF4-FFF2-40B4-BE49-F238E27FC236}">
                <a16:creationId xmlns:a16="http://schemas.microsoft.com/office/drawing/2014/main" id="{13B6F515-268E-45BC-98EF-023141651DAE}"/>
              </a:ext>
            </a:extLst>
          </p:cNvPr>
          <p:cNvSpPr txBox="1">
            <a:spLocks noChangeArrowheads="1"/>
          </p:cNvSpPr>
          <p:nvPr/>
        </p:nvSpPr>
        <p:spPr bwMode="auto">
          <a:xfrm>
            <a:off x="4267200" y="30480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join</a:t>
            </a:r>
          </a:p>
        </p:txBody>
      </p:sp>
    </p:spTree>
    <p:extLst>
      <p:ext uri="{BB962C8B-B14F-4D97-AF65-F5344CB8AC3E}">
        <p14:creationId xmlns:p14="http://schemas.microsoft.com/office/powerpoint/2010/main" val="25775425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70403"/>
                                        </p:tgtEl>
                                        <p:attrNameLst>
                                          <p:attrName>style.visibility</p:attrName>
                                        </p:attrNameLst>
                                      </p:cBhvr>
                                      <p:to>
                                        <p:strVal val="visible"/>
                                      </p:to>
                                    </p:set>
                                    <p:anim calcmode="lin" valueType="num">
                                      <p:cBhvr additive="base">
                                        <p:cTn id="7" dur="500" fill="hold"/>
                                        <p:tgtEl>
                                          <p:spTgt spid="870403"/>
                                        </p:tgtEl>
                                        <p:attrNameLst>
                                          <p:attrName>ppt_x</p:attrName>
                                        </p:attrNameLst>
                                      </p:cBhvr>
                                      <p:tavLst>
                                        <p:tav tm="0">
                                          <p:val>
                                            <p:strVal val="1+#ppt_w/2"/>
                                          </p:val>
                                        </p:tav>
                                        <p:tav tm="100000">
                                          <p:val>
                                            <p:strVal val="#ppt_x"/>
                                          </p:val>
                                        </p:tav>
                                      </p:tavLst>
                                    </p:anim>
                                    <p:anim calcmode="lin" valueType="num">
                                      <p:cBhvr additive="base">
                                        <p:cTn id="8" dur="500" fill="hold"/>
                                        <p:tgtEl>
                                          <p:spTgt spid="8704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0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E1BA-45FF-FC6F-9AEF-C5A1F67D7E20}"/>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E48485CC-9AFE-D97C-872D-3428A6DB91E8}"/>
              </a:ext>
            </a:extLst>
          </p:cNvPr>
          <p:cNvSpPr>
            <a:spLocks noGrp="1"/>
          </p:cNvSpPr>
          <p:nvPr>
            <p:ph idx="1"/>
          </p:nvPr>
        </p:nvSpPr>
        <p:spPr/>
        <p:txBody>
          <a:bodyPr/>
          <a:lstStyle/>
          <a:p>
            <a:pPr marL="0" indent="0">
              <a:spcAft>
                <a:spcPts val="1200"/>
              </a:spcAft>
              <a:buNone/>
            </a:pPr>
            <a:r>
              <a:rPr lang="en-US" b="1"/>
              <a:t>Sử dụng CSDL Quản lý điểm sinh viên. Biểu diễn ĐSQH và SQL</a:t>
            </a:r>
          </a:p>
          <a:p>
            <a:pPr marL="514350" indent="-514350">
              <a:buFont typeface="+mj-lt"/>
              <a:buAutoNum type="arabicPeriod"/>
            </a:pPr>
            <a:r>
              <a:rPr lang="en-US"/>
              <a:t>Cho biết danh sách các môn học có sinh viên thi lần 2 (</a:t>
            </a:r>
            <a:r>
              <a:rPr lang="en-US" i="1"/>
              <a:t>nếu có</a:t>
            </a:r>
            <a:r>
              <a:rPr lang="en-US"/>
              <a:t>) </a:t>
            </a:r>
          </a:p>
          <a:p>
            <a:pPr marL="514350" indent="-514350">
              <a:buFont typeface="+mj-lt"/>
              <a:buAutoNum type="arabicPeriod"/>
            </a:pPr>
            <a:r>
              <a:rPr lang="en-US"/>
              <a:t>Cho biết thông tin của những sinh viên và thông tin môn học mà sinh viên đó có thi lần 2</a:t>
            </a:r>
          </a:p>
          <a:p>
            <a:pPr marL="514350" indent="-514350">
              <a:buFont typeface="+mj-lt"/>
              <a:buAutoNum type="arabicPeriod"/>
            </a:pPr>
            <a:endParaRPr lang="en-US"/>
          </a:p>
          <a:p>
            <a:endParaRPr lang="en-US"/>
          </a:p>
        </p:txBody>
      </p:sp>
      <p:sp>
        <p:nvSpPr>
          <p:cNvPr id="4" name="Date Placeholder 3">
            <a:extLst>
              <a:ext uri="{FF2B5EF4-FFF2-40B4-BE49-F238E27FC236}">
                <a16:creationId xmlns:a16="http://schemas.microsoft.com/office/drawing/2014/main" id="{FF375DD7-BC2E-47ED-001F-D5EAA794D262}"/>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78691B9F-4C1B-C35A-F070-1C3E878A2CE7}"/>
              </a:ext>
            </a:extLst>
          </p:cNvPr>
          <p:cNvSpPr>
            <a:spLocks noGrp="1"/>
          </p:cNvSpPr>
          <p:nvPr>
            <p:ph type="sldNum" sz="quarter" idx="12"/>
          </p:nvPr>
        </p:nvSpPr>
        <p:spPr/>
        <p:txBody>
          <a:bodyPr/>
          <a:lstStyle/>
          <a:p>
            <a:fld id="{BC6CB274-F3ED-4F22-9D3A-C5E5218A09E0}" type="slidenum">
              <a:rPr lang="en-US" altLang="en-US"/>
              <a:pPr/>
              <a:t>29</a:t>
            </a:fld>
            <a:endParaRPr lang="en-US" altLang="en-US"/>
          </a:p>
        </p:txBody>
      </p:sp>
    </p:spTree>
    <p:extLst>
      <p:ext uri="{BB962C8B-B14F-4D97-AF65-F5344CB8AC3E}">
        <p14:creationId xmlns:p14="http://schemas.microsoft.com/office/powerpoint/2010/main" val="4058441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5A4ACB1-B2D1-4E43-9161-35E25505CF2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25955" name="Slide Number Placeholder 5">
            <a:extLst>
              <a:ext uri="{FF2B5EF4-FFF2-40B4-BE49-F238E27FC236}">
                <a16:creationId xmlns:a16="http://schemas.microsoft.com/office/drawing/2014/main" id="{967AFD72-2A46-455F-9CF7-FE58A7FA5D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5CF923E1-2093-4245-AA5F-7687A784E6B6}" type="slidenum">
              <a:rPr lang="en-US" altLang="en-US" sz="1000"/>
              <a:pPr algn="r">
                <a:spcBef>
                  <a:spcPct val="0"/>
                </a:spcBef>
                <a:buClrTx/>
                <a:buFontTx/>
                <a:buNone/>
              </a:pPr>
              <a:t>30</a:t>
            </a:fld>
            <a:endParaRPr lang="en-US" altLang="en-US" sz="1000"/>
          </a:p>
        </p:txBody>
      </p:sp>
      <p:sp>
        <p:nvSpPr>
          <p:cNvPr id="125956" name="Rectangle 2">
            <a:extLst>
              <a:ext uri="{FF2B5EF4-FFF2-40B4-BE49-F238E27FC236}">
                <a16:creationId xmlns:a16="http://schemas.microsoft.com/office/drawing/2014/main" id="{F13028D2-27D4-47F8-BB83-D8EFC5D5A863}"/>
              </a:ext>
            </a:extLst>
          </p:cNvPr>
          <p:cNvSpPr>
            <a:spLocks noGrp="1" noChangeArrowheads="1"/>
          </p:cNvSpPr>
          <p:nvPr>
            <p:ph type="title"/>
          </p:nvPr>
        </p:nvSpPr>
        <p:spPr>
          <a:xfrm>
            <a:off x="457200" y="354013"/>
            <a:ext cx="8534400" cy="620712"/>
          </a:xfrm>
        </p:spPr>
        <p:txBody>
          <a:bodyPr/>
          <a:lstStyle/>
          <a:p>
            <a:pPr eaLnBrk="1" hangingPunct="1"/>
            <a:r>
              <a:rPr lang="en-US" altLang="en-US" sz="3500"/>
              <a:t>3. Hàm kết hợp</a:t>
            </a:r>
          </a:p>
        </p:txBody>
      </p:sp>
      <p:sp>
        <p:nvSpPr>
          <p:cNvPr id="125957" name="Rectangle 3">
            <a:extLst>
              <a:ext uri="{FF2B5EF4-FFF2-40B4-BE49-F238E27FC236}">
                <a16:creationId xmlns:a16="http://schemas.microsoft.com/office/drawing/2014/main" id="{CC0C6F88-20BC-4A58-841F-5B49FE808C11}"/>
              </a:ext>
            </a:extLst>
          </p:cNvPr>
          <p:cNvSpPr>
            <a:spLocks noGrp="1" noChangeArrowheads="1"/>
          </p:cNvSpPr>
          <p:nvPr>
            <p:ph type="body" idx="1"/>
          </p:nvPr>
        </p:nvSpPr>
        <p:spPr>
          <a:xfrm>
            <a:off x="457200" y="1295400"/>
            <a:ext cx="8229600" cy="4835525"/>
          </a:xfrm>
        </p:spPr>
        <p:txBody>
          <a:bodyPr/>
          <a:lstStyle/>
          <a:p>
            <a:pPr eaLnBrk="1" hangingPunct="1"/>
            <a:r>
              <a:rPr lang="en-US" altLang="en-US"/>
              <a:t>Nhận vào tập hợp các giá trị và trả về một </a:t>
            </a:r>
            <a:r>
              <a:rPr lang="en-US" altLang="en-US" u="sng"/>
              <a:t>giá trị đơn</a:t>
            </a:r>
          </a:p>
          <a:p>
            <a:pPr lvl="1" eaLnBrk="1" hangingPunct="1"/>
            <a:r>
              <a:rPr lang="en-US" altLang="en-US"/>
              <a:t>AVG</a:t>
            </a:r>
          </a:p>
          <a:p>
            <a:pPr lvl="1" eaLnBrk="1" hangingPunct="1"/>
            <a:r>
              <a:rPr lang="en-US" altLang="en-US"/>
              <a:t>MIN</a:t>
            </a:r>
          </a:p>
          <a:p>
            <a:pPr lvl="1" eaLnBrk="1" hangingPunct="1"/>
            <a:r>
              <a:rPr lang="en-US" altLang="en-US"/>
              <a:t>MAX</a:t>
            </a:r>
          </a:p>
          <a:p>
            <a:pPr lvl="1" eaLnBrk="1" hangingPunct="1"/>
            <a:r>
              <a:rPr lang="en-US" altLang="en-US"/>
              <a:t>SUM</a:t>
            </a:r>
          </a:p>
          <a:p>
            <a:pPr lvl="1" eaLnBrk="1" hangingPunct="1"/>
            <a:r>
              <a:rPr lang="en-US" altLang="en-US"/>
              <a:t>COUNT</a:t>
            </a:r>
          </a:p>
          <a:p>
            <a:pPr lvl="1" eaLnBrk="1" hangingPunct="1"/>
            <a:endParaRPr lang="en-US" altLang="en-US"/>
          </a:p>
          <a:p>
            <a:pPr lvl="1" eaLnBrk="1" hangingPunct="1"/>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a:extLst>
              <a:ext uri="{FF2B5EF4-FFF2-40B4-BE49-F238E27FC236}">
                <a16:creationId xmlns:a16="http://schemas.microsoft.com/office/drawing/2014/main" id="{68E925DE-986B-41B2-BA48-022A811DBC26}"/>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28003" name="Slide Number Placeholder 5">
            <a:extLst>
              <a:ext uri="{FF2B5EF4-FFF2-40B4-BE49-F238E27FC236}">
                <a16:creationId xmlns:a16="http://schemas.microsoft.com/office/drawing/2014/main" id="{E7E0B06F-01BE-473B-B5E9-61E756F5CD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9123C4D-3999-4FBF-BC8D-386B9D494A87}" type="slidenum">
              <a:rPr lang="en-US" altLang="en-US" sz="1000"/>
              <a:pPr algn="r">
                <a:spcBef>
                  <a:spcPct val="0"/>
                </a:spcBef>
                <a:buClrTx/>
                <a:buFontTx/>
                <a:buNone/>
              </a:pPr>
              <a:t>31</a:t>
            </a:fld>
            <a:endParaRPr lang="en-US" altLang="en-US" sz="1000"/>
          </a:p>
        </p:txBody>
      </p:sp>
      <p:sp>
        <p:nvSpPr>
          <p:cNvPr id="128004" name="Rectangle 2">
            <a:extLst>
              <a:ext uri="{FF2B5EF4-FFF2-40B4-BE49-F238E27FC236}">
                <a16:creationId xmlns:a16="http://schemas.microsoft.com/office/drawing/2014/main" id="{330339F1-9B73-408C-BC37-5BB40CCC7F4F}"/>
              </a:ext>
            </a:extLst>
          </p:cNvPr>
          <p:cNvSpPr>
            <a:spLocks noGrp="1" noChangeArrowheads="1"/>
          </p:cNvSpPr>
          <p:nvPr>
            <p:ph type="title"/>
          </p:nvPr>
        </p:nvSpPr>
        <p:spPr>
          <a:xfrm>
            <a:off x="457200" y="354013"/>
            <a:ext cx="8534400" cy="620712"/>
          </a:xfrm>
        </p:spPr>
        <p:txBody>
          <a:bodyPr/>
          <a:lstStyle/>
          <a:p>
            <a:pPr eaLnBrk="1" hangingPunct="1"/>
            <a:r>
              <a:rPr lang="en-US" altLang="en-US" sz="3500"/>
              <a:t>3. Hàm kết hợp (tt)</a:t>
            </a:r>
          </a:p>
        </p:txBody>
      </p:sp>
      <p:sp>
        <p:nvSpPr>
          <p:cNvPr id="128005" name="Rectangle 3">
            <a:extLst>
              <a:ext uri="{FF2B5EF4-FFF2-40B4-BE49-F238E27FC236}">
                <a16:creationId xmlns:a16="http://schemas.microsoft.com/office/drawing/2014/main" id="{78AC5459-88D8-4739-A47B-5DCEEA66988F}"/>
              </a:ext>
            </a:extLst>
          </p:cNvPr>
          <p:cNvSpPr>
            <a:spLocks noGrp="1" noChangeArrowheads="1"/>
          </p:cNvSpPr>
          <p:nvPr>
            <p:ph type="body" idx="1"/>
          </p:nvPr>
        </p:nvSpPr>
        <p:spPr>
          <a:xfrm>
            <a:off x="457200" y="1295400"/>
            <a:ext cx="8229600" cy="4835525"/>
          </a:xfrm>
        </p:spPr>
        <p:txBody>
          <a:bodyPr/>
          <a:lstStyle/>
          <a:p>
            <a:pPr eaLnBrk="1" hangingPunct="1"/>
            <a:r>
              <a:rPr lang="en-US" altLang="en-US"/>
              <a:t>Ví dụ</a:t>
            </a:r>
          </a:p>
          <a:p>
            <a:pPr lvl="1" eaLnBrk="1" hangingPunct="1"/>
            <a:endParaRPr lang="en-US" altLang="en-US"/>
          </a:p>
          <a:p>
            <a:pPr lvl="1" eaLnBrk="1" hangingPunct="1"/>
            <a:endParaRPr lang="en-US" altLang="en-US"/>
          </a:p>
          <a:p>
            <a:pPr lvl="1" eaLnBrk="1" hangingPunct="1"/>
            <a:endParaRPr lang="en-US" altLang="en-US"/>
          </a:p>
        </p:txBody>
      </p:sp>
      <p:grpSp>
        <p:nvGrpSpPr>
          <p:cNvPr id="128006" name="Group 24">
            <a:extLst>
              <a:ext uri="{FF2B5EF4-FFF2-40B4-BE49-F238E27FC236}">
                <a16:creationId xmlns:a16="http://schemas.microsoft.com/office/drawing/2014/main" id="{C13D9133-560C-4B65-A178-9CC27715CF1D}"/>
              </a:ext>
            </a:extLst>
          </p:cNvPr>
          <p:cNvGrpSpPr>
            <a:grpSpLocks/>
          </p:cNvGrpSpPr>
          <p:nvPr/>
        </p:nvGrpSpPr>
        <p:grpSpPr bwMode="auto">
          <a:xfrm>
            <a:off x="1295400" y="2514600"/>
            <a:ext cx="1447800" cy="1600200"/>
            <a:chOff x="576" y="1440"/>
            <a:chExt cx="912" cy="1008"/>
          </a:xfrm>
        </p:grpSpPr>
        <p:sp>
          <p:nvSpPr>
            <p:cNvPr id="128008" name="Line 5">
              <a:extLst>
                <a:ext uri="{FF2B5EF4-FFF2-40B4-BE49-F238E27FC236}">
                  <a16:creationId xmlns:a16="http://schemas.microsoft.com/office/drawing/2014/main" id="{7606E94C-1F29-4330-9EB2-B804C8A71A9D}"/>
                </a:ext>
              </a:extLst>
            </p:cNvPr>
            <p:cNvSpPr>
              <a:spLocks noChangeShapeType="1"/>
            </p:cNvSpPr>
            <p:nvPr/>
          </p:nvSpPr>
          <p:spPr bwMode="auto">
            <a:xfrm>
              <a:off x="576" y="1632"/>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8009" name="Text Box 6">
              <a:extLst>
                <a:ext uri="{FF2B5EF4-FFF2-40B4-BE49-F238E27FC236}">
                  <a16:creationId xmlns:a16="http://schemas.microsoft.com/office/drawing/2014/main" id="{DFE91840-44B7-43EC-9479-4D52EA1A1188}"/>
                </a:ext>
              </a:extLst>
            </p:cNvPr>
            <p:cNvSpPr txBox="1">
              <a:spLocks noChangeArrowheads="1"/>
            </p:cNvSpPr>
            <p:nvPr/>
          </p:nvSpPr>
          <p:spPr bwMode="auto">
            <a:xfrm>
              <a:off x="912" y="14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128010" name="Text Box 7">
              <a:extLst>
                <a:ext uri="{FF2B5EF4-FFF2-40B4-BE49-F238E27FC236}">
                  <a16:creationId xmlns:a16="http://schemas.microsoft.com/office/drawing/2014/main" id="{6B3861F8-DE89-4284-9CB3-51BF15BDCDFA}"/>
                </a:ext>
              </a:extLst>
            </p:cNvPr>
            <p:cNvSpPr txBox="1">
              <a:spLocks noChangeArrowheads="1"/>
            </p:cNvSpPr>
            <p:nvPr/>
          </p:nvSpPr>
          <p:spPr bwMode="auto">
            <a:xfrm>
              <a:off x="1200" y="144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128011" name="Text Box 8">
              <a:extLst>
                <a:ext uri="{FF2B5EF4-FFF2-40B4-BE49-F238E27FC236}">
                  <a16:creationId xmlns:a16="http://schemas.microsoft.com/office/drawing/2014/main" id="{BFEA75B4-5ACA-4BD6-AB52-DBE7C38898CB}"/>
                </a:ext>
              </a:extLst>
            </p:cNvPr>
            <p:cNvSpPr txBox="1">
              <a:spLocks noChangeArrowheads="1"/>
            </p:cNvSpPr>
            <p:nvPr/>
          </p:nvSpPr>
          <p:spPr bwMode="auto">
            <a:xfrm>
              <a:off x="912"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128012" name="Line 9">
              <a:extLst>
                <a:ext uri="{FF2B5EF4-FFF2-40B4-BE49-F238E27FC236}">
                  <a16:creationId xmlns:a16="http://schemas.microsoft.com/office/drawing/2014/main" id="{2D132A55-ADF0-427C-B06E-AE106AAAEDEB}"/>
                </a:ext>
              </a:extLst>
            </p:cNvPr>
            <p:cNvSpPr>
              <a:spLocks noChangeShapeType="1"/>
            </p:cNvSpPr>
            <p:nvPr/>
          </p:nvSpPr>
          <p:spPr bwMode="auto">
            <a:xfrm>
              <a:off x="576" y="144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8013" name="Line 10">
              <a:extLst>
                <a:ext uri="{FF2B5EF4-FFF2-40B4-BE49-F238E27FC236}">
                  <a16:creationId xmlns:a16="http://schemas.microsoft.com/office/drawing/2014/main" id="{6D783702-03C9-4658-A274-BC83157B0377}"/>
                </a:ext>
              </a:extLst>
            </p:cNvPr>
            <p:cNvSpPr>
              <a:spLocks noChangeShapeType="1"/>
            </p:cNvSpPr>
            <p:nvPr/>
          </p:nvSpPr>
          <p:spPr bwMode="auto">
            <a:xfrm>
              <a:off x="912" y="2448"/>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8014" name="Text Box 11">
              <a:extLst>
                <a:ext uri="{FF2B5EF4-FFF2-40B4-BE49-F238E27FC236}">
                  <a16:creationId xmlns:a16="http://schemas.microsoft.com/office/drawing/2014/main" id="{38D0D743-BC4F-4B1C-A842-DFC4E68B8726}"/>
                </a:ext>
              </a:extLst>
            </p:cNvPr>
            <p:cNvSpPr txBox="1">
              <a:spLocks noChangeArrowheads="1"/>
            </p:cNvSpPr>
            <p:nvPr/>
          </p:nvSpPr>
          <p:spPr bwMode="auto">
            <a:xfrm>
              <a:off x="576" y="1440"/>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128015" name="Line 12">
              <a:extLst>
                <a:ext uri="{FF2B5EF4-FFF2-40B4-BE49-F238E27FC236}">
                  <a16:creationId xmlns:a16="http://schemas.microsoft.com/office/drawing/2014/main" id="{F77FEBCE-6586-4C36-A4F3-B6396A47BF2A}"/>
                </a:ext>
              </a:extLst>
            </p:cNvPr>
            <p:cNvSpPr>
              <a:spLocks noChangeShapeType="1"/>
            </p:cNvSpPr>
            <p:nvPr/>
          </p:nvSpPr>
          <p:spPr bwMode="auto">
            <a:xfrm>
              <a:off x="576" y="144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8016" name="Text Box 13">
              <a:extLst>
                <a:ext uri="{FF2B5EF4-FFF2-40B4-BE49-F238E27FC236}">
                  <a16:creationId xmlns:a16="http://schemas.microsoft.com/office/drawing/2014/main" id="{845244C8-9790-489C-815F-CAE880F8EDE3}"/>
                </a:ext>
              </a:extLst>
            </p:cNvPr>
            <p:cNvSpPr txBox="1">
              <a:spLocks noChangeArrowheads="1"/>
            </p:cNvSpPr>
            <p:nvPr/>
          </p:nvSpPr>
          <p:spPr bwMode="auto">
            <a:xfrm>
              <a:off x="912" y="18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grpSp>
          <p:nvGrpSpPr>
            <p:cNvPr id="128017" name="Group 14">
              <a:extLst>
                <a:ext uri="{FF2B5EF4-FFF2-40B4-BE49-F238E27FC236}">
                  <a16:creationId xmlns:a16="http://schemas.microsoft.com/office/drawing/2014/main" id="{B1F7953D-F0AA-4C5D-AC5F-2ACBE2A132D0}"/>
                </a:ext>
              </a:extLst>
            </p:cNvPr>
            <p:cNvGrpSpPr>
              <a:grpSpLocks/>
            </p:cNvGrpSpPr>
            <p:nvPr/>
          </p:nvGrpSpPr>
          <p:grpSpPr bwMode="auto">
            <a:xfrm>
              <a:off x="912" y="1440"/>
              <a:ext cx="576" cy="1008"/>
              <a:chOff x="960" y="2880"/>
              <a:chExt cx="576" cy="1008"/>
            </a:xfrm>
          </p:grpSpPr>
          <p:sp>
            <p:nvSpPr>
              <p:cNvPr id="128024" name="Line 15">
                <a:extLst>
                  <a:ext uri="{FF2B5EF4-FFF2-40B4-BE49-F238E27FC236}">
                    <a16:creationId xmlns:a16="http://schemas.microsoft.com/office/drawing/2014/main" id="{D6F400D0-938C-4C4C-B722-4230EA8F5F8B}"/>
                  </a:ext>
                </a:extLst>
              </p:cNvPr>
              <p:cNvSpPr>
                <a:spLocks noChangeShapeType="1"/>
              </p:cNvSpPr>
              <p:nvPr/>
            </p:nvSpPr>
            <p:spPr bwMode="auto">
              <a:xfrm>
                <a:off x="1248"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8025" name="Line 16">
                <a:extLst>
                  <a:ext uri="{FF2B5EF4-FFF2-40B4-BE49-F238E27FC236}">
                    <a16:creationId xmlns:a16="http://schemas.microsoft.com/office/drawing/2014/main" id="{B7698E23-9469-4F55-BDC9-897FC3FA3AE2}"/>
                  </a:ext>
                </a:extLst>
              </p:cNvPr>
              <p:cNvSpPr>
                <a:spLocks noChangeShapeType="1"/>
              </p:cNvSpPr>
              <p:nvPr/>
            </p:nvSpPr>
            <p:spPr bwMode="auto">
              <a:xfrm>
                <a:off x="960"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8026" name="Line 17">
                <a:extLst>
                  <a:ext uri="{FF2B5EF4-FFF2-40B4-BE49-F238E27FC236}">
                    <a16:creationId xmlns:a16="http://schemas.microsoft.com/office/drawing/2014/main" id="{1F5B2A3C-9AF2-4379-8CBF-FFF0D91CD004}"/>
                  </a:ext>
                </a:extLst>
              </p:cNvPr>
              <p:cNvSpPr>
                <a:spLocks noChangeShapeType="1"/>
              </p:cNvSpPr>
              <p:nvPr/>
            </p:nvSpPr>
            <p:spPr bwMode="auto">
              <a:xfrm>
                <a:off x="1536" y="28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128018" name="Text Box 18">
              <a:extLst>
                <a:ext uri="{FF2B5EF4-FFF2-40B4-BE49-F238E27FC236}">
                  <a16:creationId xmlns:a16="http://schemas.microsoft.com/office/drawing/2014/main" id="{209E56B4-0693-4FC4-9D91-17564CB22D21}"/>
                </a:ext>
              </a:extLst>
            </p:cNvPr>
            <p:cNvSpPr txBox="1">
              <a:spLocks noChangeArrowheads="1"/>
            </p:cNvSpPr>
            <p:nvPr/>
          </p:nvSpPr>
          <p:spPr bwMode="auto">
            <a:xfrm>
              <a:off x="1200" y="168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128019" name="Text Box 19">
              <a:extLst>
                <a:ext uri="{FF2B5EF4-FFF2-40B4-BE49-F238E27FC236}">
                  <a16:creationId xmlns:a16="http://schemas.microsoft.com/office/drawing/2014/main" id="{E096C737-1140-4BBF-8695-46FD5AD50C44}"/>
                </a:ext>
              </a:extLst>
            </p:cNvPr>
            <p:cNvSpPr txBox="1">
              <a:spLocks noChangeArrowheads="1"/>
            </p:cNvSpPr>
            <p:nvPr/>
          </p:nvSpPr>
          <p:spPr bwMode="auto">
            <a:xfrm>
              <a:off x="1200" y="187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128020" name="Text Box 20">
              <a:extLst>
                <a:ext uri="{FF2B5EF4-FFF2-40B4-BE49-F238E27FC236}">
                  <a16:creationId xmlns:a16="http://schemas.microsoft.com/office/drawing/2014/main" id="{59DBF371-2A85-4DB8-9953-DA6A4D5DFB86}"/>
                </a:ext>
              </a:extLst>
            </p:cNvPr>
            <p:cNvSpPr txBox="1">
              <a:spLocks noChangeArrowheads="1"/>
            </p:cNvSpPr>
            <p:nvPr/>
          </p:nvSpPr>
          <p:spPr bwMode="auto">
            <a:xfrm>
              <a:off x="912" y="206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128021" name="Text Box 21">
              <a:extLst>
                <a:ext uri="{FF2B5EF4-FFF2-40B4-BE49-F238E27FC236}">
                  <a16:creationId xmlns:a16="http://schemas.microsoft.com/office/drawing/2014/main" id="{86703BA3-F130-4FEF-90E6-E4E5F92FF65A}"/>
                </a:ext>
              </a:extLst>
            </p:cNvPr>
            <p:cNvSpPr txBox="1">
              <a:spLocks noChangeArrowheads="1"/>
            </p:cNvSpPr>
            <p:nvPr/>
          </p:nvSpPr>
          <p:spPr bwMode="auto">
            <a:xfrm>
              <a:off x="912" y="225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a:t>
              </a:r>
            </a:p>
          </p:txBody>
        </p:sp>
        <p:sp>
          <p:nvSpPr>
            <p:cNvPr id="128022" name="Text Box 22">
              <a:extLst>
                <a:ext uri="{FF2B5EF4-FFF2-40B4-BE49-F238E27FC236}">
                  <a16:creationId xmlns:a16="http://schemas.microsoft.com/office/drawing/2014/main" id="{B34E4CD7-EAD6-4688-B7CB-DC0DA988559A}"/>
                </a:ext>
              </a:extLst>
            </p:cNvPr>
            <p:cNvSpPr txBox="1">
              <a:spLocks noChangeArrowheads="1"/>
            </p:cNvSpPr>
            <p:nvPr/>
          </p:nvSpPr>
          <p:spPr bwMode="auto">
            <a:xfrm>
              <a:off x="1200" y="206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128023" name="Text Box 23">
              <a:extLst>
                <a:ext uri="{FF2B5EF4-FFF2-40B4-BE49-F238E27FC236}">
                  <a16:creationId xmlns:a16="http://schemas.microsoft.com/office/drawing/2014/main" id="{E69461F9-41F3-47E3-BFA0-FE18A944975A}"/>
                </a:ext>
              </a:extLst>
            </p:cNvPr>
            <p:cNvSpPr txBox="1">
              <a:spLocks noChangeArrowheads="1"/>
            </p:cNvSpPr>
            <p:nvPr/>
          </p:nvSpPr>
          <p:spPr bwMode="auto">
            <a:xfrm>
              <a:off x="1200" y="225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grpSp>
      <p:sp>
        <p:nvSpPr>
          <p:cNvPr id="128007" name="Text Box 25">
            <a:extLst>
              <a:ext uri="{FF2B5EF4-FFF2-40B4-BE49-F238E27FC236}">
                <a16:creationId xmlns:a16="http://schemas.microsoft.com/office/drawing/2014/main" id="{B221EC74-5485-4C50-AFAC-62F77AE93872}"/>
              </a:ext>
            </a:extLst>
          </p:cNvPr>
          <p:cNvSpPr txBox="1">
            <a:spLocks noChangeArrowheads="1"/>
          </p:cNvSpPr>
          <p:nvPr/>
        </p:nvSpPr>
        <p:spPr bwMode="auto">
          <a:xfrm>
            <a:off x="4114800" y="2209800"/>
            <a:ext cx="21336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200">
                <a:latin typeface="Tahoma" panose="020B0604030504040204" pitchFamily="34" charset="0"/>
              </a:rPr>
              <a:t>SUM(B) = 10</a:t>
            </a:r>
          </a:p>
          <a:p>
            <a:pPr algn="l" eaLnBrk="1" hangingPunct="1">
              <a:spcBef>
                <a:spcPct val="50000"/>
              </a:spcBef>
              <a:buClrTx/>
              <a:buFontTx/>
              <a:buNone/>
            </a:pPr>
            <a:r>
              <a:rPr lang="en-US" altLang="en-US" sz="2200">
                <a:latin typeface="Tahoma" panose="020B0604030504040204" pitchFamily="34" charset="0"/>
              </a:rPr>
              <a:t>AVG(A) = 1.5</a:t>
            </a:r>
          </a:p>
          <a:p>
            <a:pPr algn="l" eaLnBrk="1" hangingPunct="1">
              <a:spcBef>
                <a:spcPct val="50000"/>
              </a:spcBef>
              <a:buClrTx/>
              <a:buFontTx/>
              <a:buNone/>
            </a:pPr>
            <a:r>
              <a:rPr lang="en-US" altLang="en-US" sz="2200">
                <a:latin typeface="Tahoma" panose="020B0604030504040204" pitchFamily="34" charset="0"/>
              </a:rPr>
              <a:t>MIN(A) = 1</a:t>
            </a:r>
          </a:p>
          <a:p>
            <a:pPr algn="l" eaLnBrk="1" hangingPunct="1">
              <a:spcBef>
                <a:spcPct val="50000"/>
              </a:spcBef>
              <a:buClrTx/>
              <a:buFontTx/>
              <a:buNone/>
            </a:pPr>
            <a:r>
              <a:rPr lang="en-US" altLang="en-US" sz="2200">
                <a:latin typeface="Tahoma" panose="020B0604030504040204" pitchFamily="34" charset="0"/>
              </a:rPr>
              <a:t>MAX(B) = 4</a:t>
            </a:r>
          </a:p>
          <a:p>
            <a:pPr algn="l" eaLnBrk="1" hangingPunct="1">
              <a:spcBef>
                <a:spcPct val="50000"/>
              </a:spcBef>
              <a:buClrTx/>
              <a:buFontTx/>
              <a:buNone/>
            </a:pPr>
            <a:r>
              <a:rPr lang="en-US" altLang="en-US" sz="2200">
                <a:latin typeface="Tahoma" panose="020B0604030504040204" pitchFamily="34" charset="0"/>
              </a:rPr>
              <a:t>COUNT(A) = 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AAE8D0-9E2B-46A9-826E-D3942D6B9FA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81251" name="Slide Number Placeholder 5">
            <a:extLst>
              <a:ext uri="{FF2B5EF4-FFF2-40B4-BE49-F238E27FC236}">
                <a16:creationId xmlns:a16="http://schemas.microsoft.com/office/drawing/2014/main" id="{44622419-F206-4391-8F75-EB4566C831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6E8D782-3731-466A-A596-07933639A202}" type="slidenum">
              <a:rPr lang="en-US" altLang="en-US" sz="1000"/>
              <a:pPr algn="r">
                <a:spcBef>
                  <a:spcPct val="0"/>
                </a:spcBef>
                <a:buClrTx/>
                <a:buFontTx/>
                <a:buNone/>
              </a:pPr>
              <a:t>32</a:t>
            </a:fld>
            <a:endParaRPr lang="en-US" altLang="en-US" sz="1000"/>
          </a:p>
        </p:txBody>
      </p:sp>
      <p:sp>
        <p:nvSpPr>
          <p:cNvPr id="181252" name="Rectangle 2">
            <a:extLst>
              <a:ext uri="{FF2B5EF4-FFF2-40B4-BE49-F238E27FC236}">
                <a16:creationId xmlns:a16="http://schemas.microsoft.com/office/drawing/2014/main" id="{9B0E8CFF-9640-4053-BCFD-911DA5F6851C}"/>
              </a:ext>
            </a:extLst>
          </p:cNvPr>
          <p:cNvSpPr>
            <a:spLocks noGrp="1" noChangeArrowheads="1"/>
          </p:cNvSpPr>
          <p:nvPr>
            <p:ph type="title"/>
          </p:nvPr>
        </p:nvSpPr>
        <p:spPr>
          <a:xfrm>
            <a:off x="457200" y="354013"/>
            <a:ext cx="8458200" cy="620712"/>
          </a:xfrm>
        </p:spPr>
        <p:txBody>
          <a:bodyPr/>
          <a:lstStyle/>
          <a:p>
            <a:pPr eaLnBrk="1" hangingPunct="1"/>
            <a:r>
              <a:rPr lang="en-US" altLang="en-US" sz="3500"/>
              <a:t>3. Hàm kết hợp trong SQL</a:t>
            </a:r>
          </a:p>
        </p:txBody>
      </p:sp>
      <p:sp>
        <p:nvSpPr>
          <p:cNvPr id="181253" name="Rectangle 3">
            <a:extLst>
              <a:ext uri="{FF2B5EF4-FFF2-40B4-BE49-F238E27FC236}">
                <a16:creationId xmlns:a16="http://schemas.microsoft.com/office/drawing/2014/main" id="{A200508C-54CF-459B-A73B-A4291E8326CB}"/>
              </a:ext>
            </a:extLst>
          </p:cNvPr>
          <p:cNvSpPr>
            <a:spLocks noGrp="1" noChangeArrowheads="1"/>
          </p:cNvSpPr>
          <p:nvPr>
            <p:ph type="body" idx="1"/>
          </p:nvPr>
        </p:nvSpPr>
        <p:spPr>
          <a:xfrm>
            <a:off x="457200" y="1295400"/>
            <a:ext cx="8229600" cy="5029200"/>
          </a:xfrm>
        </p:spPr>
        <p:txBody>
          <a:bodyPr/>
          <a:lstStyle/>
          <a:p>
            <a:pPr eaLnBrk="1" hangingPunct="1">
              <a:lnSpc>
                <a:spcPct val="90000"/>
              </a:lnSpc>
            </a:pPr>
            <a:r>
              <a:rPr lang="en-US" altLang="en-US"/>
              <a:t>COUNT</a:t>
            </a:r>
          </a:p>
          <a:p>
            <a:pPr lvl="1" eaLnBrk="1" hangingPunct="1">
              <a:lnSpc>
                <a:spcPct val="90000"/>
              </a:lnSpc>
            </a:pPr>
            <a:r>
              <a:rPr lang="en-US" altLang="en-US"/>
              <a:t>COUNT(*)  đếm số dòng</a:t>
            </a:r>
          </a:p>
          <a:p>
            <a:pPr lvl="1" eaLnBrk="1" hangingPunct="1">
              <a:lnSpc>
                <a:spcPct val="90000"/>
              </a:lnSpc>
            </a:pPr>
            <a:r>
              <a:rPr lang="en-US" altLang="en-US"/>
              <a:t>COUNT(&lt;tên thuộc tính&gt;) đếm số giá trị khác NULL của thuộc tính</a:t>
            </a:r>
          </a:p>
          <a:p>
            <a:pPr lvl="1" eaLnBrk="1" hangingPunct="1">
              <a:lnSpc>
                <a:spcPct val="90000"/>
              </a:lnSpc>
            </a:pPr>
            <a:r>
              <a:rPr lang="en-US" altLang="en-US"/>
              <a:t>COUNT(DISTINCT &lt;tên thuộc tính&gt;) đếm số giá trị khác nhau và khác NULL của thuộc tính</a:t>
            </a:r>
          </a:p>
          <a:p>
            <a:pPr eaLnBrk="1" hangingPunct="1">
              <a:lnSpc>
                <a:spcPct val="90000"/>
              </a:lnSpc>
            </a:pPr>
            <a:r>
              <a:rPr lang="en-US" altLang="en-US"/>
              <a:t>MIN</a:t>
            </a:r>
          </a:p>
          <a:p>
            <a:pPr eaLnBrk="1" hangingPunct="1">
              <a:lnSpc>
                <a:spcPct val="90000"/>
              </a:lnSpc>
            </a:pPr>
            <a:r>
              <a:rPr lang="en-US" altLang="en-US"/>
              <a:t>MAX</a:t>
            </a:r>
          </a:p>
          <a:p>
            <a:pPr eaLnBrk="1" hangingPunct="1">
              <a:lnSpc>
                <a:spcPct val="90000"/>
              </a:lnSpc>
            </a:pPr>
            <a:r>
              <a:rPr lang="en-US" altLang="en-US"/>
              <a:t>SUM</a:t>
            </a:r>
          </a:p>
          <a:p>
            <a:pPr eaLnBrk="1" hangingPunct="1">
              <a:lnSpc>
                <a:spcPct val="90000"/>
              </a:lnSpc>
            </a:pPr>
            <a:r>
              <a:rPr lang="en-US" altLang="en-US"/>
              <a:t>AVG</a:t>
            </a:r>
          </a:p>
          <a:p>
            <a:pPr eaLnBrk="1" hangingPunct="1">
              <a:lnSpc>
                <a:spcPct val="90000"/>
              </a:lnSpc>
            </a:pPr>
            <a:endParaRPr lang="en-US" altLang="en-US"/>
          </a:p>
          <a:p>
            <a:pPr eaLnBrk="1" hangingPunct="1">
              <a:lnSpc>
                <a:spcPct val="90000"/>
              </a:lnSpc>
            </a:pPr>
            <a:r>
              <a:rPr lang="en-US" altLang="en-US"/>
              <a:t>Các hàm kết hợp được đặt ở mệnh đề SELECT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2F10C304-A4C3-4D1C-B63F-BAA860B5C7F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83299" name="Slide Number Placeholder 5">
            <a:extLst>
              <a:ext uri="{FF2B5EF4-FFF2-40B4-BE49-F238E27FC236}">
                <a16:creationId xmlns:a16="http://schemas.microsoft.com/office/drawing/2014/main" id="{600647CA-B227-42AA-A265-1ECE7E5444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CA42266A-DEFE-440F-94F2-BD6721C30E6C}" type="slidenum">
              <a:rPr lang="en-US" altLang="en-US" sz="1000"/>
              <a:pPr algn="r">
                <a:spcBef>
                  <a:spcPct val="0"/>
                </a:spcBef>
                <a:buClrTx/>
                <a:buFontTx/>
                <a:buNone/>
              </a:pPr>
              <a:t>33</a:t>
            </a:fld>
            <a:endParaRPr lang="en-US" altLang="en-US" sz="1000"/>
          </a:p>
        </p:txBody>
      </p:sp>
      <p:sp>
        <p:nvSpPr>
          <p:cNvPr id="183300" name="Rectangle 2">
            <a:extLst>
              <a:ext uri="{FF2B5EF4-FFF2-40B4-BE49-F238E27FC236}">
                <a16:creationId xmlns:a16="http://schemas.microsoft.com/office/drawing/2014/main" id="{ABD9DAEC-591A-4914-AB35-8052FA67980E}"/>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3. Hàm kết hợp - Ví</a:t>
            </a:r>
            <a:r>
              <a:rPr lang="en-US" altLang="en-US" sz="3500" dirty="0"/>
              <a:t> </a:t>
            </a:r>
            <a:r>
              <a:rPr lang="en-US" altLang="en-US" sz="3500" dirty="0" err="1"/>
              <a:t>dụ</a:t>
            </a:r>
            <a:endParaRPr lang="en-US" altLang="en-US" sz="3500" dirty="0"/>
          </a:p>
        </p:txBody>
      </p:sp>
      <p:sp>
        <p:nvSpPr>
          <p:cNvPr id="183301" name="Rectangle 3">
            <a:extLst>
              <a:ext uri="{FF2B5EF4-FFF2-40B4-BE49-F238E27FC236}">
                <a16:creationId xmlns:a16="http://schemas.microsoft.com/office/drawing/2014/main" id="{8834D902-30FB-46F5-9F72-EF5158DB7990}"/>
              </a:ext>
            </a:extLst>
          </p:cNvPr>
          <p:cNvSpPr>
            <a:spLocks noGrp="1" noChangeArrowheads="1"/>
          </p:cNvSpPr>
          <p:nvPr>
            <p:ph type="body" idx="1"/>
          </p:nvPr>
        </p:nvSpPr>
        <p:spPr>
          <a:xfrm>
            <a:off x="457200" y="1295400"/>
            <a:ext cx="8229600" cy="5029200"/>
          </a:xfrm>
        </p:spPr>
        <p:txBody>
          <a:bodyPr/>
          <a:lstStyle/>
          <a:p>
            <a:pPr eaLnBrk="1" hangingPunct="1"/>
            <a:r>
              <a:rPr lang="en-US" altLang="en-US"/>
              <a:t>Tìm tổng lương, lương cao nhất, lương thấp nhất và lương trung bình của các nhân viên</a:t>
            </a:r>
          </a:p>
          <a:p>
            <a:pPr eaLnBrk="1" hangingPunct="1"/>
            <a:endParaRPr lang="en-US" altLang="en-US"/>
          </a:p>
        </p:txBody>
      </p:sp>
      <p:sp>
        <p:nvSpPr>
          <p:cNvPr id="722948" name="Text Box 4">
            <a:extLst>
              <a:ext uri="{FF2B5EF4-FFF2-40B4-BE49-F238E27FC236}">
                <a16:creationId xmlns:a16="http://schemas.microsoft.com/office/drawing/2014/main" id="{CFFF1B81-4969-4BCF-9D3B-6B7CAF8C5105}"/>
              </a:ext>
            </a:extLst>
          </p:cNvPr>
          <p:cNvSpPr txBox="1">
            <a:spLocks noChangeArrowheads="1"/>
          </p:cNvSpPr>
          <p:nvPr/>
        </p:nvSpPr>
        <p:spPr bwMode="auto">
          <a:xfrm>
            <a:off x="1219200" y="2819400"/>
            <a:ext cx="69342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SUM</a:t>
            </a:r>
            <a:r>
              <a:rPr lang="en-US" altLang="en-US" sz="1800">
                <a:latin typeface="Tahoma" panose="020B0604030504040204" pitchFamily="34" charset="0"/>
              </a:rPr>
              <a:t>(LUONG) AS ‘TONG LUONG’, </a:t>
            </a:r>
            <a:r>
              <a:rPr lang="en-US" altLang="en-US" sz="1800">
                <a:solidFill>
                  <a:srgbClr val="FF3399"/>
                </a:solidFill>
                <a:latin typeface="Tahoma" panose="020B0604030504040204" pitchFamily="34" charset="0"/>
              </a:rPr>
              <a:t>MAX</a:t>
            </a:r>
            <a:r>
              <a:rPr lang="en-US" altLang="en-US" sz="1800">
                <a:latin typeface="Tahoma" panose="020B0604030504040204" pitchFamily="34" charset="0"/>
              </a:rPr>
              <a:t>(LUONG), </a:t>
            </a:r>
            <a:r>
              <a:rPr lang="en-US" altLang="en-US" sz="1800">
                <a:solidFill>
                  <a:srgbClr val="FF3399"/>
                </a:solidFill>
                <a:latin typeface="Tahoma" panose="020B0604030504040204" pitchFamily="34" charset="0"/>
              </a:rPr>
              <a:t>MIN</a:t>
            </a:r>
            <a:r>
              <a:rPr lang="en-US" altLang="en-US" sz="1800">
                <a:latin typeface="Tahoma" panose="020B0604030504040204" pitchFamily="34" charset="0"/>
              </a:rPr>
              <a:t>(LUONG),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p:txBody>
      </p:sp>
      <p:sp>
        <p:nvSpPr>
          <p:cNvPr id="183303" name="Rectangle 1">
            <a:extLst>
              <a:ext uri="{FF2B5EF4-FFF2-40B4-BE49-F238E27FC236}">
                <a16:creationId xmlns:a16="http://schemas.microsoft.com/office/drawing/2014/main" id="{DF84E295-E64E-40AB-A0F1-C06857E9C08A}"/>
              </a:ext>
            </a:extLst>
          </p:cNvPr>
          <p:cNvSpPr>
            <a:spLocks noChangeArrowheads="1"/>
          </p:cNvSpPr>
          <p:nvPr/>
        </p:nvSpPr>
        <p:spPr bwMode="auto">
          <a:xfrm>
            <a:off x="457200" y="41148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a:t>(No column name)	(No column name)	(No column name)	(No column name)</a:t>
            </a:r>
          </a:p>
          <a:p>
            <a:r>
              <a:rPr lang="en-US" altLang="en-US" sz="1600"/>
              <a:t>368000	55000	25000	36800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2948"/>
                                        </p:tgtEl>
                                        <p:attrNameLst>
                                          <p:attrName>style.visibility</p:attrName>
                                        </p:attrNameLst>
                                      </p:cBhvr>
                                      <p:to>
                                        <p:strVal val="visible"/>
                                      </p:to>
                                    </p:set>
                                    <p:anim calcmode="lin" valueType="num">
                                      <p:cBhvr additive="base">
                                        <p:cTn id="7" dur="500" fill="hold"/>
                                        <p:tgtEl>
                                          <p:spTgt spid="722948"/>
                                        </p:tgtEl>
                                        <p:attrNameLst>
                                          <p:attrName>ppt_x</p:attrName>
                                        </p:attrNameLst>
                                      </p:cBhvr>
                                      <p:tavLst>
                                        <p:tav tm="0">
                                          <p:val>
                                            <p:strVal val="1+#ppt_w/2"/>
                                          </p:val>
                                        </p:tav>
                                        <p:tav tm="100000">
                                          <p:val>
                                            <p:strVal val="#ppt_x"/>
                                          </p:val>
                                        </p:tav>
                                      </p:tavLst>
                                    </p:anim>
                                    <p:anim calcmode="lin" valueType="num">
                                      <p:cBhvr additive="base">
                                        <p:cTn id="8" dur="500" fill="hold"/>
                                        <p:tgtEl>
                                          <p:spTgt spid="722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26341672-AADC-436D-84F7-969C7F7AD1C8}"/>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85347" name="Slide Number Placeholder 5">
            <a:extLst>
              <a:ext uri="{FF2B5EF4-FFF2-40B4-BE49-F238E27FC236}">
                <a16:creationId xmlns:a16="http://schemas.microsoft.com/office/drawing/2014/main" id="{9BE3B2A8-9B42-4FC7-831D-A7AC1884D0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E2F9E38-BC98-4183-ABBE-32B177FF0DB5}" type="slidenum">
              <a:rPr lang="en-US" altLang="en-US" sz="1000"/>
              <a:pPr algn="r">
                <a:spcBef>
                  <a:spcPct val="0"/>
                </a:spcBef>
                <a:buClrTx/>
                <a:buFontTx/>
                <a:buNone/>
              </a:pPr>
              <a:t>34</a:t>
            </a:fld>
            <a:endParaRPr lang="en-US" altLang="en-US" sz="1000"/>
          </a:p>
        </p:txBody>
      </p:sp>
      <p:sp>
        <p:nvSpPr>
          <p:cNvPr id="185348" name="Rectangle 2">
            <a:extLst>
              <a:ext uri="{FF2B5EF4-FFF2-40B4-BE49-F238E27FC236}">
                <a16:creationId xmlns:a16="http://schemas.microsoft.com/office/drawing/2014/main" id="{32995DDC-F4C6-4E36-A719-BA6B2D315907}"/>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3. Hàm kết hợp - Ví</a:t>
            </a:r>
            <a:r>
              <a:rPr lang="en-US" altLang="en-US" sz="3500" dirty="0"/>
              <a:t> </a:t>
            </a:r>
            <a:r>
              <a:rPr lang="en-US" altLang="en-US" sz="3500" dirty="0" err="1"/>
              <a:t>dụ</a:t>
            </a:r>
            <a:r>
              <a:rPr lang="en-US" altLang="en-US" sz="3500" dirty="0"/>
              <a:t> (tt)</a:t>
            </a:r>
          </a:p>
        </p:txBody>
      </p:sp>
      <p:sp>
        <p:nvSpPr>
          <p:cNvPr id="185349" name="Rectangle 3">
            <a:extLst>
              <a:ext uri="{FF2B5EF4-FFF2-40B4-BE49-F238E27FC236}">
                <a16:creationId xmlns:a16="http://schemas.microsoft.com/office/drawing/2014/main" id="{CD6AD9E7-516D-4E52-B733-25D417C1E682}"/>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số lượng nhân viên của phòng ‘Nghien cuu’ </a:t>
            </a:r>
          </a:p>
          <a:p>
            <a:pPr eaLnBrk="1" hangingPunct="1"/>
            <a:endParaRPr lang="en-US" altLang="en-US"/>
          </a:p>
        </p:txBody>
      </p:sp>
      <p:sp>
        <p:nvSpPr>
          <p:cNvPr id="724996" name="Text Box 4">
            <a:extLst>
              <a:ext uri="{FF2B5EF4-FFF2-40B4-BE49-F238E27FC236}">
                <a16:creationId xmlns:a16="http://schemas.microsoft.com/office/drawing/2014/main" id="{FED7349D-6ED9-4ACF-86A6-AFDD11EC1657}"/>
              </a:ext>
            </a:extLst>
          </p:cNvPr>
          <p:cNvSpPr txBox="1">
            <a:spLocks noChangeArrowheads="1"/>
          </p:cNvSpPr>
          <p:nvPr/>
        </p:nvSpPr>
        <p:spPr bwMode="auto">
          <a:xfrm>
            <a:off x="1524000" y="2819400"/>
            <a:ext cx="57150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SL_NV</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PHONGBAN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PHG=MAPHG </a:t>
            </a:r>
            <a:r>
              <a:rPr lang="en-US" altLang="en-US" sz="1800">
                <a:solidFill>
                  <a:srgbClr val="777777"/>
                </a:solidFill>
                <a:latin typeface="Tahoma" panose="020B0604030504040204" pitchFamily="34" charset="0"/>
              </a:rPr>
              <a:t>AND</a:t>
            </a:r>
            <a:r>
              <a:rPr lang="en-US" altLang="en-US" sz="1800">
                <a:latin typeface="Tahoma" panose="020B0604030504040204" pitchFamily="34" charset="0"/>
              </a:rPr>
              <a:t> TENPHG=</a:t>
            </a:r>
            <a:r>
              <a:rPr lang="en-US" altLang="en-US" sz="1800">
                <a:solidFill>
                  <a:srgbClr val="CC0000"/>
                </a:solidFill>
                <a:latin typeface="Tahoma" panose="020B0604030504040204" pitchFamily="34" charset="0"/>
              </a:rPr>
              <a:t>‘Nghien cuu’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4996"/>
                                        </p:tgtEl>
                                        <p:attrNameLst>
                                          <p:attrName>style.visibility</p:attrName>
                                        </p:attrNameLst>
                                      </p:cBhvr>
                                      <p:to>
                                        <p:strVal val="visible"/>
                                      </p:to>
                                    </p:set>
                                    <p:anim calcmode="lin" valueType="num">
                                      <p:cBhvr additive="base">
                                        <p:cTn id="7" dur="500" fill="hold"/>
                                        <p:tgtEl>
                                          <p:spTgt spid="724996"/>
                                        </p:tgtEl>
                                        <p:attrNameLst>
                                          <p:attrName>ppt_x</p:attrName>
                                        </p:attrNameLst>
                                      </p:cBhvr>
                                      <p:tavLst>
                                        <p:tav tm="0">
                                          <p:val>
                                            <p:strVal val="1+#ppt_w/2"/>
                                          </p:val>
                                        </p:tav>
                                        <p:tav tm="100000">
                                          <p:val>
                                            <p:strVal val="#ppt_x"/>
                                          </p:val>
                                        </p:tav>
                                      </p:tavLst>
                                    </p:anim>
                                    <p:anim calcmode="lin" valueType="num">
                                      <p:cBhvr additive="base">
                                        <p:cTn id="8" dur="500" fill="hold"/>
                                        <p:tgtEl>
                                          <p:spTgt spid="7249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99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Date Placeholder 3">
            <a:extLst>
              <a:ext uri="{FF2B5EF4-FFF2-40B4-BE49-F238E27FC236}">
                <a16:creationId xmlns:a16="http://schemas.microsoft.com/office/drawing/2014/main" id="{597359E0-D605-408F-B6CB-6C2C5FA1895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87395" name="Slide Number Placeholder 5">
            <a:extLst>
              <a:ext uri="{FF2B5EF4-FFF2-40B4-BE49-F238E27FC236}">
                <a16:creationId xmlns:a16="http://schemas.microsoft.com/office/drawing/2014/main" id="{506546E3-3A94-433F-B429-D6300C978C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C25DBD4-01B5-49FB-ADAD-F9A16FDF18D5}" type="slidenum">
              <a:rPr lang="en-US" altLang="en-US" sz="1000"/>
              <a:pPr algn="r">
                <a:spcBef>
                  <a:spcPct val="0"/>
                </a:spcBef>
                <a:buClrTx/>
                <a:buFontTx/>
                <a:buNone/>
              </a:pPr>
              <a:t>35</a:t>
            </a:fld>
            <a:endParaRPr lang="en-US" altLang="en-US" sz="1000"/>
          </a:p>
        </p:txBody>
      </p:sp>
      <p:sp>
        <p:nvSpPr>
          <p:cNvPr id="731246" name="Rectangle 110">
            <a:extLst>
              <a:ext uri="{FF2B5EF4-FFF2-40B4-BE49-F238E27FC236}">
                <a16:creationId xmlns:a16="http://schemas.microsoft.com/office/drawing/2014/main" id="{A1AB3C6B-C552-4F0F-BAE0-8BB58BF1E560}"/>
              </a:ext>
            </a:extLst>
          </p:cNvPr>
          <p:cNvSpPr>
            <a:spLocks noChangeArrowheads="1"/>
          </p:cNvSpPr>
          <p:nvPr/>
        </p:nvSpPr>
        <p:spPr bwMode="auto">
          <a:xfrm>
            <a:off x="76200" y="5867400"/>
            <a:ext cx="8915400" cy="304800"/>
          </a:xfrm>
          <a:prstGeom prst="rect">
            <a:avLst/>
          </a:prstGeom>
          <a:solidFill>
            <a:srgbClr val="CC99FF">
              <a:alpha val="79999"/>
            </a:srgbClr>
          </a:solidFill>
          <a:ln w="12700" algn="ctr">
            <a:solidFill>
              <a:srgbClr val="CC99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1247" name="Rectangle 111">
            <a:extLst>
              <a:ext uri="{FF2B5EF4-FFF2-40B4-BE49-F238E27FC236}">
                <a16:creationId xmlns:a16="http://schemas.microsoft.com/office/drawing/2014/main" id="{A9599866-AA8E-4B38-B53B-638229626D4E}"/>
              </a:ext>
            </a:extLst>
          </p:cNvPr>
          <p:cNvSpPr>
            <a:spLocks noChangeArrowheads="1"/>
          </p:cNvSpPr>
          <p:nvPr/>
        </p:nvSpPr>
        <p:spPr bwMode="auto">
          <a:xfrm>
            <a:off x="76200" y="4953000"/>
            <a:ext cx="8915400" cy="8382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1248" name="Rectangle 112">
            <a:extLst>
              <a:ext uri="{FF2B5EF4-FFF2-40B4-BE49-F238E27FC236}">
                <a16:creationId xmlns:a16="http://schemas.microsoft.com/office/drawing/2014/main" id="{9F0D632E-8183-4A57-84BF-033A0A735D44}"/>
              </a:ext>
            </a:extLst>
          </p:cNvPr>
          <p:cNvSpPr>
            <a:spLocks noChangeArrowheads="1"/>
          </p:cNvSpPr>
          <p:nvPr/>
        </p:nvSpPr>
        <p:spPr bwMode="auto">
          <a:xfrm>
            <a:off x="76200" y="4038600"/>
            <a:ext cx="8915400" cy="838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87399" name="Rectangle 2">
            <a:extLst>
              <a:ext uri="{FF2B5EF4-FFF2-40B4-BE49-F238E27FC236}">
                <a16:creationId xmlns:a16="http://schemas.microsoft.com/office/drawing/2014/main" id="{D65A864B-3A45-4C9F-BEDC-644ABD0AB8BB}"/>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3. Hàm kết hợp - Ví</a:t>
            </a:r>
            <a:r>
              <a:rPr lang="en-US" altLang="en-US" sz="3500" dirty="0"/>
              <a:t> </a:t>
            </a:r>
            <a:r>
              <a:rPr lang="en-US" altLang="en-US" sz="3500" dirty="0" err="1"/>
              <a:t>dụ (tt)</a:t>
            </a:r>
            <a:endParaRPr lang="en-US" altLang="en-US" sz="3500" dirty="0"/>
          </a:p>
        </p:txBody>
      </p:sp>
      <p:sp>
        <p:nvSpPr>
          <p:cNvPr id="187400" name="Rectangle 3">
            <a:extLst>
              <a:ext uri="{FF2B5EF4-FFF2-40B4-BE49-F238E27FC236}">
                <a16:creationId xmlns:a16="http://schemas.microsoft.com/office/drawing/2014/main" id="{B9FCC3D8-7ADF-47A7-8E81-3A6C7AB1EA27}"/>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số lượng nhân viên của từng phòng ban</a:t>
            </a:r>
          </a:p>
          <a:p>
            <a:pPr eaLnBrk="1" hangingPunct="1"/>
            <a:endParaRPr lang="en-US" altLang="en-US"/>
          </a:p>
        </p:txBody>
      </p:sp>
      <p:grpSp>
        <p:nvGrpSpPr>
          <p:cNvPr id="187401" name="Group 4">
            <a:extLst>
              <a:ext uri="{FF2B5EF4-FFF2-40B4-BE49-F238E27FC236}">
                <a16:creationId xmlns:a16="http://schemas.microsoft.com/office/drawing/2014/main" id="{C2465288-2064-4347-A07B-017B72BFB1FE}"/>
              </a:ext>
            </a:extLst>
          </p:cNvPr>
          <p:cNvGrpSpPr>
            <a:grpSpLocks/>
          </p:cNvGrpSpPr>
          <p:nvPr/>
        </p:nvGrpSpPr>
        <p:grpSpPr bwMode="auto">
          <a:xfrm>
            <a:off x="2590800" y="2057400"/>
            <a:ext cx="2535238" cy="1295400"/>
            <a:chOff x="1296" y="1488"/>
            <a:chExt cx="1597" cy="816"/>
          </a:xfrm>
        </p:grpSpPr>
        <p:sp>
          <p:nvSpPr>
            <p:cNvPr id="187494" name="Line 5">
              <a:extLst>
                <a:ext uri="{FF2B5EF4-FFF2-40B4-BE49-F238E27FC236}">
                  <a16:creationId xmlns:a16="http://schemas.microsoft.com/office/drawing/2014/main" id="{BF2925F0-534C-4843-8AE4-AD869C9C2B97}"/>
                </a:ext>
              </a:extLst>
            </p:cNvPr>
            <p:cNvSpPr>
              <a:spLocks noChangeShapeType="1"/>
            </p:cNvSpPr>
            <p:nvPr/>
          </p:nvSpPr>
          <p:spPr bwMode="auto">
            <a:xfrm>
              <a:off x="1344" y="1680"/>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87495" name="Text Box 6">
              <a:extLst>
                <a:ext uri="{FF2B5EF4-FFF2-40B4-BE49-F238E27FC236}">
                  <a16:creationId xmlns:a16="http://schemas.microsoft.com/office/drawing/2014/main" id="{BD3C8949-B54B-4AF3-BC11-B0568C435B74}"/>
                </a:ext>
              </a:extLst>
            </p:cNvPr>
            <p:cNvSpPr txBox="1">
              <a:spLocks noChangeArrowheads="1"/>
            </p:cNvSpPr>
            <p:nvPr/>
          </p:nvSpPr>
          <p:spPr bwMode="auto">
            <a:xfrm>
              <a:off x="2208" y="14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SL_NV</a:t>
              </a:r>
            </a:p>
          </p:txBody>
        </p:sp>
        <p:sp>
          <p:nvSpPr>
            <p:cNvPr id="187496" name="Text Box 7">
              <a:extLst>
                <a:ext uri="{FF2B5EF4-FFF2-40B4-BE49-F238E27FC236}">
                  <a16:creationId xmlns:a16="http://schemas.microsoft.com/office/drawing/2014/main" id="{CD30E24F-8752-4C79-896B-9C87D7818F67}"/>
                </a:ext>
              </a:extLst>
            </p:cNvPr>
            <p:cNvSpPr txBox="1">
              <a:spLocks noChangeArrowheads="1"/>
            </p:cNvSpPr>
            <p:nvPr/>
          </p:nvSpPr>
          <p:spPr bwMode="auto">
            <a:xfrm>
              <a:off x="1308" y="1728"/>
              <a:ext cx="9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187497" name="Text Box 8">
              <a:extLst>
                <a:ext uri="{FF2B5EF4-FFF2-40B4-BE49-F238E27FC236}">
                  <a16:creationId xmlns:a16="http://schemas.microsoft.com/office/drawing/2014/main" id="{8AAD75E4-A3A8-4A73-B6FC-E57DA1DFD2EF}"/>
                </a:ext>
              </a:extLst>
            </p:cNvPr>
            <p:cNvSpPr txBox="1">
              <a:spLocks noChangeArrowheads="1"/>
            </p:cNvSpPr>
            <p:nvPr/>
          </p:nvSpPr>
          <p:spPr bwMode="auto">
            <a:xfrm>
              <a:off x="1308" y="1920"/>
              <a:ext cx="9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87498" name="Text Box 9">
              <a:extLst>
                <a:ext uri="{FF2B5EF4-FFF2-40B4-BE49-F238E27FC236}">
                  <a16:creationId xmlns:a16="http://schemas.microsoft.com/office/drawing/2014/main" id="{B989260F-8D25-4D6A-896B-85BF51B3D835}"/>
                </a:ext>
              </a:extLst>
            </p:cNvPr>
            <p:cNvSpPr txBox="1">
              <a:spLocks noChangeArrowheads="1"/>
            </p:cNvSpPr>
            <p:nvPr/>
          </p:nvSpPr>
          <p:spPr bwMode="auto">
            <a:xfrm>
              <a:off x="2208" y="1728"/>
              <a:ext cx="6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a:t>
              </a:r>
            </a:p>
          </p:txBody>
        </p:sp>
        <p:sp>
          <p:nvSpPr>
            <p:cNvPr id="187499" name="Text Box 10">
              <a:extLst>
                <a:ext uri="{FF2B5EF4-FFF2-40B4-BE49-F238E27FC236}">
                  <a16:creationId xmlns:a16="http://schemas.microsoft.com/office/drawing/2014/main" id="{E6FA6CCC-97D8-41E2-A308-38B9CD769A83}"/>
                </a:ext>
              </a:extLst>
            </p:cNvPr>
            <p:cNvSpPr txBox="1">
              <a:spLocks noChangeArrowheads="1"/>
            </p:cNvSpPr>
            <p:nvPr/>
          </p:nvSpPr>
          <p:spPr bwMode="auto">
            <a:xfrm>
              <a:off x="2208" y="1920"/>
              <a:ext cx="6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a:t>
              </a:r>
            </a:p>
          </p:txBody>
        </p:sp>
        <p:sp>
          <p:nvSpPr>
            <p:cNvPr id="187500" name="Text Box 11">
              <a:extLst>
                <a:ext uri="{FF2B5EF4-FFF2-40B4-BE49-F238E27FC236}">
                  <a16:creationId xmlns:a16="http://schemas.microsoft.com/office/drawing/2014/main" id="{7409F366-4E08-4171-B419-8E2CB0009769}"/>
                </a:ext>
              </a:extLst>
            </p:cNvPr>
            <p:cNvSpPr txBox="1">
              <a:spLocks noChangeArrowheads="1"/>
            </p:cNvSpPr>
            <p:nvPr/>
          </p:nvSpPr>
          <p:spPr bwMode="auto">
            <a:xfrm>
              <a:off x="1296" y="1488"/>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187501" name="Line 12">
              <a:extLst>
                <a:ext uri="{FF2B5EF4-FFF2-40B4-BE49-F238E27FC236}">
                  <a16:creationId xmlns:a16="http://schemas.microsoft.com/office/drawing/2014/main" id="{493FE5A4-BA1E-4DCE-BE8F-59AD83AAF922}"/>
                </a:ext>
              </a:extLst>
            </p:cNvPr>
            <p:cNvSpPr>
              <a:spLocks noChangeShapeType="1"/>
            </p:cNvSpPr>
            <p:nvPr/>
          </p:nvSpPr>
          <p:spPr bwMode="auto">
            <a:xfrm>
              <a:off x="2208" y="1488"/>
              <a:ext cx="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87502" name="Text Box 13">
              <a:extLst>
                <a:ext uri="{FF2B5EF4-FFF2-40B4-BE49-F238E27FC236}">
                  <a16:creationId xmlns:a16="http://schemas.microsoft.com/office/drawing/2014/main" id="{9915DD52-5B60-4D6A-954B-E82CB5519F6A}"/>
                </a:ext>
              </a:extLst>
            </p:cNvPr>
            <p:cNvSpPr txBox="1">
              <a:spLocks noChangeArrowheads="1"/>
            </p:cNvSpPr>
            <p:nvPr/>
          </p:nvSpPr>
          <p:spPr bwMode="auto">
            <a:xfrm>
              <a:off x="1308" y="2112"/>
              <a:ext cx="9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87503" name="Text Box 14">
              <a:extLst>
                <a:ext uri="{FF2B5EF4-FFF2-40B4-BE49-F238E27FC236}">
                  <a16:creationId xmlns:a16="http://schemas.microsoft.com/office/drawing/2014/main" id="{ECBA33B1-46E0-487F-B4BE-14BC32C1FDFC}"/>
                </a:ext>
              </a:extLst>
            </p:cNvPr>
            <p:cNvSpPr txBox="1">
              <a:spLocks noChangeArrowheads="1"/>
            </p:cNvSpPr>
            <p:nvPr/>
          </p:nvSpPr>
          <p:spPr bwMode="auto">
            <a:xfrm>
              <a:off x="2208" y="2112"/>
              <a:ext cx="6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grpSp>
      <p:grpSp>
        <p:nvGrpSpPr>
          <p:cNvPr id="187402" name="Group 109">
            <a:extLst>
              <a:ext uri="{FF2B5EF4-FFF2-40B4-BE49-F238E27FC236}">
                <a16:creationId xmlns:a16="http://schemas.microsoft.com/office/drawing/2014/main" id="{8E6245D4-327A-4445-9D27-27A4EE32903E}"/>
              </a:ext>
            </a:extLst>
          </p:cNvPr>
          <p:cNvGrpSpPr>
            <a:grpSpLocks/>
          </p:cNvGrpSpPr>
          <p:nvPr/>
        </p:nvGrpSpPr>
        <p:grpSpPr bwMode="auto">
          <a:xfrm>
            <a:off x="76200" y="3657600"/>
            <a:ext cx="8991600" cy="2590800"/>
            <a:chOff x="48" y="2304"/>
            <a:chExt cx="5664" cy="1632"/>
          </a:xfrm>
        </p:grpSpPr>
        <p:sp>
          <p:nvSpPr>
            <p:cNvPr id="187403" name="Line 18">
              <a:extLst>
                <a:ext uri="{FF2B5EF4-FFF2-40B4-BE49-F238E27FC236}">
                  <a16:creationId xmlns:a16="http://schemas.microsoft.com/office/drawing/2014/main" id="{BB3C24B7-1A94-46B5-8FC8-89453EA13002}"/>
                </a:ext>
              </a:extLst>
            </p:cNvPr>
            <p:cNvSpPr>
              <a:spLocks noChangeShapeType="1"/>
            </p:cNvSpPr>
            <p:nvPr/>
          </p:nvSpPr>
          <p:spPr bwMode="auto">
            <a:xfrm>
              <a:off x="48" y="2496"/>
              <a:ext cx="56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87404" name="Text Box 19">
              <a:extLst>
                <a:ext uri="{FF2B5EF4-FFF2-40B4-BE49-F238E27FC236}">
                  <a16:creationId xmlns:a16="http://schemas.microsoft.com/office/drawing/2014/main" id="{C6EFBB64-B754-4298-B531-6D22C7C19F6C}"/>
                </a:ext>
              </a:extLst>
            </p:cNvPr>
            <p:cNvSpPr txBox="1">
              <a:spLocks noChangeArrowheads="1"/>
            </p:cNvSpPr>
            <p:nvPr/>
          </p:nvSpPr>
          <p:spPr bwMode="auto">
            <a:xfrm>
              <a:off x="1728" y="23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187405" name="Text Box 20">
              <a:extLst>
                <a:ext uri="{FF2B5EF4-FFF2-40B4-BE49-F238E27FC236}">
                  <a16:creationId xmlns:a16="http://schemas.microsoft.com/office/drawing/2014/main" id="{375A23FD-1D1B-4888-AF29-2324B371552B}"/>
                </a:ext>
              </a:extLst>
            </p:cNvPr>
            <p:cNvSpPr txBox="1">
              <a:spLocks noChangeArrowheads="1"/>
            </p:cNvSpPr>
            <p:nvPr/>
          </p:nvSpPr>
          <p:spPr bwMode="auto">
            <a:xfrm>
              <a:off x="672" y="230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187406" name="Text Box 21">
              <a:extLst>
                <a:ext uri="{FF2B5EF4-FFF2-40B4-BE49-F238E27FC236}">
                  <a16:creationId xmlns:a16="http://schemas.microsoft.com/office/drawing/2014/main" id="{291363ED-E480-4CCD-AB54-0EF55CF16B23}"/>
                </a:ext>
              </a:extLst>
            </p:cNvPr>
            <p:cNvSpPr txBox="1">
              <a:spLocks noChangeArrowheads="1"/>
            </p:cNvSpPr>
            <p:nvPr/>
          </p:nvSpPr>
          <p:spPr bwMode="auto">
            <a:xfrm>
              <a:off x="2256"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187407" name="Text Box 22">
              <a:extLst>
                <a:ext uri="{FF2B5EF4-FFF2-40B4-BE49-F238E27FC236}">
                  <a16:creationId xmlns:a16="http://schemas.microsoft.com/office/drawing/2014/main" id="{3D90800B-87C2-439E-973A-58959D0616FF}"/>
                </a:ext>
              </a:extLst>
            </p:cNvPr>
            <p:cNvSpPr txBox="1">
              <a:spLocks noChangeArrowheads="1"/>
            </p:cNvSpPr>
            <p:nvPr/>
          </p:nvSpPr>
          <p:spPr bwMode="auto">
            <a:xfrm>
              <a:off x="2976"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187408" name="Text Box 23">
              <a:extLst>
                <a:ext uri="{FF2B5EF4-FFF2-40B4-BE49-F238E27FC236}">
                  <a16:creationId xmlns:a16="http://schemas.microsoft.com/office/drawing/2014/main" id="{DBF3A6D0-9AF8-43D8-A641-32C1E98BA728}"/>
                </a:ext>
              </a:extLst>
            </p:cNvPr>
            <p:cNvSpPr txBox="1">
              <a:spLocks noChangeArrowheads="1"/>
            </p:cNvSpPr>
            <p:nvPr/>
          </p:nvSpPr>
          <p:spPr bwMode="auto">
            <a:xfrm>
              <a:off x="3696" y="230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187409" name="Text Box 24">
              <a:extLst>
                <a:ext uri="{FF2B5EF4-FFF2-40B4-BE49-F238E27FC236}">
                  <a16:creationId xmlns:a16="http://schemas.microsoft.com/office/drawing/2014/main" id="{E67CB52A-76AE-4EB5-9821-5AA87B63B801}"/>
                </a:ext>
              </a:extLst>
            </p:cNvPr>
            <p:cNvSpPr txBox="1">
              <a:spLocks noChangeArrowheads="1"/>
            </p:cNvSpPr>
            <p:nvPr/>
          </p:nvSpPr>
          <p:spPr bwMode="auto">
            <a:xfrm>
              <a:off x="4128" y="23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187410" name="Text Box 25">
              <a:extLst>
                <a:ext uri="{FF2B5EF4-FFF2-40B4-BE49-F238E27FC236}">
                  <a16:creationId xmlns:a16="http://schemas.microsoft.com/office/drawing/2014/main" id="{C64E2274-1607-4C92-8346-64596E2AB3AB}"/>
                </a:ext>
              </a:extLst>
            </p:cNvPr>
            <p:cNvSpPr txBox="1">
              <a:spLocks noChangeArrowheads="1"/>
            </p:cNvSpPr>
            <p:nvPr/>
          </p:nvSpPr>
          <p:spPr bwMode="auto">
            <a:xfrm>
              <a:off x="5328" y="230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187411" name="Text Box 26">
              <a:extLst>
                <a:ext uri="{FF2B5EF4-FFF2-40B4-BE49-F238E27FC236}">
                  <a16:creationId xmlns:a16="http://schemas.microsoft.com/office/drawing/2014/main" id="{51763544-7798-4E52-875D-C73328966973}"/>
                </a:ext>
              </a:extLst>
            </p:cNvPr>
            <p:cNvSpPr txBox="1">
              <a:spLocks noChangeArrowheads="1"/>
            </p:cNvSpPr>
            <p:nvPr/>
          </p:nvSpPr>
          <p:spPr bwMode="auto">
            <a:xfrm>
              <a:off x="1728" y="254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187412" name="Text Box 27">
              <a:extLst>
                <a:ext uri="{FF2B5EF4-FFF2-40B4-BE49-F238E27FC236}">
                  <a16:creationId xmlns:a16="http://schemas.microsoft.com/office/drawing/2014/main" id="{A8C28F13-5BA5-49B3-9F7E-0FCE644D7764}"/>
                </a:ext>
              </a:extLst>
            </p:cNvPr>
            <p:cNvSpPr txBox="1">
              <a:spLocks noChangeArrowheads="1"/>
            </p:cNvSpPr>
            <p:nvPr/>
          </p:nvSpPr>
          <p:spPr bwMode="auto">
            <a:xfrm>
              <a:off x="672" y="254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187413" name="Text Box 28">
              <a:extLst>
                <a:ext uri="{FF2B5EF4-FFF2-40B4-BE49-F238E27FC236}">
                  <a16:creationId xmlns:a16="http://schemas.microsoft.com/office/drawing/2014/main" id="{35D50328-16FA-4629-BD1F-317B39FA2A9D}"/>
                </a:ext>
              </a:extLst>
            </p:cNvPr>
            <p:cNvSpPr txBox="1">
              <a:spLocks noChangeArrowheads="1"/>
            </p:cNvSpPr>
            <p:nvPr/>
          </p:nvSpPr>
          <p:spPr bwMode="auto">
            <a:xfrm>
              <a:off x="2256" y="254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187414" name="Text Box 29">
              <a:extLst>
                <a:ext uri="{FF2B5EF4-FFF2-40B4-BE49-F238E27FC236}">
                  <a16:creationId xmlns:a16="http://schemas.microsoft.com/office/drawing/2014/main" id="{41CC3DC5-5D9F-4D27-A9DE-0E8EA92D2B34}"/>
                </a:ext>
              </a:extLst>
            </p:cNvPr>
            <p:cNvSpPr txBox="1">
              <a:spLocks noChangeArrowheads="1"/>
            </p:cNvSpPr>
            <p:nvPr/>
          </p:nvSpPr>
          <p:spPr bwMode="auto">
            <a:xfrm>
              <a:off x="2976" y="254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187415" name="Text Box 30">
              <a:extLst>
                <a:ext uri="{FF2B5EF4-FFF2-40B4-BE49-F238E27FC236}">
                  <a16:creationId xmlns:a16="http://schemas.microsoft.com/office/drawing/2014/main" id="{1BCC5A17-A1C0-4D99-B345-ACE26A056376}"/>
                </a:ext>
              </a:extLst>
            </p:cNvPr>
            <p:cNvSpPr txBox="1">
              <a:spLocks noChangeArrowheads="1"/>
            </p:cNvSpPr>
            <p:nvPr/>
          </p:nvSpPr>
          <p:spPr bwMode="auto">
            <a:xfrm>
              <a:off x="3696" y="254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87416" name="Text Box 31">
              <a:extLst>
                <a:ext uri="{FF2B5EF4-FFF2-40B4-BE49-F238E27FC236}">
                  <a16:creationId xmlns:a16="http://schemas.microsoft.com/office/drawing/2014/main" id="{FDA6A42D-C512-44A0-9337-15BC4B09E5CE}"/>
                </a:ext>
              </a:extLst>
            </p:cNvPr>
            <p:cNvSpPr txBox="1">
              <a:spLocks noChangeArrowheads="1"/>
            </p:cNvSpPr>
            <p:nvPr/>
          </p:nvSpPr>
          <p:spPr bwMode="auto">
            <a:xfrm>
              <a:off x="4128" y="254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187417" name="Text Box 32">
              <a:extLst>
                <a:ext uri="{FF2B5EF4-FFF2-40B4-BE49-F238E27FC236}">
                  <a16:creationId xmlns:a16="http://schemas.microsoft.com/office/drawing/2014/main" id="{B51CC739-6B8B-4B42-A5E4-8E66B5E0ECEA}"/>
                </a:ext>
              </a:extLst>
            </p:cNvPr>
            <p:cNvSpPr txBox="1">
              <a:spLocks noChangeArrowheads="1"/>
            </p:cNvSpPr>
            <p:nvPr/>
          </p:nvSpPr>
          <p:spPr bwMode="auto">
            <a:xfrm>
              <a:off x="5328" y="254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187418" name="Text Box 33">
              <a:extLst>
                <a:ext uri="{FF2B5EF4-FFF2-40B4-BE49-F238E27FC236}">
                  <a16:creationId xmlns:a16="http://schemas.microsoft.com/office/drawing/2014/main" id="{9A051556-FE5E-43A6-9D23-0E22F0913E49}"/>
                </a:ext>
              </a:extLst>
            </p:cNvPr>
            <p:cNvSpPr txBox="1">
              <a:spLocks noChangeArrowheads="1"/>
            </p:cNvSpPr>
            <p:nvPr/>
          </p:nvSpPr>
          <p:spPr bwMode="auto">
            <a:xfrm>
              <a:off x="1728" y="273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187419" name="Text Box 34">
              <a:extLst>
                <a:ext uri="{FF2B5EF4-FFF2-40B4-BE49-F238E27FC236}">
                  <a16:creationId xmlns:a16="http://schemas.microsoft.com/office/drawing/2014/main" id="{CD59CFFD-270F-4B53-913E-21CCF3991898}"/>
                </a:ext>
              </a:extLst>
            </p:cNvPr>
            <p:cNvSpPr txBox="1">
              <a:spLocks noChangeArrowheads="1"/>
            </p:cNvSpPr>
            <p:nvPr/>
          </p:nvSpPr>
          <p:spPr bwMode="auto">
            <a:xfrm>
              <a:off x="672" y="273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187420" name="Text Box 35">
              <a:extLst>
                <a:ext uri="{FF2B5EF4-FFF2-40B4-BE49-F238E27FC236}">
                  <a16:creationId xmlns:a16="http://schemas.microsoft.com/office/drawing/2014/main" id="{C380F547-5AC4-40B2-969C-AC877317CB54}"/>
                </a:ext>
              </a:extLst>
            </p:cNvPr>
            <p:cNvSpPr txBox="1">
              <a:spLocks noChangeArrowheads="1"/>
            </p:cNvSpPr>
            <p:nvPr/>
          </p:nvSpPr>
          <p:spPr bwMode="auto">
            <a:xfrm>
              <a:off x="2256" y="273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187421" name="Text Box 36">
              <a:extLst>
                <a:ext uri="{FF2B5EF4-FFF2-40B4-BE49-F238E27FC236}">
                  <a16:creationId xmlns:a16="http://schemas.microsoft.com/office/drawing/2014/main" id="{E84A8530-8784-40F0-87A3-3FC25EB4B708}"/>
                </a:ext>
              </a:extLst>
            </p:cNvPr>
            <p:cNvSpPr txBox="1">
              <a:spLocks noChangeArrowheads="1"/>
            </p:cNvSpPr>
            <p:nvPr/>
          </p:nvSpPr>
          <p:spPr bwMode="auto">
            <a:xfrm>
              <a:off x="2976" y="273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187422" name="Text Box 37">
              <a:extLst>
                <a:ext uri="{FF2B5EF4-FFF2-40B4-BE49-F238E27FC236}">
                  <a16:creationId xmlns:a16="http://schemas.microsoft.com/office/drawing/2014/main" id="{21B56872-1817-4B89-85C8-CCBFE22AA275}"/>
                </a:ext>
              </a:extLst>
            </p:cNvPr>
            <p:cNvSpPr txBox="1">
              <a:spLocks noChangeArrowheads="1"/>
            </p:cNvSpPr>
            <p:nvPr/>
          </p:nvSpPr>
          <p:spPr bwMode="auto">
            <a:xfrm>
              <a:off x="3696" y="273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87423" name="Text Box 38">
              <a:extLst>
                <a:ext uri="{FF2B5EF4-FFF2-40B4-BE49-F238E27FC236}">
                  <a16:creationId xmlns:a16="http://schemas.microsoft.com/office/drawing/2014/main" id="{BFC769B2-22B4-4145-83A6-F65B854678D2}"/>
                </a:ext>
              </a:extLst>
            </p:cNvPr>
            <p:cNvSpPr txBox="1">
              <a:spLocks noChangeArrowheads="1"/>
            </p:cNvSpPr>
            <p:nvPr/>
          </p:nvSpPr>
          <p:spPr bwMode="auto">
            <a:xfrm>
              <a:off x="4128" y="273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187424" name="Text Box 39">
              <a:extLst>
                <a:ext uri="{FF2B5EF4-FFF2-40B4-BE49-F238E27FC236}">
                  <a16:creationId xmlns:a16="http://schemas.microsoft.com/office/drawing/2014/main" id="{A752711C-74E4-41B6-A964-E99454E4E827}"/>
                </a:ext>
              </a:extLst>
            </p:cNvPr>
            <p:cNvSpPr txBox="1">
              <a:spLocks noChangeArrowheads="1"/>
            </p:cNvSpPr>
            <p:nvPr/>
          </p:nvSpPr>
          <p:spPr bwMode="auto">
            <a:xfrm>
              <a:off x="5328" y="273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187425" name="Text Box 40">
              <a:extLst>
                <a:ext uri="{FF2B5EF4-FFF2-40B4-BE49-F238E27FC236}">
                  <a16:creationId xmlns:a16="http://schemas.microsoft.com/office/drawing/2014/main" id="{DD21A5DF-F571-4D0B-A3DB-A23F860A016E}"/>
                </a:ext>
              </a:extLst>
            </p:cNvPr>
            <p:cNvSpPr txBox="1">
              <a:spLocks noChangeArrowheads="1"/>
            </p:cNvSpPr>
            <p:nvPr/>
          </p:nvSpPr>
          <p:spPr bwMode="auto">
            <a:xfrm>
              <a:off x="48" y="25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87426" name="Text Box 41">
              <a:extLst>
                <a:ext uri="{FF2B5EF4-FFF2-40B4-BE49-F238E27FC236}">
                  <a16:creationId xmlns:a16="http://schemas.microsoft.com/office/drawing/2014/main" id="{F0E20CF3-99BE-4C96-BA89-C6FF2F1E716C}"/>
                </a:ext>
              </a:extLst>
            </p:cNvPr>
            <p:cNvSpPr txBox="1">
              <a:spLocks noChangeArrowheads="1"/>
            </p:cNvSpPr>
            <p:nvPr/>
          </p:nvSpPr>
          <p:spPr bwMode="auto">
            <a:xfrm>
              <a:off x="48" y="273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87427" name="Text Box 42">
              <a:extLst>
                <a:ext uri="{FF2B5EF4-FFF2-40B4-BE49-F238E27FC236}">
                  <a16:creationId xmlns:a16="http://schemas.microsoft.com/office/drawing/2014/main" id="{FD9D0568-E43D-4E38-A489-C4345100CB1E}"/>
                </a:ext>
              </a:extLst>
            </p:cNvPr>
            <p:cNvSpPr txBox="1">
              <a:spLocks noChangeArrowheads="1"/>
            </p:cNvSpPr>
            <p:nvPr/>
          </p:nvSpPr>
          <p:spPr bwMode="auto">
            <a:xfrm>
              <a:off x="48"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MANV</a:t>
              </a:r>
            </a:p>
          </p:txBody>
        </p:sp>
        <p:sp>
          <p:nvSpPr>
            <p:cNvPr id="187428" name="Text Box 43">
              <a:extLst>
                <a:ext uri="{FF2B5EF4-FFF2-40B4-BE49-F238E27FC236}">
                  <a16:creationId xmlns:a16="http://schemas.microsoft.com/office/drawing/2014/main" id="{B1A5CEF7-FBE2-4F45-8599-575398B07710}"/>
                </a:ext>
              </a:extLst>
            </p:cNvPr>
            <p:cNvSpPr txBox="1">
              <a:spLocks noChangeArrowheads="1"/>
            </p:cNvSpPr>
            <p:nvPr/>
          </p:nvSpPr>
          <p:spPr bwMode="auto">
            <a:xfrm>
              <a:off x="4656"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MA_NQL</a:t>
              </a:r>
            </a:p>
          </p:txBody>
        </p:sp>
        <p:sp>
          <p:nvSpPr>
            <p:cNvPr id="187429" name="Text Box 44">
              <a:extLst>
                <a:ext uri="{FF2B5EF4-FFF2-40B4-BE49-F238E27FC236}">
                  <a16:creationId xmlns:a16="http://schemas.microsoft.com/office/drawing/2014/main" id="{46A4ECD5-6061-4FA9-8252-B2B6F58840CB}"/>
                </a:ext>
              </a:extLst>
            </p:cNvPr>
            <p:cNvSpPr txBox="1">
              <a:spLocks noChangeArrowheads="1"/>
            </p:cNvSpPr>
            <p:nvPr/>
          </p:nvSpPr>
          <p:spPr bwMode="auto">
            <a:xfrm>
              <a:off x="4656" y="25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187430" name="Text Box 45">
              <a:extLst>
                <a:ext uri="{FF2B5EF4-FFF2-40B4-BE49-F238E27FC236}">
                  <a16:creationId xmlns:a16="http://schemas.microsoft.com/office/drawing/2014/main" id="{D1C8A6BE-6ADC-49FC-BCCB-570FFF83188B}"/>
                </a:ext>
              </a:extLst>
            </p:cNvPr>
            <p:cNvSpPr txBox="1">
              <a:spLocks noChangeArrowheads="1"/>
            </p:cNvSpPr>
            <p:nvPr/>
          </p:nvSpPr>
          <p:spPr bwMode="auto">
            <a:xfrm>
              <a:off x="4656" y="273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grpSp>
          <p:nvGrpSpPr>
            <p:cNvPr id="187431" name="Group 46">
              <a:extLst>
                <a:ext uri="{FF2B5EF4-FFF2-40B4-BE49-F238E27FC236}">
                  <a16:creationId xmlns:a16="http://schemas.microsoft.com/office/drawing/2014/main" id="{FBD664D5-C9EB-47EF-A842-1F3DCA04E918}"/>
                </a:ext>
              </a:extLst>
            </p:cNvPr>
            <p:cNvGrpSpPr>
              <a:grpSpLocks/>
            </p:cNvGrpSpPr>
            <p:nvPr/>
          </p:nvGrpSpPr>
          <p:grpSpPr bwMode="auto">
            <a:xfrm>
              <a:off x="720" y="2304"/>
              <a:ext cx="4608" cy="1632"/>
              <a:chOff x="720" y="2784"/>
              <a:chExt cx="4608" cy="1008"/>
            </a:xfrm>
          </p:grpSpPr>
          <p:sp>
            <p:nvSpPr>
              <p:cNvPr id="187485" name="Line 47">
                <a:extLst>
                  <a:ext uri="{FF2B5EF4-FFF2-40B4-BE49-F238E27FC236}">
                    <a16:creationId xmlns:a16="http://schemas.microsoft.com/office/drawing/2014/main" id="{E0320C16-B47F-422F-91D6-806FC02DDFAE}"/>
                  </a:ext>
                </a:extLst>
              </p:cNvPr>
              <p:cNvSpPr>
                <a:spLocks noChangeShapeType="1"/>
              </p:cNvSpPr>
              <p:nvPr/>
            </p:nvSpPr>
            <p:spPr bwMode="auto">
              <a:xfrm>
                <a:off x="17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86" name="Line 48">
                <a:extLst>
                  <a:ext uri="{FF2B5EF4-FFF2-40B4-BE49-F238E27FC236}">
                    <a16:creationId xmlns:a16="http://schemas.microsoft.com/office/drawing/2014/main" id="{BAAF2554-4877-4C52-A48C-3BEB33EB2034}"/>
                  </a:ext>
                </a:extLst>
              </p:cNvPr>
              <p:cNvSpPr>
                <a:spLocks noChangeShapeType="1"/>
              </p:cNvSpPr>
              <p:nvPr/>
            </p:nvSpPr>
            <p:spPr bwMode="auto">
              <a:xfrm>
                <a:off x="22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87" name="Line 49">
                <a:extLst>
                  <a:ext uri="{FF2B5EF4-FFF2-40B4-BE49-F238E27FC236}">
                    <a16:creationId xmlns:a16="http://schemas.microsoft.com/office/drawing/2014/main" id="{13BC6E96-3A49-47B7-8123-07BC2210D2A7}"/>
                  </a:ext>
                </a:extLst>
              </p:cNvPr>
              <p:cNvSpPr>
                <a:spLocks noChangeShapeType="1"/>
              </p:cNvSpPr>
              <p:nvPr/>
            </p:nvSpPr>
            <p:spPr bwMode="auto">
              <a:xfrm>
                <a:off x="297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88" name="Line 50">
                <a:extLst>
                  <a:ext uri="{FF2B5EF4-FFF2-40B4-BE49-F238E27FC236}">
                    <a16:creationId xmlns:a16="http://schemas.microsoft.com/office/drawing/2014/main" id="{BBC70C0E-47D5-4276-8BB4-1C28E60D245F}"/>
                  </a:ext>
                </a:extLst>
              </p:cNvPr>
              <p:cNvSpPr>
                <a:spLocks noChangeShapeType="1"/>
              </p:cNvSpPr>
              <p:nvPr/>
            </p:nvSpPr>
            <p:spPr bwMode="auto">
              <a:xfrm>
                <a:off x="369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87489" name="Line 51">
                <a:extLst>
                  <a:ext uri="{FF2B5EF4-FFF2-40B4-BE49-F238E27FC236}">
                    <a16:creationId xmlns:a16="http://schemas.microsoft.com/office/drawing/2014/main" id="{BF4FEAD1-D09F-44C0-AFD6-864D0E50B348}"/>
                  </a:ext>
                </a:extLst>
              </p:cNvPr>
              <p:cNvSpPr>
                <a:spLocks noChangeShapeType="1"/>
              </p:cNvSpPr>
              <p:nvPr/>
            </p:nvSpPr>
            <p:spPr bwMode="auto">
              <a:xfrm>
                <a:off x="41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90" name="Line 52">
                <a:extLst>
                  <a:ext uri="{FF2B5EF4-FFF2-40B4-BE49-F238E27FC236}">
                    <a16:creationId xmlns:a16="http://schemas.microsoft.com/office/drawing/2014/main" id="{C2563A12-BB91-4F9A-9CFE-C73B808B345E}"/>
                  </a:ext>
                </a:extLst>
              </p:cNvPr>
              <p:cNvSpPr>
                <a:spLocks noChangeShapeType="1"/>
              </p:cNvSpPr>
              <p:nvPr/>
            </p:nvSpPr>
            <p:spPr bwMode="auto">
              <a:xfrm>
                <a:off x="4656"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91" name="Line 53">
                <a:extLst>
                  <a:ext uri="{FF2B5EF4-FFF2-40B4-BE49-F238E27FC236}">
                    <a16:creationId xmlns:a16="http://schemas.microsoft.com/office/drawing/2014/main" id="{5C2964A2-21AD-4BDD-9AFF-EA645F8A44AE}"/>
                  </a:ext>
                </a:extLst>
              </p:cNvPr>
              <p:cNvSpPr>
                <a:spLocks noChangeShapeType="1"/>
              </p:cNvSpPr>
              <p:nvPr/>
            </p:nvSpPr>
            <p:spPr bwMode="auto">
              <a:xfrm>
                <a:off x="120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92" name="Line 54">
                <a:extLst>
                  <a:ext uri="{FF2B5EF4-FFF2-40B4-BE49-F238E27FC236}">
                    <a16:creationId xmlns:a16="http://schemas.microsoft.com/office/drawing/2014/main" id="{D25408A8-4212-4016-B39D-DC7A8E952261}"/>
                  </a:ext>
                </a:extLst>
              </p:cNvPr>
              <p:cNvSpPr>
                <a:spLocks noChangeShapeType="1"/>
              </p:cNvSpPr>
              <p:nvPr/>
            </p:nvSpPr>
            <p:spPr bwMode="auto">
              <a:xfrm>
                <a:off x="5328"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7493" name="Line 55">
                <a:extLst>
                  <a:ext uri="{FF2B5EF4-FFF2-40B4-BE49-F238E27FC236}">
                    <a16:creationId xmlns:a16="http://schemas.microsoft.com/office/drawing/2014/main" id="{D927AF65-0B50-4F88-B38E-66F5BD3F13A1}"/>
                  </a:ext>
                </a:extLst>
              </p:cNvPr>
              <p:cNvSpPr>
                <a:spLocks noChangeShapeType="1"/>
              </p:cNvSpPr>
              <p:nvPr/>
            </p:nvSpPr>
            <p:spPr bwMode="auto">
              <a:xfrm>
                <a:off x="720" y="27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187432" name="Text Box 56">
              <a:extLst>
                <a:ext uri="{FF2B5EF4-FFF2-40B4-BE49-F238E27FC236}">
                  <a16:creationId xmlns:a16="http://schemas.microsoft.com/office/drawing/2014/main" id="{318EC946-36CF-4CFC-92C5-A36510102343}"/>
                </a:ext>
              </a:extLst>
            </p:cNvPr>
            <p:cNvSpPr txBox="1">
              <a:spLocks noChangeArrowheads="1"/>
            </p:cNvSpPr>
            <p:nvPr/>
          </p:nvSpPr>
          <p:spPr bwMode="auto">
            <a:xfrm>
              <a:off x="1200" y="23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TENLOT</a:t>
              </a:r>
            </a:p>
          </p:txBody>
        </p:sp>
        <p:sp>
          <p:nvSpPr>
            <p:cNvPr id="187433" name="Text Box 57">
              <a:extLst>
                <a:ext uri="{FF2B5EF4-FFF2-40B4-BE49-F238E27FC236}">
                  <a16:creationId xmlns:a16="http://schemas.microsoft.com/office/drawing/2014/main" id="{CF8F6A3F-CDE9-4BE6-983E-BD9645B2D215}"/>
                </a:ext>
              </a:extLst>
            </p:cNvPr>
            <p:cNvSpPr txBox="1">
              <a:spLocks noChangeArrowheads="1"/>
            </p:cNvSpPr>
            <p:nvPr/>
          </p:nvSpPr>
          <p:spPr bwMode="auto">
            <a:xfrm>
              <a:off x="1200" y="254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187434" name="Text Box 58">
              <a:extLst>
                <a:ext uri="{FF2B5EF4-FFF2-40B4-BE49-F238E27FC236}">
                  <a16:creationId xmlns:a16="http://schemas.microsoft.com/office/drawing/2014/main" id="{90973C3B-5440-4AA3-A99C-7D930D5974C0}"/>
                </a:ext>
              </a:extLst>
            </p:cNvPr>
            <p:cNvSpPr txBox="1">
              <a:spLocks noChangeArrowheads="1"/>
            </p:cNvSpPr>
            <p:nvPr/>
          </p:nvSpPr>
          <p:spPr bwMode="auto">
            <a:xfrm>
              <a:off x="1200" y="273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Manh</a:t>
              </a:r>
            </a:p>
          </p:txBody>
        </p:sp>
        <p:sp>
          <p:nvSpPr>
            <p:cNvPr id="187435" name="Text Box 59">
              <a:extLst>
                <a:ext uri="{FF2B5EF4-FFF2-40B4-BE49-F238E27FC236}">
                  <a16:creationId xmlns:a16="http://schemas.microsoft.com/office/drawing/2014/main" id="{4D956C49-8FF4-4066-B809-4718BBB6C618}"/>
                </a:ext>
              </a:extLst>
            </p:cNvPr>
            <p:cNvSpPr txBox="1">
              <a:spLocks noChangeArrowheads="1"/>
            </p:cNvSpPr>
            <p:nvPr/>
          </p:nvSpPr>
          <p:spPr bwMode="auto">
            <a:xfrm>
              <a:off x="1728" y="29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Tam</a:t>
              </a:r>
            </a:p>
          </p:txBody>
        </p:sp>
        <p:sp>
          <p:nvSpPr>
            <p:cNvPr id="187436" name="Text Box 60">
              <a:extLst>
                <a:ext uri="{FF2B5EF4-FFF2-40B4-BE49-F238E27FC236}">
                  <a16:creationId xmlns:a16="http://schemas.microsoft.com/office/drawing/2014/main" id="{466E11F7-6A08-4A9E-8624-05080101482A}"/>
                </a:ext>
              </a:extLst>
            </p:cNvPr>
            <p:cNvSpPr txBox="1">
              <a:spLocks noChangeArrowheads="1"/>
            </p:cNvSpPr>
            <p:nvPr/>
          </p:nvSpPr>
          <p:spPr bwMode="auto">
            <a:xfrm>
              <a:off x="672" y="292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187437" name="Text Box 61">
              <a:extLst>
                <a:ext uri="{FF2B5EF4-FFF2-40B4-BE49-F238E27FC236}">
                  <a16:creationId xmlns:a16="http://schemas.microsoft.com/office/drawing/2014/main" id="{7112F905-1CD2-41B0-AB1F-B8FF0B1348CB}"/>
                </a:ext>
              </a:extLst>
            </p:cNvPr>
            <p:cNvSpPr txBox="1">
              <a:spLocks noChangeArrowheads="1"/>
            </p:cNvSpPr>
            <p:nvPr/>
          </p:nvSpPr>
          <p:spPr bwMode="auto">
            <a:xfrm>
              <a:off x="2256" y="29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07/31/1972</a:t>
              </a:r>
            </a:p>
          </p:txBody>
        </p:sp>
        <p:sp>
          <p:nvSpPr>
            <p:cNvPr id="187438" name="Text Box 62">
              <a:extLst>
                <a:ext uri="{FF2B5EF4-FFF2-40B4-BE49-F238E27FC236}">
                  <a16:creationId xmlns:a16="http://schemas.microsoft.com/office/drawing/2014/main" id="{EB0F4DEA-9FF0-4D39-A5B1-909BF10C02BE}"/>
                </a:ext>
              </a:extLst>
            </p:cNvPr>
            <p:cNvSpPr txBox="1">
              <a:spLocks noChangeArrowheads="1"/>
            </p:cNvSpPr>
            <p:nvPr/>
          </p:nvSpPr>
          <p:spPr bwMode="auto">
            <a:xfrm>
              <a:off x="2976" y="292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543 MTL Q1</a:t>
              </a:r>
            </a:p>
          </p:txBody>
        </p:sp>
        <p:sp>
          <p:nvSpPr>
            <p:cNvPr id="187439" name="Text Box 63">
              <a:extLst>
                <a:ext uri="{FF2B5EF4-FFF2-40B4-BE49-F238E27FC236}">
                  <a16:creationId xmlns:a16="http://schemas.microsoft.com/office/drawing/2014/main" id="{8A940BCE-02B5-47FE-A88D-C2DB3F449DAD}"/>
                </a:ext>
              </a:extLst>
            </p:cNvPr>
            <p:cNvSpPr txBox="1">
              <a:spLocks noChangeArrowheads="1"/>
            </p:cNvSpPr>
            <p:nvPr/>
          </p:nvSpPr>
          <p:spPr bwMode="auto">
            <a:xfrm>
              <a:off x="3696" y="292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187440" name="Text Box 64">
              <a:extLst>
                <a:ext uri="{FF2B5EF4-FFF2-40B4-BE49-F238E27FC236}">
                  <a16:creationId xmlns:a16="http://schemas.microsoft.com/office/drawing/2014/main" id="{7E8F06BD-A4E5-461C-AA41-C44D00241F60}"/>
                </a:ext>
              </a:extLst>
            </p:cNvPr>
            <p:cNvSpPr txBox="1">
              <a:spLocks noChangeArrowheads="1"/>
            </p:cNvSpPr>
            <p:nvPr/>
          </p:nvSpPr>
          <p:spPr bwMode="auto">
            <a:xfrm>
              <a:off x="4128" y="29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187441" name="Text Box 65">
              <a:extLst>
                <a:ext uri="{FF2B5EF4-FFF2-40B4-BE49-F238E27FC236}">
                  <a16:creationId xmlns:a16="http://schemas.microsoft.com/office/drawing/2014/main" id="{F0682E77-2610-4F8B-9986-2381E008EE8C}"/>
                </a:ext>
              </a:extLst>
            </p:cNvPr>
            <p:cNvSpPr txBox="1">
              <a:spLocks noChangeArrowheads="1"/>
            </p:cNvSpPr>
            <p:nvPr/>
          </p:nvSpPr>
          <p:spPr bwMode="auto">
            <a:xfrm>
              <a:off x="5328" y="292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187442" name="Text Box 66">
              <a:extLst>
                <a:ext uri="{FF2B5EF4-FFF2-40B4-BE49-F238E27FC236}">
                  <a16:creationId xmlns:a16="http://schemas.microsoft.com/office/drawing/2014/main" id="{869A7F00-C1F3-4444-A0C8-DFA986309782}"/>
                </a:ext>
              </a:extLst>
            </p:cNvPr>
            <p:cNvSpPr txBox="1">
              <a:spLocks noChangeArrowheads="1"/>
            </p:cNvSpPr>
            <p:nvPr/>
          </p:nvSpPr>
          <p:spPr bwMode="auto">
            <a:xfrm>
              <a:off x="1728" y="31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187443" name="Text Box 67">
              <a:extLst>
                <a:ext uri="{FF2B5EF4-FFF2-40B4-BE49-F238E27FC236}">
                  <a16:creationId xmlns:a16="http://schemas.microsoft.com/office/drawing/2014/main" id="{F74B5F2E-4F71-43EF-9044-46EC8AA05A6F}"/>
                </a:ext>
              </a:extLst>
            </p:cNvPr>
            <p:cNvSpPr txBox="1">
              <a:spLocks noChangeArrowheads="1"/>
            </p:cNvSpPr>
            <p:nvPr/>
          </p:nvSpPr>
          <p:spPr bwMode="auto">
            <a:xfrm>
              <a:off x="672" y="312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187444" name="Text Box 68">
              <a:extLst>
                <a:ext uri="{FF2B5EF4-FFF2-40B4-BE49-F238E27FC236}">
                  <a16:creationId xmlns:a16="http://schemas.microsoft.com/office/drawing/2014/main" id="{C614FE87-1F37-4EF9-B232-6B6A81CB0918}"/>
                </a:ext>
              </a:extLst>
            </p:cNvPr>
            <p:cNvSpPr txBox="1">
              <a:spLocks noChangeArrowheads="1"/>
            </p:cNvSpPr>
            <p:nvPr/>
          </p:nvSpPr>
          <p:spPr bwMode="auto">
            <a:xfrm>
              <a:off x="2256" y="312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187445" name="Text Box 69">
              <a:extLst>
                <a:ext uri="{FF2B5EF4-FFF2-40B4-BE49-F238E27FC236}">
                  <a16:creationId xmlns:a16="http://schemas.microsoft.com/office/drawing/2014/main" id="{DFBE829A-0433-44E3-9207-15CC164988B4}"/>
                </a:ext>
              </a:extLst>
            </p:cNvPr>
            <p:cNvSpPr txBox="1">
              <a:spLocks noChangeArrowheads="1"/>
            </p:cNvSpPr>
            <p:nvPr/>
          </p:nvSpPr>
          <p:spPr bwMode="auto">
            <a:xfrm>
              <a:off x="2976" y="312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 NTH Q1</a:t>
              </a:r>
            </a:p>
          </p:txBody>
        </p:sp>
        <p:sp>
          <p:nvSpPr>
            <p:cNvPr id="187446" name="Text Box 70">
              <a:extLst>
                <a:ext uri="{FF2B5EF4-FFF2-40B4-BE49-F238E27FC236}">
                  <a16:creationId xmlns:a16="http://schemas.microsoft.com/office/drawing/2014/main" id="{8F903621-91AE-418D-B452-E46CD425940D}"/>
                </a:ext>
              </a:extLst>
            </p:cNvPr>
            <p:cNvSpPr txBox="1">
              <a:spLocks noChangeArrowheads="1"/>
            </p:cNvSpPr>
            <p:nvPr/>
          </p:nvSpPr>
          <p:spPr bwMode="auto">
            <a:xfrm>
              <a:off x="3696" y="312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187447" name="Text Box 71">
              <a:extLst>
                <a:ext uri="{FF2B5EF4-FFF2-40B4-BE49-F238E27FC236}">
                  <a16:creationId xmlns:a16="http://schemas.microsoft.com/office/drawing/2014/main" id="{DBE58530-922D-4486-8A26-93265488B128}"/>
                </a:ext>
              </a:extLst>
            </p:cNvPr>
            <p:cNvSpPr txBox="1">
              <a:spLocks noChangeArrowheads="1"/>
            </p:cNvSpPr>
            <p:nvPr/>
          </p:nvSpPr>
          <p:spPr bwMode="auto">
            <a:xfrm>
              <a:off x="4128" y="31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187448" name="Text Box 72">
              <a:extLst>
                <a:ext uri="{FF2B5EF4-FFF2-40B4-BE49-F238E27FC236}">
                  <a16:creationId xmlns:a16="http://schemas.microsoft.com/office/drawing/2014/main" id="{4E3EEB8E-2069-4684-AE2B-5BFC0D14DA43}"/>
                </a:ext>
              </a:extLst>
            </p:cNvPr>
            <p:cNvSpPr txBox="1">
              <a:spLocks noChangeArrowheads="1"/>
            </p:cNvSpPr>
            <p:nvPr/>
          </p:nvSpPr>
          <p:spPr bwMode="auto">
            <a:xfrm>
              <a:off x="5328" y="312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87449" name="Text Box 73">
              <a:extLst>
                <a:ext uri="{FF2B5EF4-FFF2-40B4-BE49-F238E27FC236}">
                  <a16:creationId xmlns:a16="http://schemas.microsoft.com/office/drawing/2014/main" id="{2D3A9F44-2534-4988-AF0E-D4676F4A5759}"/>
                </a:ext>
              </a:extLst>
            </p:cNvPr>
            <p:cNvSpPr txBox="1">
              <a:spLocks noChangeArrowheads="1"/>
            </p:cNvSpPr>
            <p:nvPr/>
          </p:nvSpPr>
          <p:spPr bwMode="auto">
            <a:xfrm>
              <a:off x="48" y="29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sp>
          <p:nvSpPr>
            <p:cNvPr id="187450" name="Text Box 74">
              <a:extLst>
                <a:ext uri="{FF2B5EF4-FFF2-40B4-BE49-F238E27FC236}">
                  <a16:creationId xmlns:a16="http://schemas.microsoft.com/office/drawing/2014/main" id="{7A8D3BF2-2090-48DC-BBE8-400292A54C24}"/>
                </a:ext>
              </a:extLst>
            </p:cNvPr>
            <p:cNvSpPr txBox="1">
              <a:spLocks noChangeArrowheads="1"/>
            </p:cNvSpPr>
            <p:nvPr/>
          </p:nvSpPr>
          <p:spPr bwMode="auto">
            <a:xfrm>
              <a:off x="48" y="31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999887777</a:t>
              </a:r>
            </a:p>
          </p:txBody>
        </p:sp>
        <p:sp>
          <p:nvSpPr>
            <p:cNvPr id="187451" name="Text Box 75">
              <a:extLst>
                <a:ext uri="{FF2B5EF4-FFF2-40B4-BE49-F238E27FC236}">
                  <a16:creationId xmlns:a16="http://schemas.microsoft.com/office/drawing/2014/main" id="{E0383330-2878-409D-8448-139BAE0F5A9B}"/>
                </a:ext>
              </a:extLst>
            </p:cNvPr>
            <p:cNvSpPr txBox="1">
              <a:spLocks noChangeArrowheads="1"/>
            </p:cNvSpPr>
            <p:nvPr/>
          </p:nvSpPr>
          <p:spPr bwMode="auto">
            <a:xfrm>
              <a:off x="4656" y="29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87452" name="Text Box 76">
              <a:extLst>
                <a:ext uri="{FF2B5EF4-FFF2-40B4-BE49-F238E27FC236}">
                  <a16:creationId xmlns:a16="http://schemas.microsoft.com/office/drawing/2014/main" id="{009D024C-4E20-4016-B28F-DF01B2121E78}"/>
                </a:ext>
              </a:extLst>
            </p:cNvPr>
            <p:cNvSpPr txBox="1">
              <a:spLocks noChangeArrowheads="1"/>
            </p:cNvSpPr>
            <p:nvPr/>
          </p:nvSpPr>
          <p:spPr bwMode="auto">
            <a:xfrm>
              <a:off x="4656" y="31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87453" name="Text Box 77">
              <a:extLst>
                <a:ext uri="{FF2B5EF4-FFF2-40B4-BE49-F238E27FC236}">
                  <a16:creationId xmlns:a16="http://schemas.microsoft.com/office/drawing/2014/main" id="{865ED1D1-A603-4E29-8C2C-F3547112C2BC}"/>
                </a:ext>
              </a:extLst>
            </p:cNvPr>
            <p:cNvSpPr txBox="1">
              <a:spLocks noChangeArrowheads="1"/>
            </p:cNvSpPr>
            <p:nvPr/>
          </p:nvSpPr>
          <p:spPr bwMode="auto">
            <a:xfrm>
              <a:off x="1200" y="29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Thanh</a:t>
              </a:r>
            </a:p>
          </p:txBody>
        </p:sp>
        <p:sp>
          <p:nvSpPr>
            <p:cNvPr id="187454" name="Text Box 78">
              <a:extLst>
                <a:ext uri="{FF2B5EF4-FFF2-40B4-BE49-F238E27FC236}">
                  <a16:creationId xmlns:a16="http://schemas.microsoft.com/office/drawing/2014/main" id="{3384C1D4-F299-480F-9E07-8C6FE6BCABFA}"/>
                </a:ext>
              </a:extLst>
            </p:cNvPr>
            <p:cNvSpPr txBox="1">
              <a:spLocks noChangeArrowheads="1"/>
            </p:cNvSpPr>
            <p:nvPr/>
          </p:nvSpPr>
          <p:spPr bwMode="auto">
            <a:xfrm>
              <a:off x="1200" y="31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Ngoc</a:t>
              </a:r>
            </a:p>
          </p:txBody>
        </p:sp>
        <p:sp>
          <p:nvSpPr>
            <p:cNvPr id="187455" name="Text Box 79">
              <a:extLst>
                <a:ext uri="{FF2B5EF4-FFF2-40B4-BE49-F238E27FC236}">
                  <a16:creationId xmlns:a16="http://schemas.microsoft.com/office/drawing/2014/main" id="{58846A9F-933A-4696-B150-5717EC0E0A40}"/>
                </a:ext>
              </a:extLst>
            </p:cNvPr>
            <p:cNvSpPr txBox="1">
              <a:spLocks noChangeArrowheads="1"/>
            </p:cNvSpPr>
            <p:nvPr/>
          </p:nvSpPr>
          <p:spPr bwMode="auto">
            <a:xfrm>
              <a:off x="1728" y="33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187456" name="Text Box 80">
              <a:extLst>
                <a:ext uri="{FF2B5EF4-FFF2-40B4-BE49-F238E27FC236}">
                  <a16:creationId xmlns:a16="http://schemas.microsoft.com/office/drawing/2014/main" id="{27979929-FA6D-40A4-8BEE-749BED216918}"/>
                </a:ext>
              </a:extLst>
            </p:cNvPr>
            <p:cNvSpPr txBox="1">
              <a:spLocks noChangeArrowheads="1"/>
            </p:cNvSpPr>
            <p:nvPr/>
          </p:nvSpPr>
          <p:spPr bwMode="auto">
            <a:xfrm>
              <a:off x="672" y="331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187457" name="Text Box 81">
              <a:extLst>
                <a:ext uri="{FF2B5EF4-FFF2-40B4-BE49-F238E27FC236}">
                  <a16:creationId xmlns:a16="http://schemas.microsoft.com/office/drawing/2014/main" id="{8EBA137F-706D-4226-B350-FCA78E45DE47}"/>
                </a:ext>
              </a:extLst>
            </p:cNvPr>
            <p:cNvSpPr txBox="1">
              <a:spLocks noChangeArrowheads="1"/>
            </p:cNvSpPr>
            <p:nvPr/>
          </p:nvSpPr>
          <p:spPr bwMode="auto">
            <a:xfrm>
              <a:off x="2256" y="331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07620/1951</a:t>
              </a:r>
            </a:p>
          </p:txBody>
        </p:sp>
        <p:sp>
          <p:nvSpPr>
            <p:cNvPr id="187458" name="Text Box 82">
              <a:extLst>
                <a:ext uri="{FF2B5EF4-FFF2-40B4-BE49-F238E27FC236}">
                  <a16:creationId xmlns:a16="http://schemas.microsoft.com/office/drawing/2014/main" id="{A5EA8BE5-E194-490F-911E-F0508A960AD8}"/>
                </a:ext>
              </a:extLst>
            </p:cNvPr>
            <p:cNvSpPr txBox="1">
              <a:spLocks noChangeArrowheads="1"/>
            </p:cNvSpPr>
            <p:nvPr/>
          </p:nvSpPr>
          <p:spPr bwMode="auto">
            <a:xfrm>
              <a:off x="2976" y="331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219 TD Q3</a:t>
              </a:r>
            </a:p>
          </p:txBody>
        </p:sp>
        <p:sp>
          <p:nvSpPr>
            <p:cNvPr id="187459" name="Text Box 83">
              <a:extLst>
                <a:ext uri="{FF2B5EF4-FFF2-40B4-BE49-F238E27FC236}">
                  <a16:creationId xmlns:a16="http://schemas.microsoft.com/office/drawing/2014/main" id="{B36530B8-F0A3-4AA9-961B-98D8867C0982}"/>
                </a:ext>
              </a:extLst>
            </p:cNvPr>
            <p:cNvSpPr txBox="1">
              <a:spLocks noChangeArrowheads="1"/>
            </p:cNvSpPr>
            <p:nvPr/>
          </p:nvSpPr>
          <p:spPr bwMode="auto">
            <a:xfrm>
              <a:off x="3696" y="331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187460" name="Text Box 84">
              <a:extLst>
                <a:ext uri="{FF2B5EF4-FFF2-40B4-BE49-F238E27FC236}">
                  <a16:creationId xmlns:a16="http://schemas.microsoft.com/office/drawing/2014/main" id="{76EE0D96-A935-42AA-9306-43D3C115B6A2}"/>
                </a:ext>
              </a:extLst>
            </p:cNvPr>
            <p:cNvSpPr txBox="1">
              <a:spLocks noChangeArrowheads="1"/>
            </p:cNvSpPr>
            <p:nvPr/>
          </p:nvSpPr>
          <p:spPr bwMode="auto">
            <a:xfrm>
              <a:off x="4128" y="33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187461" name="Text Box 85">
              <a:extLst>
                <a:ext uri="{FF2B5EF4-FFF2-40B4-BE49-F238E27FC236}">
                  <a16:creationId xmlns:a16="http://schemas.microsoft.com/office/drawing/2014/main" id="{C782251A-5897-409B-BE52-DCB791147653}"/>
                </a:ext>
              </a:extLst>
            </p:cNvPr>
            <p:cNvSpPr txBox="1">
              <a:spLocks noChangeArrowheads="1"/>
            </p:cNvSpPr>
            <p:nvPr/>
          </p:nvSpPr>
          <p:spPr bwMode="auto">
            <a:xfrm>
              <a:off x="5328" y="3312"/>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87462" name="Text Box 86">
              <a:extLst>
                <a:ext uri="{FF2B5EF4-FFF2-40B4-BE49-F238E27FC236}">
                  <a16:creationId xmlns:a16="http://schemas.microsoft.com/office/drawing/2014/main" id="{63475AF1-7782-4684-B621-EC73FFEEBAEF}"/>
                </a:ext>
              </a:extLst>
            </p:cNvPr>
            <p:cNvSpPr txBox="1">
              <a:spLocks noChangeArrowheads="1"/>
            </p:cNvSpPr>
            <p:nvPr/>
          </p:nvSpPr>
          <p:spPr bwMode="auto">
            <a:xfrm>
              <a:off x="48" y="33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87463" name="Text Box 87">
              <a:extLst>
                <a:ext uri="{FF2B5EF4-FFF2-40B4-BE49-F238E27FC236}">
                  <a16:creationId xmlns:a16="http://schemas.microsoft.com/office/drawing/2014/main" id="{317C004A-A5BB-4909-86A9-9AEDCB47D72D}"/>
                </a:ext>
              </a:extLst>
            </p:cNvPr>
            <p:cNvSpPr txBox="1">
              <a:spLocks noChangeArrowheads="1"/>
            </p:cNvSpPr>
            <p:nvPr/>
          </p:nvSpPr>
          <p:spPr bwMode="auto">
            <a:xfrm>
              <a:off x="4656" y="33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187464" name="Text Box 88">
              <a:extLst>
                <a:ext uri="{FF2B5EF4-FFF2-40B4-BE49-F238E27FC236}">
                  <a16:creationId xmlns:a16="http://schemas.microsoft.com/office/drawing/2014/main" id="{4239D4A1-69BE-4F07-8C26-1DC9496DB3F4}"/>
                </a:ext>
              </a:extLst>
            </p:cNvPr>
            <p:cNvSpPr txBox="1">
              <a:spLocks noChangeArrowheads="1"/>
            </p:cNvSpPr>
            <p:nvPr/>
          </p:nvSpPr>
          <p:spPr bwMode="auto">
            <a:xfrm>
              <a:off x="1200" y="33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Quynh</a:t>
              </a:r>
            </a:p>
          </p:txBody>
        </p:sp>
        <p:sp>
          <p:nvSpPr>
            <p:cNvPr id="187465" name="Text Box 89">
              <a:extLst>
                <a:ext uri="{FF2B5EF4-FFF2-40B4-BE49-F238E27FC236}">
                  <a16:creationId xmlns:a16="http://schemas.microsoft.com/office/drawing/2014/main" id="{25517B09-86F6-4945-B875-4D59BD72DC84}"/>
                </a:ext>
              </a:extLst>
            </p:cNvPr>
            <p:cNvSpPr txBox="1">
              <a:spLocks noChangeArrowheads="1"/>
            </p:cNvSpPr>
            <p:nvPr/>
          </p:nvSpPr>
          <p:spPr bwMode="auto">
            <a:xfrm>
              <a:off x="1728" y="35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Quang</a:t>
              </a:r>
            </a:p>
          </p:txBody>
        </p:sp>
        <p:sp>
          <p:nvSpPr>
            <p:cNvPr id="187466" name="Text Box 90">
              <a:extLst>
                <a:ext uri="{FF2B5EF4-FFF2-40B4-BE49-F238E27FC236}">
                  <a16:creationId xmlns:a16="http://schemas.microsoft.com/office/drawing/2014/main" id="{F059DC2F-FEED-48E6-9BA9-3CFD617AC017}"/>
                </a:ext>
              </a:extLst>
            </p:cNvPr>
            <p:cNvSpPr txBox="1">
              <a:spLocks noChangeArrowheads="1"/>
            </p:cNvSpPr>
            <p:nvPr/>
          </p:nvSpPr>
          <p:spPr bwMode="auto">
            <a:xfrm>
              <a:off x="672" y="350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Tran</a:t>
              </a:r>
            </a:p>
          </p:txBody>
        </p:sp>
        <p:sp>
          <p:nvSpPr>
            <p:cNvPr id="187467" name="Text Box 91">
              <a:extLst>
                <a:ext uri="{FF2B5EF4-FFF2-40B4-BE49-F238E27FC236}">
                  <a16:creationId xmlns:a16="http://schemas.microsoft.com/office/drawing/2014/main" id="{503DAD70-C986-4A2A-89BD-2879012CD0FA}"/>
                </a:ext>
              </a:extLst>
            </p:cNvPr>
            <p:cNvSpPr txBox="1">
              <a:spLocks noChangeArrowheads="1"/>
            </p:cNvSpPr>
            <p:nvPr/>
          </p:nvSpPr>
          <p:spPr bwMode="auto">
            <a:xfrm>
              <a:off x="2256" y="35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04/08/1969</a:t>
              </a:r>
            </a:p>
          </p:txBody>
        </p:sp>
        <p:sp>
          <p:nvSpPr>
            <p:cNvPr id="187468" name="Text Box 92">
              <a:extLst>
                <a:ext uri="{FF2B5EF4-FFF2-40B4-BE49-F238E27FC236}">
                  <a16:creationId xmlns:a16="http://schemas.microsoft.com/office/drawing/2014/main" id="{3D3E6335-F93F-4410-8E4E-7C2FC02E5E62}"/>
                </a:ext>
              </a:extLst>
            </p:cNvPr>
            <p:cNvSpPr txBox="1">
              <a:spLocks noChangeArrowheads="1"/>
            </p:cNvSpPr>
            <p:nvPr/>
          </p:nvSpPr>
          <p:spPr bwMode="auto">
            <a:xfrm>
              <a:off x="2976" y="35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980 LHP Q5</a:t>
              </a:r>
            </a:p>
          </p:txBody>
        </p:sp>
        <p:sp>
          <p:nvSpPr>
            <p:cNvPr id="187469" name="Text Box 93">
              <a:extLst>
                <a:ext uri="{FF2B5EF4-FFF2-40B4-BE49-F238E27FC236}">
                  <a16:creationId xmlns:a16="http://schemas.microsoft.com/office/drawing/2014/main" id="{1EA4FDAD-F106-4518-8C8B-4A1BF5D5FB01}"/>
                </a:ext>
              </a:extLst>
            </p:cNvPr>
            <p:cNvSpPr txBox="1">
              <a:spLocks noChangeArrowheads="1"/>
            </p:cNvSpPr>
            <p:nvPr/>
          </p:nvSpPr>
          <p:spPr bwMode="auto">
            <a:xfrm>
              <a:off x="3696" y="350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87470" name="Text Box 94">
              <a:extLst>
                <a:ext uri="{FF2B5EF4-FFF2-40B4-BE49-F238E27FC236}">
                  <a16:creationId xmlns:a16="http://schemas.microsoft.com/office/drawing/2014/main" id="{0B5529B9-B112-4998-A839-A7B2D41AEB75}"/>
                </a:ext>
              </a:extLst>
            </p:cNvPr>
            <p:cNvSpPr txBox="1">
              <a:spLocks noChangeArrowheads="1"/>
            </p:cNvSpPr>
            <p:nvPr/>
          </p:nvSpPr>
          <p:spPr bwMode="auto">
            <a:xfrm>
              <a:off x="4128" y="35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187471" name="Text Box 95">
              <a:extLst>
                <a:ext uri="{FF2B5EF4-FFF2-40B4-BE49-F238E27FC236}">
                  <a16:creationId xmlns:a16="http://schemas.microsoft.com/office/drawing/2014/main" id="{0206BAB9-9860-4814-AEEA-0D273BABB723}"/>
                </a:ext>
              </a:extLst>
            </p:cNvPr>
            <p:cNvSpPr txBox="1">
              <a:spLocks noChangeArrowheads="1"/>
            </p:cNvSpPr>
            <p:nvPr/>
          </p:nvSpPr>
          <p:spPr bwMode="auto">
            <a:xfrm>
              <a:off x="5328" y="3504"/>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87472" name="Text Box 96">
              <a:extLst>
                <a:ext uri="{FF2B5EF4-FFF2-40B4-BE49-F238E27FC236}">
                  <a16:creationId xmlns:a16="http://schemas.microsoft.com/office/drawing/2014/main" id="{75C15790-0D19-457A-B331-73CA47105F15}"/>
                </a:ext>
              </a:extLst>
            </p:cNvPr>
            <p:cNvSpPr txBox="1">
              <a:spLocks noChangeArrowheads="1"/>
            </p:cNvSpPr>
            <p:nvPr/>
          </p:nvSpPr>
          <p:spPr bwMode="auto">
            <a:xfrm>
              <a:off x="1728"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Vinh</a:t>
              </a:r>
            </a:p>
          </p:txBody>
        </p:sp>
        <p:sp>
          <p:nvSpPr>
            <p:cNvPr id="187473" name="Text Box 97">
              <a:extLst>
                <a:ext uri="{FF2B5EF4-FFF2-40B4-BE49-F238E27FC236}">
                  <a16:creationId xmlns:a16="http://schemas.microsoft.com/office/drawing/2014/main" id="{264AC966-E8C2-4277-8312-476F5E4B36F8}"/>
                </a:ext>
              </a:extLst>
            </p:cNvPr>
            <p:cNvSpPr txBox="1">
              <a:spLocks noChangeArrowheads="1"/>
            </p:cNvSpPr>
            <p:nvPr/>
          </p:nvSpPr>
          <p:spPr bwMode="auto">
            <a:xfrm>
              <a:off x="672" y="369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Pham</a:t>
              </a:r>
            </a:p>
          </p:txBody>
        </p:sp>
        <p:sp>
          <p:nvSpPr>
            <p:cNvPr id="187474" name="Text Box 98">
              <a:extLst>
                <a:ext uri="{FF2B5EF4-FFF2-40B4-BE49-F238E27FC236}">
                  <a16:creationId xmlns:a16="http://schemas.microsoft.com/office/drawing/2014/main" id="{B3F2013E-2AB9-47A1-A9FD-E2B26B836446}"/>
                </a:ext>
              </a:extLst>
            </p:cNvPr>
            <p:cNvSpPr txBox="1">
              <a:spLocks noChangeArrowheads="1"/>
            </p:cNvSpPr>
            <p:nvPr/>
          </p:nvSpPr>
          <p:spPr bwMode="auto">
            <a:xfrm>
              <a:off x="2256" y="369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11/10/1945</a:t>
              </a:r>
            </a:p>
          </p:txBody>
        </p:sp>
        <p:sp>
          <p:nvSpPr>
            <p:cNvPr id="187475" name="Text Box 99">
              <a:extLst>
                <a:ext uri="{FF2B5EF4-FFF2-40B4-BE49-F238E27FC236}">
                  <a16:creationId xmlns:a16="http://schemas.microsoft.com/office/drawing/2014/main" id="{4592EE95-6CDE-4384-A095-A252D026B477}"/>
                </a:ext>
              </a:extLst>
            </p:cNvPr>
            <p:cNvSpPr txBox="1">
              <a:spLocks noChangeArrowheads="1"/>
            </p:cNvSpPr>
            <p:nvPr/>
          </p:nvSpPr>
          <p:spPr bwMode="auto">
            <a:xfrm>
              <a:off x="2976" y="369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450 TV HN</a:t>
              </a:r>
            </a:p>
          </p:txBody>
        </p:sp>
        <p:sp>
          <p:nvSpPr>
            <p:cNvPr id="187476" name="Text Box 100">
              <a:extLst>
                <a:ext uri="{FF2B5EF4-FFF2-40B4-BE49-F238E27FC236}">
                  <a16:creationId xmlns:a16="http://schemas.microsoft.com/office/drawing/2014/main" id="{CD3F78F2-86BA-44A8-B2D9-D83E0AECEB24}"/>
                </a:ext>
              </a:extLst>
            </p:cNvPr>
            <p:cNvSpPr txBox="1">
              <a:spLocks noChangeArrowheads="1"/>
            </p:cNvSpPr>
            <p:nvPr/>
          </p:nvSpPr>
          <p:spPr bwMode="auto">
            <a:xfrm>
              <a:off x="3696"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87477" name="Text Box 101">
              <a:extLst>
                <a:ext uri="{FF2B5EF4-FFF2-40B4-BE49-F238E27FC236}">
                  <a16:creationId xmlns:a16="http://schemas.microsoft.com/office/drawing/2014/main" id="{EDB1D4B2-D2C8-4500-A70E-51704D48B6E0}"/>
                </a:ext>
              </a:extLst>
            </p:cNvPr>
            <p:cNvSpPr txBox="1">
              <a:spLocks noChangeArrowheads="1"/>
            </p:cNvSpPr>
            <p:nvPr/>
          </p:nvSpPr>
          <p:spPr bwMode="auto">
            <a:xfrm>
              <a:off x="4128"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55000</a:t>
              </a:r>
            </a:p>
          </p:txBody>
        </p:sp>
        <p:sp>
          <p:nvSpPr>
            <p:cNvPr id="187478" name="Text Box 102">
              <a:extLst>
                <a:ext uri="{FF2B5EF4-FFF2-40B4-BE49-F238E27FC236}">
                  <a16:creationId xmlns:a16="http://schemas.microsoft.com/office/drawing/2014/main" id="{603A422C-DA9B-453A-8291-4D0934B3796A}"/>
                </a:ext>
              </a:extLst>
            </p:cNvPr>
            <p:cNvSpPr txBox="1">
              <a:spLocks noChangeArrowheads="1"/>
            </p:cNvSpPr>
            <p:nvPr/>
          </p:nvSpPr>
          <p:spPr bwMode="auto">
            <a:xfrm>
              <a:off x="5328" y="3696"/>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87479" name="Text Box 103">
              <a:extLst>
                <a:ext uri="{FF2B5EF4-FFF2-40B4-BE49-F238E27FC236}">
                  <a16:creationId xmlns:a16="http://schemas.microsoft.com/office/drawing/2014/main" id="{3273D992-2AE0-44EB-B93B-5C180BF384DC}"/>
                </a:ext>
              </a:extLst>
            </p:cNvPr>
            <p:cNvSpPr txBox="1">
              <a:spLocks noChangeArrowheads="1"/>
            </p:cNvSpPr>
            <p:nvPr/>
          </p:nvSpPr>
          <p:spPr bwMode="auto">
            <a:xfrm>
              <a:off x="48" y="35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87480" name="Text Box 104">
              <a:extLst>
                <a:ext uri="{FF2B5EF4-FFF2-40B4-BE49-F238E27FC236}">
                  <a16:creationId xmlns:a16="http://schemas.microsoft.com/office/drawing/2014/main" id="{6369458D-41AB-4715-8772-68F3415E7844}"/>
                </a:ext>
              </a:extLst>
            </p:cNvPr>
            <p:cNvSpPr txBox="1">
              <a:spLocks noChangeArrowheads="1"/>
            </p:cNvSpPr>
            <p:nvPr/>
          </p:nvSpPr>
          <p:spPr bwMode="auto">
            <a:xfrm>
              <a:off x="48" y="36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187481" name="Text Box 105">
              <a:extLst>
                <a:ext uri="{FF2B5EF4-FFF2-40B4-BE49-F238E27FC236}">
                  <a16:creationId xmlns:a16="http://schemas.microsoft.com/office/drawing/2014/main" id="{63F8CE14-D446-4F87-B936-31FBC0B6A7CA}"/>
                </a:ext>
              </a:extLst>
            </p:cNvPr>
            <p:cNvSpPr txBox="1">
              <a:spLocks noChangeArrowheads="1"/>
            </p:cNvSpPr>
            <p:nvPr/>
          </p:nvSpPr>
          <p:spPr bwMode="auto">
            <a:xfrm>
              <a:off x="4656" y="35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87482" name="Text Box 106">
              <a:extLst>
                <a:ext uri="{FF2B5EF4-FFF2-40B4-BE49-F238E27FC236}">
                  <a16:creationId xmlns:a16="http://schemas.microsoft.com/office/drawing/2014/main" id="{5AE9FE5D-8E94-4C33-8B99-2DA457B1C969}"/>
                </a:ext>
              </a:extLst>
            </p:cNvPr>
            <p:cNvSpPr txBox="1">
              <a:spLocks noChangeArrowheads="1"/>
            </p:cNvSpPr>
            <p:nvPr/>
          </p:nvSpPr>
          <p:spPr bwMode="auto">
            <a:xfrm>
              <a:off x="4656" y="36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187483" name="Text Box 107">
              <a:extLst>
                <a:ext uri="{FF2B5EF4-FFF2-40B4-BE49-F238E27FC236}">
                  <a16:creationId xmlns:a16="http://schemas.microsoft.com/office/drawing/2014/main" id="{F9BEE1BE-8369-438D-88AE-9A935AD6A915}"/>
                </a:ext>
              </a:extLst>
            </p:cNvPr>
            <p:cNvSpPr txBox="1">
              <a:spLocks noChangeArrowheads="1"/>
            </p:cNvSpPr>
            <p:nvPr/>
          </p:nvSpPr>
          <p:spPr bwMode="auto">
            <a:xfrm>
              <a:off x="1200" y="35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Hong</a:t>
              </a:r>
            </a:p>
          </p:txBody>
        </p:sp>
        <p:sp>
          <p:nvSpPr>
            <p:cNvPr id="187484" name="Text Box 108">
              <a:extLst>
                <a:ext uri="{FF2B5EF4-FFF2-40B4-BE49-F238E27FC236}">
                  <a16:creationId xmlns:a16="http://schemas.microsoft.com/office/drawing/2014/main" id="{7D0F5CF8-D11D-4773-AAD6-B836969F061A}"/>
                </a:ext>
              </a:extLst>
            </p:cNvPr>
            <p:cNvSpPr txBox="1">
              <a:spLocks noChangeArrowheads="1"/>
            </p:cNvSpPr>
            <p:nvPr/>
          </p:nvSpPr>
          <p:spPr bwMode="auto">
            <a:xfrm>
              <a:off x="1200"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Van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1246"/>
                                        </p:tgtEl>
                                        <p:attrNameLst>
                                          <p:attrName>style.visibility</p:attrName>
                                        </p:attrNameLst>
                                      </p:cBhvr>
                                      <p:to>
                                        <p:strVal val="visible"/>
                                      </p:to>
                                    </p:set>
                                    <p:anim calcmode="lin" valueType="num">
                                      <p:cBhvr additive="base">
                                        <p:cTn id="7" dur="500" fill="hold"/>
                                        <p:tgtEl>
                                          <p:spTgt spid="731246"/>
                                        </p:tgtEl>
                                        <p:attrNameLst>
                                          <p:attrName>ppt_x</p:attrName>
                                        </p:attrNameLst>
                                      </p:cBhvr>
                                      <p:tavLst>
                                        <p:tav tm="0">
                                          <p:val>
                                            <p:strVal val="1+#ppt_w/2"/>
                                          </p:val>
                                        </p:tav>
                                        <p:tav tm="100000">
                                          <p:val>
                                            <p:strVal val="#ppt_x"/>
                                          </p:val>
                                        </p:tav>
                                      </p:tavLst>
                                    </p:anim>
                                    <p:anim calcmode="lin" valueType="num">
                                      <p:cBhvr additive="base">
                                        <p:cTn id="8" dur="500" fill="hold"/>
                                        <p:tgtEl>
                                          <p:spTgt spid="73124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31247"/>
                                        </p:tgtEl>
                                        <p:attrNameLst>
                                          <p:attrName>style.visibility</p:attrName>
                                        </p:attrNameLst>
                                      </p:cBhvr>
                                      <p:to>
                                        <p:strVal val="visible"/>
                                      </p:to>
                                    </p:set>
                                    <p:anim calcmode="lin" valueType="num">
                                      <p:cBhvr additive="base">
                                        <p:cTn id="11" dur="500" fill="hold"/>
                                        <p:tgtEl>
                                          <p:spTgt spid="731247"/>
                                        </p:tgtEl>
                                        <p:attrNameLst>
                                          <p:attrName>ppt_x</p:attrName>
                                        </p:attrNameLst>
                                      </p:cBhvr>
                                      <p:tavLst>
                                        <p:tav tm="0">
                                          <p:val>
                                            <p:strVal val="1+#ppt_w/2"/>
                                          </p:val>
                                        </p:tav>
                                        <p:tav tm="100000">
                                          <p:val>
                                            <p:strVal val="#ppt_x"/>
                                          </p:val>
                                        </p:tav>
                                      </p:tavLst>
                                    </p:anim>
                                    <p:anim calcmode="lin" valueType="num">
                                      <p:cBhvr additive="base">
                                        <p:cTn id="12" dur="500" fill="hold"/>
                                        <p:tgtEl>
                                          <p:spTgt spid="73124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31248"/>
                                        </p:tgtEl>
                                        <p:attrNameLst>
                                          <p:attrName>style.visibility</p:attrName>
                                        </p:attrNameLst>
                                      </p:cBhvr>
                                      <p:to>
                                        <p:strVal val="visible"/>
                                      </p:to>
                                    </p:set>
                                    <p:anim calcmode="lin" valueType="num">
                                      <p:cBhvr additive="base">
                                        <p:cTn id="15" dur="500" fill="hold"/>
                                        <p:tgtEl>
                                          <p:spTgt spid="731248"/>
                                        </p:tgtEl>
                                        <p:attrNameLst>
                                          <p:attrName>ppt_x</p:attrName>
                                        </p:attrNameLst>
                                      </p:cBhvr>
                                      <p:tavLst>
                                        <p:tav tm="0">
                                          <p:val>
                                            <p:strVal val="1+#ppt_w/2"/>
                                          </p:val>
                                        </p:tav>
                                        <p:tav tm="100000">
                                          <p:val>
                                            <p:strVal val="#ppt_x"/>
                                          </p:val>
                                        </p:tav>
                                      </p:tavLst>
                                    </p:anim>
                                    <p:anim calcmode="lin" valueType="num">
                                      <p:cBhvr additive="base">
                                        <p:cTn id="16" dur="500" fill="hold"/>
                                        <p:tgtEl>
                                          <p:spTgt spid="7312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246" grpId="0" animBg="1"/>
      <p:bldP spid="731247" grpId="0" animBg="1"/>
      <p:bldP spid="73124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195AA5D4-BA82-470B-B16D-3CBFFE4DA6A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0051" name="Slide Number Placeholder 5">
            <a:extLst>
              <a:ext uri="{FF2B5EF4-FFF2-40B4-BE49-F238E27FC236}">
                <a16:creationId xmlns:a16="http://schemas.microsoft.com/office/drawing/2014/main" id="{D4DC0146-72FA-4476-8EC9-D61EA81C36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4D420FA-D240-4CED-BA06-7D83FC5E51DC}" type="slidenum">
              <a:rPr lang="en-US" altLang="en-US" sz="1000"/>
              <a:pPr algn="r">
                <a:spcBef>
                  <a:spcPct val="0"/>
                </a:spcBef>
                <a:buClrTx/>
                <a:buFontTx/>
                <a:buNone/>
              </a:pPr>
              <a:t>36</a:t>
            </a:fld>
            <a:endParaRPr lang="en-US" altLang="en-US" sz="1000"/>
          </a:p>
        </p:txBody>
      </p:sp>
      <p:sp>
        <p:nvSpPr>
          <p:cNvPr id="130052" name="Rectangle 2">
            <a:extLst>
              <a:ext uri="{FF2B5EF4-FFF2-40B4-BE49-F238E27FC236}">
                <a16:creationId xmlns:a16="http://schemas.microsoft.com/office/drawing/2014/main" id="{43AF84F1-AD0E-4B1F-BCBE-F315E295E09D}"/>
              </a:ext>
            </a:extLst>
          </p:cNvPr>
          <p:cNvSpPr>
            <a:spLocks noGrp="1" noChangeArrowheads="1"/>
          </p:cNvSpPr>
          <p:nvPr>
            <p:ph type="title"/>
          </p:nvPr>
        </p:nvSpPr>
        <p:spPr>
          <a:xfrm>
            <a:off x="457200" y="354013"/>
            <a:ext cx="8534400" cy="620712"/>
          </a:xfrm>
        </p:spPr>
        <p:txBody>
          <a:bodyPr/>
          <a:lstStyle/>
          <a:p>
            <a:pPr eaLnBrk="1" hangingPunct="1"/>
            <a:r>
              <a:rPr lang="en-US" altLang="en-US" sz="3500"/>
              <a:t>4. Phép gom nhóm</a:t>
            </a:r>
          </a:p>
        </p:txBody>
      </p:sp>
      <p:sp>
        <p:nvSpPr>
          <p:cNvPr id="130053" name="Rectangle 3">
            <a:extLst>
              <a:ext uri="{FF2B5EF4-FFF2-40B4-BE49-F238E27FC236}">
                <a16:creationId xmlns:a16="http://schemas.microsoft.com/office/drawing/2014/main" id="{E7A5D1C3-052A-4BAD-92AA-4D4B52BDCC4F}"/>
              </a:ext>
            </a:extLst>
          </p:cNvPr>
          <p:cNvSpPr>
            <a:spLocks noGrp="1" noChangeArrowheads="1"/>
          </p:cNvSpPr>
          <p:nvPr>
            <p:ph type="body" idx="1"/>
          </p:nvPr>
        </p:nvSpPr>
        <p:spPr>
          <a:xfrm>
            <a:off x="304800" y="1295400"/>
            <a:ext cx="8534400" cy="4835525"/>
          </a:xfrm>
        </p:spPr>
        <p:txBody>
          <a:bodyPr/>
          <a:lstStyle/>
          <a:p>
            <a:pPr eaLnBrk="1" hangingPunct="1"/>
            <a:r>
              <a:rPr lang="en-US" altLang="en-US"/>
              <a:t>Phân chia quan hệ thành nhiều nhóm dựa trên điều kiện gom nhóm</a:t>
            </a:r>
          </a:p>
          <a:p>
            <a:pPr eaLnBrk="1" hangingPunct="1"/>
            <a:r>
              <a:rPr lang="en-US" altLang="en-US"/>
              <a:t>Ký hiệu</a:t>
            </a:r>
          </a:p>
          <a:p>
            <a:pPr eaLnBrk="1" hangingPunct="1"/>
            <a:endParaRPr lang="en-US" altLang="en-US"/>
          </a:p>
          <a:p>
            <a:pPr lvl="1" eaLnBrk="1" hangingPunct="1"/>
            <a:r>
              <a:rPr lang="en-US" altLang="en-US"/>
              <a:t>E là biểu thức ĐSQH</a:t>
            </a:r>
          </a:p>
          <a:p>
            <a:pPr lvl="1" eaLnBrk="1" hangingPunct="1"/>
            <a:r>
              <a:rPr lang="en-US" altLang="en-US"/>
              <a:t>G1, G2, …, Gn là các thuộc tính gom nhóm</a:t>
            </a:r>
          </a:p>
          <a:p>
            <a:pPr lvl="1" eaLnBrk="1" hangingPunct="1"/>
            <a:r>
              <a:rPr lang="en-US" altLang="en-US"/>
              <a:t>F1, F2, …, Fn là các hàm</a:t>
            </a:r>
          </a:p>
          <a:p>
            <a:pPr lvl="1" eaLnBrk="1" hangingPunct="1"/>
            <a:r>
              <a:rPr lang="en-US" altLang="en-US"/>
              <a:t>A1, A2, …, An là các thuộc tính tính toán trong hàm F</a:t>
            </a:r>
          </a:p>
        </p:txBody>
      </p:sp>
      <p:sp>
        <p:nvSpPr>
          <p:cNvPr id="130054" name="Text Box 4">
            <a:extLst>
              <a:ext uri="{FF2B5EF4-FFF2-40B4-BE49-F238E27FC236}">
                <a16:creationId xmlns:a16="http://schemas.microsoft.com/office/drawing/2014/main" id="{16456ADA-D396-405E-9283-5E9EDF2FFF60}"/>
              </a:ext>
            </a:extLst>
          </p:cNvPr>
          <p:cNvSpPr txBox="1">
            <a:spLocks noChangeArrowheads="1"/>
          </p:cNvSpPr>
          <p:nvPr/>
        </p:nvSpPr>
        <p:spPr bwMode="auto">
          <a:xfrm>
            <a:off x="1371600" y="2422525"/>
            <a:ext cx="5638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latin typeface="Tahoma" panose="020B0604030504040204" pitchFamily="34" charset="0"/>
              </a:rPr>
              <a:t>G1, G2, …, Gn</a:t>
            </a:r>
            <a:r>
              <a:rPr lang="en-US" altLang="en-US" sz="3000" b="1">
                <a:solidFill>
                  <a:srgbClr val="000000"/>
                </a:solidFill>
                <a:latin typeface="Script MT Bold" panose="03040602040607080904" pitchFamily="66" charset="0"/>
                <a:cs typeface="Times New Roman" panose="02020603050405020304" pitchFamily="18" charset="0"/>
                <a:sym typeface="Symbol" panose="05050102010706020507" pitchFamily="18" charset="2"/>
              </a:rPr>
              <a:t>I</a:t>
            </a:r>
            <a:r>
              <a:rPr lang="en-US" altLang="en-US" sz="2200" baseline="-25000">
                <a:latin typeface="Tahoma" panose="020B0604030504040204" pitchFamily="34" charset="0"/>
                <a:sym typeface="Symbol" panose="05050102010706020507" pitchFamily="18" charset="2"/>
              </a:rPr>
              <a:t>F1(A1), F2(A2), …, Fn(An)</a:t>
            </a:r>
            <a:r>
              <a:rPr lang="en-US" altLang="en-US" sz="2200">
                <a:latin typeface="Tahoma" panose="020B0604030504040204" pitchFamily="34" charset="0"/>
                <a:sym typeface="Symbol" panose="05050102010706020507" pitchFamily="18" charset="2"/>
              </a:rPr>
              <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Date Placeholder 3">
            <a:extLst>
              <a:ext uri="{FF2B5EF4-FFF2-40B4-BE49-F238E27FC236}">
                <a16:creationId xmlns:a16="http://schemas.microsoft.com/office/drawing/2014/main" id="{9275E89C-0688-4437-B8EE-D5E299B89FAF}"/>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2099" name="Slide Number Placeholder 5">
            <a:extLst>
              <a:ext uri="{FF2B5EF4-FFF2-40B4-BE49-F238E27FC236}">
                <a16:creationId xmlns:a16="http://schemas.microsoft.com/office/drawing/2014/main" id="{66FFD5F1-BF71-42C5-820C-F3FBB3402D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AB51EA3-FA23-4180-9A41-FEB7D6E0CBBF}" type="slidenum">
              <a:rPr lang="en-US" altLang="en-US" sz="1000"/>
              <a:pPr algn="r">
                <a:spcBef>
                  <a:spcPct val="0"/>
                </a:spcBef>
                <a:buClrTx/>
                <a:buFontTx/>
                <a:buNone/>
              </a:pPr>
              <a:t>37</a:t>
            </a:fld>
            <a:endParaRPr lang="en-US" altLang="en-US" sz="1000"/>
          </a:p>
        </p:txBody>
      </p:sp>
      <p:sp>
        <p:nvSpPr>
          <p:cNvPr id="132100" name="Rectangle 2">
            <a:extLst>
              <a:ext uri="{FF2B5EF4-FFF2-40B4-BE49-F238E27FC236}">
                <a16:creationId xmlns:a16="http://schemas.microsoft.com/office/drawing/2014/main" id="{9A09FEB5-F654-4C10-9600-6F652109A4FF}"/>
              </a:ext>
            </a:extLst>
          </p:cNvPr>
          <p:cNvSpPr>
            <a:spLocks noGrp="1" noChangeArrowheads="1"/>
          </p:cNvSpPr>
          <p:nvPr>
            <p:ph type="title"/>
          </p:nvPr>
        </p:nvSpPr>
        <p:spPr>
          <a:xfrm>
            <a:off x="457200" y="354013"/>
            <a:ext cx="8534400" cy="620712"/>
          </a:xfrm>
        </p:spPr>
        <p:txBody>
          <a:bodyPr/>
          <a:lstStyle/>
          <a:p>
            <a:pPr eaLnBrk="1" hangingPunct="1"/>
            <a:r>
              <a:rPr lang="en-US" altLang="en-US" sz="3500"/>
              <a:t>4. Phép gom nhóm (tt)</a:t>
            </a:r>
          </a:p>
        </p:txBody>
      </p:sp>
      <p:sp>
        <p:nvSpPr>
          <p:cNvPr id="132101" name="Rectangle 3">
            <a:extLst>
              <a:ext uri="{FF2B5EF4-FFF2-40B4-BE49-F238E27FC236}">
                <a16:creationId xmlns:a16="http://schemas.microsoft.com/office/drawing/2014/main" id="{1A44F169-8D7F-4781-8E77-00C1D67866DF}"/>
              </a:ext>
            </a:extLst>
          </p:cNvPr>
          <p:cNvSpPr>
            <a:spLocks noGrp="1" noChangeArrowheads="1"/>
          </p:cNvSpPr>
          <p:nvPr>
            <p:ph type="body" idx="1"/>
          </p:nvPr>
        </p:nvSpPr>
        <p:spPr>
          <a:xfrm>
            <a:off x="304800" y="1295400"/>
            <a:ext cx="8534400" cy="4835525"/>
          </a:xfrm>
        </p:spPr>
        <p:txBody>
          <a:bodyPr/>
          <a:lstStyle/>
          <a:p>
            <a:pPr eaLnBrk="1" hangingPunct="1"/>
            <a:r>
              <a:rPr lang="en-US" altLang="en-US"/>
              <a:t>Ví dụ</a:t>
            </a:r>
          </a:p>
        </p:txBody>
      </p:sp>
      <p:sp>
        <p:nvSpPr>
          <p:cNvPr id="132102" name="Text Box 34">
            <a:extLst>
              <a:ext uri="{FF2B5EF4-FFF2-40B4-BE49-F238E27FC236}">
                <a16:creationId xmlns:a16="http://schemas.microsoft.com/office/drawing/2014/main" id="{C50C739F-2967-426E-AD1F-AFC0A5506CF6}"/>
              </a:ext>
            </a:extLst>
          </p:cNvPr>
          <p:cNvSpPr txBox="1">
            <a:spLocks noChangeArrowheads="1"/>
          </p:cNvSpPr>
          <p:nvPr/>
        </p:nvSpPr>
        <p:spPr bwMode="auto">
          <a:xfrm>
            <a:off x="5181600" y="1981200"/>
            <a:ext cx="2133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3000" b="1">
                <a:solidFill>
                  <a:srgbClr val="000000"/>
                </a:solidFill>
                <a:latin typeface="Script MT Bold" panose="03040602040607080904" pitchFamily="66" charset="0"/>
                <a:cs typeface="Times New Roman" panose="02020603050405020304" pitchFamily="18" charset="0"/>
                <a:sym typeface="Symbol" panose="05050102010706020507" pitchFamily="18" charset="2"/>
              </a:rPr>
              <a:t>I</a:t>
            </a:r>
            <a:r>
              <a:rPr lang="en-US" altLang="en-US" sz="2200" baseline="-25000">
                <a:latin typeface="Tahoma" panose="020B0604030504040204" pitchFamily="34" charset="0"/>
              </a:rPr>
              <a:t>SUM(C)</a:t>
            </a:r>
            <a:r>
              <a:rPr lang="en-US" altLang="en-US" sz="2200">
                <a:latin typeface="Tahoma" panose="020B0604030504040204" pitchFamily="34" charset="0"/>
              </a:rPr>
              <a:t>(R)</a:t>
            </a:r>
          </a:p>
        </p:txBody>
      </p:sp>
      <p:grpSp>
        <p:nvGrpSpPr>
          <p:cNvPr id="2" name="Group 39">
            <a:extLst>
              <a:ext uri="{FF2B5EF4-FFF2-40B4-BE49-F238E27FC236}">
                <a16:creationId xmlns:a16="http://schemas.microsoft.com/office/drawing/2014/main" id="{64FB932A-FF10-4629-A817-3DC0D66BE14B}"/>
              </a:ext>
            </a:extLst>
          </p:cNvPr>
          <p:cNvGrpSpPr>
            <a:grpSpLocks/>
          </p:cNvGrpSpPr>
          <p:nvPr/>
        </p:nvGrpSpPr>
        <p:grpSpPr bwMode="auto">
          <a:xfrm>
            <a:off x="5486400" y="2682875"/>
            <a:ext cx="914400" cy="762000"/>
            <a:chOff x="3456" y="1776"/>
            <a:chExt cx="576" cy="480"/>
          </a:xfrm>
        </p:grpSpPr>
        <p:sp>
          <p:nvSpPr>
            <p:cNvPr id="132142" name="Rectangle 35">
              <a:extLst>
                <a:ext uri="{FF2B5EF4-FFF2-40B4-BE49-F238E27FC236}">
                  <a16:creationId xmlns:a16="http://schemas.microsoft.com/office/drawing/2014/main" id="{30AED36E-6114-44F2-8AAC-8C9E4EE128FD}"/>
                </a:ext>
              </a:extLst>
            </p:cNvPr>
            <p:cNvSpPr>
              <a:spLocks noChangeArrowheads="1"/>
            </p:cNvSpPr>
            <p:nvPr/>
          </p:nvSpPr>
          <p:spPr bwMode="auto">
            <a:xfrm>
              <a:off x="3456" y="1776"/>
              <a:ext cx="576" cy="480"/>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2143" name="Text Box 36">
              <a:extLst>
                <a:ext uri="{FF2B5EF4-FFF2-40B4-BE49-F238E27FC236}">
                  <a16:creationId xmlns:a16="http://schemas.microsoft.com/office/drawing/2014/main" id="{4419F833-3393-433B-AF68-0FD46A7396A7}"/>
                </a:ext>
              </a:extLst>
            </p:cNvPr>
            <p:cNvSpPr txBox="1">
              <a:spLocks noChangeArrowheads="1"/>
            </p:cNvSpPr>
            <p:nvPr/>
          </p:nvSpPr>
          <p:spPr bwMode="auto">
            <a:xfrm>
              <a:off x="3456" y="177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SUM_C</a:t>
              </a:r>
            </a:p>
          </p:txBody>
        </p:sp>
        <p:sp>
          <p:nvSpPr>
            <p:cNvPr id="132144" name="Line 37">
              <a:extLst>
                <a:ext uri="{FF2B5EF4-FFF2-40B4-BE49-F238E27FC236}">
                  <a16:creationId xmlns:a16="http://schemas.microsoft.com/office/drawing/2014/main" id="{0831F0FB-2BEB-4E83-9CAA-8FE5091E0FF0}"/>
                </a:ext>
              </a:extLst>
            </p:cNvPr>
            <p:cNvSpPr>
              <a:spLocks noChangeShapeType="1"/>
            </p:cNvSpPr>
            <p:nvPr/>
          </p:nvSpPr>
          <p:spPr bwMode="auto">
            <a:xfrm>
              <a:off x="3456" y="1968"/>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45" name="Text Box 38">
              <a:extLst>
                <a:ext uri="{FF2B5EF4-FFF2-40B4-BE49-F238E27FC236}">
                  <a16:creationId xmlns:a16="http://schemas.microsoft.com/office/drawing/2014/main" id="{DF6352F8-9DFA-4A06-8752-0FF2C28DC751}"/>
                </a:ext>
              </a:extLst>
            </p:cNvPr>
            <p:cNvSpPr txBox="1">
              <a:spLocks noChangeArrowheads="1"/>
            </p:cNvSpPr>
            <p:nvPr/>
          </p:nvSpPr>
          <p:spPr bwMode="auto">
            <a:xfrm>
              <a:off x="3456" y="201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27</a:t>
              </a:r>
            </a:p>
          </p:txBody>
        </p:sp>
      </p:grpSp>
      <p:grpSp>
        <p:nvGrpSpPr>
          <p:cNvPr id="132104" name="Group 40">
            <a:extLst>
              <a:ext uri="{FF2B5EF4-FFF2-40B4-BE49-F238E27FC236}">
                <a16:creationId xmlns:a16="http://schemas.microsoft.com/office/drawing/2014/main" id="{70D21D56-C2AE-4D19-9006-CCC037FB6F1D}"/>
              </a:ext>
            </a:extLst>
          </p:cNvPr>
          <p:cNvGrpSpPr>
            <a:grpSpLocks/>
          </p:cNvGrpSpPr>
          <p:nvPr/>
        </p:nvGrpSpPr>
        <p:grpSpPr bwMode="auto">
          <a:xfrm>
            <a:off x="1295400" y="2895600"/>
            <a:ext cx="1905000" cy="1600200"/>
            <a:chOff x="816" y="1584"/>
            <a:chExt cx="1200" cy="1008"/>
          </a:xfrm>
        </p:grpSpPr>
        <p:sp>
          <p:nvSpPr>
            <p:cNvPr id="132116" name="Text Box 41">
              <a:extLst>
                <a:ext uri="{FF2B5EF4-FFF2-40B4-BE49-F238E27FC236}">
                  <a16:creationId xmlns:a16="http://schemas.microsoft.com/office/drawing/2014/main" id="{C2E59A0C-B9CD-4F42-A794-877D00CF2DB3}"/>
                </a:ext>
              </a:extLst>
            </p:cNvPr>
            <p:cNvSpPr txBox="1">
              <a:spLocks noChangeArrowheads="1"/>
            </p:cNvSpPr>
            <p:nvPr/>
          </p:nvSpPr>
          <p:spPr bwMode="auto">
            <a:xfrm>
              <a:off x="1152"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A</a:t>
              </a:r>
            </a:p>
          </p:txBody>
        </p:sp>
        <p:sp>
          <p:nvSpPr>
            <p:cNvPr id="132117" name="Text Box 42">
              <a:extLst>
                <a:ext uri="{FF2B5EF4-FFF2-40B4-BE49-F238E27FC236}">
                  <a16:creationId xmlns:a16="http://schemas.microsoft.com/office/drawing/2014/main" id="{68F139E5-9594-4D4D-A91F-CFB88AB6FD90}"/>
                </a:ext>
              </a:extLst>
            </p:cNvPr>
            <p:cNvSpPr txBox="1">
              <a:spLocks noChangeArrowheads="1"/>
            </p:cNvSpPr>
            <p:nvPr/>
          </p:nvSpPr>
          <p:spPr bwMode="auto">
            <a:xfrm>
              <a:off x="1440"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t>
              </a:r>
            </a:p>
          </p:txBody>
        </p:sp>
        <p:sp>
          <p:nvSpPr>
            <p:cNvPr id="132118" name="Text Box 43">
              <a:extLst>
                <a:ext uri="{FF2B5EF4-FFF2-40B4-BE49-F238E27FC236}">
                  <a16:creationId xmlns:a16="http://schemas.microsoft.com/office/drawing/2014/main" id="{BDE2FC96-F862-406F-9885-10E2CCF37F5D}"/>
                </a:ext>
              </a:extLst>
            </p:cNvPr>
            <p:cNvSpPr txBox="1">
              <a:spLocks noChangeArrowheads="1"/>
            </p:cNvSpPr>
            <p:nvPr/>
          </p:nvSpPr>
          <p:spPr bwMode="auto">
            <a:xfrm>
              <a:off x="1152" y="18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a:t>
              </a:r>
            </a:p>
          </p:txBody>
        </p:sp>
        <p:grpSp>
          <p:nvGrpSpPr>
            <p:cNvPr id="132119" name="Group 44">
              <a:extLst>
                <a:ext uri="{FF2B5EF4-FFF2-40B4-BE49-F238E27FC236}">
                  <a16:creationId xmlns:a16="http://schemas.microsoft.com/office/drawing/2014/main" id="{D67AC839-B6C2-4AEC-A2BE-70BFEF004164}"/>
                </a:ext>
              </a:extLst>
            </p:cNvPr>
            <p:cNvGrpSpPr>
              <a:grpSpLocks/>
            </p:cNvGrpSpPr>
            <p:nvPr/>
          </p:nvGrpSpPr>
          <p:grpSpPr bwMode="auto">
            <a:xfrm>
              <a:off x="816" y="1584"/>
              <a:ext cx="1200" cy="192"/>
              <a:chOff x="816" y="1584"/>
              <a:chExt cx="1200" cy="192"/>
            </a:xfrm>
          </p:grpSpPr>
          <p:sp>
            <p:nvSpPr>
              <p:cNvPr id="132140" name="Line 45">
                <a:extLst>
                  <a:ext uri="{FF2B5EF4-FFF2-40B4-BE49-F238E27FC236}">
                    <a16:creationId xmlns:a16="http://schemas.microsoft.com/office/drawing/2014/main" id="{58A73340-51C2-4286-ACE9-532E9DB3E4EB}"/>
                  </a:ext>
                </a:extLst>
              </p:cNvPr>
              <p:cNvSpPr>
                <a:spLocks noChangeShapeType="1"/>
              </p:cNvSpPr>
              <p:nvPr/>
            </p:nvSpPr>
            <p:spPr bwMode="auto">
              <a:xfrm>
                <a:off x="816" y="1776"/>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2141" name="Line 46">
                <a:extLst>
                  <a:ext uri="{FF2B5EF4-FFF2-40B4-BE49-F238E27FC236}">
                    <a16:creationId xmlns:a16="http://schemas.microsoft.com/office/drawing/2014/main" id="{496C6AFA-8DF5-4EA1-B75B-AD3C8B92B109}"/>
                  </a:ext>
                </a:extLst>
              </p:cNvPr>
              <p:cNvSpPr>
                <a:spLocks noChangeShapeType="1"/>
              </p:cNvSpPr>
              <p:nvPr/>
            </p:nvSpPr>
            <p:spPr bwMode="auto">
              <a:xfrm>
                <a:off x="816" y="1584"/>
                <a:ext cx="1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132120" name="Line 47">
              <a:extLst>
                <a:ext uri="{FF2B5EF4-FFF2-40B4-BE49-F238E27FC236}">
                  <a16:creationId xmlns:a16="http://schemas.microsoft.com/office/drawing/2014/main" id="{F151A994-C6C2-44B8-A683-ACD2CFACFF6B}"/>
                </a:ext>
              </a:extLst>
            </p:cNvPr>
            <p:cNvSpPr>
              <a:spLocks noChangeShapeType="1"/>
            </p:cNvSpPr>
            <p:nvPr/>
          </p:nvSpPr>
          <p:spPr bwMode="auto">
            <a:xfrm>
              <a:off x="1152" y="2592"/>
              <a:ext cx="8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2121" name="Text Box 48">
              <a:extLst>
                <a:ext uri="{FF2B5EF4-FFF2-40B4-BE49-F238E27FC236}">
                  <a16:creationId xmlns:a16="http://schemas.microsoft.com/office/drawing/2014/main" id="{8F574A28-4ABB-4DE7-B873-7184B8614533}"/>
                </a:ext>
              </a:extLst>
            </p:cNvPr>
            <p:cNvSpPr txBox="1">
              <a:spLocks noChangeArrowheads="1"/>
            </p:cNvSpPr>
            <p:nvPr/>
          </p:nvSpPr>
          <p:spPr bwMode="auto">
            <a:xfrm>
              <a:off x="816" y="158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b="1">
                  <a:latin typeface="Tahoma" panose="020B0604030504040204" pitchFamily="34" charset="0"/>
                </a:rPr>
                <a:t>R</a:t>
              </a:r>
            </a:p>
          </p:txBody>
        </p:sp>
        <p:sp>
          <p:nvSpPr>
            <p:cNvPr id="132122" name="Line 49">
              <a:extLst>
                <a:ext uri="{FF2B5EF4-FFF2-40B4-BE49-F238E27FC236}">
                  <a16:creationId xmlns:a16="http://schemas.microsoft.com/office/drawing/2014/main" id="{E423CFED-B085-4B29-B817-C8BB9B138E53}"/>
                </a:ext>
              </a:extLst>
            </p:cNvPr>
            <p:cNvSpPr>
              <a:spLocks noChangeShapeType="1"/>
            </p:cNvSpPr>
            <p:nvPr/>
          </p:nvSpPr>
          <p:spPr bwMode="auto">
            <a:xfrm>
              <a:off x="816" y="1584"/>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2123" name="Text Box 50">
              <a:extLst>
                <a:ext uri="{FF2B5EF4-FFF2-40B4-BE49-F238E27FC236}">
                  <a16:creationId xmlns:a16="http://schemas.microsoft.com/office/drawing/2014/main" id="{BAA21352-973F-48CA-A09B-6160979C0A1C}"/>
                </a:ext>
              </a:extLst>
            </p:cNvPr>
            <p:cNvSpPr txBox="1">
              <a:spLocks noChangeArrowheads="1"/>
            </p:cNvSpPr>
            <p:nvPr/>
          </p:nvSpPr>
          <p:spPr bwMode="auto">
            <a:xfrm>
              <a:off x="1152" y="201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a:t>
              </a:r>
            </a:p>
          </p:txBody>
        </p:sp>
        <p:sp>
          <p:nvSpPr>
            <p:cNvPr id="132124" name="Text Box 51">
              <a:extLst>
                <a:ext uri="{FF2B5EF4-FFF2-40B4-BE49-F238E27FC236}">
                  <a16:creationId xmlns:a16="http://schemas.microsoft.com/office/drawing/2014/main" id="{88F675D4-2689-4C49-8A5D-5D6AA74CFF4C}"/>
                </a:ext>
              </a:extLst>
            </p:cNvPr>
            <p:cNvSpPr txBox="1">
              <a:spLocks noChangeArrowheads="1"/>
            </p:cNvSpPr>
            <p:nvPr/>
          </p:nvSpPr>
          <p:spPr bwMode="auto">
            <a:xfrm>
              <a:off x="1440" y="18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132125" name="Text Box 52">
              <a:extLst>
                <a:ext uri="{FF2B5EF4-FFF2-40B4-BE49-F238E27FC236}">
                  <a16:creationId xmlns:a16="http://schemas.microsoft.com/office/drawing/2014/main" id="{DF873647-72FF-4326-9C3D-6B7C5D86BB38}"/>
                </a:ext>
              </a:extLst>
            </p:cNvPr>
            <p:cNvSpPr txBox="1">
              <a:spLocks noChangeArrowheads="1"/>
            </p:cNvSpPr>
            <p:nvPr/>
          </p:nvSpPr>
          <p:spPr bwMode="auto">
            <a:xfrm>
              <a:off x="1440" y="201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4</a:t>
              </a:r>
            </a:p>
          </p:txBody>
        </p:sp>
        <p:sp>
          <p:nvSpPr>
            <p:cNvPr id="132126" name="Text Box 53">
              <a:extLst>
                <a:ext uri="{FF2B5EF4-FFF2-40B4-BE49-F238E27FC236}">
                  <a16:creationId xmlns:a16="http://schemas.microsoft.com/office/drawing/2014/main" id="{49C9CB40-D30F-4B12-9C51-064FF7A1C206}"/>
                </a:ext>
              </a:extLst>
            </p:cNvPr>
            <p:cNvSpPr txBox="1">
              <a:spLocks noChangeArrowheads="1"/>
            </p:cNvSpPr>
            <p:nvPr/>
          </p:nvSpPr>
          <p:spPr bwMode="auto">
            <a:xfrm>
              <a:off x="1152" y="220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a:t>
              </a:r>
            </a:p>
          </p:txBody>
        </p:sp>
        <p:sp>
          <p:nvSpPr>
            <p:cNvPr id="132127" name="Text Box 54">
              <a:extLst>
                <a:ext uri="{FF2B5EF4-FFF2-40B4-BE49-F238E27FC236}">
                  <a16:creationId xmlns:a16="http://schemas.microsoft.com/office/drawing/2014/main" id="{F110EDEA-6807-422F-8372-26E4939F5447}"/>
                </a:ext>
              </a:extLst>
            </p:cNvPr>
            <p:cNvSpPr txBox="1">
              <a:spLocks noChangeArrowheads="1"/>
            </p:cNvSpPr>
            <p:nvPr/>
          </p:nvSpPr>
          <p:spPr bwMode="auto">
            <a:xfrm>
              <a:off x="1152" y="240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a:t>
              </a:r>
            </a:p>
          </p:txBody>
        </p:sp>
        <p:sp>
          <p:nvSpPr>
            <p:cNvPr id="132128" name="Text Box 55">
              <a:extLst>
                <a:ext uri="{FF2B5EF4-FFF2-40B4-BE49-F238E27FC236}">
                  <a16:creationId xmlns:a16="http://schemas.microsoft.com/office/drawing/2014/main" id="{CBCBFE72-5059-4CBF-B7DB-D6F0003D24C2}"/>
                </a:ext>
              </a:extLst>
            </p:cNvPr>
            <p:cNvSpPr txBox="1">
              <a:spLocks noChangeArrowheads="1"/>
            </p:cNvSpPr>
            <p:nvPr/>
          </p:nvSpPr>
          <p:spPr bwMode="auto">
            <a:xfrm>
              <a:off x="1440" y="220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132129" name="Text Box 56">
              <a:extLst>
                <a:ext uri="{FF2B5EF4-FFF2-40B4-BE49-F238E27FC236}">
                  <a16:creationId xmlns:a16="http://schemas.microsoft.com/office/drawing/2014/main" id="{D07B24C8-3D99-4043-B6D1-A73E6CE8DD5B}"/>
                </a:ext>
              </a:extLst>
            </p:cNvPr>
            <p:cNvSpPr txBox="1">
              <a:spLocks noChangeArrowheads="1"/>
            </p:cNvSpPr>
            <p:nvPr/>
          </p:nvSpPr>
          <p:spPr bwMode="auto">
            <a:xfrm>
              <a:off x="1440" y="240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2</a:t>
              </a:r>
            </a:p>
          </p:txBody>
        </p:sp>
        <p:sp>
          <p:nvSpPr>
            <p:cNvPr id="132130" name="Text Box 57">
              <a:extLst>
                <a:ext uri="{FF2B5EF4-FFF2-40B4-BE49-F238E27FC236}">
                  <a16:creationId xmlns:a16="http://schemas.microsoft.com/office/drawing/2014/main" id="{D162BA50-3E90-490F-91AA-E898E49C17B6}"/>
                </a:ext>
              </a:extLst>
            </p:cNvPr>
            <p:cNvSpPr txBox="1">
              <a:spLocks noChangeArrowheads="1"/>
            </p:cNvSpPr>
            <p:nvPr/>
          </p:nvSpPr>
          <p:spPr bwMode="auto">
            <a:xfrm>
              <a:off x="1728" y="158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C</a:t>
              </a:r>
            </a:p>
          </p:txBody>
        </p:sp>
        <p:sp>
          <p:nvSpPr>
            <p:cNvPr id="132131" name="Text Box 58">
              <a:extLst>
                <a:ext uri="{FF2B5EF4-FFF2-40B4-BE49-F238E27FC236}">
                  <a16:creationId xmlns:a16="http://schemas.microsoft.com/office/drawing/2014/main" id="{49F9E5D9-CB1F-4058-A58B-7174762A9667}"/>
                </a:ext>
              </a:extLst>
            </p:cNvPr>
            <p:cNvSpPr txBox="1">
              <a:spLocks noChangeArrowheads="1"/>
            </p:cNvSpPr>
            <p:nvPr/>
          </p:nvSpPr>
          <p:spPr bwMode="auto">
            <a:xfrm>
              <a:off x="1728" y="182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132132" name="Text Box 59">
              <a:extLst>
                <a:ext uri="{FF2B5EF4-FFF2-40B4-BE49-F238E27FC236}">
                  <a16:creationId xmlns:a16="http://schemas.microsoft.com/office/drawing/2014/main" id="{0AEEBB26-6A04-4E3F-A8CF-A88907B9AE03}"/>
                </a:ext>
              </a:extLst>
            </p:cNvPr>
            <p:cNvSpPr txBox="1">
              <a:spLocks noChangeArrowheads="1"/>
            </p:cNvSpPr>
            <p:nvPr/>
          </p:nvSpPr>
          <p:spPr bwMode="auto">
            <a:xfrm>
              <a:off x="1728" y="201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7</a:t>
              </a:r>
            </a:p>
          </p:txBody>
        </p:sp>
        <p:sp>
          <p:nvSpPr>
            <p:cNvPr id="132133" name="Text Box 60">
              <a:extLst>
                <a:ext uri="{FF2B5EF4-FFF2-40B4-BE49-F238E27FC236}">
                  <a16:creationId xmlns:a16="http://schemas.microsoft.com/office/drawing/2014/main" id="{D4D19F38-5B2F-443E-B167-15658A8AFBCA}"/>
                </a:ext>
              </a:extLst>
            </p:cNvPr>
            <p:cNvSpPr txBox="1">
              <a:spLocks noChangeArrowheads="1"/>
            </p:cNvSpPr>
            <p:nvPr/>
          </p:nvSpPr>
          <p:spPr bwMode="auto">
            <a:xfrm>
              <a:off x="1728" y="2208"/>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3</a:t>
              </a:r>
            </a:p>
          </p:txBody>
        </p:sp>
        <p:sp>
          <p:nvSpPr>
            <p:cNvPr id="132134" name="Text Box 61">
              <a:extLst>
                <a:ext uri="{FF2B5EF4-FFF2-40B4-BE49-F238E27FC236}">
                  <a16:creationId xmlns:a16="http://schemas.microsoft.com/office/drawing/2014/main" id="{71E65789-E9DE-4969-983A-14F9E299FDE5}"/>
                </a:ext>
              </a:extLst>
            </p:cNvPr>
            <p:cNvSpPr txBox="1">
              <a:spLocks noChangeArrowheads="1"/>
            </p:cNvSpPr>
            <p:nvPr/>
          </p:nvSpPr>
          <p:spPr bwMode="auto">
            <a:xfrm>
              <a:off x="1728" y="240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sym typeface="Symbol" panose="05050102010706020507" pitchFamily="18" charset="2"/>
                </a:rPr>
                <a:t>10</a:t>
              </a:r>
            </a:p>
          </p:txBody>
        </p:sp>
        <p:grpSp>
          <p:nvGrpSpPr>
            <p:cNvPr id="132135" name="Group 62">
              <a:extLst>
                <a:ext uri="{FF2B5EF4-FFF2-40B4-BE49-F238E27FC236}">
                  <a16:creationId xmlns:a16="http://schemas.microsoft.com/office/drawing/2014/main" id="{AEEF1A3F-08B2-42BC-8397-DA0D2493DE03}"/>
                </a:ext>
              </a:extLst>
            </p:cNvPr>
            <p:cNvGrpSpPr>
              <a:grpSpLocks/>
            </p:cNvGrpSpPr>
            <p:nvPr/>
          </p:nvGrpSpPr>
          <p:grpSpPr bwMode="auto">
            <a:xfrm>
              <a:off x="1152" y="1584"/>
              <a:ext cx="864" cy="1008"/>
              <a:chOff x="1152" y="1584"/>
              <a:chExt cx="864" cy="1008"/>
            </a:xfrm>
          </p:grpSpPr>
          <p:sp>
            <p:nvSpPr>
              <p:cNvPr id="132136" name="Line 63">
                <a:extLst>
                  <a:ext uri="{FF2B5EF4-FFF2-40B4-BE49-F238E27FC236}">
                    <a16:creationId xmlns:a16="http://schemas.microsoft.com/office/drawing/2014/main" id="{B6A4A454-CDC8-4957-9BE1-96BE44A742F4}"/>
                  </a:ext>
                </a:extLst>
              </p:cNvPr>
              <p:cNvSpPr>
                <a:spLocks noChangeShapeType="1"/>
              </p:cNvSpPr>
              <p:nvPr/>
            </p:nvSpPr>
            <p:spPr bwMode="auto">
              <a:xfrm>
                <a:off x="1440" y="15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37" name="Line 64">
                <a:extLst>
                  <a:ext uri="{FF2B5EF4-FFF2-40B4-BE49-F238E27FC236}">
                    <a16:creationId xmlns:a16="http://schemas.microsoft.com/office/drawing/2014/main" id="{25011865-B227-4E3E-8E33-3D2CDDD5CFB2}"/>
                  </a:ext>
                </a:extLst>
              </p:cNvPr>
              <p:cNvSpPr>
                <a:spLocks noChangeShapeType="1"/>
              </p:cNvSpPr>
              <p:nvPr/>
            </p:nvSpPr>
            <p:spPr bwMode="auto">
              <a:xfrm>
                <a:off x="1152" y="15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38" name="Line 65">
                <a:extLst>
                  <a:ext uri="{FF2B5EF4-FFF2-40B4-BE49-F238E27FC236}">
                    <a16:creationId xmlns:a16="http://schemas.microsoft.com/office/drawing/2014/main" id="{F8495FEB-F596-44B3-AB0B-30901CF8FE10}"/>
                  </a:ext>
                </a:extLst>
              </p:cNvPr>
              <p:cNvSpPr>
                <a:spLocks noChangeShapeType="1"/>
              </p:cNvSpPr>
              <p:nvPr/>
            </p:nvSpPr>
            <p:spPr bwMode="auto">
              <a:xfrm>
                <a:off x="1728" y="15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39" name="Line 66">
                <a:extLst>
                  <a:ext uri="{FF2B5EF4-FFF2-40B4-BE49-F238E27FC236}">
                    <a16:creationId xmlns:a16="http://schemas.microsoft.com/office/drawing/2014/main" id="{2C401742-616C-412C-911C-88E0F6F191D4}"/>
                  </a:ext>
                </a:extLst>
              </p:cNvPr>
              <p:cNvSpPr>
                <a:spLocks noChangeShapeType="1"/>
              </p:cNvSpPr>
              <p:nvPr/>
            </p:nvSpPr>
            <p:spPr bwMode="auto">
              <a:xfrm>
                <a:off x="2016" y="158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sp>
        <p:nvSpPr>
          <p:cNvPr id="132105" name="Text Box 67">
            <a:extLst>
              <a:ext uri="{FF2B5EF4-FFF2-40B4-BE49-F238E27FC236}">
                <a16:creationId xmlns:a16="http://schemas.microsoft.com/office/drawing/2014/main" id="{25D2A65C-4D57-4AA6-A0E1-03A6A26EAA69}"/>
              </a:ext>
            </a:extLst>
          </p:cNvPr>
          <p:cNvSpPr txBox="1">
            <a:spLocks noChangeArrowheads="1"/>
          </p:cNvSpPr>
          <p:nvPr/>
        </p:nvSpPr>
        <p:spPr bwMode="auto">
          <a:xfrm>
            <a:off x="5181600" y="3946525"/>
            <a:ext cx="2133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600">
                <a:latin typeface="Tahoma" panose="020B0604030504040204" pitchFamily="34" charset="0"/>
                <a:sym typeface="Symbol" panose="05050102010706020507" pitchFamily="18" charset="2"/>
              </a:rPr>
              <a:t>A</a:t>
            </a:r>
            <a:r>
              <a:rPr lang="en-US" altLang="en-US" sz="3000" b="1">
                <a:solidFill>
                  <a:srgbClr val="000000"/>
                </a:solidFill>
                <a:latin typeface="Script MT Bold" panose="03040602040607080904" pitchFamily="66" charset="0"/>
                <a:cs typeface="Times New Roman" panose="02020603050405020304" pitchFamily="18" charset="0"/>
                <a:sym typeface="Symbol" panose="05050102010706020507" pitchFamily="18" charset="2"/>
              </a:rPr>
              <a:t>I</a:t>
            </a:r>
            <a:r>
              <a:rPr lang="en-US" altLang="en-US" sz="2200" baseline="-25000">
                <a:latin typeface="Tahoma" panose="020B0604030504040204" pitchFamily="34" charset="0"/>
              </a:rPr>
              <a:t>SUM(C)</a:t>
            </a:r>
            <a:r>
              <a:rPr lang="en-US" altLang="en-US" sz="2200">
                <a:latin typeface="Tahoma" panose="020B0604030504040204" pitchFamily="34" charset="0"/>
              </a:rPr>
              <a:t>(R)</a:t>
            </a:r>
          </a:p>
        </p:txBody>
      </p:sp>
      <p:grpSp>
        <p:nvGrpSpPr>
          <p:cNvPr id="6" name="Group 68">
            <a:extLst>
              <a:ext uri="{FF2B5EF4-FFF2-40B4-BE49-F238E27FC236}">
                <a16:creationId xmlns:a16="http://schemas.microsoft.com/office/drawing/2014/main" id="{DC6840BE-6FE7-4D22-BD7C-5EE313B57E43}"/>
              </a:ext>
            </a:extLst>
          </p:cNvPr>
          <p:cNvGrpSpPr>
            <a:grpSpLocks/>
          </p:cNvGrpSpPr>
          <p:nvPr/>
        </p:nvGrpSpPr>
        <p:grpSpPr bwMode="auto">
          <a:xfrm>
            <a:off x="1600200" y="3886200"/>
            <a:ext cx="1752600" cy="304800"/>
            <a:chOff x="1008" y="2208"/>
            <a:chExt cx="1104" cy="192"/>
          </a:xfrm>
        </p:grpSpPr>
        <p:sp>
          <p:nvSpPr>
            <p:cNvPr id="132114" name="Line 69">
              <a:extLst>
                <a:ext uri="{FF2B5EF4-FFF2-40B4-BE49-F238E27FC236}">
                  <a16:creationId xmlns:a16="http://schemas.microsoft.com/office/drawing/2014/main" id="{C7165169-5A4A-428B-8E18-2A3212F84A74}"/>
                </a:ext>
              </a:extLst>
            </p:cNvPr>
            <p:cNvSpPr>
              <a:spLocks noChangeShapeType="1"/>
            </p:cNvSpPr>
            <p:nvPr/>
          </p:nvSpPr>
          <p:spPr bwMode="auto">
            <a:xfrm>
              <a:off x="1008" y="2208"/>
              <a:ext cx="1104"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15" name="Line 70">
              <a:extLst>
                <a:ext uri="{FF2B5EF4-FFF2-40B4-BE49-F238E27FC236}">
                  <a16:creationId xmlns:a16="http://schemas.microsoft.com/office/drawing/2014/main" id="{6332F996-A51E-4C03-BE29-A6BD61E25C56}"/>
                </a:ext>
              </a:extLst>
            </p:cNvPr>
            <p:cNvSpPr>
              <a:spLocks noChangeShapeType="1"/>
            </p:cNvSpPr>
            <p:nvPr/>
          </p:nvSpPr>
          <p:spPr bwMode="auto">
            <a:xfrm>
              <a:off x="1008" y="2400"/>
              <a:ext cx="1104"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 name="Group 71">
            <a:extLst>
              <a:ext uri="{FF2B5EF4-FFF2-40B4-BE49-F238E27FC236}">
                <a16:creationId xmlns:a16="http://schemas.microsoft.com/office/drawing/2014/main" id="{7B12D528-1AD0-4F92-B13A-91A8BC160C11}"/>
              </a:ext>
            </a:extLst>
          </p:cNvPr>
          <p:cNvGrpSpPr>
            <a:grpSpLocks/>
          </p:cNvGrpSpPr>
          <p:nvPr/>
        </p:nvGrpSpPr>
        <p:grpSpPr bwMode="auto">
          <a:xfrm>
            <a:off x="5486400" y="4648200"/>
            <a:ext cx="914400" cy="1295400"/>
            <a:chOff x="3456" y="1776"/>
            <a:chExt cx="576" cy="816"/>
          </a:xfrm>
        </p:grpSpPr>
        <p:sp>
          <p:nvSpPr>
            <p:cNvPr id="132108" name="Rectangle 72">
              <a:extLst>
                <a:ext uri="{FF2B5EF4-FFF2-40B4-BE49-F238E27FC236}">
                  <a16:creationId xmlns:a16="http://schemas.microsoft.com/office/drawing/2014/main" id="{8784DB7C-6D27-4520-B3DF-8AE94CFDF30B}"/>
                </a:ext>
              </a:extLst>
            </p:cNvPr>
            <p:cNvSpPr>
              <a:spLocks noChangeArrowheads="1"/>
            </p:cNvSpPr>
            <p:nvPr/>
          </p:nvSpPr>
          <p:spPr bwMode="auto">
            <a:xfrm>
              <a:off x="3456" y="1776"/>
              <a:ext cx="576" cy="816"/>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2109" name="Text Box 73">
              <a:extLst>
                <a:ext uri="{FF2B5EF4-FFF2-40B4-BE49-F238E27FC236}">
                  <a16:creationId xmlns:a16="http://schemas.microsoft.com/office/drawing/2014/main" id="{9169ECF0-51D7-4784-B609-665126101182}"/>
                </a:ext>
              </a:extLst>
            </p:cNvPr>
            <p:cNvSpPr txBox="1">
              <a:spLocks noChangeArrowheads="1"/>
            </p:cNvSpPr>
            <p:nvPr/>
          </p:nvSpPr>
          <p:spPr bwMode="auto">
            <a:xfrm>
              <a:off x="3456" y="177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SUM_C</a:t>
              </a:r>
            </a:p>
          </p:txBody>
        </p:sp>
        <p:sp>
          <p:nvSpPr>
            <p:cNvPr id="132110" name="Line 74">
              <a:extLst>
                <a:ext uri="{FF2B5EF4-FFF2-40B4-BE49-F238E27FC236}">
                  <a16:creationId xmlns:a16="http://schemas.microsoft.com/office/drawing/2014/main" id="{BAEC2531-0308-4205-9A00-2A0BBAEB1256}"/>
                </a:ext>
              </a:extLst>
            </p:cNvPr>
            <p:cNvSpPr>
              <a:spLocks noChangeShapeType="1"/>
            </p:cNvSpPr>
            <p:nvPr/>
          </p:nvSpPr>
          <p:spPr bwMode="auto">
            <a:xfrm>
              <a:off x="3456" y="1968"/>
              <a:ext cx="5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2111" name="Text Box 75">
              <a:extLst>
                <a:ext uri="{FF2B5EF4-FFF2-40B4-BE49-F238E27FC236}">
                  <a16:creationId xmlns:a16="http://schemas.microsoft.com/office/drawing/2014/main" id="{254655A8-1F35-43C2-BCA3-84949BDDBAF3}"/>
                </a:ext>
              </a:extLst>
            </p:cNvPr>
            <p:cNvSpPr txBox="1">
              <a:spLocks noChangeArrowheads="1"/>
            </p:cNvSpPr>
            <p:nvPr/>
          </p:nvSpPr>
          <p:spPr bwMode="auto">
            <a:xfrm>
              <a:off x="3456" y="201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14</a:t>
              </a:r>
            </a:p>
          </p:txBody>
        </p:sp>
        <p:sp>
          <p:nvSpPr>
            <p:cNvPr id="132112" name="Text Box 76">
              <a:extLst>
                <a:ext uri="{FF2B5EF4-FFF2-40B4-BE49-F238E27FC236}">
                  <a16:creationId xmlns:a16="http://schemas.microsoft.com/office/drawing/2014/main" id="{C816BC9C-AB9C-4AD4-BE30-00421A294612}"/>
                </a:ext>
              </a:extLst>
            </p:cNvPr>
            <p:cNvSpPr txBox="1">
              <a:spLocks noChangeArrowheads="1"/>
            </p:cNvSpPr>
            <p:nvPr/>
          </p:nvSpPr>
          <p:spPr bwMode="auto">
            <a:xfrm>
              <a:off x="3456" y="220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a:t>
              </a:r>
            </a:p>
          </p:txBody>
        </p:sp>
        <p:sp>
          <p:nvSpPr>
            <p:cNvPr id="132113" name="Text Box 77">
              <a:extLst>
                <a:ext uri="{FF2B5EF4-FFF2-40B4-BE49-F238E27FC236}">
                  <a16:creationId xmlns:a16="http://schemas.microsoft.com/office/drawing/2014/main" id="{970C03B8-4A97-4B6D-A1D6-D472E9C646E0}"/>
                </a:ext>
              </a:extLst>
            </p:cNvPr>
            <p:cNvSpPr txBox="1">
              <a:spLocks noChangeArrowheads="1"/>
            </p:cNvSpPr>
            <p:nvPr/>
          </p:nvSpPr>
          <p:spPr bwMode="auto">
            <a:xfrm>
              <a:off x="3456" y="240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6AE5B23E-38BF-452F-AC5F-D71C8376D4EB}"/>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89443" name="Slide Number Placeholder 5">
            <a:extLst>
              <a:ext uri="{FF2B5EF4-FFF2-40B4-BE49-F238E27FC236}">
                <a16:creationId xmlns:a16="http://schemas.microsoft.com/office/drawing/2014/main" id="{670C9D20-9339-45E6-9673-F35BF841C1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D453A7B-5D21-4212-91E0-D6B0B520B900}" type="slidenum">
              <a:rPr lang="en-US" altLang="en-US" sz="1000"/>
              <a:pPr algn="r">
                <a:spcBef>
                  <a:spcPct val="0"/>
                </a:spcBef>
                <a:buClrTx/>
                <a:buFontTx/>
                <a:buNone/>
              </a:pPr>
              <a:t>38</a:t>
            </a:fld>
            <a:endParaRPr lang="en-US" altLang="en-US" sz="1000"/>
          </a:p>
        </p:txBody>
      </p:sp>
      <p:sp>
        <p:nvSpPr>
          <p:cNvPr id="189444" name="Rectangle 2">
            <a:extLst>
              <a:ext uri="{FF2B5EF4-FFF2-40B4-BE49-F238E27FC236}">
                <a16:creationId xmlns:a16="http://schemas.microsoft.com/office/drawing/2014/main" id="{F7A5CE56-D45F-4983-BAE6-985FE67A887E}"/>
              </a:ext>
            </a:extLst>
          </p:cNvPr>
          <p:cNvSpPr>
            <a:spLocks noGrp="1" noChangeArrowheads="1"/>
          </p:cNvSpPr>
          <p:nvPr>
            <p:ph type="title"/>
          </p:nvPr>
        </p:nvSpPr>
        <p:spPr>
          <a:xfrm>
            <a:off x="457200" y="354013"/>
            <a:ext cx="8458200" cy="620712"/>
          </a:xfrm>
        </p:spPr>
        <p:txBody>
          <a:bodyPr/>
          <a:lstStyle/>
          <a:p>
            <a:pPr eaLnBrk="1" hangingPunct="1"/>
            <a:r>
              <a:rPr lang="en-US" altLang="en-US" sz="3500"/>
              <a:t>4. Phép gom nhóm trong SQL</a:t>
            </a:r>
          </a:p>
        </p:txBody>
      </p:sp>
      <p:sp>
        <p:nvSpPr>
          <p:cNvPr id="189445" name="Rectangle 3">
            <a:extLst>
              <a:ext uri="{FF2B5EF4-FFF2-40B4-BE49-F238E27FC236}">
                <a16:creationId xmlns:a16="http://schemas.microsoft.com/office/drawing/2014/main" id="{B54FDC7E-E7DA-4329-AA65-F0B5D9FF661F}"/>
              </a:ext>
            </a:extLst>
          </p:cNvPr>
          <p:cNvSpPr>
            <a:spLocks noGrp="1" noChangeArrowheads="1"/>
          </p:cNvSpPr>
          <p:nvPr>
            <p:ph type="body" idx="1"/>
          </p:nvPr>
        </p:nvSpPr>
        <p:spPr>
          <a:xfrm>
            <a:off x="457200" y="1295400"/>
            <a:ext cx="8229600" cy="5029200"/>
          </a:xfrm>
        </p:spPr>
        <p:txBody>
          <a:bodyPr/>
          <a:lstStyle/>
          <a:p>
            <a:pPr eaLnBrk="1" hangingPunct="1"/>
            <a:r>
              <a:rPr lang="en-US" altLang="en-US"/>
              <a:t>Cú pháp</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Sau khi gom nhóm</a:t>
            </a:r>
          </a:p>
          <a:p>
            <a:pPr lvl="1" eaLnBrk="1" hangingPunct="1"/>
            <a:r>
              <a:rPr lang="en-US" altLang="en-US"/>
              <a:t>Mỗi nhóm các bộ sẽ có cùng giá trị tại các thuộc tính gom nhóm</a:t>
            </a:r>
          </a:p>
        </p:txBody>
      </p:sp>
      <p:sp>
        <p:nvSpPr>
          <p:cNvPr id="189446" name="Rectangle 4">
            <a:extLst>
              <a:ext uri="{FF2B5EF4-FFF2-40B4-BE49-F238E27FC236}">
                <a16:creationId xmlns:a16="http://schemas.microsoft.com/office/drawing/2014/main" id="{E84B3BBF-0AC7-4DDF-8B6A-CD5468BE282A}"/>
              </a:ext>
            </a:extLst>
          </p:cNvPr>
          <p:cNvSpPr>
            <a:spLocks noChangeArrowheads="1"/>
          </p:cNvSpPr>
          <p:nvPr/>
        </p:nvSpPr>
        <p:spPr bwMode="auto">
          <a:xfrm>
            <a:off x="1371600" y="1981200"/>
            <a:ext cx="4953000" cy="16176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SELECT</a:t>
            </a:r>
            <a:r>
              <a:rPr lang="en-US" altLang="en-US" sz="1800">
                <a:latin typeface="Tahoma" panose="020B0604030504040204" pitchFamily="34" charset="0"/>
              </a:rPr>
              <a:t> &lt;danh sách các cột&gt;</a:t>
            </a:r>
          </a:p>
          <a:p>
            <a:pPr algn="l" eaLnBrk="1" hangingPunct="1">
              <a:spcBef>
                <a:spcPct val="50000"/>
              </a:spcBef>
              <a:buClrTx/>
              <a:buFontTx/>
              <a:buNone/>
            </a:pPr>
            <a:r>
              <a:rPr lang="en-US" altLang="en-US" sz="1800" b="1">
                <a:latin typeface="Tahoma" panose="020B0604030504040204" pitchFamily="34" charset="0"/>
              </a:rPr>
              <a:t>FROM</a:t>
            </a:r>
            <a:r>
              <a:rPr lang="en-US" altLang="en-US" sz="1800">
                <a:latin typeface="Tahoma" panose="020B0604030504040204" pitchFamily="34" charset="0"/>
              </a:rPr>
              <a:t> &lt;danh sách các bảng&gt;</a:t>
            </a:r>
          </a:p>
          <a:p>
            <a:pPr algn="l" eaLnBrk="1" hangingPunct="1">
              <a:spcBef>
                <a:spcPct val="50000"/>
              </a:spcBef>
              <a:buClrTx/>
              <a:buFontTx/>
              <a:buNone/>
            </a:pPr>
            <a:r>
              <a:rPr lang="en-US" altLang="en-US" sz="1800" b="1">
                <a:latin typeface="Tahoma" panose="020B0604030504040204" pitchFamily="34" charset="0"/>
              </a:rPr>
              <a:t>WHERE</a:t>
            </a:r>
            <a:r>
              <a:rPr lang="en-US" altLang="en-US" sz="1800">
                <a:latin typeface="Tahoma" panose="020B0604030504040204" pitchFamily="34" charset="0"/>
              </a:rPr>
              <a:t> &lt;điều kiện&gt;</a:t>
            </a:r>
          </a:p>
          <a:p>
            <a:pPr algn="l" eaLnBrk="1" hangingPunct="1">
              <a:spcBef>
                <a:spcPct val="50000"/>
              </a:spcBef>
              <a:buClrTx/>
              <a:buFontTx/>
              <a:buNone/>
            </a:pPr>
            <a:r>
              <a:rPr lang="en-US" altLang="en-US" sz="1800" b="1">
                <a:latin typeface="Tahoma" panose="020B0604030504040204" pitchFamily="34" charset="0"/>
              </a:rPr>
              <a:t>GROUP BY</a:t>
            </a:r>
            <a:r>
              <a:rPr lang="en-US" altLang="en-US" sz="1800">
                <a:latin typeface="Tahoma" panose="020B0604030504040204" pitchFamily="34" charset="0"/>
              </a:rPr>
              <a:t> &lt;danh sách các cột gom nhóm&gt;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ED7A2EA1-0730-472A-A4D3-46B833D3793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1491" name="Slide Number Placeholder 5">
            <a:extLst>
              <a:ext uri="{FF2B5EF4-FFF2-40B4-BE49-F238E27FC236}">
                <a16:creationId xmlns:a16="http://schemas.microsoft.com/office/drawing/2014/main" id="{426C4FAB-1C44-41E8-BD86-0B79AF21B1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83FECFCA-11AE-4CD4-972B-257B6820C639}" type="slidenum">
              <a:rPr lang="en-US" altLang="en-US" sz="1000"/>
              <a:pPr algn="r">
                <a:spcBef>
                  <a:spcPct val="0"/>
                </a:spcBef>
                <a:buClrTx/>
                <a:buFontTx/>
                <a:buNone/>
              </a:pPr>
              <a:t>39</a:t>
            </a:fld>
            <a:endParaRPr lang="en-US" altLang="en-US" sz="1000"/>
          </a:p>
        </p:txBody>
      </p:sp>
      <p:sp>
        <p:nvSpPr>
          <p:cNvPr id="191492" name="Rectangle 2">
            <a:extLst>
              <a:ext uri="{FF2B5EF4-FFF2-40B4-BE49-F238E27FC236}">
                <a16:creationId xmlns:a16="http://schemas.microsoft.com/office/drawing/2014/main" id="{DBF9B0AC-C0FB-4D3C-9CBE-38FC899D20C9}"/>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a:t>
            </a:r>
            <a:r>
              <a:rPr lang="en-US" altLang="en-US" sz="3500" dirty="0"/>
              <a:t> </a:t>
            </a:r>
            <a:r>
              <a:rPr lang="en-US" altLang="en-US" sz="3500" dirty="0" err="1"/>
              <a:t>dụ</a:t>
            </a:r>
            <a:endParaRPr lang="en-US" altLang="en-US" sz="3500" dirty="0"/>
          </a:p>
        </p:txBody>
      </p:sp>
      <p:sp>
        <p:nvSpPr>
          <p:cNvPr id="191493" name="Rectangle 3">
            <a:extLst>
              <a:ext uri="{FF2B5EF4-FFF2-40B4-BE49-F238E27FC236}">
                <a16:creationId xmlns:a16="http://schemas.microsoft.com/office/drawing/2014/main" id="{70BD5139-3F8A-494D-A635-B9D8E142704E}"/>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số lượng nhân viên của từng phòng ban</a:t>
            </a:r>
          </a:p>
          <a:p>
            <a:pPr eaLnBrk="1" hangingPunct="1"/>
            <a:endParaRPr lang="en-US" altLang="en-US"/>
          </a:p>
        </p:txBody>
      </p:sp>
      <p:sp>
        <p:nvSpPr>
          <p:cNvPr id="733188" name="Text Box 4">
            <a:extLst>
              <a:ext uri="{FF2B5EF4-FFF2-40B4-BE49-F238E27FC236}">
                <a16:creationId xmlns:a16="http://schemas.microsoft.com/office/drawing/2014/main" id="{8FA95354-257F-4349-81AF-84B8F9383BE4}"/>
              </a:ext>
            </a:extLst>
          </p:cNvPr>
          <p:cNvSpPr txBox="1">
            <a:spLocks noChangeArrowheads="1"/>
          </p:cNvSpPr>
          <p:nvPr/>
        </p:nvSpPr>
        <p:spPr bwMode="auto">
          <a:xfrm>
            <a:off x="1905000" y="2362200"/>
            <a:ext cx="4419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PHG,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SL_NV</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PHG</a:t>
            </a:r>
            <a:endParaRPr lang="en-US" altLang="en-US" sz="1800">
              <a:solidFill>
                <a:srgbClr val="CC0000"/>
              </a:solidFill>
              <a:latin typeface="Tahoma" panose="020B0604030504040204" pitchFamily="34" charset="0"/>
            </a:endParaRPr>
          </a:p>
        </p:txBody>
      </p:sp>
      <p:sp>
        <p:nvSpPr>
          <p:cNvPr id="733190" name="Text Box 6">
            <a:extLst>
              <a:ext uri="{FF2B5EF4-FFF2-40B4-BE49-F238E27FC236}">
                <a16:creationId xmlns:a16="http://schemas.microsoft.com/office/drawing/2014/main" id="{800083D8-C3F0-465E-A4BB-957974A86E35}"/>
              </a:ext>
            </a:extLst>
          </p:cNvPr>
          <p:cNvSpPr txBox="1">
            <a:spLocks noChangeArrowheads="1"/>
          </p:cNvSpPr>
          <p:nvPr/>
        </p:nvSpPr>
        <p:spPr bwMode="auto">
          <a:xfrm>
            <a:off x="1905000" y="4267200"/>
            <a:ext cx="44196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TENPHG,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SL_NV</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PHONGBAN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PHG=MAPHG</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TENPHG</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3188"/>
                                        </p:tgtEl>
                                        <p:attrNameLst>
                                          <p:attrName>style.visibility</p:attrName>
                                        </p:attrNameLst>
                                      </p:cBhvr>
                                      <p:to>
                                        <p:strVal val="visible"/>
                                      </p:to>
                                    </p:set>
                                    <p:anim calcmode="lin" valueType="num">
                                      <p:cBhvr additive="base">
                                        <p:cTn id="7" dur="500" fill="hold"/>
                                        <p:tgtEl>
                                          <p:spTgt spid="733188"/>
                                        </p:tgtEl>
                                        <p:attrNameLst>
                                          <p:attrName>ppt_x</p:attrName>
                                        </p:attrNameLst>
                                      </p:cBhvr>
                                      <p:tavLst>
                                        <p:tav tm="0">
                                          <p:val>
                                            <p:strVal val="1+#ppt_w/2"/>
                                          </p:val>
                                        </p:tav>
                                        <p:tav tm="100000">
                                          <p:val>
                                            <p:strVal val="#ppt_x"/>
                                          </p:val>
                                        </p:tav>
                                      </p:tavLst>
                                    </p:anim>
                                    <p:anim calcmode="lin" valueType="num">
                                      <p:cBhvr additive="base">
                                        <p:cTn id="8" dur="500" fill="hold"/>
                                        <p:tgtEl>
                                          <p:spTgt spid="7331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3190"/>
                                        </p:tgtEl>
                                        <p:attrNameLst>
                                          <p:attrName>style.visibility</p:attrName>
                                        </p:attrNameLst>
                                      </p:cBhvr>
                                      <p:to>
                                        <p:strVal val="visible"/>
                                      </p:to>
                                    </p:set>
                                    <p:anim calcmode="lin" valueType="num">
                                      <p:cBhvr additive="base">
                                        <p:cTn id="13" dur="500" fill="hold"/>
                                        <p:tgtEl>
                                          <p:spTgt spid="733190"/>
                                        </p:tgtEl>
                                        <p:attrNameLst>
                                          <p:attrName>ppt_x</p:attrName>
                                        </p:attrNameLst>
                                      </p:cBhvr>
                                      <p:tavLst>
                                        <p:tav tm="0">
                                          <p:val>
                                            <p:strVal val="1+#ppt_w/2"/>
                                          </p:val>
                                        </p:tav>
                                        <p:tav tm="100000">
                                          <p:val>
                                            <p:strVal val="#ppt_x"/>
                                          </p:val>
                                        </p:tav>
                                      </p:tavLst>
                                    </p:anim>
                                    <p:anim calcmode="lin" valueType="num">
                                      <p:cBhvr additive="base">
                                        <p:cTn id="14" dur="500" fill="hold"/>
                                        <p:tgtEl>
                                          <p:spTgt spid="7331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8" grpId="0"/>
      <p:bldP spid="73319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Date Placeholder 3">
            <a:extLst>
              <a:ext uri="{FF2B5EF4-FFF2-40B4-BE49-F238E27FC236}">
                <a16:creationId xmlns:a16="http://schemas.microsoft.com/office/drawing/2014/main" id="{A0B91EC5-D25C-49C5-B42E-03822F28F3D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3539" name="Slide Number Placeholder 5">
            <a:extLst>
              <a:ext uri="{FF2B5EF4-FFF2-40B4-BE49-F238E27FC236}">
                <a16:creationId xmlns:a16="http://schemas.microsoft.com/office/drawing/2014/main" id="{28120F0A-7E20-47C0-A3D4-64463B7C3B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45D0D4E-FC23-44DE-84FE-0994E6C55B51}" type="slidenum">
              <a:rPr lang="en-US" altLang="en-US" sz="1000"/>
              <a:pPr algn="r">
                <a:spcBef>
                  <a:spcPct val="0"/>
                </a:spcBef>
                <a:buClrTx/>
                <a:buFontTx/>
                <a:buNone/>
              </a:pPr>
              <a:t>40</a:t>
            </a:fld>
            <a:endParaRPr lang="en-US" altLang="en-US" sz="1000"/>
          </a:p>
        </p:txBody>
      </p:sp>
      <p:sp>
        <p:nvSpPr>
          <p:cNvPr id="193540" name="Rectangle 2">
            <a:extLst>
              <a:ext uri="{FF2B5EF4-FFF2-40B4-BE49-F238E27FC236}">
                <a16:creationId xmlns:a16="http://schemas.microsoft.com/office/drawing/2014/main" id="{B989775F-71D6-4010-8C98-9F27A33AA248}"/>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a:t>
            </a:r>
            <a:r>
              <a:rPr lang="en-US" altLang="en-US" sz="3500" dirty="0"/>
              <a:t> </a:t>
            </a:r>
            <a:r>
              <a:rPr lang="en-US" altLang="en-US" sz="3500" dirty="0" err="1"/>
              <a:t>dụ</a:t>
            </a:r>
            <a:r>
              <a:rPr lang="en-US" altLang="en-US" sz="3500" dirty="0"/>
              <a:t> (tt)</a:t>
            </a:r>
          </a:p>
        </p:txBody>
      </p:sp>
      <p:sp>
        <p:nvSpPr>
          <p:cNvPr id="193541" name="Rectangle 3">
            <a:extLst>
              <a:ext uri="{FF2B5EF4-FFF2-40B4-BE49-F238E27FC236}">
                <a16:creationId xmlns:a16="http://schemas.microsoft.com/office/drawing/2014/main" id="{97803061-53A0-4E41-B932-4DC58BFD388B}"/>
              </a:ext>
            </a:extLst>
          </p:cNvPr>
          <p:cNvSpPr>
            <a:spLocks noGrp="1" noChangeArrowheads="1"/>
          </p:cNvSpPr>
          <p:nvPr>
            <p:ph type="body" idx="1"/>
          </p:nvPr>
        </p:nvSpPr>
        <p:spPr>
          <a:xfrm>
            <a:off x="457200" y="1295400"/>
            <a:ext cx="8229600" cy="5029200"/>
          </a:xfrm>
        </p:spPr>
        <p:txBody>
          <a:bodyPr/>
          <a:lstStyle/>
          <a:p>
            <a:pPr eaLnBrk="1" hangingPunct="1"/>
            <a:r>
              <a:rPr lang="en-US" altLang="en-US"/>
              <a:t>Với mỗi nhân viên cho biết mã số, họ tên, số lượng đề án và tổng thời gian mà họ tham gia</a:t>
            </a:r>
          </a:p>
        </p:txBody>
      </p:sp>
      <p:sp>
        <p:nvSpPr>
          <p:cNvPr id="739380" name="Rectangle 52">
            <a:extLst>
              <a:ext uri="{FF2B5EF4-FFF2-40B4-BE49-F238E27FC236}">
                <a16:creationId xmlns:a16="http://schemas.microsoft.com/office/drawing/2014/main" id="{0C3F9EE0-C362-4EBD-BF05-4AB86DC165A8}"/>
              </a:ext>
            </a:extLst>
          </p:cNvPr>
          <p:cNvSpPr>
            <a:spLocks noChangeArrowheads="1"/>
          </p:cNvSpPr>
          <p:nvPr/>
        </p:nvSpPr>
        <p:spPr bwMode="auto">
          <a:xfrm>
            <a:off x="5791200" y="5867400"/>
            <a:ext cx="3048000" cy="4572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9379" name="Rectangle 51">
            <a:extLst>
              <a:ext uri="{FF2B5EF4-FFF2-40B4-BE49-F238E27FC236}">
                <a16:creationId xmlns:a16="http://schemas.microsoft.com/office/drawing/2014/main" id="{D4EA485E-456D-498D-856C-F557658B7E25}"/>
              </a:ext>
            </a:extLst>
          </p:cNvPr>
          <p:cNvSpPr>
            <a:spLocks noChangeArrowheads="1"/>
          </p:cNvSpPr>
          <p:nvPr/>
        </p:nvSpPr>
        <p:spPr bwMode="auto">
          <a:xfrm>
            <a:off x="5791200" y="4648200"/>
            <a:ext cx="3048000" cy="4572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9377" name="Rectangle 49">
            <a:extLst>
              <a:ext uri="{FF2B5EF4-FFF2-40B4-BE49-F238E27FC236}">
                <a16:creationId xmlns:a16="http://schemas.microsoft.com/office/drawing/2014/main" id="{E5A3AE61-3CFF-49DC-B467-CEDDD20D3BCB}"/>
              </a:ext>
            </a:extLst>
          </p:cNvPr>
          <p:cNvSpPr>
            <a:spLocks noChangeArrowheads="1"/>
          </p:cNvSpPr>
          <p:nvPr/>
        </p:nvSpPr>
        <p:spPr bwMode="auto">
          <a:xfrm>
            <a:off x="5791200" y="5257800"/>
            <a:ext cx="3048000" cy="457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9376" name="Rectangle 48">
            <a:extLst>
              <a:ext uri="{FF2B5EF4-FFF2-40B4-BE49-F238E27FC236}">
                <a16:creationId xmlns:a16="http://schemas.microsoft.com/office/drawing/2014/main" id="{08F8CDB0-EB5E-4A0D-ABE1-36B46C93E7DF}"/>
              </a:ext>
            </a:extLst>
          </p:cNvPr>
          <p:cNvSpPr>
            <a:spLocks noChangeArrowheads="1"/>
          </p:cNvSpPr>
          <p:nvPr/>
        </p:nvSpPr>
        <p:spPr bwMode="auto">
          <a:xfrm>
            <a:off x="5791200" y="4267200"/>
            <a:ext cx="3048000" cy="3048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9378" name="Rectangle 50">
            <a:extLst>
              <a:ext uri="{FF2B5EF4-FFF2-40B4-BE49-F238E27FC236}">
                <a16:creationId xmlns:a16="http://schemas.microsoft.com/office/drawing/2014/main" id="{3D73EE50-35C9-4B3B-91E1-D3662B7A130D}"/>
              </a:ext>
            </a:extLst>
          </p:cNvPr>
          <p:cNvSpPr>
            <a:spLocks noChangeArrowheads="1"/>
          </p:cNvSpPr>
          <p:nvPr/>
        </p:nvSpPr>
        <p:spPr bwMode="auto">
          <a:xfrm>
            <a:off x="5791200" y="3429000"/>
            <a:ext cx="3048000" cy="7620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739375" name="Rectangle 47">
            <a:extLst>
              <a:ext uri="{FF2B5EF4-FFF2-40B4-BE49-F238E27FC236}">
                <a16:creationId xmlns:a16="http://schemas.microsoft.com/office/drawing/2014/main" id="{8E24AA1B-0330-46E6-82D0-5E467A09DC58}"/>
              </a:ext>
            </a:extLst>
          </p:cNvPr>
          <p:cNvSpPr>
            <a:spLocks noChangeArrowheads="1"/>
          </p:cNvSpPr>
          <p:nvPr/>
        </p:nvSpPr>
        <p:spPr bwMode="auto">
          <a:xfrm>
            <a:off x="5791200" y="2819400"/>
            <a:ext cx="3048000" cy="457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nvGrpSpPr>
          <p:cNvPr id="2" name="Group 55">
            <a:extLst>
              <a:ext uri="{FF2B5EF4-FFF2-40B4-BE49-F238E27FC236}">
                <a16:creationId xmlns:a16="http://schemas.microsoft.com/office/drawing/2014/main" id="{F075E900-CDD4-4FD4-9865-51DE30781343}"/>
              </a:ext>
            </a:extLst>
          </p:cNvPr>
          <p:cNvGrpSpPr>
            <a:grpSpLocks/>
          </p:cNvGrpSpPr>
          <p:nvPr/>
        </p:nvGrpSpPr>
        <p:grpSpPr bwMode="auto">
          <a:xfrm>
            <a:off x="5791200" y="2362200"/>
            <a:ext cx="3048000" cy="4114800"/>
            <a:chOff x="288" y="1488"/>
            <a:chExt cx="1920" cy="2592"/>
          </a:xfrm>
        </p:grpSpPr>
        <p:sp>
          <p:nvSpPr>
            <p:cNvPr id="193551" name="Line 4">
              <a:extLst>
                <a:ext uri="{FF2B5EF4-FFF2-40B4-BE49-F238E27FC236}">
                  <a16:creationId xmlns:a16="http://schemas.microsoft.com/office/drawing/2014/main" id="{1CFD3CD3-68BB-4A48-8C43-683666B90D02}"/>
                </a:ext>
              </a:extLst>
            </p:cNvPr>
            <p:cNvSpPr>
              <a:spLocks noChangeShapeType="1"/>
            </p:cNvSpPr>
            <p:nvPr/>
          </p:nvSpPr>
          <p:spPr bwMode="auto">
            <a:xfrm>
              <a:off x="288" y="1728"/>
              <a:ext cx="19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93552" name="Text Box 5">
              <a:extLst>
                <a:ext uri="{FF2B5EF4-FFF2-40B4-BE49-F238E27FC236}">
                  <a16:creationId xmlns:a16="http://schemas.microsoft.com/office/drawing/2014/main" id="{62FDFF22-218E-4ED3-969C-DF22C1C18486}"/>
                </a:ext>
              </a:extLst>
            </p:cNvPr>
            <p:cNvSpPr txBox="1">
              <a:spLocks noChangeArrowheads="1"/>
            </p:cNvSpPr>
            <p:nvPr/>
          </p:nvSpPr>
          <p:spPr bwMode="auto">
            <a:xfrm>
              <a:off x="1056" y="148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SODA</a:t>
              </a:r>
            </a:p>
          </p:txBody>
        </p:sp>
        <p:sp>
          <p:nvSpPr>
            <p:cNvPr id="193553" name="Text Box 6">
              <a:extLst>
                <a:ext uri="{FF2B5EF4-FFF2-40B4-BE49-F238E27FC236}">
                  <a16:creationId xmlns:a16="http://schemas.microsoft.com/office/drawing/2014/main" id="{74F22525-D677-452E-9DBF-101286494D5D}"/>
                </a:ext>
              </a:extLst>
            </p:cNvPr>
            <p:cNvSpPr txBox="1">
              <a:spLocks noChangeArrowheads="1"/>
            </p:cNvSpPr>
            <p:nvPr/>
          </p:nvSpPr>
          <p:spPr bwMode="auto">
            <a:xfrm>
              <a:off x="1488" y="148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THOIGIAN</a:t>
              </a:r>
            </a:p>
          </p:txBody>
        </p:sp>
        <p:sp>
          <p:nvSpPr>
            <p:cNvPr id="193554" name="Text Box 7">
              <a:extLst>
                <a:ext uri="{FF2B5EF4-FFF2-40B4-BE49-F238E27FC236}">
                  <a16:creationId xmlns:a16="http://schemas.microsoft.com/office/drawing/2014/main" id="{08AC1FDD-84B8-4766-9616-6CB956C335B4}"/>
                </a:ext>
              </a:extLst>
            </p:cNvPr>
            <p:cNvSpPr txBox="1">
              <a:spLocks noChangeArrowheads="1"/>
            </p:cNvSpPr>
            <p:nvPr/>
          </p:nvSpPr>
          <p:spPr bwMode="auto">
            <a:xfrm>
              <a:off x="1056" y="172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93555" name="Text Box 8">
              <a:extLst>
                <a:ext uri="{FF2B5EF4-FFF2-40B4-BE49-F238E27FC236}">
                  <a16:creationId xmlns:a16="http://schemas.microsoft.com/office/drawing/2014/main" id="{ED308D4E-4C40-47A9-BF39-EDEEFC2C933D}"/>
                </a:ext>
              </a:extLst>
            </p:cNvPr>
            <p:cNvSpPr txBox="1">
              <a:spLocks noChangeArrowheads="1"/>
            </p:cNvSpPr>
            <p:nvPr/>
          </p:nvSpPr>
          <p:spPr bwMode="auto">
            <a:xfrm>
              <a:off x="1536" y="17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32.5</a:t>
              </a:r>
            </a:p>
          </p:txBody>
        </p:sp>
        <p:sp>
          <p:nvSpPr>
            <p:cNvPr id="193556" name="Text Box 9">
              <a:extLst>
                <a:ext uri="{FF2B5EF4-FFF2-40B4-BE49-F238E27FC236}">
                  <a16:creationId xmlns:a16="http://schemas.microsoft.com/office/drawing/2014/main" id="{2EC121CF-35B4-495B-A847-421494CE10BA}"/>
                </a:ext>
              </a:extLst>
            </p:cNvPr>
            <p:cNvSpPr txBox="1">
              <a:spLocks noChangeArrowheads="1"/>
            </p:cNvSpPr>
            <p:nvPr/>
          </p:nvSpPr>
          <p:spPr bwMode="auto">
            <a:xfrm>
              <a:off x="1056" y="192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3557" name="Text Box 10">
              <a:extLst>
                <a:ext uri="{FF2B5EF4-FFF2-40B4-BE49-F238E27FC236}">
                  <a16:creationId xmlns:a16="http://schemas.microsoft.com/office/drawing/2014/main" id="{9359A506-E68E-4F05-AD8E-4C6634E44E17}"/>
                </a:ext>
              </a:extLst>
            </p:cNvPr>
            <p:cNvSpPr txBox="1">
              <a:spLocks noChangeArrowheads="1"/>
            </p:cNvSpPr>
            <p:nvPr/>
          </p:nvSpPr>
          <p:spPr bwMode="auto">
            <a:xfrm>
              <a:off x="1536" y="19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7.5</a:t>
              </a:r>
            </a:p>
          </p:txBody>
        </p:sp>
        <p:sp>
          <p:nvSpPr>
            <p:cNvPr id="193558" name="Text Box 11">
              <a:extLst>
                <a:ext uri="{FF2B5EF4-FFF2-40B4-BE49-F238E27FC236}">
                  <a16:creationId xmlns:a16="http://schemas.microsoft.com/office/drawing/2014/main" id="{6E2CB9CF-CD19-4E62-80AC-35E417A1C662}"/>
                </a:ext>
              </a:extLst>
            </p:cNvPr>
            <p:cNvSpPr txBox="1">
              <a:spLocks noChangeArrowheads="1"/>
            </p:cNvSpPr>
            <p:nvPr/>
          </p:nvSpPr>
          <p:spPr bwMode="auto">
            <a:xfrm>
              <a:off x="384" y="17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123456789</a:t>
              </a:r>
            </a:p>
          </p:txBody>
        </p:sp>
        <p:sp>
          <p:nvSpPr>
            <p:cNvPr id="193559" name="Text Box 12">
              <a:extLst>
                <a:ext uri="{FF2B5EF4-FFF2-40B4-BE49-F238E27FC236}">
                  <a16:creationId xmlns:a16="http://schemas.microsoft.com/office/drawing/2014/main" id="{F4715914-341D-48DC-BB1C-B9D0A3D00E15}"/>
                </a:ext>
              </a:extLst>
            </p:cNvPr>
            <p:cNvSpPr txBox="1">
              <a:spLocks noChangeArrowheads="1"/>
            </p:cNvSpPr>
            <p:nvPr/>
          </p:nvSpPr>
          <p:spPr bwMode="auto">
            <a:xfrm>
              <a:off x="384"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123456789</a:t>
              </a:r>
            </a:p>
          </p:txBody>
        </p:sp>
        <p:sp>
          <p:nvSpPr>
            <p:cNvPr id="193560" name="Text Box 13">
              <a:extLst>
                <a:ext uri="{FF2B5EF4-FFF2-40B4-BE49-F238E27FC236}">
                  <a16:creationId xmlns:a16="http://schemas.microsoft.com/office/drawing/2014/main" id="{E0B0CB64-C8BF-4ACE-A240-2171985C5E3B}"/>
                </a:ext>
              </a:extLst>
            </p:cNvPr>
            <p:cNvSpPr txBox="1">
              <a:spLocks noChangeArrowheads="1"/>
            </p:cNvSpPr>
            <p:nvPr/>
          </p:nvSpPr>
          <p:spPr bwMode="auto">
            <a:xfrm>
              <a:off x="384" y="14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grpSp>
          <p:nvGrpSpPr>
            <p:cNvPr id="193561" name="Group 14">
              <a:extLst>
                <a:ext uri="{FF2B5EF4-FFF2-40B4-BE49-F238E27FC236}">
                  <a16:creationId xmlns:a16="http://schemas.microsoft.com/office/drawing/2014/main" id="{4232F7FC-A1F4-4CC1-9377-8575DCDCB840}"/>
                </a:ext>
              </a:extLst>
            </p:cNvPr>
            <p:cNvGrpSpPr>
              <a:grpSpLocks/>
            </p:cNvGrpSpPr>
            <p:nvPr/>
          </p:nvGrpSpPr>
          <p:grpSpPr bwMode="auto">
            <a:xfrm>
              <a:off x="1056" y="1488"/>
              <a:ext cx="432" cy="2592"/>
              <a:chOff x="1200" y="1632"/>
              <a:chExt cx="432" cy="1632"/>
            </a:xfrm>
          </p:grpSpPr>
          <p:sp>
            <p:nvSpPr>
              <p:cNvPr id="193592" name="Line 15">
                <a:extLst>
                  <a:ext uri="{FF2B5EF4-FFF2-40B4-BE49-F238E27FC236}">
                    <a16:creationId xmlns:a16="http://schemas.microsoft.com/office/drawing/2014/main" id="{3F6B6080-389D-4689-AC15-1782F1419A47}"/>
                  </a:ext>
                </a:extLst>
              </p:cNvPr>
              <p:cNvSpPr>
                <a:spLocks noChangeShapeType="1"/>
              </p:cNvSpPr>
              <p:nvPr/>
            </p:nvSpPr>
            <p:spPr bwMode="auto">
              <a:xfrm>
                <a:off x="1632"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3593" name="Line 16">
                <a:extLst>
                  <a:ext uri="{FF2B5EF4-FFF2-40B4-BE49-F238E27FC236}">
                    <a16:creationId xmlns:a16="http://schemas.microsoft.com/office/drawing/2014/main" id="{303F5327-79F2-4D07-B287-93C18C2B63E1}"/>
                  </a:ext>
                </a:extLst>
              </p:cNvPr>
              <p:cNvSpPr>
                <a:spLocks noChangeShapeType="1"/>
              </p:cNvSpPr>
              <p:nvPr/>
            </p:nvSpPr>
            <p:spPr bwMode="auto">
              <a:xfrm>
                <a:off x="1200"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193562" name="Text Box 17">
              <a:extLst>
                <a:ext uri="{FF2B5EF4-FFF2-40B4-BE49-F238E27FC236}">
                  <a16:creationId xmlns:a16="http://schemas.microsoft.com/office/drawing/2014/main" id="{1D264090-722F-42D1-A658-EC4B39500397}"/>
                </a:ext>
              </a:extLst>
            </p:cNvPr>
            <p:cNvSpPr txBox="1">
              <a:spLocks noChangeArrowheads="1"/>
            </p:cNvSpPr>
            <p:nvPr/>
          </p:nvSpPr>
          <p:spPr bwMode="auto">
            <a:xfrm>
              <a:off x="1056" y="211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3563" name="Text Box 18">
              <a:extLst>
                <a:ext uri="{FF2B5EF4-FFF2-40B4-BE49-F238E27FC236}">
                  <a16:creationId xmlns:a16="http://schemas.microsoft.com/office/drawing/2014/main" id="{2DD901BA-511E-4F43-97E6-E35FB78E0E5A}"/>
                </a:ext>
              </a:extLst>
            </p:cNvPr>
            <p:cNvSpPr txBox="1">
              <a:spLocks noChangeArrowheads="1"/>
            </p:cNvSpPr>
            <p:nvPr/>
          </p:nvSpPr>
          <p:spPr bwMode="auto">
            <a:xfrm>
              <a:off x="1536" y="21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3564" name="Text Box 19">
              <a:extLst>
                <a:ext uri="{FF2B5EF4-FFF2-40B4-BE49-F238E27FC236}">
                  <a16:creationId xmlns:a16="http://schemas.microsoft.com/office/drawing/2014/main" id="{FBA43C4B-5226-4492-BFE5-FE925908237E}"/>
                </a:ext>
              </a:extLst>
            </p:cNvPr>
            <p:cNvSpPr txBox="1">
              <a:spLocks noChangeArrowheads="1"/>
            </p:cNvSpPr>
            <p:nvPr/>
          </p:nvSpPr>
          <p:spPr bwMode="auto">
            <a:xfrm>
              <a:off x="1056" y="230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a:t>
              </a:r>
            </a:p>
          </p:txBody>
        </p:sp>
        <p:sp>
          <p:nvSpPr>
            <p:cNvPr id="193565" name="Text Box 20">
              <a:extLst>
                <a:ext uri="{FF2B5EF4-FFF2-40B4-BE49-F238E27FC236}">
                  <a16:creationId xmlns:a16="http://schemas.microsoft.com/office/drawing/2014/main" id="{68A0B455-C0C7-489A-8D88-A21ABD9E4321}"/>
                </a:ext>
              </a:extLst>
            </p:cNvPr>
            <p:cNvSpPr txBox="1">
              <a:spLocks noChangeArrowheads="1"/>
            </p:cNvSpPr>
            <p:nvPr/>
          </p:nvSpPr>
          <p:spPr bwMode="auto">
            <a:xfrm>
              <a:off x="1536" y="23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3566" name="Text Box 21">
              <a:extLst>
                <a:ext uri="{FF2B5EF4-FFF2-40B4-BE49-F238E27FC236}">
                  <a16:creationId xmlns:a16="http://schemas.microsoft.com/office/drawing/2014/main" id="{E03D8736-8357-4E9E-8C84-DB35DBAD6D9B}"/>
                </a:ext>
              </a:extLst>
            </p:cNvPr>
            <p:cNvSpPr txBox="1">
              <a:spLocks noChangeArrowheads="1"/>
            </p:cNvSpPr>
            <p:nvPr/>
          </p:nvSpPr>
          <p:spPr bwMode="auto">
            <a:xfrm>
              <a:off x="384"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3567" name="Text Box 22">
              <a:extLst>
                <a:ext uri="{FF2B5EF4-FFF2-40B4-BE49-F238E27FC236}">
                  <a16:creationId xmlns:a16="http://schemas.microsoft.com/office/drawing/2014/main" id="{F30D5FDB-0E0E-4BC7-93B4-F4B37913D5BC}"/>
                </a:ext>
              </a:extLst>
            </p:cNvPr>
            <p:cNvSpPr txBox="1">
              <a:spLocks noChangeArrowheads="1"/>
            </p:cNvSpPr>
            <p:nvPr/>
          </p:nvSpPr>
          <p:spPr bwMode="auto">
            <a:xfrm>
              <a:off x="384"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3568" name="Text Box 23">
              <a:extLst>
                <a:ext uri="{FF2B5EF4-FFF2-40B4-BE49-F238E27FC236}">
                  <a16:creationId xmlns:a16="http://schemas.microsoft.com/office/drawing/2014/main" id="{192B6B1A-B1B4-4297-8943-87D3616845BE}"/>
                </a:ext>
              </a:extLst>
            </p:cNvPr>
            <p:cNvSpPr txBox="1">
              <a:spLocks noChangeArrowheads="1"/>
            </p:cNvSpPr>
            <p:nvPr/>
          </p:nvSpPr>
          <p:spPr bwMode="auto">
            <a:xfrm>
              <a:off x="1056" y="24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193569" name="Text Box 24">
              <a:extLst>
                <a:ext uri="{FF2B5EF4-FFF2-40B4-BE49-F238E27FC236}">
                  <a16:creationId xmlns:a16="http://schemas.microsoft.com/office/drawing/2014/main" id="{C393F7C0-C664-4D70-B912-24D8508F3D69}"/>
                </a:ext>
              </a:extLst>
            </p:cNvPr>
            <p:cNvSpPr txBox="1">
              <a:spLocks noChangeArrowheads="1"/>
            </p:cNvSpPr>
            <p:nvPr/>
          </p:nvSpPr>
          <p:spPr bwMode="auto">
            <a:xfrm>
              <a:off x="1536" y="24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3570" name="Text Box 25">
              <a:extLst>
                <a:ext uri="{FF2B5EF4-FFF2-40B4-BE49-F238E27FC236}">
                  <a16:creationId xmlns:a16="http://schemas.microsoft.com/office/drawing/2014/main" id="{8EB038C3-B6BC-47BB-B864-9693560F145B}"/>
                </a:ext>
              </a:extLst>
            </p:cNvPr>
            <p:cNvSpPr txBox="1">
              <a:spLocks noChangeArrowheads="1"/>
            </p:cNvSpPr>
            <p:nvPr/>
          </p:nvSpPr>
          <p:spPr bwMode="auto">
            <a:xfrm>
              <a:off x="384"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3571" name="Text Box 26">
              <a:extLst>
                <a:ext uri="{FF2B5EF4-FFF2-40B4-BE49-F238E27FC236}">
                  <a16:creationId xmlns:a16="http://schemas.microsoft.com/office/drawing/2014/main" id="{EA9C9603-5031-47C6-9656-CA6424504254}"/>
                </a:ext>
              </a:extLst>
            </p:cNvPr>
            <p:cNvSpPr txBox="1">
              <a:spLocks noChangeArrowheads="1"/>
            </p:cNvSpPr>
            <p:nvPr/>
          </p:nvSpPr>
          <p:spPr bwMode="auto">
            <a:xfrm>
              <a:off x="1056" y="268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193572" name="Text Box 27">
              <a:extLst>
                <a:ext uri="{FF2B5EF4-FFF2-40B4-BE49-F238E27FC236}">
                  <a16:creationId xmlns:a16="http://schemas.microsoft.com/office/drawing/2014/main" id="{DC495968-76D9-4102-BAF9-3FA7268ABE24}"/>
                </a:ext>
              </a:extLst>
            </p:cNvPr>
            <p:cNvSpPr txBox="1">
              <a:spLocks noChangeArrowheads="1"/>
            </p:cNvSpPr>
            <p:nvPr/>
          </p:nvSpPr>
          <p:spPr bwMode="auto">
            <a:xfrm>
              <a:off x="1536" y="268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3573" name="Text Box 28">
              <a:extLst>
                <a:ext uri="{FF2B5EF4-FFF2-40B4-BE49-F238E27FC236}">
                  <a16:creationId xmlns:a16="http://schemas.microsoft.com/office/drawing/2014/main" id="{F4265F7A-10E7-4B8B-B3F4-681DA4162DE1}"/>
                </a:ext>
              </a:extLst>
            </p:cNvPr>
            <p:cNvSpPr txBox="1">
              <a:spLocks noChangeArrowheads="1"/>
            </p:cNvSpPr>
            <p:nvPr/>
          </p:nvSpPr>
          <p:spPr bwMode="auto">
            <a:xfrm>
              <a:off x="1056" y="288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193574" name="Text Box 29">
              <a:extLst>
                <a:ext uri="{FF2B5EF4-FFF2-40B4-BE49-F238E27FC236}">
                  <a16:creationId xmlns:a16="http://schemas.microsoft.com/office/drawing/2014/main" id="{E95F0F48-C3B7-43F3-8653-D86DD19586C9}"/>
                </a:ext>
              </a:extLst>
            </p:cNvPr>
            <p:cNvSpPr txBox="1">
              <a:spLocks noChangeArrowheads="1"/>
            </p:cNvSpPr>
            <p:nvPr/>
          </p:nvSpPr>
          <p:spPr bwMode="auto">
            <a:xfrm>
              <a:off x="1536" y="288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35.0</a:t>
              </a:r>
            </a:p>
          </p:txBody>
        </p:sp>
        <p:sp>
          <p:nvSpPr>
            <p:cNvPr id="193575" name="Text Box 30">
              <a:extLst>
                <a:ext uri="{FF2B5EF4-FFF2-40B4-BE49-F238E27FC236}">
                  <a16:creationId xmlns:a16="http://schemas.microsoft.com/office/drawing/2014/main" id="{02A423FA-D986-4A8F-AC2D-8F6F750D697A}"/>
                </a:ext>
              </a:extLst>
            </p:cNvPr>
            <p:cNvSpPr txBox="1">
              <a:spLocks noChangeArrowheads="1"/>
            </p:cNvSpPr>
            <p:nvPr/>
          </p:nvSpPr>
          <p:spPr bwMode="auto">
            <a:xfrm>
              <a:off x="384" y="26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193576" name="Text Box 31">
              <a:extLst>
                <a:ext uri="{FF2B5EF4-FFF2-40B4-BE49-F238E27FC236}">
                  <a16:creationId xmlns:a16="http://schemas.microsoft.com/office/drawing/2014/main" id="{0A150ADA-A4B4-4489-BC87-D115A7E04251}"/>
                </a:ext>
              </a:extLst>
            </p:cNvPr>
            <p:cNvSpPr txBox="1">
              <a:spLocks noChangeArrowheads="1"/>
            </p:cNvSpPr>
            <p:nvPr/>
          </p:nvSpPr>
          <p:spPr bwMode="auto">
            <a:xfrm>
              <a:off x="384" y="28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93577" name="Text Box 32">
              <a:extLst>
                <a:ext uri="{FF2B5EF4-FFF2-40B4-BE49-F238E27FC236}">
                  <a16:creationId xmlns:a16="http://schemas.microsoft.com/office/drawing/2014/main" id="{2CD045C1-89FA-4F19-B4C6-C9F7222F5055}"/>
                </a:ext>
              </a:extLst>
            </p:cNvPr>
            <p:cNvSpPr txBox="1">
              <a:spLocks noChangeArrowheads="1"/>
            </p:cNvSpPr>
            <p:nvPr/>
          </p:nvSpPr>
          <p:spPr bwMode="auto">
            <a:xfrm>
              <a:off x="1056" y="307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193578" name="Text Box 33">
              <a:extLst>
                <a:ext uri="{FF2B5EF4-FFF2-40B4-BE49-F238E27FC236}">
                  <a16:creationId xmlns:a16="http://schemas.microsoft.com/office/drawing/2014/main" id="{9F186C84-8CBF-4177-802B-1DF2F62FF0EA}"/>
                </a:ext>
              </a:extLst>
            </p:cNvPr>
            <p:cNvSpPr txBox="1">
              <a:spLocks noChangeArrowheads="1"/>
            </p:cNvSpPr>
            <p:nvPr/>
          </p:nvSpPr>
          <p:spPr bwMode="auto">
            <a:xfrm>
              <a:off x="1536" y="307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5.0</a:t>
              </a:r>
            </a:p>
          </p:txBody>
        </p:sp>
        <p:sp>
          <p:nvSpPr>
            <p:cNvPr id="193579" name="Text Box 34">
              <a:extLst>
                <a:ext uri="{FF2B5EF4-FFF2-40B4-BE49-F238E27FC236}">
                  <a16:creationId xmlns:a16="http://schemas.microsoft.com/office/drawing/2014/main" id="{82433880-3DD2-4868-8682-48E188E55962}"/>
                </a:ext>
              </a:extLst>
            </p:cNvPr>
            <p:cNvSpPr txBox="1">
              <a:spLocks noChangeArrowheads="1"/>
            </p:cNvSpPr>
            <p:nvPr/>
          </p:nvSpPr>
          <p:spPr bwMode="auto">
            <a:xfrm>
              <a:off x="384" y="307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93580" name="Text Box 35">
              <a:extLst>
                <a:ext uri="{FF2B5EF4-FFF2-40B4-BE49-F238E27FC236}">
                  <a16:creationId xmlns:a16="http://schemas.microsoft.com/office/drawing/2014/main" id="{2AD941E2-2789-4140-BD9A-AD677DEF627E}"/>
                </a:ext>
              </a:extLst>
            </p:cNvPr>
            <p:cNvSpPr txBox="1">
              <a:spLocks noChangeArrowheads="1"/>
            </p:cNvSpPr>
            <p:nvPr/>
          </p:nvSpPr>
          <p:spPr bwMode="auto">
            <a:xfrm>
              <a:off x="1056" y="326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193581" name="Text Box 36">
              <a:extLst>
                <a:ext uri="{FF2B5EF4-FFF2-40B4-BE49-F238E27FC236}">
                  <a16:creationId xmlns:a16="http://schemas.microsoft.com/office/drawing/2014/main" id="{7C1EBCD1-17B5-4704-BCC3-405AB1731281}"/>
                </a:ext>
              </a:extLst>
            </p:cNvPr>
            <p:cNvSpPr txBox="1">
              <a:spLocks noChangeArrowheads="1"/>
            </p:cNvSpPr>
            <p:nvPr/>
          </p:nvSpPr>
          <p:spPr bwMode="auto">
            <a:xfrm>
              <a:off x="1536" y="326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3582" name="Text Box 37">
              <a:extLst>
                <a:ext uri="{FF2B5EF4-FFF2-40B4-BE49-F238E27FC236}">
                  <a16:creationId xmlns:a16="http://schemas.microsoft.com/office/drawing/2014/main" id="{921B5D25-5613-4108-AEFB-E80E86F49B93}"/>
                </a:ext>
              </a:extLst>
            </p:cNvPr>
            <p:cNvSpPr txBox="1">
              <a:spLocks noChangeArrowheads="1"/>
            </p:cNvSpPr>
            <p:nvPr/>
          </p:nvSpPr>
          <p:spPr bwMode="auto">
            <a:xfrm>
              <a:off x="384" y="326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93583" name="Text Box 38">
              <a:extLst>
                <a:ext uri="{FF2B5EF4-FFF2-40B4-BE49-F238E27FC236}">
                  <a16:creationId xmlns:a16="http://schemas.microsoft.com/office/drawing/2014/main" id="{5D0B39AC-8AED-4105-99B1-683A128FF8BF}"/>
                </a:ext>
              </a:extLst>
            </p:cNvPr>
            <p:cNvSpPr txBox="1">
              <a:spLocks noChangeArrowheads="1"/>
            </p:cNvSpPr>
            <p:nvPr/>
          </p:nvSpPr>
          <p:spPr bwMode="auto">
            <a:xfrm>
              <a:off x="1056" y="345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193584" name="Text Box 39">
              <a:extLst>
                <a:ext uri="{FF2B5EF4-FFF2-40B4-BE49-F238E27FC236}">
                  <a16:creationId xmlns:a16="http://schemas.microsoft.com/office/drawing/2014/main" id="{C0B35450-7D8E-4794-B815-C120C1D31C3B}"/>
                </a:ext>
              </a:extLst>
            </p:cNvPr>
            <p:cNvSpPr txBox="1">
              <a:spLocks noChangeArrowheads="1"/>
            </p:cNvSpPr>
            <p:nvPr/>
          </p:nvSpPr>
          <p:spPr bwMode="auto">
            <a:xfrm>
              <a:off x="1536" y="345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15.0</a:t>
              </a:r>
            </a:p>
          </p:txBody>
        </p:sp>
        <p:sp>
          <p:nvSpPr>
            <p:cNvPr id="193585" name="Text Box 40">
              <a:extLst>
                <a:ext uri="{FF2B5EF4-FFF2-40B4-BE49-F238E27FC236}">
                  <a16:creationId xmlns:a16="http://schemas.microsoft.com/office/drawing/2014/main" id="{B9D5E76E-8259-4CD1-BBEC-2232C1B001F2}"/>
                </a:ext>
              </a:extLst>
            </p:cNvPr>
            <p:cNvSpPr txBox="1">
              <a:spLocks noChangeArrowheads="1"/>
            </p:cNvSpPr>
            <p:nvPr/>
          </p:nvSpPr>
          <p:spPr bwMode="auto">
            <a:xfrm>
              <a:off x="384" y="345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93586" name="Text Box 41">
              <a:extLst>
                <a:ext uri="{FF2B5EF4-FFF2-40B4-BE49-F238E27FC236}">
                  <a16:creationId xmlns:a16="http://schemas.microsoft.com/office/drawing/2014/main" id="{A497C1C1-9BEA-482D-83E5-E6FC51BE1BFB}"/>
                </a:ext>
              </a:extLst>
            </p:cNvPr>
            <p:cNvSpPr txBox="1">
              <a:spLocks noChangeArrowheads="1"/>
            </p:cNvSpPr>
            <p:nvPr/>
          </p:nvSpPr>
          <p:spPr bwMode="auto">
            <a:xfrm>
              <a:off x="1056" y="364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93587" name="Text Box 42">
              <a:extLst>
                <a:ext uri="{FF2B5EF4-FFF2-40B4-BE49-F238E27FC236}">
                  <a16:creationId xmlns:a16="http://schemas.microsoft.com/office/drawing/2014/main" id="{A7D4DA07-18EB-4440-8C26-213781F39291}"/>
                </a:ext>
              </a:extLst>
            </p:cNvPr>
            <p:cNvSpPr txBox="1">
              <a:spLocks noChangeArrowheads="1"/>
            </p:cNvSpPr>
            <p:nvPr/>
          </p:nvSpPr>
          <p:spPr bwMode="auto">
            <a:xfrm>
              <a:off x="1536" y="364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3588" name="Text Box 43">
              <a:extLst>
                <a:ext uri="{FF2B5EF4-FFF2-40B4-BE49-F238E27FC236}">
                  <a16:creationId xmlns:a16="http://schemas.microsoft.com/office/drawing/2014/main" id="{FAACE7DF-6C77-4A4C-B7FD-3088EB4216F2}"/>
                </a:ext>
              </a:extLst>
            </p:cNvPr>
            <p:cNvSpPr txBox="1">
              <a:spLocks noChangeArrowheads="1"/>
            </p:cNvSpPr>
            <p:nvPr/>
          </p:nvSpPr>
          <p:spPr bwMode="auto">
            <a:xfrm>
              <a:off x="384" y="364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sp>
          <p:nvSpPr>
            <p:cNvPr id="193589" name="Text Box 44">
              <a:extLst>
                <a:ext uri="{FF2B5EF4-FFF2-40B4-BE49-F238E27FC236}">
                  <a16:creationId xmlns:a16="http://schemas.microsoft.com/office/drawing/2014/main" id="{03C93FF1-671F-4531-AFCF-545CB113BDD5}"/>
                </a:ext>
              </a:extLst>
            </p:cNvPr>
            <p:cNvSpPr txBox="1">
              <a:spLocks noChangeArrowheads="1"/>
            </p:cNvSpPr>
            <p:nvPr/>
          </p:nvSpPr>
          <p:spPr bwMode="auto">
            <a:xfrm>
              <a:off x="1056" y="384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3590" name="Text Box 45">
              <a:extLst>
                <a:ext uri="{FF2B5EF4-FFF2-40B4-BE49-F238E27FC236}">
                  <a16:creationId xmlns:a16="http://schemas.microsoft.com/office/drawing/2014/main" id="{9533212E-FF7E-4BBB-90CC-B90FBAB556F4}"/>
                </a:ext>
              </a:extLst>
            </p:cNvPr>
            <p:cNvSpPr txBox="1">
              <a:spLocks noChangeArrowheads="1"/>
            </p:cNvSpPr>
            <p:nvPr/>
          </p:nvSpPr>
          <p:spPr bwMode="auto">
            <a:xfrm>
              <a:off x="1536" y="384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3591" name="Text Box 46">
              <a:extLst>
                <a:ext uri="{FF2B5EF4-FFF2-40B4-BE49-F238E27FC236}">
                  <a16:creationId xmlns:a16="http://schemas.microsoft.com/office/drawing/2014/main" id="{05996538-401B-4738-8063-57CA80F68E5C}"/>
                </a:ext>
              </a:extLst>
            </p:cNvPr>
            <p:cNvSpPr txBox="1">
              <a:spLocks noChangeArrowheads="1"/>
            </p:cNvSpPr>
            <p:nvPr/>
          </p:nvSpPr>
          <p:spPr bwMode="auto">
            <a:xfrm>
              <a:off x="384" y="384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grpSp>
      <p:sp>
        <p:nvSpPr>
          <p:cNvPr id="739384" name="Text Box 56">
            <a:extLst>
              <a:ext uri="{FF2B5EF4-FFF2-40B4-BE49-F238E27FC236}">
                <a16:creationId xmlns:a16="http://schemas.microsoft.com/office/drawing/2014/main" id="{7FBA4ECB-3570-485A-846D-DE0999DF4D54}"/>
              </a:ext>
            </a:extLst>
          </p:cNvPr>
          <p:cNvSpPr txBox="1">
            <a:spLocks noChangeArrowheads="1"/>
          </p:cNvSpPr>
          <p:nvPr/>
        </p:nvSpPr>
        <p:spPr bwMode="auto">
          <a:xfrm>
            <a:off x="228600" y="2971800"/>
            <a:ext cx="51816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MA_NVIEN,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SL_DA, 	</a:t>
            </a:r>
            <a:r>
              <a:rPr lang="en-US" altLang="en-US" sz="1800">
                <a:solidFill>
                  <a:srgbClr val="FF3399"/>
                </a:solidFill>
                <a:latin typeface="Tahoma" panose="020B0604030504040204" pitchFamily="34" charset="0"/>
              </a:rPr>
              <a:t>SUM</a:t>
            </a:r>
            <a:r>
              <a:rPr lang="en-US" altLang="en-US" sz="1800">
                <a:latin typeface="Tahoma" panose="020B0604030504040204" pitchFamily="34" charset="0"/>
              </a:rPr>
              <a:t>(THOIGIAN)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TONG_TG</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PHANCONG</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MA_NVIEN</a:t>
            </a:r>
            <a:endParaRPr lang="en-US" altLang="en-US" sz="1800">
              <a:solidFill>
                <a:srgbClr val="CC0000"/>
              </a:solidFill>
              <a:latin typeface="Tahoma" panose="020B0604030504040204" pitchFamily="34" charset="0"/>
            </a:endParaRPr>
          </a:p>
        </p:txBody>
      </p:sp>
      <p:sp>
        <p:nvSpPr>
          <p:cNvPr id="739385" name="Text Box 57">
            <a:extLst>
              <a:ext uri="{FF2B5EF4-FFF2-40B4-BE49-F238E27FC236}">
                <a16:creationId xmlns:a16="http://schemas.microsoft.com/office/drawing/2014/main" id="{DC16F867-5FAA-406A-934A-A4828BD76D41}"/>
              </a:ext>
            </a:extLst>
          </p:cNvPr>
          <p:cNvSpPr txBox="1">
            <a:spLocks noChangeArrowheads="1"/>
          </p:cNvSpPr>
          <p:nvPr/>
        </p:nvSpPr>
        <p:spPr bwMode="auto">
          <a:xfrm>
            <a:off x="228600" y="4572000"/>
            <a:ext cx="57150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HONV, TENNV,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SL_DA, 		</a:t>
            </a:r>
            <a:r>
              <a:rPr lang="en-US" altLang="en-US" sz="1800">
                <a:solidFill>
                  <a:srgbClr val="FF3399"/>
                </a:solidFill>
                <a:latin typeface="Tahoma" panose="020B0604030504040204" pitchFamily="34" charset="0"/>
              </a:rPr>
              <a:t>SUM</a:t>
            </a:r>
            <a:r>
              <a:rPr lang="en-US" altLang="en-US" sz="1800">
                <a:latin typeface="Tahoma" panose="020B0604030504040204" pitchFamily="34" charset="0"/>
              </a:rPr>
              <a:t>(THOIGIAN)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TONG_TG</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PHANCONG, NHANVIEN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MA_NVIEN=MANV</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MA_NVIEN, HONV, TENNV</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93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93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937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93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93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937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3938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39379"/>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3937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739376"/>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739375"/>
                                        </p:tgtEl>
                                        <p:attrNameLst>
                                          <p:attrName>style.visibility</p:attrName>
                                        </p:attrNameLst>
                                      </p:cBhvr>
                                      <p:to>
                                        <p:strVal val="hidden"/>
                                      </p:to>
                                    </p:set>
                                  </p:childTnLst>
                                </p:cTn>
                              </p:par>
                              <p:par>
                                <p:cTn id="33" presetID="2" presetClass="entr" presetSubtype="2" fill="hold" grpId="0" nodeType="withEffect">
                                  <p:stCondLst>
                                    <p:cond delay="0"/>
                                  </p:stCondLst>
                                  <p:childTnLst>
                                    <p:set>
                                      <p:cBhvr>
                                        <p:cTn id="34" dur="1" fill="hold">
                                          <p:stCondLst>
                                            <p:cond delay="0"/>
                                          </p:stCondLst>
                                        </p:cTn>
                                        <p:tgtEl>
                                          <p:spTgt spid="739384"/>
                                        </p:tgtEl>
                                        <p:attrNameLst>
                                          <p:attrName>style.visibility</p:attrName>
                                        </p:attrNameLst>
                                      </p:cBhvr>
                                      <p:to>
                                        <p:strVal val="visible"/>
                                      </p:to>
                                    </p:set>
                                    <p:anim calcmode="lin" valueType="num">
                                      <p:cBhvr additive="base">
                                        <p:cTn id="35" dur="500" fill="hold"/>
                                        <p:tgtEl>
                                          <p:spTgt spid="739384"/>
                                        </p:tgtEl>
                                        <p:attrNameLst>
                                          <p:attrName>ppt_x</p:attrName>
                                        </p:attrNameLst>
                                      </p:cBhvr>
                                      <p:tavLst>
                                        <p:tav tm="0">
                                          <p:val>
                                            <p:strVal val="1+#ppt_w/2"/>
                                          </p:val>
                                        </p:tav>
                                        <p:tav tm="100000">
                                          <p:val>
                                            <p:strVal val="#ppt_x"/>
                                          </p:val>
                                        </p:tav>
                                      </p:tavLst>
                                    </p:anim>
                                    <p:anim calcmode="lin" valueType="num">
                                      <p:cBhvr additive="base">
                                        <p:cTn id="36" dur="500" fill="hold"/>
                                        <p:tgtEl>
                                          <p:spTgt spid="739384"/>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739385"/>
                                        </p:tgtEl>
                                        <p:attrNameLst>
                                          <p:attrName>style.visibility</p:attrName>
                                        </p:attrNameLst>
                                      </p:cBhvr>
                                      <p:to>
                                        <p:strVal val="visible"/>
                                      </p:to>
                                    </p:set>
                                    <p:anim calcmode="lin" valueType="num">
                                      <p:cBhvr additive="base">
                                        <p:cTn id="41" dur="500" fill="hold"/>
                                        <p:tgtEl>
                                          <p:spTgt spid="739385"/>
                                        </p:tgtEl>
                                        <p:attrNameLst>
                                          <p:attrName>ppt_x</p:attrName>
                                        </p:attrNameLst>
                                      </p:cBhvr>
                                      <p:tavLst>
                                        <p:tav tm="0">
                                          <p:val>
                                            <p:strVal val="1+#ppt_w/2"/>
                                          </p:val>
                                        </p:tav>
                                        <p:tav tm="100000">
                                          <p:val>
                                            <p:strVal val="#ppt_x"/>
                                          </p:val>
                                        </p:tav>
                                      </p:tavLst>
                                    </p:anim>
                                    <p:anim calcmode="lin" valueType="num">
                                      <p:cBhvr additive="base">
                                        <p:cTn id="42" dur="500" fill="hold"/>
                                        <p:tgtEl>
                                          <p:spTgt spid="7393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80" grpId="0" animBg="1"/>
      <p:bldP spid="739380" grpId="1" animBg="1"/>
      <p:bldP spid="739379" grpId="0" animBg="1"/>
      <p:bldP spid="739379" grpId="1" animBg="1"/>
      <p:bldP spid="739377" grpId="0" animBg="1"/>
      <p:bldP spid="739377" grpId="1" animBg="1"/>
      <p:bldP spid="739376" grpId="0" animBg="1"/>
      <p:bldP spid="739376" grpId="1" animBg="1"/>
      <p:bldP spid="739378" grpId="0" animBg="1"/>
      <p:bldP spid="739375" grpId="0" animBg="1"/>
      <p:bldP spid="739375" grpId="1" animBg="1"/>
      <p:bldP spid="739384" grpId="0"/>
      <p:bldP spid="73938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Date Placeholder 3">
            <a:extLst>
              <a:ext uri="{FF2B5EF4-FFF2-40B4-BE49-F238E27FC236}">
                <a16:creationId xmlns:a16="http://schemas.microsoft.com/office/drawing/2014/main" id="{BB1C3862-13B2-49C7-B6A0-95DCA2E8FB36}"/>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5587" name="Slide Number Placeholder 5">
            <a:extLst>
              <a:ext uri="{FF2B5EF4-FFF2-40B4-BE49-F238E27FC236}">
                <a16:creationId xmlns:a16="http://schemas.microsoft.com/office/drawing/2014/main" id="{68143D2F-7CE9-4A42-831E-70392C3B30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F670A8B8-DBA0-47B9-A7F7-CDE7E0C74E2F}" type="slidenum">
              <a:rPr lang="en-US" altLang="en-US" sz="1000"/>
              <a:pPr algn="r">
                <a:spcBef>
                  <a:spcPct val="0"/>
                </a:spcBef>
                <a:buClrTx/>
                <a:buFontTx/>
                <a:buNone/>
              </a:pPr>
              <a:t>41</a:t>
            </a:fld>
            <a:endParaRPr lang="en-US" altLang="en-US" sz="1000"/>
          </a:p>
        </p:txBody>
      </p:sp>
      <p:sp>
        <p:nvSpPr>
          <p:cNvPr id="195588" name="Rectangle 56">
            <a:extLst>
              <a:ext uri="{FF2B5EF4-FFF2-40B4-BE49-F238E27FC236}">
                <a16:creationId xmlns:a16="http://schemas.microsoft.com/office/drawing/2014/main" id="{052959E4-BB10-4BDA-8F40-E95121A50E14}"/>
              </a:ext>
            </a:extLst>
          </p:cNvPr>
          <p:cNvSpPr>
            <a:spLocks noChangeArrowheads="1"/>
          </p:cNvSpPr>
          <p:nvPr/>
        </p:nvSpPr>
        <p:spPr bwMode="auto">
          <a:xfrm>
            <a:off x="2971800" y="5638800"/>
            <a:ext cx="3048000" cy="4572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89" name="Rectangle 57">
            <a:extLst>
              <a:ext uri="{FF2B5EF4-FFF2-40B4-BE49-F238E27FC236}">
                <a16:creationId xmlns:a16="http://schemas.microsoft.com/office/drawing/2014/main" id="{54412EBE-016A-4511-8550-9A029049F7E9}"/>
              </a:ext>
            </a:extLst>
          </p:cNvPr>
          <p:cNvSpPr>
            <a:spLocks noChangeArrowheads="1"/>
          </p:cNvSpPr>
          <p:nvPr/>
        </p:nvSpPr>
        <p:spPr bwMode="auto">
          <a:xfrm>
            <a:off x="2971800" y="4419600"/>
            <a:ext cx="3048000" cy="4572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90" name="Rectangle 58">
            <a:extLst>
              <a:ext uri="{FF2B5EF4-FFF2-40B4-BE49-F238E27FC236}">
                <a16:creationId xmlns:a16="http://schemas.microsoft.com/office/drawing/2014/main" id="{72E4DFEC-EA9E-44D6-92BE-CCA6114730F1}"/>
              </a:ext>
            </a:extLst>
          </p:cNvPr>
          <p:cNvSpPr>
            <a:spLocks noChangeArrowheads="1"/>
          </p:cNvSpPr>
          <p:nvPr/>
        </p:nvSpPr>
        <p:spPr bwMode="auto">
          <a:xfrm>
            <a:off x="2971800" y="5029200"/>
            <a:ext cx="3048000" cy="457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91" name="Rectangle 59">
            <a:extLst>
              <a:ext uri="{FF2B5EF4-FFF2-40B4-BE49-F238E27FC236}">
                <a16:creationId xmlns:a16="http://schemas.microsoft.com/office/drawing/2014/main" id="{0197903F-4C7D-40FF-BDC0-B2543DA976C8}"/>
              </a:ext>
            </a:extLst>
          </p:cNvPr>
          <p:cNvSpPr>
            <a:spLocks noChangeArrowheads="1"/>
          </p:cNvSpPr>
          <p:nvPr/>
        </p:nvSpPr>
        <p:spPr bwMode="auto">
          <a:xfrm>
            <a:off x="2971800" y="4038600"/>
            <a:ext cx="3048000" cy="3048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92" name="Rectangle 60">
            <a:extLst>
              <a:ext uri="{FF2B5EF4-FFF2-40B4-BE49-F238E27FC236}">
                <a16:creationId xmlns:a16="http://schemas.microsoft.com/office/drawing/2014/main" id="{C1DA26C3-4977-4114-BCD4-025437B6B711}"/>
              </a:ext>
            </a:extLst>
          </p:cNvPr>
          <p:cNvSpPr>
            <a:spLocks noChangeArrowheads="1"/>
          </p:cNvSpPr>
          <p:nvPr/>
        </p:nvSpPr>
        <p:spPr bwMode="auto">
          <a:xfrm>
            <a:off x="2971800" y="3200400"/>
            <a:ext cx="3048000" cy="762000"/>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93" name="Rectangle 61">
            <a:extLst>
              <a:ext uri="{FF2B5EF4-FFF2-40B4-BE49-F238E27FC236}">
                <a16:creationId xmlns:a16="http://schemas.microsoft.com/office/drawing/2014/main" id="{EF6ABE08-9CBE-4DFB-AFF0-7A013F8134D7}"/>
              </a:ext>
            </a:extLst>
          </p:cNvPr>
          <p:cNvSpPr>
            <a:spLocks noChangeArrowheads="1"/>
          </p:cNvSpPr>
          <p:nvPr/>
        </p:nvSpPr>
        <p:spPr bwMode="auto">
          <a:xfrm>
            <a:off x="2971800" y="2590800"/>
            <a:ext cx="3048000" cy="457200"/>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5594" name="Rectangle 2">
            <a:extLst>
              <a:ext uri="{FF2B5EF4-FFF2-40B4-BE49-F238E27FC236}">
                <a16:creationId xmlns:a16="http://schemas.microsoft.com/office/drawing/2014/main" id="{25B8F32A-87FC-4705-83C3-83E062DA03E1}"/>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195595" name="Rectangle 3">
            <a:extLst>
              <a:ext uri="{FF2B5EF4-FFF2-40B4-BE49-F238E27FC236}">
                <a16:creationId xmlns:a16="http://schemas.microsoft.com/office/drawing/2014/main" id="{57CC612F-5ACD-45C9-8C9A-377EDE3A36E2}"/>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những nhân viên tham gia từ 2 đề án trở lên</a:t>
            </a:r>
          </a:p>
        </p:txBody>
      </p:sp>
      <p:grpSp>
        <p:nvGrpSpPr>
          <p:cNvPr id="195596" name="Group 55">
            <a:extLst>
              <a:ext uri="{FF2B5EF4-FFF2-40B4-BE49-F238E27FC236}">
                <a16:creationId xmlns:a16="http://schemas.microsoft.com/office/drawing/2014/main" id="{63C17930-9680-4487-B69F-EA9F5C944F0E}"/>
              </a:ext>
            </a:extLst>
          </p:cNvPr>
          <p:cNvGrpSpPr>
            <a:grpSpLocks/>
          </p:cNvGrpSpPr>
          <p:nvPr/>
        </p:nvGrpSpPr>
        <p:grpSpPr bwMode="auto">
          <a:xfrm>
            <a:off x="2971800" y="2133600"/>
            <a:ext cx="3048000" cy="4114800"/>
            <a:chOff x="528" y="1488"/>
            <a:chExt cx="1920" cy="2592"/>
          </a:xfrm>
        </p:grpSpPr>
        <p:sp>
          <p:nvSpPr>
            <p:cNvPr id="195599" name="Line 11">
              <a:extLst>
                <a:ext uri="{FF2B5EF4-FFF2-40B4-BE49-F238E27FC236}">
                  <a16:creationId xmlns:a16="http://schemas.microsoft.com/office/drawing/2014/main" id="{F4E53D22-CBE3-44DA-8FE9-0837EB66D951}"/>
                </a:ext>
              </a:extLst>
            </p:cNvPr>
            <p:cNvSpPr>
              <a:spLocks noChangeShapeType="1"/>
            </p:cNvSpPr>
            <p:nvPr/>
          </p:nvSpPr>
          <p:spPr bwMode="auto">
            <a:xfrm>
              <a:off x="528" y="1728"/>
              <a:ext cx="19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95600" name="Text Box 12">
              <a:extLst>
                <a:ext uri="{FF2B5EF4-FFF2-40B4-BE49-F238E27FC236}">
                  <a16:creationId xmlns:a16="http://schemas.microsoft.com/office/drawing/2014/main" id="{6E6F5C09-BD66-4E74-B570-1328F174A4A8}"/>
                </a:ext>
              </a:extLst>
            </p:cNvPr>
            <p:cNvSpPr txBox="1">
              <a:spLocks noChangeArrowheads="1"/>
            </p:cNvSpPr>
            <p:nvPr/>
          </p:nvSpPr>
          <p:spPr bwMode="auto">
            <a:xfrm>
              <a:off x="1296" y="148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SODA</a:t>
              </a:r>
            </a:p>
          </p:txBody>
        </p:sp>
        <p:sp>
          <p:nvSpPr>
            <p:cNvPr id="195601" name="Text Box 13">
              <a:extLst>
                <a:ext uri="{FF2B5EF4-FFF2-40B4-BE49-F238E27FC236}">
                  <a16:creationId xmlns:a16="http://schemas.microsoft.com/office/drawing/2014/main" id="{F46BD87B-B4FA-440A-A957-9A4540AB9DE2}"/>
                </a:ext>
              </a:extLst>
            </p:cNvPr>
            <p:cNvSpPr txBox="1">
              <a:spLocks noChangeArrowheads="1"/>
            </p:cNvSpPr>
            <p:nvPr/>
          </p:nvSpPr>
          <p:spPr bwMode="auto">
            <a:xfrm>
              <a:off x="1728" y="148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THOIGIAN</a:t>
              </a:r>
            </a:p>
          </p:txBody>
        </p:sp>
        <p:sp>
          <p:nvSpPr>
            <p:cNvPr id="195602" name="Text Box 14">
              <a:extLst>
                <a:ext uri="{FF2B5EF4-FFF2-40B4-BE49-F238E27FC236}">
                  <a16:creationId xmlns:a16="http://schemas.microsoft.com/office/drawing/2014/main" id="{85B9D84B-E7B8-49A8-AC01-101675DF5405}"/>
                </a:ext>
              </a:extLst>
            </p:cNvPr>
            <p:cNvSpPr txBox="1">
              <a:spLocks noChangeArrowheads="1"/>
            </p:cNvSpPr>
            <p:nvPr/>
          </p:nvSpPr>
          <p:spPr bwMode="auto">
            <a:xfrm>
              <a:off x="1296" y="172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95603" name="Text Box 15">
              <a:extLst>
                <a:ext uri="{FF2B5EF4-FFF2-40B4-BE49-F238E27FC236}">
                  <a16:creationId xmlns:a16="http://schemas.microsoft.com/office/drawing/2014/main" id="{6701A5FC-E6A7-40F5-83A7-67E9A1CABAF4}"/>
                </a:ext>
              </a:extLst>
            </p:cNvPr>
            <p:cNvSpPr txBox="1">
              <a:spLocks noChangeArrowheads="1"/>
            </p:cNvSpPr>
            <p:nvPr/>
          </p:nvSpPr>
          <p:spPr bwMode="auto">
            <a:xfrm>
              <a:off x="1776" y="172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32.5</a:t>
              </a:r>
            </a:p>
          </p:txBody>
        </p:sp>
        <p:sp>
          <p:nvSpPr>
            <p:cNvPr id="195604" name="Text Box 16">
              <a:extLst>
                <a:ext uri="{FF2B5EF4-FFF2-40B4-BE49-F238E27FC236}">
                  <a16:creationId xmlns:a16="http://schemas.microsoft.com/office/drawing/2014/main" id="{46DBB444-3506-4199-B502-E3E1264970B8}"/>
                </a:ext>
              </a:extLst>
            </p:cNvPr>
            <p:cNvSpPr txBox="1">
              <a:spLocks noChangeArrowheads="1"/>
            </p:cNvSpPr>
            <p:nvPr/>
          </p:nvSpPr>
          <p:spPr bwMode="auto">
            <a:xfrm>
              <a:off x="1296" y="192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5605" name="Text Box 17">
              <a:extLst>
                <a:ext uri="{FF2B5EF4-FFF2-40B4-BE49-F238E27FC236}">
                  <a16:creationId xmlns:a16="http://schemas.microsoft.com/office/drawing/2014/main" id="{5E991C6B-AECC-4D0E-A812-07A00CBA8879}"/>
                </a:ext>
              </a:extLst>
            </p:cNvPr>
            <p:cNvSpPr txBox="1">
              <a:spLocks noChangeArrowheads="1"/>
            </p:cNvSpPr>
            <p:nvPr/>
          </p:nvSpPr>
          <p:spPr bwMode="auto">
            <a:xfrm>
              <a:off x="1776" y="192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7.5</a:t>
              </a:r>
            </a:p>
          </p:txBody>
        </p:sp>
        <p:sp>
          <p:nvSpPr>
            <p:cNvPr id="195606" name="Text Box 18">
              <a:extLst>
                <a:ext uri="{FF2B5EF4-FFF2-40B4-BE49-F238E27FC236}">
                  <a16:creationId xmlns:a16="http://schemas.microsoft.com/office/drawing/2014/main" id="{A747CF58-03B2-450D-8BF8-C41DE166360F}"/>
                </a:ext>
              </a:extLst>
            </p:cNvPr>
            <p:cNvSpPr txBox="1">
              <a:spLocks noChangeArrowheads="1"/>
            </p:cNvSpPr>
            <p:nvPr/>
          </p:nvSpPr>
          <p:spPr bwMode="auto">
            <a:xfrm>
              <a:off x="624" y="17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123456789</a:t>
              </a:r>
            </a:p>
          </p:txBody>
        </p:sp>
        <p:sp>
          <p:nvSpPr>
            <p:cNvPr id="195607" name="Text Box 19">
              <a:extLst>
                <a:ext uri="{FF2B5EF4-FFF2-40B4-BE49-F238E27FC236}">
                  <a16:creationId xmlns:a16="http://schemas.microsoft.com/office/drawing/2014/main" id="{7EE990DF-9A72-444C-B623-80ED6E5EFE50}"/>
                </a:ext>
              </a:extLst>
            </p:cNvPr>
            <p:cNvSpPr txBox="1">
              <a:spLocks noChangeArrowheads="1"/>
            </p:cNvSpPr>
            <p:nvPr/>
          </p:nvSpPr>
          <p:spPr bwMode="auto">
            <a:xfrm>
              <a:off x="624"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123456789</a:t>
              </a:r>
            </a:p>
          </p:txBody>
        </p:sp>
        <p:sp>
          <p:nvSpPr>
            <p:cNvPr id="195608" name="Text Box 20">
              <a:extLst>
                <a:ext uri="{FF2B5EF4-FFF2-40B4-BE49-F238E27FC236}">
                  <a16:creationId xmlns:a16="http://schemas.microsoft.com/office/drawing/2014/main" id="{89448264-938F-4E45-8849-C053C07DB539}"/>
                </a:ext>
              </a:extLst>
            </p:cNvPr>
            <p:cNvSpPr txBox="1">
              <a:spLocks noChangeArrowheads="1"/>
            </p:cNvSpPr>
            <p:nvPr/>
          </p:nvSpPr>
          <p:spPr bwMode="auto">
            <a:xfrm>
              <a:off x="624" y="14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MA_NVIEN</a:t>
              </a:r>
            </a:p>
          </p:txBody>
        </p:sp>
        <p:grpSp>
          <p:nvGrpSpPr>
            <p:cNvPr id="195609" name="Group 21">
              <a:extLst>
                <a:ext uri="{FF2B5EF4-FFF2-40B4-BE49-F238E27FC236}">
                  <a16:creationId xmlns:a16="http://schemas.microsoft.com/office/drawing/2014/main" id="{2E451757-9DF2-4681-9035-21A21D4C3A35}"/>
                </a:ext>
              </a:extLst>
            </p:cNvPr>
            <p:cNvGrpSpPr>
              <a:grpSpLocks/>
            </p:cNvGrpSpPr>
            <p:nvPr/>
          </p:nvGrpSpPr>
          <p:grpSpPr bwMode="auto">
            <a:xfrm>
              <a:off x="1296" y="1488"/>
              <a:ext cx="432" cy="2592"/>
              <a:chOff x="1200" y="1632"/>
              <a:chExt cx="432" cy="1632"/>
            </a:xfrm>
          </p:grpSpPr>
          <p:sp>
            <p:nvSpPr>
              <p:cNvPr id="195640" name="Line 22">
                <a:extLst>
                  <a:ext uri="{FF2B5EF4-FFF2-40B4-BE49-F238E27FC236}">
                    <a16:creationId xmlns:a16="http://schemas.microsoft.com/office/drawing/2014/main" id="{ECE4F1E5-2114-49B5-9567-09635B1ED0CD}"/>
                  </a:ext>
                </a:extLst>
              </p:cNvPr>
              <p:cNvSpPr>
                <a:spLocks noChangeShapeType="1"/>
              </p:cNvSpPr>
              <p:nvPr/>
            </p:nvSpPr>
            <p:spPr bwMode="auto">
              <a:xfrm>
                <a:off x="1632"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95641" name="Line 23">
                <a:extLst>
                  <a:ext uri="{FF2B5EF4-FFF2-40B4-BE49-F238E27FC236}">
                    <a16:creationId xmlns:a16="http://schemas.microsoft.com/office/drawing/2014/main" id="{008D1F0E-D9E9-46E2-BA1E-7492B206094C}"/>
                  </a:ext>
                </a:extLst>
              </p:cNvPr>
              <p:cNvSpPr>
                <a:spLocks noChangeShapeType="1"/>
              </p:cNvSpPr>
              <p:nvPr/>
            </p:nvSpPr>
            <p:spPr bwMode="auto">
              <a:xfrm>
                <a:off x="1200" y="1632"/>
                <a:ext cx="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195610" name="Text Box 24">
              <a:extLst>
                <a:ext uri="{FF2B5EF4-FFF2-40B4-BE49-F238E27FC236}">
                  <a16:creationId xmlns:a16="http://schemas.microsoft.com/office/drawing/2014/main" id="{D7D1152B-EBC9-44B5-B4ED-F681C507B5E1}"/>
                </a:ext>
              </a:extLst>
            </p:cNvPr>
            <p:cNvSpPr txBox="1">
              <a:spLocks noChangeArrowheads="1"/>
            </p:cNvSpPr>
            <p:nvPr/>
          </p:nvSpPr>
          <p:spPr bwMode="auto">
            <a:xfrm>
              <a:off x="1296" y="211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5611" name="Text Box 25">
              <a:extLst>
                <a:ext uri="{FF2B5EF4-FFF2-40B4-BE49-F238E27FC236}">
                  <a16:creationId xmlns:a16="http://schemas.microsoft.com/office/drawing/2014/main" id="{29E91581-0DAF-4A94-BC13-1E6A8913D56A}"/>
                </a:ext>
              </a:extLst>
            </p:cNvPr>
            <p:cNvSpPr txBox="1">
              <a:spLocks noChangeArrowheads="1"/>
            </p:cNvSpPr>
            <p:nvPr/>
          </p:nvSpPr>
          <p:spPr bwMode="auto">
            <a:xfrm>
              <a:off x="1776" y="211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5612" name="Text Box 26">
              <a:extLst>
                <a:ext uri="{FF2B5EF4-FFF2-40B4-BE49-F238E27FC236}">
                  <a16:creationId xmlns:a16="http://schemas.microsoft.com/office/drawing/2014/main" id="{73422628-0CDB-4B4D-B855-C2429A68468C}"/>
                </a:ext>
              </a:extLst>
            </p:cNvPr>
            <p:cNvSpPr txBox="1">
              <a:spLocks noChangeArrowheads="1"/>
            </p:cNvSpPr>
            <p:nvPr/>
          </p:nvSpPr>
          <p:spPr bwMode="auto">
            <a:xfrm>
              <a:off x="1296" y="230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a:t>
              </a:r>
            </a:p>
          </p:txBody>
        </p:sp>
        <p:sp>
          <p:nvSpPr>
            <p:cNvPr id="195613" name="Text Box 27">
              <a:extLst>
                <a:ext uri="{FF2B5EF4-FFF2-40B4-BE49-F238E27FC236}">
                  <a16:creationId xmlns:a16="http://schemas.microsoft.com/office/drawing/2014/main" id="{21EC8BC0-09DF-480C-B9AE-C567278926B8}"/>
                </a:ext>
              </a:extLst>
            </p:cNvPr>
            <p:cNvSpPr txBox="1">
              <a:spLocks noChangeArrowheads="1"/>
            </p:cNvSpPr>
            <p:nvPr/>
          </p:nvSpPr>
          <p:spPr bwMode="auto">
            <a:xfrm>
              <a:off x="1776" y="230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5614" name="Text Box 28">
              <a:extLst>
                <a:ext uri="{FF2B5EF4-FFF2-40B4-BE49-F238E27FC236}">
                  <a16:creationId xmlns:a16="http://schemas.microsoft.com/office/drawing/2014/main" id="{8951B277-999A-4C33-ACF4-4DBEC32A145B}"/>
                </a:ext>
              </a:extLst>
            </p:cNvPr>
            <p:cNvSpPr txBox="1">
              <a:spLocks noChangeArrowheads="1"/>
            </p:cNvSpPr>
            <p:nvPr/>
          </p:nvSpPr>
          <p:spPr bwMode="auto">
            <a:xfrm>
              <a:off x="624"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5615" name="Text Box 29">
              <a:extLst>
                <a:ext uri="{FF2B5EF4-FFF2-40B4-BE49-F238E27FC236}">
                  <a16:creationId xmlns:a16="http://schemas.microsoft.com/office/drawing/2014/main" id="{5D405AB5-22D0-4B01-A0EF-1FEE2FF683B9}"/>
                </a:ext>
              </a:extLst>
            </p:cNvPr>
            <p:cNvSpPr txBox="1">
              <a:spLocks noChangeArrowheads="1"/>
            </p:cNvSpPr>
            <p:nvPr/>
          </p:nvSpPr>
          <p:spPr bwMode="auto">
            <a:xfrm>
              <a:off x="624"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5616" name="Text Box 30">
              <a:extLst>
                <a:ext uri="{FF2B5EF4-FFF2-40B4-BE49-F238E27FC236}">
                  <a16:creationId xmlns:a16="http://schemas.microsoft.com/office/drawing/2014/main" id="{686D9C1C-63B1-4FD4-951D-F68711B46842}"/>
                </a:ext>
              </a:extLst>
            </p:cNvPr>
            <p:cNvSpPr txBox="1">
              <a:spLocks noChangeArrowheads="1"/>
            </p:cNvSpPr>
            <p:nvPr/>
          </p:nvSpPr>
          <p:spPr bwMode="auto">
            <a:xfrm>
              <a:off x="1296" y="24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195617" name="Text Box 31">
              <a:extLst>
                <a:ext uri="{FF2B5EF4-FFF2-40B4-BE49-F238E27FC236}">
                  <a16:creationId xmlns:a16="http://schemas.microsoft.com/office/drawing/2014/main" id="{D5757961-C1D3-4B89-92B2-A93754ADB6AC}"/>
                </a:ext>
              </a:extLst>
            </p:cNvPr>
            <p:cNvSpPr txBox="1">
              <a:spLocks noChangeArrowheads="1"/>
            </p:cNvSpPr>
            <p:nvPr/>
          </p:nvSpPr>
          <p:spPr bwMode="auto">
            <a:xfrm>
              <a:off x="1776" y="24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10.0</a:t>
              </a:r>
            </a:p>
          </p:txBody>
        </p:sp>
        <p:sp>
          <p:nvSpPr>
            <p:cNvPr id="195618" name="Text Box 32">
              <a:extLst>
                <a:ext uri="{FF2B5EF4-FFF2-40B4-BE49-F238E27FC236}">
                  <a16:creationId xmlns:a16="http://schemas.microsoft.com/office/drawing/2014/main" id="{50656D41-5A33-4597-8A85-3F2B91E723F4}"/>
                </a:ext>
              </a:extLst>
            </p:cNvPr>
            <p:cNvSpPr txBox="1">
              <a:spLocks noChangeArrowheads="1"/>
            </p:cNvSpPr>
            <p:nvPr/>
          </p:nvSpPr>
          <p:spPr bwMode="auto">
            <a:xfrm>
              <a:off x="624"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333445555</a:t>
              </a:r>
            </a:p>
          </p:txBody>
        </p:sp>
        <p:sp>
          <p:nvSpPr>
            <p:cNvPr id="195619" name="Text Box 33">
              <a:extLst>
                <a:ext uri="{FF2B5EF4-FFF2-40B4-BE49-F238E27FC236}">
                  <a16:creationId xmlns:a16="http://schemas.microsoft.com/office/drawing/2014/main" id="{E4072EEA-C7B4-49B7-B97E-B121E8AEE7A3}"/>
                </a:ext>
              </a:extLst>
            </p:cNvPr>
            <p:cNvSpPr txBox="1">
              <a:spLocks noChangeArrowheads="1"/>
            </p:cNvSpPr>
            <p:nvPr/>
          </p:nvSpPr>
          <p:spPr bwMode="auto">
            <a:xfrm>
              <a:off x="1296" y="268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195620" name="Text Box 34">
              <a:extLst>
                <a:ext uri="{FF2B5EF4-FFF2-40B4-BE49-F238E27FC236}">
                  <a16:creationId xmlns:a16="http://schemas.microsoft.com/office/drawing/2014/main" id="{E81E6E7A-3E11-4C78-B9E0-D864854199EE}"/>
                </a:ext>
              </a:extLst>
            </p:cNvPr>
            <p:cNvSpPr txBox="1">
              <a:spLocks noChangeArrowheads="1"/>
            </p:cNvSpPr>
            <p:nvPr/>
          </p:nvSpPr>
          <p:spPr bwMode="auto">
            <a:xfrm>
              <a:off x="1776" y="268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5621" name="Text Box 35">
              <a:extLst>
                <a:ext uri="{FF2B5EF4-FFF2-40B4-BE49-F238E27FC236}">
                  <a16:creationId xmlns:a16="http://schemas.microsoft.com/office/drawing/2014/main" id="{5D3604B8-D8F8-409C-A6C0-5872762DC139}"/>
                </a:ext>
              </a:extLst>
            </p:cNvPr>
            <p:cNvSpPr txBox="1">
              <a:spLocks noChangeArrowheads="1"/>
            </p:cNvSpPr>
            <p:nvPr/>
          </p:nvSpPr>
          <p:spPr bwMode="auto">
            <a:xfrm>
              <a:off x="1296" y="288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10</a:t>
              </a:r>
            </a:p>
          </p:txBody>
        </p:sp>
        <p:sp>
          <p:nvSpPr>
            <p:cNvPr id="195622" name="Text Box 36">
              <a:extLst>
                <a:ext uri="{FF2B5EF4-FFF2-40B4-BE49-F238E27FC236}">
                  <a16:creationId xmlns:a16="http://schemas.microsoft.com/office/drawing/2014/main" id="{7FD58DFE-BCF1-4984-ABF3-32754551B951}"/>
                </a:ext>
              </a:extLst>
            </p:cNvPr>
            <p:cNvSpPr txBox="1">
              <a:spLocks noChangeArrowheads="1"/>
            </p:cNvSpPr>
            <p:nvPr/>
          </p:nvSpPr>
          <p:spPr bwMode="auto">
            <a:xfrm>
              <a:off x="1776" y="288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35.0</a:t>
              </a:r>
            </a:p>
          </p:txBody>
        </p:sp>
        <p:sp>
          <p:nvSpPr>
            <p:cNvPr id="195623" name="Text Box 37">
              <a:extLst>
                <a:ext uri="{FF2B5EF4-FFF2-40B4-BE49-F238E27FC236}">
                  <a16:creationId xmlns:a16="http://schemas.microsoft.com/office/drawing/2014/main" id="{9C2AC85F-EB09-4C91-9D07-02B5A2102B0E}"/>
                </a:ext>
              </a:extLst>
            </p:cNvPr>
            <p:cNvSpPr txBox="1">
              <a:spLocks noChangeArrowheads="1"/>
            </p:cNvSpPr>
            <p:nvPr/>
          </p:nvSpPr>
          <p:spPr bwMode="auto">
            <a:xfrm>
              <a:off x="624" y="268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888665555</a:t>
              </a:r>
            </a:p>
          </p:txBody>
        </p:sp>
        <p:sp>
          <p:nvSpPr>
            <p:cNvPr id="195624" name="Text Box 38">
              <a:extLst>
                <a:ext uri="{FF2B5EF4-FFF2-40B4-BE49-F238E27FC236}">
                  <a16:creationId xmlns:a16="http://schemas.microsoft.com/office/drawing/2014/main" id="{AAA211D0-F9B2-41A6-8940-9934AA4784C1}"/>
                </a:ext>
              </a:extLst>
            </p:cNvPr>
            <p:cNvSpPr txBox="1">
              <a:spLocks noChangeArrowheads="1"/>
            </p:cNvSpPr>
            <p:nvPr/>
          </p:nvSpPr>
          <p:spPr bwMode="auto">
            <a:xfrm>
              <a:off x="624" y="28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95625" name="Text Box 39">
              <a:extLst>
                <a:ext uri="{FF2B5EF4-FFF2-40B4-BE49-F238E27FC236}">
                  <a16:creationId xmlns:a16="http://schemas.microsoft.com/office/drawing/2014/main" id="{8C1E7435-9EFE-4997-BCF5-33B5746B206E}"/>
                </a:ext>
              </a:extLst>
            </p:cNvPr>
            <p:cNvSpPr txBox="1">
              <a:spLocks noChangeArrowheads="1"/>
            </p:cNvSpPr>
            <p:nvPr/>
          </p:nvSpPr>
          <p:spPr bwMode="auto">
            <a:xfrm>
              <a:off x="1296" y="3072"/>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195626" name="Text Box 40">
              <a:extLst>
                <a:ext uri="{FF2B5EF4-FFF2-40B4-BE49-F238E27FC236}">
                  <a16:creationId xmlns:a16="http://schemas.microsoft.com/office/drawing/2014/main" id="{0B2B35C1-AF1B-4971-9CD8-911D0409B216}"/>
                </a:ext>
              </a:extLst>
            </p:cNvPr>
            <p:cNvSpPr txBox="1">
              <a:spLocks noChangeArrowheads="1"/>
            </p:cNvSpPr>
            <p:nvPr/>
          </p:nvSpPr>
          <p:spPr bwMode="auto">
            <a:xfrm>
              <a:off x="1776" y="307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5.0</a:t>
              </a:r>
            </a:p>
          </p:txBody>
        </p:sp>
        <p:sp>
          <p:nvSpPr>
            <p:cNvPr id="195627" name="Text Box 41">
              <a:extLst>
                <a:ext uri="{FF2B5EF4-FFF2-40B4-BE49-F238E27FC236}">
                  <a16:creationId xmlns:a16="http://schemas.microsoft.com/office/drawing/2014/main" id="{507E82DB-CAB3-4557-B1D5-BD1D28FF4DFD}"/>
                </a:ext>
              </a:extLst>
            </p:cNvPr>
            <p:cNvSpPr txBox="1">
              <a:spLocks noChangeArrowheads="1"/>
            </p:cNvSpPr>
            <p:nvPr/>
          </p:nvSpPr>
          <p:spPr bwMode="auto">
            <a:xfrm>
              <a:off x="624" y="307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987987987</a:t>
              </a:r>
            </a:p>
          </p:txBody>
        </p:sp>
        <p:sp>
          <p:nvSpPr>
            <p:cNvPr id="195628" name="Text Box 42">
              <a:extLst>
                <a:ext uri="{FF2B5EF4-FFF2-40B4-BE49-F238E27FC236}">
                  <a16:creationId xmlns:a16="http://schemas.microsoft.com/office/drawing/2014/main" id="{E8E98AF5-66D4-41B7-9427-2F21866F015A}"/>
                </a:ext>
              </a:extLst>
            </p:cNvPr>
            <p:cNvSpPr txBox="1">
              <a:spLocks noChangeArrowheads="1"/>
            </p:cNvSpPr>
            <p:nvPr/>
          </p:nvSpPr>
          <p:spPr bwMode="auto">
            <a:xfrm>
              <a:off x="1296" y="3264"/>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30</a:t>
              </a:r>
            </a:p>
          </p:txBody>
        </p:sp>
        <p:sp>
          <p:nvSpPr>
            <p:cNvPr id="195629" name="Text Box 43">
              <a:extLst>
                <a:ext uri="{FF2B5EF4-FFF2-40B4-BE49-F238E27FC236}">
                  <a16:creationId xmlns:a16="http://schemas.microsoft.com/office/drawing/2014/main" id="{8482DCA4-5FE0-43AE-B004-0B3B78587834}"/>
                </a:ext>
              </a:extLst>
            </p:cNvPr>
            <p:cNvSpPr txBox="1">
              <a:spLocks noChangeArrowheads="1"/>
            </p:cNvSpPr>
            <p:nvPr/>
          </p:nvSpPr>
          <p:spPr bwMode="auto">
            <a:xfrm>
              <a:off x="1776" y="326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5630" name="Text Box 44">
              <a:extLst>
                <a:ext uri="{FF2B5EF4-FFF2-40B4-BE49-F238E27FC236}">
                  <a16:creationId xmlns:a16="http://schemas.microsoft.com/office/drawing/2014/main" id="{C01F6550-3CAC-4729-9C3E-6D61CC452A17}"/>
                </a:ext>
              </a:extLst>
            </p:cNvPr>
            <p:cNvSpPr txBox="1">
              <a:spLocks noChangeArrowheads="1"/>
            </p:cNvSpPr>
            <p:nvPr/>
          </p:nvSpPr>
          <p:spPr bwMode="auto">
            <a:xfrm>
              <a:off x="624" y="326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95631" name="Text Box 45">
              <a:extLst>
                <a:ext uri="{FF2B5EF4-FFF2-40B4-BE49-F238E27FC236}">
                  <a16:creationId xmlns:a16="http://schemas.microsoft.com/office/drawing/2014/main" id="{82F95D0F-BF8A-401B-AE91-AF54F786B4B9}"/>
                </a:ext>
              </a:extLst>
            </p:cNvPr>
            <p:cNvSpPr txBox="1">
              <a:spLocks noChangeArrowheads="1"/>
            </p:cNvSpPr>
            <p:nvPr/>
          </p:nvSpPr>
          <p:spPr bwMode="auto">
            <a:xfrm>
              <a:off x="1296" y="345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a:t>
              </a:r>
            </a:p>
          </p:txBody>
        </p:sp>
        <p:sp>
          <p:nvSpPr>
            <p:cNvPr id="195632" name="Text Box 46">
              <a:extLst>
                <a:ext uri="{FF2B5EF4-FFF2-40B4-BE49-F238E27FC236}">
                  <a16:creationId xmlns:a16="http://schemas.microsoft.com/office/drawing/2014/main" id="{988841B1-8931-4173-97CD-AC92D2BD448A}"/>
                </a:ext>
              </a:extLst>
            </p:cNvPr>
            <p:cNvSpPr txBox="1">
              <a:spLocks noChangeArrowheads="1"/>
            </p:cNvSpPr>
            <p:nvPr/>
          </p:nvSpPr>
          <p:spPr bwMode="auto">
            <a:xfrm>
              <a:off x="1776" y="345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15.0</a:t>
              </a:r>
            </a:p>
          </p:txBody>
        </p:sp>
        <p:sp>
          <p:nvSpPr>
            <p:cNvPr id="195633" name="Text Box 47">
              <a:extLst>
                <a:ext uri="{FF2B5EF4-FFF2-40B4-BE49-F238E27FC236}">
                  <a16:creationId xmlns:a16="http://schemas.microsoft.com/office/drawing/2014/main" id="{ADA70DCE-A160-4C4F-8676-DD29F91A8240}"/>
                </a:ext>
              </a:extLst>
            </p:cNvPr>
            <p:cNvSpPr txBox="1">
              <a:spLocks noChangeArrowheads="1"/>
            </p:cNvSpPr>
            <p:nvPr/>
          </p:nvSpPr>
          <p:spPr bwMode="auto">
            <a:xfrm>
              <a:off x="624" y="345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987654321</a:t>
              </a:r>
            </a:p>
          </p:txBody>
        </p:sp>
        <p:sp>
          <p:nvSpPr>
            <p:cNvPr id="195634" name="Text Box 48">
              <a:extLst>
                <a:ext uri="{FF2B5EF4-FFF2-40B4-BE49-F238E27FC236}">
                  <a16:creationId xmlns:a16="http://schemas.microsoft.com/office/drawing/2014/main" id="{860F2F63-789E-482E-929A-D54C24A96B68}"/>
                </a:ext>
              </a:extLst>
            </p:cNvPr>
            <p:cNvSpPr txBox="1">
              <a:spLocks noChangeArrowheads="1"/>
            </p:cNvSpPr>
            <p:nvPr/>
          </p:nvSpPr>
          <p:spPr bwMode="auto">
            <a:xfrm>
              <a:off x="1296" y="3648"/>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a:t>
              </a:r>
            </a:p>
          </p:txBody>
        </p:sp>
        <p:sp>
          <p:nvSpPr>
            <p:cNvPr id="195635" name="Text Box 49">
              <a:extLst>
                <a:ext uri="{FF2B5EF4-FFF2-40B4-BE49-F238E27FC236}">
                  <a16:creationId xmlns:a16="http://schemas.microsoft.com/office/drawing/2014/main" id="{29DC2123-0F40-47DA-9541-01C9E84C3873}"/>
                </a:ext>
              </a:extLst>
            </p:cNvPr>
            <p:cNvSpPr txBox="1">
              <a:spLocks noChangeArrowheads="1"/>
            </p:cNvSpPr>
            <p:nvPr/>
          </p:nvSpPr>
          <p:spPr bwMode="auto">
            <a:xfrm>
              <a:off x="1776" y="364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5636" name="Text Box 50">
              <a:extLst>
                <a:ext uri="{FF2B5EF4-FFF2-40B4-BE49-F238E27FC236}">
                  <a16:creationId xmlns:a16="http://schemas.microsoft.com/office/drawing/2014/main" id="{E3B566B8-EF2B-4BF1-98C5-13083444C329}"/>
                </a:ext>
              </a:extLst>
            </p:cNvPr>
            <p:cNvSpPr txBox="1">
              <a:spLocks noChangeArrowheads="1"/>
            </p:cNvSpPr>
            <p:nvPr/>
          </p:nvSpPr>
          <p:spPr bwMode="auto">
            <a:xfrm>
              <a:off x="624" y="364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sp>
          <p:nvSpPr>
            <p:cNvPr id="195637" name="Text Box 51">
              <a:extLst>
                <a:ext uri="{FF2B5EF4-FFF2-40B4-BE49-F238E27FC236}">
                  <a16:creationId xmlns:a16="http://schemas.microsoft.com/office/drawing/2014/main" id="{C962123C-B113-4FC2-902B-88B6FDC36C2A}"/>
                </a:ext>
              </a:extLst>
            </p:cNvPr>
            <p:cNvSpPr txBox="1">
              <a:spLocks noChangeArrowheads="1"/>
            </p:cNvSpPr>
            <p:nvPr/>
          </p:nvSpPr>
          <p:spPr bwMode="auto">
            <a:xfrm>
              <a:off x="1296" y="3840"/>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a:t>
              </a:r>
            </a:p>
          </p:txBody>
        </p:sp>
        <p:sp>
          <p:nvSpPr>
            <p:cNvPr id="195638" name="Text Box 52">
              <a:extLst>
                <a:ext uri="{FF2B5EF4-FFF2-40B4-BE49-F238E27FC236}">
                  <a16:creationId xmlns:a16="http://schemas.microsoft.com/office/drawing/2014/main" id="{C9D803B1-8C36-45DB-A220-AE7D189919A2}"/>
                </a:ext>
              </a:extLst>
            </p:cNvPr>
            <p:cNvSpPr txBox="1">
              <a:spLocks noChangeArrowheads="1"/>
            </p:cNvSpPr>
            <p:nvPr/>
          </p:nvSpPr>
          <p:spPr bwMode="auto">
            <a:xfrm>
              <a:off x="1776" y="3840"/>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20.0</a:t>
              </a:r>
            </a:p>
          </p:txBody>
        </p:sp>
        <p:sp>
          <p:nvSpPr>
            <p:cNvPr id="195639" name="Text Box 53">
              <a:extLst>
                <a:ext uri="{FF2B5EF4-FFF2-40B4-BE49-F238E27FC236}">
                  <a16:creationId xmlns:a16="http://schemas.microsoft.com/office/drawing/2014/main" id="{9D6D40D9-2C16-450D-AE72-EA8BD7137506}"/>
                </a:ext>
              </a:extLst>
            </p:cNvPr>
            <p:cNvSpPr txBox="1">
              <a:spLocks noChangeArrowheads="1"/>
            </p:cNvSpPr>
            <p:nvPr/>
          </p:nvSpPr>
          <p:spPr bwMode="auto">
            <a:xfrm>
              <a:off x="624" y="384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453453453</a:t>
              </a:r>
            </a:p>
          </p:txBody>
        </p:sp>
      </p:grpSp>
      <p:sp>
        <p:nvSpPr>
          <p:cNvPr id="195597" name="Text Box 62">
            <a:extLst>
              <a:ext uri="{FF2B5EF4-FFF2-40B4-BE49-F238E27FC236}">
                <a16:creationId xmlns:a16="http://schemas.microsoft.com/office/drawing/2014/main" id="{FACBA850-00F6-499D-B9A8-B8E0A86EDBEA}"/>
              </a:ext>
            </a:extLst>
          </p:cNvPr>
          <p:cNvSpPr txBox="1">
            <a:spLocks noChangeArrowheads="1"/>
          </p:cNvSpPr>
          <p:nvPr/>
        </p:nvSpPr>
        <p:spPr bwMode="auto">
          <a:xfrm>
            <a:off x="6553200" y="41148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bị loại ra</a:t>
            </a:r>
          </a:p>
        </p:txBody>
      </p:sp>
      <p:sp>
        <p:nvSpPr>
          <p:cNvPr id="195598" name="Line 63">
            <a:extLst>
              <a:ext uri="{FF2B5EF4-FFF2-40B4-BE49-F238E27FC236}">
                <a16:creationId xmlns:a16="http://schemas.microsoft.com/office/drawing/2014/main" id="{86F23D27-79E2-4234-AB0F-38738893EAA7}"/>
              </a:ext>
            </a:extLst>
          </p:cNvPr>
          <p:cNvSpPr>
            <a:spLocks noChangeShapeType="1"/>
          </p:cNvSpPr>
          <p:nvPr/>
        </p:nvSpPr>
        <p:spPr bwMode="auto">
          <a:xfrm>
            <a:off x="5791200" y="4191000"/>
            <a:ext cx="914400" cy="76200"/>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DA86D85F-6387-4146-AE21-3AC8590B9D1F}"/>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7635" name="Slide Number Placeholder 5">
            <a:extLst>
              <a:ext uri="{FF2B5EF4-FFF2-40B4-BE49-F238E27FC236}">
                <a16:creationId xmlns:a16="http://schemas.microsoft.com/office/drawing/2014/main" id="{5149B369-806A-4CAB-BAE6-7731BD7106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C7DDF5E-678A-417D-BFAD-43D96D1DBFF5}" type="slidenum">
              <a:rPr lang="en-US" altLang="en-US" sz="1000"/>
              <a:pPr algn="r">
                <a:spcBef>
                  <a:spcPct val="0"/>
                </a:spcBef>
                <a:buClrTx/>
                <a:buFontTx/>
                <a:buNone/>
              </a:pPr>
              <a:t>42</a:t>
            </a:fld>
            <a:endParaRPr lang="en-US" altLang="en-US" sz="1000"/>
          </a:p>
        </p:txBody>
      </p:sp>
      <p:sp>
        <p:nvSpPr>
          <p:cNvPr id="197636" name="Rectangle 2">
            <a:extLst>
              <a:ext uri="{FF2B5EF4-FFF2-40B4-BE49-F238E27FC236}">
                <a16:creationId xmlns:a16="http://schemas.microsoft.com/office/drawing/2014/main" id="{30B75B2E-3AD3-41C4-9D37-EC0AB651B6B2}"/>
              </a:ext>
            </a:extLst>
          </p:cNvPr>
          <p:cNvSpPr>
            <a:spLocks noGrp="1" noChangeArrowheads="1"/>
          </p:cNvSpPr>
          <p:nvPr>
            <p:ph type="title"/>
          </p:nvPr>
        </p:nvSpPr>
        <p:spPr>
          <a:xfrm>
            <a:off x="457200" y="354013"/>
            <a:ext cx="8458200" cy="620712"/>
          </a:xfrm>
        </p:spPr>
        <p:txBody>
          <a:bodyPr/>
          <a:lstStyle/>
          <a:p>
            <a:pPr eaLnBrk="1" hangingPunct="1"/>
            <a:r>
              <a:rPr lang="en-US" altLang="en-US" sz="3500"/>
              <a:t>4. Phép gom nhóm </a:t>
            </a:r>
            <a:br>
              <a:rPr lang="en-US" altLang="en-US" sz="3500"/>
            </a:br>
            <a:r>
              <a:rPr lang="en-US" altLang="en-US" sz="3500"/>
              <a:t>Điều kiện trên nhóm</a:t>
            </a:r>
          </a:p>
        </p:txBody>
      </p:sp>
      <p:sp>
        <p:nvSpPr>
          <p:cNvPr id="197637" name="Rectangle 3">
            <a:extLst>
              <a:ext uri="{FF2B5EF4-FFF2-40B4-BE49-F238E27FC236}">
                <a16:creationId xmlns:a16="http://schemas.microsoft.com/office/drawing/2014/main" id="{0AF921F4-31D8-416D-A108-CA3C70F625A4}"/>
              </a:ext>
            </a:extLst>
          </p:cNvPr>
          <p:cNvSpPr>
            <a:spLocks noGrp="1" noChangeArrowheads="1"/>
          </p:cNvSpPr>
          <p:nvPr>
            <p:ph type="body" idx="1"/>
          </p:nvPr>
        </p:nvSpPr>
        <p:spPr>
          <a:xfrm>
            <a:off x="457200" y="1905000"/>
            <a:ext cx="8229600" cy="4419600"/>
          </a:xfrm>
        </p:spPr>
        <p:txBody>
          <a:bodyPr/>
          <a:lstStyle/>
          <a:p>
            <a:pPr eaLnBrk="1" hangingPunct="1"/>
            <a:r>
              <a:rPr lang="en-US" altLang="en-US"/>
              <a:t>Cú pháp</a:t>
            </a:r>
          </a:p>
        </p:txBody>
      </p:sp>
      <p:sp>
        <p:nvSpPr>
          <p:cNvPr id="197638" name="Rectangle 4">
            <a:extLst>
              <a:ext uri="{FF2B5EF4-FFF2-40B4-BE49-F238E27FC236}">
                <a16:creationId xmlns:a16="http://schemas.microsoft.com/office/drawing/2014/main" id="{627F9472-7AA9-42F1-BE5C-6E5805158C31}"/>
              </a:ext>
            </a:extLst>
          </p:cNvPr>
          <p:cNvSpPr>
            <a:spLocks noChangeArrowheads="1"/>
          </p:cNvSpPr>
          <p:nvPr/>
        </p:nvSpPr>
        <p:spPr bwMode="auto">
          <a:xfrm>
            <a:off x="1371600" y="2770187"/>
            <a:ext cx="4876800" cy="203041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SELECT</a:t>
            </a:r>
            <a:r>
              <a:rPr lang="en-US" altLang="en-US" sz="1800">
                <a:latin typeface="Tahoma" panose="020B0604030504040204" pitchFamily="34" charset="0"/>
              </a:rPr>
              <a:t> &lt;danh sách các cột&gt;</a:t>
            </a:r>
          </a:p>
          <a:p>
            <a:pPr algn="l" eaLnBrk="1" hangingPunct="1">
              <a:spcBef>
                <a:spcPct val="50000"/>
              </a:spcBef>
              <a:buClrTx/>
              <a:buFontTx/>
              <a:buNone/>
            </a:pPr>
            <a:r>
              <a:rPr lang="en-US" altLang="en-US" sz="1800" b="1">
                <a:latin typeface="Tahoma" panose="020B0604030504040204" pitchFamily="34" charset="0"/>
              </a:rPr>
              <a:t>FROM</a:t>
            </a:r>
            <a:r>
              <a:rPr lang="en-US" altLang="en-US" sz="1800">
                <a:latin typeface="Tahoma" panose="020B0604030504040204" pitchFamily="34" charset="0"/>
              </a:rPr>
              <a:t> &lt;danh sách các bảng&gt;</a:t>
            </a:r>
          </a:p>
          <a:p>
            <a:pPr algn="l" eaLnBrk="1" hangingPunct="1">
              <a:spcBef>
                <a:spcPct val="50000"/>
              </a:spcBef>
              <a:buClrTx/>
              <a:buFontTx/>
              <a:buNone/>
            </a:pPr>
            <a:r>
              <a:rPr lang="en-US" altLang="en-US" sz="1800" b="1">
                <a:latin typeface="Tahoma" panose="020B0604030504040204" pitchFamily="34" charset="0"/>
              </a:rPr>
              <a:t>WHERE</a:t>
            </a:r>
            <a:r>
              <a:rPr lang="en-US" altLang="en-US" sz="1800">
                <a:latin typeface="Tahoma" panose="020B0604030504040204" pitchFamily="34" charset="0"/>
              </a:rPr>
              <a:t> &lt;điều kiện&gt;</a:t>
            </a:r>
          </a:p>
          <a:p>
            <a:pPr algn="l" eaLnBrk="1" hangingPunct="1">
              <a:spcBef>
                <a:spcPct val="50000"/>
              </a:spcBef>
              <a:buClrTx/>
              <a:buFontTx/>
              <a:buNone/>
            </a:pPr>
            <a:r>
              <a:rPr lang="en-US" altLang="en-US" sz="1800" b="1">
                <a:latin typeface="Tahoma" panose="020B0604030504040204" pitchFamily="34" charset="0"/>
              </a:rPr>
              <a:t>GROUP BY</a:t>
            </a:r>
            <a:r>
              <a:rPr lang="en-US" altLang="en-US" sz="1800">
                <a:latin typeface="Tahoma" panose="020B0604030504040204" pitchFamily="34" charset="0"/>
              </a:rPr>
              <a:t> &lt;danh sách các cột gom nhóm&gt;</a:t>
            </a:r>
          </a:p>
          <a:p>
            <a:pPr algn="l" eaLnBrk="1" hangingPunct="1">
              <a:spcBef>
                <a:spcPct val="50000"/>
              </a:spcBef>
              <a:buClrTx/>
              <a:buFontTx/>
              <a:buNone/>
            </a:pPr>
            <a:r>
              <a:rPr lang="en-US" altLang="en-US" sz="1800" b="1">
                <a:latin typeface="Tahoma" panose="020B0604030504040204" pitchFamily="34" charset="0"/>
              </a:rPr>
              <a:t>HAVING </a:t>
            </a:r>
            <a:r>
              <a:rPr lang="en-US" altLang="en-US" sz="1800">
                <a:latin typeface="Tahoma" panose="020B0604030504040204" pitchFamily="34" charset="0"/>
              </a:rPr>
              <a:t>&lt;điều kiện trên nhóm&gt;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B0AAC945-9BBA-431F-B8F0-D893300376A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9683" name="Slide Number Placeholder 5">
            <a:extLst>
              <a:ext uri="{FF2B5EF4-FFF2-40B4-BE49-F238E27FC236}">
                <a16:creationId xmlns:a16="http://schemas.microsoft.com/office/drawing/2014/main" id="{A4513CBE-C7B1-49D3-BC42-AA9618368C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4F6D5CA-C6F6-4EEC-B9BC-676CBE0054D8}" type="slidenum">
              <a:rPr lang="en-US" altLang="en-US" sz="1000"/>
              <a:pPr algn="r">
                <a:spcBef>
                  <a:spcPct val="0"/>
                </a:spcBef>
                <a:buClrTx/>
                <a:buFontTx/>
                <a:buNone/>
              </a:pPr>
              <a:t>43</a:t>
            </a:fld>
            <a:endParaRPr lang="en-US" altLang="en-US" sz="1000"/>
          </a:p>
        </p:txBody>
      </p:sp>
      <p:sp>
        <p:nvSpPr>
          <p:cNvPr id="199684" name="Rectangle 8">
            <a:extLst>
              <a:ext uri="{FF2B5EF4-FFF2-40B4-BE49-F238E27FC236}">
                <a16:creationId xmlns:a16="http://schemas.microsoft.com/office/drawing/2014/main" id="{6959AA80-A603-4B6B-BD2B-BDE628A311F1}"/>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199685" name="Rectangle 9">
            <a:extLst>
              <a:ext uri="{FF2B5EF4-FFF2-40B4-BE49-F238E27FC236}">
                <a16:creationId xmlns:a16="http://schemas.microsoft.com/office/drawing/2014/main" id="{9140A049-335A-44A7-A254-E735DC6AD6DF}"/>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những nhân viên tham gia từ 2 đề án trở lên</a:t>
            </a:r>
          </a:p>
        </p:txBody>
      </p:sp>
      <p:sp>
        <p:nvSpPr>
          <p:cNvPr id="745526" name="Text Box 54">
            <a:extLst>
              <a:ext uri="{FF2B5EF4-FFF2-40B4-BE49-F238E27FC236}">
                <a16:creationId xmlns:a16="http://schemas.microsoft.com/office/drawing/2014/main" id="{F9BC04AF-949E-4CFA-95E7-96C9227FEFAF}"/>
              </a:ext>
            </a:extLst>
          </p:cNvPr>
          <p:cNvSpPr txBox="1">
            <a:spLocks noChangeArrowheads="1"/>
          </p:cNvSpPr>
          <p:nvPr/>
        </p:nvSpPr>
        <p:spPr bwMode="auto">
          <a:xfrm>
            <a:off x="2057400" y="2590800"/>
            <a:ext cx="47244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MA_NVIEN</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PHANCONG</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MA_NVIEN</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&gt;= 2</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45526"/>
                                        </p:tgtEl>
                                        <p:attrNameLst>
                                          <p:attrName>style.visibility</p:attrName>
                                        </p:attrNameLst>
                                      </p:cBhvr>
                                      <p:to>
                                        <p:strVal val="visible"/>
                                      </p:to>
                                    </p:set>
                                    <p:anim calcmode="lin" valueType="num">
                                      <p:cBhvr additive="base">
                                        <p:cTn id="7" dur="500" fill="hold"/>
                                        <p:tgtEl>
                                          <p:spTgt spid="745526"/>
                                        </p:tgtEl>
                                        <p:attrNameLst>
                                          <p:attrName>ppt_x</p:attrName>
                                        </p:attrNameLst>
                                      </p:cBhvr>
                                      <p:tavLst>
                                        <p:tav tm="0">
                                          <p:val>
                                            <p:strVal val="1+#ppt_w/2"/>
                                          </p:val>
                                        </p:tav>
                                        <p:tav tm="100000">
                                          <p:val>
                                            <p:strVal val="#ppt_x"/>
                                          </p:val>
                                        </p:tav>
                                      </p:tavLst>
                                    </p:anim>
                                    <p:anim calcmode="lin" valueType="num">
                                      <p:cBhvr additive="base">
                                        <p:cTn id="8" dur="500" fill="hold"/>
                                        <p:tgtEl>
                                          <p:spTgt spid="745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52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262F8659-666C-4BA1-A7D4-B4A91CAB08F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01731" name="Slide Number Placeholder 5">
            <a:extLst>
              <a:ext uri="{FF2B5EF4-FFF2-40B4-BE49-F238E27FC236}">
                <a16:creationId xmlns:a16="http://schemas.microsoft.com/office/drawing/2014/main" id="{2F4198DC-677E-4C79-846B-19FFD7A767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9491CF4-4C22-4E48-9668-E43B44BE33DD}" type="slidenum">
              <a:rPr lang="en-US" altLang="en-US" sz="1000"/>
              <a:pPr algn="r">
                <a:spcBef>
                  <a:spcPct val="0"/>
                </a:spcBef>
                <a:buClrTx/>
                <a:buFontTx/>
                <a:buNone/>
              </a:pPr>
              <a:t>44</a:t>
            </a:fld>
            <a:endParaRPr lang="en-US" altLang="en-US" sz="1000"/>
          </a:p>
        </p:txBody>
      </p:sp>
      <p:sp>
        <p:nvSpPr>
          <p:cNvPr id="201732" name="Rectangle 2">
            <a:extLst>
              <a:ext uri="{FF2B5EF4-FFF2-40B4-BE49-F238E27FC236}">
                <a16:creationId xmlns:a16="http://schemas.microsoft.com/office/drawing/2014/main" id="{A0522684-99E2-4B3D-A4A7-8C852CC1EFD2}"/>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201733" name="Rectangle 3">
            <a:extLst>
              <a:ext uri="{FF2B5EF4-FFF2-40B4-BE49-F238E27FC236}">
                <a16:creationId xmlns:a16="http://schemas.microsoft.com/office/drawing/2014/main" id="{27BD33E5-5053-4679-A71C-840F9A8E9D5A}"/>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những phòng ban (TENPHG) có lương trung bình của các nhân viên lớn lơn 20000</a:t>
            </a:r>
          </a:p>
        </p:txBody>
      </p:sp>
      <p:sp>
        <p:nvSpPr>
          <p:cNvPr id="747524" name="Text Box 4">
            <a:extLst>
              <a:ext uri="{FF2B5EF4-FFF2-40B4-BE49-F238E27FC236}">
                <a16:creationId xmlns:a16="http://schemas.microsoft.com/office/drawing/2014/main" id="{41469CDD-CBDA-4914-8C85-7188DBDC5E29}"/>
              </a:ext>
            </a:extLst>
          </p:cNvPr>
          <p:cNvSpPr txBox="1">
            <a:spLocks noChangeArrowheads="1"/>
          </p:cNvSpPr>
          <p:nvPr/>
        </p:nvSpPr>
        <p:spPr bwMode="auto">
          <a:xfrm>
            <a:off x="1524000" y="2438400"/>
            <a:ext cx="47244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PHG,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LUONG_TB</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PHG</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&gt; 20000</a:t>
            </a:r>
            <a:endParaRPr lang="en-US" altLang="en-US" sz="1800">
              <a:solidFill>
                <a:srgbClr val="CC0000"/>
              </a:solidFill>
              <a:latin typeface="Tahoma" panose="020B0604030504040204" pitchFamily="34" charset="0"/>
            </a:endParaRPr>
          </a:p>
        </p:txBody>
      </p:sp>
      <p:sp>
        <p:nvSpPr>
          <p:cNvPr id="747525" name="Text Box 5">
            <a:extLst>
              <a:ext uri="{FF2B5EF4-FFF2-40B4-BE49-F238E27FC236}">
                <a16:creationId xmlns:a16="http://schemas.microsoft.com/office/drawing/2014/main" id="{8169508B-5C52-42D2-8464-90AB59809E08}"/>
              </a:ext>
            </a:extLst>
          </p:cNvPr>
          <p:cNvSpPr txBox="1">
            <a:spLocks noChangeArrowheads="1"/>
          </p:cNvSpPr>
          <p:nvPr/>
        </p:nvSpPr>
        <p:spPr bwMode="auto">
          <a:xfrm>
            <a:off x="1524000" y="4419600"/>
            <a:ext cx="57912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TENPHG,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LUONG_TB</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PHONGBAN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PHG=MAPHG</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TENPHG</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&gt; 20000</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47524"/>
                                        </p:tgtEl>
                                        <p:attrNameLst>
                                          <p:attrName>style.visibility</p:attrName>
                                        </p:attrNameLst>
                                      </p:cBhvr>
                                      <p:to>
                                        <p:strVal val="visible"/>
                                      </p:to>
                                    </p:set>
                                    <p:anim calcmode="lin" valueType="num">
                                      <p:cBhvr additive="base">
                                        <p:cTn id="7" dur="500" fill="hold"/>
                                        <p:tgtEl>
                                          <p:spTgt spid="747524"/>
                                        </p:tgtEl>
                                        <p:attrNameLst>
                                          <p:attrName>ppt_x</p:attrName>
                                        </p:attrNameLst>
                                      </p:cBhvr>
                                      <p:tavLst>
                                        <p:tav tm="0">
                                          <p:val>
                                            <p:strVal val="1+#ppt_w/2"/>
                                          </p:val>
                                        </p:tav>
                                        <p:tav tm="100000">
                                          <p:val>
                                            <p:strVal val="#ppt_x"/>
                                          </p:val>
                                        </p:tav>
                                      </p:tavLst>
                                    </p:anim>
                                    <p:anim calcmode="lin" valueType="num">
                                      <p:cBhvr additive="base">
                                        <p:cTn id="8" dur="500" fill="hold"/>
                                        <p:tgtEl>
                                          <p:spTgt spid="7475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47525"/>
                                        </p:tgtEl>
                                        <p:attrNameLst>
                                          <p:attrName>style.visibility</p:attrName>
                                        </p:attrNameLst>
                                      </p:cBhvr>
                                      <p:to>
                                        <p:strVal val="visible"/>
                                      </p:to>
                                    </p:set>
                                    <p:anim calcmode="lin" valueType="num">
                                      <p:cBhvr additive="base">
                                        <p:cTn id="13" dur="500" fill="hold"/>
                                        <p:tgtEl>
                                          <p:spTgt spid="747525"/>
                                        </p:tgtEl>
                                        <p:attrNameLst>
                                          <p:attrName>ppt_x</p:attrName>
                                        </p:attrNameLst>
                                      </p:cBhvr>
                                      <p:tavLst>
                                        <p:tav tm="0">
                                          <p:val>
                                            <p:strVal val="1+#ppt_w/2"/>
                                          </p:val>
                                        </p:tav>
                                        <p:tav tm="100000">
                                          <p:val>
                                            <p:strVal val="#ppt_x"/>
                                          </p:val>
                                        </p:tav>
                                      </p:tavLst>
                                    </p:anim>
                                    <p:anim calcmode="lin" valueType="num">
                                      <p:cBhvr additive="base">
                                        <p:cTn id="14" dur="500" fill="hold"/>
                                        <p:tgtEl>
                                          <p:spTgt spid="747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24" grpId="0"/>
      <p:bldP spid="7475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344ECFF-7A5D-4FC4-86BB-5AB2480FD24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03779" name="Slide Number Placeholder 5">
            <a:extLst>
              <a:ext uri="{FF2B5EF4-FFF2-40B4-BE49-F238E27FC236}">
                <a16:creationId xmlns:a16="http://schemas.microsoft.com/office/drawing/2014/main" id="{A812E153-2844-40A9-BE3D-CD5E3E8A2B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2B5E5CD-B558-460E-AAC0-C7C6FE316F68}" type="slidenum">
              <a:rPr lang="en-US" altLang="en-US" sz="1000"/>
              <a:pPr algn="r">
                <a:spcBef>
                  <a:spcPct val="0"/>
                </a:spcBef>
                <a:buClrTx/>
                <a:buFontTx/>
                <a:buNone/>
              </a:pPr>
              <a:t>45</a:t>
            </a:fld>
            <a:endParaRPr lang="en-US" altLang="en-US" sz="1000"/>
          </a:p>
        </p:txBody>
      </p:sp>
      <p:sp>
        <p:nvSpPr>
          <p:cNvPr id="203780" name="Rectangle 2">
            <a:extLst>
              <a:ext uri="{FF2B5EF4-FFF2-40B4-BE49-F238E27FC236}">
                <a16:creationId xmlns:a16="http://schemas.microsoft.com/office/drawing/2014/main" id="{94E95992-4686-452F-A98A-EC136C8F1A2F}"/>
              </a:ext>
            </a:extLst>
          </p:cNvPr>
          <p:cNvSpPr>
            <a:spLocks noGrp="1" noChangeArrowheads="1"/>
          </p:cNvSpPr>
          <p:nvPr>
            <p:ph type="title"/>
          </p:nvPr>
        </p:nvSpPr>
        <p:spPr>
          <a:xfrm>
            <a:off x="457200" y="354013"/>
            <a:ext cx="8458200" cy="620712"/>
          </a:xfrm>
        </p:spPr>
        <p:txBody>
          <a:bodyPr/>
          <a:lstStyle/>
          <a:p>
            <a:pPr eaLnBrk="1" hangingPunct="1"/>
            <a:r>
              <a:rPr lang="en-US" altLang="en-US" sz="3500"/>
              <a:t>4. Phép gom nhóm - Nhận xét</a:t>
            </a:r>
          </a:p>
        </p:txBody>
      </p:sp>
      <p:sp>
        <p:nvSpPr>
          <p:cNvPr id="203781" name="Rectangle 3">
            <a:extLst>
              <a:ext uri="{FF2B5EF4-FFF2-40B4-BE49-F238E27FC236}">
                <a16:creationId xmlns:a16="http://schemas.microsoft.com/office/drawing/2014/main" id="{970F3D0B-E9BB-4215-B841-AA158247F1DF}"/>
              </a:ext>
            </a:extLst>
          </p:cNvPr>
          <p:cNvSpPr>
            <a:spLocks noGrp="1" noChangeArrowheads="1"/>
          </p:cNvSpPr>
          <p:nvPr>
            <p:ph type="body" idx="1"/>
          </p:nvPr>
        </p:nvSpPr>
        <p:spPr>
          <a:xfrm>
            <a:off x="457200" y="1295400"/>
            <a:ext cx="8229600" cy="5029200"/>
          </a:xfrm>
        </p:spPr>
        <p:txBody>
          <a:bodyPr/>
          <a:lstStyle/>
          <a:p>
            <a:pPr eaLnBrk="1" hangingPunct="1"/>
            <a:r>
              <a:rPr lang="en-US" altLang="en-US"/>
              <a:t>Mệnh đề GROUP BY </a:t>
            </a:r>
          </a:p>
          <a:p>
            <a:pPr lvl="1" eaLnBrk="1" hangingPunct="1"/>
            <a:r>
              <a:rPr lang="en-US" altLang="en-US"/>
              <a:t>Các thuộc tính trong mệnh đề SELECT (trừ những thuộc tính trong các hàm kết hợp) phải xuất hiện trong mệnh đề GROUP BY</a:t>
            </a:r>
          </a:p>
          <a:p>
            <a:pPr eaLnBrk="1" hangingPunct="1"/>
            <a:r>
              <a:rPr lang="en-US" altLang="en-US"/>
              <a:t>Mệnh đề HAVING</a:t>
            </a:r>
          </a:p>
          <a:p>
            <a:pPr lvl="1" eaLnBrk="1" hangingPunct="1"/>
            <a:r>
              <a:rPr lang="en-US" altLang="en-US"/>
              <a:t>Sử dụng các hàm kết hợp trong mệnh đề SELECT để kiểm tra một số điều kiện nào đó</a:t>
            </a:r>
          </a:p>
          <a:p>
            <a:pPr lvl="1" eaLnBrk="1" hangingPunct="1"/>
            <a:r>
              <a:rPr lang="en-US" altLang="en-US"/>
              <a:t>Chỉ kiểm tra điều kiện trên nhóm, không là điều kiện lọc trên từng bộ</a:t>
            </a:r>
          </a:p>
          <a:p>
            <a:pPr lvl="1" eaLnBrk="1" hangingPunct="1"/>
            <a:r>
              <a:rPr lang="en-US" altLang="en-US"/>
              <a:t>Sau khi gom nhóm điều kiện trên nhóm mới được thực hiện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D1B7483-30DA-46E0-A5DA-11BC12289C9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05827" name="Slide Number Placeholder 5">
            <a:extLst>
              <a:ext uri="{FF2B5EF4-FFF2-40B4-BE49-F238E27FC236}">
                <a16:creationId xmlns:a16="http://schemas.microsoft.com/office/drawing/2014/main" id="{53817DD8-49C4-40A0-81B2-4D5517BF1E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6CDE8E8-C3A3-4DB3-BDFE-33CF9D8E2872}" type="slidenum">
              <a:rPr lang="en-US" altLang="en-US" sz="1000"/>
              <a:pPr algn="r">
                <a:spcBef>
                  <a:spcPct val="0"/>
                </a:spcBef>
                <a:buClrTx/>
                <a:buFontTx/>
                <a:buNone/>
              </a:pPr>
              <a:t>46</a:t>
            </a:fld>
            <a:endParaRPr lang="en-US" altLang="en-US" sz="1000"/>
          </a:p>
        </p:txBody>
      </p:sp>
      <p:sp>
        <p:nvSpPr>
          <p:cNvPr id="205828" name="Rectangle 2">
            <a:extLst>
              <a:ext uri="{FF2B5EF4-FFF2-40B4-BE49-F238E27FC236}">
                <a16:creationId xmlns:a16="http://schemas.microsoft.com/office/drawing/2014/main" id="{E61325AA-A680-4F6B-BEC6-9397490DEE4F}"/>
              </a:ext>
            </a:extLst>
          </p:cNvPr>
          <p:cNvSpPr>
            <a:spLocks noGrp="1" noChangeArrowheads="1"/>
          </p:cNvSpPr>
          <p:nvPr>
            <p:ph type="title"/>
          </p:nvPr>
        </p:nvSpPr>
        <p:spPr>
          <a:xfrm>
            <a:off x="457200" y="354013"/>
            <a:ext cx="8686800" cy="620712"/>
          </a:xfrm>
        </p:spPr>
        <p:txBody>
          <a:bodyPr/>
          <a:lstStyle/>
          <a:p>
            <a:pPr eaLnBrk="1" hangingPunct="1"/>
            <a:r>
              <a:rPr lang="en-US" altLang="en-US" sz="3500"/>
              <a:t>4. Phép gom nhóm - Nhận xét (tt)</a:t>
            </a:r>
          </a:p>
        </p:txBody>
      </p:sp>
      <p:sp>
        <p:nvSpPr>
          <p:cNvPr id="205829" name="Rectangle 3">
            <a:extLst>
              <a:ext uri="{FF2B5EF4-FFF2-40B4-BE49-F238E27FC236}">
                <a16:creationId xmlns:a16="http://schemas.microsoft.com/office/drawing/2014/main" id="{7F59EC94-3CF9-48C2-92E7-CA1DE0394C19}"/>
              </a:ext>
            </a:extLst>
          </p:cNvPr>
          <p:cNvSpPr>
            <a:spLocks noGrp="1" noChangeArrowheads="1"/>
          </p:cNvSpPr>
          <p:nvPr>
            <p:ph type="body" idx="1"/>
          </p:nvPr>
        </p:nvSpPr>
        <p:spPr>
          <a:xfrm>
            <a:off x="457200" y="1295400"/>
            <a:ext cx="8229600" cy="5029200"/>
          </a:xfrm>
        </p:spPr>
        <p:txBody>
          <a:bodyPr/>
          <a:lstStyle/>
          <a:p>
            <a:pPr eaLnBrk="1" hangingPunct="1"/>
            <a:r>
              <a:rPr lang="en-US" altLang="en-US"/>
              <a:t>Thứ tự thực hiện câu truy vấn có mệnh đề GROUP BY và HAVING </a:t>
            </a:r>
          </a:p>
          <a:p>
            <a:pPr marL="344487" lvl="1" indent="0" eaLnBrk="1" hangingPunct="1">
              <a:buNone/>
            </a:pPr>
            <a:r>
              <a:rPr lang="en-US" altLang="en-US"/>
              <a:t>(1) Chọn ra những dòng thỏa điều kiện trong mệnh đề WHERE</a:t>
            </a:r>
          </a:p>
          <a:p>
            <a:pPr marL="344487" lvl="1" indent="0" eaLnBrk="1" hangingPunct="1">
              <a:buNone/>
            </a:pPr>
            <a:r>
              <a:rPr lang="en-US" altLang="en-US"/>
              <a:t>(2) Những dòng này sẽ được gom thành nhiều nhóm tương ứng với mệnh đề GROUP BY</a:t>
            </a:r>
          </a:p>
          <a:p>
            <a:pPr marL="344487" lvl="1" indent="0" eaLnBrk="1" hangingPunct="1">
              <a:buNone/>
            </a:pPr>
            <a:r>
              <a:rPr lang="en-US" altLang="en-US"/>
              <a:t>(3) Áp dụng các hàm kết hợp cho mỗi nhóm</a:t>
            </a:r>
          </a:p>
          <a:p>
            <a:pPr marL="344487" lvl="1" indent="0" eaLnBrk="1" hangingPunct="1">
              <a:buNone/>
            </a:pPr>
            <a:r>
              <a:rPr lang="en-US" altLang="en-US"/>
              <a:t>(4) Bỏ qua những nhóm không thỏa điều kiện trong mệnh đề HAVING</a:t>
            </a:r>
          </a:p>
          <a:p>
            <a:pPr marL="344487" lvl="1" indent="0" eaLnBrk="1" hangingPunct="1">
              <a:buNone/>
            </a:pPr>
            <a:r>
              <a:rPr lang="en-US" altLang="en-US"/>
              <a:t>(5) Rút trích các giá trị của các cột và hàm kết hợp trong mệnh đề SELECT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A1C12571-DCB2-4F25-8AF0-BFBA1117D71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07875" name="Slide Number Placeholder 5">
            <a:extLst>
              <a:ext uri="{FF2B5EF4-FFF2-40B4-BE49-F238E27FC236}">
                <a16:creationId xmlns:a16="http://schemas.microsoft.com/office/drawing/2014/main" id="{B3D289D2-6776-40BB-86BC-EF06F40DE2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5517602-B0A0-43A7-88A1-15A7C181DB1D}" type="slidenum">
              <a:rPr lang="en-US" altLang="en-US" sz="1000"/>
              <a:pPr algn="r">
                <a:spcBef>
                  <a:spcPct val="0"/>
                </a:spcBef>
                <a:buClrTx/>
                <a:buFontTx/>
                <a:buNone/>
              </a:pPr>
              <a:t>47</a:t>
            </a:fld>
            <a:endParaRPr lang="en-US" altLang="en-US" sz="1000"/>
          </a:p>
        </p:txBody>
      </p:sp>
      <p:sp>
        <p:nvSpPr>
          <p:cNvPr id="207876" name="Rectangle 2">
            <a:extLst>
              <a:ext uri="{FF2B5EF4-FFF2-40B4-BE49-F238E27FC236}">
                <a16:creationId xmlns:a16="http://schemas.microsoft.com/office/drawing/2014/main" id="{D33E3A1F-839D-4337-B4DA-0CFAD468E00E}"/>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207877" name="Rectangle 3">
            <a:extLst>
              <a:ext uri="{FF2B5EF4-FFF2-40B4-BE49-F238E27FC236}">
                <a16:creationId xmlns:a16="http://schemas.microsoft.com/office/drawing/2014/main" id="{5158080E-871B-46E4-AA53-DE79FD616333}"/>
              </a:ext>
            </a:extLst>
          </p:cNvPr>
          <p:cNvSpPr>
            <a:spLocks noGrp="1" noChangeArrowheads="1"/>
          </p:cNvSpPr>
          <p:nvPr>
            <p:ph type="body" idx="1"/>
          </p:nvPr>
        </p:nvSpPr>
        <p:spPr>
          <a:xfrm>
            <a:off x="457200" y="1295400"/>
            <a:ext cx="8229600" cy="5029200"/>
          </a:xfrm>
        </p:spPr>
        <p:txBody>
          <a:bodyPr/>
          <a:lstStyle/>
          <a:p>
            <a:pPr eaLnBrk="1" hangingPunct="1"/>
            <a:r>
              <a:rPr lang="en-US" altLang="en-US"/>
              <a:t>Tìm những phòng ban có lương trung bình cao nhất</a:t>
            </a:r>
          </a:p>
        </p:txBody>
      </p:sp>
      <p:sp>
        <p:nvSpPr>
          <p:cNvPr id="757764" name="Text Box 4">
            <a:extLst>
              <a:ext uri="{FF2B5EF4-FFF2-40B4-BE49-F238E27FC236}">
                <a16:creationId xmlns:a16="http://schemas.microsoft.com/office/drawing/2014/main" id="{4160580B-7C90-4FBB-B432-5C7FF2F3F7C2}"/>
              </a:ext>
            </a:extLst>
          </p:cNvPr>
          <p:cNvSpPr txBox="1">
            <a:spLocks noChangeArrowheads="1"/>
          </p:cNvSpPr>
          <p:nvPr/>
        </p:nvSpPr>
        <p:spPr bwMode="auto">
          <a:xfrm>
            <a:off x="76200" y="2133600"/>
            <a:ext cx="47244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PHG,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LUONG_TB</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PHG</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MAX</a:t>
            </a:r>
            <a:r>
              <a:rPr lang="en-US" altLang="en-US" sz="1800">
                <a:latin typeface="Tahoma" panose="020B0604030504040204" pitchFamily="34" charset="0"/>
              </a:rPr>
              <a:t>(</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a:t>
            </a:r>
            <a:endParaRPr lang="en-US" altLang="en-US" sz="1800">
              <a:solidFill>
                <a:srgbClr val="CC0000"/>
              </a:solidFill>
              <a:latin typeface="Tahoma" panose="020B0604030504040204" pitchFamily="34" charset="0"/>
            </a:endParaRPr>
          </a:p>
        </p:txBody>
      </p:sp>
      <p:grpSp>
        <p:nvGrpSpPr>
          <p:cNvPr id="2" name="Group 6">
            <a:extLst>
              <a:ext uri="{FF2B5EF4-FFF2-40B4-BE49-F238E27FC236}">
                <a16:creationId xmlns:a16="http://schemas.microsoft.com/office/drawing/2014/main" id="{506F7900-84F3-424C-B537-8A038BDD1778}"/>
              </a:ext>
            </a:extLst>
          </p:cNvPr>
          <p:cNvGrpSpPr>
            <a:grpSpLocks/>
          </p:cNvGrpSpPr>
          <p:nvPr/>
        </p:nvGrpSpPr>
        <p:grpSpPr bwMode="auto">
          <a:xfrm>
            <a:off x="1066800" y="3352800"/>
            <a:ext cx="762000" cy="381000"/>
            <a:chOff x="1753" y="2000"/>
            <a:chExt cx="1359" cy="938"/>
          </a:xfrm>
        </p:grpSpPr>
        <p:sp>
          <p:nvSpPr>
            <p:cNvPr id="207881" name="Freeform 7">
              <a:extLst>
                <a:ext uri="{FF2B5EF4-FFF2-40B4-BE49-F238E27FC236}">
                  <a16:creationId xmlns:a16="http://schemas.microsoft.com/office/drawing/2014/main" id="{29428BD1-B74A-4A01-9EA9-A543549F8927}"/>
                </a:ext>
              </a:extLst>
            </p:cNvPr>
            <p:cNvSpPr>
              <a:spLocks/>
            </p:cNvSpPr>
            <p:nvPr/>
          </p:nvSpPr>
          <p:spPr bwMode="auto">
            <a:xfrm>
              <a:off x="1753" y="2000"/>
              <a:ext cx="1359" cy="851"/>
            </a:xfrm>
            <a:custGeom>
              <a:avLst/>
              <a:gdLst>
                <a:gd name="T0" fmla="*/ 0 w 1359"/>
                <a:gd name="T1" fmla="*/ 851 h 851"/>
                <a:gd name="T2" fmla="*/ 421 w 1359"/>
                <a:gd name="T3" fmla="*/ 509 h 851"/>
                <a:gd name="T4" fmla="*/ 574 w 1359"/>
                <a:gd name="T5" fmla="*/ 444 h 851"/>
                <a:gd name="T6" fmla="*/ 916 w 1359"/>
                <a:gd name="T7" fmla="*/ 262 h 851"/>
                <a:gd name="T8" fmla="*/ 1221 w 1359"/>
                <a:gd name="T9" fmla="*/ 80 h 851"/>
                <a:gd name="T10" fmla="*/ 1308 w 1359"/>
                <a:gd name="T11" fmla="*/ 29 h 851"/>
                <a:gd name="T12" fmla="*/ 1359 w 1359"/>
                <a:gd name="T13" fmla="*/ 0 h 851"/>
                <a:gd name="T14" fmla="*/ 0 60000 65536"/>
                <a:gd name="T15" fmla="*/ 0 60000 65536"/>
                <a:gd name="T16" fmla="*/ 0 60000 65536"/>
                <a:gd name="T17" fmla="*/ 0 60000 65536"/>
                <a:gd name="T18" fmla="*/ 0 60000 65536"/>
                <a:gd name="T19" fmla="*/ 0 60000 65536"/>
                <a:gd name="T20" fmla="*/ 0 60000 65536"/>
                <a:gd name="T21" fmla="*/ 0 w 1359"/>
                <a:gd name="T22" fmla="*/ 0 h 851"/>
                <a:gd name="T23" fmla="*/ 1359 w 1359"/>
                <a:gd name="T24" fmla="*/ 851 h 8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9" h="851">
                  <a:moveTo>
                    <a:pt x="0" y="851"/>
                  </a:moveTo>
                  <a:cubicBezTo>
                    <a:pt x="91" y="708"/>
                    <a:pt x="273" y="585"/>
                    <a:pt x="421" y="509"/>
                  </a:cubicBezTo>
                  <a:cubicBezTo>
                    <a:pt x="467" y="485"/>
                    <a:pt x="530" y="471"/>
                    <a:pt x="574" y="444"/>
                  </a:cubicBezTo>
                  <a:cubicBezTo>
                    <a:pt x="684" y="377"/>
                    <a:pt x="802" y="323"/>
                    <a:pt x="916" y="262"/>
                  </a:cubicBezTo>
                  <a:cubicBezTo>
                    <a:pt x="1021" y="206"/>
                    <a:pt x="1117" y="137"/>
                    <a:pt x="1221" y="80"/>
                  </a:cubicBezTo>
                  <a:cubicBezTo>
                    <a:pt x="1250" y="64"/>
                    <a:pt x="1279" y="46"/>
                    <a:pt x="1308" y="29"/>
                  </a:cubicBezTo>
                  <a:cubicBezTo>
                    <a:pt x="1325" y="19"/>
                    <a:pt x="1359" y="0"/>
                    <a:pt x="1359" y="0"/>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7882" name="Freeform 8">
              <a:extLst>
                <a:ext uri="{FF2B5EF4-FFF2-40B4-BE49-F238E27FC236}">
                  <a16:creationId xmlns:a16="http://schemas.microsoft.com/office/drawing/2014/main" id="{939DB74E-9240-4C8E-AF37-B3AA2A869C04}"/>
                </a:ext>
              </a:extLst>
            </p:cNvPr>
            <p:cNvSpPr>
              <a:spLocks/>
            </p:cNvSpPr>
            <p:nvPr/>
          </p:nvSpPr>
          <p:spPr bwMode="auto">
            <a:xfrm>
              <a:off x="2022" y="2146"/>
              <a:ext cx="1018" cy="792"/>
            </a:xfrm>
            <a:custGeom>
              <a:avLst/>
              <a:gdLst>
                <a:gd name="T0" fmla="*/ 0 w 1018"/>
                <a:gd name="T1" fmla="*/ 0 h 792"/>
                <a:gd name="T2" fmla="*/ 167 w 1018"/>
                <a:gd name="T3" fmla="*/ 87 h 792"/>
                <a:gd name="T4" fmla="*/ 312 w 1018"/>
                <a:gd name="T5" fmla="*/ 174 h 792"/>
                <a:gd name="T6" fmla="*/ 363 w 1018"/>
                <a:gd name="T7" fmla="*/ 218 h 792"/>
                <a:gd name="T8" fmla="*/ 654 w 1018"/>
                <a:gd name="T9" fmla="*/ 458 h 792"/>
                <a:gd name="T10" fmla="*/ 749 w 1018"/>
                <a:gd name="T11" fmla="*/ 552 h 792"/>
                <a:gd name="T12" fmla="*/ 858 w 1018"/>
                <a:gd name="T13" fmla="*/ 632 h 792"/>
                <a:gd name="T14" fmla="*/ 909 w 1018"/>
                <a:gd name="T15" fmla="*/ 691 h 792"/>
                <a:gd name="T16" fmla="*/ 960 w 1018"/>
                <a:gd name="T17" fmla="*/ 727 h 792"/>
                <a:gd name="T18" fmla="*/ 1018 w 1018"/>
                <a:gd name="T19" fmla="*/ 792 h 7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8"/>
                <a:gd name="T31" fmla="*/ 0 h 792"/>
                <a:gd name="T32" fmla="*/ 1018 w 1018"/>
                <a:gd name="T33" fmla="*/ 792 h 7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8" h="792">
                  <a:moveTo>
                    <a:pt x="0" y="0"/>
                  </a:moveTo>
                  <a:cubicBezTo>
                    <a:pt x="103" y="28"/>
                    <a:pt x="87" y="33"/>
                    <a:pt x="167" y="87"/>
                  </a:cubicBezTo>
                  <a:cubicBezTo>
                    <a:pt x="213" y="118"/>
                    <a:pt x="265" y="145"/>
                    <a:pt x="312" y="174"/>
                  </a:cubicBezTo>
                  <a:cubicBezTo>
                    <a:pt x="412" y="236"/>
                    <a:pt x="278" y="158"/>
                    <a:pt x="363" y="218"/>
                  </a:cubicBezTo>
                  <a:cubicBezTo>
                    <a:pt x="466" y="291"/>
                    <a:pt x="560" y="373"/>
                    <a:pt x="654" y="458"/>
                  </a:cubicBezTo>
                  <a:cubicBezTo>
                    <a:pt x="687" y="488"/>
                    <a:pt x="713" y="526"/>
                    <a:pt x="749" y="552"/>
                  </a:cubicBezTo>
                  <a:cubicBezTo>
                    <a:pt x="785" y="579"/>
                    <a:pt x="829" y="598"/>
                    <a:pt x="858" y="632"/>
                  </a:cubicBezTo>
                  <a:cubicBezTo>
                    <a:pt x="875" y="652"/>
                    <a:pt x="890" y="673"/>
                    <a:pt x="909" y="691"/>
                  </a:cubicBezTo>
                  <a:cubicBezTo>
                    <a:pt x="924" y="705"/>
                    <a:pt x="945" y="713"/>
                    <a:pt x="960" y="727"/>
                  </a:cubicBezTo>
                  <a:cubicBezTo>
                    <a:pt x="981" y="746"/>
                    <a:pt x="997" y="772"/>
                    <a:pt x="1018" y="792"/>
                  </a:cubicBezTo>
                </a:path>
              </a:pathLst>
            </a:custGeom>
            <a:noFill/>
            <a:ln w="38100"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757769" name="Text Box 9">
            <a:extLst>
              <a:ext uri="{FF2B5EF4-FFF2-40B4-BE49-F238E27FC236}">
                <a16:creationId xmlns:a16="http://schemas.microsoft.com/office/drawing/2014/main" id="{5F0E817A-B536-4122-A08F-3F1370B0B1E0}"/>
              </a:ext>
            </a:extLst>
          </p:cNvPr>
          <p:cNvSpPr txBox="1">
            <a:spLocks noChangeArrowheads="1"/>
          </p:cNvSpPr>
          <p:nvPr/>
        </p:nvSpPr>
        <p:spPr bwMode="auto">
          <a:xfrm>
            <a:off x="4419600" y="2795588"/>
            <a:ext cx="4724400"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PHG,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LUONG_TB</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PHG</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 &gt;= </a:t>
            </a:r>
            <a:r>
              <a:rPr lang="en-US" altLang="en-US" sz="1800">
                <a:solidFill>
                  <a:srgbClr val="777777"/>
                </a:solidFill>
                <a:latin typeface="Tahoma" panose="020B0604030504040204" pitchFamily="34" charset="0"/>
              </a:rPr>
              <a:t>ALL</a:t>
            </a:r>
            <a:r>
              <a:rPr lang="en-US" altLang="en-US" sz="1800">
                <a:latin typeface="Tahoma" panose="020B0604030504040204" pitchFamily="34" charset="0"/>
              </a:rPr>
              <a:t> (</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AVG</a:t>
            </a:r>
            <a:r>
              <a:rPr lang="en-US" altLang="en-US" sz="1800">
                <a:latin typeface="Tahoma" panose="020B0604030504040204" pitchFamily="34" charset="0"/>
              </a:rPr>
              <a:t>(LUONG)</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PHG)</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57764"/>
                                        </p:tgtEl>
                                        <p:attrNameLst>
                                          <p:attrName>style.visibility</p:attrName>
                                        </p:attrNameLst>
                                      </p:cBhvr>
                                      <p:to>
                                        <p:strVal val="visible"/>
                                      </p:to>
                                    </p:set>
                                    <p:anim calcmode="lin" valueType="num">
                                      <p:cBhvr additive="base">
                                        <p:cTn id="7" dur="500" fill="hold"/>
                                        <p:tgtEl>
                                          <p:spTgt spid="757764"/>
                                        </p:tgtEl>
                                        <p:attrNameLst>
                                          <p:attrName>ppt_x</p:attrName>
                                        </p:attrNameLst>
                                      </p:cBhvr>
                                      <p:tavLst>
                                        <p:tav tm="0">
                                          <p:val>
                                            <p:strVal val="1+#ppt_w/2"/>
                                          </p:val>
                                        </p:tav>
                                        <p:tav tm="100000">
                                          <p:val>
                                            <p:strVal val="#ppt_x"/>
                                          </p:val>
                                        </p:tav>
                                      </p:tavLst>
                                    </p:anim>
                                    <p:anim calcmode="lin" valueType="num">
                                      <p:cBhvr additive="base">
                                        <p:cTn id="8" dur="500" fill="hold"/>
                                        <p:tgtEl>
                                          <p:spTgt spid="7577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57769"/>
                                        </p:tgtEl>
                                        <p:attrNameLst>
                                          <p:attrName>style.visibility</p:attrName>
                                        </p:attrNameLst>
                                      </p:cBhvr>
                                      <p:to>
                                        <p:strVal val="visible"/>
                                      </p:to>
                                    </p:set>
                                    <p:anim calcmode="lin" valueType="num">
                                      <p:cBhvr additive="base">
                                        <p:cTn id="18" dur="500" fill="hold"/>
                                        <p:tgtEl>
                                          <p:spTgt spid="757769"/>
                                        </p:tgtEl>
                                        <p:attrNameLst>
                                          <p:attrName>ppt_x</p:attrName>
                                        </p:attrNameLst>
                                      </p:cBhvr>
                                      <p:tavLst>
                                        <p:tav tm="0">
                                          <p:val>
                                            <p:strVal val="#ppt_x"/>
                                          </p:val>
                                        </p:tav>
                                        <p:tav tm="100000">
                                          <p:val>
                                            <p:strVal val="#ppt_x"/>
                                          </p:val>
                                        </p:tav>
                                      </p:tavLst>
                                    </p:anim>
                                    <p:anim calcmode="lin" valueType="num">
                                      <p:cBhvr additive="base">
                                        <p:cTn id="19" dur="500" fill="hold"/>
                                        <p:tgtEl>
                                          <p:spTgt spid="7577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4" grpId="0"/>
      <p:bldP spid="75776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8128DEA9-B4D8-4A23-9C8A-018BBA32F3D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09923" name="Slide Number Placeholder 5">
            <a:extLst>
              <a:ext uri="{FF2B5EF4-FFF2-40B4-BE49-F238E27FC236}">
                <a16:creationId xmlns:a16="http://schemas.microsoft.com/office/drawing/2014/main" id="{D2CE17E5-5F6C-4444-B8D5-E6AC784A12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56DB9B34-69FF-401E-BB0D-E85011A41DA9}" type="slidenum">
              <a:rPr lang="en-US" altLang="en-US" sz="1000"/>
              <a:pPr algn="r">
                <a:spcBef>
                  <a:spcPct val="0"/>
                </a:spcBef>
                <a:buClrTx/>
                <a:buFontTx/>
                <a:buNone/>
              </a:pPr>
              <a:t>48</a:t>
            </a:fld>
            <a:endParaRPr lang="en-US" altLang="en-US" sz="1000"/>
          </a:p>
        </p:txBody>
      </p:sp>
      <p:sp>
        <p:nvSpPr>
          <p:cNvPr id="209924" name="Rectangle 2">
            <a:extLst>
              <a:ext uri="{FF2B5EF4-FFF2-40B4-BE49-F238E27FC236}">
                <a16:creationId xmlns:a16="http://schemas.microsoft.com/office/drawing/2014/main" id="{5A32CB99-35D6-463B-8CF3-9AE5877D229A}"/>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209925" name="Text Box 3">
            <a:extLst>
              <a:ext uri="{FF2B5EF4-FFF2-40B4-BE49-F238E27FC236}">
                <a16:creationId xmlns:a16="http://schemas.microsoft.com/office/drawing/2014/main" id="{D6EF6F4D-113F-412A-B23E-685756EE3940}"/>
              </a:ext>
            </a:extLst>
          </p:cNvPr>
          <p:cNvSpPr txBox="1">
            <a:spLocks noChangeArrowheads="1"/>
          </p:cNvSpPr>
          <p:nvPr/>
        </p:nvSpPr>
        <p:spPr bwMode="auto">
          <a:xfrm>
            <a:off x="1219200" y="2286000"/>
            <a:ext cx="6096000"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TENNV</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NV1</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2 &gt;= (</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NV2</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NV2.LUONG&gt;NV1.LUONG )</a:t>
            </a:r>
          </a:p>
        </p:txBody>
      </p:sp>
      <p:sp>
        <p:nvSpPr>
          <p:cNvPr id="209926" name="Rectangle 4">
            <a:extLst>
              <a:ext uri="{FF2B5EF4-FFF2-40B4-BE49-F238E27FC236}">
                <a16:creationId xmlns:a16="http://schemas.microsoft.com/office/drawing/2014/main" id="{3C42585A-3430-43A1-AF3F-B2C5E7113EBB}"/>
              </a:ext>
            </a:extLst>
          </p:cNvPr>
          <p:cNvSpPr>
            <a:spLocks noGrp="1" noChangeArrowheads="1"/>
          </p:cNvSpPr>
          <p:nvPr>
            <p:ph type="body" idx="1"/>
          </p:nvPr>
        </p:nvSpPr>
        <p:spPr>
          <a:xfrm>
            <a:off x="457200" y="1295400"/>
            <a:ext cx="8229600" cy="5029200"/>
          </a:xfrm>
          <a:noFill/>
        </p:spPr>
        <p:txBody>
          <a:bodyPr/>
          <a:lstStyle/>
          <a:p>
            <a:pPr eaLnBrk="1" hangingPunct="1"/>
            <a:r>
              <a:rPr lang="en-US" altLang="en-US"/>
              <a:t>Tìm 3 nhân viên có lương cao nhất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4CE8733E-6BF9-4D4A-BB14-B8E1930FB1BB}"/>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11971" name="Slide Number Placeholder 5">
            <a:extLst>
              <a:ext uri="{FF2B5EF4-FFF2-40B4-BE49-F238E27FC236}">
                <a16:creationId xmlns:a16="http://schemas.microsoft.com/office/drawing/2014/main" id="{E9BAFE50-72B4-4603-8074-678FE759B5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C81713B-6A7B-474A-99DF-DC11838CA08F}" type="slidenum">
              <a:rPr lang="en-US" altLang="en-US" sz="1000"/>
              <a:pPr algn="r">
                <a:spcBef>
                  <a:spcPct val="0"/>
                </a:spcBef>
                <a:buClrTx/>
                <a:buFontTx/>
                <a:buNone/>
              </a:pPr>
              <a:t>49</a:t>
            </a:fld>
            <a:endParaRPr lang="en-US" altLang="en-US" sz="1000"/>
          </a:p>
        </p:txBody>
      </p:sp>
      <p:sp>
        <p:nvSpPr>
          <p:cNvPr id="211972" name="Rectangle 2">
            <a:extLst>
              <a:ext uri="{FF2B5EF4-FFF2-40B4-BE49-F238E27FC236}">
                <a16:creationId xmlns:a16="http://schemas.microsoft.com/office/drawing/2014/main" id="{9292976A-DD86-4DE3-BE0A-4FA160438ED7}"/>
              </a:ext>
            </a:extLst>
          </p:cNvPr>
          <p:cNvSpPr>
            <a:spLocks noGrp="1" noChangeArrowheads="1"/>
          </p:cNvSpPr>
          <p:nvPr>
            <p:ph type="title"/>
          </p:nvPr>
        </p:nvSpPr>
        <p:spPr>
          <a:xfrm>
            <a:off x="457200" y="354013"/>
            <a:ext cx="8458200" cy="620712"/>
          </a:xfrm>
        </p:spPr>
        <p:txBody>
          <a:bodyPr/>
          <a:lstStyle/>
          <a:p>
            <a:pPr eaLnBrk="1" hangingPunct="1"/>
            <a:r>
              <a:rPr lang="en-US" altLang="en-US" sz="3500" dirty="0" err="1"/>
              <a:t>4. Phép gom nhóm – Ví dụ (tt)</a:t>
            </a:r>
            <a:endParaRPr lang="en-US" altLang="en-US" sz="3500" dirty="0"/>
          </a:p>
        </p:txBody>
      </p:sp>
      <p:sp>
        <p:nvSpPr>
          <p:cNvPr id="211973" name="Rectangle 3">
            <a:extLst>
              <a:ext uri="{FF2B5EF4-FFF2-40B4-BE49-F238E27FC236}">
                <a16:creationId xmlns:a16="http://schemas.microsoft.com/office/drawing/2014/main" id="{9FF63E91-2514-4F37-AC69-E38773BC72D0}"/>
              </a:ext>
            </a:extLst>
          </p:cNvPr>
          <p:cNvSpPr>
            <a:spLocks noGrp="1" noChangeArrowheads="1"/>
          </p:cNvSpPr>
          <p:nvPr>
            <p:ph type="body" idx="1"/>
          </p:nvPr>
        </p:nvSpPr>
        <p:spPr>
          <a:xfrm>
            <a:off x="457200" y="1295400"/>
            <a:ext cx="8229600" cy="5029200"/>
          </a:xfrm>
        </p:spPr>
        <p:txBody>
          <a:bodyPr/>
          <a:lstStyle/>
          <a:p>
            <a:pPr eaLnBrk="1" hangingPunct="1"/>
            <a:r>
              <a:rPr lang="en-US" altLang="en-US"/>
              <a:t>Tìm tên các nhân viên được phân công làm </a:t>
            </a:r>
            <a:r>
              <a:rPr lang="en-US" altLang="en-US" u="sng"/>
              <a:t>tất cả</a:t>
            </a:r>
            <a:r>
              <a:rPr lang="en-US" altLang="en-US"/>
              <a:t> các đồ án</a:t>
            </a:r>
          </a:p>
        </p:txBody>
      </p:sp>
      <p:sp>
        <p:nvSpPr>
          <p:cNvPr id="768004" name="Text Box 4">
            <a:extLst>
              <a:ext uri="{FF2B5EF4-FFF2-40B4-BE49-F238E27FC236}">
                <a16:creationId xmlns:a16="http://schemas.microsoft.com/office/drawing/2014/main" id="{66285192-EE24-4248-9E55-CEA95F7D26EB}"/>
              </a:ext>
            </a:extLst>
          </p:cNvPr>
          <p:cNvSpPr txBox="1">
            <a:spLocks noChangeArrowheads="1"/>
          </p:cNvSpPr>
          <p:nvPr/>
        </p:nvSpPr>
        <p:spPr bwMode="auto">
          <a:xfrm>
            <a:off x="2209800" y="2590800"/>
            <a:ext cx="4724400"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MANV, TENVN</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 PHANCONG</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MANV=MA_NVIEN</a:t>
            </a:r>
          </a:p>
          <a:p>
            <a:pPr algn="l" eaLnBrk="1" hangingPunct="1">
              <a:spcBef>
                <a:spcPct val="50000"/>
              </a:spcBef>
              <a:buClrTx/>
              <a:buFontTx/>
              <a:buNone/>
            </a:pPr>
            <a:r>
              <a:rPr lang="en-US" altLang="en-US" sz="1800">
                <a:solidFill>
                  <a:srgbClr val="0000CC"/>
                </a:solidFill>
                <a:latin typeface="Tahoma" panose="020B0604030504040204" pitchFamily="34" charset="0"/>
              </a:rPr>
              <a:t>GROUP BY</a:t>
            </a:r>
            <a:r>
              <a:rPr lang="en-US" altLang="en-US" sz="1800">
                <a:latin typeface="Tahoma" panose="020B0604030504040204" pitchFamily="34" charset="0"/>
              </a:rPr>
              <a:t> MANV, TENNV</a:t>
            </a:r>
          </a:p>
          <a:p>
            <a:pPr algn="l" eaLnBrk="1" hangingPunct="1">
              <a:spcBef>
                <a:spcPct val="50000"/>
              </a:spcBef>
              <a:buClrTx/>
              <a:buFontTx/>
              <a:buNone/>
            </a:pPr>
            <a:r>
              <a:rPr lang="en-US" altLang="en-US" sz="1800">
                <a:solidFill>
                  <a:srgbClr val="0000CC"/>
                </a:solidFill>
                <a:latin typeface="Tahoma" panose="020B0604030504040204" pitchFamily="34" charset="0"/>
              </a:rPr>
              <a:t>HAVING</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 = (</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COUNT</a:t>
            </a:r>
            <a:r>
              <a:rPr lang="en-US" altLang="en-US" sz="1800">
                <a:latin typeface="Tahoma" panose="020B0604030504040204" pitchFamily="34" charset="0"/>
              </a:rPr>
              <a:t>(*)</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DEAN )</a:t>
            </a:r>
            <a:endParaRPr lang="en-US" altLang="en-US" sz="1800">
              <a:solidFill>
                <a:srgbClr val="CC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8004"/>
                                        </p:tgtEl>
                                        <p:attrNameLst>
                                          <p:attrName>style.visibility</p:attrName>
                                        </p:attrNameLst>
                                      </p:cBhvr>
                                      <p:to>
                                        <p:strVal val="visible"/>
                                      </p:to>
                                    </p:set>
                                    <p:anim calcmode="lin" valueType="num">
                                      <p:cBhvr additive="base">
                                        <p:cTn id="7" dur="500" fill="hold"/>
                                        <p:tgtEl>
                                          <p:spTgt spid="768004"/>
                                        </p:tgtEl>
                                        <p:attrNameLst>
                                          <p:attrName>ppt_x</p:attrName>
                                        </p:attrNameLst>
                                      </p:cBhvr>
                                      <p:tavLst>
                                        <p:tav tm="0">
                                          <p:val>
                                            <p:strVal val="1+#ppt_w/2"/>
                                          </p:val>
                                        </p:tav>
                                        <p:tav tm="100000">
                                          <p:val>
                                            <p:strVal val="#ppt_x"/>
                                          </p:val>
                                        </p:tav>
                                      </p:tavLst>
                                    </p:anim>
                                    <p:anim calcmode="lin" valueType="num">
                                      <p:cBhvr additive="base">
                                        <p:cTn id="8" dur="500" fill="hold"/>
                                        <p:tgtEl>
                                          <p:spTgt spid="7680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76D8-1819-0547-8A25-6678D5C445B0}"/>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18E70A36-7F73-4B4B-AB0B-40FEDAEB781E}"/>
              </a:ext>
            </a:extLst>
          </p:cNvPr>
          <p:cNvSpPr>
            <a:spLocks noGrp="1"/>
          </p:cNvSpPr>
          <p:nvPr>
            <p:ph idx="1"/>
          </p:nvPr>
        </p:nvSpPr>
        <p:spPr>
          <a:xfrm>
            <a:off x="381000" y="1102937"/>
            <a:ext cx="8610600" cy="5374063"/>
          </a:xfrm>
        </p:spPr>
        <p:txBody>
          <a:bodyPr/>
          <a:lstStyle/>
          <a:p>
            <a:pPr marL="0" indent="0">
              <a:buNone/>
            </a:pPr>
            <a:r>
              <a:rPr lang="en-US" b="1"/>
              <a:t>Biểu diễn ĐSQH và SQL</a:t>
            </a:r>
            <a:endParaRPr lang="vi-VN" b="1"/>
          </a:p>
          <a:p>
            <a:pPr marL="457200" indent="-457200">
              <a:buFont typeface="+mj-lt"/>
              <a:buAutoNum type="arabicPeriod"/>
            </a:pPr>
            <a:r>
              <a:rPr lang="vi-VN" sz="2400"/>
              <a:t>Cho biết số lượng đề án của công ty </a:t>
            </a:r>
          </a:p>
          <a:p>
            <a:pPr marL="457200" indent="-457200">
              <a:buFont typeface="+mj-lt"/>
              <a:buAutoNum type="arabicPeriod"/>
            </a:pPr>
            <a:r>
              <a:rPr lang="vi-VN" sz="2400"/>
              <a:t>Cho biết số lượng đề án do phòng 'Nghiên Cứu' chủ trì </a:t>
            </a:r>
          </a:p>
          <a:p>
            <a:pPr marL="457200" indent="-457200">
              <a:buFont typeface="+mj-lt"/>
              <a:buAutoNum type="arabicPeriod"/>
            </a:pPr>
            <a:r>
              <a:rPr lang="vi-VN" sz="2400"/>
              <a:t>Cho biết lương trung bình của các nữ nhân viên </a:t>
            </a:r>
          </a:p>
          <a:p>
            <a:pPr marL="457200" indent="-457200">
              <a:buFont typeface="+mj-lt"/>
              <a:buAutoNum type="arabicPeriod"/>
            </a:pPr>
            <a:r>
              <a:rPr lang="vi-VN" sz="2400"/>
              <a:t>Với mỗi đề án, cho biết có bao nhiêu nhân viên tham gia đề án đó </a:t>
            </a:r>
          </a:p>
          <a:p>
            <a:pPr marL="457200" indent="-457200">
              <a:buFont typeface="+mj-lt"/>
              <a:buAutoNum type="arabicPeriod"/>
            </a:pPr>
            <a:r>
              <a:rPr lang="vi-VN" sz="2400"/>
              <a:t>Với mỗi nhân viên, cho biết họ tên của nhân viên và số lượng đề án mà nhân viên đó đã tham gia</a:t>
            </a:r>
          </a:p>
          <a:p>
            <a:pPr marL="457200" indent="-457200">
              <a:buFont typeface="+mj-lt"/>
              <a:buAutoNum type="arabicPeriod"/>
            </a:pPr>
            <a:r>
              <a:rPr lang="vi-VN" sz="2400"/>
              <a:t>Với mỗi phòng ban, liệt kê tên phòng ban và lương trung bình của những nhân viên làm việc cho phòng ban đó</a:t>
            </a:r>
          </a:p>
          <a:p>
            <a:pPr marL="457200" indent="-457200">
              <a:buFont typeface="+mj-lt"/>
              <a:buAutoNum type="arabicPeriod"/>
            </a:pPr>
            <a:r>
              <a:rPr lang="vi-VN" sz="2400"/>
              <a:t>Với mỗi phòng ban có mức lương trung bình lớn hơn 30,000, cho biết tên phòng ban và số lượng đề án mà phòng ban đó chủ trì</a:t>
            </a:r>
            <a:endParaRPr lang="en-US" sz="2400"/>
          </a:p>
        </p:txBody>
      </p:sp>
      <p:sp>
        <p:nvSpPr>
          <p:cNvPr id="4" name="Date Placeholder 3">
            <a:extLst>
              <a:ext uri="{FF2B5EF4-FFF2-40B4-BE49-F238E27FC236}">
                <a16:creationId xmlns:a16="http://schemas.microsoft.com/office/drawing/2014/main" id="{FDF2596C-4A09-5E48-A81B-8B624D5469B9}"/>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E1794F38-37A8-7A46-9A8A-8D044AA5C17A}"/>
              </a:ext>
            </a:extLst>
          </p:cNvPr>
          <p:cNvSpPr>
            <a:spLocks noGrp="1"/>
          </p:cNvSpPr>
          <p:nvPr>
            <p:ph type="sldNum" sz="quarter" idx="12"/>
          </p:nvPr>
        </p:nvSpPr>
        <p:spPr/>
        <p:txBody>
          <a:bodyPr/>
          <a:lstStyle/>
          <a:p>
            <a:fld id="{BC6CB274-F3ED-4F22-9D3A-C5E5218A09E0}" type="slidenum">
              <a:rPr lang="en-US" altLang="en-US"/>
              <a:pPr/>
              <a:t>50</a:t>
            </a:fld>
            <a:endParaRPr lang="en-US" altLang="en-US"/>
          </a:p>
        </p:txBody>
      </p:sp>
    </p:spTree>
    <p:extLst>
      <p:ext uri="{BB962C8B-B14F-4D97-AF65-F5344CB8AC3E}">
        <p14:creationId xmlns:p14="http://schemas.microsoft.com/office/powerpoint/2010/main" val="32786324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86669F3F-5246-4010-B834-C4929111D42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32451" name="Slide Number Placeholder 5">
            <a:extLst>
              <a:ext uri="{FF2B5EF4-FFF2-40B4-BE49-F238E27FC236}">
                <a16:creationId xmlns:a16="http://schemas.microsoft.com/office/drawing/2014/main" id="{62A17E16-6B6C-4FF2-AAC3-DE71867E47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8FD248F-4EDF-4093-8431-F14F31410234}" type="slidenum">
              <a:rPr lang="en-US" altLang="en-US" sz="1000"/>
              <a:pPr algn="r">
                <a:spcBef>
                  <a:spcPct val="0"/>
                </a:spcBef>
                <a:buClrTx/>
                <a:buFontTx/>
                <a:buNone/>
              </a:pPr>
              <a:t>51</a:t>
            </a:fld>
            <a:endParaRPr lang="en-US" altLang="en-US" sz="1000"/>
          </a:p>
        </p:txBody>
      </p:sp>
      <p:sp>
        <p:nvSpPr>
          <p:cNvPr id="232452" name="Rectangle 2">
            <a:extLst>
              <a:ext uri="{FF2B5EF4-FFF2-40B4-BE49-F238E27FC236}">
                <a16:creationId xmlns:a16="http://schemas.microsoft.com/office/drawing/2014/main" id="{50879630-451B-4A78-B40D-0951A1153CC4}"/>
              </a:ext>
            </a:extLst>
          </p:cNvPr>
          <p:cNvSpPr>
            <a:spLocks noGrp="1" noChangeArrowheads="1"/>
          </p:cNvSpPr>
          <p:nvPr>
            <p:ph type="title"/>
          </p:nvPr>
        </p:nvSpPr>
        <p:spPr>
          <a:xfrm>
            <a:off x="381000" y="304800"/>
            <a:ext cx="8458200" cy="620713"/>
          </a:xfrm>
        </p:spPr>
        <p:txBody>
          <a:bodyPr/>
          <a:lstStyle/>
          <a:p>
            <a:pPr eaLnBrk="1" hangingPunct="1"/>
            <a:r>
              <a:rPr lang="en-US" altLang="en-US" sz="3500"/>
              <a:t>5. Cấu trúc CASE</a:t>
            </a:r>
          </a:p>
        </p:txBody>
      </p:sp>
      <p:sp>
        <p:nvSpPr>
          <p:cNvPr id="232453" name="Rectangle 3">
            <a:extLst>
              <a:ext uri="{FF2B5EF4-FFF2-40B4-BE49-F238E27FC236}">
                <a16:creationId xmlns:a16="http://schemas.microsoft.com/office/drawing/2014/main" id="{F1C51028-8878-473A-8ABF-45B7E633353F}"/>
              </a:ext>
            </a:extLst>
          </p:cNvPr>
          <p:cNvSpPr>
            <a:spLocks noGrp="1" noChangeArrowheads="1"/>
          </p:cNvSpPr>
          <p:nvPr>
            <p:ph type="body" idx="1"/>
          </p:nvPr>
        </p:nvSpPr>
        <p:spPr>
          <a:xfrm>
            <a:off x="457200" y="1295400"/>
            <a:ext cx="8229600" cy="5029200"/>
          </a:xfrm>
        </p:spPr>
        <p:txBody>
          <a:bodyPr/>
          <a:lstStyle/>
          <a:p>
            <a:pPr eaLnBrk="1" hangingPunct="1"/>
            <a:r>
              <a:rPr lang="en-US" altLang="en-US"/>
              <a:t>Cho phép kiểm tra điều kiện và xuất thông tin theo từng trường hợp</a:t>
            </a:r>
          </a:p>
          <a:p>
            <a:pPr eaLnBrk="1" hangingPunct="1"/>
            <a:endParaRPr lang="en-US" altLang="en-US"/>
          </a:p>
          <a:p>
            <a:pPr eaLnBrk="1" hangingPunct="1"/>
            <a:r>
              <a:rPr lang="en-US" altLang="en-US"/>
              <a:t>Cú pháp</a:t>
            </a:r>
          </a:p>
        </p:txBody>
      </p:sp>
      <p:sp>
        <p:nvSpPr>
          <p:cNvPr id="232454" name="Rectangle 4">
            <a:extLst>
              <a:ext uri="{FF2B5EF4-FFF2-40B4-BE49-F238E27FC236}">
                <a16:creationId xmlns:a16="http://schemas.microsoft.com/office/drawing/2014/main" id="{029F400D-7A66-46EC-9147-191684FD9AED}"/>
              </a:ext>
            </a:extLst>
          </p:cNvPr>
          <p:cNvSpPr>
            <a:spLocks noChangeArrowheads="1"/>
          </p:cNvSpPr>
          <p:nvPr/>
        </p:nvSpPr>
        <p:spPr bwMode="auto">
          <a:xfrm>
            <a:off x="1219200" y="3352800"/>
            <a:ext cx="5029200" cy="2443163"/>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b="1">
                <a:latin typeface="Tahoma" panose="020B0604030504040204" pitchFamily="34" charset="0"/>
              </a:rPr>
              <a:t>CASE </a:t>
            </a:r>
            <a:r>
              <a:rPr lang="en-US" altLang="en-US" sz="1800">
                <a:latin typeface="Tahoma" panose="020B0604030504040204" pitchFamily="34" charset="0"/>
              </a:rPr>
              <a:t>&lt;tên cột&gt;</a:t>
            </a:r>
          </a:p>
          <a:p>
            <a:pPr algn="l" eaLnBrk="1" hangingPunct="1">
              <a:spcBef>
                <a:spcPct val="50000"/>
              </a:spcBef>
              <a:buClrTx/>
              <a:buFontTx/>
              <a:buNone/>
            </a:pPr>
            <a:r>
              <a:rPr lang="en-US" altLang="en-US" sz="1800">
                <a:latin typeface="Tahoma" panose="020B0604030504040204" pitchFamily="34" charset="0"/>
              </a:rPr>
              <a:t>	</a:t>
            </a:r>
            <a:r>
              <a:rPr lang="en-US" altLang="en-US" sz="1800" b="1">
                <a:latin typeface="Tahoma" panose="020B0604030504040204" pitchFamily="34" charset="0"/>
              </a:rPr>
              <a:t>WHEN</a:t>
            </a:r>
            <a:r>
              <a:rPr lang="en-US" altLang="en-US" sz="1800">
                <a:latin typeface="Tahoma" panose="020B0604030504040204" pitchFamily="34" charset="0"/>
              </a:rPr>
              <a:t> &lt;giá trị&gt; </a:t>
            </a:r>
            <a:r>
              <a:rPr lang="en-US" altLang="en-US" sz="1800" b="1">
                <a:latin typeface="Tahoma" panose="020B0604030504040204" pitchFamily="34" charset="0"/>
              </a:rPr>
              <a:t>THEN</a:t>
            </a:r>
            <a:r>
              <a:rPr lang="en-US" altLang="en-US" sz="1800">
                <a:latin typeface="Tahoma" panose="020B0604030504040204" pitchFamily="34" charset="0"/>
              </a:rPr>
              <a:t> &lt;biểu thức&gt;</a:t>
            </a:r>
          </a:p>
          <a:p>
            <a:pPr algn="l" eaLnBrk="1" hangingPunct="1">
              <a:spcBef>
                <a:spcPct val="50000"/>
              </a:spcBef>
              <a:buClrTx/>
              <a:buFontTx/>
              <a:buNone/>
            </a:pPr>
            <a:r>
              <a:rPr lang="en-US" altLang="en-US" sz="1800">
                <a:latin typeface="Tahoma" panose="020B0604030504040204" pitchFamily="34" charset="0"/>
              </a:rPr>
              <a:t>	</a:t>
            </a:r>
            <a:r>
              <a:rPr lang="en-US" altLang="en-US" sz="1800" b="1">
                <a:latin typeface="Tahoma" panose="020B0604030504040204" pitchFamily="34" charset="0"/>
              </a:rPr>
              <a:t>WHEN</a:t>
            </a:r>
            <a:r>
              <a:rPr lang="en-US" altLang="en-US" sz="1800">
                <a:latin typeface="Tahoma" panose="020B0604030504040204" pitchFamily="34" charset="0"/>
              </a:rPr>
              <a:t> &lt;giá trị&gt; </a:t>
            </a:r>
            <a:r>
              <a:rPr lang="en-US" altLang="en-US" sz="1800" b="1">
                <a:latin typeface="Tahoma" panose="020B0604030504040204" pitchFamily="34" charset="0"/>
              </a:rPr>
              <a:t>THEN</a:t>
            </a:r>
            <a:r>
              <a:rPr lang="en-US" altLang="en-US" sz="1800">
                <a:latin typeface="Tahoma" panose="020B0604030504040204" pitchFamily="34" charset="0"/>
              </a:rPr>
              <a:t> &lt;biểu thức&gt;</a:t>
            </a:r>
          </a:p>
          <a:p>
            <a:pPr algn="l" eaLnBrk="1" hangingPunct="1">
              <a:spcBef>
                <a:spcPct val="50000"/>
              </a:spcBef>
              <a:buClrTx/>
              <a:buFontTx/>
              <a:buNone/>
            </a:pPr>
            <a:r>
              <a:rPr lang="en-US" altLang="en-US" sz="1800">
                <a:latin typeface="Tahoma" panose="020B0604030504040204" pitchFamily="34" charset="0"/>
              </a:rPr>
              <a:t>	…</a:t>
            </a:r>
          </a:p>
          <a:p>
            <a:pPr algn="l" eaLnBrk="1" hangingPunct="1">
              <a:spcBef>
                <a:spcPct val="50000"/>
              </a:spcBef>
              <a:buClrTx/>
              <a:buFontTx/>
              <a:buNone/>
            </a:pPr>
            <a:r>
              <a:rPr lang="en-US" altLang="en-US" sz="1800">
                <a:latin typeface="Tahoma" panose="020B0604030504040204" pitchFamily="34" charset="0"/>
              </a:rPr>
              <a:t>	[</a:t>
            </a:r>
            <a:r>
              <a:rPr lang="en-US" altLang="en-US" sz="1800" b="1">
                <a:latin typeface="Tahoma" panose="020B0604030504040204" pitchFamily="34" charset="0"/>
              </a:rPr>
              <a:t>ELSE </a:t>
            </a:r>
            <a:r>
              <a:rPr lang="en-US" altLang="en-US" sz="1800">
                <a:latin typeface="Tahoma" panose="020B0604030504040204" pitchFamily="34" charset="0"/>
              </a:rPr>
              <a:t>&lt;biểu thức&gt;]</a:t>
            </a:r>
          </a:p>
          <a:p>
            <a:pPr algn="l" eaLnBrk="1" hangingPunct="1">
              <a:spcBef>
                <a:spcPct val="50000"/>
              </a:spcBef>
              <a:buClrTx/>
              <a:buFontTx/>
              <a:buNone/>
            </a:pPr>
            <a:r>
              <a:rPr lang="en-US" altLang="en-US" sz="1800" b="1">
                <a:latin typeface="Tahoma" panose="020B0604030504040204" pitchFamily="34" charset="0"/>
              </a:rPr>
              <a:t>END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DD056FD-D33E-4711-A4FF-ED37A76DC596}"/>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34499" name="Slide Number Placeholder 5">
            <a:extLst>
              <a:ext uri="{FF2B5EF4-FFF2-40B4-BE49-F238E27FC236}">
                <a16:creationId xmlns:a16="http://schemas.microsoft.com/office/drawing/2014/main" id="{FAB07423-B384-4824-86F3-1CF10B401F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82A4EBA-0312-464C-BDBD-64EDF2A1EE6A}" type="slidenum">
              <a:rPr lang="en-US" altLang="en-US" sz="1000"/>
              <a:pPr algn="r">
                <a:spcBef>
                  <a:spcPct val="0"/>
                </a:spcBef>
                <a:buClrTx/>
                <a:buFontTx/>
                <a:buNone/>
              </a:pPr>
              <a:t>52</a:t>
            </a:fld>
            <a:endParaRPr lang="en-US" altLang="en-US" sz="1000"/>
          </a:p>
        </p:txBody>
      </p:sp>
      <p:sp>
        <p:nvSpPr>
          <p:cNvPr id="234500" name="Rectangle 2">
            <a:extLst>
              <a:ext uri="{FF2B5EF4-FFF2-40B4-BE49-F238E27FC236}">
                <a16:creationId xmlns:a16="http://schemas.microsoft.com/office/drawing/2014/main" id="{EF5EF85C-2FDD-4D43-A4F8-9E07139D9B1C}"/>
              </a:ext>
            </a:extLst>
          </p:cNvPr>
          <p:cNvSpPr>
            <a:spLocks noGrp="1" noChangeArrowheads="1"/>
          </p:cNvSpPr>
          <p:nvPr>
            <p:ph type="title"/>
          </p:nvPr>
        </p:nvSpPr>
        <p:spPr>
          <a:xfrm>
            <a:off x="457200" y="354013"/>
            <a:ext cx="8458200" cy="620712"/>
          </a:xfrm>
        </p:spPr>
        <p:txBody>
          <a:bodyPr/>
          <a:lstStyle/>
          <a:p>
            <a:pPr eaLnBrk="1" hangingPunct="1"/>
            <a:r>
              <a:rPr lang="en-US" altLang="en-US" sz="3500"/>
              <a:t>5. Cấu trúc CASE - Ví dụ</a:t>
            </a:r>
          </a:p>
        </p:txBody>
      </p:sp>
      <p:sp>
        <p:nvSpPr>
          <p:cNvPr id="234501" name="Rectangle 3">
            <a:extLst>
              <a:ext uri="{FF2B5EF4-FFF2-40B4-BE49-F238E27FC236}">
                <a16:creationId xmlns:a16="http://schemas.microsoft.com/office/drawing/2014/main" id="{17360ABA-FD90-44BC-9DE4-9314E968C09D}"/>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họ tên các nhân viên đã đến tuổi về hưu (nam 60 tuổi, nữ 55 tuổi)</a:t>
            </a:r>
          </a:p>
        </p:txBody>
      </p:sp>
      <p:sp>
        <p:nvSpPr>
          <p:cNvPr id="780292" name="Text Box 4">
            <a:extLst>
              <a:ext uri="{FF2B5EF4-FFF2-40B4-BE49-F238E27FC236}">
                <a16:creationId xmlns:a16="http://schemas.microsoft.com/office/drawing/2014/main" id="{329E0FE3-AB78-4B86-9F16-C78388590AE7}"/>
              </a:ext>
            </a:extLst>
          </p:cNvPr>
          <p:cNvSpPr txBox="1">
            <a:spLocks noChangeArrowheads="1"/>
          </p:cNvSpPr>
          <p:nvPr/>
        </p:nvSpPr>
        <p:spPr bwMode="auto">
          <a:xfrm>
            <a:off x="914400" y="2667000"/>
            <a:ext cx="7010400"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HONV, TENNV</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a:p>
            <a:pPr algn="l" eaLnBrk="1" hangingPunct="1">
              <a:spcBef>
                <a:spcPct val="50000"/>
              </a:spcBef>
              <a:buClrTx/>
              <a:buFontTx/>
              <a:buNone/>
            </a:pPr>
            <a:r>
              <a:rPr lang="en-US" altLang="en-US" sz="1800">
                <a:solidFill>
                  <a:srgbClr val="0000CC"/>
                </a:solidFill>
                <a:latin typeface="Tahoma" panose="020B0604030504040204" pitchFamily="34" charset="0"/>
              </a:rPr>
              <a:t>WHERE</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YEAR</a:t>
            </a:r>
            <a:r>
              <a:rPr lang="en-US" altLang="en-US" sz="1800">
                <a:latin typeface="Tahoma" panose="020B0604030504040204" pitchFamily="34" charset="0"/>
              </a:rPr>
              <a:t>(</a:t>
            </a:r>
            <a:r>
              <a:rPr lang="en-US" altLang="en-US" sz="1800">
                <a:solidFill>
                  <a:srgbClr val="FF3399"/>
                </a:solidFill>
                <a:latin typeface="Tahoma" panose="020B0604030504040204" pitchFamily="34" charset="0"/>
              </a:rPr>
              <a:t>GETDATE</a:t>
            </a:r>
            <a:r>
              <a:rPr lang="en-US" altLang="en-US" sz="1800">
                <a:latin typeface="Tahoma" panose="020B0604030504040204" pitchFamily="34" charset="0"/>
              </a:rPr>
              <a:t>()) – </a:t>
            </a:r>
            <a:r>
              <a:rPr lang="en-US" altLang="en-US" sz="1800">
                <a:solidFill>
                  <a:srgbClr val="FF3399"/>
                </a:solidFill>
                <a:latin typeface="Tahoma" panose="020B0604030504040204" pitchFamily="34" charset="0"/>
              </a:rPr>
              <a:t>YEAR</a:t>
            </a:r>
            <a:r>
              <a:rPr lang="en-US" altLang="en-US" sz="1800">
                <a:latin typeface="Tahoma" panose="020B0604030504040204" pitchFamily="34" charset="0"/>
              </a:rPr>
              <a:t>(NGSINH) &gt;= ( </a:t>
            </a:r>
            <a:r>
              <a:rPr lang="en-US" altLang="en-US" sz="1800">
                <a:solidFill>
                  <a:srgbClr val="FF3399"/>
                </a:solidFill>
                <a:latin typeface="Tahoma" panose="020B0604030504040204" pitchFamily="34" charset="0"/>
              </a:rPr>
              <a:t>CASE</a:t>
            </a:r>
            <a:r>
              <a:rPr lang="en-US" altLang="en-US" sz="1800">
                <a:latin typeface="Tahoma" panose="020B0604030504040204" pitchFamily="34" charset="0"/>
              </a:rPr>
              <a:t> PHAI</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WHEN</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'Nam'</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THEN</a:t>
            </a:r>
            <a:r>
              <a:rPr lang="en-US" altLang="en-US" sz="1800">
                <a:latin typeface="Tahoma" panose="020B0604030504040204" pitchFamily="34" charset="0"/>
              </a:rPr>
              <a:t> 60</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WHEN</a:t>
            </a:r>
            <a:r>
              <a:rPr lang="en-US" altLang="en-US" sz="1800">
                <a:latin typeface="Tahoma" panose="020B0604030504040204" pitchFamily="34" charset="0"/>
              </a:rPr>
              <a:t> </a:t>
            </a:r>
            <a:r>
              <a:rPr lang="en-US" altLang="en-US" sz="1800">
                <a:solidFill>
                  <a:srgbClr val="CC0000"/>
                </a:solidFill>
                <a:latin typeface="Tahoma" panose="020B0604030504040204" pitchFamily="34" charset="0"/>
              </a:rPr>
              <a:t>'Nu'</a:t>
            </a: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THEN</a:t>
            </a:r>
            <a:r>
              <a:rPr lang="en-US" altLang="en-US" sz="1800">
                <a:latin typeface="Tahoma" panose="020B0604030504040204" pitchFamily="34" charset="0"/>
              </a:rPr>
              <a:t> 55</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END </a:t>
            </a:r>
            <a:r>
              <a:rPr lang="en-US" altLang="en-US" sz="180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0292"/>
                                        </p:tgtEl>
                                        <p:attrNameLst>
                                          <p:attrName>style.visibility</p:attrName>
                                        </p:attrNameLst>
                                      </p:cBhvr>
                                      <p:to>
                                        <p:strVal val="visible"/>
                                      </p:to>
                                    </p:set>
                                    <p:anim calcmode="lin" valueType="num">
                                      <p:cBhvr additive="base">
                                        <p:cTn id="7" dur="500" fill="hold"/>
                                        <p:tgtEl>
                                          <p:spTgt spid="780292"/>
                                        </p:tgtEl>
                                        <p:attrNameLst>
                                          <p:attrName>ppt_x</p:attrName>
                                        </p:attrNameLst>
                                      </p:cBhvr>
                                      <p:tavLst>
                                        <p:tav tm="0">
                                          <p:val>
                                            <p:strVal val="1+#ppt_w/2"/>
                                          </p:val>
                                        </p:tav>
                                        <p:tav tm="100000">
                                          <p:val>
                                            <p:strVal val="#ppt_x"/>
                                          </p:val>
                                        </p:tav>
                                      </p:tavLst>
                                    </p:anim>
                                    <p:anim calcmode="lin" valueType="num">
                                      <p:cBhvr additive="base">
                                        <p:cTn id="8" dur="500" fill="hold"/>
                                        <p:tgtEl>
                                          <p:spTgt spid="7802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AAC29136-0459-4E79-9AC6-0B29292DCAE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36547" name="Slide Number Placeholder 5">
            <a:extLst>
              <a:ext uri="{FF2B5EF4-FFF2-40B4-BE49-F238E27FC236}">
                <a16:creationId xmlns:a16="http://schemas.microsoft.com/office/drawing/2014/main" id="{1C252C0E-970E-4595-9B5B-7E77C02830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C38FFAC-4F25-4354-87FA-9B4E9EE72706}" type="slidenum">
              <a:rPr lang="en-US" altLang="en-US" sz="1000"/>
              <a:pPr algn="r">
                <a:spcBef>
                  <a:spcPct val="0"/>
                </a:spcBef>
                <a:buClrTx/>
                <a:buFontTx/>
                <a:buNone/>
              </a:pPr>
              <a:t>53</a:t>
            </a:fld>
            <a:endParaRPr lang="en-US" altLang="en-US" sz="1000"/>
          </a:p>
        </p:txBody>
      </p:sp>
      <p:sp>
        <p:nvSpPr>
          <p:cNvPr id="236548" name="Rectangle 2">
            <a:extLst>
              <a:ext uri="{FF2B5EF4-FFF2-40B4-BE49-F238E27FC236}">
                <a16:creationId xmlns:a16="http://schemas.microsoft.com/office/drawing/2014/main" id="{1725879A-2813-4568-9D68-701623F4F998}"/>
              </a:ext>
            </a:extLst>
          </p:cNvPr>
          <p:cNvSpPr>
            <a:spLocks noGrp="1" noChangeArrowheads="1"/>
          </p:cNvSpPr>
          <p:nvPr>
            <p:ph type="title"/>
          </p:nvPr>
        </p:nvSpPr>
        <p:spPr>
          <a:xfrm>
            <a:off x="457200" y="354013"/>
            <a:ext cx="8458200" cy="620712"/>
          </a:xfrm>
        </p:spPr>
        <p:txBody>
          <a:bodyPr/>
          <a:lstStyle/>
          <a:p>
            <a:pPr eaLnBrk="1" hangingPunct="1"/>
            <a:r>
              <a:rPr lang="en-US" altLang="en-US" sz="3500"/>
              <a:t>5. Cấu trúc CASE – Ví dụ (tt)</a:t>
            </a:r>
          </a:p>
        </p:txBody>
      </p:sp>
      <p:sp>
        <p:nvSpPr>
          <p:cNvPr id="236549" name="Rectangle 3">
            <a:extLst>
              <a:ext uri="{FF2B5EF4-FFF2-40B4-BE49-F238E27FC236}">
                <a16:creationId xmlns:a16="http://schemas.microsoft.com/office/drawing/2014/main" id="{66A74E1D-44A9-4531-9CDF-5F46606564B9}"/>
              </a:ext>
            </a:extLst>
          </p:cNvPr>
          <p:cNvSpPr>
            <a:spLocks noGrp="1" noChangeArrowheads="1"/>
          </p:cNvSpPr>
          <p:nvPr>
            <p:ph type="body" idx="1"/>
          </p:nvPr>
        </p:nvSpPr>
        <p:spPr>
          <a:xfrm>
            <a:off x="457200" y="1295400"/>
            <a:ext cx="8229600" cy="5029200"/>
          </a:xfrm>
        </p:spPr>
        <p:txBody>
          <a:bodyPr/>
          <a:lstStyle/>
          <a:p>
            <a:pPr eaLnBrk="1" hangingPunct="1"/>
            <a:r>
              <a:rPr lang="en-US" altLang="en-US"/>
              <a:t>Cho biết họ tên các nhân viên và năm về hưu</a:t>
            </a:r>
          </a:p>
        </p:txBody>
      </p:sp>
      <p:sp>
        <p:nvSpPr>
          <p:cNvPr id="788484" name="Text Box 4">
            <a:extLst>
              <a:ext uri="{FF2B5EF4-FFF2-40B4-BE49-F238E27FC236}">
                <a16:creationId xmlns:a16="http://schemas.microsoft.com/office/drawing/2014/main" id="{E49080E5-465B-4025-AC6B-4F3E74D12E22}"/>
              </a:ext>
            </a:extLst>
          </p:cNvPr>
          <p:cNvSpPr txBox="1">
            <a:spLocks noChangeArrowheads="1"/>
          </p:cNvSpPr>
          <p:nvPr/>
        </p:nvSpPr>
        <p:spPr bwMode="auto">
          <a:xfrm>
            <a:off x="1295400" y="2438400"/>
            <a:ext cx="5638800"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solidFill>
                  <a:srgbClr val="0000CC"/>
                </a:solidFill>
                <a:latin typeface="Tahoma" panose="020B0604030504040204" pitchFamily="34" charset="0"/>
              </a:rPr>
              <a:t>SELECT</a:t>
            </a:r>
            <a:r>
              <a:rPr lang="en-US" altLang="en-US" sz="1800">
                <a:latin typeface="Tahoma" panose="020B0604030504040204" pitchFamily="34" charset="0"/>
              </a:rPr>
              <a:t> HONV, TENNV,</a:t>
            </a:r>
          </a:p>
          <a:p>
            <a:pPr algn="l" eaLnBrk="1" hangingPunct="1">
              <a:spcBef>
                <a:spcPct val="50000"/>
              </a:spcBef>
              <a:buClrTx/>
              <a:buFontTx/>
              <a:buNone/>
            </a:pPr>
            <a:r>
              <a:rPr lang="en-US" altLang="en-US" sz="1800">
                <a:latin typeface="Tahoma" panose="020B0604030504040204" pitchFamily="34" charset="0"/>
              </a:rPr>
              <a:t>(</a:t>
            </a:r>
            <a:r>
              <a:rPr lang="en-US" altLang="en-US" sz="1800">
                <a:solidFill>
                  <a:srgbClr val="FF3399"/>
                </a:solidFill>
                <a:latin typeface="Tahoma" panose="020B0604030504040204" pitchFamily="34" charset="0"/>
              </a:rPr>
              <a:t>CASE</a:t>
            </a:r>
            <a:r>
              <a:rPr lang="en-US" altLang="en-US" sz="1800">
                <a:latin typeface="Tahoma" panose="020B0604030504040204" pitchFamily="34" charset="0"/>
              </a:rPr>
              <a:t> PHAI  </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WHEN</a:t>
            </a:r>
            <a:r>
              <a:rPr lang="en-US" altLang="en-US" sz="1800">
                <a:latin typeface="Tahoma" panose="020B0604030504040204" pitchFamily="34" charset="0"/>
              </a:rPr>
              <a:t> 'Nam' </a:t>
            </a:r>
            <a:r>
              <a:rPr lang="en-US" altLang="en-US" sz="1800">
                <a:solidFill>
                  <a:srgbClr val="0000CC"/>
                </a:solidFill>
                <a:latin typeface="Tahoma" panose="020B0604030504040204" pitchFamily="34" charset="0"/>
              </a:rPr>
              <a:t>THEN</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YEAR</a:t>
            </a:r>
            <a:r>
              <a:rPr lang="en-US" altLang="en-US" sz="1800">
                <a:latin typeface="Tahoma" panose="020B0604030504040204" pitchFamily="34" charset="0"/>
              </a:rPr>
              <a:t>(NGSINH) + 60</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WHEN</a:t>
            </a:r>
            <a:r>
              <a:rPr lang="en-US" altLang="en-US" sz="1800">
                <a:latin typeface="Tahoma" panose="020B0604030504040204" pitchFamily="34" charset="0"/>
              </a:rPr>
              <a:t> 'Nu‘ </a:t>
            </a:r>
            <a:r>
              <a:rPr lang="en-US" altLang="en-US" sz="1800">
                <a:solidFill>
                  <a:srgbClr val="0000CC"/>
                </a:solidFill>
                <a:latin typeface="Tahoma" panose="020B0604030504040204" pitchFamily="34" charset="0"/>
              </a:rPr>
              <a:t>THEN</a:t>
            </a:r>
            <a:r>
              <a:rPr lang="en-US" altLang="en-US" sz="1800">
                <a:latin typeface="Tahoma" panose="020B0604030504040204" pitchFamily="34" charset="0"/>
              </a:rPr>
              <a:t> </a:t>
            </a:r>
            <a:r>
              <a:rPr lang="en-US" altLang="en-US" sz="1800">
                <a:solidFill>
                  <a:srgbClr val="FF3399"/>
                </a:solidFill>
                <a:latin typeface="Tahoma" panose="020B0604030504040204" pitchFamily="34" charset="0"/>
              </a:rPr>
              <a:t>YEAR</a:t>
            </a:r>
            <a:r>
              <a:rPr lang="en-US" altLang="en-US" sz="1800">
                <a:latin typeface="Tahoma" panose="020B0604030504040204" pitchFamily="34" charset="0"/>
              </a:rPr>
              <a:t>(NGSINH) + 55</a:t>
            </a:r>
          </a:p>
          <a:p>
            <a:pPr algn="l" eaLnBrk="1" hangingPunct="1">
              <a:spcBef>
                <a:spcPct val="50000"/>
              </a:spcBef>
              <a:buClrTx/>
              <a:buFontTx/>
              <a:buNone/>
            </a:pPr>
            <a:r>
              <a:rPr lang="en-US" altLang="en-US" sz="1800">
                <a:latin typeface="Tahoma" panose="020B0604030504040204" pitchFamily="34" charset="0"/>
              </a:rPr>
              <a:t>	</a:t>
            </a:r>
            <a:r>
              <a:rPr lang="en-US" altLang="en-US" sz="1800">
                <a:solidFill>
                  <a:srgbClr val="0000CC"/>
                </a:solidFill>
                <a:latin typeface="Tahoma" panose="020B0604030504040204" pitchFamily="34" charset="0"/>
              </a:rPr>
              <a:t>END</a:t>
            </a:r>
            <a:r>
              <a:rPr lang="en-US" altLang="en-US" sz="1800">
                <a:latin typeface="Tahoma" panose="020B0604030504040204" pitchFamily="34" charset="0"/>
              </a:rPr>
              <a:t> ) </a:t>
            </a:r>
            <a:r>
              <a:rPr lang="en-US" altLang="en-US" sz="1800">
                <a:solidFill>
                  <a:srgbClr val="0000CC"/>
                </a:solidFill>
                <a:latin typeface="Tahoma" panose="020B0604030504040204" pitchFamily="34" charset="0"/>
              </a:rPr>
              <a:t>AS</a:t>
            </a:r>
            <a:r>
              <a:rPr lang="en-US" altLang="en-US" sz="1800">
                <a:latin typeface="Tahoma" panose="020B0604030504040204" pitchFamily="34" charset="0"/>
              </a:rPr>
              <a:t> NAMVEHUU</a:t>
            </a:r>
          </a:p>
          <a:p>
            <a:pPr algn="l" eaLnBrk="1" hangingPunct="1">
              <a:spcBef>
                <a:spcPct val="50000"/>
              </a:spcBef>
              <a:buClrTx/>
              <a:buFontTx/>
              <a:buNone/>
            </a:pPr>
            <a:r>
              <a:rPr lang="en-US" altLang="en-US" sz="1800">
                <a:solidFill>
                  <a:srgbClr val="0000CC"/>
                </a:solidFill>
                <a:latin typeface="Tahoma" panose="020B0604030504040204" pitchFamily="34" charset="0"/>
              </a:rPr>
              <a:t>FROM</a:t>
            </a:r>
            <a:r>
              <a:rPr lang="en-US" altLang="en-US" sz="1800">
                <a:latin typeface="Tahoma" panose="020B0604030504040204" pitchFamily="34" charset="0"/>
              </a:rPr>
              <a:t> NHANVIEN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484"/>
                                        </p:tgtEl>
                                        <p:attrNameLst>
                                          <p:attrName>style.visibility</p:attrName>
                                        </p:attrNameLst>
                                      </p:cBhvr>
                                      <p:to>
                                        <p:strVal val="visible"/>
                                      </p:to>
                                    </p:set>
                                    <p:anim calcmode="lin" valueType="num">
                                      <p:cBhvr additive="base">
                                        <p:cTn id="7" dur="500" fill="hold"/>
                                        <p:tgtEl>
                                          <p:spTgt spid="788484"/>
                                        </p:tgtEl>
                                        <p:attrNameLst>
                                          <p:attrName>ppt_x</p:attrName>
                                        </p:attrNameLst>
                                      </p:cBhvr>
                                      <p:tavLst>
                                        <p:tav tm="0">
                                          <p:val>
                                            <p:strVal val="1+#ppt_w/2"/>
                                          </p:val>
                                        </p:tav>
                                        <p:tav tm="100000">
                                          <p:val>
                                            <p:strVal val="#ppt_x"/>
                                          </p:val>
                                        </p:tav>
                                      </p:tavLst>
                                    </p:anim>
                                    <p:anim calcmode="lin" valueType="num">
                                      <p:cBhvr additive="base">
                                        <p:cTn id="8" dur="500" fill="hold"/>
                                        <p:tgtEl>
                                          <p:spTgt spid="788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4" grpId="0"/>
    </p:bldLst>
  </p:timing>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476E08983BAD419130078E0A4D7CDC" ma:contentTypeVersion="2" ma:contentTypeDescription="Create a new document." ma:contentTypeScope="" ma:versionID="cfde902959a8f335a9f9131167589e68">
  <xsd:schema xmlns:xsd="http://www.w3.org/2001/XMLSchema" xmlns:xs="http://www.w3.org/2001/XMLSchema" xmlns:p="http://schemas.microsoft.com/office/2006/metadata/properties" xmlns:ns2="03beee07-be85-4858-810d-711279ada858" targetNamespace="http://schemas.microsoft.com/office/2006/metadata/properties" ma:root="true" ma:fieldsID="ad092cc1af911ec022986e121596ce8e" ns2:_="">
    <xsd:import namespace="03beee07-be85-4858-810d-711279ada858"/>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beee07-be85-4858-810d-711279ada8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1B6892-6286-438B-83EB-CDF36CA0B648}">
  <ds:schemaRefs>
    <ds:schemaRef ds:uri="http://schemas.microsoft.com/sharepoint/v3/contenttype/forms"/>
  </ds:schemaRefs>
</ds:datastoreItem>
</file>

<file path=customXml/itemProps2.xml><?xml version="1.0" encoding="utf-8"?>
<ds:datastoreItem xmlns:ds="http://schemas.openxmlformats.org/officeDocument/2006/customXml" ds:itemID="{7C5339F7-79F6-4F31-BAC2-4FB355B10C6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96387B-1EE3-4E0E-95A0-9D02C47A63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beee07-be85-4858-810d-711279ada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Edge</Template>
  <TotalTime>18248</TotalTime>
  <Words>4058</Words>
  <Application>Microsoft Macintosh PowerPoint</Application>
  <PresentationFormat>On-screen Show (4:3)</PresentationFormat>
  <Paragraphs>1007</Paragraphs>
  <Slides>53</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Script MT Bold</vt:lpstr>
      <vt:lpstr>Symbol</vt:lpstr>
      <vt:lpstr>Tahoma</vt:lpstr>
      <vt:lpstr>Verdana</vt:lpstr>
      <vt:lpstr>Wingdings</vt:lpstr>
      <vt:lpstr>Wingdings 2</vt:lpstr>
      <vt:lpstr>Edge</vt:lpstr>
      <vt:lpstr>Chương 3</vt:lpstr>
      <vt:lpstr>Xem lại các phép chiếu, chọn, tích, hội, giao và trừ</vt:lpstr>
      <vt:lpstr>Nội dung chi tiết</vt:lpstr>
      <vt:lpstr>1. Phép kết</vt:lpstr>
      <vt:lpstr>1. Phép kết (tt)</vt:lpstr>
      <vt:lpstr>1. Phép kết (tt)</vt:lpstr>
      <vt:lpstr>1. Phép kết (tt)</vt:lpstr>
      <vt:lpstr>1. Phép kết (tt)</vt:lpstr>
      <vt:lpstr>1. Phép kết (tt)</vt:lpstr>
      <vt:lpstr>1. Phép kết – Dùng điều kiện kết ở mệnh đề FROM</vt:lpstr>
      <vt:lpstr>1. Phép kết - INNER JOIN SQL</vt:lpstr>
      <vt:lpstr>1. Phép kết - Ví dụ</vt:lpstr>
      <vt:lpstr>1. Phép kết – INNER JOIN (tt)</vt:lpstr>
      <vt:lpstr>1. Phép kết - Ví dụ</vt:lpstr>
      <vt:lpstr>1. Phép kết - Ví dụ (tt)</vt:lpstr>
      <vt:lpstr>1. Phép kết - Ví dụ (tt)</vt:lpstr>
      <vt:lpstr>2. Phép kết mở rộng</vt:lpstr>
      <vt:lpstr>2.1. Phép kết trái</vt:lpstr>
      <vt:lpstr>LEFT JOIN</vt:lpstr>
      <vt:lpstr>2.2. Phép kết phải</vt:lpstr>
      <vt:lpstr>RIGHT JOIN</vt:lpstr>
      <vt:lpstr>2.3. Phép kết ngoài </vt:lpstr>
      <vt:lpstr>OUTER JOIN</vt:lpstr>
      <vt:lpstr>2. Phép kết mở rộng - Ví dụ</vt:lpstr>
      <vt:lpstr>2. Phép kết mở rộng - Ví dụ (tt)</vt:lpstr>
      <vt:lpstr>2. Phép kết mở rộng - Ví dụ (tt)</vt:lpstr>
      <vt:lpstr>2. Phép kết mở rộng - Ví dụ (tt)</vt:lpstr>
      <vt:lpstr>2. Phép kết mở rộng - Ví dụ (tt)</vt:lpstr>
      <vt:lpstr>Bài tập</vt:lpstr>
      <vt:lpstr>3. Hàm kết hợp</vt:lpstr>
      <vt:lpstr>3. Hàm kết hợp (tt)</vt:lpstr>
      <vt:lpstr>3. Hàm kết hợp trong SQL</vt:lpstr>
      <vt:lpstr>3. Hàm kết hợp - Ví dụ</vt:lpstr>
      <vt:lpstr>3. Hàm kết hợp - Ví dụ (tt)</vt:lpstr>
      <vt:lpstr>3. Hàm kết hợp - Ví dụ (tt)</vt:lpstr>
      <vt:lpstr>4. Phép gom nhóm</vt:lpstr>
      <vt:lpstr>4. Phép gom nhóm (tt)</vt:lpstr>
      <vt:lpstr>4. Phép gom nhóm trong SQL</vt:lpstr>
      <vt:lpstr>4. Phép gom nhóm - Ví dụ</vt:lpstr>
      <vt:lpstr>4. Phép gom nhóm - Ví dụ (tt)</vt:lpstr>
      <vt:lpstr>4. Phép gom nhóm – Ví dụ (tt)</vt:lpstr>
      <vt:lpstr>4. Phép gom nhóm  Điều kiện trên nhóm</vt:lpstr>
      <vt:lpstr>4. Phép gom nhóm – Ví dụ (tt)</vt:lpstr>
      <vt:lpstr>4. Phép gom nhóm – Ví dụ (tt)</vt:lpstr>
      <vt:lpstr>4. Phép gom nhóm - Nhận xét</vt:lpstr>
      <vt:lpstr>4. Phép gom nhóm - Nhận xét (tt)</vt:lpstr>
      <vt:lpstr>4. Phép gom nhóm – Ví dụ (tt)</vt:lpstr>
      <vt:lpstr>4. Phép gom nhóm – Ví dụ (tt)</vt:lpstr>
      <vt:lpstr>4. Phép gom nhóm – Ví dụ (tt)</vt:lpstr>
      <vt:lpstr>Bài tập</vt:lpstr>
      <vt:lpstr>5. Cấu trúc CASE</vt:lpstr>
      <vt:lpstr>5. Cấu trúc CASE - Ví dụ</vt:lpstr>
      <vt:lpstr>5. Cấu trúc CASE – Ví dụ (tt)</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Minh Thai Tran</cp:lastModifiedBy>
  <cp:revision>1746</cp:revision>
  <dcterms:created xsi:type="dcterms:W3CDTF">2003-05-25T12:47:52Z</dcterms:created>
  <dcterms:modified xsi:type="dcterms:W3CDTF">2025-03-02T14:53:46Z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0x0101004A476E08983BAD419130078E0A4D7CDC</vt:lpwstr>
  </property>
</Properties>
</file>