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52"/>
  </p:notesMasterIdLst>
  <p:sldIdLst>
    <p:sldId id="256" r:id="rId5"/>
    <p:sldId id="513" r:id="rId6"/>
    <p:sldId id="258" r:id="rId7"/>
    <p:sldId id="514" r:id="rId8"/>
    <p:sldId id="515" r:id="rId9"/>
    <p:sldId id="349" r:id="rId10"/>
    <p:sldId id="516" r:id="rId11"/>
    <p:sldId id="517" r:id="rId12"/>
    <p:sldId id="518" r:id="rId13"/>
    <p:sldId id="519" r:id="rId14"/>
    <p:sldId id="520" r:id="rId15"/>
    <p:sldId id="526" r:id="rId16"/>
    <p:sldId id="344" r:id="rId17"/>
    <p:sldId id="521" r:id="rId18"/>
    <p:sldId id="522" r:id="rId19"/>
    <p:sldId id="523" r:id="rId20"/>
    <p:sldId id="524" r:id="rId21"/>
    <p:sldId id="350" r:id="rId22"/>
    <p:sldId id="525" r:id="rId23"/>
    <p:sldId id="489" r:id="rId24"/>
    <p:sldId id="313" r:id="rId25"/>
    <p:sldId id="490" r:id="rId26"/>
    <p:sldId id="504" r:id="rId27"/>
    <p:sldId id="494" r:id="rId28"/>
    <p:sldId id="499" r:id="rId29"/>
    <p:sldId id="495" r:id="rId30"/>
    <p:sldId id="506" r:id="rId31"/>
    <p:sldId id="511" r:id="rId32"/>
    <p:sldId id="508" r:id="rId33"/>
    <p:sldId id="491" r:id="rId34"/>
    <p:sldId id="505" r:id="rId35"/>
    <p:sldId id="501" r:id="rId36"/>
    <p:sldId id="500" r:id="rId37"/>
    <p:sldId id="507" r:id="rId38"/>
    <p:sldId id="496" r:id="rId39"/>
    <p:sldId id="512" r:id="rId40"/>
    <p:sldId id="509" r:id="rId41"/>
    <p:sldId id="492" r:id="rId42"/>
    <p:sldId id="502" r:id="rId43"/>
    <p:sldId id="497" r:id="rId44"/>
    <p:sldId id="503" r:id="rId45"/>
    <p:sldId id="510" r:id="rId46"/>
    <p:sldId id="345" r:id="rId47"/>
    <p:sldId id="493" r:id="rId48"/>
    <p:sldId id="498" r:id="rId49"/>
    <p:sldId id="527" r:id="rId50"/>
    <p:sldId id="346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777777"/>
    <a:srgbClr val="FF3333"/>
    <a:srgbClr val="CC0000"/>
    <a:srgbClr val="FF3300"/>
    <a:srgbClr val="FFFF99"/>
    <a:srgbClr val="FF33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13AA9-A374-314C-A1C7-22524A863217}" v="13" dt="2025-02-23T15:12:55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770"/>
  </p:normalViewPr>
  <p:slideViewPr>
    <p:cSldViewPr snapToGrid="0">
      <p:cViewPr varScale="1">
        <p:scale>
          <a:sx n="82" d="100"/>
          <a:sy n="82" d="100"/>
        </p:scale>
        <p:origin x="2288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ai Tran" userId="996740aabe1fc7dc" providerId="LiveId" clId="{3EC13AA9-A374-314C-A1C7-22524A863217}"/>
    <pc:docChg chg="modSld">
      <pc:chgData name="Minh Thai Tran" userId="996740aabe1fc7dc" providerId="LiveId" clId="{3EC13AA9-A374-314C-A1C7-22524A863217}" dt="2025-02-23T15:15:41.874" v="132" actId="14100"/>
      <pc:docMkLst>
        <pc:docMk/>
      </pc:docMkLst>
      <pc:sldChg chg="modSp mod">
        <pc:chgData name="Minh Thai Tran" userId="996740aabe1fc7dc" providerId="LiveId" clId="{3EC13AA9-A374-314C-A1C7-22524A863217}" dt="2025-02-23T15:12:55.730" v="15" actId="20577"/>
        <pc:sldMkLst>
          <pc:docMk/>
          <pc:sldMk cId="0" sldId="256"/>
        </pc:sldMkLst>
        <pc:spChg chg="mod">
          <ac:chgData name="Minh Thai Tran" userId="996740aabe1fc7dc" providerId="LiveId" clId="{3EC13AA9-A374-314C-A1C7-22524A863217}" dt="2025-02-23T15:12:55.730" v="15" actId="20577"/>
          <ac:spMkLst>
            <pc:docMk/>
            <pc:sldMk cId="0" sldId="256"/>
            <ac:spMk id="2053" creationId="{1A643D74-5FC8-47DA-879D-F138997FA2B6}"/>
          </ac:spMkLst>
        </pc:spChg>
        <pc:spChg chg="mod">
          <ac:chgData name="Minh Thai Tran" userId="996740aabe1fc7dc" providerId="LiveId" clId="{3EC13AA9-A374-314C-A1C7-22524A863217}" dt="2025-02-23T15:12:45.018" v="2" actId="20577"/>
          <ac:spMkLst>
            <pc:docMk/>
            <pc:sldMk cId="0" sldId="256"/>
            <ac:spMk id="4100" creationId="{0583E417-2BA2-4416-96D8-7A795EA0F63A}"/>
          </ac:spMkLst>
        </pc:spChg>
      </pc:sldChg>
      <pc:sldChg chg="modSp mod">
        <pc:chgData name="Minh Thai Tran" userId="996740aabe1fc7dc" providerId="LiveId" clId="{3EC13AA9-A374-314C-A1C7-22524A863217}" dt="2025-02-23T15:15:41.874" v="132" actId="14100"/>
        <pc:sldMkLst>
          <pc:docMk/>
          <pc:sldMk cId="647195549" sldId="513"/>
        </pc:sldMkLst>
        <pc:spChg chg="mod">
          <ac:chgData name="Minh Thai Tran" userId="996740aabe1fc7dc" providerId="LiveId" clId="{3EC13AA9-A374-314C-A1C7-22524A863217}" dt="2025-02-23T15:15:07.792" v="85" actId="20577"/>
          <ac:spMkLst>
            <pc:docMk/>
            <pc:sldMk cId="647195549" sldId="513"/>
            <ac:spMk id="3" creationId="{948B1EB3-D761-E0E7-CD90-3EBFA33CEAF4}"/>
          </ac:spMkLst>
        </pc:spChg>
        <pc:spChg chg="mod">
          <ac:chgData name="Minh Thai Tran" userId="996740aabe1fc7dc" providerId="LiveId" clId="{3EC13AA9-A374-314C-A1C7-22524A863217}" dt="2025-02-23T15:15:41.874" v="132" actId="14100"/>
          <ac:spMkLst>
            <pc:docMk/>
            <pc:sldMk cId="647195549" sldId="513"/>
            <ac:spMk id="8" creationId="{25ABE4CB-2AAE-60EB-1D93-0F3230CBDB1D}"/>
          </ac:spMkLst>
        </pc:spChg>
      </pc:sldChg>
    </pc:docChg>
  </pc:docChgLst>
  <pc:docChgLst>
    <pc:chgData name="Minh Thai Tran" userId="996740aabe1fc7dc" providerId="LiveId" clId="{8C20EE4D-4F35-AB46-9105-AF7FC7B454C8}"/>
    <pc:docChg chg="undo custSel addSld delSld modSld sldOrd">
      <pc:chgData name="Minh Thai Tran" userId="996740aabe1fc7dc" providerId="LiveId" clId="{8C20EE4D-4F35-AB46-9105-AF7FC7B454C8}" dt="2023-03-14T08:24:30.080" v="1272" actId="207"/>
      <pc:docMkLst>
        <pc:docMk/>
      </pc:docMkLst>
      <pc:sldChg chg="modSp mod">
        <pc:chgData name="Minh Thai Tran" userId="996740aabe1fc7dc" providerId="LiveId" clId="{8C20EE4D-4F35-AB46-9105-AF7FC7B454C8}" dt="2023-02-27T04:43:49.410" v="9" actId="20577"/>
        <pc:sldMkLst>
          <pc:docMk/>
          <pc:sldMk cId="0" sldId="256"/>
        </pc:sldMkLst>
      </pc:sldChg>
      <pc:sldChg chg="add">
        <pc:chgData name="Minh Thai Tran" userId="996740aabe1fc7dc" providerId="LiveId" clId="{8C20EE4D-4F35-AB46-9105-AF7FC7B454C8}" dt="2023-03-07T05:46:40.537" v="796"/>
        <pc:sldMkLst>
          <pc:docMk/>
          <pc:sldMk cId="2440647009" sldId="258"/>
        </pc:sldMkLst>
      </pc:sldChg>
      <pc:sldChg chg="modSp mod">
        <pc:chgData name="Minh Thai Tran" userId="996740aabe1fc7dc" providerId="LiveId" clId="{8C20EE4D-4F35-AB46-9105-AF7FC7B454C8}" dt="2023-03-07T03:04:34.016" v="730" actId="20577"/>
        <pc:sldMkLst>
          <pc:docMk/>
          <pc:sldMk cId="0" sldId="313"/>
        </pc:sldMkLst>
      </pc:sldChg>
      <pc:sldChg chg="modSp add mod">
        <pc:chgData name="Minh Thai Tran" userId="996740aabe1fc7dc" providerId="LiveId" clId="{8C20EE4D-4F35-AB46-9105-AF7FC7B454C8}" dt="2023-03-07T23:46:15.733" v="982" actId="14100"/>
        <pc:sldMkLst>
          <pc:docMk/>
          <pc:sldMk cId="0" sldId="344"/>
        </pc:sldMkLst>
      </pc:sldChg>
      <pc:sldChg chg="modSp add mod">
        <pc:chgData name="Minh Thai Tran" userId="996740aabe1fc7dc" providerId="LiveId" clId="{8C20EE4D-4F35-AB46-9105-AF7FC7B454C8}" dt="2023-03-07T12:43:33.790" v="914" actId="20577"/>
        <pc:sldMkLst>
          <pc:docMk/>
          <pc:sldMk cId="799339191" sldId="345"/>
        </pc:sldMkLst>
      </pc:sldChg>
      <pc:sldChg chg="modSp mod">
        <pc:chgData name="Minh Thai Tran" userId="996740aabe1fc7dc" providerId="LiveId" clId="{8C20EE4D-4F35-AB46-9105-AF7FC7B454C8}" dt="2023-03-07T12:44:18.988" v="949" actId="20577"/>
        <pc:sldMkLst>
          <pc:docMk/>
          <pc:sldMk cId="0" sldId="346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0" sldId="349"/>
        </pc:sldMkLst>
      </pc:sldChg>
      <pc:sldChg chg="modSp add mod">
        <pc:chgData name="Minh Thai Tran" userId="996740aabe1fc7dc" providerId="LiveId" clId="{8C20EE4D-4F35-AB46-9105-AF7FC7B454C8}" dt="2023-03-07T08:16:01.905" v="890" actId="255"/>
        <pc:sldMkLst>
          <pc:docMk/>
          <pc:sldMk cId="0" sldId="350"/>
        </pc:sldMkLst>
      </pc:sldChg>
      <pc:sldChg chg="modSp mod">
        <pc:chgData name="Minh Thai Tran" userId="996740aabe1fc7dc" providerId="LiveId" clId="{8C20EE4D-4F35-AB46-9105-AF7FC7B454C8}" dt="2023-03-07T03:04:29.640" v="728" actId="20577"/>
        <pc:sldMkLst>
          <pc:docMk/>
          <pc:sldMk cId="0" sldId="489"/>
        </pc:sldMkLst>
      </pc:sldChg>
      <pc:sldChg chg="modSp mod">
        <pc:chgData name="Minh Thai Tran" userId="996740aabe1fc7dc" providerId="LiveId" clId="{8C20EE4D-4F35-AB46-9105-AF7FC7B454C8}" dt="2023-03-07T03:04:38.103" v="732" actId="20577"/>
        <pc:sldMkLst>
          <pc:docMk/>
          <pc:sldMk cId="0" sldId="490"/>
        </pc:sldMkLst>
      </pc:sldChg>
      <pc:sldChg chg="modSp mod">
        <pc:chgData name="Minh Thai Tran" userId="996740aabe1fc7dc" providerId="LiveId" clId="{8C20EE4D-4F35-AB46-9105-AF7FC7B454C8}" dt="2023-03-07T03:05:11.061" v="742" actId="20577"/>
        <pc:sldMkLst>
          <pc:docMk/>
          <pc:sldMk cId="4276912619" sldId="491"/>
        </pc:sldMkLst>
      </pc:sldChg>
      <pc:sldChg chg="modSp mod">
        <pc:chgData name="Minh Thai Tran" userId="996740aabe1fc7dc" providerId="LiveId" clId="{8C20EE4D-4F35-AB46-9105-AF7FC7B454C8}" dt="2023-03-07T03:05:39.163" v="750" actId="20577"/>
        <pc:sldMkLst>
          <pc:docMk/>
          <pc:sldMk cId="0" sldId="492"/>
        </pc:sldMkLst>
      </pc:sldChg>
      <pc:sldChg chg="modSp add mod">
        <pc:chgData name="Minh Thai Tran" userId="996740aabe1fc7dc" providerId="LiveId" clId="{8C20EE4D-4F35-AB46-9105-AF7FC7B454C8}" dt="2023-03-07T12:43:40.026" v="929" actId="20577"/>
        <pc:sldMkLst>
          <pc:docMk/>
          <pc:sldMk cId="2491355287" sldId="493"/>
        </pc:sldMkLst>
      </pc:sldChg>
      <pc:sldChg chg="modSp mod">
        <pc:chgData name="Minh Thai Tran" userId="996740aabe1fc7dc" providerId="LiveId" clId="{8C20EE4D-4F35-AB46-9105-AF7FC7B454C8}" dt="2023-03-07T03:04:46.003" v="736" actId="20577"/>
        <pc:sldMkLst>
          <pc:docMk/>
          <pc:sldMk cId="632606003" sldId="494"/>
        </pc:sldMkLst>
      </pc:sldChg>
      <pc:sldChg chg="modSp mod">
        <pc:chgData name="Minh Thai Tran" userId="996740aabe1fc7dc" providerId="LiveId" clId="{8C20EE4D-4F35-AB46-9105-AF7FC7B454C8}" dt="2023-03-07T03:04:53.995" v="738" actId="20577"/>
        <pc:sldMkLst>
          <pc:docMk/>
          <pc:sldMk cId="3854071894" sldId="495"/>
        </pc:sldMkLst>
      </pc:sldChg>
      <pc:sldChg chg="modSp del mod">
        <pc:chgData name="Minh Thai Tran" userId="996740aabe1fc7dc" providerId="LiveId" clId="{8C20EE4D-4F35-AB46-9105-AF7FC7B454C8}" dt="2023-03-07T03:05:29.397" v="747" actId="20577"/>
        <pc:sldMkLst>
          <pc:docMk/>
          <pc:sldMk cId="4064893540" sldId="496"/>
        </pc:sldMkLst>
      </pc:sldChg>
      <pc:sldChg chg="modSp mod">
        <pc:chgData name="Minh Thai Tran" userId="996740aabe1fc7dc" providerId="LiveId" clId="{8C20EE4D-4F35-AB46-9105-AF7FC7B454C8}" dt="2023-03-07T03:05:48.125" v="752" actId="20577"/>
        <pc:sldMkLst>
          <pc:docMk/>
          <pc:sldMk cId="0" sldId="497"/>
        </pc:sldMkLst>
      </pc:sldChg>
      <pc:sldChg chg="modSp mod">
        <pc:chgData name="Minh Thai Tran" userId="996740aabe1fc7dc" providerId="LiveId" clId="{8C20EE4D-4F35-AB46-9105-AF7FC7B454C8}" dt="2023-03-07T03:07:03.280" v="794" actId="20577"/>
        <pc:sldMkLst>
          <pc:docMk/>
          <pc:sldMk cId="2265880549" sldId="498"/>
        </pc:sldMkLst>
      </pc:sldChg>
      <pc:sldChg chg="modSp mod">
        <pc:chgData name="Minh Thai Tran" userId="996740aabe1fc7dc" providerId="LiveId" clId="{8C20EE4D-4F35-AB46-9105-AF7FC7B454C8}" dt="2023-03-07T03:04:50.283" v="737" actId="20577"/>
        <pc:sldMkLst>
          <pc:docMk/>
          <pc:sldMk cId="467737191" sldId="499"/>
        </pc:sldMkLst>
      </pc:sldChg>
      <pc:sldChg chg="modSp mod">
        <pc:chgData name="Minh Thai Tran" userId="996740aabe1fc7dc" providerId="LiveId" clId="{8C20EE4D-4F35-AB46-9105-AF7FC7B454C8}" dt="2023-03-07T03:05:22.056" v="745" actId="20577"/>
        <pc:sldMkLst>
          <pc:docMk/>
          <pc:sldMk cId="4240331412" sldId="500"/>
        </pc:sldMkLst>
      </pc:sldChg>
      <pc:sldChg chg="modSp mod">
        <pc:chgData name="Minh Thai Tran" userId="996740aabe1fc7dc" providerId="LiveId" clId="{8C20EE4D-4F35-AB46-9105-AF7FC7B454C8}" dt="2023-03-07T03:05:18.369" v="744" actId="20577"/>
        <pc:sldMkLst>
          <pc:docMk/>
          <pc:sldMk cId="3586958683" sldId="501"/>
        </pc:sldMkLst>
      </pc:sldChg>
      <pc:sldChg chg="addSp modSp mod">
        <pc:chgData name="Minh Thai Tran" userId="996740aabe1fc7dc" providerId="LiveId" clId="{8C20EE4D-4F35-AB46-9105-AF7FC7B454C8}" dt="2023-03-07T03:05:43.236" v="751" actId="20577"/>
        <pc:sldMkLst>
          <pc:docMk/>
          <pc:sldMk cId="1917536345" sldId="502"/>
        </pc:sldMkLst>
      </pc:sldChg>
      <pc:sldChg chg="modSp mod">
        <pc:chgData name="Minh Thai Tran" userId="996740aabe1fc7dc" providerId="LiveId" clId="{8C20EE4D-4F35-AB46-9105-AF7FC7B454C8}" dt="2023-03-07T03:05:53.233" v="753" actId="20577"/>
        <pc:sldMkLst>
          <pc:docMk/>
          <pc:sldMk cId="2668368783" sldId="503"/>
        </pc:sldMkLst>
      </pc:sldChg>
      <pc:sldChg chg="modSp mod">
        <pc:chgData name="Minh Thai Tran" userId="996740aabe1fc7dc" providerId="LiveId" clId="{8C20EE4D-4F35-AB46-9105-AF7FC7B454C8}" dt="2023-03-07T03:04:42.598" v="734" actId="20577"/>
        <pc:sldMkLst>
          <pc:docMk/>
          <pc:sldMk cId="1496792125" sldId="504"/>
        </pc:sldMkLst>
      </pc:sldChg>
      <pc:sldChg chg="modSp mod">
        <pc:chgData name="Minh Thai Tran" userId="996740aabe1fc7dc" providerId="LiveId" clId="{8C20EE4D-4F35-AB46-9105-AF7FC7B454C8}" dt="2023-03-07T03:05:14.700" v="743" actId="20577"/>
        <pc:sldMkLst>
          <pc:docMk/>
          <pc:sldMk cId="2857161609" sldId="505"/>
        </pc:sldMkLst>
      </pc:sldChg>
      <pc:sldChg chg="modSp mod">
        <pc:chgData name="Minh Thai Tran" userId="996740aabe1fc7dc" providerId="LiveId" clId="{8C20EE4D-4F35-AB46-9105-AF7FC7B454C8}" dt="2023-03-07T03:04:58.030" v="739" actId="20577"/>
        <pc:sldMkLst>
          <pc:docMk/>
          <pc:sldMk cId="1876862763" sldId="506"/>
        </pc:sldMkLst>
      </pc:sldChg>
      <pc:sldChg chg="modSp mod">
        <pc:chgData name="Minh Thai Tran" userId="996740aabe1fc7dc" providerId="LiveId" clId="{8C20EE4D-4F35-AB46-9105-AF7FC7B454C8}" dt="2023-03-07T03:05:25.992" v="746" actId="20577"/>
        <pc:sldMkLst>
          <pc:docMk/>
          <pc:sldMk cId="1383813830" sldId="507"/>
        </pc:sldMkLst>
      </pc:sldChg>
      <pc:sldChg chg="modSp mod">
        <pc:chgData name="Minh Thai Tran" userId="996740aabe1fc7dc" providerId="LiveId" clId="{8C20EE4D-4F35-AB46-9105-AF7FC7B454C8}" dt="2023-03-07T03:05:07.611" v="741" actId="20577"/>
        <pc:sldMkLst>
          <pc:docMk/>
          <pc:sldMk cId="1560420050" sldId="508"/>
        </pc:sldMkLst>
      </pc:sldChg>
      <pc:sldChg chg="modSp mod">
        <pc:chgData name="Minh Thai Tran" userId="996740aabe1fc7dc" providerId="LiveId" clId="{8C20EE4D-4F35-AB46-9105-AF7FC7B454C8}" dt="2023-03-07T03:05:36.449" v="749" actId="20577"/>
        <pc:sldMkLst>
          <pc:docMk/>
          <pc:sldMk cId="1321610991" sldId="509"/>
        </pc:sldMkLst>
      </pc:sldChg>
      <pc:sldChg chg="modSp mod">
        <pc:chgData name="Minh Thai Tran" userId="996740aabe1fc7dc" providerId="LiveId" clId="{8C20EE4D-4F35-AB46-9105-AF7FC7B454C8}" dt="2023-03-07T03:05:56.008" v="754" actId="20577"/>
        <pc:sldMkLst>
          <pc:docMk/>
          <pc:sldMk cId="2648936638" sldId="510"/>
        </pc:sldMkLst>
      </pc:sldChg>
      <pc:sldChg chg="modSp add mod">
        <pc:chgData name="Minh Thai Tran" userId="996740aabe1fc7dc" providerId="LiveId" clId="{8C20EE4D-4F35-AB46-9105-AF7FC7B454C8}" dt="2023-03-07T03:05:01.758" v="740" actId="20577"/>
        <pc:sldMkLst>
          <pc:docMk/>
          <pc:sldMk cId="179128893" sldId="511"/>
        </pc:sldMkLst>
      </pc:sldChg>
      <pc:sldChg chg="modSp add mod">
        <pc:chgData name="Minh Thai Tran" userId="996740aabe1fc7dc" providerId="LiveId" clId="{8C20EE4D-4F35-AB46-9105-AF7FC7B454C8}" dt="2023-03-07T03:05:32.901" v="748" actId="20577"/>
        <pc:sldMkLst>
          <pc:docMk/>
          <pc:sldMk cId="2026730471" sldId="512"/>
        </pc:sldMkLst>
      </pc:sldChg>
      <pc:sldChg chg="addSp modSp add mod">
        <pc:chgData name="Minh Thai Tran" userId="996740aabe1fc7dc" providerId="LiveId" clId="{8C20EE4D-4F35-AB46-9105-AF7FC7B454C8}" dt="2023-03-07T06:46:00.734" v="872" actId="20577"/>
        <pc:sldMkLst>
          <pc:docMk/>
          <pc:sldMk cId="647195549" sldId="513"/>
        </pc:sldMkLst>
      </pc:sldChg>
      <pc:sldChg chg="addSp modSp new del mod">
        <pc:chgData name="Minh Thai Tran" userId="996740aabe1fc7dc" providerId="LiveId" clId="{8C20EE4D-4F35-AB46-9105-AF7FC7B454C8}" dt="2023-02-28T12:09:44.472" v="449" actId="2696"/>
        <pc:sldMkLst>
          <pc:docMk/>
          <pc:sldMk cId="867126793" sldId="513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0" sldId="514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0" sldId="515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1293364033" sldId="516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1844166393" sldId="517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3643051017" sldId="518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934239270" sldId="519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0" sldId="520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1575640112" sldId="521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0" sldId="522"/>
        </pc:sldMkLst>
      </pc:sldChg>
      <pc:sldChg chg="modSp add mod">
        <pc:chgData name="Minh Thai Tran" userId="996740aabe1fc7dc" providerId="LiveId" clId="{8C20EE4D-4F35-AB46-9105-AF7FC7B454C8}" dt="2023-03-07T03:04:17.998" v="726" actId="114"/>
        <pc:sldMkLst>
          <pc:docMk/>
          <pc:sldMk cId="729036814" sldId="523"/>
        </pc:sldMkLst>
      </pc:sldChg>
      <pc:sldChg chg="add">
        <pc:chgData name="Minh Thai Tran" userId="996740aabe1fc7dc" providerId="LiveId" clId="{8C20EE4D-4F35-AB46-9105-AF7FC7B454C8}" dt="2023-03-07T03:02:11.029" v="641"/>
        <pc:sldMkLst>
          <pc:docMk/>
          <pc:sldMk cId="0" sldId="524"/>
        </pc:sldMkLst>
      </pc:sldChg>
      <pc:sldChg chg="addSp modSp add mod">
        <pc:chgData name="Minh Thai Tran" userId="996740aabe1fc7dc" providerId="LiveId" clId="{8C20EE4D-4F35-AB46-9105-AF7FC7B454C8}" dt="2023-03-07T23:54:58.353" v="1134" actId="14100"/>
        <pc:sldMkLst>
          <pc:docMk/>
          <pc:sldMk cId="2619007539" sldId="525"/>
        </pc:sldMkLst>
      </pc:sldChg>
      <pc:sldChg chg="modSp add mod">
        <pc:chgData name="Minh Thai Tran" userId="996740aabe1fc7dc" providerId="LiveId" clId="{8C20EE4D-4F35-AB46-9105-AF7FC7B454C8}" dt="2023-03-07T23:47:32.216" v="1107" actId="1036"/>
        <pc:sldMkLst>
          <pc:docMk/>
          <pc:sldMk cId="758547600" sldId="526"/>
        </pc:sldMkLst>
      </pc:sldChg>
      <pc:sldChg chg="modSp add del mod ord">
        <pc:chgData name="Minh Thai Tran" userId="996740aabe1fc7dc" providerId="LiveId" clId="{8C20EE4D-4F35-AB46-9105-AF7FC7B454C8}" dt="2023-03-14T08:24:30.080" v="1272" actId="207"/>
        <pc:sldMkLst>
          <pc:docMk/>
          <pc:sldMk cId="2069777183" sldId="527"/>
        </pc:sldMkLst>
      </pc:sldChg>
      <pc:sldChg chg="add del">
        <pc:chgData name="Minh Thai Tran" userId="996740aabe1fc7dc" providerId="LiveId" clId="{8C20EE4D-4F35-AB46-9105-AF7FC7B454C8}" dt="2023-03-07T23:52:45.208" v="1109"/>
        <pc:sldMkLst>
          <pc:docMk/>
          <pc:sldMk cId="0" sldId="528"/>
        </pc:sldMkLst>
      </pc:sldChg>
    </pc:docChg>
  </pc:docChgLst>
  <pc:docChgLst>
    <pc:chgData name="Minh Thai Tran" userId="996740aabe1fc7dc" providerId="LiveId" clId="{0BEC4362-3B12-B24D-878D-89B6D956B7CB}"/>
    <pc:docChg chg="custSel addSld modSld">
      <pc:chgData name="Minh Thai Tran" userId="996740aabe1fc7dc" providerId="LiveId" clId="{0BEC4362-3B12-B24D-878D-89B6D956B7CB}" dt="2022-04-01T05:59:33.993" v="760" actId="20577"/>
      <pc:docMkLst>
        <pc:docMk/>
      </pc:docMkLst>
      <pc:sldChg chg="addSp delSp modSp mod">
        <pc:chgData name="Minh Thai Tran" userId="996740aabe1fc7dc" providerId="LiveId" clId="{0BEC4362-3B12-B24D-878D-89B6D956B7CB}" dt="2022-03-25T00:44:32.049" v="3" actId="21"/>
        <pc:sldMkLst>
          <pc:docMk/>
          <pc:sldMk cId="0" sldId="256"/>
        </pc:sldMkLst>
      </pc:sldChg>
      <pc:sldChg chg="delSp modSp mod modAnim">
        <pc:chgData name="Minh Thai Tran" userId="996740aabe1fc7dc" providerId="LiveId" clId="{0BEC4362-3B12-B24D-878D-89B6D956B7CB}" dt="2022-03-25T06:27:04.528" v="486" actId="20577"/>
        <pc:sldMkLst>
          <pc:docMk/>
          <pc:sldMk cId="3854071894" sldId="495"/>
        </pc:sldMkLst>
      </pc:sldChg>
      <pc:sldChg chg="modSp mod">
        <pc:chgData name="Minh Thai Tran" userId="996740aabe1fc7dc" providerId="LiveId" clId="{0BEC4362-3B12-B24D-878D-89B6D956B7CB}" dt="2022-03-25T07:13:56.545" v="607" actId="1035"/>
        <pc:sldMkLst>
          <pc:docMk/>
          <pc:sldMk cId="4064893540" sldId="496"/>
        </pc:sldMkLst>
      </pc:sldChg>
      <pc:sldChg chg="addSp modSp mod modClrScheme chgLayout">
        <pc:chgData name="Minh Thai Tran" userId="996740aabe1fc7dc" providerId="LiveId" clId="{0BEC4362-3B12-B24D-878D-89B6D956B7CB}" dt="2022-03-25T10:34:56.030" v="759" actId="20577"/>
        <pc:sldMkLst>
          <pc:docMk/>
          <pc:sldMk cId="0" sldId="497"/>
        </pc:sldMkLst>
      </pc:sldChg>
      <pc:sldChg chg="modSp mod">
        <pc:chgData name="Minh Thai Tran" userId="996740aabe1fc7dc" providerId="LiveId" clId="{0BEC4362-3B12-B24D-878D-89B6D956B7CB}" dt="2022-04-01T05:59:33.993" v="760" actId="20577"/>
        <pc:sldMkLst>
          <pc:docMk/>
          <pc:sldMk cId="2265880549" sldId="498"/>
        </pc:sldMkLst>
      </pc:sldChg>
      <pc:sldChg chg="addSp modSp mod modClrScheme chgLayout">
        <pc:chgData name="Minh Thai Tran" userId="996740aabe1fc7dc" providerId="LiveId" clId="{0BEC4362-3B12-B24D-878D-89B6D956B7CB}" dt="2022-03-25T01:17:19.428" v="305" actId="113"/>
        <pc:sldMkLst>
          <pc:docMk/>
          <pc:sldMk cId="467737191" sldId="499"/>
        </pc:sldMkLst>
      </pc:sldChg>
      <pc:sldChg chg="addSp modSp mod modClrScheme chgLayout">
        <pc:chgData name="Minh Thai Tran" userId="996740aabe1fc7dc" providerId="LiveId" clId="{0BEC4362-3B12-B24D-878D-89B6D956B7CB}" dt="2022-03-25T01:23:40.585" v="376" actId="255"/>
        <pc:sldMkLst>
          <pc:docMk/>
          <pc:sldMk cId="4240331412" sldId="500"/>
        </pc:sldMkLst>
      </pc:sldChg>
      <pc:sldChg chg="modSp mod">
        <pc:chgData name="Minh Thai Tran" userId="996740aabe1fc7dc" providerId="LiveId" clId="{0BEC4362-3B12-B24D-878D-89B6D956B7CB}" dt="2022-03-25T10:34:45.072" v="745" actId="20577"/>
        <pc:sldMkLst>
          <pc:docMk/>
          <pc:sldMk cId="2668368783" sldId="503"/>
        </pc:sldMkLst>
      </pc:sldChg>
      <pc:sldChg chg="addSp delSp modSp mod">
        <pc:chgData name="Minh Thai Tran" userId="996740aabe1fc7dc" providerId="LiveId" clId="{0BEC4362-3B12-B24D-878D-89B6D956B7CB}" dt="2022-03-25T01:10:08.923" v="5" actId="21"/>
        <pc:sldMkLst>
          <pc:docMk/>
          <pc:sldMk cId="1496792125" sldId="504"/>
        </pc:sldMkLst>
      </pc:sldChg>
      <pc:sldChg chg="modSp add mod">
        <pc:chgData name="Minh Thai Tran" userId="996740aabe1fc7dc" providerId="LiveId" clId="{0BEC4362-3B12-B24D-878D-89B6D956B7CB}" dt="2022-03-25T06:35:42.806" v="499" actId="1035"/>
        <pc:sldMkLst>
          <pc:docMk/>
          <pc:sldMk cId="1876862763" sldId="506"/>
        </pc:sldMkLst>
      </pc:sldChg>
      <pc:sldChg chg="delSp modSp add mod">
        <pc:chgData name="Minh Thai Tran" userId="996740aabe1fc7dc" providerId="LiveId" clId="{0BEC4362-3B12-B24D-878D-89B6D956B7CB}" dt="2022-03-25T07:05:42.295" v="583" actId="20577"/>
        <pc:sldMkLst>
          <pc:docMk/>
          <pc:sldMk cId="1383813830" sldId="507"/>
        </pc:sldMkLst>
      </pc:sldChg>
    </pc:docChg>
  </pc:docChgLst>
  <pc:docChgLst>
    <pc:chgData name="Minh Thai Tran" userId="996740aabe1fc7dc" providerId="LiveId" clId="{DA755CD9-3017-9F4A-B308-097EFC215775}"/>
    <pc:docChg chg="modSld">
      <pc:chgData name="Minh Thai Tran" userId="996740aabe1fc7dc" providerId="LiveId" clId="{DA755CD9-3017-9F4A-B308-097EFC215775}" dt="2024-02-03T01:33:06.275" v="73" actId="20577"/>
      <pc:docMkLst>
        <pc:docMk/>
      </pc:docMkLst>
      <pc:sldChg chg="modSp mod">
        <pc:chgData name="Minh Thai Tran" userId="996740aabe1fc7dc" providerId="LiveId" clId="{DA755CD9-3017-9F4A-B308-097EFC215775}" dt="2024-01-27T03:02:28.919" v="26" actId="20577"/>
        <pc:sldMkLst>
          <pc:docMk/>
          <pc:sldMk cId="0" sldId="256"/>
        </pc:sldMkLst>
      </pc:sldChg>
      <pc:sldChg chg="modSp mod">
        <pc:chgData name="Minh Thai Tran" userId="996740aabe1fc7dc" providerId="LiveId" clId="{DA755CD9-3017-9F4A-B308-097EFC215775}" dt="2024-02-03T01:33:06.275" v="73" actId="20577"/>
        <pc:sldMkLst>
          <pc:docMk/>
          <pc:sldMk cId="0" sldId="350"/>
        </pc:sldMkLst>
      </pc:sldChg>
      <pc:sldChg chg="modSp mod">
        <pc:chgData name="Minh Thai Tran" userId="996740aabe1fc7dc" providerId="LiveId" clId="{DA755CD9-3017-9F4A-B308-097EFC215775}" dt="2024-01-27T03:07:23.616" v="60" actId="1036"/>
        <pc:sldMkLst>
          <pc:docMk/>
          <pc:sldMk cId="647195549" sldId="5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734EB9F-497E-4EF1-A549-E2AE73A721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6958C42-75D6-41D6-902C-05DBB26E0C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C14DA4E-3459-49C6-A31C-FD2F490787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266D365-3F5A-48EF-852F-A305742AF94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C34AFDE2-FD04-45C2-B76C-36462B0BFD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8E54DB8A-9AF4-4621-AC4C-7DAECA19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DC946D0-D8A6-46F5-B404-0836CE5155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946D0-D8A6-46F5-B404-0836CE515509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37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128F48C-01CC-4012-91F3-ADA08F91F9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CFCAD9-3CDC-4AE5-9EDC-CA5AF8ED087F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F6AA321-39BB-43EB-A34E-7FA19AC73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6355EF9-49BD-4543-8F4E-7C1DE057B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812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0675962-86B8-44C0-A021-5ECD8C105D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2D7B63-98CD-4C30-8FCD-D9F4CD3B9302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5B362BE5-F7AE-49A6-88D2-13F2A7E48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9756231-AEBB-4762-AF9D-3C9E36B68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5470DF4-96D9-4907-A526-C0EEC26583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69D6C6-90EA-474C-924C-ABD07D889D10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2091B737-975A-4425-8B62-58E0F4900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F35A4802-8146-4A52-B7C2-0D6F730CF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28405495-A96F-4ECF-AE33-E71AA86A01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8C8F60-4563-486F-9814-DA5E4CE98E1D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A68D311F-86F4-4474-9205-83FBFC6E7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E6ECB0B3-9292-4107-8762-DAF60B1A6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7BB0D01-7EFB-4A00-9E35-6F1DC075B1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DD5FF7-1B06-4027-831D-C8FBDCC2EF0D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07FF151-4412-4929-874A-22AA1F332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A2D21D1-F0B9-422A-8346-D5B207B77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04E0BFF-4031-425C-B7FC-65A48A6512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8429DB-6569-45F9-949A-C3AB77E555E8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B2A99E5-8DCA-4D53-98E0-CE2908D2E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A626FDF-8479-44B4-BAFF-618C9FA8B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04E0BFF-4031-425C-B7FC-65A48A6512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8429DB-6569-45F9-949A-C3AB77E555E8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B2A99E5-8DCA-4D53-98E0-CE2908D2E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A626FDF-8479-44B4-BAFF-618C9FA8B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13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864E6078-9279-46BA-A2D5-98BF071ABE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7A6EBD-F87A-4C4A-A3C6-5CC416B54511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655B9DE-9E8A-4EF9-BBA4-2D39CD6FB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C72E3E12-87E6-4F2D-AE46-5F01E71FC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>
            <a:extLst>
              <a:ext uri="{FF2B5EF4-FFF2-40B4-BE49-F238E27FC236}">
                <a16:creationId xmlns:a16="http://schemas.microsoft.com/office/drawing/2014/main" id="{4F4A77F9-9C91-4204-A7BA-DC2A8E646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DC94A9-BDD0-45C3-ABA9-CCE78B85A0A3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19139" name="Rectangle 2">
            <a:extLst>
              <a:ext uri="{FF2B5EF4-FFF2-40B4-BE49-F238E27FC236}">
                <a16:creationId xmlns:a16="http://schemas.microsoft.com/office/drawing/2014/main" id="{5872C1D4-5CC1-42C7-A503-FD87AF8C80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40" name="Rectangle 3">
            <a:extLst>
              <a:ext uri="{FF2B5EF4-FFF2-40B4-BE49-F238E27FC236}">
                <a16:creationId xmlns:a16="http://schemas.microsoft.com/office/drawing/2014/main" id="{B2A74700-861C-4BDB-A232-954E00D00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161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837B9C1E-EAF9-4383-84F0-E583C259D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2BA4B5-6017-4F66-9DA1-AD163D7366A4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AD0B2AD-C410-4E22-8BA8-7CB5EB801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5BAF4BF0-9193-401F-848B-06958F779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5AE07DEF-723A-4D1A-91F0-A72AAC6D17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2D0C04-0AA2-49A4-BE11-67965446C76C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E0D3BEE6-E568-4AF5-AE1D-56F789249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C73D3B0E-3BDC-42BF-B9CB-38E30B42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3C27087-8529-4F76-BE7E-809771439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F87EED-5561-4BAE-8E47-8995BC7A9613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5AD5DC6-5B89-4C96-A1F1-B2B6EF2CE5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D432726-693F-47B0-B6A8-AB890D9F4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211896D0-F996-43BF-A1EA-18DF2B2814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A7356E-BDB5-4B94-8BF4-17CFA1413D04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382E96-4E43-4383-B958-0F0E3D72EB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58A662B-A79F-49A9-A1CE-EA0705D09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E8355928-16C9-486C-A62D-31C8F1A9AD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C9D969-AD53-4F6B-9569-368C4A0B6590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74B9158-3A7F-4214-814C-C7BAF0FAC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BF2E17E-B868-484D-8080-D0B230C15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09FE9E-1D5F-4C2A-856F-68F0E1E8E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59498F-E997-4B34-A5E2-43A29466C9D1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6072EF7-D0DB-49F1-9758-F604C8CA2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B452391-7D73-49C1-A6FC-A6CC6BA4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32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AEA7DD7-E566-46A3-9583-B7B23240A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B11A5F-6FC9-4A5F-8587-C5F8314BFAE8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E183F6D-614C-45A8-B8D1-AFEA2A999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D92E0CA-4D6D-42DA-974F-5A586CF63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762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AEA7DD7-E566-46A3-9583-B7B23240A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B11A5F-6FC9-4A5F-8587-C5F8314BFAE8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E183F6D-614C-45A8-B8D1-AFEA2A999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D92E0CA-4D6D-42DA-974F-5A586CF63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AEA7DD7-E566-46A3-9583-B7B23240A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B11A5F-6FC9-4A5F-8587-C5F8314BFAE8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E183F6D-614C-45A8-B8D1-AFEA2A999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D92E0CA-4D6D-42DA-974F-5A586CF63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19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AEA7DD7-E566-46A3-9583-B7B23240A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B11A5F-6FC9-4A5F-8587-C5F8314BFAE8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E183F6D-614C-45A8-B8D1-AFEA2A999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D92E0CA-4D6D-42DA-974F-5A586CF63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70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BFA077C8-4507-4079-B46A-FAF476E8C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2B4ED8-8653-4E52-86BB-358FFC287D1F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BAE27DD-5973-4D4D-B598-D6D0AFFBDF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A3D51CA-C891-46FE-B030-AF8F0C708D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336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09FE9E-1D5F-4C2A-856F-68F0E1E8E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59498F-E997-4B34-A5E2-43A29466C9D1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6072EF7-D0DB-49F1-9758-F604C8CA2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B452391-7D73-49C1-A6FC-A6CC6BA4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440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E8682E21-974F-4416-810F-4A94C1923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FEA745-DD2F-45FB-AAD8-A0189B4E78A2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CC1EC3F8-ADE3-43E1-ABF6-67400CE63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BCE9AA32-3657-4CA3-8C80-9B65E4732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618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E8682E21-974F-4416-810F-4A94C1923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FEA745-DD2F-45FB-AAD8-A0189B4E78A2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CC1EC3F8-ADE3-43E1-ABF6-67400CE63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BCE9AA32-3657-4CA3-8C80-9B65E4732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5877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E8682E21-974F-4416-810F-4A94C1923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FEA745-DD2F-45FB-AAD8-A0189B4E78A2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CC1EC3F8-ADE3-43E1-ABF6-67400CE63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BCE9AA32-3657-4CA3-8C80-9B65E4732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977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E8682E21-974F-4416-810F-4A94C1923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FEA745-DD2F-45FB-AAD8-A0189B4E78A2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CC1EC3F8-ADE3-43E1-ABF6-67400CE63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BCE9AA32-3657-4CA3-8C80-9B65E4732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8343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1F2EE06-D2FF-43DA-BE8A-01A62DDCF6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3ABCC78-0F32-461D-94E0-7AA7B7E543C6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D4EC3B8-E5C6-42E3-9A68-17C7A9123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A03304C-DE13-4F52-80D3-DDF38AF3A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FD6BA015-D78A-4392-AE83-B03BC3733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5B4B33-486E-4648-99D6-88EBFB246ADC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CADC6669-1A3E-4C3D-B78B-B142F028B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DE663FCB-1DB6-4FAD-BF95-DBD5D0BDB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FD6BA015-D78A-4392-AE83-B03BC3733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5B4B33-486E-4648-99D6-88EBFB246ADC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CADC6669-1A3E-4C3D-B78B-B142F028B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DE663FCB-1DB6-4FAD-BF95-DBD5D0BDB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1067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3EB19601-42A4-48BB-BCEE-1D8830AAB2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C9E371-A09D-445C-80A3-29BD9E35F003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53E67193-9ACC-4A5D-B330-CE108FC8D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77D600F2-8302-4217-8B84-E978651E1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46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DED4825-5644-493D-ABB1-69BC21E73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9B705B-D710-4844-B603-719CD872354F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4AB469C-4F64-4DF0-AC37-AF0F23234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D7E358B-9A9D-46F2-AF72-BA39E9D97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0878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76834335-6708-40B4-849F-E2E6A5F5E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A1383E-2D55-4352-B064-B36691F89A77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31799938-7E07-4EE5-9B09-9C9BD300F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2B36FFB5-D758-418F-A5C3-D15CCEC38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A1A24DE-261C-4E77-B93C-79716AC9B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7AA642FD-8C82-4030-883B-117446EE0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029200"/>
            <a:ext cx="65119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620000" cy="1752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7526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2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6A07071-F17C-4A98-8126-CA4983F97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306D6B5-C5A4-480D-9D51-95B88B27E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AD47414-C378-4250-B88D-D89D11FBF6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F2F0A69-8627-4965-9723-934F60630D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98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729887-CA1A-44EC-8DC9-53DB7369D9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8F05FA-122D-4CB4-8FD2-110D6423B4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9537F-CEC4-416D-A154-C49AB1068D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6CB274-F3ED-4F22-9D3A-C5E5218A09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18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85DC5C-D323-4335-9439-93F2B6200D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9429FA-D45C-471A-92E5-C1C4DEA46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793A03-94FD-4613-ADA6-CAA517039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231CC8-B8FF-4D10-A3C0-EDE1D40E06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78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26174-C330-4937-9890-6EF4F007C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8F93B-026D-45B8-ADEE-2655FE088B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E5C9E-F0AD-45FA-8F0F-5C7F4AB15D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E5B04-F56F-4139-A68F-FD043BEC4E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96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8ACF4BF-0E4F-4915-ACFA-DFB351BD44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10476A-A870-434A-8C9F-696CD3EA9E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EF3779-F0AB-4A28-83A6-4E1606879A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1116EC-6A31-40EC-8CDA-93A335FE01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798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DF9DF0A-73EE-4ACD-A897-FB714365D7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9272B8-A67A-4B20-92A8-56E02E6F79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568E2D-CAAE-44B1-8FB9-B38347392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A7163E-44D2-4C51-928F-3FB8DC5E47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90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7F7B328-8FCF-4DE1-9278-979C147E82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C96EB0F-EAE2-4C28-B909-0BB9BDBD9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E9E62C7-54A3-4EDD-BC78-ADC4FF4782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7B1F57-2047-4D37-92A4-252F5D687F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8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8B36F-C623-4E7C-9896-2C37F844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CD33DB-78DD-4DC1-B0BD-34D89F967F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5F605-8B8D-4E7E-ACA5-69AC45B58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B6875C-886B-45DB-AEE1-490BB5537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80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329B2-316B-402E-8F55-62AE7C97F1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345A7-5975-48F5-AFFF-39D6C4D012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B358E-DC50-40A4-B689-9E413CF85E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42440F-575E-4542-9216-4A46DDC0F6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16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C8B39-3A33-49A2-BAFE-9346949CC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C438C0-89C1-41DC-AF9E-601934A46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9BBFE0-4A7C-41A1-9B9E-89ACDE0FD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DE488-C479-4695-869C-B2CBF9DE4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33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54013"/>
            <a:ext cx="205740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4013"/>
            <a:ext cx="6019800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7C2D9F-CFB3-43CB-981B-45C1CF32C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92CBA8-CDC9-49AB-8A57-335F3CF4AB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BE2DDA-DE22-4499-93E3-2DBF3245D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6A34BB-C9E2-4800-A376-3A0F11EF0B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326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AE8110-85EF-4E2C-B949-9439C55080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D926CC-012E-4FE1-B12C-3DBE01D929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A8AC68-6279-4725-831B-9619D72B1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5C83B3-DA0A-4F57-B6E8-CE131B0A6C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386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58D88F-8938-413E-9602-872FD8A98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540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8F6CB2-AFB9-4E8B-B6EE-B77EB2330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FEB0535-7F68-4F09-A495-E5D1AF447C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6038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054680B-DABB-4F89-89E9-48F088F050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E31F570-D4F4-49FF-A840-EDFA8D425C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60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432C1057-4A77-4076-AA32-8B691A0641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00B418EC-974A-43BE-AC2E-3F882126C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9310396-CD1D-45DA-8D97-FD865B95C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53200"/>
            <a:ext cx="8229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 2" panose="05020102010507070707" pitchFamily="18" charset="2"/>
        <a:buChar char="¡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Arial" panose="020B0604020202020204" pitchFamily="34" charset="0"/>
        <a:buChar char="-"/>
        <a:defRPr sz="2300">
          <a:solidFill>
            <a:schemeClr val="tx1"/>
          </a:solidFill>
          <a:latin typeface="+mn-lt"/>
        </a:defRPr>
      </a:lvl2pPr>
      <a:lvl3pPr marL="1022350" indent="-3508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</a:defRPr>
      </a:lvl3pPr>
      <a:lvl4pPr marL="1339850" indent="-315913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Symbol" panose="05050102010706020507" pitchFamily="18" charset="2"/>
        <a:buChar char="*"/>
        <a:defRPr sz="1700">
          <a:solidFill>
            <a:schemeClr val="tx1"/>
          </a:solidFill>
          <a:latin typeface="+mn-lt"/>
        </a:defRPr>
      </a:lvl4pPr>
      <a:lvl5pPr marL="1681163" indent="-339725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1383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955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527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5099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haitm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AB579A-0E5A-4FC3-A724-4F496C7EAE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362200"/>
            <a:ext cx="7239000" cy="914400"/>
          </a:xfrm>
        </p:spPr>
        <p:txBody>
          <a:bodyPr/>
          <a:lstStyle/>
          <a:p>
            <a:pPr algn="ctr">
              <a:defRPr/>
            </a:pPr>
            <a:r>
              <a:rPr lang="en-US" sz="440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Chương</a:t>
            </a: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 3</a:t>
            </a:r>
            <a:endParaRPr 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A643D74-5FC8-47DA-879D-F138997FA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/>
          <a:lstStyle/>
          <a:p>
            <a:pPr algn="ctr">
              <a:defRPr/>
            </a:pPr>
            <a:r>
              <a:rPr lang="en-US" sz="440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Truy</a:t>
            </a: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 </a:t>
            </a:r>
            <a:r>
              <a:rPr lang="en-US" sz="4400" err="1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vấn</a:t>
            </a: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  <a:latin typeface="Verdana"/>
                <a:ea typeface="Verdana"/>
              </a:rPr>
              <a:t> CSDL – Phần 2</a:t>
            </a:r>
            <a:endParaRPr lang="en-US"/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0583E417-2BA2-4416-96D8-7A795EA0F6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GV: TS. Trần Minh Thái – </a:t>
            </a:r>
            <a:r>
              <a:rPr lang="en-US" altLang="en-US">
                <a:hlinkClick r:id="rId2"/>
              </a:rPr>
              <a:t>thaitm@huflit.edu.vn</a:t>
            </a:r>
            <a:endParaRPr lang="en-US" altLang="en-US"/>
          </a:p>
          <a:p>
            <a:pPr eaLnBrk="1" hangingPunct="1"/>
            <a:r>
              <a:rPr lang="en-US" altLang="en-US"/>
              <a:t>Cập nhật: 23/02/2025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E48F-006A-C11F-3291-93CE292D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49219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/>
              <a:t>Nhắc lại Phép chọn và chiếu</a:t>
            </a:r>
            <a:br>
              <a:rPr lang="en-US"/>
            </a:br>
            <a:r>
              <a:rPr lang="en-US" sz="2400" i="1"/>
              <a:t>Biểu diễn bằng ĐSQH và SQL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4C689-0BB8-8764-F62D-866B812C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B28AC-CFEE-2F0E-CF7D-07A7B1A5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2</a:t>
            </a:fld>
            <a:endParaRPr lang="en-US" alt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A6CF2C9-822B-71D5-4190-FE1F2AFD7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2" y="1066800"/>
            <a:ext cx="7105649" cy="454761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B1EB3-D761-E0E7-CD90-3EBFA33CE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43000"/>
            <a:ext cx="1981199" cy="5410200"/>
          </a:xfrm>
        </p:spPr>
        <p:txBody>
          <a:bodyPr/>
          <a:lstStyle/>
          <a:p>
            <a:pPr marL="18900">
              <a:spcBef>
                <a:spcPts val="0"/>
              </a:spcBef>
              <a:buFont typeface="+mj-lt"/>
              <a:buAutoNum type="arabicPeriod"/>
            </a:pPr>
            <a:r>
              <a:rPr lang="vi-VN" sz="1900">
                <a:effectLst/>
              </a:rPr>
              <a:t>Cho biết các nhân viên nam có lương trên 25000 hoặc nhân viên nữ có lương dưới 40000</a:t>
            </a:r>
            <a:endParaRPr lang="vi-VN" sz="1900"/>
          </a:p>
          <a:p>
            <a:pPr marL="18900">
              <a:spcBef>
                <a:spcPts val="0"/>
              </a:spcBef>
              <a:buFont typeface="+mj-lt"/>
              <a:buAutoNum type="arabicPeriod"/>
            </a:pPr>
            <a:r>
              <a:rPr lang="vi-VN" sz="1900">
                <a:effectLst/>
              </a:rPr>
              <a:t>Cho biết họ tên và lương của các nhân viên làm việc ở phòng số 5</a:t>
            </a:r>
          </a:p>
          <a:p>
            <a:pPr marL="18900">
              <a:spcBef>
                <a:spcPts val="0"/>
              </a:spcBef>
              <a:buFont typeface="+mj-lt"/>
              <a:buAutoNum type="arabicPeriod"/>
            </a:pPr>
            <a:r>
              <a:rPr lang="vi-VN" sz="1900"/>
              <a:t>Cho biết mã nhân viên thực hiện đề án số 5 hoặc đề án có thời gian thực hiện dưới 20 giờ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BE4CB-2AAE-60EB-1D93-0F3230CBDB1D}"/>
              </a:ext>
            </a:extLst>
          </p:cNvPr>
          <p:cNvSpPr txBox="1"/>
          <p:nvPr/>
        </p:nvSpPr>
        <p:spPr>
          <a:xfrm>
            <a:off x="3020706" y="6026706"/>
            <a:ext cx="5666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800" i="1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(Đặt tên cột bằng tiếng Việt có dấu cho câu 2 và 3)</a:t>
            </a:r>
          </a:p>
        </p:txBody>
      </p:sp>
    </p:spTree>
    <p:extLst>
      <p:ext uri="{BB962C8B-B14F-4D97-AF65-F5344CB8AC3E}">
        <p14:creationId xmlns:p14="http://schemas.microsoft.com/office/powerpoint/2010/main" val="64719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B689-55A0-42FC-9848-8A7881CFA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6CDC4106-D391-4429-8D5C-D84B7CE9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A0164CA-FF9E-4801-90E8-C30D4B50106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B2BAD851-1477-4C76-9007-93BE4FAA1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chi tiết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E15FEFFD-78F5-41AA-9E80-6B65804A2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b="1"/>
              <a:t>Phép tích Cartesian</a:t>
            </a:r>
          </a:p>
          <a:p>
            <a:pPr marL="841375" lvl="1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Biểu diễn ĐSQH</a:t>
            </a:r>
          </a:p>
          <a:p>
            <a:pPr marL="841375" lvl="1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Ngôn ngữ SQL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b="1"/>
              <a:t>Giới thiệu phép toán tập hợp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b="1"/>
              <a:t>Phép hội </a:t>
            </a:r>
            <a:endParaRPr lang="vi-VN" sz="2400" b="1">
              <a:effectLst/>
            </a:endParaRPr>
          </a:p>
          <a:p>
            <a:pPr marL="801687" lvl="1" indent="-45720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Biểu diễn ĐSQH </a:t>
            </a:r>
          </a:p>
          <a:p>
            <a:pPr marL="801687" lvl="1" indent="-45720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Ngôn ngữ SQL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b="1"/>
              <a:t>Phép giao</a:t>
            </a:r>
          </a:p>
          <a:p>
            <a:pPr marL="841375" lvl="1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Biểu diễn ĐSQH </a:t>
            </a:r>
          </a:p>
          <a:p>
            <a:pPr marL="841375" lvl="1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Ngôn ngữ SQL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b="1"/>
              <a:t>Phép trừ </a:t>
            </a:r>
            <a:endParaRPr lang="vi-VN" sz="2400" b="1">
              <a:effectLst/>
            </a:endParaRPr>
          </a:p>
          <a:p>
            <a:pPr marL="841375" lvl="1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Biểu diễn ĐSQH </a:t>
            </a:r>
          </a:p>
          <a:p>
            <a:pPr marL="841375" lvl="1" indent="-514350">
              <a:spcBef>
                <a:spcPts val="0"/>
              </a:spcBef>
              <a:buFont typeface="+mj-lt"/>
              <a:buAutoNum type="arabicPeriod"/>
            </a:pPr>
            <a:r>
              <a:rPr lang="vi-VN" sz="2400" i="1"/>
              <a:t>Ngôn ngữ SQL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440647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491381-B725-402C-ACFD-70F829CDFE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0419" name="Slide Number Placeholder 5">
            <a:extLst>
              <a:ext uri="{FF2B5EF4-FFF2-40B4-BE49-F238E27FC236}">
                <a16:creationId xmlns:a16="http://schemas.microsoft.com/office/drawing/2014/main" id="{1E907B1C-74F2-43B2-BC28-8BEF9D75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3DB993A-47A9-448C-99E2-65C5A13AE7F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97882C82-E3D8-498B-BFB6-2B4D8ECE9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FD346411-7494-4F9C-8C06-3982CA432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Được dùng để kết hợp các bộ của các quan hệ lại với nhau</a:t>
            </a:r>
          </a:p>
          <a:p>
            <a:pPr eaLnBrk="1" hangingPunct="1"/>
            <a:r>
              <a:rPr lang="en-US" altLang="en-US"/>
              <a:t>Ký hiệu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Kết quả trả về là một quan hệ Q</a:t>
            </a:r>
          </a:p>
          <a:p>
            <a:pPr lvl="1" eaLnBrk="1" hangingPunct="1"/>
            <a:r>
              <a:rPr lang="en-US" altLang="en-US"/>
              <a:t>Mỗi bộ của Q là </a:t>
            </a:r>
            <a:r>
              <a:rPr lang="en-US" altLang="en-US" u="sng"/>
              <a:t>tổ hợp</a:t>
            </a:r>
            <a:r>
              <a:rPr lang="en-US" altLang="en-US"/>
              <a:t> giữa 1 bộ trong R và 1 bộ trong S</a:t>
            </a:r>
          </a:p>
          <a:p>
            <a:pPr lvl="1" eaLnBrk="1" hangingPunct="1"/>
            <a:r>
              <a:rPr lang="en-US" altLang="en-US"/>
              <a:t>Nếu R có u bộ và S có v bộ thì Q sẽ có u </a:t>
            </a:r>
            <a:r>
              <a:rPr lang="en-US" altLang="en-US" b="1">
                <a:sym typeface="Symbol" panose="05050102010706020507" pitchFamily="18" charset="2"/>
              </a:rPr>
              <a:t>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/>
              <a:t>v bộ</a:t>
            </a:r>
          </a:p>
          <a:p>
            <a:pPr lvl="1" eaLnBrk="1" hangingPunct="1"/>
            <a:r>
              <a:rPr lang="en-US" altLang="en-US"/>
              <a:t>Nếu R có n thuộc tính và S có m thuộc tính thì Q sẽ có  n + m thuộc tính (R</a:t>
            </a:r>
            <a:r>
              <a:rPr lang="en-US" altLang="en-US" baseline="30000"/>
              <a:t>+</a:t>
            </a:r>
            <a:r>
              <a:rPr lang="en-US" altLang="en-US"/>
              <a:t> </a:t>
            </a:r>
            <a:r>
              <a:rPr lang="en-US" altLang="en-US" b="1">
                <a:sym typeface="Symbol" panose="05050102010706020507" pitchFamily="18" charset="2"/>
              </a:rPr>
              <a:t></a:t>
            </a:r>
            <a:r>
              <a:rPr lang="en-US" altLang="en-US"/>
              <a:t> Q</a:t>
            </a:r>
            <a:r>
              <a:rPr lang="en-US" altLang="en-US" baseline="30000"/>
              <a:t>+  </a:t>
            </a:r>
            <a:r>
              <a:rPr lang="en-US" altLang="en-US" b="1">
                <a:sym typeface="Symbol" panose="05050102010706020507" pitchFamily="18" charset="2"/>
              </a:rPr>
              <a:t> </a:t>
            </a:r>
            <a:r>
              <a:rPr lang="en-US" altLang="en-US"/>
              <a:t> )</a:t>
            </a:r>
          </a:p>
        </p:txBody>
      </p:sp>
      <p:sp>
        <p:nvSpPr>
          <p:cNvPr id="60422" name="Text Box 4">
            <a:extLst>
              <a:ext uri="{FF2B5EF4-FFF2-40B4-BE49-F238E27FC236}">
                <a16:creationId xmlns:a16="http://schemas.microsoft.com/office/drawing/2014/main" id="{279BC983-07F3-4D59-B4A6-879F0A439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438400"/>
            <a:ext cx="144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>
                <a:latin typeface="Tahoma" panose="020B0604030504040204" pitchFamily="34" charset="0"/>
              </a:rPr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Date Placeholder 3">
            <a:extLst>
              <a:ext uri="{FF2B5EF4-FFF2-40B4-BE49-F238E27FC236}">
                <a16:creationId xmlns:a16="http://schemas.microsoft.com/office/drawing/2014/main" id="{83691218-DCA8-486C-AB02-7D1EF5B6C4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2467" name="Slide Number Placeholder 5">
            <a:extLst>
              <a:ext uri="{FF2B5EF4-FFF2-40B4-BE49-F238E27FC236}">
                <a16:creationId xmlns:a16="http://schemas.microsoft.com/office/drawing/2014/main" id="{D33AE3F8-A036-4F55-8D0A-6F13737B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DB9A51C-7A2E-4D36-83EF-256324A0235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C74EADB5-50CB-4A20-9BF2-FD5CAFD81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(tt)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5C0FCD7B-DBC3-4327-A983-30F6F79E7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  <a:p>
            <a:pPr eaLnBrk="1" hangingPunct="1"/>
            <a:endParaRPr lang="en-US" altLang="en-US"/>
          </a:p>
        </p:txBody>
      </p:sp>
      <p:grpSp>
        <p:nvGrpSpPr>
          <p:cNvPr id="62470" name="Group 51">
            <a:extLst>
              <a:ext uri="{FF2B5EF4-FFF2-40B4-BE49-F238E27FC236}">
                <a16:creationId xmlns:a16="http://schemas.microsoft.com/office/drawing/2014/main" id="{19DD2530-0320-40BB-A0A3-F886B845183E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117725"/>
            <a:ext cx="1447800" cy="990600"/>
            <a:chOff x="528" y="1248"/>
            <a:chExt cx="912" cy="624"/>
          </a:xfrm>
        </p:grpSpPr>
        <p:sp>
          <p:nvSpPr>
            <p:cNvPr id="62582" name="Line 6">
              <a:extLst>
                <a:ext uri="{FF2B5EF4-FFF2-40B4-BE49-F238E27FC236}">
                  <a16:creationId xmlns:a16="http://schemas.microsoft.com/office/drawing/2014/main" id="{D9588F75-D3D2-4E73-A569-78F975C01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83" name="Text Box 7">
              <a:extLst>
                <a:ext uri="{FF2B5EF4-FFF2-40B4-BE49-F238E27FC236}">
                  <a16:creationId xmlns:a16="http://schemas.microsoft.com/office/drawing/2014/main" id="{B2EA52DB-F4EB-4931-934C-1B8D9266E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2584" name="Text Box 8">
              <a:extLst>
                <a:ext uri="{FF2B5EF4-FFF2-40B4-BE49-F238E27FC236}">
                  <a16:creationId xmlns:a16="http://schemas.microsoft.com/office/drawing/2014/main" id="{9589DCFF-7249-4808-8B41-934599461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2585" name="Text Box 9">
              <a:extLst>
                <a:ext uri="{FF2B5EF4-FFF2-40B4-BE49-F238E27FC236}">
                  <a16:creationId xmlns:a16="http://schemas.microsoft.com/office/drawing/2014/main" id="{E74DA44D-D447-4DA7-902C-DB06D7E02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586" name="Line 10">
              <a:extLst>
                <a:ext uri="{FF2B5EF4-FFF2-40B4-BE49-F238E27FC236}">
                  <a16:creationId xmlns:a16="http://schemas.microsoft.com/office/drawing/2014/main" id="{6C65B6B5-E10C-44F7-A9C3-B6BC2DDEC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87" name="Line 11">
              <a:extLst>
                <a:ext uri="{FF2B5EF4-FFF2-40B4-BE49-F238E27FC236}">
                  <a16:creationId xmlns:a16="http://schemas.microsoft.com/office/drawing/2014/main" id="{BB42B99E-F67B-431C-83EC-5276C75B5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88" name="Text Box 12">
              <a:extLst>
                <a:ext uri="{FF2B5EF4-FFF2-40B4-BE49-F238E27FC236}">
                  <a16:creationId xmlns:a16="http://schemas.microsoft.com/office/drawing/2014/main" id="{E0EA8AEE-3C9B-41BE-A7E7-C58B10DC9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62589" name="Line 13">
              <a:extLst>
                <a:ext uri="{FF2B5EF4-FFF2-40B4-BE49-F238E27FC236}">
                  <a16:creationId xmlns:a16="http://schemas.microsoft.com/office/drawing/2014/main" id="{F4689F1C-F334-4FA1-8661-84E44BC7E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90" name="Text Box 15">
              <a:extLst>
                <a:ext uri="{FF2B5EF4-FFF2-40B4-BE49-F238E27FC236}">
                  <a16:creationId xmlns:a16="http://schemas.microsoft.com/office/drawing/2014/main" id="{F57F9CA4-285A-40DD-A98A-F9794A2D2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62591" name="Group 16">
              <a:extLst>
                <a:ext uri="{FF2B5EF4-FFF2-40B4-BE49-F238E27FC236}">
                  <a16:creationId xmlns:a16="http://schemas.microsoft.com/office/drawing/2014/main" id="{87A63BD3-2274-4CA4-A0E4-425D2A20F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62594" name="Line 17">
                <a:extLst>
                  <a:ext uri="{FF2B5EF4-FFF2-40B4-BE49-F238E27FC236}">
                    <a16:creationId xmlns:a16="http://schemas.microsoft.com/office/drawing/2014/main" id="{E8A1D811-76DA-40DC-9886-8A37CEE20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95" name="Line 18">
                <a:extLst>
                  <a:ext uri="{FF2B5EF4-FFF2-40B4-BE49-F238E27FC236}">
                    <a16:creationId xmlns:a16="http://schemas.microsoft.com/office/drawing/2014/main" id="{5B1E5907-39C0-4F97-9F03-A37EC84CB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96" name="Line 19">
                <a:extLst>
                  <a:ext uri="{FF2B5EF4-FFF2-40B4-BE49-F238E27FC236}">
                    <a16:creationId xmlns:a16="http://schemas.microsoft.com/office/drawing/2014/main" id="{88D69877-F44A-4178-A10B-118A09106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592" name="Text Box 20">
              <a:extLst>
                <a:ext uri="{FF2B5EF4-FFF2-40B4-BE49-F238E27FC236}">
                  <a16:creationId xmlns:a16="http://schemas.microsoft.com/office/drawing/2014/main" id="{7486210D-2882-4C24-B465-53C406C36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2593" name="Text Box 22">
              <a:extLst>
                <a:ext uri="{FF2B5EF4-FFF2-40B4-BE49-F238E27FC236}">
                  <a16:creationId xmlns:a16="http://schemas.microsoft.com/office/drawing/2014/main" id="{13E9A890-15ED-4DBC-8CDE-20FEDFE01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</p:grpSp>
      <p:grpSp>
        <p:nvGrpSpPr>
          <p:cNvPr id="4" name="Group 50">
            <a:extLst>
              <a:ext uri="{FF2B5EF4-FFF2-40B4-BE49-F238E27FC236}">
                <a16:creationId xmlns:a16="http://schemas.microsoft.com/office/drawing/2014/main" id="{364BA427-2F17-417F-BF3C-A4F76D4CA7D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717925"/>
            <a:ext cx="1905000" cy="1600200"/>
            <a:chOff x="1632" y="1248"/>
            <a:chExt cx="1200" cy="1008"/>
          </a:xfrm>
        </p:grpSpPr>
        <p:sp>
          <p:nvSpPr>
            <p:cNvPr id="62557" name="Line 24">
              <a:extLst>
                <a:ext uri="{FF2B5EF4-FFF2-40B4-BE49-F238E27FC236}">
                  <a16:creationId xmlns:a16="http://schemas.microsoft.com/office/drawing/2014/main" id="{231A85F2-911F-455C-BC06-32690CF94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440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58" name="Text Box 25">
              <a:extLst>
                <a:ext uri="{FF2B5EF4-FFF2-40B4-BE49-F238E27FC236}">
                  <a16:creationId xmlns:a16="http://schemas.microsoft.com/office/drawing/2014/main" id="{96BE9608-6714-4233-B378-71642D91A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2559" name="Text Box 26">
              <a:extLst>
                <a:ext uri="{FF2B5EF4-FFF2-40B4-BE49-F238E27FC236}">
                  <a16:creationId xmlns:a16="http://schemas.microsoft.com/office/drawing/2014/main" id="{7CFFDC75-AF6B-422C-9A0F-BEAA9A37A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2560" name="Text Box 27">
              <a:extLst>
                <a:ext uri="{FF2B5EF4-FFF2-40B4-BE49-F238E27FC236}">
                  <a16:creationId xmlns:a16="http://schemas.microsoft.com/office/drawing/2014/main" id="{0607DE49-5620-43E3-A568-3AE233CDE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561" name="Line 28">
              <a:extLst>
                <a:ext uri="{FF2B5EF4-FFF2-40B4-BE49-F238E27FC236}">
                  <a16:creationId xmlns:a16="http://schemas.microsoft.com/office/drawing/2014/main" id="{CDC9C067-B83F-4521-B393-2EB15870D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62" name="Line 29">
              <a:extLst>
                <a:ext uri="{FF2B5EF4-FFF2-40B4-BE49-F238E27FC236}">
                  <a16:creationId xmlns:a16="http://schemas.microsoft.com/office/drawing/2014/main" id="{A618A583-5110-47BF-A066-C0E1C13C3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63" name="Text Box 30">
              <a:extLst>
                <a:ext uri="{FF2B5EF4-FFF2-40B4-BE49-F238E27FC236}">
                  <a16:creationId xmlns:a16="http://schemas.microsoft.com/office/drawing/2014/main" id="{1CA761C0-E2A5-40E0-BF40-9C86ADE94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62564" name="Line 31">
              <a:extLst>
                <a:ext uri="{FF2B5EF4-FFF2-40B4-BE49-F238E27FC236}">
                  <a16:creationId xmlns:a16="http://schemas.microsoft.com/office/drawing/2014/main" id="{B8BBD727-7005-4D8B-9198-A59990818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565" name="Text Box 32">
              <a:extLst>
                <a:ext uri="{FF2B5EF4-FFF2-40B4-BE49-F238E27FC236}">
                  <a16:creationId xmlns:a16="http://schemas.microsoft.com/office/drawing/2014/main" id="{6DE299A9-06FD-483D-9120-E07142FD4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566" name="Text Box 37">
              <a:extLst>
                <a:ext uri="{FF2B5EF4-FFF2-40B4-BE49-F238E27FC236}">
                  <a16:creationId xmlns:a16="http://schemas.microsoft.com/office/drawing/2014/main" id="{627A5E60-0F94-4665-900C-A81075CAC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67" name="Text Box 38">
              <a:extLst>
                <a:ext uri="{FF2B5EF4-FFF2-40B4-BE49-F238E27FC236}">
                  <a16:creationId xmlns:a16="http://schemas.microsoft.com/office/drawing/2014/main" id="{5BB95A34-C259-4ED7-854B-4E1413F46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68" name="Text Box 39">
              <a:extLst>
                <a:ext uri="{FF2B5EF4-FFF2-40B4-BE49-F238E27FC236}">
                  <a16:creationId xmlns:a16="http://schemas.microsoft.com/office/drawing/2014/main" id="{D884B28E-ED46-4890-A62E-D80478FF2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2569" name="Text Box 40">
              <a:extLst>
                <a:ext uri="{FF2B5EF4-FFF2-40B4-BE49-F238E27FC236}">
                  <a16:creationId xmlns:a16="http://schemas.microsoft.com/office/drawing/2014/main" id="{09FB4465-50DD-40A3-83FD-2FF4B99C7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2570" name="Text Box 41">
              <a:extLst>
                <a:ext uri="{FF2B5EF4-FFF2-40B4-BE49-F238E27FC236}">
                  <a16:creationId xmlns:a16="http://schemas.microsoft.com/office/drawing/2014/main" id="{F014A7BA-FF25-447D-92FF-E18303AB1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grpSp>
          <p:nvGrpSpPr>
            <p:cNvPr id="62571" name="Group 46">
              <a:extLst>
                <a:ext uri="{FF2B5EF4-FFF2-40B4-BE49-F238E27FC236}">
                  <a16:creationId xmlns:a16="http://schemas.microsoft.com/office/drawing/2014/main" id="{A38F25FB-D3BD-431F-8B4D-7788F23E3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248"/>
              <a:ext cx="864" cy="1008"/>
              <a:chOff x="1968" y="1248"/>
              <a:chExt cx="864" cy="672"/>
            </a:xfrm>
          </p:grpSpPr>
          <p:sp>
            <p:nvSpPr>
              <p:cNvPr id="62578" name="Line 34">
                <a:extLst>
                  <a:ext uri="{FF2B5EF4-FFF2-40B4-BE49-F238E27FC236}">
                    <a16:creationId xmlns:a16="http://schemas.microsoft.com/office/drawing/2014/main" id="{47FEC739-87D4-43F2-A8AF-31DCDF6EA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79" name="Line 35">
                <a:extLst>
                  <a:ext uri="{FF2B5EF4-FFF2-40B4-BE49-F238E27FC236}">
                    <a16:creationId xmlns:a16="http://schemas.microsoft.com/office/drawing/2014/main" id="{2C5887D0-BF6F-4883-A7EE-C4CF5E32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80" name="Line 36">
                <a:extLst>
                  <a:ext uri="{FF2B5EF4-FFF2-40B4-BE49-F238E27FC236}">
                    <a16:creationId xmlns:a16="http://schemas.microsoft.com/office/drawing/2014/main" id="{9E6D5237-D2A5-4418-8940-B51B73F81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81" name="Line 42">
                <a:extLst>
                  <a:ext uri="{FF2B5EF4-FFF2-40B4-BE49-F238E27FC236}">
                    <a16:creationId xmlns:a16="http://schemas.microsoft.com/office/drawing/2014/main" id="{25683D15-60AD-490F-B8E3-6FB25D6EA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572" name="Text Box 43">
              <a:extLst>
                <a:ext uri="{FF2B5EF4-FFF2-40B4-BE49-F238E27FC236}">
                  <a16:creationId xmlns:a16="http://schemas.microsoft.com/office/drawing/2014/main" id="{B0977D7A-9C96-4FE1-BAD6-6ED70CE48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8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573" name="Text Box 44">
              <a:extLst>
                <a:ext uri="{FF2B5EF4-FFF2-40B4-BE49-F238E27FC236}">
                  <a16:creationId xmlns:a16="http://schemas.microsoft.com/office/drawing/2014/main" id="{FE5D889A-AAD8-4AF9-BD26-96BB8C73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8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2574" name="Text Box 45">
              <a:extLst>
                <a:ext uri="{FF2B5EF4-FFF2-40B4-BE49-F238E27FC236}">
                  <a16:creationId xmlns:a16="http://schemas.microsoft.com/office/drawing/2014/main" id="{EA809C24-DA21-4150-90A5-05BA1985F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8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2575" name="Text Box 47">
              <a:extLst>
                <a:ext uri="{FF2B5EF4-FFF2-40B4-BE49-F238E27FC236}">
                  <a16:creationId xmlns:a16="http://schemas.microsoft.com/office/drawing/2014/main" id="{8BDA436E-68E6-4131-9499-41539D285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2576" name="Text Box 48">
              <a:extLst>
                <a:ext uri="{FF2B5EF4-FFF2-40B4-BE49-F238E27FC236}">
                  <a16:creationId xmlns:a16="http://schemas.microsoft.com/office/drawing/2014/main" id="{B6B777D0-B0DD-492C-AD76-404E10247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77" name="Text Box 49">
              <a:extLst>
                <a:ext uri="{FF2B5EF4-FFF2-40B4-BE49-F238E27FC236}">
                  <a16:creationId xmlns:a16="http://schemas.microsoft.com/office/drawing/2014/main" id="{53114D92-7BD6-4BC3-9FB2-CCBB2F840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</p:grpSp>
      <p:grpSp>
        <p:nvGrpSpPr>
          <p:cNvPr id="6" name="Group 79">
            <a:extLst>
              <a:ext uri="{FF2B5EF4-FFF2-40B4-BE49-F238E27FC236}">
                <a16:creationId xmlns:a16="http://schemas.microsoft.com/office/drawing/2014/main" id="{DF4606D5-3B9B-439B-8523-00BF02414127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717925"/>
            <a:ext cx="1905000" cy="2301875"/>
            <a:chOff x="528" y="2304"/>
            <a:chExt cx="1200" cy="1450"/>
          </a:xfrm>
        </p:grpSpPr>
        <p:grpSp>
          <p:nvGrpSpPr>
            <p:cNvPr id="62530" name="Group 52">
              <a:extLst>
                <a:ext uri="{FF2B5EF4-FFF2-40B4-BE49-F238E27FC236}">
                  <a16:creationId xmlns:a16="http://schemas.microsoft.com/office/drawing/2014/main" id="{8F6359AC-59F2-4F8F-B8F1-121087AF2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304"/>
              <a:ext cx="1200" cy="1008"/>
              <a:chOff x="1632" y="1248"/>
              <a:chExt cx="1200" cy="1008"/>
            </a:xfrm>
          </p:grpSpPr>
          <p:sp>
            <p:nvSpPr>
              <p:cNvPr id="62532" name="Line 53">
                <a:extLst>
                  <a:ext uri="{FF2B5EF4-FFF2-40B4-BE49-F238E27FC236}">
                    <a16:creationId xmlns:a16="http://schemas.microsoft.com/office/drawing/2014/main" id="{8F7DB07A-85B8-4D7D-B9BD-6CCC5E774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44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33" name="Text Box 54">
                <a:extLst>
                  <a:ext uri="{FF2B5EF4-FFF2-40B4-BE49-F238E27FC236}">
                    <a16:creationId xmlns:a16="http://schemas.microsoft.com/office/drawing/2014/main" id="{A66BE83E-7760-445A-851B-2D3EBAEFC4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24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62534" name="Text Box 55">
                <a:extLst>
                  <a:ext uri="{FF2B5EF4-FFF2-40B4-BE49-F238E27FC236}">
                    <a16:creationId xmlns:a16="http://schemas.microsoft.com/office/drawing/2014/main" id="{850C19B4-7631-4966-951A-325E13D0B9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24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C</a:t>
                </a:r>
              </a:p>
            </p:txBody>
          </p:sp>
          <p:sp>
            <p:nvSpPr>
              <p:cNvPr id="62535" name="Text Box 56">
                <a:extLst>
                  <a:ext uri="{FF2B5EF4-FFF2-40B4-BE49-F238E27FC236}">
                    <a16:creationId xmlns:a16="http://schemas.microsoft.com/office/drawing/2014/main" id="{D5169902-DC1E-445A-948F-F52821F49D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48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</a:t>
                </a:r>
              </a:p>
            </p:txBody>
          </p:sp>
          <p:sp>
            <p:nvSpPr>
              <p:cNvPr id="62536" name="Line 57">
                <a:extLst>
                  <a:ext uri="{FF2B5EF4-FFF2-40B4-BE49-F238E27FC236}">
                    <a16:creationId xmlns:a16="http://schemas.microsoft.com/office/drawing/2014/main" id="{D1557680-5F6D-4CD3-B347-F8DB24C03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248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37" name="Line 58">
                <a:extLst>
                  <a:ext uri="{FF2B5EF4-FFF2-40B4-BE49-F238E27FC236}">
                    <a16:creationId xmlns:a16="http://schemas.microsoft.com/office/drawing/2014/main" id="{5E35CAF2-8A6D-4B2A-841C-C3CC5E068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25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38" name="Text Box 59">
                <a:extLst>
                  <a:ext uri="{FF2B5EF4-FFF2-40B4-BE49-F238E27FC236}">
                    <a16:creationId xmlns:a16="http://schemas.microsoft.com/office/drawing/2014/main" id="{B6F96EB7-4AF8-44BD-BC3C-A2AC75D8E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1248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 b="1">
                    <a:latin typeface="Tahoma" panose="020B0604030504040204" pitchFamily="34" charset="0"/>
                  </a:rPr>
                  <a:t>S</a:t>
                </a:r>
              </a:p>
            </p:txBody>
          </p:sp>
          <p:sp>
            <p:nvSpPr>
              <p:cNvPr id="62539" name="Line 60">
                <a:extLst>
                  <a:ext uri="{FF2B5EF4-FFF2-40B4-BE49-F238E27FC236}">
                    <a16:creationId xmlns:a16="http://schemas.microsoft.com/office/drawing/2014/main" id="{7FB7B18B-61C0-41D3-88F3-F1A852635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24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40" name="Text Box 61">
                <a:extLst>
                  <a:ext uri="{FF2B5EF4-FFF2-40B4-BE49-F238E27FC236}">
                    <a16:creationId xmlns:a16="http://schemas.microsoft.com/office/drawing/2014/main" id="{A01B7915-A041-440B-A086-39A4763AE6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68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</a:t>
                </a:r>
              </a:p>
            </p:txBody>
          </p:sp>
          <p:sp>
            <p:nvSpPr>
              <p:cNvPr id="62541" name="Text Box 62">
                <a:extLst>
                  <a:ext uri="{FF2B5EF4-FFF2-40B4-BE49-F238E27FC236}">
                    <a16:creationId xmlns:a16="http://schemas.microsoft.com/office/drawing/2014/main" id="{136B0EBA-993B-40C6-BF76-E31B5615CB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48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10</a:t>
                </a:r>
              </a:p>
            </p:txBody>
          </p:sp>
          <p:sp>
            <p:nvSpPr>
              <p:cNvPr id="62542" name="Text Box 63">
                <a:extLst>
                  <a:ext uri="{FF2B5EF4-FFF2-40B4-BE49-F238E27FC236}">
                    <a16:creationId xmlns:a16="http://schemas.microsoft.com/office/drawing/2014/main" id="{BA6A5475-F358-432F-94BD-2E3EC5B8E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68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10</a:t>
                </a:r>
              </a:p>
            </p:txBody>
          </p:sp>
          <p:sp>
            <p:nvSpPr>
              <p:cNvPr id="62543" name="Text Box 64">
                <a:extLst>
                  <a:ext uri="{FF2B5EF4-FFF2-40B4-BE49-F238E27FC236}">
                    <a16:creationId xmlns:a16="http://schemas.microsoft.com/office/drawing/2014/main" id="{2405FCC0-C00D-4F16-BA9E-33621B0088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124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D</a:t>
                </a:r>
              </a:p>
            </p:txBody>
          </p:sp>
          <p:sp>
            <p:nvSpPr>
              <p:cNvPr id="62544" name="Text Box 65">
                <a:extLst>
                  <a:ext uri="{FF2B5EF4-FFF2-40B4-BE49-F238E27FC236}">
                    <a16:creationId xmlns:a16="http://schemas.microsoft.com/office/drawing/2014/main" id="{1999E3F5-A740-4D80-BDB3-269FAFE9CF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148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62545" name="Text Box 66">
                <a:extLst>
                  <a:ext uri="{FF2B5EF4-FFF2-40B4-BE49-F238E27FC236}">
                    <a16:creationId xmlns:a16="http://schemas.microsoft.com/office/drawing/2014/main" id="{DF00C6B4-34AE-4BBD-A1D1-089B09741A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168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+</a:t>
                </a:r>
              </a:p>
            </p:txBody>
          </p:sp>
          <p:grpSp>
            <p:nvGrpSpPr>
              <p:cNvPr id="62546" name="Group 67">
                <a:extLst>
                  <a:ext uri="{FF2B5EF4-FFF2-40B4-BE49-F238E27FC236}">
                    <a16:creationId xmlns:a16="http://schemas.microsoft.com/office/drawing/2014/main" id="{6A048600-E9D9-46D1-9A4E-3EF8EAAC43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1248"/>
                <a:ext cx="864" cy="1008"/>
                <a:chOff x="1968" y="1248"/>
                <a:chExt cx="864" cy="672"/>
              </a:xfrm>
            </p:grpSpPr>
            <p:sp>
              <p:nvSpPr>
                <p:cNvPr id="62553" name="Line 68">
                  <a:extLst>
                    <a:ext uri="{FF2B5EF4-FFF2-40B4-BE49-F238E27FC236}">
                      <a16:creationId xmlns:a16="http://schemas.microsoft.com/office/drawing/2014/main" id="{C5B44513-26AC-4285-88B6-4B66209342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1248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2554" name="Line 69">
                  <a:extLst>
                    <a:ext uri="{FF2B5EF4-FFF2-40B4-BE49-F238E27FC236}">
                      <a16:creationId xmlns:a16="http://schemas.microsoft.com/office/drawing/2014/main" id="{CAED0897-0F17-4394-B02F-487369EFF7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1248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2555" name="Line 70">
                  <a:extLst>
                    <a:ext uri="{FF2B5EF4-FFF2-40B4-BE49-F238E27FC236}">
                      <a16:creationId xmlns:a16="http://schemas.microsoft.com/office/drawing/2014/main" id="{5D092FAE-3682-4D4A-A363-F38A9BBE9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248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2556" name="Line 71">
                  <a:extLst>
                    <a:ext uri="{FF2B5EF4-FFF2-40B4-BE49-F238E27FC236}">
                      <a16:creationId xmlns:a16="http://schemas.microsoft.com/office/drawing/2014/main" id="{A789D7D2-7F51-48F5-80E5-3D0C106F97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248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62547" name="Text Box 72">
                <a:extLst>
                  <a:ext uri="{FF2B5EF4-FFF2-40B4-BE49-F238E27FC236}">
                    <a16:creationId xmlns:a16="http://schemas.microsoft.com/office/drawing/2014/main" id="{DD6A854F-6042-4EC4-8ADB-A0B822796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872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</a:t>
                </a:r>
              </a:p>
            </p:txBody>
          </p:sp>
          <p:sp>
            <p:nvSpPr>
              <p:cNvPr id="62548" name="Text Box 73">
                <a:extLst>
                  <a:ext uri="{FF2B5EF4-FFF2-40B4-BE49-F238E27FC236}">
                    <a16:creationId xmlns:a16="http://schemas.microsoft.com/office/drawing/2014/main" id="{2461A4B3-8E3C-4489-850E-46EA0C07B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872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20</a:t>
                </a:r>
              </a:p>
            </p:txBody>
          </p:sp>
          <p:sp>
            <p:nvSpPr>
              <p:cNvPr id="62549" name="Text Box 74">
                <a:extLst>
                  <a:ext uri="{FF2B5EF4-FFF2-40B4-BE49-F238E27FC236}">
                    <a16:creationId xmlns:a16="http://schemas.microsoft.com/office/drawing/2014/main" id="{0BC7E9FF-44C0-40F4-8B48-1E73EA9388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1872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-</a:t>
                </a:r>
              </a:p>
            </p:txBody>
          </p:sp>
          <p:sp>
            <p:nvSpPr>
              <p:cNvPr id="62550" name="Text Box 75">
                <a:extLst>
                  <a:ext uri="{FF2B5EF4-FFF2-40B4-BE49-F238E27FC236}">
                    <a16:creationId xmlns:a16="http://schemas.microsoft.com/office/drawing/2014/main" id="{43389576-0EE7-4D84-8C39-2D44C37DCB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064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</a:t>
                </a:r>
              </a:p>
            </p:txBody>
          </p:sp>
          <p:sp>
            <p:nvSpPr>
              <p:cNvPr id="62551" name="Text Box 76">
                <a:extLst>
                  <a:ext uri="{FF2B5EF4-FFF2-40B4-BE49-F238E27FC236}">
                    <a16:creationId xmlns:a16="http://schemas.microsoft.com/office/drawing/2014/main" id="{14469A02-A68A-4CDF-A58E-63D041AA5C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2064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10</a:t>
                </a:r>
              </a:p>
            </p:txBody>
          </p:sp>
          <p:sp>
            <p:nvSpPr>
              <p:cNvPr id="62552" name="Text Box 77">
                <a:extLst>
                  <a:ext uri="{FF2B5EF4-FFF2-40B4-BE49-F238E27FC236}">
                    <a16:creationId xmlns:a16="http://schemas.microsoft.com/office/drawing/2014/main" id="{0675F55A-85E3-47A9-B4EC-AEFC22EA5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064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  <a:sym typeface="Symbol" panose="05050102010706020507" pitchFamily="18" charset="2"/>
                  </a:rPr>
                  <a:t>-</a:t>
                </a:r>
              </a:p>
            </p:txBody>
          </p:sp>
        </p:grpSp>
        <p:sp>
          <p:nvSpPr>
            <p:cNvPr id="62531" name="Text Box 78">
              <a:extLst>
                <a:ext uri="{FF2B5EF4-FFF2-40B4-BE49-F238E27FC236}">
                  <a16:creationId xmlns:a16="http://schemas.microsoft.com/office/drawing/2014/main" id="{295AD3BA-3341-4459-A711-6A02F66AB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408"/>
              <a:ext cx="100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3000">
                  <a:latin typeface="Tahoma" panose="020B0604030504040204" pitchFamily="34" charset="0"/>
                  <a:sym typeface="Symbol" panose="05050102010706020507" pitchFamily="18" charset="2"/>
                </a:rPr>
                <a:t></a:t>
              </a:r>
              <a:r>
                <a:rPr lang="en-US" altLang="en-US" sz="2200" baseline="-25000">
                  <a:latin typeface="Tahoma" panose="020B0604030504040204" pitchFamily="34" charset="0"/>
                  <a:sym typeface="Symbol" panose="05050102010706020507" pitchFamily="18" charset="2"/>
                </a:rPr>
                <a:t>(X,C,D) </a:t>
              </a:r>
              <a:r>
                <a:rPr lang="en-US" altLang="en-US" sz="2200">
                  <a:latin typeface="Tahoma" panose="020B0604030504040204" pitchFamily="34" charset="0"/>
                  <a:sym typeface="Symbol" panose="05050102010706020507" pitchFamily="18" charset="2"/>
                </a:rPr>
                <a:t>(S)</a:t>
              </a:r>
            </a:p>
          </p:txBody>
        </p:sp>
      </p:grpSp>
      <p:sp>
        <p:nvSpPr>
          <p:cNvPr id="62473" name="Text Box 80">
            <a:extLst>
              <a:ext uri="{FF2B5EF4-FFF2-40B4-BE49-F238E27FC236}">
                <a16:creationId xmlns:a16="http://schemas.microsoft.com/office/drawing/2014/main" id="{C02C8AA3-CB55-4585-9DF9-C1789669A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828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 </a:t>
            </a:r>
            <a:r>
              <a:rPr lang="en-US" altLang="en-US" sz="24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S</a:t>
            </a:r>
          </a:p>
        </p:txBody>
      </p:sp>
      <p:grpSp>
        <p:nvGrpSpPr>
          <p:cNvPr id="9" name="Group 140">
            <a:extLst>
              <a:ext uri="{FF2B5EF4-FFF2-40B4-BE49-F238E27FC236}">
                <a16:creationId xmlns:a16="http://schemas.microsoft.com/office/drawing/2014/main" id="{9D9DA7DF-041D-4FE0-B591-22C479DA41A4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438400"/>
            <a:ext cx="2286000" cy="2819400"/>
            <a:chOff x="3120" y="1680"/>
            <a:chExt cx="1440" cy="1776"/>
          </a:xfrm>
        </p:grpSpPr>
        <p:sp>
          <p:nvSpPr>
            <p:cNvPr id="62475" name="Line 82">
              <a:extLst>
                <a:ext uri="{FF2B5EF4-FFF2-40B4-BE49-F238E27FC236}">
                  <a16:creationId xmlns:a16="http://schemas.microsoft.com/office/drawing/2014/main" id="{750D7F68-3793-419D-84CD-11267C271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872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76" name="Text Box 83">
              <a:extLst>
                <a:ext uri="{FF2B5EF4-FFF2-40B4-BE49-F238E27FC236}">
                  <a16:creationId xmlns:a16="http://schemas.microsoft.com/office/drawing/2014/main" id="{4F502FE1-136A-43F0-A51B-3A7F9C7BD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2477" name="Text Box 84">
              <a:extLst>
                <a:ext uri="{FF2B5EF4-FFF2-40B4-BE49-F238E27FC236}">
                  <a16:creationId xmlns:a16="http://schemas.microsoft.com/office/drawing/2014/main" id="{0DF726B7-1084-4C4D-809D-7075C9D54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2478" name="Text Box 85">
              <a:extLst>
                <a:ext uri="{FF2B5EF4-FFF2-40B4-BE49-F238E27FC236}">
                  <a16:creationId xmlns:a16="http://schemas.microsoft.com/office/drawing/2014/main" id="{C9E148DE-25E2-4FFF-AABD-70CAFC89F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479" name="Line 86">
              <a:extLst>
                <a:ext uri="{FF2B5EF4-FFF2-40B4-BE49-F238E27FC236}">
                  <a16:creationId xmlns:a16="http://schemas.microsoft.com/office/drawing/2014/main" id="{C87BA9BA-4844-48D6-A1E1-04B9E3EF4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680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80" name="Line 87">
              <a:extLst>
                <a:ext uri="{FF2B5EF4-FFF2-40B4-BE49-F238E27FC236}">
                  <a16:creationId xmlns:a16="http://schemas.microsoft.com/office/drawing/2014/main" id="{D5F1480E-E7C8-4A57-AF6C-5F4577C99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456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2481" name="Text Box 90">
              <a:extLst>
                <a:ext uri="{FF2B5EF4-FFF2-40B4-BE49-F238E27FC236}">
                  <a16:creationId xmlns:a16="http://schemas.microsoft.com/office/drawing/2014/main" id="{7F5B81F6-6896-44D2-BB65-B9DA48E51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482" name="Text Box 95">
              <a:extLst>
                <a:ext uri="{FF2B5EF4-FFF2-40B4-BE49-F238E27FC236}">
                  <a16:creationId xmlns:a16="http://schemas.microsoft.com/office/drawing/2014/main" id="{C79E4CE9-AD50-4280-AB85-D9B8A1DC1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2483" name="Text Box 96">
              <a:extLst>
                <a:ext uri="{FF2B5EF4-FFF2-40B4-BE49-F238E27FC236}">
                  <a16:creationId xmlns:a16="http://schemas.microsoft.com/office/drawing/2014/main" id="{0749C039-3F55-447B-9225-4698D95BD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grpSp>
          <p:nvGrpSpPr>
            <p:cNvPr id="62484" name="Group 100">
              <a:extLst>
                <a:ext uri="{FF2B5EF4-FFF2-40B4-BE49-F238E27FC236}">
                  <a16:creationId xmlns:a16="http://schemas.microsoft.com/office/drawing/2014/main" id="{56C1E81F-03C5-47FF-A3D9-C17399D74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680"/>
              <a:ext cx="1440" cy="1776"/>
              <a:chOff x="3120" y="1968"/>
              <a:chExt cx="1440" cy="624"/>
            </a:xfrm>
          </p:grpSpPr>
          <p:sp>
            <p:nvSpPr>
              <p:cNvPr id="62524" name="Line 92">
                <a:extLst>
                  <a:ext uri="{FF2B5EF4-FFF2-40B4-BE49-F238E27FC236}">
                    <a16:creationId xmlns:a16="http://schemas.microsoft.com/office/drawing/2014/main" id="{12C7D20E-B942-4B19-9281-A945749C5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25" name="Line 93">
                <a:extLst>
                  <a:ext uri="{FF2B5EF4-FFF2-40B4-BE49-F238E27FC236}">
                    <a16:creationId xmlns:a16="http://schemas.microsoft.com/office/drawing/2014/main" id="{DF325935-D0ED-4256-8F1C-27971CDAF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26" name="Line 94">
                <a:extLst>
                  <a:ext uri="{FF2B5EF4-FFF2-40B4-BE49-F238E27FC236}">
                    <a16:creationId xmlns:a16="http://schemas.microsoft.com/office/drawing/2014/main" id="{F8BFE2FD-8071-4CFF-8237-E0CC1BFE3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27" name="Line 97">
                <a:extLst>
                  <a:ext uri="{FF2B5EF4-FFF2-40B4-BE49-F238E27FC236}">
                    <a16:creationId xmlns:a16="http://schemas.microsoft.com/office/drawing/2014/main" id="{9D7C7969-9501-4934-8BD1-830847F5B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28" name="Line 98">
                <a:extLst>
                  <a:ext uri="{FF2B5EF4-FFF2-40B4-BE49-F238E27FC236}">
                    <a16:creationId xmlns:a16="http://schemas.microsoft.com/office/drawing/2014/main" id="{21B53B9A-8F76-4558-83EA-D31897C15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529" name="Line 99">
                <a:extLst>
                  <a:ext uri="{FF2B5EF4-FFF2-40B4-BE49-F238E27FC236}">
                    <a16:creationId xmlns:a16="http://schemas.microsoft.com/office/drawing/2014/main" id="{0AC77299-75CF-4E42-A583-5F48F0904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2485" name="Text Box 101">
              <a:extLst>
                <a:ext uri="{FF2B5EF4-FFF2-40B4-BE49-F238E27FC236}">
                  <a16:creationId xmlns:a16="http://schemas.microsoft.com/office/drawing/2014/main" id="{B01C061F-8147-4A7C-A7CC-B2B5A67A4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486" name="Text Box 102">
              <a:extLst>
                <a:ext uri="{FF2B5EF4-FFF2-40B4-BE49-F238E27FC236}">
                  <a16:creationId xmlns:a16="http://schemas.microsoft.com/office/drawing/2014/main" id="{C62598D0-5678-4ACF-BE9C-1B307B141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2487" name="Text Box 103">
              <a:extLst>
                <a:ext uri="{FF2B5EF4-FFF2-40B4-BE49-F238E27FC236}">
                  <a16:creationId xmlns:a16="http://schemas.microsoft.com/office/drawing/2014/main" id="{04202612-3E42-4338-AE3C-33C357B1C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488" name="Text Box 104">
              <a:extLst>
                <a:ext uri="{FF2B5EF4-FFF2-40B4-BE49-F238E27FC236}">
                  <a16:creationId xmlns:a16="http://schemas.microsoft.com/office/drawing/2014/main" id="{DA5B8341-DD8A-4513-A1FC-CF3EA80CA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2489" name="Text Box 105">
              <a:extLst>
                <a:ext uri="{FF2B5EF4-FFF2-40B4-BE49-F238E27FC236}">
                  <a16:creationId xmlns:a16="http://schemas.microsoft.com/office/drawing/2014/main" id="{1BA0B018-0DB9-43DD-B4DF-CA8244998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490" name="Text Box 106">
              <a:extLst>
                <a:ext uri="{FF2B5EF4-FFF2-40B4-BE49-F238E27FC236}">
                  <a16:creationId xmlns:a16="http://schemas.microsoft.com/office/drawing/2014/main" id="{316950F0-06F2-4908-9A7A-75E7709F8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2491" name="Text Box 107">
              <a:extLst>
                <a:ext uri="{FF2B5EF4-FFF2-40B4-BE49-F238E27FC236}">
                  <a16:creationId xmlns:a16="http://schemas.microsoft.com/office/drawing/2014/main" id="{18C43ED4-FEEB-4A52-9637-72C9665A9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492" name="Text Box 108">
              <a:extLst>
                <a:ext uri="{FF2B5EF4-FFF2-40B4-BE49-F238E27FC236}">
                  <a16:creationId xmlns:a16="http://schemas.microsoft.com/office/drawing/2014/main" id="{57399A60-2C49-4F6E-9D0E-6DE880CEF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2493" name="Text Box 109">
              <a:extLst>
                <a:ext uri="{FF2B5EF4-FFF2-40B4-BE49-F238E27FC236}">
                  <a16:creationId xmlns:a16="http://schemas.microsoft.com/office/drawing/2014/main" id="{EF848F7A-2A63-4230-9754-1B01A3FBB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494" name="Text Box 110">
              <a:extLst>
                <a:ext uri="{FF2B5EF4-FFF2-40B4-BE49-F238E27FC236}">
                  <a16:creationId xmlns:a16="http://schemas.microsoft.com/office/drawing/2014/main" id="{61D9B420-740F-486B-9D4E-D579A5C26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2495" name="Text Box 111">
              <a:extLst>
                <a:ext uri="{FF2B5EF4-FFF2-40B4-BE49-F238E27FC236}">
                  <a16:creationId xmlns:a16="http://schemas.microsoft.com/office/drawing/2014/main" id="{22E70179-A9D2-449F-940C-E9D93406D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496" name="Text Box 112">
              <a:extLst>
                <a:ext uri="{FF2B5EF4-FFF2-40B4-BE49-F238E27FC236}">
                  <a16:creationId xmlns:a16="http://schemas.microsoft.com/office/drawing/2014/main" id="{64452B08-6DC3-459A-B09A-3BDD6715B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2497" name="Text Box 113">
              <a:extLst>
                <a:ext uri="{FF2B5EF4-FFF2-40B4-BE49-F238E27FC236}">
                  <a16:creationId xmlns:a16="http://schemas.microsoft.com/office/drawing/2014/main" id="{38AB63A4-099D-4041-8A3C-29167EAAF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62498" name="Text Box 114">
              <a:extLst>
                <a:ext uri="{FF2B5EF4-FFF2-40B4-BE49-F238E27FC236}">
                  <a16:creationId xmlns:a16="http://schemas.microsoft.com/office/drawing/2014/main" id="{C83393AE-6A88-4B00-89F3-29AA64BA4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2499" name="Text Box 115">
              <a:extLst>
                <a:ext uri="{FF2B5EF4-FFF2-40B4-BE49-F238E27FC236}">
                  <a16:creationId xmlns:a16="http://schemas.microsoft.com/office/drawing/2014/main" id="{F9232F94-E32E-4A45-B997-023F7D0FF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500" name="Text Box 116">
              <a:extLst>
                <a:ext uri="{FF2B5EF4-FFF2-40B4-BE49-F238E27FC236}">
                  <a16:creationId xmlns:a16="http://schemas.microsoft.com/office/drawing/2014/main" id="{6B07E58A-A9B7-433A-BA12-16ABFEB8A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2501" name="Text Box 117">
              <a:extLst>
                <a:ext uri="{FF2B5EF4-FFF2-40B4-BE49-F238E27FC236}">
                  <a16:creationId xmlns:a16="http://schemas.microsoft.com/office/drawing/2014/main" id="{833EC8CB-2A72-44F0-96EA-02A8708D0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02" name="Text Box 118">
              <a:extLst>
                <a:ext uri="{FF2B5EF4-FFF2-40B4-BE49-F238E27FC236}">
                  <a16:creationId xmlns:a16="http://schemas.microsoft.com/office/drawing/2014/main" id="{FF93021E-07B8-4907-A23C-F4A5B9B4B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03" name="Text Box 119">
              <a:extLst>
                <a:ext uri="{FF2B5EF4-FFF2-40B4-BE49-F238E27FC236}">
                  <a16:creationId xmlns:a16="http://schemas.microsoft.com/office/drawing/2014/main" id="{BEA86791-8CBC-4CC8-B5AE-6A328817E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504" name="Text Box 120">
              <a:extLst>
                <a:ext uri="{FF2B5EF4-FFF2-40B4-BE49-F238E27FC236}">
                  <a16:creationId xmlns:a16="http://schemas.microsoft.com/office/drawing/2014/main" id="{2367D8AC-18BE-43A2-86CA-56D717B12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05" name="Text Box 121">
              <a:extLst>
                <a:ext uri="{FF2B5EF4-FFF2-40B4-BE49-F238E27FC236}">
                  <a16:creationId xmlns:a16="http://schemas.microsoft.com/office/drawing/2014/main" id="{4CE5FB52-F1CA-4798-95C0-B9F67525F3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506" name="Text Box 122">
              <a:extLst>
                <a:ext uri="{FF2B5EF4-FFF2-40B4-BE49-F238E27FC236}">
                  <a16:creationId xmlns:a16="http://schemas.microsoft.com/office/drawing/2014/main" id="{627FE505-2B24-4D45-A3E1-3730C6FE4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07" name="Text Box 123">
              <a:extLst>
                <a:ext uri="{FF2B5EF4-FFF2-40B4-BE49-F238E27FC236}">
                  <a16:creationId xmlns:a16="http://schemas.microsoft.com/office/drawing/2014/main" id="{89A116A1-D233-41DA-BFA1-B85D1D58F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508" name="Text Box 124">
              <a:extLst>
                <a:ext uri="{FF2B5EF4-FFF2-40B4-BE49-F238E27FC236}">
                  <a16:creationId xmlns:a16="http://schemas.microsoft.com/office/drawing/2014/main" id="{C542FB26-2412-492D-B02F-93A3805CB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2509" name="Text Box 125">
              <a:extLst>
                <a:ext uri="{FF2B5EF4-FFF2-40B4-BE49-F238E27FC236}">
                  <a16:creationId xmlns:a16="http://schemas.microsoft.com/office/drawing/2014/main" id="{3B83CE1B-12DD-4E5D-8414-F1CE0B625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2510" name="Text Box 126">
              <a:extLst>
                <a:ext uri="{FF2B5EF4-FFF2-40B4-BE49-F238E27FC236}">
                  <a16:creationId xmlns:a16="http://schemas.microsoft.com/office/drawing/2014/main" id="{B79CD014-C468-468C-BBEB-59955D7B6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11" name="Text Box 127">
              <a:extLst>
                <a:ext uri="{FF2B5EF4-FFF2-40B4-BE49-F238E27FC236}">
                  <a16:creationId xmlns:a16="http://schemas.microsoft.com/office/drawing/2014/main" id="{7255E746-D999-4543-B3C5-3455FF2D6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2512" name="Text Box 128">
              <a:extLst>
                <a:ext uri="{FF2B5EF4-FFF2-40B4-BE49-F238E27FC236}">
                  <a16:creationId xmlns:a16="http://schemas.microsoft.com/office/drawing/2014/main" id="{3635D80E-18FB-438E-80FE-377091D3A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2513" name="Text Box 129">
              <a:extLst>
                <a:ext uri="{FF2B5EF4-FFF2-40B4-BE49-F238E27FC236}">
                  <a16:creationId xmlns:a16="http://schemas.microsoft.com/office/drawing/2014/main" id="{6437A00B-83A1-4DBD-9B51-029088568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2514" name="Text Box 130">
              <a:extLst>
                <a:ext uri="{FF2B5EF4-FFF2-40B4-BE49-F238E27FC236}">
                  <a16:creationId xmlns:a16="http://schemas.microsoft.com/office/drawing/2014/main" id="{CE9A9F91-09B1-481E-A591-E03B9460B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2515" name="Text Box 131">
              <a:extLst>
                <a:ext uri="{FF2B5EF4-FFF2-40B4-BE49-F238E27FC236}">
                  <a16:creationId xmlns:a16="http://schemas.microsoft.com/office/drawing/2014/main" id="{41C7D901-285F-47D1-A6A9-116AC0D5F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2516" name="Text Box 132">
              <a:extLst>
                <a:ext uri="{FF2B5EF4-FFF2-40B4-BE49-F238E27FC236}">
                  <a16:creationId xmlns:a16="http://schemas.microsoft.com/office/drawing/2014/main" id="{AF284D0E-CA89-4454-AB06-04F9B4DC3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2517" name="Text Box 133">
              <a:extLst>
                <a:ext uri="{FF2B5EF4-FFF2-40B4-BE49-F238E27FC236}">
                  <a16:creationId xmlns:a16="http://schemas.microsoft.com/office/drawing/2014/main" id="{B86E0E2E-AD9B-4E75-83A7-85DC9F0C7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2518" name="Text Box 134">
              <a:extLst>
                <a:ext uri="{FF2B5EF4-FFF2-40B4-BE49-F238E27FC236}">
                  <a16:creationId xmlns:a16="http://schemas.microsoft.com/office/drawing/2014/main" id="{35B0BA24-FC05-42D3-8864-694600773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2519" name="Text Box 135">
              <a:extLst>
                <a:ext uri="{FF2B5EF4-FFF2-40B4-BE49-F238E27FC236}">
                  <a16:creationId xmlns:a16="http://schemas.microsoft.com/office/drawing/2014/main" id="{1C79F9E0-6061-42CF-953F-D22D8FB47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2520" name="Text Box 136">
              <a:extLst>
                <a:ext uri="{FF2B5EF4-FFF2-40B4-BE49-F238E27FC236}">
                  <a16:creationId xmlns:a16="http://schemas.microsoft.com/office/drawing/2014/main" id="{75E12B54-AE16-4072-A359-795F64ECC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2521" name="Text Box 137">
              <a:extLst>
                <a:ext uri="{FF2B5EF4-FFF2-40B4-BE49-F238E27FC236}">
                  <a16:creationId xmlns:a16="http://schemas.microsoft.com/office/drawing/2014/main" id="{DB4155E1-F9D1-4C62-A2EA-81FD51D2E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2522" name="Text Box 138">
              <a:extLst>
                <a:ext uri="{FF2B5EF4-FFF2-40B4-BE49-F238E27FC236}">
                  <a16:creationId xmlns:a16="http://schemas.microsoft.com/office/drawing/2014/main" id="{1451D26A-139D-47C8-A688-F4449E0B7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2523" name="Text Box 139">
              <a:extLst>
                <a:ext uri="{FF2B5EF4-FFF2-40B4-BE49-F238E27FC236}">
                  <a16:creationId xmlns:a16="http://schemas.microsoft.com/office/drawing/2014/main" id="{B063B17C-362B-4C00-B9FE-4A30105E0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ate Placeholder 3">
            <a:extLst>
              <a:ext uri="{FF2B5EF4-FFF2-40B4-BE49-F238E27FC236}">
                <a16:creationId xmlns:a16="http://schemas.microsoft.com/office/drawing/2014/main" id="{1ED5CA71-9AE2-4685-8F7C-C5D2532483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4515" name="Slide Number Placeholder 5">
            <a:extLst>
              <a:ext uri="{FF2B5EF4-FFF2-40B4-BE49-F238E27FC236}">
                <a16:creationId xmlns:a16="http://schemas.microsoft.com/office/drawing/2014/main" id="{F26C81E0-6CB6-465B-9123-84AF1168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309EF4D-27A0-4931-96CC-D357ADA32A3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C2145358-C88E-493F-9D0C-4E1FBC019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(tt)</a:t>
            </a: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C888C262-A3EC-45CC-AC97-77D02814D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  <a:p>
            <a:pPr eaLnBrk="1" hangingPunct="1"/>
            <a:endParaRPr lang="en-US" altLang="en-US"/>
          </a:p>
        </p:txBody>
      </p:sp>
      <p:grpSp>
        <p:nvGrpSpPr>
          <p:cNvPr id="64518" name="Group 4">
            <a:extLst>
              <a:ext uri="{FF2B5EF4-FFF2-40B4-BE49-F238E27FC236}">
                <a16:creationId xmlns:a16="http://schemas.microsoft.com/office/drawing/2014/main" id="{96D457FA-DFAA-42E8-B196-E22FE834EBD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057400"/>
            <a:ext cx="1447800" cy="990600"/>
            <a:chOff x="528" y="1248"/>
            <a:chExt cx="912" cy="624"/>
          </a:xfrm>
        </p:grpSpPr>
        <p:sp>
          <p:nvSpPr>
            <p:cNvPr id="64609" name="Line 5">
              <a:extLst>
                <a:ext uri="{FF2B5EF4-FFF2-40B4-BE49-F238E27FC236}">
                  <a16:creationId xmlns:a16="http://schemas.microsoft.com/office/drawing/2014/main" id="{3230CE04-69DF-440D-B286-F50E0013F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610" name="Text Box 6">
              <a:extLst>
                <a:ext uri="{FF2B5EF4-FFF2-40B4-BE49-F238E27FC236}">
                  <a16:creationId xmlns:a16="http://schemas.microsoft.com/office/drawing/2014/main" id="{FD117A77-DB4C-4871-875B-26289A35F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4611" name="Text Box 7">
              <a:extLst>
                <a:ext uri="{FF2B5EF4-FFF2-40B4-BE49-F238E27FC236}">
                  <a16:creationId xmlns:a16="http://schemas.microsoft.com/office/drawing/2014/main" id="{525140BD-316B-44F9-A8BF-3971DD3E4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4612" name="Text Box 8">
              <a:extLst>
                <a:ext uri="{FF2B5EF4-FFF2-40B4-BE49-F238E27FC236}">
                  <a16:creationId xmlns:a16="http://schemas.microsoft.com/office/drawing/2014/main" id="{E5682874-075B-45BF-9039-E0DFBD4FB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4613" name="Line 9">
              <a:extLst>
                <a:ext uri="{FF2B5EF4-FFF2-40B4-BE49-F238E27FC236}">
                  <a16:creationId xmlns:a16="http://schemas.microsoft.com/office/drawing/2014/main" id="{E806D622-7179-47C4-9EA1-359609404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614" name="Line 10">
              <a:extLst>
                <a:ext uri="{FF2B5EF4-FFF2-40B4-BE49-F238E27FC236}">
                  <a16:creationId xmlns:a16="http://schemas.microsoft.com/office/drawing/2014/main" id="{52256266-CE42-4511-B2A8-EBE4092C4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615" name="Text Box 11">
              <a:extLst>
                <a:ext uri="{FF2B5EF4-FFF2-40B4-BE49-F238E27FC236}">
                  <a16:creationId xmlns:a16="http://schemas.microsoft.com/office/drawing/2014/main" id="{71D01684-A9B2-448E-A1FF-1603B84BE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64616" name="Line 12">
              <a:extLst>
                <a:ext uri="{FF2B5EF4-FFF2-40B4-BE49-F238E27FC236}">
                  <a16:creationId xmlns:a16="http://schemas.microsoft.com/office/drawing/2014/main" id="{31EE71F3-2644-4572-848E-9CB89F244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617" name="Text Box 13">
              <a:extLst>
                <a:ext uri="{FF2B5EF4-FFF2-40B4-BE49-F238E27FC236}">
                  <a16:creationId xmlns:a16="http://schemas.microsoft.com/office/drawing/2014/main" id="{1663C534-2A53-4324-A850-0C5167349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64618" name="Group 14">
              <a:extLst>
                <a:ext uri="{FF2B5EF4-FFF2-40B4-BE49-F238E27FC236}">
                  <a16:creationId xmlns:a16="http://schemas.microsoft.com/office/drawing/2014/main" id="{DFCF14F1-D182-4B77-A707-AA974C0682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64621" name="Line 15">
                <a:extLst>
                  <a:ext uri="{FF2B5EF4-FFF2-40B4-BE49-F238E27FC236}">
                    <a16:creationId xmlns:a16="http://schemas.microsoft.com/office/drawing/2014/main" id="{49D7A894-D1D2-4D4C-861A-B7904066E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622" name="Line 16">
                <a:extLst>
                  <a:ext uri="{FF2B5EF4-FFF2-40B4-BE49-F238E27FC236}">
                    <a16:creationId xmlns:a16="http://schemas.microsoft.com/office/drawing/2014/main" id="{78FA792E-8B1B-4F2F-A932-9C7C5E268F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623" name="Line 17">
                <a:extLst>
                  <a:ext uri="{FF2B5EF4-FFF2-40B4-BE49-F238E27FC236}">
                    <a16:creationId xmlns:a16="http://schemas.microsoft.com/office/drawing/2014/main" id="{AC5B8566-49AD-4E46-A17E-3D4137F36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4619" name="Text Box 18">
              <a:extLst>
                <a:ext uri="{FF2B5EF4-FFF2-40B4-BE49-F238E27FC236}">
                  <a16:creationId xmlns:a16="http://schemas.microsoft.com/office/drawing/2014/main" id="{900C037D-B9F4-49D3-8C0C-AE8C4F0FC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4620" name="Text Box 19">
              <a:extLst>
                <a:ext uri="{FF2B5EF4-FFF2-40B4-BE49-F238E27FC236}">
                  <a16:creationId xmlns:a16="http://schemas.microsoft.com/office/drawing/2014/main" id="{BE3849C1-46CE-4CAD-A617-F0B7B314F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</p:grpSp>
      <p:grpSp>
        <p:nvGrpSpPr>
          <p:cNvPr id="64519" name="Group 20">
            <a:extLst>
              <a:ext uri="{FF2B5EF4-FFF2-40B4-BE49-F238E27FC236}">
                <a16:creationId xmlns:a16="http://schemas.microsoft.com/office/drawing/2014/main" id="{514A3B6E-C97B-4086-92F7-04A51F1B6AB1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657600"/>
            <a:ext cx="1905000" cy="1600200"/>
            <a:chOff x="1632" y="1248"/>
            <a:chExt cx="1200" cy="1008"/>
          </a:xfrm>
        </p:grpSpPr>
        <p:sp>
          <p:nvSpPr>
            <p:cNvPr id="64584" name="Line 21">
              <a:extLst>
                <a:ext uri="{FF2B5EF4-FFF2-40B4-BE49-F238E27FC236}">
                  <a16:creationId xmlns:a16="http://schemas.microsoft.com/office/drawing/2014/main" id="{0B0A5680-CF70-4EE4-882B-554DA59E2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440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585" name="Text Box 22">
              <a:extLst>
                <a:ext uri="{FF2B5EF4-FFF2-40B4-BE49-F238E27FC236}">
                  <a16:creationId xmlns:a16="http://schemas.microsoft.com/office/drawing/2014/main" id="{B43CFC21-113B-4812-952C-019854111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4586" name="Text Box 23">
              <a:extLst>
                <a:ext uri="{FF2B5EF4-FFF2-40B4-BE49-F238E27FC236}">
                  <a16:creationId xmlns:a16="http://schemas.microsoft.com/office/drawing/2014/main" id="{872C17FE-8E08-4D4F-ACCD-C1E8D4CF3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4587" name="Text Box 24">
              <a:extLst>
                <a:ext uri="{FF2B5EF4-FFF2-40B4-BE49-F238E27FC236}">
                  <a16:creationId xmlns:a16="http://schemas.microsoft.com/office/drawing/2014/main" id="{E79C35BA-580F-4735-A2FD-260B7002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4588" name="Line 25">
              <a:extLst>
                <a:ext uri="{FF2B5EF4-FFF2-40B4-BE49-F238E27FC236}">
                  <a16:creationId xmlns:a16="http://schemas.microsoft.com/office/drawing/2014/main" id="{9D09F34C-A03B-4FD7-B71F-D44C67854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589" name="Line 26">
              <a:extLst>
                <a:ext uri="{FF2B5EF4-FFF2-40B4-BE49-F238E27FC236}">
                  <a16:creationId xmlns:a16="http://schemas.microsoft.com/office/drawing/2014/main" id="{1DE2BE45-C6D2-4EA2-9A98-50D6EBA5C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590" name="Text Box 27">
              <a:extLst>
                <a:ext uri="{FF2B5EF4-FFF2-40B4-BE49-F238E27FC236}">
                  <a16:creationId xmlns:a16="http://schemas.microsoft.com/office/drawing/2014/main" id="{1AF327D2-BDF8-4DA4-9EB4-E1DB9020D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64591" name="Line 28">
              <a:extLst>
                <a:ext uri="{FF2B5EF4-FFF2-40B4-BE49-F238E27FC236}">
                  <a16:creationId xmlns:a16="http://schemas.microsoft.com/office/drawing/2014/main" id="{E424E350-6645-425A-8C11-AA29C6554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4592" name="Text Box 29">
              <a:extLst>
                <a:ext uri="{FF2B5EF4-FFF2-40B4-BE49-F238E27FC236}">
                  <a16:creationId xmlns:a16="http://schemas.microsoft.com/office/drawing/2014/main" id="{784305F2-A7FE-48A0-B71A-64C6F7823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4593" name="Text Box 30">
              <a:extLst>
                <a:ext uri="{FF2B5EF4-FFF2-40B4-BE49-F238E27FC236}">
                  <a16:creationId xmlns:a16="http://schemas.microsoft.com/office/drawing/2014/main" id="{8EA9D5EF-CA17-42E3-9A85-039AD1078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4594" name="Text Box 31">
              <a:extLst>
                <a:ext uri="{FF2B5EF4-FFF2-40B4-BE49-F238E27FC236}">
                  <a16:creationId xmlns:a16="http://schemas.microsoft.com/office/drawing/2014/main" id="{A01AC13C-7D67-4502-B35F-F92033AAC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4595" name="Text Box 32">
              <a:extLst>
                <a:ext uri="{FF2B5EF4-FFF2-40B4-BE49-F238E27FC236}">
                  <a16:creationId xmlns:a16="http://schemas.microsoft.com/office/drawing/2014/main" id="{891AEB17-8168-436C-989D-66C4EA077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4596" name="Text Box 33">
              <a:extLst>
                <a:ext uri="{FF2B5EF4-FFF2-40B4-BE49-F238E27FC236}">
                  <a16:creationId xmlns:a16="http://schemas.microsoft.com/office/drawing/2014/main" id="{8F1D24AD-65D3-4EA7-91BA-8AD02D05B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4597" name="Text Box 34">
              <a:extLst>
                <a:ext uri="{FF2B5EF4-FFF2-40B4-BE49-F238E27FC236}">
                  <a16:creationId xmlns:a16="http://schemas.microsoft.com/office/drawing/2014/main" id="{898A91E6-3A3A-444E-B16E-1906C879E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grpSp>
          <p:nvGrpSpPr>
            <p:cNvPr id="64598" name="Group 35">
              <a:extLst>
                <a:ext uri="{FF2B5EF4-FFF2-40B4-BE49-F238E27FC236}">
                  <a16:creationId xmlns:a16="http://schemas.microsoft.com/office/drawing/2014/main" id="{42F5B8E9-AC12-47E3-9F90-216C2076A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248"/>
              <a:ext cx="864" cy="1008"/>
              <a:chOff x="1968" y="1248"/>
              <a:chExt cx="864" cy="672"/>
            </a:xfrm>
          </p:grpSpPr>
          <p:sp>
            <p:nvSpPr>
              <p:cNvPr id="64605" name="Line 36">
                <a:extLst>
                  <a:ext uri="{FF2B5EF4-FFF2-40B4-BE49-F238E27FC236}">
                    <a16:creationId xmlns:a16="http://schemas.microsoft.com/office/drawing/2014/main" id="{37451392-7F71-4F63-85A8-D575082B1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606" name="Line 37">
                <a:extLst>
                  <a:ext uri="{FF2B5EF4-FFF2-40B4-BE49-F238E27FC236}">
                    <a16:creationId xmlns:a16="http://schemas.microsoft.com/office/drawing/2014/main" id="{5CA7E9EF-1C82-4C5E-9746-E04E53D60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607" name="Line 38">
                <a:extLst>
                  <a:ext uri="{FF2B5EF4-FFF2-40B4-BE49-F238E27FC236}">
                    <a16:creationId xmlns:a16="http://schemas.microsoft.com/office/drawing/2014/main" id="{C4284243-18D8-4AD3-8139-21F6C398C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608" name="Line 39">
                <a:extLst>
                  <a:ext uri="{FF2B5EF4-FFF2-40B4-BE49-F238E27FC236}">
                    <a16:creationId xmlns:a16="http://schemas.microsoft.com/office/drawing/2014/main" id="{5180DC98-1254-4CFA-B77E-1030C8FC1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248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4599" name="Text Box 40">
              <a:extLst>
                <a:ext uri="{FF2B5EF4-FFF2-40B4-BE49-F238E27FC236}">
                  <a16:creationId xmlns:a16="http://schemas.microsoft.com/office/drawing/2014/main" id="{CE7D3D04-1B8C-4A10-AA9F-DC091BD6C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8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4600" name="Text Box 41">
              <a:extLst>
                <a:ext uri="{FF2B5EF4-FFF2-40B4-BE49-F238E27FC236}">
                  <a16:creationId xmlns:a16="http://schemas.microsoft.com/office/drawing/2014/main" id="{F0BD334A-88DF-45A1-9073-C41FC159A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8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4601" name="Text Box 42">
              <a:extLst>
                <a:ext uri="{FF2B5EF4-FFF2-40B4-BE49-F238E27FC236}">
                  <a16:creationId xmlns:a16="http://schemas.microsoft.com/office/drawing/2014/main" id="{A64D6E6A-484E-413E-B0C8-7D27F937B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8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4602" name="Text Box 43">
              <a:extLst>
                <a:ext uri="{FF2B5EF4-FFF2-40B4-BE49-F238E27FC236}">
                  <a16:creationId xmlns:a16="http://schemas.microsoft.com/office/drawing/2014/main" id="{E61B6F8A-8BFD-4BB8-B802-DDD3B2195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4603" name="Text Box 44">
              <a:extLst>
                <a:ext uri="{FF2B5EF4-FFF2-40B4-BE49-F238E27FC236}">
                  <a16:creationId xmlns:a16="http://schemas.microsoft.com/office/drawing/2014/main" id="{0DFC13B1-4554-4F52-A5B5-35AD263DC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4604" name="Text Box 45">
              <a:extLst>
                <a:ext uri="{FF2B5EF4-FFF2-40B4-BE49-F238E27FC236}">
                  <a16:creationId xmlns:a16="http://schemas.microsoft.com/office/drawing/2014/main" id="{ADC82F3D-B2FF-44B7-8A7C-E878D1404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0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</p:grpSp>
      <p:grpSp>
        <p:nvGrpSpPr>
          <p:cNvPr id="64520" name="Group 138">
            <a:extLst>
              <a:ext uri="{FF2B5EF4-FFF2-40B4-BE49-F238E27FC236}">
                <a16:creationId xmlns:a16="http://schemas.microsoft.com/office/drawing/2014/main" id="{D6F5A5F2-A143-47AE-9C92-BB650C028C59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524000"/>
            <a:ext cx="3505200" cy="3581400"/>
            <a:chOff x="2400" y="1008"/>
            <a:chExt cx="2208" cy="2256"/>
          </a:xfrm>
        </p:grpSpPr>
        <p:sp>
          <p:nvSpPr>
            <p:cNvPr id="64521" name="Rectangle 131">
              <a:extLst>
                <a:ext uri="{FF2B5EF4-FFF2-40B4-BE49-F238E27FC236}">
                  <a16:creationId xmlns:a16="http://schemas.microsoft.com/office/drawing/2014/main" id="{FB01C011-5B66-4C71-86B1-1C9ADE90C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488"/>
              <a:ext cx="576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64522" name="Text Box 132">
              <a:extLst>
                <a:ext uri="{FF2B5EF4-FFF2-40B4-BE49-F238E27FC236}">
                  <a16:creationId xmlns:a16="http://schemas.microsoft.com/office/drawing/2014/main" id="{8A5F51F6-0D02-4150-8CA1-D24D20087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008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600">
                  <a:latin typeface="Tahoma" panose="020B0604030504040204" pitchFamily="34" charset="0"/>
                </a:rPr>
                <a:t>unambiguous</a:t>
              </a:r>
            </a:p>
          </p:txBody>
        </p:sp>
        <p:sp>
          <p:nvSpPr>
            <p:cNvPr id="64523" name="Line 133">
              <a:extLst>
                <a:ext uri="{FF2B5EF4-FFF2-40B4-BE49-F238E27FC236}">
                  <a16:creationId xmlns:a16="http://schemas.microsoft.com/office/drawing/2014/main" id="{B56D6DCC-C992-46AA-B2BE-F1C68CDDB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1200"/>
              <a:ext cx="57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64524" name="Group 137">
              <a:extLst>
                <a:ext uri="{FF2B5EF4-FFF2-40B4-BE49-F238E27FC236}">
                  <a16:creationId xmlns:a16="http://schemas.microsoft.com/office/drawing/2014/main" id="{382AAE33-AE85-4C75-899C-0E1F6F0B8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468"/>
              <a:ext cx="1920" cy="1796"/>
              <a:chOff x="2400" y="1468"/>
              <a:chExt cx="1920" cy="1796"/>
            </a:xfrm>
          </p:grpSpPr>
          <p:grpSp>
            <p:nvGrpSpPr>
              <p:cNvPr id="64525" name="Group 75">
                <a:extLst>
                  <a:ext uri="{FF2B5EF4-FFF2-40B4-BE49-F238E27FC236}">
                    <a16:creationId xmlns:a16="http://schemas.microsoft.com/office/drawing/2014/main" id="{9132F900-1A11-4361-8BA7-44BBE498EC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1488"/>
                <a:ext cx="1440" cy="1776"/>
                <a:chOff x="3120" y="1680"/>
                <a:chExt cx="1440" cy="1776"/>
              </a:xfrm>
            </p:grpSpPr>
            <p:sp>
              <p:nvSpPr>
                <p:cNvPr id="64529" name="Line 76">
                  <a:extLst>
                    <a:ext uri="{FF2B5EF4-FFF2-40B4-BE49-F238E27FC236}">
                      <a16:creationId xmlns:a16="http://schemas.microsoft.com/office/drawing/2014/main" id="{533764E1-DEA6-474A-A362-F88C4C812B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4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4530" name="Text Box 77">
                  <a:extLst>
                    <a:ext uri="{FF2B5EF4-FFF2-40B4-BE49-F238E27FC236}">
                      <a16:creationId xmlns:a16="http://schemas.microsoft.com/office/drawing/2014/main" id="{AA1E8AB5-5C2E-4F1F-80A5-F1E41C0554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16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</a:rPr>
                    <a:t>A</a:t>
                  </a:r>
                </a:p>
              </p:txBody>
            </p:sp>
            <p:sp>
              <p:nvSpPr>
                <p:cNvPr id="64531" name="Text Box 78">
                  <a:extLst>
                    <a:ext uri="{FF2B5EF4-FFF2-40B4-BE49-F238E27FC236}">
                      <a16:creationId xmlns:a16="http://schemas.microsoft.com/office/drawing/2014/main" id="{1AD9F577-71FE-404E-91CE-A0C3473F58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6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</a:rPr>
                    <a:t>R.B</a:t>
                  </a:r>
                </a:p>
              </p:txBody>
            </p:sp>
            <p:sp>
              <p:nvSpPr>
                <p:cNvPr id="64532" name="Text Box 79">
                  <a:extLst>
                    <a:ext uri="{FF2B5EF4-FFF2-40B4-BE49-F238E27FC236}">
                      <a16:creationId xmlns:a16="http://schemas.microsoft.com/office/drawing/2014/main" id="{E17AE612-C268-4FAC-9899-954F743B2F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192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</a:t>
                  </a:r>
                </a:p>
              </p:txBody>
            </p:sp>
            <p:sp>
              <p:nvSpPr>
                <p:cNvPr id="64533" name="Line 80">
                  <a:extLst>
                    <a:ext uri="{FF2B5EF4-FFF2-40B4-BE49-F238E27FC236}">
                      <a16:creationId xmlns:a16="http://schemas.microsoft.com/office/drawing/2014/main" id="{DBB6ED80-E047-4E42-9049-26255873F9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680"/>
                  <a:ext cx="14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4534" name="Line 81">
                  <a:extLst>
                    <a:ext uri="{FF2B5EF4-FFF2-40B4-BE49-F238E27FC236}">
                      <a16:creationId xmlns:a16="http://schemas.microsoft.com/office/drawing/2014/main" id="{57E5A36F-F562-40C5-88BB-338736AA43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3456"/>
                  <a:ext cx="14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64535" name="Text Box 82">
                  <a:extLst>
                    <a:ext uri="{FF2B5EF4-FFF2-40B4-BE49-F238E27FC236}">
                      <a16:creationId xmlns:a16="http://schemas.microsoft.com/office/drawing/2014/main" id="{C904141B-CAF0-4D1A-97DB-EB62A5E9ED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2688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36" name="Text Box 83">
                  <a:extLst>
                    <a:ext uri="{FF2B5EF4-FFF2-40B4-BE49-F238E27FC236}">
                      <a16:creationId xmlns:a16="http://schemas.microsoft.com/office/drawing/2014/main" id="{37E95970-30B9-4F68-9C6E-753B0C1D5D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92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</a:t>
                  </a:r>
                </a:p>
              </p:txBody>
            </p:sp>
            <p:sp>
              <p:nvSpPr>
                <p:cNvPr id="64537" name="Text Box 84">
                  <a:extLst>
                    <a:ext uri="{FF2B5EF4-FFF2-40B4-BE49-F238E27FC236}">
                      <a16:creationId xmlns:a16="http://schemas.microsoft.com/office/drawing/2014/main" id="{E7BADF59-7E83-4F3C-B8EA-F0F5323A88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688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2</a:t>
                  </a:r>
                </a:p>
              </p:txBody>
            </p:sp>
            <p:grpSp>
              <p:nvGrpSpPr>
                <p:cNvPr id="64538" name="Group 85">
                  <a:extLst>
                    <a:ext uri="{FF2B5EF4-FFF2-40B4-BE49-F238E27FC236}">
                      <a16:creationId xmlns:a16="http://schemas.microsoft.com/office/drawing/2014/main" id="{8ED64555-F2E9-450D-B08D-085537CEE0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0" y="1680"/>
                  <a:ext cx="1440" cy="1776"/>
                  <a:chOff x="3120" y="1968"/>
                  <a:chExt cx="1440" cy="624"/>
                </a:xfrm>
              </p:grpSpPr>
              <p:sp>
                <p:nvSpPr>
                  <p:cNvPr id="64578" name="Line 86">
                    <a:extLst>
                      <a:ext uri="{FF2B5EF4-FFF2-40B4-BE49-F238E27FC236}">
                        <a16:creationId xmlns:a16="http://schemas.microsoft.com/office/drawing/2014/main" id="{7FB34E94-5E69-479B-A0F2-B7A1D10588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08" y="1968"/>
                    <a:ext cx="0" cy="6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4579" name="Line 87">
                    <a:extLst>
                      <a:ext uri="{FF2B5EF4-FFF2-40B4-BE49-F238E27FC236}">
                        <a16:creationId xmlns:a16="http://schemas.microsoft.com/office/drawing/2014/main" id="{88B80925-45F6-4213-BF90-E12AB588C9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20" y="1968"/>
                    <a:ext cx="0" cy="6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4580" name="Line 88">
                    <a:extLst>
                      <a:ext uri="{FF2B5EF4-FFF2-40B4-BE49-F238E27FC236}">
                        <a16:creationId xmlns:a16="http://schemas.microsoft.com/office/drawing/2014/main" id="{9641EEBE-1E19-4550-8855-5525AE7928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96" y="1968"/>
                    <a:ext cx="0" cy="6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4581" name="Line 89">
                    <a:extLst>
                      <a:ext uri="{FF2B5EF4-FFF2-40B4-BE49-F238E27FC236}">
                        <a16:creationId xmlns:a16="http://schemas.microsoft.com/office/drawing/2014/main" id="{0BA00158-2112-499A-BC40-E731520007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84" y="1968"/>
                    <a:ext cx="0" cy="6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4582" name="Line 90">
                    <a:extLst>
                      <a:ext uri="{FF2B5EF4-FFF2-40B4-BE49-F238E27FC236}">
                        <a16:creationId xmlns:a16="http://schemas.microsoft.com/office/drawing/2014/main" id="{360BCE91-DC11-4F79-85C9-9B5E130A21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72" y="1968"/>
                    <a:ext cx="0" cy="6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4583" name="Line 91">
                    <a:extLst>
                      <a:ext uri="{FF2B5EF4-FFF2-40B4-BE49-F238E27FC236}">
                        <a16:creationId xmlns:a16="http://schemas.microsoft.com/office/drawing/2014/main" id="{F68C93A0-A705-45FA-AC5B-6B12177AFF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60" y="1968"/>
                    <a:ext cx="0" cy="62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64539" name="Text Box 92">
                  <a:extLst>
                    <a:ext uri="{FF2B5EF4-FFF2-40B4-BE49-F238E27FC236}">
                      <a16:creationId xmlns:a16="http://schemas.microsoft.com/office/drawing/2014/main" id="{7F8EA07F-F378-45D9-8352-C5213D1608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28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40" name="Text Box 93">
                  <a:extLst>
                    <a:ext uri="{FF2B5EF4-FFF2-40B4-BE49-F238E27FC236}">
                      <a16:creationId xmlns:a16="http://schemas.microsoft.com/office/drawing/2014/main" id="{E4B8F525-3C58-410F-8FDC-0007681383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8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2</a:t>
                  </a:r>
                </a:p>
              </p:txBody>
            </p:sp>
            <p:sp>
              <p:nvSpPr>
                <p:cNvPr id="64541" name="Text Box 94">
                  <a:extLst>
                    <a:ext uri="{FF2B5EF4-FFF2-40B4-BE49-F238E27FC236}">
                      <a16:creationId xmlns:a16="http://schemas.microsoft.com/office/drawing/2014/main" id="{F319A543-DB1F-4B5C-9468-88D47E3C34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211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</a:t>
                  </a:r>
                </a:p>
              </p:txBody>
            </p:sp>
            <p:sp>
              <p:nvSpPr>
                <p:cNvPr id="64542" name="Text Box 95">
                  <a:extLst>
                    <a:ext uri="{FF2B5EF4-FFF2-40B4-BE49-F238E27FC236}">
                      <a16:creationId xmlns:a16="http://schemas.microsoft.com/office/drawing/2014/main" id="{5E3E02EA-4AB5-4251-B4EE-175D56C3A0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11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</a:t>
                  </a:r>
                </a:p>
              </p:txBody>
            </p:sp>
            <p:sp>
              <p:nvSpPr>
                <p:cNvPr id="64543" name="Text Box 96">
                  <a:extLst>
                    <a:ext uri="{FF2B5EF4-FFF2-40B4-BE49-F238E27FC236}">
                      <a16:creationId xmlns:a16="http://schemas.microsoft.com/office/drawing/2014/main" id="{7EDB900B-535C-4AF5-A6E5-C73B6F483B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230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</a:t>
                  </a:r>
                </a:p>
              </p:txBody>
            </p:sp>
            <p:sp>
              <p:nvSpPr>
                <p:cNvPr id="64544" name="Text Box 97">
                  <a:extLst>
                    <a:ext uri="{FF2B5EF4-FFF2-40B4-BE49-F238E27FC236}">
                      <a16:creationId xmlns:a16="http://schemas.microsoft.com/office/drawing/2014/main" id="{B7D4636C-51E3-4AEC-8AF0-82F8EEDA49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30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</a:t>
                  </a:r>
                </a:p>
              </p:txBody>
            </p:sp>
            <p:sp>
              <p:nvSpPr>
                <p:cNvPr id="64545" name="Text Box 98">
                  <a:extLst>
                    <a:ext uri="{FF2B5EF4-FFF2-40B4-BE49-F238E27FC236}">
                      <a16:creationId xmlns:a16="http://schemas.microsoft.com/office/drawing/2014/main" id="{F7086C15-38ED-404A-944E-AC1191E1FC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2496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</a:t>
                  </a:r>
                </a:p>
              </p:txBody>
            </p:sp>
            <p:sp>
              <p:nvSpPr>
                <p:cNvPr id="64546" name="Text Box 99">
                  <a:extLst>
                    <a:ext uri="{FF2B5EF4-FFF2-40B4-BE49-F238E27FC236}">
                      <a16:creationId xmlns:a16="http://schemas.microsoft.com/office/drawing/2014/main" id="{8DA4DD9D-5FEC-48A0-BA5B-0C30B6CC4D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496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</a:t>
                  </a:r>
                </a:p>
              </p:txBody>
            </p:sp>
            <p:sp>
              <p:nvSpPr>
                <p:cNvPr id="64547" name="Text Box 100">
                  <a:extLst>
                    <a:ext uri="{FF2B5EF4-FFF2-40B4-BE49-F238E27FC236}">
                      <a16:creationId xmlns:a16="http://schemas.microsoft.com/office/drawing/2014/main" id="{2FBC1154-B52A-4552-A26B-1D59CC4604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307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48" name="Text Box 101">
                  <a:extLst>
                    <a:ext uri="{FF2B5EF4-FFF2-40B4-BE49-F238E27FC236}">
                      <a16:creationId xmlns:a16="http://schemas.microsoft.com/office/drawing/2014/main" id="{D832A379-BD72-4042-8D44-140674D832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307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2</a:t>
                  </a:r>
                </a:p>
              </p:txBody>
            </p:sp>
            <p:sp>
              <p:nvSpPr>
                <p:cNvPr id="64549" name="Text Box 102">
                  <a:extLst>
                    <a:ext uri="{FF2B5EF4-FFF2-40B4-BE49-F238E27FC236}">
                      <a16:creationId xmlns:a16="http://schemas.microsoft.com/office/drawing/2014/main" id="{45112430-06C7-447E-A160-C44AE7C97C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326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50" name="Text Box 103">
                  <a:extLst>
                    <a:ext uri="{FF2B5EF4-FFF2-40B4-BE49-F238E27FC236}">
                      <a16:creationId xmlns:a16="http://schemas.microsoft.com/office/drawing/2014/main" id="{8900DA71-EEC0-404F-8B83-AC818A7105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326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2</a:t>
                  </a:r>
                </a:p>
              </p:txBody>
            </p:sp>
            <p:sp>
              <p:nvSpPr>
                <p:cNvPr id="64551" name="Text Box 104">
                  <a:extLst>
                    <a:ext uri="{FF2B5EF4-FFF2-40B4-BE49-F238E27FC236}">
                      <a16:creationId xmlns:a16="http://schemas.microsoft.com/office/drawing/2014/main" id="{747EEDAB-68C8-480A-8252-D8B678B99A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16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</a:rPr>
                    <a:t>S.B</a:t>
                  </a:r>
                </a:p>
              </p:txBody>
            </p:sp>
            <p:sp>
              <p:nvSpPr>
                <p:cNvPr id="64552" name="Text Box 105">
                  <a:extLst>
                    <a:ext uri="{FF2B5EF4-FFF2-40B4-BE49-F238E27FC236}">
                      <a16:creationId xmlns:a16="http://schemas.microsoft.com/office/drawing/2014/main" id="{4EA90BEC-34F3-4FF1-9A8A-A1C4D56934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6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</a:rPr>
                    <a:t>C</a:t>
                  </a:r>
                </a:p>
              </p:txBody>
            </p:sp>
            <p:sp>
              <p:nvSpPr>
                <p:cNvPr id="64553" name="Text Box 106">
                  <a:extLst>
                    <a:ext uri="{FF2B5EF4-FFF2-40B4-BE49-F238E27FC236}">
                      <a16:creationId xmlns:a16="http://schemas.microsoft.com/office/drawing/2014/main" id="{F045094B-0D98-4964-AA27-61CC10C2CD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192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</a:t>
                  </a:r>
                </a:p>
              </p:txBody>
            </p:sp>
            <p:sp>
              <p:nvSpPr>
                <p:cNvPr id="64554" name="Text Box 107">
                  <a:extLst>
                    <a:ext uri="{FF2B5EF4-FFF2-40B4-BE49-F238E27FC236}">
                      <a16:creationId xmlns:a16="http://schemas.microsoft.com/office/drawing/2014/main" id="{07533CA5-C221-4859-8995-368B4F2430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2688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</a:t>
                  </a:r>
                </a:p>
              </p:txBody>
            </p:sp>
            <p:sp>
              <p:nvSpPr>
                <p:cNvPr id="64555" name="Text Box 108">
                  <a:extLst>
                    <a:ext uri="{FF2B5EF4-FFF2-40B4-BE49-F238E27FC236}">
                      <a16:creationId xmlns:a16="http://schemas.microsoft.com/office/drawing/2014/main" id="{247BB712-0F5C-4ABE-8B5F-C2B42B9497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192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10</a:t>
                  </a:r>
                </a:p>
              </p:txBody>
            </p:sp>
            <p:sp>
              <p:nvSpPr>
                <p:cNvPr id="64556" name="Text Box 109">
                  <a:extLst>
                    <a:ext uri="{FF2B5EF4-FFF2-40B4-BE49-F238E27FC236}">
                      <a16:creationId xmlns:a16="http://schemas.microsoft.com/office/drawing/2014/main" id="{6A14BF4E-B006-43BD-A406-D171EE18F6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688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10</a:t>
                  </a:r>
                </a:p>
              </p:txBody>
            </p:sp>
            <p:sp>
              <p:nvSpPr>
                <p:cNvPr id="64557" name="Text Box 110">
                  <a:extLst>
                    <a:ext uri="{FF2B5EF4-FFF2-40B4-BE49-F238E27FC236}">
                      <a16:creationId xmlns:a16="http://schemas.microsoft.com/office/drawing/2014/main" id="{EC8F5299-BDF0-4BE3-8D21-0C9BD4486D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28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58" name="Text Box 111">
                  <a:extLst>
                    <a:ext uri="{FF2B5EF4-FFF2-40B4-BE49-F238E27FC236}">
                      <a16:creationId xmlns:a16="http://schemas.microsoft.com/office/drawing/2014/main" id="{20763F57-0F77-4401-BF76-CFFF8EA98A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8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10</a:t>
                  </a:r>
                </a:p>
              </p:txBody>
            </p:sp>
            <p:sp>
              <p:nvSpPr>
                <p:cNvPr id="64559" name="Text Box 112">
                  <a:extLst>
                    <a:ext uri="{FF2B5EF4-FFF2-40B4-BE49-F238E27FC236}">
                      <a16:creationId xmlns:a16="http://schemas.microsoft.com/office/drawing/2014/main" id="{DC33BC9D-0322-4E5D-B1C9-82112C69C3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211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60" name="Text Box 113">
                  <a:extLst>
                    <a:ext uri="{FF2B5EF4-FFF2-40B4-BE49-F238E27FC236}">
                      <a16:creationId xmlns:a16="http://schemas.microsoft.com/office/drawing/2014/main" id="{2143912E-3212-4509-9036-08BC74DB54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11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10</a:t>
                  </a:r>
                </a:p>
              </p:txBody>
            </p:sp>
            <p:sp>
              <p:nvSpPr>
                <p:cNvPr id="64561" name="Text Box 114">
                  <a:extLst>
                    <a:ext uri="{FF2B5EF4-FFF2-40B4-BE49-F238E27FC236}">
                      <a16:creationId xmlns:a16="http://schemas.microsoft.com/office/drawing/2014/main" id="{BC2F3EAF-A697-47E7-B33A-88ED5B9DFA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230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62" name="Text Box 115">
                  <a:extLst>
                    <a:ext uri="{FF2B5EF4-FFF2-40B4-BE49-F238E27FC236}">
                      <a16:creationId xmlns:a16="http://schemas.microsoft.com/office/drawing/2014/main" id="{784CA95A-65AA-4A0F-B528-6D02D50A2F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30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20</a:t>
                  </a:r>
                </a:p>
              </p:txBody>
            </p:sp>
            <p:sp>
              <p:nvSpPr>
                <p:cNvPr id="64563" name="Text Box 116">
                  <a:extLst>
                    <a:ext uri="{FF2B5EF4-FFF2-40B4-BE49-F238E27FC236}">
                      <a16:creationId xmlns:a16="http://schemas.microsoft.com/office/drawing/2014/main" id="{409780D5-E407-4514-A7A1-6DF64429DC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2496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</a:t>
                  </a:r>
                </a:p>
              </p:txBody>
            </p:sp>
            <p:sp>
              <p:nvSpPr>
                <p:cNvPr id="64564" name="Text Box 117">
                  <a:extLst>
                    <a:ext uri="{FF2B5EF4-FFF2-40B4-BE49-F238E27FC236}">
                      <a16:creationId xmlns:a16="http://schemas.microsoft.com/office/drawing/2014/main" id="{067616BD-FF71-4D72-B9CD-F256FA311C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496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10</a:t>
                  </a:r>
                </a:p>
              </p:txBody>
            </p:sp>
            <p:sp>
              <p:nvSpPr>
                <p:cNvPr id="64565" name="Text Box 118">
                  <a:extLst>
                    <a:ext uri="{FF2B5EF4-FFF2-40B4-BE49-F238E27FC236}">
                      <a16:creationId xmlns:a16="http://schemas.microsoft.com/office/drawing/2014/main" id="{9AF05FC4-C410-4368-8FFA-739C59F09A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307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</a:t>
                  </a:r>
                </a:p>
              </p:txBody>
            </p:sp>
            <p:sp>
              <p:nvSpPr>
                <p:cNvPr id="64566" name="Text Box 119">
                  <a:extLst>
                    <a:ext uri="{FF2B5EF4-FFF2-40B4-BE49-F238E27FC236}">
                      <a16:creationId xmlns:a16="http://schemas.microsoft.com/office/drawing/2014/main" id="{03417CE9-0F8B-4CA9-A336-B0CFFE58DD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307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20</a:t>
                  </a:r>
                </a:p>
              </p:txBody>
            </p:sp>
            <p:sp>
              <p:nvSpPr>
                <p:cNvPr id="64567" name="Text Box 120">
                  <a:extLst>
                    <a:ext uri="{FF2B5EF4-FFF2-40B4-BE49-F238E27FC236}">
                      <a16:creationId xmlns:a16="http://schemas.microsoft.com/office/drawing/2014/main" id="{3A3AB167-7E6C-4C2C-AFE8-740E6B0A2C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96" y="326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</a:t>
                  </a:r>
                </a:p>
              </p:txBody>
            </p:sp>
            <p:sp>
              <p:nvSpPr>
                <p:cNvPr id="64568" name="Text Box 121">
                  <a:extLst>
                    <a:ext uri="{FF2B5EF4-FFF2-40B4-BE49-F238E27FC236}">
                      <a16:creationId xmlns:a16="http://schemas.microsoft.com/office/drawing/2014/main" id="{31FCC229-572D-46A8-BD1F-BD28527004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326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10</a:t>
                  </a:r>
                </a:p>
              </p:txBody>
            </p:sp>
            <p:sp>
              <p:nvSpPr>
                <p:cNvPr id="64569" name="Text Box 122">
                  <a:extLst>
                    <a:ext uri="{FF2B5EF4-FFF2-40B4-BE49-F238E27FC236}">
                      <a16:creationId xmlns:a16="http://schemas.microsoft.com/office/drawing/2014/main" id="{120D0B68-FDCC-4AC6-8480-4F05EEF5F2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16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</a:rPr>
                    <a:t>D</a:t>
                  </a:r>
                </a:p>
              </p:txBody>
            </p:sp>
            <p:sp>
              <p:nvSpPr>
                <p:cNvPr id="64570" name="Text Box 123">
                  <a:extLst>
                    <a:ext uri="{FF2B5EF4-FFF2-40B4-BE49-F238E27FC236}">
                      <a16:creationId xmlns:a16="http://schemas.microsoft.com/office/drawing/2014/main" id="{370CEEDA-EF8B-4CEA-93DE-16E46727DC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192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+</a:t>
                  </a:r>
                </a:p>
              </p:txBody>
            </p:sp>
            <p:sp>
              <p:nvSpPr>
                <p:cNvPr id="64571" name="Text Box 124">
                  <a:extLst>
                    <a:ext uri="{FF2B5EF4-FFF2-40B4-BE49-F238E27FC236}">
                      <a16:creationId xmlns:a16="http://schemas.microsoft.com/office/drawing/2014/main" id="{884B1E3A-EABF-46A4-BAF1-47390E0078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2688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+</a:t>
                  </a:r>
                </a:p>
              </p:txBody>
            </p:sp>
            <p:sp>
              <p:nvSpPr>
                <p:cNvPr id="64572" name="Text Box 125">
                  <a:extLst>
                    <a:ext uri="{FF2B5EF4-FFF2-40B4-BE49-F238E27FC236}">
                      <a16:creationId xmlns:a16="http://schemas.microsoft.com/office/drawing/2014/main" id="{24A51C09-2772-46AB-BC4F-ECC1E39FE6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2880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+</a:t>
                  </a:r>
                </a:p>
              </p:txBody>
            </p:sp>
            <p:sp>
              <p:nvSpPr>
                <p:cNvPr id="64573" name="Text Box 126">
                  <a:extLst>
                    <a:ext uri="{FF2B5EF4-FFF2-40B4-BE49-F238E27FC236}">
                      <a16:creationId xmlns:a16="http://schemas.microsoft.com/office/drawing/2014/main" id="{9BE52FCC-56F0-4459-86DD-F0867013B3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211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+</a:t>
                  </a:r>
                </a:p>
              </p:txBody>
            </p:sp>
            <p:sp>
              <p:nvSpPr>
                <p:cNvPr id="64574" name="Text Box 127">
                  <a:extLst>
                    <a:ext uri="{FF2B5EF4-FFF2-40B4-BE49-F238E27FC236}">
                      <a16:creationId xmlns:a16="http://schemas.microsoft.com/office/drawing/2014/main" id="{B6D35B12-A205-48AE-9F71-D062E8EEFF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230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-</a:t>
                  </a:r>
                </a:p>
              </p:txBody>
            </p:sp>
            <p:sp>
              <p:nvSpPr>
                <p:cNvPr id="64575" name="Text Box 128">
                  <a:extLst>
                    <a:ext uri="{FF2B5EF4-FFF2-40B4-BE49-F238E27FC236}">
                      <a16:creationId xmlns:a16="http://schemas.microsoft.com/office/drawing/2014/main" id="{C0037E3F-5B8A-4F4C-ACFA-C9E9B26425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2496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-</a:t>
                  </a:r>
                </a:p>
              </p:txBody>
            </p:sp>
            <p:sp>
              <p:nvSpPr>
                <p:cNvPr id="64576" name="Text Box 129">
                  <a:extLst>
                    <a:ext uri="{FF2B5EF4-FFF2-40B4-BE49-F238E27FC236}">
                      <a16:creationId xmlns:a16="http://schemas.microsoft.com/office/drawing/2014/main" id="{4439A810-ADD2-4A78-92FA-EB99354F55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3072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-</a:t>
                  </a:r>
                </a:p>
              </p:txBody>
            </p:sp>
            <p:sp>
              <p:nvSpPr>
                <p:cNvPr id="64577" name="Text Box 130">
                  <a:extLst>
                    <a:ext uri="{FF2B5EF4-FFF2-40B4-BE49-F238E27FC236}">
                      <a16:creationId xmlns:a16="http://schemas.microsoft.com/office/drawing/2014/main" id="{E97FE208-1BD3-485B-AD1B-8F84BF167D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3264"/>
                  <a:ext cx="28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>
                      <a:latin typeface="Tahoma" panose="020B0604030504040204" pitchFamily="34" charset="0"/>
                      <a:sym typeface="Symbol" panose="05050102010706020507" pitchFamily="18" charset="2"/>
                    </a:rPr>
                    <a:t>-</a:t>
                  </a:r>
                </a:p>
              </p:txBody>
            </p:sp>
          </p:grpSp>
          <p:grpSp>
            <p:nvGrpSpPr>
              <p:cNvPr id="64526" name="Group 136">
                <a:extLst>
                  <a:ext uri="{FF2B5EF4-FFF2-40B4-BE49-F238E27FC236}">
                    <a16:creationId xmlns:a16="http://schemas.microsoft.com/office/drawing/2014/main" id="{3406E770-72DA-49DC-A61C-35CE906BED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1468"/>
                <a:ext cx="480" cy="212"/>
                <a:chOff x="2400" y="1468"/>
                <a:chExt cx="480" cy="212"/>
              </a:xfrm>
            </p:grpSpPr>
            <p:sp>
              <p:nvSpPr>
                <p:cNvPr id="64527" name="Rectangle 134">
                  <a:extLst>
                    <a:ext uri="{FF2B5EF4-FFF2-40B4-BE49-F238E27FC236}">
                      <a16:creationId xmlns:a16="http://schemas.microsoft.com/office/drawing/2014/main" id="{787E165C-D809-4ADC-A24E-1E7220C65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1488"/>
                  <a:ext cx="480" cy="192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en-US" sz="18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4528" name="Text Box 135">
                  <a:extLst>
                    <a:ext uri="{FF2B5EF4-FFF2-40B4-BE49-F238E27FC236}">
                      <a16:creationId xmlns:a16="http://schemas.microsoft.com/office/drawing/2014/main" id="{A6A82A01-6357-41A2-8F05-C974A4C30A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0" y="1468"/>
                  <a:ext cx="4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400" b="1">
                      <a:latin typeface="Tahoma" panose="020B0604030504040204" pitchFamily="34" charset="0"/>
                    </a:rPr>
                    <a:t>R </a:t>
                  </a:r>
                  <a:r>
                    <a:rPr lang="en-US" altLang="en-US" sz="1600" b="1">
                      <a:latin typeface="Tahoma" panose="020B0604030504040204" pitchFamily="34" charset="0"/>
                      <a:sym typeface="Symbol" panose="05050102010706020507" pitchFamily="18" charset="2"/>
                    </a:rPr>
                    <a:t></a:t>
                  </a:r>
                  <a:r>
                    <a:rPr lang="en-US" altLang="en-US" sz="1400" b="1">
                      <a:latin typeface="Tahoma" panose="020B0604030504040204" pitchFamily="34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1400" b="1">
                      <a:latin typeface="Tahoma" panose="020B0604030504040204" pitchFamily="34" charset="0"/>
                    </a:rPr>
                    <a:t>S</a:t>
                  </a: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5C0034-8540-424A-84E9-4A5C02B6F8DB}"/>
              </a:ext>
            </a:extLst>
          </p:cNvPr>
          <p:cNvSpPr txBox="1"/>
          <p:nvPr/>
        </p:nvSpPr>
        <p:spPr>
          <a:xfrm>
            <a:off x="3658749" y="5472708"/>
            <a:ext cx="2999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Biểu diễn SQL</a:t>
            </a:r>
          </a:p>
          <a:p>
            <a:r>
              <a:rPr lang="en-US" b="1" i="1"/>
              <a:t>SELECT *</a:t>
            </a:r>
          </a:p>
          <a:p>
            <a:r>
              <a:rPr lang="en-US" b="1" i="1"/>
              <a:t>FROM R,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DC16-D73A-1DC8-69B8-174F4A3E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Phép tích Cartesian (tt)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EE727-6A62-E0F2-F08E-E1D12A11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B6680-DAAD-BC52-E2ED-A73C6AC8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E989E-368C-AF9D-9CE4-78E1F4451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48" y="1295400"/>
            <a:ext cx="6832600" cy="2971800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AA3DD767-B036-0EF2-F67E-4AC2704A5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39" y="4622800"/>
            <a:ext cx="3441700" cy="1930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92CD49-505A-269B-710F-60B3FE1DCEB6}"/>
              </a:ext>
            </a:extLst>
          </p:cNvPr>
          <p:cNvSpPr txBox="1"/>
          <p:nvPr/>
        </p:nvSpPr>
        <p:spPr>
          <a:xfrm>
            <a:off x="381000" y="944562"/>
            <a:ext cx="1513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SINHVIEN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8665C-5471-B30D-F9C2-51221D896FDB}"/>
              </a:ext>
            </a:extLst>
          </p:cNvPr>
          <p:cNvSpPr txBox="1"/>
          <p:nvPr/>
        </p:nvSpPr>
        <p:spPr>
          <a:xfrm>
            <a:off x="451513" y="4290314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KHOA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0AACA-0DB6-EE2A-AE58-2D8479B3D6C0}"/>
              </a:ext>
            </a:extLst>
          </p:cNvPr>
          <p:cNvSpPr txBox="1"/>
          <p:nvPr/>
        </p:nvSpPr>
        <p:spPr>
          <a:xfrm>
            <a:off x="5158873" y="5189791"/>
            <a:ext cx="3373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Kết quả SINHVIEN X KHOA?</a:t>
            </a:r>
          </a:p>
        </p:txBody>
      </p:sp>
    </p:spTree>
    <p:extLst>
      <p:ext uri="{BB962C8B-B14F-4D97-AF65-F5344CB8AC3E}">
        <p14:creationId xmlns:p14="http://schemas.microsoft.com/office/powerpoint/2010/main" val="129336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03C8-4DA4-142C-DEAE-6ACF443E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Phép tích Cartesian (tt)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DF66D-FA61-6310-664F-0B24F663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67E6F-A7A1-379F-4362-6DB488C8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8C0E5-60E2-5F39-C0D6-B5AD755FB83C}"/>
              </a:ext>
            </a:extLst>
          </p:cNvPr>
          <p:cNvSpPr txBox="1"/>
          <p:nvPr/>
        </p:nvSpPr>
        <p:spPr>
          <a:xfrm>
            <a:off x="304800" y="1143000"/>
            <a:ext cx="3121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DSQH: SINHVIEN x KHOA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62196F84-D66C-59AC-2773-F0951E739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49125"/>
            <a:ext cx="7772400" cy="4769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BD6C9E-86C9-9F26-74E5-6E89050BC735}"/>
              </a:ext>
            </a:extLst>
          </p:cNvPr>
          <p:cNvSpPr txBox="1"/>
          <p:nvPr/>
        </p:nvSpPr>
        <p:spPr>
          <a:xfrm>
            <a:off x="4343400" y="1139588"/>
            <a:ext cx="4684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SQL: SELECT * FROM SINHVIEN, KHOA</a:t>
            </a:r>
          </a:p>
        </p:txBody>
      </p:sp>
    </p:spTree>
    <p:extLst>
      <p:ext uri="{BB962C8B-B14F-4D97-AF65-F5344CB8AC3E}">
        <p14:creationId xmlns:p14="http://schemas.microsoft.com/office/powerpoint/2010/main" val="184416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129A-D2D8-C482-F20C-FD6B1FB6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Phép tích Cartesian (tt)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8BC69-5403-3728-571D-B286366D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CD5CA-AEFA-5F58-1239-11B05824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9</a:t>
            </a:fld>
            <a:endParaRPr lang="en-US" altLang="en-US"/>
          </a:p>
        </p:txBody>
      </p:sp>
      <p:pic>
        <p:nvPicPr>
          <p:cNvPr id="8" name="Picture 7" descr="A close-up of a document&#10;&#10;Description automatically generated with low confidence">
            <a:extLst>
              <a:ext uri="{FF2B5EF4-FFF2-40B4-BE49-F238E27FC236}">
                <a16:creationId xmlns:a16="http://schemas.microsoft.com/office/drawing/2014/main" id="{1043C31A-E65C-A7E5-AF83-906161AA8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1200"/>
            <a:ext cx="7772400" cy="3804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46C9B3-7724-0AE9-E667-DC8296FE0C81}"/>
              </a:ext>
            </a:extLst>
          </p:cNvPr>
          <p:cNvSpPr txBox="1"/>
          <p:nvPr/>
        </p:nvSpPr>
        <p:spPr>
          <a:xfrm>
            <a:off x="304800" y="1454138"/>
            <a:ext cx="2725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SINHVIEN x KHOA (tt)</a:t>
            </a:r>
          </a:p>
        </p:txBody>
      </p:sp>
    </p:spTree>
    <p:extLst>
      <p:ext uri="{BB962C8B-B14F-4D97-AF65-F5344CB8AC3E}">
        <p14:creationId xmlns:p14="http://schemas.microsoft.com/office/powerpoint/2010/main" val="364305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AFAD-CF0F-67ED-8A48-F917EDC70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Phép tích Cartesian (tt)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0FD6B-AB4C-AEC4-0493-9C8B46DE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C81C8-2D53-EA95-A0DC-FDC855B1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D9246-E208-135A-3B7E-A52451B16B15}"/>
              </a:ext>
            </a:extLst>
          </p:cNvPr>
          <p:cNvSpPr txBox="1"/>
          <p:nvPr/>
        </p:nvSpPr>
        <p:spPr>
          <a:xfrm>
            <a:off x="304800" y="1371600"/>
            <a:ext cx="85158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rgbClr val="FF0000"/>
                </a:solidFill>
              </a:rPr>
              <a:t>Trong kết quả của </a:t>
            </a:r>
            <a:r>
              <a:rPr lang="en-US" sz="2000" b="1">
                <a:solidFill>
                  <a:srgbClr val="FF0000"/>
                </a:solidFill>
              </a:rPr>
              <a:t>SINHVIEN x KHOA</a:t>
            </a:r>
            <a:r>
              <a:rPr lang="en-US" sz="2000">
                <a:solidFill>
                  <a:srgbClr val="FF0000"/>
                </a:solidFill>
              </a:rPr>
              <a:t>, chỉ lấy những dòng thực sự cần?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BA07A1-8028-52B0-D17F-C2C1D2A81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81" y="2246531"/>
            <a:ext cx="8802037" cy="277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39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Date Placeholder 3">
            <a:extLst>
              <a:ext uri="{FF2B5EF4-FFF2-40B4-BE49-F238E27FC236}">
                <a16:creationId xmlns:a16="http://schemas.microsoft.com/office/drawing/2014/main" id="{62D78E04-DA33-4E04-A170-30F22BBEC66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6563" name="Slide Number Placeholder 5">
            <a:extLst>
              <a:ext uri="{FF2B5EF4-FFF2-40B4-BE49-F238E27FC236}">
                <a16:creationId xmlns:a16="http://schemas.microsoft.com/office/drawing/2014/main" id="{5A803E18-C177-4FFC-90B8-2B640940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D1FAAE6-8CF9-4A3A-8D06-F77B29D739A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66564" name="Rectangle 192">
            <a:extLst>
              <a:ext uri="{FF2B5EF4-FFF2-40B4-BE49-F238E27FC236}">
                <a16:creationId xmlns:a16="http://schemas.microsoft.com/office/drawing/2014/main" id="{6676A97E-76AF-4B5A-9159-436EDA73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319713"/>
            <a:ext cx="2895600" cy="214312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5" name="Rectangle 190">
            <a:extLst>
              <a:ext uri="{FF2B5EF4-FFF2-40B4-BE49-F238E27FC236}">
                <a16:creationId xmlns:a16="http://schemas.microsoft.com/office/drawing/2014/main" id="{0A2EEBB8-D5FE-4FAD-AD54-8867B75A9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014913"/>
            <a:ext cx="2895600" cy="214312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6" name="Rectangle 189">
            <a:extLst>
              <a:ext uri="{FF2B5EF4-FFF2-40B4-BE49-F238E27FC236}">
                <a16:creationId xmlns:a16="http://schemas.microsoft.com/office/drawing/2014/main" id="{C25AD755-BEBC-463D-BBD3-1B52CEC7D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457575"/>
            <a:ext cx="2895600" cy="2286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7" name="Rectangle 2">
            <a:extLst>
              <a:ext uri="{FF2B5EF4-FFF2-40B4-BE49-F238E27FC236}">
                <a16:creationId xmlns:a16="http://schemas.microsoft.com/office/drawing/2014/main" id="{D26CF9D6-9CC0-4F73-96D7-503A31C9B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(tt)</a:t>
            </a:r>
          </a:p>
        </p:txBody>
      </p:sp>
      <p:sp>
        <p:nvSpPr>
          <p:cNvPr id="66568" name="Rectangle 3">
            <a:extLst>
              <a:ext uri="{FF2B5EF4-FFF2-40B4-BE49-F238E27FC236}">
                <a16:creationId xmlns:a16="http://schemas.microsoft.com/office/drawing/2014/main" id="{DBF3ACF7-D095-411A-A697-9D7FFF936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Thông thường theo sau phép tích Cartesian là phép chọn</a:t>
            </a:r>
          </a:p>
        </p:txBody>
      </p:sp>
      <p:sp>
        <p:nvSpPr>
          <p:cNvPr id="66569" name="Text Box 74">
            <a:extLst>
              <a:ext uri="{FF2B5EF4-FFF2-40B4-BE49-F238E27FC236}">
                <a16:creationId xmlns:a16="http://schemas.microsoft.com/office/drawing/2014/main" id="{66625332-6C09-428F-9D0F-834324F20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0"/>
            <a:ext cx="106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S</a:t>
            </a:r>
          </a:p>
        </p:txBody>
      </p:sp>
      <p:grpSp>
        <p:nvGrpSpPr>
          <p:cNvPr id="66570" name="Group 75">
            <a:extLst>
              <a:ext uri="{FF2B5EF4-FFF2-40B4-BE49-F238E27FC236}">
                <a16:creationId xmlns:a16="http://schemas.microsoft.com/office/drawing/2014/main" id="{944B1D10-49DC-43AF-912A-7A6AC0CF810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048000"/>
            <a:ext cx="2286000" cy="2819400"/>
            <a:chOff x="3120" y="1680"/>
            <a:chExt cx="1440" cy="1776"/>
          </a:xfrm>
        </p:grpSpPr>
        <p:sp>
          <p:nvSpPr>
            <p:cNvPr id="66603" name="Line 76">
              <a:extLst>
                <a:ext uri="{FF2B5EF4-FFF2-40B4-BE49-F238E27FC236}">
                  <a16:creationId xmlns:a16="http://schemas.microsoft.com/office/drawing/2014/main" id="{98B7CAFB-E426-4356-B39A-D997A3E1C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872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04" name="Text Box 77">
              <a:extLst>
                <a:ext uri="{FF2B5EF4-FFF2-40B4-BE49-F238E27FC236}">
                  <a16:creationId xmlns:a16="http://schemas.microsoft.com/office/drawing/2014/main" id="{030D9528-271A-479B-9A03-DF2039921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6605" name="Text Box 78">
              <a:extLst>
                <a:ext uri="{FF2B5EF4-FFF2-40B4-BE49-F238E27FC236}">
                  <a16:creationId xmlns:a16="http://schemas.microsoft.com/office/drawing/2014/main" id="{E581BBF1-59A7-4F7E-A989-3D57AE558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R.B</a:t>
              </a:r>
            </a:p>
          </p:txBody>
        </p:sp>
        <p:sp>
          <p:nvSpPr>
            <p:cNvPr id="66606" name="Text Box 79">
              <a:extLst>
                <a:ext uri="{FF2B5EF4-FFF2-40B4-BE49-F238E27FC236}">
                  <a16:creationId xmlns:a16="http://schemas.microsoft.com/office/drawing/2014/main" id="{DC43A454-F98F-4150-A637-752F2CE9A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607" name="Line 80">
              <a:extLst>
                <a:ext uri="{FF2B5EF4-FFF2-40B4-BE49-F238E27FC236}">
                  <a16:creationId xmlns:a16="http://schemas.microsoft.com/office/drawing/2014/main" id="{3C97A649-1724-4885-A350-36D69BA6E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680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08" name="Line 81">
              <a:extLst>
                <a:ext uri="{FF2B5EF4-FFF2-40B4-BE49-F238E27FC236}">
                  <a16:creationId xmlns:a16="http://schemas.microsoft.com/office/drawing/2014/main" id="{0CB6AD56-052B-4E05-907B-52F2B30B8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456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09" name="Text Box 82">
              <a:extLst>
                <a:ext uri="{FF2B5EF4-FFF2-40B4-BE49-F238E27FC236}">
                  <a16:creationId xmlns:a16="http://schemas.microsoft.com/office/drawing/2014/main" id="{36E6B96D-04D6-439F-98A4-6FC1518B2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10" name="Text Box 83">
              <a:extLst>
                <a:ext uri="{FF2B5EF4-FFF2-40B4-BE49-F238E27FC236}">
                  <a16:creationId xmlns:a16="http://schemas.microsoft.com/office/drawing/2014/main" id="{7654D0E6-93A0-4BAD-9207-88C3E42C8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6611" name="Text Box 84">
              <a:extLst>
                <a:ext uri="{FF2B5EF4-FFF2-40B4-BE49-F238E27FC236}">
                  <a16:creationId xmlns:a16="http://schemas.microsoft.com/office/drawing/2014/main" id="{3E9949C4-8B63-4E3C-B1F5-52A2366F3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grpSp>
          <p:nvGrpSpPr>
            <p:cNvPr id="66612" name="Group 85">
              <a:extLst>
                <a:ext uri="{FF2B5EF4-FFF2-40B4-BE49-F238E27FC236}">
                  <a16:creationId xmlns:a16="http://schemas.microsoft.com/office/drawing/2014/main" id="{C6CCCDF8-C311-4DAD-B5C6-41BB55EF71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680"/>
              <a:ext cx="1440" cy="1776"/>
              <a:chOff x="3120" y="1968"/>
              <a:chExt cx="1440" cy="624"/>
            </a:xfrm>
          </p:grpSpPr>
          <p:sp>
            <p:nvSpPr>
              <p:cNvPr id="66652" name="Line 86">
                <a:extLst>
                  <a:ext uri="{FF2B5EF4-FFF2-40B4-BE49-F238E27FC236}">
                    <a16:creationId xmlns:a16="http://schemas.microsoft.com/office/drawing/2014/main" id="{3346630E-8FAF-42E9-A76A-D4899A3CF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53" name="Line 87">
                <a:extLst>
                  <a:ext uri="{FF2B5EF4-FFF2-40B4-BE49-F238E27FC236}">
                    <a16:creationId xmlns:a16="http://schemas.microsoft.com/office/drawing/2014/main" id="{E9F002F3-8730-45F8-B53C-6409185286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54" name="Line 88">
                <a:extLst>
                  <a:ext uri="{FF2B5EF4-FFF2-40B4-BE49-F238E27FC236}">
                    <a16:creationId xmlns:a16="http://schemas.microsoft.com/office/drawing/2014/main" id="{7193C31C-D614-4D79-B1AD-8D3F36D13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55" name="Line 89">
                <a:extLst>
                  <a:ext uri="{FF2B5EF4-FFF2-40B4-BE49-F238E27FC236}">
                    <a16:creationId xmlns:a16="http://schemas.microsoft.com/office/drawing/2014/main" id="{58BA2A86-475A-4884-BF3F-1B2696435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56" name="Line 90">
                <a:extLst>
                  <a:ext uri="{FF2B5EF4-FFF2-40B4-BE49-F238E27FC236}">
                    <a16:creationId xmlns:a16="http://schemas.microsoft.com/office/drawing/2014/main" id="{93F8C1E6-6CFB-4923-93E1-3716585DE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57" name="Line 91">
                <a:extLst>
                  <a:ext uri="{FF2B5EF4-FFF2-40B4-BE49-F238E27FC236}">
                    <a16:creationId xmlns:a16="http://schemas.microsoft.com/office/drawing/2014/main" id="{0445DE68-7A5C-48E0-9CC8-168DD568E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6613" name="Text Box 92">
              <a:extLst>
                <a:ext uri="{FF2B5EF4-FFF2-40B4-BE49-F238E27FC236}">
                  <a16:creationId xmlns:a16="http://schemas.microsoft.com/office/drawing/2014/main" id="{0206BABB-F6A2-4DD7-B2DC-0F23D6B93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14" name="Text Box 93">
              <a:extLst>
                <a:ext uri="{FF2B5EF4-FFF2-40B4-BE49-F238E27FC236}">
                  <a16:creationId xmlns:a16="http://schemas.microsoft.com/office/drawing/2014/main" id="{31CFEF23-07F1-456D-BD3E-AB9A740D7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6615" name="Text Box 94">
              <a:extLst>
                <a:ext uri="{FF2B5EF4-FFF2-40B4-BE49-F238E27FC236}">
                  <a16:creationId xmlns:a16="http://schemas.microsoft.com/office/drawing/2014/main" id="{BF4E7019-3BE1-4A00-9B74-E2AA74454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616" name="Text Box 95">
              <a:extLst>
                <a:ext uri="{FF2B5EF4-FFF2-40B4-BE49-F238E27FC236}">
                  <a16:creationId xmlns:a16="http://schemas.microsoft.com/office/drawing/2014/main" id="{F6B2381B-2FDB-4723-AD00-4AFACD1B1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6617" name="Text Box 96">
              <a:extLst>
                <a:ext uri="{FF2B5EF4-FFF2-40B4-BE49-F238E27FC236}">
                  <a16:creationId xmlns:a16="http://schemas.microsoft.com/office/drawing/2014/main" id="{B8E6E4AC-4CDF-476A-B89F-9088439EA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618" name="Text Box 97">
              <a:extLst>
                <a:ext uri="{FF2B5EF4-FFF2-40B4-BE49-F238E27FC236}">
                  <a16:creationId xmlns:a16="http://schemas.microsoft.com/office/drawing/2014/main" id="{8331DED6-036A-4EE6-A8EB-074D6C820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6619" name="Text Box 98">
              <a:extLst>
                <a:ext uri="{FF2B5EF4-FFF2-40B4-BE49-F238E27FC236}">
                  <a16:creationId xmlns:a16="http://schemas.microsoft.com/office/drawing/2014/main" id="{20CF7014-511A-4B38-B41D-904E53091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620" name="Text Box 99">
              <a:extLst>
                <a:ext uri="{FF2B5EF4-FFF2-40B4-BE49-F238E27FC236}">
                  <a16:creationId xmlns:a16="http://schemas.microsoft.com/office/drawing/2014/main" id="{4E782C1A-2825-47CF-AEF6-F169E93D2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6621" name="Text Box 100">
              <a:extLst>
                <a:ext uri="{FF2B5EF4-FFF2-40B4-BE49-F238E27FC236}">
                  <a16:creationId xmlns:a16="http://schemas.microsoft.com/office/drawing/2014/main" id="{9C87BD2E-7FF0-4E9A-9BA0-39D0B2696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22" name="Text Box 101">
              <a:extLst>
                <a:ext uri="{FF2B5EF4-FFF2-40B4-BE49-F238E27FC236}">
                  <a16:creationId xmlns:a16="http://schemas.microsoft.com/office/drawing/2014/main" id="{B2A8275F-8791-45D4-BB81-DBBA79CC4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6623" name="Text Box 102">
              <a:extLst>
                <a:ext uri="{FF2B5EF4-FFF2-40B4-BE49-F238E27FC236}">
                  <a16:creationId xmlns:a16="http://schemas.microsoft.com/office/drawing/2014/main" id="{3A295C81-AADC-4A93-AFA3-8116EEBEC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24" name="Text Box 103">
              <a:extLst>
                <a:ext uri="{FF2B5EF4-FFF2-40B4-BE49-F238E27FC236}">
                  <a16:creationId xmlns:a16="http://schemas.microsoft.com/office/drawing/2014/main" id="{393CBDDF-47C9-4FAB-9FA7-19A484AAB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6625" name="Text Box 104">
              <a:extLst>
                <a:ext uri="{FF2B5EF4-FFF2-40B4-BE49-F238E27FC236}">
                  <a16:creationId xmlns:a16="http://schemas.microsoft.com/office/drawing/2014/main" id="{A1D6618E-7E4C-4768-AB5E-149E45BA6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S.B</a:t>
              </a:r>
            </a:p>
          </p:txBody>
        </p:sp>
        <p:sp>
          <p:nvSpPr>
            <p:cNvPr id="66626" name="Text Box 105">
              <a:extLst>
                <a:ext uri="{FF2B5EF4-FFF2-40B4-BE49-F238E27FC236}">
                  <a16:creationId xmlns:a16="http://schemas.microsoft.com/office/drawing/2014/main" id="{AB13A76D-0BFE-40AC-AE2D-461A24835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6627" name="Text Box 106">
              <a:extLst>
                <a:ext uri="{FF2B5EF4-FFF2-40B4-BE49-F238E27FC236}">
                  <a16:creationId xmlns:a16="http://schemas.microsoft.com/office/drawing/2014/main" id="{D7E0F9EB-B893-47F9-8CD0-25ADCFAC9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628" name="Text Box 107">
              <a:extLst>
                <a:ext uri="{FF2B5EF4-FFF2-40B4-BE49-F238E27FC236}">
                  <a16:creationId xmlns:a16="http://schemas.microsoft.com/office/drawing/2014/main" id="{9E939E7C-7E05-4C94-AC09-271CBA233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629" name="Text Box 108">
              <a:extLst>
                <a:ext uri="{FF2B5EF4-FFF2-40B4-BE49-F238E27FC236}">
                  <a16:creationId xmlns:a16="http://schemas.microsoft.com/office/drawing/2014/main" id="{9DE812D0-5F3C-48BB-A32E-06199E0DC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630" name="Text Box 109">
              <a:extLst>
                <a:ext uri="{FF2B5EF4-FFF2-40B4-BE49-F238E27FC236}">
                  <a16:creationId xmlns:a16="http://schemas.microsoft.com/office/drawing/2014/main" id="{420DF719-3278-4CE9-AA6A-4B78A38A7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631" name="Text Box 110">
              <a:extLst>
                <a:ext uri="{FF2B5EF4-FFF2-40B4-BE49-F238E27FC236}">
                  <a16:creationId xmlns:a16="http://schemas.microsoft.com/office/drawing/2014/main" id="{38EDC59E-B071-4B0F-B28E-0214056A7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32" name="Text Box 111">
              <a:extLst>
                <a:ext uri="{FF2B5EF4-FFF2-40B4-BE49-F238E27FC236}">
                  <a16:creationId xmlns:a16="http://schemas.microsoft.com/office/drawing/2014/main" id="{0E57BB59-8E3F-46D9-9A47-627C28D8F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633" name="Text Box 112">
              <a:extLst>
                <a:ext uri="{FF2B5EF4-FFF2-40B4-BE49-F238E27FC236}">
                  <a16:creationId xmlns:a16="http://schemas.microsoft.com/office/drawing/2014/main" id="{AB6FA95C-4050-4403-9DDA-F890502AE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34" name="Text Box 113">
              <a:extLst>
                <a:ext uri="{FF2B5EF4-FFF2-40B4-BE49-F238E27FC236}">
                  <a16:creationId xmlns:a16="http://schemas.microsoft.com/office/drawing/2014/main" id="{D07597C9-AB88-4941-9E38-DD35FEA1B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635" name="Text Box 114">
              <a:extLst>
                <a:ext uri="{FF2B5EF4-FFF2-40B4-BE49-F238E27FC236}">
                  <a16:creationId xmlns:a16="http://schemas.microsoft.com/office/drawing/2014/main" id="{EB004B0B-2BE7-48C4-B088-AEC6FE101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36" name="Text Box 115">
              <a:extLst>
                <a:ext uri="{FF2B5EF4-FFF2-40B4-BE49-F238E27FC236}">
                  <a16:creationId xmlns:a16="http://schemas.microsoft.com/office/drawing/2014/main" id="{399E671A-1CF0-4A8F-8394-37309861F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6637" name="Text Box 116">
              <a:extLst>
                <a:ext uri="{FF2B5EF4-FFF2-40B4-BE49-F238E27FC236}">
                  <a16:creationId xmlns:a16="http://schemas.microsoft.com/office/drawing/2014/main" id="{F9A2EB98-48F9-4D11-9B87-AAB534851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6638" name="Text Box 117">
              <a:extLst>
                <a:ext uri="{FF2B5EF4-FFF2-40B4-BE49-F238E27FC236}">
                  <a16:creationId xmlns:a16="http://schemas.microsoft.com/office/drawing/2014/main" id="{D8ACE1FE-5E20-4E53-910F-BA1C70269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639" name="Text Box 118">
              <a:extLst>
                <a:ext uri="{FF2B5EF4-FFF2-40B4-BE49-F238E27FC236}">
                  <a16:creationId xmlns:a16="http://schemas.microsoft.com/office/drawing/2014/main" id="{78A12C7F-6F8D-43C0-ACBD-F8D209FB5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640" name="Text Box 119">
              <a:extLst>
                <a:ext uri="{FF2B5EF4-FFF2-40B4-BE49-F238E27FC236}">
                  <a16:creationId xmlns:a16="http://schemas.microsoft.com/office/drawing/2014/main" id="{174A4601-AFFC-4F83-9E6F-5C177C6A9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6641" name="Text Box 120">
              <a:extLst>
                <a:ext uri="{FF2B5EF4-FFF2-40B4-BE49-F238E27FC236}">
                  <a16:creationId xmlns:a16="http://schemas.microsoft.com/office/drawing/2014/main" id="{E3BDC1BC-9897-4DF4-A752-D2FC99DB2D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6642" name="Text Box 121">
              <a:extLst>
                <a:ext uri="{FF2B5EF4-FFF2-40B4-BE49-F238E27FC236}">
                  <a16:creationId xmlns:a16="http://schemas.microsoft.com/office/drawing/2014/main" id="{DB41606A-8AB9-4C0A-9773-7D87842B6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643" name="Text Box 122">
              <a:extLst>
                <a:ext uri="{FF2B5EF4-FFF2-40B4-BE49-F238E27FC236}">
                  <a16:creationId xmlns:a16="http://schemas.microsoft.com/office/drawing/2014/main" id="{48D699AB-80DB-4DD7-A57C-38BE82853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6644" name="Text Box 123">
              <a:extLst>
                <a:ext uri="{FF2B5EF4-FFF2-40B4-BE49-F238E27FC236}">
                  <a16:creationId xmlns:a16="http://schemas.microsoft.com/office/drawing/2014/main" id="{C2CAA445-FBB9-4E9D-94F6-A94FDEBC8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6645" name="Text Box 124">
              <a:extLst>
                <a:ext uri="{FF2B5EF4-FFF2-40B4-BE49-F238E27FC236}">
                  <a16:creationId xmlns:a16="http://schemas.microsoft.com/office/drawing/2014/main" id="{E902AD56-7487-49F6-BE17-77A537FB9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6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6646" name="Text Box 125">
              <a:extLst>
                <a:ext uri="{FF2B5EF4-FFF2-40B4-BE49-F238E27FC236}">
                  <a16:creationId xmlns:a16="http://schemas.microsoft.com/office/drawing/2014/main" id="{956B8347-6B27-4E98-AF81-98D8A48F3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6647" name="Text Box 126">
              <a:extLst>
                <a:ext uri="{FF2B5EF4-FFF2-40B4-BE49-F238E27FC236}">
                  <a16:creationId xmlns:a16="http://schemas.microsoft.com/office/drawing/2014/main" id="{BE81B281-3D9C-48D4-ADCF-54F2E1DE0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1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6648" name="Text Box 127">
              <a:extLst>
                <a:ext uri="{FF2B5EF4-FFF2-40B4-BE49-F238E27FC236}">
                  <a16:creationId xmlns:a16="http://schemas.microsoft.com/office/drawing/2014/main" id="{6D2546EC-CEA3-4C35-A23D-BB6EACEE6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3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6649" name="Text Box 128">
              <a:extLst>
                <a:ext uri="{FF2B5EF4-FFF2-40B4-BE49-F238E27FC236}">
                  <a16:creationId xmlns:a16="http://schemas.microsoft.com/office/drawing/2014/main" id="{92D73400-62BD-4EE1-B040-DB5D64099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49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6650" name="Text Box 129">
              <a:extLst>
                <a:ext uri="{FF2B5EF4-FFF2-40B4-BE49-F238E27FC236}">
                  <a16:creationId xmlns:a16="http://schemas.microsoft.com/office/drawing/2014/main" id="{1679A34B-219B-4138-A2C7-C013CF725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6651" name="Text Box 130">
              <a:extLst>
                <a:ext uri="{FF2B5EF4-FFF2-40B4-BE49-F238E27FC236}">
                  <a16:creationId xmlns:a16="http://schemas.microsoft.com/office/drawing/2014/main" id="{9382BDC4-68B4-4497-A4C2-4D0FCF35B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</p:grpSp>
      <p:sp>
        <p:nvSpPr>
          <p:cNvPr id="66571" name="Text Box 131">
            <a:extLst>
              <a:ext uri="{FF2B5EF4-FFF2-40B4-BE49-F238E27FC236}">
                <a16:creationId xmlns:a16="http://schemas.microsoft.com/office/drawing/2014/main" id="{66492B0F-B473-41D7-851D-CAC05FE6A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17725"/>
            <a:ext cx="2209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A=S.B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S)</a:t>
            </a:r>
          </a:p>
        </p:txBody>
      </p:sp>
      <p:grpSp>
        <p:nvGrpSpPr>
          <p:cNvPr id="66572" name="Group 188">
            <a:extLst>
              <a:ext uri="{FF2B5EF4-FFF2-40B4-BE49-F238E27FC236}">
                <a16:creationId xmlns:a16="http://schemas.microsoft.com/office/drawing/2014/main" id="{422CE995-D7DE-441C-B9D5-118DB9A00759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048000"/>
            <a:ext cx="2286000" cy="1371600"/>
            <a:chOff x="2976" y="1920"/>
            <a:chExt cx="1440" cy="864"/>
          </a:xfrm>
        </p:grpSpPr>
        <p:sp>
          <p:nvSpPr>
            <p:cNvPr id="66573" name="Line 133">
              <a:extLst>
                <a:ext uri="{FF2B5EF4-FFF2-40B4-BE49-F238E27FC236}">
                  <a16:creationId xmlns:a16="http://schemas.microsoft.com/office/drawing/2014/main" id="{66712DDF-0986-48DA-B048-9061F2FD0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112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574" name="Text Box 134">
              <a:extLst>
                <a:ext uri="{FF2B5EF4-FFF2-40B4-BE49-F238E27FC236}">
                  <a16:creationId xmlns:a16="http://schemas.microsoft.com/office/drawing/2014/main" id="{36AE1C0E-E308-4670-AFDD-AC2A027A0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6575" name="Text Box 135">
              <a:extLst>
                <a:ext uri="{FF2B5EF4-FFF2-40B4-BE49-F238E27FC236}">
                  <a16:creationId xmlns:a16="http://schemas.microsoft.com/office/drawing/2014/main" id="{2324E8FD-9B5E-4823-AB9D-EAAAA75DC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R.B</a:t>
              </a:r>
            </a:p>
          </p:txBody>
        </p:sp>
        <p:sp>
          <p:nvSpPr>
            <p:cNvPr id="66576" name="Text Box 136">
              <a:extLst>
                <a:ext uri="{FF2B5EF4-FFF2-40B4-BE49-F238E27FC236}">
                  <a16:creationId xmlns:a16="http://schemas.microsoft.com/office/drawing/2014/main" id="{C5B9F84E-6FE0-40D6-B110-A9DEC4C62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1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577" name="Line 137">
              <a:extLst>
                <a:ext uri="{FF2B5EF4-FFF2-40B4-BE49-F238E27FC236}">
                  <a16:creationId xmlns:a16="http://schemas.microsoft.com/office/drawing/2014/main" id="{1FA2A2E6-F6DA-4540-8FA3-82A9AA60E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578" name="Line 138">
              <a:extLst>
                <a:ext uri="{FF2B5EF4-FFF2-40B4-BE49-F238E27FC236}">
                  <a16:creationId xmlns:a16="http://schemas.microsoft.com/office/drawing/2014/main" id="{055C7259-69B5-47F8-98CE-99C040293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784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579" name="Text Box 140">
              <a:extLst>
                <a:ext uri="{FF2B5EF4-FFF2-40B4-BE49-F238E27FC236}">
                  <a16:creationId xmlns:a16="http://schemas.microsoft.com/office/drawing/2014/main" id="{35C6C826-C2E8-4DAB-80FD-467B366E5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1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grpSp>
          <p:nvGrpSpPr>
            <p:cNvPr id="66580" name="Group 142">
              <a:extLst>
                <a:ext uri="{FF2B5EF4-FFF2-40B4-BE49-F238E27FC236}">
                  <a16:creationId xmlns:a16="http://schemas.microsoft.com/office/drawing/2014/main" id="{ADE203E7-8FA5-40DF-9B14-5042AF489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920"/>
              <a:ext cx="1440" cy="864"/>
              <a:chOff x="3120" y="1968"/>
              <a:chExt cx="1440" cy="624"/>
            </a:xfrm>
          </p:grpSpPr>
          <p:sp>
            <p:nvSpPr>
              <p:cNvPr id="66597" name="Line 143">
                <a:extLst>
                  <a:ext uri="{FF2B5EF4-FFF2-40B4-BE49-F238E27FC236}">
                    <a16:creationId xmlns:a16="http://schemas.microsoft.com/office/drawing/2014/main" id="{23793837-1941-4532-8001-9BD0D1210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598" name="Line 144">
                <a:extLst>
                  <a:ext uri="{FF2B5EF4-FFF2-40B4-BE49-F238E27FC236}">
                    <a16:creationId xmlns:a16="http://schemas.microsoft.com/office/drawing/2014/main" id="{C1448DCE-FFBA-4D49-81D7-DF885AEAA7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599" name="Line 145">
                <a:extLst>
                  <a:ext uri="{FF2B5EF4-FFF2-40B4-BE49-F238E27FC236}">
                    <a16:creationId xmlns:a16="http://schemas.microsoft.com/office/drawing/2014/main" id="{4FB70F47-FBF6-44BD-B204-772924C5A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00" name="Line 146">
                <a:extLst>
                  <a:ext uri="{FF2B5EF4-FFF2-40B4-BE49-F238E27FC236}">
                    <a16:creationId xmlns:a16="http://schemas.microsoft.com/office/drawing/2014/main" id="{73E3B66E-541C-4FD7-83BA-F24EABC28E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01" name="Line 147">
                <a:extLst>
                  <a:ext uri="{FF2B5EF4-FFF2-40B4-BE49-F238E27FC236}">
                    <a16:creationId xmlns:a16="http://schemas.microsoft.com/office/drawing/2014/main" id="{9B40CEE5-8820-4853-891C-134F950F4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02" name="Line 148">
                <a:extLst>
                  <a:ext uri="{FF2B5EF4-FFF2-40B4-BE49-F238E27FC236}">
                    <a16:creationId xmlns:a16="http://schemas.microsoft.com/office/drawing/2014/main" id="{8B1AB8C5-1B43-4692-9F76-74CA6B074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9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6581" name="Text Box 149">
              <a:extLst>
                <a:ext uri="{FF2B5EF4-FFF2-40B4-BE49-F238E27FC236}">
                  <a16:creationId xmlns:a16="http://schemas.microsoft.com/office/drawing/2014/main" id="{CEE5B137-EBB6-47A2-B40A-2D0C140C9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3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582" name="Text Box 150">
              <a:extLst>
                <a:ext uri="{FF2B5EF4-FFF2-40B4-BE49-F238E27FC236}">
                  <a16:creationId xmlns:a16="http://schemas.microsoft.com/office/drawing/2014/main" id="{4B9F4D14-B9B7-4052-AEC4-5921DDC3C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3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6583" name="Text Box 157">
              <a:extLst>
                <a:ext uri="{FF2B5EF4-FFF2-40B4-BE49-F238E27FC236}">
                  <a16:creationId xmlns:a16="http://schemas.microsoft.com/office/drawing/2014/main" id="{8E734971-C190-4D9D-9321-52C0905BF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5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584" name="Text Box 158">
              <a:extLst>
                <a:ext uri="{FF2B5EF4-FFF2-40B4-BE49-F238E27FC236}">
                  <a16:creationId xmlns:a16="http://schemas.microsoft.com/office/drawing/2014/main" id="{69014C7E-C20D-49EB-8367-67F15AF76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5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6585" name="Text Box 161">
              <a:extLst>
                <a:ext uri="{FF2B5EF4-FFF2-40B4-BE49-F238E27FC236}">
                  <a16:creationId xmlns:a16="http://schemas.microsoft.com/office/drawing/2014/main" id="{4D15A668-92B5-41B6-93F6-2681DBD9F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S.B</a:t>
              </a:r>
            </a:p>
          </p:txBody>
        </p:sp>
        <p:sp>
          <p:nvSpPr>
            <p:cNvPr id="66586" name="Text Box 162">
              <a:extLst>
                <a:ext uri="{FF2B5EF4-FFF2-40B4-BE49-F238E27FC236}">
                  <a16:creationId xmlns:a16="http://schemas.microsoft.com/office/drawing/2014/main" id="{D5A03278-1421-442E-A0D1-96526E4F8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6587" name="Text Box 163">
              <a:extLst>
                <a:ext uri="{FF2B5EF4-FFF2-40B4-BE49-F238E27FC236}">
                  <a16:creationId xmlns:a16="http://schemas.microsoft.com/office/drawing/2014/main" id="{D91E7843-9402-41E4-A26B-0B6A9090A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1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6588" name="Text Box 165">
              <a:extLst>
                <a:ext uri="{FF2B5EF4-FFF2-40B4-BE49-F238E27FC236}">
                  <a16:creationId xmlns:a16="http://schemas.microsoft.com/office/drawing/2014/main" id="{A338FAC4-B3C9-48CE-AE4C-10E547792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1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589" name="Text Box 167">
              <a:extLst>
                <a:ext uri="{FF2B5EF4-FFF2-40B4-BE49-F238E27FC236}">
                  <a16:creationId xmlns:a16="http://schemas.microsoft.com/office/drawing/2014/main" id="{1866BE65-03C4-488A-B2B7-CB60F3CE1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3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590" name="Text Box 168">
              <a:extLst>
                <a:ext uri="{FF2B5EF4-FFF2-40B4-BE49-F238E27FC236}">
                  <a16:creationId xmlns:a16="http://schemas.microsoft.com/office/drawing/2014/main" id="{0D27D93F-7EB2-441B-AE6F-F5AC25CA7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3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66591" name="Text Box 175">
              <a:extLst>
                <a:ext uri="{FF2B5EF4-FFF2-40B4-BE49-F238E27FC236}">
                  <a16:creationId xmlns:a16="http://schemas.microsoft.com/office/drawing/2014/main" id="{421F6CA0-2749-4B9D-A3DE-3C6147985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5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6592" name="Text Box 176">
              <a:extLst>
                <a:ext uri="{FF2B5EF4-FFF2-40B4-BE49-F238E27FC236}">
                  <a16:creationId xmlns:a16="http://schemas.microsoft.com/office/drawing/2014/main" id="{F4D505B3-FE56-4E64-9494-D94AED4E5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5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66593" name="Text Box 179">
              <a:extLst>
                <a:ext uri="{FF2B5EF4-FFF2-40B4-BE49-F238E27FC236}">
                  <a16:creationId xmlns:a16="http://schemas.microsoft.com/office/drawing/2014/main" id="{DED899A3-DC09-42D2-A3C3-598430D2C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9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6594" name="Text Box 180">
              <a:extLst>
                <a:ext uri="{FF2B5EF4-FFF2-40B4-BE49-F238E27FC236}">
                  <a16:creationId xmlns:a16="http://schemas.microsoft.com/office/drawing/2014/main" id="{AC8D5D1A-B83E-48B5-8E2E-662EF9F09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16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6595" name="Text Box 182">
              <a:extLst>
                <a:ext uri="{FF2B5EF4-FFF2-40B4-BE49-F238E27FC236}">
                  <a16:creationId xmlns:a16="http://schemas.microsoft.com/office/drawing/2014/main" id="{920D56EF-DC45-49CE-9C6C-748BF4F42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35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6596" name="Text Box 186">
              <a:extLst>
                <a:ext uri="{FF2B5EF4-FFF2-40B4-BE49-F238E27FC236}">
                  <a16:creationId xmlns:a16="http://schemas.microsoft.com/office/drawing/2014/main" id="{B2CD312E-223D-4323-8F82-37B7FED67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D596A1E7-6361-9040-9DDA-26466F18B88A}"/>
              </a:ext>
            </a:extLst>
          </p:cNvPr>
          <p:cNvSpPr txBox="1"/>
          <p:nvPr/>
        </p:nvSpPr>
        <p:spPr>
          <a:xfrm>
            <a:off x="5032626" y="5436195"/>
            <a:ext cx="2507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/>
              <a:t>SELECT *</a:t>
            </a:r>
          </a:p>
          <a:p>
            <a:r>
              <a:rPr lang="en-US" b="1" i="1"/>
              <a:t>FROM R, S</a:t>
            </a:r>
          </a:p>
          <a:p>
            <a:r>
              <a:rPr lang="en-US" b="1" i="1">
                <a:solidFill>
                  <a:srgbClr val="FF0000"/>
                </a:solidFill>
              </a:rPr>
              <a:t>WHERE A = S.B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DC16-D73A-1DC8-69B8-174F4A3E1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4013"/>
            <a:ext cx="8534400" cy="788987"/>
          </a:xfrm>
        </p:spPr>
        <p:txBody>
          <a:bodyPr/>
          <a:lstStyle/>
          <a:p>
            <a:r>
              <a:rPr lang="en-US" sz="3800"/>
              <a:t>1. Phép tích Cartesian – Ví dụ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EE727-6A62-E0F2-F08E-E1D12A11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B6680-DAAD-BC52-E2ED-A73C6AC8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12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E989E-368C-AF9D-9CE4-78E1F4451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48" y="1295400"/>
            <a:ext cx="6832600" cy="2971800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AA3DD767-B036-0EF2-F67E-4AC2704A5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9" y="4622800"/>
            <a:ext cx="3441700" cy="1930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92CD49-505A-269B-710F-60B3FE1DCEB6}"/>
              </a:ext>
            </a:extLst>
          </p:cNvPr>
          <p:cNvSpPr txBox="1"/>
          <p:nvPr/>
        </p:nvSpPr>
        <p:spPr>
          <a:xfrm>
            <a:off x="76200" y="944562"/>
            <a:ext cx="1513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SINHVIEN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8665C-5471-B30D-F9C2-51221D896FDB}"/>
              </a:ext>
            </a:extLst>
          </p:cNvPr>
          <p:cNvSpPr txBox="1"/>
          <p:nvPr/>
        </p:nvSpPr>
        <p:spPr>
          <a:xfrm>
            <a:off x="146713" y="4290314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KHOA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0AACA-0DB6-EE2A-AE58-2D8479B3D6C0}"/>
              </a:ext>
            </a:extLst>
          </p:cNvPr>
          <p:cNvSpPr txBox="1"/>
          <p:nvPr/>
        </p:nvSpPr>
        <p:spPr>
          <a:xfrm>
            <a:off x="3816619" y="5004137"/>
            <a:ext cx="52511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Cho biết tên khoa của sinh viên có mã ‘A01’?</a:t>
            </a:r>
          </a:p>
          <a:p>
            <a:r>
              <a:rPr lang="en-US" sz="2000">
                <a:solidFill>
                  <a:srgbClr val="FF0000"/>
                </a:solidFill>
              </a:rPr>
              <a:t>- Biểu diễn bằng ĐSQH</a:t>
            </a:r>
          </a:p>
          <a:p>
            <a:r>
              <a:rPr lang="en-US" sz="2000">
                <a:solidFill>
                  <a:srgbClr val="FF0000"/>
                </a:solidFill>
              </a:rPr>
              <a:t>- Biểu diễn bằng SQL</a:t>
            </a:r>
          </a:p>
        </p:txBody>
      </p:sp>
    </p:spTree>
    <p:extLst>
      <p:ext uri="{BB962C8B-B14F-4D97-AF65-F5344CB8AC3E}">
        <p14:creationId xmlns:p14="http://schemas.microsoft.com/office/powerpoint/2010/main" val="758547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ate Placeholder 3">
            <a:extLst>
              <a:ext uri="{FF2B5EF4-FFF2-40B4-BE49-F238E27FC236}">
                <a16:creationId xmlns:a16="http://schemas.microsoft.com/office/drawing/2014/main" id="{0073102F-3CBD-46C9-9E7C-1023574EDC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8611" name="Slide Number Placeholder 5">
            <a:extLst>
              <a:ext uri="{FF2B5EF4-FFF2-40B4-BE49-F238E27FC236}">
                <a16:creationId xmlns:a16="http://schemas.microsoft.com/office/drawing/2014/main" id="{1FEABCBC-8281-4406-BB7E-628961E3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17F97AB-13F2-4910-B94B-2B05C5CCB82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457961" name="Rectangle 233">
            <a:extLst>
              <a:ext uri="{FF2B5EF4-FFF2-40B4-BE49-F238E27FC236}">
                <a16:creationId xmlns:a16="http://schemas.microsoft.com/office/drawing/2014/main" id="{C6C6331D-019C-4667-BF46-290943875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05400"/>
            <a:ext cx="88392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7960" name="Rectangle 232">
            <a:extLst>
              <a:ext uri="{FF2B5EF4-FFF2-40B4-BE49-F238E27FC236}">
                <a16:creationId xmlns:a16="http://schemas.microsoft.com/office/drawing/2014/main" id="{834FDC15-D16E-4582-AD40-4DCC13A1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505200"/>
            <a:ext cx="54102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A739DE01-B812-4CE1-8271-6F9FFC5A0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- Ví dụ (tt)</a:t>
            </a:r>
          </a:p>
        </p:txBody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13CBE39E-FE9B-40BC-B8DD-4830A3406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Với mỗi phòng ban, cho biết thông tin của người trưởng phòng</a:t>
            </a:r>
          </a:p>
          <a:p>
            <a:pPr lvl="1" eaLnBrk="1" hangingPunct="1"/>
            <a:r>
              <a:rPr lang="en-US" altLang="en-US"/>
              <a:t>Quan hệ: PHONGBAN, NHANVIEN </a:t>
            </a:r>
          </a:p>
          <a:p>
            <a:pPr lvl="1" eaLnBrk="1" hangingPunct="1"/>
            <a:r>
              <a:rPr lang="en-US" altLang="en-US"/>
              <a:t>Thuộc tính: TRPHG, MAPHG, TENNV, HONV, …</a:t>
            </a:r>
          </a:p>
        </p:txBody>
      </p:sp>
      <p:grpSp>
        <p:nvGrpSpPr>
          <p:cNvPr id="2" name="Group 230">
            <a:extLst>
              <a:ext uri="{FF2B5EF4-FFF2-40B4-BE49-F238E27FC236}">
                <a16:creationId xmlns:a16="http://schemas.microsoft.com/office/drawing/2014/main" id="{1BEF5EF5-E963-414C-89AE-5F51771C2E5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24200"/>
            <a:ext cx="4953000" cy="1371600"/>
            <a:chOff x="288" y="2016"/>
            <a:chExt cx="3120" cy="864"/>
          </a:xfrm>
        </p:grpSpPr>
        <p:sp>
          <p:nvSpPr>
            <p:cNvPr id="68706" name="Line 137">
              <a:extLst>
                <a:ext uri="{FF2B5EF4-FFF2-40B4-BE49-F238E27FC236}">
                  <a16:creationId xmlns:a16="http://schemas.microsoft.com/office/drawing/2014/main" id="{AE93B645-5FA8-44A6-B12D-638F8C0A2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208"/>
              <a:ext cx="31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707" name="Text Box 139">
              <a:extLst>
                <a:ext uri="{FF2B5EF4-FFF2-40B4-BE49-F238E27FC236}">
                  <a16:creationId xmlns:a16="http://schemas.microsoft.com/office/drawing/2014/main" id="{5B4EAEFC-2BDE-4556-971B-4A1DB27B6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1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TENPHG</a:t>
              </a:r>
            </a:p>
          </p:txBody>
        </p:sp>
        <p:sp>
          <p:nvSpPr>
            <p:cNvPr id="68708" name="Text Box 140">
              <a:extLst>
                <a:ext uri="{FF2B5EF4-FFF2-40B4-BE49-F238E27FC236}">
                  <a16:creationId xmlns:a16="http://schemas.microsoft.com/office/drawing/2014/main" id="{372845F9-22E5-4F87-AA76-ECCA5ADB5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1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MAPHG</a:t>
              </a:r>
            </a:p>
          </p:txBody>
        </p:sp>
        <p:sp>
          <p:nvSpPr>
            <p:cNvPr id="68709" name="Text Box 142">
              <a:extLst>
                <a:ext uri="{FF2B5EF4-FFF2-40B4-BE49-F238E27FC236}">
                  <a16:creationId xmlns:a16="http://schemas.microsoft.com/office/drawing/2014/main" id="{AE886411-135C-473B-B499-3643E604E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01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TRPHG</a:t>
              </a:r>
            </a:p>
          </p:txBody>
        </p:sp>
        <p:grpSp>
          <p:nvGrpSpPr>
            <p:cNvPr id="68710" name="Group 180">
              <a:extLst>
                <a:ext uri="{FF2B5EF4-FFF2-40B4-BE49-F238E27FC236}">
                  <a16:creationId xmlns:a16="http://schemas.microsoft.com/office/drawing/2014/main" id="{7F5CC3F5-CF21-41C4-BBB1-6140ADE681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16"/>
              <a:ext cx="1392" cy="864"/>
              <a:chOff x="912" y="2064"/>
              <a:chExt cx="1392" cy="1008"/>
            </a:xfrm>
          </p:grpSpPr>
          <p:sp>
            <p:nvSpPr>
              <p:cNvPr id="68724" name="Line 138">
                <a:extLst>
                  <a:ext uri="{FF2B5EF4-FFF2-40B4-BE49-F238E27FC236}">
                    <a16:creationId xmlns:a16="http://schemas.microsoft.com/office/drawing/2014/main" id="{22FFFCEA-5F8D-4FCF-9CDD-A432467C7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206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725" name="Line 141">
                <a:extLst>
                  <a:ext uri="{FF2B5EF4-FFF2-40B4-BE49-F238E27FC236}">
                    <a16:creationId xmlns:a16="http://schemas.microsoft.com/office/drawing/2014/main" id="{7C05BA9C-5E27-41E0-AEB4-DA228CF8B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206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726" name="Line 143">
                <a:extLst>
                  <a:ext uri="{FF2B5EF4-FFF2-40B4-BE49-F238E27FC236}">
                    <a16:creationId xmlns:a16="http://schemas.microsoft.com/office/drawing/2014/main" id="{AFA20B32-9E73-4FF2-8CF8-C6C378DD1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06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8711" name="Text Box 144">
              <a:extLst>
                <a:ext uri="{FF2B5EF4-FFF2-40B4-BE49-F238E27FC236}">
                  <a16:creationId xmlns:a16="http://schemas.microsoft.com/office/drawing/2014/main" id="{DD2B4371-446C-4191-B1D3-E43FCD255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2016"/>
              <a:ext cx="9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NG_NHANCHUC</a:t>
              </a:r>
            </a:p>
          </p:txBody>
        </p:sp>
        <p:sp>
          <p:nvSpPr>
            <p:cNvPr id="68712" name="Text Box 151">
              <a:extLst>
                <a:ext uri="{FF2B5EF4-FFF2-40B4-BE49-F238E27FC236}">
                  <a16:creationId xmlns:a16="http://schemas.microsoft.com/office/drawing/2014/main" id="{03D74ADD-6B63-45BF-9A66-4D0A85172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25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Nghien cuu</a:t>
              </a:r>
            </a:p>
          </p:txBody>
        </p:sp>
        <p:sp>
          <p:nvSpPr>
            <p:cNvPr id="68713" name="Text Box 152">
              <a:extLst>
                <a:ext uri="{FF2B5EF4-FFF2-40B4-BE49-F238E27FC236}">
                  <a16:creationId xmlns:a16="http://schemas.microsoft.com/office/drawing/2014/main" id="{DF7BFB32-2C1F-4198-BC24-76AEDF971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25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8714" name="Text Box 153">
              <a:extLst>
                <a:ext uri="{FF2B5EF4-FFF2-40B4-BE49-F238E27FC236}">
                  <a16:creationId xmlns:a16="http://schemas.microsoft.com/office/drawing/2014/main" id="{E2A50ECE-69CD-4F32-9DC0-6925D23FE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5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68715" name="Text Box 154">
              <a:extLst>
                <a:ext uri="{FF2B5EF4-FFF2-40B4-BE49-F238E27FC236}">
                  <a16:creationId xmlns:a16="http://schemas.microsoft.com/office/drawing/2014/main" id="{E24F62E1-F332-49FA-B4CB-DB62F9E1B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256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05/22/1988</a:t>
              </a:r>
            </a:p>
          </p:txBody>
        </p:sp>
        <p:sp>
          <p:nvSpPr>
            <p:cNvPr id="68716" name="Text Box 158">
              <a:extLst>
                <a:ext uri="{FF2B5EF4-FFF2-40B4-BE49-F238E27FC236}">
                  <a16:creationId xmlns:a16="http://schemas.microsoft.com/office/drawing/2014/main" id="{C819D60A-9AA4-41D4-9973-730402E2A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44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Dieu hanh</a:t>
              </a:r>
            </a:p>
          </p:txBody>
        </p:sp>
        <p:sp>
          <p:nvSpPr>
            <p:cNvPr id="68717" name="Text Box 159">
              <a:extLst>
                <a:ext uri="{FF2B5EF4-FFF2-40B4-BE49-F238E27FC236}">
                  <a16:creationId xmlns:a16="http://schemas.microsoft.com/office/drawing/2014/main" id="{837E92DA-681D-47A0-A56A-27ED34C91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4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8718" name="Text Box 160">
              <a:extLst>
                <a:ext uri="{FF2B5EF4-FFF2-40B4-BE49-F238E27FC236}">
                  <a16:creationId xmlns:a16="http://schemas.microsoft.com/office/drawing/2014/main" id="{52E7686E-E4FB-44AE-BBB5-4540FE880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4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68719" name="Text Box 161">
              <a:extLst>
                <a:ext uri="{FF2B5EF4-FFF2-40B4-BE49-F238E27FC236}">
                  <a16:creationId xmlns:a16="http://schemas.microsoft.com/office/drawing/2014/main" id="{5E80A8C1-9801-47C0-AC8A-C37ADDC8D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448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01/01/1995</a:t>
              </a:r>
            </a:p>
          </p:txBody>
        </p:sp>
        <p:sp>
          <p:nvSpPr>
            <p:cNvPr id="68720" name="Text Box 165">
              <a:extLst>
                <a:ext uri="{FF2B5EF4-FFF2-40B4-BE49-F238E27FC236}">
                  <a16:creationId xmlns:a16="http://schemas.microsoft.com/office/drawing/2014/main" id="{3E89480C-4506-4A2E-9559-092674BCC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64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Quan ly</a:t>
              </a:r>
            </a:p>
          </p:txBody>
        </p:sp>
        <p:sp>
          <p:nvSpPr>
            <p:cNvPr id="68721" name="Text Box 166">
              <a:extLst>
                <a:ext uri="{FF2B5EF4-FFF2-40B4-BE49-F238E27FC236}">
                  <a16:creationId xmlns:a16="http://schemas.microsoft.com/office/drawing/2014/main" id="{12A93100-51EE-4325-83C8-57D45240C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4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8722" name="Text Box 167">
              <a:extLst>
                <a:ext uri="{FF2B5EF4-FFF2-40B4-BE49-F238E27FC236}">
                  <a16:creationId xmlns:a16="http://schemas.microsoft.com/office/drawing/2014/main" id="{5C279D95-1A63-4734-AE93-DCE1A2382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64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888665555</a:t>
              </a:r>
            </a:p>
          </p:txBody>
        </p:sp>
        <p:sp>
          <p:nvSpPr>
            <p:cNvPr id="68723" name="Text Box 168">
              <a:extLst>
                <a:ext uri="{FF2B5EF4-FFF2-40B4-BE49-F238E27FC236}">
                  <a16:creationId xmlns:a16="http://schemas.microsoft.com/office/drawing/2014/main" id="{082E984C-6D60-4482-A961-9396DB0BF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40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06/19/1981</a:t>
              </a:r>
            </a:p>
          </p:txBody>
        </p:sp>
      </p:grpSp>
      <p:grpSp>
        <p:nvGrpSpPr>
          <p:cNvPr id="4" name="Group 231">
            <a:extLst>
              <a:ext uri="{FF2B5EF4-FFF2-40B4-BE49-F238E27FC236}">
                <a16:creationId xmlns:a16="http://schemas.microsoft.com/office/drawing/2014/main" id="{DF428B80-AF21-45F9-BB4F-B4CE76BB14A3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724400"/>
            <a:ext cx="8610600" cy="1600200"/>
            <a:chOff x="192" y="2976"/>
            <a:chExt cx="5424" cy="1008"/>
          </a:xfrm>
        </p:grpSpPr>
        <p:sp>
          <p:nvSpPr>
            <p:cNvPr id="68658" name="Line 182">
              <a:extLst>
                <a:ext uri="{FF2B5EF4-FFF2-40B4-BE49-F238E27FC236}">
                  <a16:creationId xmlns:a16="http://schemas.microsoft.com/office/drawing/2014/main" id="{8A8BFF8F-2BCF-43E1-817B-37C9D1719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3168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659" name="Line 183">
              <a:extLst>
                <a:ext uri="{FF2B5EF4-FFF2-40B4-BE49-F238E27FC236}">
                  <a16:creationId xmlns:a16="http://schemas.microsoft.com/office/drawing/2014/main" id="{9BBA8B2F-D510-42D3-BA0C-4A3BD29EA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60" name="Text Box 184">
              <a:extLst>
                <a:ext uri="{FF2B5EF4-FFF2-40B4-BE49-F238E27FC236}">
                  <a16:creationId xmlns:a16="http://schemas.microsoft.com/office/drawing/2014/main" id="{82C38DD6-FDF8-4ED1-B495-00A29B5D5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7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TENNV</a:t>
              </a:r>
            </a:p>
          </p:txBody>
        </p:sp>
        <p:sp>
          <p:nvSpPr>
            <p:cNvPr id="68661" name="Text Box 185">
              <a:extLst>
                <a:ext uri="{FF2B5EF4-FFF2-40B4-BE49-F238E27FC236}">
                  <a16:creationId xmlns:a16="http://schemas.microsoft.com/office/drawing/2014/main" id="{CB3AAC2F-6675-4974-8C6E-5CF87ADD8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HONV</a:t>
              </a:r>
            </a:p>
          </p:txBody>
        </p:sp>
        <p:sp>
          <p:nvSpPr>
            <p:cNvPr id="68662" name="Line 186">
              <a:extLst>
                <a:ext uri="{FF2B5EF4-FFF2-40B4-BE49-F238E27FC236}">
                  <a16:creationId xmlns:a16="http://schemas.microsoft.com/office/drawing/2014/main" id="{67986569-0D64-4103-A3B6-565B4DB94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63" name="Text Box 187">
              <a:extLst>
                <a:ext uri="{FF2B5EF4-FFF2-40B4-BE49-F238E27FC236}">
                  <a16:creationId xmlns:a16="http://schemas.microsoft.com/office/drawing/2014/main" id="{B7972606-CF6E-4FC8-90C7-46CC88D2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97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NGSINH</a:t>
              </a:r>
            </a:p>
          </p:txBody>
        </p:sp>
        <p:sp>
          <p:nvSpPr>
            <p:cNvPr id="68664" name="Line 188">
              <a:extLst>
                <a:ext uri="{FF2B5EF4-FFF2-40B4-BE49-F238E27FC236}">
                  <a16:creationId xmlns:a16="http://schemas.microsoft.com/office/drawing/2014/main" id="{9F20B064-3356-4B34-895A-6942097C2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65" name="Text Box 189">
              <a:extLst>
                <a:ext uri="{FF2B5EF4-FFF2-40B4-BE49-F238E27FC236}">
                  <a16:creationId xmlns:a16="http://schemas.microsoft.com/office/drawing/2014/main" id="{96468EF3-DADE-4B03-A450-2188500F3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976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DCHI</a:t>
              </a:r>
            </a:p>
          </p:txBody>
        </p:sp>
        <p:sp>
          <p:nvSpPr>
            <p:cNvPr id="68666" name="Line 190">
              <a:extLst>
                <a:ext uri="{FF2B5EF4-FFF2-40B4-BE49-F238E27FC236}">
                  <a16:creationId xmlns:a16="http://schemas.microsoft.com/office/drawing/2014/main" id="{A1B79237-B64A-4B8A-9DAF-84BADA715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67" name="Text Box 191">
              <a:extLst>
                <a:ext uri="{FF2B5EF4-FFF2-40B4-BE49-F238E27FC236}">
                  <a16:creationId xmlns:a16="http://schemas.microsoft.com/office/drawing/2014/main" id="{E5ADA2D1-CC01-4F49-9F83-5C97A1F96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976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PHAI</a:t>
              </a:r>
            </a:p>
          </p:txBody>
        </p:sp>
        <p:sp>
          <p:nvSpPr>
            <p:cNvPr id="68668" name="Line 192">
              <a:extLst>
                <a:ext uri="{FF2B5EF4-FFF2-40B4-BE49-F238E27FC236}">
                  <a16:creationId xmlns:a16="http://schemas.microsoft.com/office/drawing/2014/main" id="{3FB5BE39-1427-45DD-966F-E96A34F8F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69" name="Text Box 193">
              <a:extLst>
                <a:ext uri="{FF2B5EF4-FFF2-40B4-BE49-F238E27FC236}">
                  <a16:creationId xmlns:a16="http://schemas.microsoft.com/office/drawing/2014/main" id="{56FA5F30-195A-4325-9826-93D614350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LUONG</a:t>
              </a:r>
            </a:p>
          </p:txBody>
        </p:sp>
        <p:sp>
          <p:nvSpPr>
            <p:cNvPr id="68670" name="Line 194">
              <a:extLst>
                <a:ext uri="{FF2B5EF4-FFF2-40B4-BE49-F238E27FC236}">
                  <a16:creationId xmlns:a16="http://schemas.microsoft.com/office/drawing/2014/main" id="{02F863FC-9EA3-410B-8411-B4683DE17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71" name="Text Box 195">
              <a:extLst>
                <a:ext uri="{FF2B5EF4-FFF2-40B4-BE49-F238E27FC236}">
                  <a16:creationId xmlns:a16="http://schemas.microsoft.com/office/drawing/2014/main" id="{11AC546E-6EAA-4444-A0FF-8BABDB5B1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97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PHG</a:t>
              </a:r>
            </a:p>
          </p:txBody>
        </p:sp>
        <p:sp>
          <p:nvSpPr>
            <p:cNvPr id="68672" name="Text Box 196">
              <a:extLst>
                <a:ext uri="{FF2B5EF4-FFF2-40B4-BE49-F238E27FC236}">
                  <a16:creationId xmlns:a16="http://schemas.microsoft.com/office/drawing/2014/main" id="{7600AD49-0F5E-40A4-85F8-37FF8EF3F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21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Tung</a:t>
              </a:r>
            </a:p>
          </p:txBody>
        </p:sp>
        <p:sp>
          <p:nvSpPr>
            <p:cNvPr id="68673" name="Text Box 197">
              <a:extLst>
                <a:ext uri="{FF2B5EF4-FFF2-40B4-BE49-F238E27FC236}">
                  <a16:creationId xmlns:a16="http://schemas.microsoft.com/office/drawing/2014/main" id="{E7A5E763-6FF7-4D21-9110-6081C5B7C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21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68674" name="Text Box 198">
              <a:extLst>
                <a:ext uri="{FF2B5EF4-FFF2-40B4-BE49-F238E27FC236}">
                  <a16:creationId xmlns:a16="http://schemas.microsoft.com/office/drawing/2014/main" id="{5349E4E6-108A-4778-9A99-A344C089D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21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12/08/1955</a:t>
              </a:r>
            </a:p>
          </p:txBody>
        </p:sp>
        <p:sp>
          <p:nvSpPr>
            <p:cNvPr id="68675" name="Text Box 199">
              <a:extLst>
                <a:ext uri="{FF2B5EF4-FFF2-40B4-BE49-F238E27FC236}">
                  <a16:creationId xmlns:a16="http://schemas.microsoft.com/office/drawing/2014/main" id="{2E931B68-63D5-498C-84E7-1CEDB0A18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216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638 NVC Q5</a:t>
              </a:r>
            </a:p>
          </p:txBody>
        </p:sp>
        <p:sp>
          <p:nvSpPr>
            <p:cNvPr id="68676" name="Text Box 200">
              <a:extLst>
                <a:ext uri="{FF2B5EF4-FFF2-40B4-BE49-F238E27FC236}">
                  <a16:creationId xmlns:a16="http://schemas.microsoft.com/office/drawing/2014/main" id="{6603B360-305B-44EA-BD8F-ED89F6F2D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216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Nam</a:t>
              </a:r>
            </a:p>
          </p:txBody>
        </p:sp>
        <p:sp>
          <p:nvSpPr>
            <p:cNvPr id="68677" name="Text Box 201">
              <a:extLst>
                <a:ext uri="{FF2B5EF4-FFF2-40B4-BE49-F238E27FC236}">
                  <a16:creationId xmlns:a16="http://schemas.microsoft.com/office/drawing/2014/main" id="{47ED5401-3ADD-4C54-ADAA-DD1C91D04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21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40000</a:t>
              </a:r>
            </a:p>
          </p:txBody>
        </p:sp>
        <p:sp>
          <p:nvSpPr>
            <p:cNvPr id="68678" name="Text Box 202">
              <a:extLst>
                <a:ext uri="{FF2B5EF4-FFF2-40B4-BE49-F238E27FC236}">
                  <a16:creationId xmlns:a16="http://schemas.microsoft.com/office/drawing/2014/main" id="{831AD9E2-2AC6-407B-80FC-20DF4BD8D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21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8679" name="Text Box 203">
              <a:extLst>
                <a:ext uri="{FF2B5EF4-FFF2-40B4-BE49-F238E27FC236}">
                  <a16:creationId xmlns:a16="http://schemas.microsoft.com/office/drawing/2014/main" id="{8AF14C23-52DC-4479-B168-E5271481E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408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Hang</a:t>
              </a:r>
            </a:p>
          </p:txBody>
        </p:sp>
        <p:sp>
          <p:nvSpPr>
            <p:cNvPr id="68680" name="Text Box 204">
              <a:extLst>
                <a:ext uri="{FF2B5EF4-FFF2-40B4-BE49-F238E27FC236}">
                  <a16:creationId xmlns:a16="http://schemas.microsoft.com/office/drawing/2014/main" id="{787E170B-2C39-48FE-8210-7E1CE6456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40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Bui</a:t>
              </a:r>
            </a:p>
          </p:txBody>
        </p:sp>
        <p:sp>
          <p:nvSpPr>
            <p:cNvPr id="68681" name="Text Box 205">
              <a:extLst>
                <a:ext uri="{FF2B5EF4-FFF2-40B4-BE49-F238E27FC236}">
                  <a16:creationId xmlns:a16="http://schemas.microsoft.com/office/drawing/2014/main" id="{B07C450C-1CE5-440C-B7D6-651242979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40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07/19/1968</a:t>
              </a:r>
            </a:p>
          </p:txBody>
        </p:sp>
        <p:sp>
          <p:nvSpPr>
            <p:cNvPr id="68682" name="Text Box 206">
              <a:extLst>
                <a:ext uri="{FF2B5EF4-FFF2-40B4-BE49-F238E27FC236}">
                  <a16:creationId xmlns:a16="http://schemas.microsoft.com/office/drawing/2014/main" id="{A66A87EC-A01F-4729-AAA0-556DA1591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408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332 NTH Q1</a:t>
              </a:r>
            </a:p>
          </p:txBody>
        </p:sp>
        <p:sp>
          <p:nvSpPr>
            <p:cNvPr id="68683" name="Text Box 207">
              <a:extLst>
                <a:ext uri="{FF2B5EF4-FFF2-40B4-BE49-F238E27FC236}">
                  <a16:creationId xmlns:a16="http://schemas.microsoft.com/office/drawing/2014/main" id="{9E0E9CA8-69BE-4C01-A0A6-86CBDF24F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408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  <p:sp>
          <p:nvSpPr>
            <p:cNvPr id="68684" name="Text Box 208">
              <a:extLst>
                <a:ext uri="{FF2B5EF4-FFF2-40B4-BE49-F238E27FC236}">
                  <a16:creationId xmlns:a16="http://schemas.microsoft.com/office/drawing/2014/main" id="{0184B310-997E-4B74-A5FB-51FF0B90C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40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25000</a:t>
              </a:r>
            </a:p>
          </p:txBody>
        </p:sp>
        <p:sp>
          <p:nvSpPr>
            <p:cNvPr id="68685" name="Text Box 209">
              <a:extLst>
                <a:ext uri="{FF2B5EF4-FFF2-40B4-BE49-F238E27FC236}">
                  <a16:creationId xmlns:a16="http://schemas.microsoft.com/office/drawing/2014/main" id="{2E834364-7BA6-4E53-9219-8B7C9BDF2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40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8686" name="Text Box 210">
              <a:extLst>
                <a:ext uri="{FF2B5EF4-FFF2-40B4-BE49-F238E27FC236}">
                  <a16:creationId xmlns:a16="http://schemas.microsoft.com/office/drawing/2014/main" id="{CD0520DC-0FC7-4F79-9F80-F986813C5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60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Nhu</a:t>
              </a:r>
            </a:p>
          </p:txBody>
        </p:sp>
        <p:sp>
          <p:nvSpPr>
            <p:cNvPr id="68687" name="Text Box 211">
              <a:extLst>
                <a:ext uri="{FF2B5EF4-FFF2-40B4-BE49-F238E27FC236}">
                  <a16:creationId xmlns:a16="http://schemas.microsoft.com/office/drawing/2014/main" id="{F71A86C8-9C80-4339-A52D-66B8B3C9E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60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Le</a:t>
              </a:r>
            </a:p>
          </p:txBody>
        </p:sp>
        <p:sp>
          <p:nvSpPr>
            <p:cNvPr id="68688" name="Text Box 212">
              <a:extLst>
                <a:ext uri="{FF2B5EF4-FFF2-40B4-BE49-F238E27FC236}">
                  <a16:creationId xmlns:a16="http://schemas.microsoft.com/office/drawing/2014/main" id="{9A34956D-5B91-4A17-8158-ACC78A316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60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06/20/1951</a:t>
              </a:r>
            </a:p>
          </p:txBody>
        </p:sp>
        <p:sp>
          <p:nvSpPr>
            <p:cNvPr id="68689" name="Text Box 213">
              <a:extLst>
                <a:ext uri="{FF2B5EF4-FFF2-40B4-BE49-F238E27FC236}">
                  <a16:creationId xmlns:a16="http://schemas.microsoft.com/office/drawing/2014/main" id="{C5EE6A51-D082-4762-8A37-6D8145DC6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00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291 HVH QPN</a:t>
              </a:r>
            </a:p>
          </p:txBody>
        </p:sp>
        <p:sp>
          <p:nvSpPr>
            <p:cNvPr id="68690" name="Text Box 214">
              <a:extLst>
                <a:ext uri="{FF2B5EF4-FFF2-40B4-BE49-F238E27FC236}">
                  <a16:creationId xmlns:a16="http://schemas.microsoft.com/office/drawing/2014/main" id="{6613EDD4-7E77-4344-9182-6BFC33A02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600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  <p:sp>
          <p:nvSpPr>
            <p:cNvPr id="68691" name="Text Box 215">
              <a:extLst>
                <a:ext uri="{FF2B5EF4-FFF2-40B4-BE49-F238E27FC236}">
                  <a16:creationId xmlns:a16="http://schemas.microsoft.com/office/drawing/2014/main" id="{B4AB63B8-A75C-42D6-B67C-59809E99A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60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43000</a:t>
              </a:r>
            </a:p>
          </p:txBody>
        </p:sp>
        <p:sp>
          <p:nvSpPr>
            <p:cNvPr id="68692" name="Text Box 216">
              <a:extLst>
                <a:ext uri="{FF2B5EF4-FFF2-40B4-BE49-F238E27FC236}">
                  <a16:creationId xmlns:a16="http://schemas.microsoft.com/office/drawing/2014/main" id="{EFDDCAE5-6495-4A3C-9CBA-8B7A87C2F3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60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8693" name="Text Box 217">
              <a:extLst>
                <a:ext uri="{FF2B5EF4-FFF2-40B4-BE49-F238E27FC236}">
                  <a16:creationId xmlns:a16="http://schemas.microsoft.com/office/drawing/2014/main" id="{D9B54422-4511-487B-B937-BE283C823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79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Hung</a:t>
              </a:r>
            </a:p>
          </p:txBody>
        </p:sp>
        <p:sp>
          <p:nvSpPr>
            <p:cNvPr id="68694" name="Text Box 218">
              <a:extLst>
                <a:ext uri="{FF2B5EF4-FFF2-40B4-BE49-F238E27FC236}">
                  <a16:creationId xmlns:a16="http://schemas.microsoft.com/office/drawing/2014/main" id="{9FD77DCB-EC14-4345-A349-8E3566801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7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68695" name="Text Box 219">
              <a:extLst>
                <a:ext uri="{FF2B5EF4-FFF2-40B4-BE49-F238E27FC236}">
                  <a16:creationId xmlns:a16="http://schemas.microsoft.com/office/drawing/2014/main" id="{B5F7AD54-6B87-48C6-9C59-A4F69201E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792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09/15/1962</a:t>
              </a:r>
            </a:p>
          </p:txBody>
        </p:sp>
        <p:sp>
          <p:nvSpPr>
            <p:cNvPr id="68696" name="Text Box 220">
              <a:extLst>
                <a:ext uri="{FF2B5EF4-FFF2-40B4-BE49-F238E27FC236}">
                  <a16:creationId xmlns:a16="http://schemas.microsoft.com/office/drawing/2014/main" id="{E6489595-C978-4CE7-AB09-3959F10A0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792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Ba Ria VT</a:t>
              </a:r>
            </a:p>
          </p:txBody>
        </p:sp>
        <p:sp>
          <p:nvSpPr>
            <p:cNvPr id="68697" name="Text Box 221">
              <a:extLst>
                <a:ext uri="{FF2B5EF4-FFF2-40B4-BE49-F238E27FC236}">
                  <a16:creationId xmlns:a16="http://schemas.microsoft.com/office/drawing/2014/main" id="{470D93AD-2389-4008-A099-0A22A66B0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792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Nam</a:t>
              </a:r>
            </a:p>
          </p:txBody>
        </p:sp>
        <p:sp>
          <p:nvSpPr>
            <p:cNvPr id="68698" name="Text Box 222">
              <a:extLst>
                <a:ext uri="{FF2B5EF4-FFF2-40B4-BE49-F238E27FC236}">
                  <a16:creationId xmlns:a16="http://schemas.microsoft.com/office/drawing/2014/main" id="{7D469E0E-FA37-4E79-9732-DB6EDCD03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7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38000</a:t>
              </a:r>
            </a:p>
          </p:txBody>
        </p:sp>
        <p:sp>
          <p:nvSpPr>
            <p:cNvPr id="68699" name="Text Box 223">
              <a:extLst>
                <a:ext uri="{FF2B5EF4-FFF2-40B4-BE49-F238E27FC236}">
                  <a16:creationId xmlns:a16="http://schemas.microsoft.com/office/drawing/2014/main" id="{581002F7-9DCF-4DAB-A81C-BB86A15FA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79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8700" name="Line 224">
              <a:extLst>
                <a:ext uri="{FF2B5EF4-FFF2-40B4-BE49-F238E27FC236}">
                  <a16:creationId xmlns:a16="http://schemas.microsoft.com/office/drawing/2014/main" id="{D36AEF49-2780-4D67-B884-89FB4D62B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701" name="Text Box 225">
              <a:extLst>
                <a:ext uri="{FF2B5EF4-FFF2-40B4-BE49-F238E27FC236}">
                  <a16:creationId xmlns:a16="http://schemas.microsoft.com/office/drawing/2014/main" id="{DCEE3FF6-EED9-44F0-9A69-6519DEA45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21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68702" name="Text Box 226">
              <a:extLst>
                <a:ext uri="{FF2B5EF4-FFF2-40B4-BE49-F238E27FC236}">
                  <a16:creationId xmlns:a16="http://schemas.microsoft.com/office/drawing/2014/main" id="{3EB42367-BAD3-4C50-A0CE-3AAF940DF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792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68703" name="Text Box 227">
              <a:extLst>
                <a:ext uri="{FF2B5EF4-FFF2-40B4-BE49-F238E27FC236}">
                  <a16:creationId xmlns:a16="http://schemas.microsoft.com/office/drawing/2014/main" id="{FCF88592-1126-48AA-810B-BEC3F495C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60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987654321</a:t>
              </a:r>
            </a:p>
          </p:txBody>
        </p:sp>
        <p:sp>
          <p:nvSpPr>
            <p:cNvPr id="68704" name="Text Box 228">
              <a:extLst>
                <a:ext uri="{FF2B5EF4-FFF2-40B4-BE49-F238E27FC236}">
                  <a16:creationId xmlns:a16="http://schemas.microsoft.com/office/drawing/2014/main" id="{9C6A8BEF-1259-4685-AA89-CFC5CBDF8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40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999887777</a:t>
              </a:r>
            </a:p>
          </p:txBody>
        </p:sp>
        <p:sp>
          <p:nvSpPr>
            <p:cNvPr id="68705" name="Text Box 229">
              <a:extLst>
                <a:ext uri="{FF2B5EF4-FFF2-40B4-BE49-F238E27FC236}">
                  <a16:creationId xmlns:a16="http://schemas.microsoft.com/office/drawing/2014/main" id="{38BAB24B-CD6C-40CA-8E90-0CB4DD413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97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7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7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7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7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57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57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57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57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961" grpId="0" animBg="1"/>
      <p:bldP spid="457961" grpId="1" animBg="1"/>
      <p:bldP spid="457960" grpId="0" animBg="1"/>
      <p:bldP spid="45796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ate Placeholder 3">
            <a:extLst>
              <a:ext uri="{FF2B5EF4-FFF2-40B4-BE49-F238E27FC236}">
                <a16:creationId xmlns:a16="http://schemas.microsoft.com/office/drawing/2014/main" id="{0073102F-3CBD-46C9-9E7C-1023574EDC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68611" name="Slide Number Placeholder 5">
            <a:extLst>
              <a:ext uri="{FF2B5EF4-FFF2-40B4-BE49-F238E27FC236}">
                <a16:creationId xmlns:a16="http://schemas.microsoft.com/office/drawing/2014/main" id="{1FEABCBC-8281-4406-BB7E-628961E3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17F97AB-13F2-4910-B94B-2B05C5CCB82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A739DE01-B812-4CE1-8271-6F9FFC5A0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- Ví dụ (tt)</a:t>
            </a:r>
          </a:p>
        </p:txBody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13CBE39E-FE9B-40BC-B8DD-4830A3406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Với mỗi phòng ban, cho biết thông tin của người trưởng phòng</a:t>
            </a:r>
          </a:p>
          <a:p>
            <a:pPr lvl="1" eaLnBrk="1" hangingPunct="1"/>
            <a:r>
              <a:rPr lang="en-US" altLang="en-US"/>
              <a:t>Quan hệ: PHONGBAN, NHANVIEN </a:t>
            </a:r>
          </a:p>
          <a:p>
            <a:pPr lvl="1" eaLnBrk="1" hangingPunct="1"/>
            <a:r>
              <a:rPr lang="en-US" altLang="en-US"/>
              <a:t>Thuộc tính: TRPHG, MAPHG, TENNV, HONV, …</a:t>
            </a:r>
          </a:p>
        </p:txBody>
      </p:sp>
      <p:grpSp>
        <p:nvGrpSpPr>
          <p:cNvPr id="5" name="Group 234">
            <a:extLst>
              <a:ext uri="{FF2B5EF4-FFF2-40B4-BE49-F238E27FC236}">
                <a16:creationId xmlns:a16="http://schemas.microsoft.com/office/drawing/2014/main" id="{C9616D46-EB8A-414B-8E6C-B7F2C1E0696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886200"/>
            <a:ext cx="8382000" cy="1371600"/>
            <a:chOff x="144" y="2256"/>
            <a:chExt cx="5280" cy="864"/>
          </a:xfrm>
        </p:grpSpPr>
        <p:sp>
          <p:nvSpPr>
            <p:cNvPr id="68619" name="Line 235">
              <a:extLst>
                <a:ext uri="{FF2B5EF4-FFF2-40B4-BE49-F238E27FC236}">
                  <a16:creationId xmlns:a16="http://schemas.microsoft.com/office/drawing/2014/main" id="{B9ADCAD4-6C74-4206-87AF-826D10AF9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448"/>
              <a:ext cx="5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620" name="Text Box 236">
              <a:extLst>
                <a:ext uri="{FF2B5EF4-FFF2-40B4-BE49-F238E27FC236}">
                  <a16:creationId xmlns:a16="http://schemas.microsoft.com/office/drawing/2014/main" id="{BDFE806A-A529-47C6-8597-6ED831129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25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TENPHG</a:t>
              </a:r>
            </a:p>
          </p:txBody>
        </p:sp>
        <p:sp>
          <p:nvSpPr>
            <p:cNvPr id="68621" name="Text Box 237">
              <a:extLst>
                <a:ext uri="{FF2B5EF4-FFF2-40B4-BE49-F238E27FC236}">
                  <a16:creationId xmlns:a16="http://schemas.microsoft.com/office/drawing/2014/main" id="{3A22DCF2-713E-4F60-9E7D-DB9189658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25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MAPHG</a:t>
              </a:r>
            </a:p>
          </p:txBody>
        </p:sp>
        <p:sp>
          <p:nvSpPr>
            <p:cNvPr id="68622" name="Text Box 238">
              <a:extLst>
                <a:ext uri="{FF2B5EF4-FFF2-40B4-BE49-F238E27FC236}">
                  <a16:creationId xmlns:a16="http://schemas.microsoft.com/office/drawing/2014/main" id="{A357B614-701E-4A5C-8975-0CE94AFE8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5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TRPHG</a:t>
              </a:r>
            </a:p>
          </p:txBody>
        </p:sp>
        <p:sp>
          <p:nvSpPr>
            <p:cNvPr id="68623" name="Line 239">
              <a:extLst>
                <a:ext uri="{FF2B5EF4-FFF2-40B4-BE49-F238E27FC236}">
                  <a16:creationId xmlns:a16="http://schemas.microsoft.com/office/drawing/2014/main" id="{ADB8DA83-0649-4B88-B4A7-509AD8C17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56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24" name="Line 240">
              <a:extLst>
                <a:ext uri="{FF2B5EF4-FFF2-40B4-BE49-F238E27FC236}">
                  <a16:creationId xmlns:a16="http://schemas.microsoft.com/office/drawing/2014/main" id="{A69DFE52-6D9D-4AC6-80C4-B3331C0C3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56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25" name="Line 241">
              <a:extLst>
                <a:ext uri="{FF2B5EF4-FFF2-40B4-BE49-F238E27FC236}">
                  <a16:creationId xmlns:a16="http://schemas.microsoft.com/office/drawing/2014/main" id="{86A2E8BD-54B0-4D1F-9015-48F769171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56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26" name="Text Box 242">
              <a:extLst>
                <a:ext uri="{FF2B5EF4-FFF2-40B4-BE49-F238E27FC236}">
                  <a16:creationId xmlns:a16="http://schemas.microsoft.com/office/drawing/2014/main" id="{5DDFC6F5-C81B-461D-A5CC-352BBDCD5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" y="2256"/>
              <a:ext cx="9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NG_NHANCHUC</a:t>
              </a:r>
            </a:p>
          </p:txBody>
        </p:sp>
        <p:sp>
          <p:nvSpPr>
            <p:cNvPr id="68627" name="Text Box 243">
              <a:extLst>
                <a:ext uri="{FF2B5EF4-FFF2-40B4-BE49-F238E27FC236}">
                  <a16:creationId xmlns:a16="http://schemas.microsoft.com/office/drawing/2014/main" id="{AC800025-B760-41E3-BF8B-7466985F3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49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Nghien cuu</a:t>
              </a:r>
            </a:p>
          </p:txBody>
        </p:sp>
        <p:sp>
          <p:nvSpPr>
            <p:cNvPr id="68628" name="Text Box 244">
              <a:extLst>
                <a:ext uri="{FF2B5EF4-FFF2-40B4-BE49-F238E27FC236}">
                  <a16:creationId xmlns:a16="http://schemas.microsoft.com/office/drawing/2014/main" id="{6750A113-C9E3-45AC-A0FA-533C42C62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9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8629" name="Text Box 245">
              <a:extLst>
                <a:ext uri="{FF2B5EF4-FFF2-40B4-BE49-F238E27FC236}">
                  <a16:creationId xmlns:a16="http://schemas.microsoft.com/office/drawing/2014/main" id="{A339CC5E-6A38-43C3-9140-880B735F4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49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68630" name="Text Box 246">
              <a:extLst>
                <a:ext uri="{FF2B5EF4-FFF2-40B4-BE49-F238E27FC236}">
                  <a16:creationId xmlns:a16="http://schemas.microsoft.com/office/drawing/2014/main" id="{202574CB-85F0-4402-8100-EB70E00DA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96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05/22/1988</a:t>
              </a:r>
            </a:p>
          </p:txBody>
        </p:sp>
        <p:sp>
          <p:nvSpPr>
            <p:cNvPr id="68631" name="Text Box 247">
              <a:extLst>
                <a:ext uri="{FF2B5EF4-FFF2-40B4-BE49-F238E27FC236}">
                  <a16:creationId xmlns:a16="http://schemas.microsoft.com/office/drawing/2014/main" id="{50174F35-056B-44D2-ABA4-4B11B2331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68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Dieu hanh</a:t>
              </a:r>
            </a:p>
          </p:txBody>
        </p:sp>
        <p:sp>
          <p:nvSpPr>
            <p:cNvPr id="68632" name="Text Box 248">
              <a:extLst>
                <a:ext uri="{FF2B5EF4-FFF2-40B4-BE49-F238E27FC236}">
                  <a16:creationId xmlns:a16="http://schemas.microsoft.com/office/drawing/2014/main" id="{D358CC6F-7C31-47A3-A4F7-AA4A5545B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68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8633" name="Text Box 249">
              <a:extLst>
                <a:ext uri="{FF2B5EF4-FFF2-40B4-BE49-F238E27FC236}">
                  <a16:creationId xmlns:a16="http://schemas.microsoft.com/office/drawing/2014/main" id="{1F4D58A5-0095-4620-90B8-E2FB9BEC0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68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68634" name="Text Box 250">
              <a:extLst>
                <a:ext uri="{FF2B5EF4-FFF2-40B4-BE49-F238E27FC236}">
                  <a16:creationId xmlns:a16="http://schemas.microsoft.com/office/drawing/2014/main" id="{157BCA85-ADDE-4328-B596-C31510757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688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01/01/1995</a:t>
              </a:r>
            </a:p>
          </p:txBody>
        </p:sp>
        <p:sp>
          <p:nvSpPr>
            <p:cNvPr id="68635" name="Text Box 251">
              <a:extLst>
                <a:ext uri="{FF2B5EF4-FFF2-40B4-BE49-F238E27FC236}">
                  <a16:creationId xmlns:a16="http://schemas.microsoft.com/office/drawing/2014/main" id="{013E0CB7-DACB-4722-8316-115CDBB10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8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Quan ly</a:t>
              </a:r>
            </a:p>
          </p:txBody>
        </p:sp>
        <p:sp>
          <p:nvSpPr>
            <p:cNvPr id="68636" name="Text Box 252">
              <a:extLst>
                <a:ext uri="{FF2B5EF4-FFF2-40B4-BE49-F238E27FC236}">
                  <a16:creationId xmlns:a16="http://schemas.microsoft.com/office/drawing/2014/main" id="{B05890CC-8AAF-4DDF-B649-D83D2CF95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88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8637" name="Text Box 253">
              <a:extLst>
                <a:ext uri="{FF2B5EF4-FFF2-40B4-BE49-F238E27FC236}">
                  <a16:creationId xmlns:a16="http://schemas.microsoft.com/office/drawing/2014/main" id="{D632C839-8C98-42DE-B5EA-4448905C3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88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888665555</a:t>
              </a:r>
            </a:p>
          </p:txBody>
        </p:sp>
        <p:sp>
          <p:nvSpPr>
            <p:cNvPr id="68638" name="Text Box 254">
              <a:extLst>
                <a:ext uri="{FF2B5EF4-FFF2-40B4-BE49-F238E27FC236}">
                  <a16:creationId xmlns:a16="http://schemas.microsoft.com/office/drawing/2014/main" id="{E3D129CD-BB2B-4507-9278-1C6764FC8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880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06/19/1981</a:t>
              </a:r>
            </a:p>
          </p:txBody>
        </p:sp>
        <p:sp>
          <p:nvSpPr>
            <p:cNvPr id="68639" name="Text Box 255">
              <a:extLst>
                <a:ext uri="{FF2B5EF4-FFF2-40B4-BE49-F238E27FC236}">
                  <a16:creationId xmlns:a16="http://schemas.microsoft.com/office/drawing/2014/main" id="{E37F73C5-D9AA-4697-873A-65E46B6C6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5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TENNV</a:t>
              </a:r>
            </a:p>
          </p:txBody>
        </p:sp>
        <p:sp>
          <p:nvSpPr>
            <p:cNvPr id="68640" name="Text Box 256">
              <a:extLst>
                <a:ext uri="{FF2B5EF4-FFF2-40B4-BE49-F238E27FC236}">
                  <a16:creationId xmlns:a16="http://schemas.microsoft.com/office/drawing/2014/main" id="{FC2FC023-6378-4925-9DA1-A945B4C5C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25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HONV</a:t>
              </a:r>
            </a:p>
          </p:txBody>
        </p:sp>
        <p:sp>
          <p:nvSpPr>
            <p:cNvPr id="68641" name="Text Box 257">
              <a:extLst>
                <a:ext uri="{FF2B5EF4-FFF2-40B4-BE49-F238E27FC236}">
                  <a16:creationId xmlns:a16="http://schemas.microsoft.com/office/drawing/2014/main" id="{86C68870-53F2-475E-935D-413D7161E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Tung</a:t>
              </a:r>
            </a:p>
          </p:txBody>
        </p:sp>
        <p:sp>
          <p:nvSpPr>
            <p:cNvPr id="68642" name="Text Box 258">
              <a:extLst>
                <a:ext uri="{FF2B5EF4-FFF2-40B4-BE49-F238E27FC236}">
                  <a16:creationId xmlns:a16="http://schemas.microsoft.com/office/drawing/2014/main" id="{421BD84D-C129-4F48-9017-C70000FA4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49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68643" name="Text Box 259">
              <a:extLst>
                <a:ext uri="{FF2B5EF4-FFF2-40B4-BE49-F238E27FC236}">
                  <a16:creationId xmlns:a16="http://schemas.microsoft.com/office/drawing/2014/main" id="{021BB60C-CC83-4C16-9C23-DC241AFA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88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Hung</a:t>
              </a:r>
            </a:p>
          </p:txBody>
        </p:sp>
        <p:sp>
          <p:nvSpPr>
            <p:cNvPr id="68644" name="Text Box 260">
              <a:extLst>
                <a:ext uri="{FF2B5EF4-FFF2-40B4-BE49-F238E27FC236}">
                  <a16:creationId xmlns:a16="http://schemas.microsoft.com/office/drawing/2014/main" id="{88033B24-B98B-400B-BA11-7B82CFF97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68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68645" name="Text Box 261">
              <a:extLst>
                <a:ext uri="{FF2B5EF4-FFF2-40B4-BE49-F238E27FC236}">
                  <a16:creationId xmlns:a16="http://schemas.microsoft.com/office/drawing/2014/main" id="{DC29A203-F48C-4D4E-BF8B-AA214BADA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49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333445555</a:t>
              </a:r>
            </a:p>
          </p:txBody>
        </p:sp>
        <p:sp>
          <p:nvSpPr>
            <p:cNvPr id="68646" name="Text Box 262">
              <a:extLst>
                <a:ext uri="{FF2B5EF4-FFF2-40B4-BE49-F238E27FC236}">
                  <a16:creationId xmlns:a16="http://schemas.microsoft.com/office/drawing/2014/main" id="{0828559A-62EC-4259-A93D-184E5C8CF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68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987987987</a:t>
              </a:r>
            </a:p>
          </p:txBody>
        </p:sp>
        <p:sp>
          <p:nvSpPr>
            <p:cNvPr id="68647" name="Text Box 263">
              <a:extLst>
                <a:ext uri="{FF2B5EF4-FFF2-40B4-BE49-F238E27FC236}">
                  <a16:creationId xmlns:a16="http://schemas.microsoft.com/office/drawing/2014/main" id="{45D1B396-2CD5-4805-9E98-39465B269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8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888665555</a:t>
              </a:r>
            </a:p>
          </p:txBody>
        </p:sp>
        <p:sp>
          <p:nvSpPr>
            <p:cNvPr id="68648" name="Text Box 264">
              <a:extLst>
                <a:ext uri="{FF2B5EF4-FFF2-40B4-BE49-F238E27FC236}">
                  <a16:creationId xmlns:a16="http://schemas.microsoft.com/office/drawing/2014/main" id="{D6BB38AF-9330-4F31-81CC-6ED02E5EA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25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</a:t>
              </a:r>
            </a:p>
          </p:txBody>
        </p:sp>
        <p:sp>
          <p:nvSpPr>
            <p:cNvPr id="68649" name="Line 265">
              <a:extLst>
                <a:ext uri="{FF2B5EF4-FFF2-40B4-BE49-F238E27FC236}">
                  <a16:creationId xmlns:a16="http://schemas.microsoft.com/office/drawing/2014/main" id="{9DBE87A3-3208-4080-B24D-6C6CF1471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56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50" name="Line 266">
              <a:extLst>
                <a:ext uri="{FF2B5EF4-FFF2-40B4-BE49-F238E27FC236}">
                  <a16:creationId xmlns:a16="http://schemas.microsoft.com/office/drawing/2014/main" id="{80C78FDF-8526-4254-BD27-193C768FE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256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51" name="Line 267">
              <a:extLst>
                <a:ext uri="{FF2B5EF4-FFF2-40B4-BE49-F238E27FC236}">
                  <a16:creationId xmlns:a16="http://schemas.microsoft.com/office/drawing/2014/main" id="{059E152D-2444-45F1-B6E3-3778EDADC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256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52" name="Text Box 268">
              <a:extLst>
                <a:ext uri="{FF2B5EF4-FFF2-40B4-BE49-F238E27FC236}">
                  <a16:creationId xmlns:a16="http://schemas.microsoft.com/office/drawing/2014/main" id="{49883BD3-1473-4299-A910-E0DE87077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8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Vinh</a:t>
              </a:r>
            </a:p>
          </p:txBody>
        </p:sp>
        <p:sp>
          <p:nvSpPr>
            <p:cNvPr id="68653" name="Text Box 269">
              <a:extLst>
                <a:ext uri="{FF2B5EF4-FFF2-40B4-BE49-F238E27FC236}">
                  <a16:creationId xmlns:a16="http://schemas.microsoft.com/office/drawing/2014/main" id="{860D5751-D7FC-4DD2-9575-BDAC57EED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88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Pham</a:t>
              </a:r>
            </a:p>
          </p:txBody>
        </p:sp>
        <p:sp>
          <p:nvSpPr>
            <p:cNvPr id="68654" name="Text Box 270">
              <a:extLst>
                <a:ext uri="{FF2B5EF4-FFF2-40B4-BE49-F238E27FC236}">
                  <a16:creationId xmlns:a16="http://schemas.microsoft.com/office/drawing/2014/main" id="{DB86B4AB-156E-49D7-ADB8-D755ABBD0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68655" name="Text Box 271">
              <a:extLst>
                <a:ext uri="{FF2B5EF4-FFF2-40B4-BE49-F238E27FC236}">
                  <a16:creationId xmlns:a16="http://schemas.microsoft.com/office/drawing/2014/main" id="{F9D69DB3-48A8-4292-A86E-5B46F45F4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25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68656" name="Text Box 272">
              <a:extLst>
                <a:ext uri="{FF2B5EF4-FFF2-40B4-BE49-F238E27FC236}">
                  <a16:creationId xmlns:a16="http://schemas.microsoft.com/office/drawing/2014/main" id="{D1361D13-A496-4D05-B7C2-3ACAA2B51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68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68657" name="Text Box 273">
              <a:extLst>
                <a:ext uri="{FF2B5EF4-FFF2-40B4-BE49-F238E27FC236}">
                  <a16:creationId xmlns:a16="http://schemas.microsoft.com/office/drawing/2014/main" id="{5E2783F3-CC2E-4DCE-BBA0-17231A4F4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564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3651322-F287-4E12-B30A-0678B76931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F4ADE6B8-9254-43F2-97AA-0AED343A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EE2FD9B-208D-4D8E-B1DD-48A08C81ED3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46F6FAD3-CFFB-414A-B2A1-A52F23BDF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6868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- Ví dụ (tt)</a:t>
            </a:r>
          </a:p>
        </p:txBody>
      </p:sp>
      <p:sp>
        <p:nvSpPr>
          <p:cNvPr id="70661" name="Rectangle 93">
            <a:extLst>
              <a:ext uri="{FF2B5EF4-FFF2-40B4-BE49-F238E27FC236}">
                <a16:creationId xmlns:a16="http://schemas.microsoft.com/office/drawing/2014/main" id="{EF12A5AA-1258-446F-B9DF-C67701A90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  <a:noFill/>
        </p:spPr>
        <p:txBody>
          <a:bodyPr/>
          <a:lstStyle/>
          <a:p>
            <a:pPr eaLnBrk="1" hangingPunct="1"/>
            <a:r>
              <a:rPr lang="en-US" altLang="en-US" u="sng"/>
              <a:t>B1:</a:t>
            </a:r>
            <a:r>
              <a:rPr lang="en-US" altLang="en-US"/>
              <a:t> Tích Cartesian PHONGBAN và NHANVIEN</a:t>
            </a:r>
          </a:p>
          <a:p>
            <a:pPr eaLnBrk="1" hangingPunct="1"/>
            <a:endParaRPr lang="en-US" altLang="en-US"/>
          </a:p>
          <a:p>
            <a:pPr marL="0" indent="0" eaLnBrk="1" hangingPunct="1">
              <a:buNone/>
            </a:pPr>
            <a:endParaRPr lang="en-US" altLang="en-US"/>
          </a:p>
          <a:p>
            <a:pPr eaLnBrk="1" hangingPunct="1"/>
            <a:r>
              <a:rPr lang="en-US" altLang="en-US" u="sng"/>
              <a:t>B2:</a:t>
            </a:r>
            <a:r>
              <a:rPr lang="en-US" altLang="en-US"/>
              <a:t> Chọn ra những bộ thỏa TRPHG=MANV</a:t>
            </a:r>
          </a:p>
          <a:p>
            <a:pPr eaLnBrk="1" hangingPunct="1"/>
            <a:endParaRPr lang="en-US" altLang="en-US"/>
          </a:p>
        </p:txBody>
      </p:sp>
      <p:sp>
        <p:nvSpPr>
          <p:cNvPr id="70662" name="Text Box 94">
            <a:extLst>
              <a:ext uri="{FF2B5EF4-FFF2-40B4-BE49-F238E27FC236}">
                <a16:creationId xmlns:a16="http://schemas.microsoft.com/office/drawing/2014/main" id="{6918411A-E744-4265-A787-7D31990BD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889125"/>
            <a:ext cx="5638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PB_NV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(NHANVIEN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PHONGBAN)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sp>
        <p:nvSpPr>
          <p:cNvPr id="70663" name="Text Box 95">
            <a:extLst>
              <a:ext uri="{FF2B5EF4-FFF2-40B4-BE49-F238E27FC236}">
                <a16:creationId xmlns:a16="http://schemas.microsoft.com/office/drawing/2014/main" id="{D0D7D344-739F-4E72-8D18-323764A08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969" y="3220427"/>
            <a:ext cx="563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KQ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TRPHG=MANV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(PB_NV)</a:t>
            </a:r>
            <a:endParaRPr lang="en-US" altLang="en-US" sz="2200" baseline="-25000">
              <a:latin typeface="Tahoma" panose="020B060403050404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773DCA-3D34-164A-8EAD-C20D6D11544D}"/>
              </a:ext>
            </a:extLst>
          </p:cNvPr>
          <p:cNvSpPr txBox="1">
            <a:spLocks/>
          </p:cNvSpPr>
          <p:nvPr/>
        </p:nvSpPr>
        <p:spPr bwMode="auto">
          <a:xfrm>
            <a:off x="457200" y="4724400"/>
            <a:ext cx="8229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+mn-lt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+mn-lt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5pPr>
            <a:lvl6pPr marL="21383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955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527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5099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kern="0"/>
              <a:t>SELECT *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kern="0"/>
              <a:t>FROM NHANVIEN, PHONGBAN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kern="0"/>
              <a:t>WHERE MANV=TRPHG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1B8F5D-C88D-4D1B-A1AC-A9384842A1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18115" name="Slide Number Placeholder 5">
            <a:extLst>
              <a:ext uri="{FF2B5EF4-FFF2-40B4-BE49-F238E27FC236}">
                <a16:creationId xmlns:a16="http://schemas.microsoft.com/office/drawing/2014/main" id="{D085D43A-B454-4CAB-93D2-72C67891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5F75D9C-B5F5-474E-9646-38DC8785721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218116" name="Rectangle 2">
            <a:extLst>
              <a:ext uri="{FF2B5EF4-FFF2-40B4-BE49-F238E27FC236}">
                <a16:creationId xmlns:a16="http://schemas.microsoft.com/office/drawing/2014/main" id="{C35BDEC3-A237-48E5-B9A0-B59626BA5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</a:t>
            </a:r>
            <a:br>
              <a:rPr lang="en-US" altLang="en-US" sz="3500"/>
            </a:br>
            <a:r>
              <a:rPr lang="en-US" altLang="en-US" sz="3000" i="1"/>
              <a:t>– Truy vấn con trong mệnh đề FROM</a:t>
            </a:r>
          </a:p>
        </p:txBody>
      </p:sp>
      <p:sp>
        <p:nvSpPr>
          <p:cNvPr id="218117" name="Rectangle 3">
            <a:extLst>
              <a:ext uri="{FF2B5EF4-FFF2-40B4-BE49-F238E27FC236}">
                <a16:creationId xmlns:a16="http://schemas.microsoft.com/office/drawing/2014/main" id="{3DFE3F0E-D833-4114-AE28-7AB4397C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en-US"/>
              <a:t>Kết quả trả về của một câu truy vấn phụ là một </a:t>
            </a:r>
            <a:r>
              <a:rPr lang="en-US" altLang="en-US" u="sng"/>
              <a:t>bảng</a:t>
            </a:r>
          </a:p>
          <a:p>
            <a:pPr lvl="1" eaLnBrk="1" hangingPunct="1"/>
            <a:r>
              <a:rPr lang="en-US" altLang="en-US"/>
              <a:t>Bảng trung gian trong quá trình truy vấn</a:t>
            </a:r>
          </a:p>
          <a:p>
            <a:pPr lvl="1" eaLnBrk="1" hangingPunct="1"/>
            <a:r>
              <a:rPr lang="en-US" altLang="en-US"/>
              <a:t>Không có lưu trữ thật sự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Cú pháp</a:t>
            </a:r>
          </a:p>
        </p:txBody>
      </p:sp>
      <p:sp>
        <p:nvSpPr>
          <p:cNvPr id="218118" name="Rectangle 4">
            <a:extLst>
              <a:ext uri="{FF2B5EF4-FFF2-40B4-BE49-F238E27FC236}">
                <a16:creationId xmlns:a16="http://schemas.microsoft.com/office/drawing/2014/main" id="{3D83EE7A-CB3F-4FDB-9884-F5855ED1E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19600"/>
            <a:ext cx="5105400" cy="12049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&lt;danh sách các cột&gt;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R1, R2,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>
                <a:latin typeface="Tahoma" panose="020B0604030504040204" pitchFamily="34" charset="0"/>
              </a:rPr>
              <a:t>&lt;truy vấn con&gt;</a:t>
            </a:r>
            <a:r>
              <a:rPr lang="en-US" altLang="en-US" sz="1800" b="1">
                <a:latin typeface="Tahoma" panose="020B0604030504040204" pitchFamily="34" charset="0"/>
              </a:rPr>
              <a:t>) AS</a:t>
            </a:r>
            <a:r>
              <a:rPr lang="en-US" altLang="en-US" sz="1800">
                <a:latin typeface="Tahoma" panose="020B0604030504040204" pitchFamily="34" charset="0"/>
              </a:rPr>
              <a:t> tên_bảng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&lt;điều kiện&gt;</a:t>
            </a:r>
          </a:p>
        </p:txBody>
      </p:sp>
    </p:spTree>
    <p:extLst>
      <p:ext uri="{BB962C8B-B14F-4D97-AF65-F5344CB8AC3E}">
        <p14:creationId xmlns:p14="http://schemas.microsoft.com/office/powerpoint/2010/main" val="729036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9F8B70C6-0182-4DC3-A0A6-646031402F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6803" name="Slide Number Placeholder 5">
            <a:extLst>
              <a:ext uri="{FF2B5EF4-FFF2-40B4-BE49-F238E27FC236}">
                <a16:creationId xmlns:a16="http://schemas.microsoft.com/office/drawing/2014/main" id="{3DED0012-DE95-4203-9B70-9505DDC0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DA4893E-8E1A-40BA-8710-61F57EEB9CB4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2750D18F-7719-4D05-B0D4-669A4FB46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6868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tích Cartesian – Ví dụ (tt)</a:t>
            </a:r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DEA304E8-3299-4920-B090-34F844312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Cho biết các phòng ban có cùng địa điểm với phòng số 5</a:t>
            </a:r>
          </a:p>
          <a:p>
            <a:pPr lvl="1" eaLnBrk="1" hangingPunct="1"/>
            <a:r>
              <a:rPr lang="en-US" altLang="en-US"/>
              <a:t>Quan hệ: DIADIEM_PHG</a:t>
            </a:r>
          </a:p>
          <a:p>
            <a:pPr lvl="1" eaLnBrk="1" hangingPunct="1"/>
            <a:r>
              <a:rPr lang="en-US" altLang="en-US"/>
              <a:t>Thuộc tính: DIADIEM, MAPHG</a:t>
            </a:r>
          </a:p>
          <a:p>
            <a:pPr lvl="1" eaLnBrk="1" hangingPunct="1"/>
            <a:r>
              <a:rPr lang="en-US" altLang="en-US"/>
              <a:t>Điều kiện: MAPHG=5</a:t>
            </a:r>
          </a:p>
        </p:txBody>
      </p:sp>
      <p:sp>
        <p:nvSpPr>
          <p:cNvPr id="461828" name="Text Box 4">
            <a:extLst>
              <a:ext uri="{FF2B5EF4-FFF2-40B4-BE49-F238E27FC236}">
                <a16:creationId xmlns:a16="http://schemas.microsoft.com/office/drawing/2014/main" id="{33D2D1A1-B070-4EA4-A5E1-76B8C2D1E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81400"/>
            <a:ext cx="304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Phòng 5 có tập hợp những địa điểm nào?</a:t>
            </a:r>
          </a:p>
        </p:txBody>
      </p:sp>
      <p:sp>
        <p:nvSpPr>
          <p:cNvPr id="461830" name="Text Box 6">
            <a:extLst>
              <a:ext uri="{FF2B5EF4-FFF2-40B4-BE49-F238E27FC236}">
                <a16:creationId xmlns:a16="http://schemas.microsoft.com/office/drawing/2014/main" id="{123F59D8-2521-4381-A592-CA9B2D11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581400"/>
            <a:ext cx="3581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Phòng nào có địa điểm nằm trong trong tập hợp đó?</a:t>
            </a:r>
          </a:p>
        </p:txBody>
      </p:sp>
      <p:grpSp>
        <p:nvGrpSpPr>
          <p:cNvPr id="2" name="Group 76">
            <a:extLst>
              <a:ext uri="{FF2B5EF4-FFF2-40B4-BE49-F238E27FC236}">
                <a16:creationId xmlns:a16="http://schemas.microsoft.com/office/drawing/2014/main" id="{6F6B459E-1D6D-4270-A26F-B7D2FA522DE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419600"/>
            <a:ext cx="2819400" cy="1905000"/>
            <a:chOff x="3216" y="2736"/>
            <a:chExt cx="1776" cy="1200"/>
          </a:xfrm>
        </p:grpSpPr>
        <p:sp>
          <p:nvSpPr>
            <p:cNvPr id="76829" name="Rectangle 69">
              <a:extLst>
                <a:ext uri="{FF2B5EF4-FFF2-40B4-BE49-F238E27FC236}">
                  <a16:creationId xmlns:a16="http://schemas.microsoft.com/office/drawing/2014/main" id="{F9510361-6215-4D4C-837A-A8053D6A6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976"/>
              <a:ext cx="1776" cy="384"/>
            </a:xfrm>
            <a:prstGeom prst="rect">
              <a:avLst/>
            </a:prstGeom>
            <a:solidFill>
              <a:srgbClr val="FF99CC">
                <a:alpha val="79999"/>
              </a:srgbClr>
            </a:solidFill>
            <a:ln w="12700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grpSp>
          <p:nvGrpSpPr>
            <p:cNvPr id="76830" name="Group 68">
              <a:extLst>
                <a:ext uri="{FF2B5EF4-FFF2-40B4-BE49-F238E27FC236}">
                  <a16:creationId xmlns:a16="http://schemas.microsoft.com/office/drawing/2014/main" id="{9C52CA66-486C-46AA-A9F1-6F18D0C36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736"/>
              <a:ext cx="1488" cy="1200"/>
              <a:chOff x="3360" y="2736"/>
              <a:chExt cx="1488" cy="1200"/>
            </a:xfrm>
          </p:grpSpPr>
          <p:sp>
            <p:nvSpPr>
              <p:cNvPr id="76831" name="Line 28">
                <a:extLst>
                  <a:ext uri="{FF2B5EF4-FFF2-40B4-BE49-F238E27FC236}">
                    <a16:creationId xmlns:a16="http://schemas.microsoft.com/office/drawing/2014/main" id="{B7E740AC-5235-4A2C-BD03-C970B2044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928"/>
                <a:ext cx="14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6832" name="Text Box 29">
                <a:extLst>
                  <a:ext uri="{FF2B5EF4-FFF2-40B4-BE49-F238E27FC236}">
                    <a16:creationId xmlns:a16="http://schemas.microsoft.com/office/drawing/2014/main" id="{BD8FF430-B384-4816-A562-BDF1067D16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736"/>
                <a:ext cx="6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DIADIEM</a:t>
                </a:r>
              </a:p>
            </p:txBody>
          </p:sp>
          <p:sp>
            <p:nvSpPr>
              <p:cNvPr id="76833" name="Text Box 40">
                <a:extLst>
                  <a:ext uri="{FF2B5EF4-FFF2-40B4-BE49-F238E27FC236}">
                    <a16:creationId xmlns:a16="http://schemas.microsoft.com/office/drawing/2014/main" id="{C27EC687-8A64-4ACB-9587-6ED367F0B5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2736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MAPHG</a:t>
                </a:r>
              </a:p>
            </p:txBody>
          </p:sp>
          <p:sp>
            <p:nvSpPr>
              <p:cNvPr id="76834" name="Text Box 41">
                <a:extLst>
                  <a:ext uri="{FF2B5EF4-FFF2-40B4-BE49-F238E27FC236}">
                    <a16:creationId xmlns:a16="http://schemas.microsoft.com/office/drawing/2014/main" id="{2716F8BF-02FF-4204-BD1F-F539A6AE9D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2976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76835" name="Text Box 42">
                <a:extLst>
                  <a:ext uri="{FF2B5EF4-FFF2-40B4-BE49-F238E27FC236}">
                    <a16:creationId xmlns:a16="http://schemas.microsoft.com/office/drawing/2014/main" id="{9AE2C6BF-701A-4473-8E41-0C69498C56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168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4</a:t>
                </a:r>
              </a:p>
            </p:txBody>
          </p:sp>
          <p:sp>
            <p:nvSpPr>
              <p:cNvPr id="76836" name="Text Box 43">
                <a:extLst>
                  <a:ext uri="{FF2B5EF4-FFF2-40B4-BE49-F238E27FC236}">
                    <a16:creationId xmlns:a16="http://schemas.microsoft.com/office/drawing/2014/main" id="{8DD6D1DA-6AA1-4958-BEE2-35F4CF8E52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360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76837" name="Text Box 44">
                <a:extLst>
                  <a:ext uri="{FF2B5EF4-FFF2-40B4-BE49-F238E27FC236}">
                    <a16:creationId xmlns:a16="http://schemas.microsoft.com/office/drawing/2014/main" id="{A8874797-A3ED-4C76-8229-7C5E449449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552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76838" name="Line 45">
                <a:extLst>
                  <a:ext uri="{FF2B5EF4-FFF2-40B4-BE49-F238E27FC236}">
                    <a16:creationId xmlns:a16="http://schemas.microsoft.com/office/drawing/2014/main" id="{E76983A2-6736-4457-B968-1ACF2ECED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736"/>
                <a:ext cx="0" cy="1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6839" name="Text Box 46">
                <a:extLst>
                  <a:ext uri="{FF2B5EF4-FFF2-40B4-BE49-F238E27FC236}">
                    <a16:creationId xmlns:a16="http://schemas.microsoft.com/office/drawing/2014/main" id="{AC7E6A4D-9CA5-41CD-9CDD-3691EA42B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976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TP HCM</a:t>
                </a:r>
              </a:p>
            </p:txBody>
          </p:sp>
          <p:sp>
            <p:nvSpPr>
              <p:cNvPr id="76840" name="Text Box 47">
                <a:extLst>
                  <a:ext uri="{FF2B5EF4-FFF2-40B4-BE49-F238E27FC236}">
                    <a16:creationId xmlns:a16="http://schemas.microsoft.com/office/drawing/2014/main" id="{17A4E7EB-E605-40D5-A206-9A145B21B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360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VUNGTAU</a:t>
                </a:r>
              </a:p>
            </p:txBody>
          </p:sp>
          <p:sp>
            <p:nvSpPr>
              <p:cNvPr id="76841" name="Text Box 48">
                <a:extLst>
                  <a:ext uri="{FF2B5EF4-FFF2-40B4-BE49-F238E27FC236}">
                    <a16:creationId xmlns:a16="http://schemas.microsoft.com/office/drawing/2014/main" id="{709718EF-B5B0-4E5C-9EDD-2E792CE35B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552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NHATRANG</a:t>
                </a:r>
              </a:p>
            </p:txBody>
          </p:sp>
          <p:sp>
            <p:nvSpPr>
              <p:cNvPr id="76842" name="Text Box 49">
                <a:extLst>
                  <a:ext uri="{FF2B5EF4-FFF2-40B4-BE49-F238E27FC236}">
                    <a16:creationId xmlns:a16="http://schemas.microsoft.com/office/drawing/2014/main" id="{661188F1-7C5D-428E-B68B-301AFF2C0C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168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HA NOI</a:t>
                </a:r>
              </a:p>
            </p:txBody>
          </p:sp>
          <p:sp>
            <p:nvSpPr>
              <p:cNvPr id="76843" name="Text Box 50">
                <a:extLst>
                  <a:ext uri="{FF2B5EF4-FFF2-40B4-BE49-F238E27FC236}">
                    <a16:creationId xmlns:a16="http://schemas.microsoft.com/office/drawing/2014/main" id="{394C89F8-342F-4D99-B47C-357B4E1E7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3744"/>
                <a:ext cx="6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76844" name="Text Box 51">
                <a:extLst>
                  <a:ext uri="{FF2B5EF4-FFF2-40B4-BE49-F238E27FC236}">
                    <a16:creationId xmlns:a16="http://schemas.microsoft.com/office/drawing/2014/main" id="{3090F161-5C51-47E7-A624-0C98F2BA4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3744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TP HCM</a:t>
                </a:r>
              </a:p>
            </p:txBody>
          </p:sp>
        </p:grpSp>
      </p:grpSp>
      <p:grpSp>
        <p:nvGrpSpPr>
          <p:cNvPr id="4" name="Group 67">
            <a:extLst>
              <a:ext uri="{FF2B5EF4-FFF2-40B4-BE49-F238E27FC236}">
                <a16:creationId xmlns:a16="http://schemas.microsoft.com/office/drawing/2014/main" id="{523495D3-3570-4762-AFF8-8D0AAB538522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419600"/>
            <a:ext cx="2743200" cy="1981200"/>
            <a:chOff x="624" y="2688"/>
            <a:chExt cx="1728" cy="1248"/>
          </a:xfrm>
        </p:grpSpPr>
        <p:sp>
          <p:nvSpPr>
            <p:cNvPr id="76814" name="Rectangle 66">
              <a:extLst>
                <a:ext uri="{FF2B5EF4-FFF2-40B4-BE49-F238E27FC236}">
                  <a16:creationId xmlns:a16="http://schemas.microsoft.com/office/drawing/2014/main" id="{0CE0322B-99F0-4657-9AA2-079FE2323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312"/>
              <a:ext cx="1728" cy="576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76815" name="Line 52">
              <a:extLst>
                <a:ext uri="{FF2B5EF4-FFF2-40B4-BE49-F238E27FC236}">
                  <a16:creationId xmlns:a16="http://schemas.microsoft.com/office/drawing/2014/main" id="{7E401C60-F7CD-4EBD-AB34-BDB35B427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80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6816" name="Text Box 53">
              <a:extLst>
                <a:ext uri="{FF2B5EF4-FFF2-40B4-BE49-F238E27FC236}">
                  <a16:creationId xmlns:a16="http://schemas.microsoft.com/office/drawing/2014/main" id="{E62CA5C4-49D0-4994-A897-46C6E8BF9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68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DIADIEM</a:t>
              </a:r>
            </a:p>
          </p:txBody>
        </p:sp>
        <p:sp>
          <p:nvSpPr>
            <p:cNvPr id="76817" name="Text Box 54">
              <a:extLst>
                <a:ext uri="{FF2B5EF4-FFF2-40B4-BE49-F238E27FC236}">
                  <a16:creationId xmlns:a16="http://schemas.microsoft.com/office/drawing/2014/main" id="{23C031E6-D525-4779-A3A7-95AD8A00C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688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MAPHG</a:t>
              </a:r>
            </a:p>
          </p:txBody>
        </p:sp>
        <p:sp>
          <p:nvSpPr>
            <p:cNvPr id="76818" name="Text Box 55">
              <a:extLst>
                <a:ext uri="{FF2B5EF4-FFF2-40B4-BE49-F238E27FC236}">
                  <a16:creationId xmlns:a16="http://schemas.microsoft.com/office/drawing/2014/main" id="{852F38BE-C532-4CB4-90FA-B68E97FB3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928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76819" name="Text Box 56">
              <a:extLst>
                <a:ext uri="{FF2B5EF4-FFF2-40B4-BE49-F238E27FC236}">
                  <a16:creationId xmlns:a16="http://schemas.microsoft.com/office/drawing/2014/main" id="{B7887B6A-06E1-4BA5-BEC7-BDBCEF341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12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76820" name="Text Box 57">
              <a:extLst>
                <a:ext uri="{FF2B5EF4-FFF2-40B4-BE49-F238E27FC236}">
                  <a16:creationId xmlns:a16="http://schemas.microsoft.com/office/drawing/2014/main" id="{BF8F5350-2AA9-4EA4-9718-6354C5D661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31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76821" name="Text Box 58">
              <a:extLst>
                <a:ext uri="{FF2B5EF4-FFF2-40B4-BE49-F238E27FC236}">
                  <a16:creationId xmlns:a16="http://schemas.microsoft.com/office/drawing/2014/main" id="{852EEDAD-7344-47B7-B499-A5E6BEFCB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504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76822" name="Line 59">
              <a:extLst>
                <a:ext uri="{FF2B5EF4-FFF2-40B4-BE49-F238E27FC236}">
                  <a16:creationId xmlns:a16="http://schemas.microsoft.com/office/drawing/2014/main" id="{1D1213F9-C866-4C2B-96CD-90AD70338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688"/>
              <a:ext cx="0" cy="1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6823" name="Text Box 60">
              <a:extLst>
                <a:ext uri="{FF2B5EF4-FFF2-40B4-BE49-F238E27FC236}">
                  <a16:creationId xmlns:a16="http://schemas.microsoft.com/office/drawing/2014/main" id="{C4040ABE-A0C7-4F90-9B62-24767315B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28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TP HCM</a:t>
              </a:r>
            </a:p>
          </p:txBody>
        </p:sp>
        <p:sp>
          <p:nvSpPr>
            <p:cNvPr id="76824" name="Text Box 61">
              <a:extLst>
                <a:ext uri="{FF2B5EF4-FFF2-40B4-BE49-F238E27FC236}">
                  <a16:creationId xmlns:a16="http://schemas.microsoft.com/office/drawing/2014/main" id="{E9E2844D-1791-4103-BF27-DB1775B09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312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VUNGTAU</a:t>
              </a:r>
            </a:p>
          </p:txBody>
        </p:sp>
        <p:sp>
          <p:nvSpPr>
            <p:cNvPr id="76825" name="Text Box 62">
              <a:extLst>
                <a:ext uri="{FF2B5EF4-FFF2-40B4-BE49-F238E27FC236}">
                  <a16:creationId xmlns:a16="http://schemas.microsoft.com/office/drawing/2014/main" id="{F8A74E89-1BF6-4E3B-9917-93F239938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504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NHATRANG</a:t>
              </a:r>
            </a:p>
          </p:txBody>
        </p:sp>
        <p:sp>
          <p:nvSpPr>
            <p:cNvPr id="76826" name="Text Box 63">
              <a:extLst>
                <a:ext uri="{FF2B5EF4-FFF2-40B4-BE49-F238E27FC236}">
                  <a16:creationId xmlns:a16="http://schemas.microsoft.com/office/drawing/2014/main" id="{E1F50F24-7FA7-4F06-B82C-07F375B88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120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HA NOI</a:t>
              </a:r>
            </a:p>
          </p:txBody>
        </p:sp>
        <p:sp>
          <p:nvSpPr>
            <p:cNvPr id="76827" name="Text Box 64">
              <a:extLst>
                <a:ext uri="{FF2B5EF4-FFF2-40B4-BE49-F238E27FC236}">
                  <a16:creationId xmlns:a16="http://schemas.microsoft.com/office/drawing/2014/main" id="{2A0AD31C-805A-46C2-844B-F414893E6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69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76828" name="Text Box 65">
              <a:extLst>
                <a:ext uri="{FF2B5EF4-FFF2-40B4-BE49-F238E27FC236}">
                  <a16:creationId xmlns:a16="http://schemas.microsoft.com/office/drawing/2014/main" id="{316B6D94-DBBB-4404-BA27-2421462A6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696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TP HCM</a:t>
              </a:r>
            </a:p>
          </p:txBody>
        </p:sp>
      </p:grpSp>
      <p:grpSp>
        <p:nvGrpSpPr>
          <p:cNvPr id="5" name="Group 80">
            <a:extLst>
              <a:ext uri="{FF2B5EF4-FFF2-40B4-BE49-F238E27FC236}">
                <a16:creationId xmlns:a16="http://schemas.microsoft.com/office/drawing/2014/main" id="{2144B380-4D4A-4F70-8E7B-A9FA857A9A8A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800600"/>
            <a:ext cx="5257800" cy="1524000"/>
            <a:chOff x="1440" y="3024"/>
            <a:chExt cx="3312" cy="960"/>
          </a:xfrm>
        </p:grpSpPr>
        <p:sp>
          <p:nvSpPr>
            <p:cNvPr id="76811" name="Oval 74">
              <a:extLst>
                <a:ext uri="{FF2B5EF4-FFF2-40B4-BE49-F238E27FC236}">
                  <a16:creationId xmlns:a16="http://schemas.microsoft.com/office/drawing/2014/main" id="{8F5D475A-D29C-4C86-9478-6D8A3BBB9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024"/>
              <a:ext cx="336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76812" name="Rectangle 78">
              <a:extLst>
                <a:ext uri="{FF2B5EF4-FFF2-40B4-BE49-F238E27FC236}">
                  <a16:creationId xmlns:a16="http://schemas.microsoft.com/office/drawing/2014/main" id="{341B282E-7ACE-411A-80E2-3B9B686B5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792"/>
              <a:ext cx="720" cy="19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76813" name="Rectangle 79">
              <a:extLst>
                <a:ext uri="{FF2B5EF4-FFF2-40B4-BE49-F238E27FC236}">
                  <a16:creationId xmlns:a16="http://schemas.microsoft.com/office/drawing/2014/main" id="{FDAE64F4-EC65-4B7E-AA77-F4B790DB6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024"/>
              <a:ext cx="720" cy="19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8" grpId="0"/>
      <p:bldP spid="4618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FD20CB5-0FC2-4049-9C1C-2B934D515F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8851" name="Slide Number Placeholder 5">
            <a:extLst>
              <a:ext uri="{FF2B5EF4-FFF2-40B4-BE49-F238E27FC236}">
                <a16:creationId xmlns:a16="http://schemas.microsoft.com/office/drawing/2014/main" id="{399B62E4-92CA-43A8-9B9C-7C417D61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47B4C65-46F6-400E-8B98-02A35F5821F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F955788A-BB14-46D5-AC65-DDFE494A4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u="sng"/>
              <a:t>B1:</a:t>
            </a:r>
            <a:r>
              <a:rPr lang="en-US" altLang="en-US"/>
              <a:t> </a:t>
            </a:r>
            <a:r>
              <a:rPr lang="en-US" altLang="en-US" err="1"/>
              <a:t>Tìm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địa</a:t>
            </a:r>
            <a:r>
              <a:rPr lang="en-US" altLang="en-US"/>
              <a:t> </a:t>
            </a:r>
            <a:r>
              <a:rPr lang="en-US" altLang="en-US" err="1"/>
              <a:t>điểm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phòng 5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 u="sng"/>
              <a:t>B2:</a:t>
            </a:r>
            <a:r>
              <a:rPr lang="en-US" altLang="en-US"/>
              <a:t> </a:t>
            </a:r>
            <a:r>
              <a:rPr lang="en-US" altLang="en-US" err="1"/>
              <a:t>Lấy</a:t>
            </a:r>
            <a:r>
              <a:rPr lang="en-US" altLang="en-US"/>
              <a:t> ra </a:t>
            </a:r>
            <a:r>
              <a:rPr lang="en-US" altLang="en-US" err="1"/>
              <a:t>các</a:t>
            </a:r>
            <a:r>
              <a:rPr lang="en-US" altLang="en-US"/>
              <a:t> phòng </a:t>
            </a:r>
            <a:r>
              <a:rPr lang="en-US" altLang="en-US" err="1"/>
              <a:t>có</a:t>
            </a:r>
            <a:r>
              <a:rPr lang="en-US" altLang="en-US"/>
              <a:t> </a:t>
            </a:r>
            <a:r>
              <a:rPr lang="en-US" altLang="en-US" err="1"/>
              <a:t>cùng</a:t>
            </a:r>
            <a:r>
              <a:rPr lang="en-US" altLang="en-US"/>
              <a:t> </a:t>
            </a:r>
            <a:r>
              <a:rPr lang="en-US" altLang="en-US" err="1"/>
              <a:t>địa</a:t>
            </a:r>
            <a:r>
              <a:rPr lang="en-US" altLang="en-US"/>
              <a:t> </a:t>
            </a:r>
            <a:r>
              <a:rPr lang="en-US" altLang="en-US" err="1"/>
              <a:t>điểm</a:t>
            </a:r>
            <a:r>
              <a:rPr lang="en-US" altLang="en-US"/>
              <a:t> </a:t>
            </a:r>
            <a:r>
              <a:rPr lang="en-US" altLang="en-US" err="1"/>
              <a:t>với</a:t>
            </a:r>
            <a:r>
              <a:rPr lang="en-US" altLang="en-US"/>
              <a:t> DD_P5</a:t>
            </a:r>
          </a:p>
          <a:p>
            <a:pPr eaLnBrk="1" hangingPunct="1"/>
            <a:endParaRPr lang="en-US" altLang="en-US"/>
          </a:p>
        </p:txBody>
      </p:sp>
      <p:sp>
        <p:nvSpPr>
          <p:cNvPr id="78854" name="Text Box 7">
            <a:extLst>
              <a:ext uri="{FF2B5EF4-FFF2-40B4-BE49-F238E27FC236}">
                <a16:creationId xmlns:a16="http://schemas.microsoft.com/office/drawing/2014/main" id="{8CB3F67B-9B8C-4792-8104-976C1E409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812925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DD_P5(DD)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400" baseline="-25000">
                <a:latin typeface="Tahoma" panose="020B0604030504040204" pitchFamily="34" charset="0"/>
                <a:sym typeface="Symbol" panose="05050102010706020507" pitchFamily="18" charset="2"/>
              </a:rPr>
              <a:t>DIADIEM</a:t>
            </a:r>
            <a:r>
              <a:rPr lang="en-US" altLang="en-US" sz="4000" baseline="-250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(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MAPHG=5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(DIADIEMPHONG)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78855" name="Text Box 8">
            <a:extLst>
              <a:ext uri="{FF2B5EF4-FFF2-40B4-BE49-F238E27FC236}">
                <a16:creationId xmlns:a16="http://schemas.microsoft.com/office/drawing/2014/main" id="{67E53532-CEFC-4C33-AA73-2706ED48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403725"/>
            <a:ext cx="5486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R2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DIADIEM=DD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(R1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DD_P5)</a:t>
            </a:r>
          </a:p>
        </p:txBody>
      </p:sp>
      <p:sp>
        <p:nvSpPr>
          <p:cNvPr id="78856" name="Text Box 9">
            <a:extLst>
              <a:ext uri="{FF2B5EF4-FFF2-40B4-BE49-F238E27FC236}">
                <a16:creationId xmlns:a16="http://schemas.microsoft.com/office/drawing/2014/main" id="{322FF690-5095-47EF-A212-CF0C1C157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013325"/>
            <a:ext cx="480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KQ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MAPHG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(R2)</a:t>
            </a:r>
          </a:p>
        </p:txBody>
      </p:sp>
      <p:sp>
        <p:nvSpPr>
          <p:cNvPr id="78857" name="Text Box 10">
            <a:extLst>
              <a:ext uri="{FF2B5EF4-FFF2-40B4-BE49-F238E27FC236}">
                <a16:creationId xmlns:a16="http://schemas.microsoft.com/office/drawing/2014/main" id="{495E444B-386B-4C85-A940-F14B3FF4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457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R1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MAPHG</a:t>
            </a:r>
            <a:r>
              <a:rPr lang="en-US" altLang="en-US" sz="2200" b="1" baseline="-25000">
                <a:latin typeface="Tahoma" panose="020B0604030504040204" pitchFamily="34" charset="0"/>
                <a:sym typeface="Symbol" panose="05050102010706020507" pitchFamily="18" charset="2"/>
              </a:rPr>
              <a:t>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5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(DIADIEMPHONG)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7D8A721-0A06-A54D-893E-B73FC3C89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4013"/>
            <a:ext cx="868680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altLang="en-US" sz="3500" kern="0"/>
              <a:t>1. Phép tích Cartesian – Ví dụ (tt)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15E67-603A-524C-92A5-7DFBB60EA54A}"/>
              </a:ext>
            </a:extLst>
          </p:cNvPr>
          <p:cNvSpPr txBox="1"/>
          <p:nvPr/>
        </p:nvSpPr>
        <p:spPr>
          <a:xfrm>
            <a:off x="2892694" y="5934373"/>
            <a:ext cx="3358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/>
              <a:t>Biểu diễn bằng SQL?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42FA8DC-EA93-F015-727F-8F6EDC332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2" y="1066800"/>
            <a:ext cx="7105649" cy="454761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7CDE12-039E-4D45-A646-232BA2B9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303C-0A64-44EE-BFBA-DE873C89A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583311"/>
            <a:ext cx="2133600" cy="454761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i="1"/>
              <a:t>Cho </a:t>
            </a:r>
            <a:r>
              <a:rPr lang="en-US" sz="2400" i="1" err="1"/>
              <a:t>biết</a:t>
            </a:r>
            <a:r>
              <a:rPr lang="en-US" sz="2400" i="1"/>
              <a:t> </a:t>
            </a:r>
            <a:r>
              <a:rPr lang="en-US" sz="2400" i="1" err="1"/>
              <a:t>các</a:t>
            </a:r>
            <a:r>
              <a:rPr lang="en-US" sz="2400" i="1"/>
              <a:t> </a:t>
            </a:r>
            <a:r>
              <a:rPr lang="en-US" sz="2400" i="1" err="1"/>
              <a:t>đề</a:t>
            </a:r>
            <a:r>
              <a:rPr lang="en-US" sz="2400" i="1"/>
              <a:t> </a:t>
            </a:r>
            <a:r>
              <a:rPr lang="en-US" sz="2400" i="1" err="1"/>
              <a:t>án</a:t>
            </a:r>
            <a:r>
              <a:rPr lang="en-US" sz="2400" i="1"/>
              <a:t> </a:t>
            </a:r>
            <a:r>
              <a:rPr lang="en-US" sz="2400" i="1" err="1"/>
              <a:t>có</a:t>
            </a:r>
            <a:r>
              <a:rPr lang="en-US" sz="2400" i="1"/>
              <a:t> </a:t>
            </a:r>
            <a:r>
              <a:rPr lang="en-US" sz="2400" i="1" err="1"/>
              <a:t>cùng</a:t>
            </a:r>
            <a:r>
              <a:rPr lang="en-US" sz="2400" i="1"/>
              <a:t> </a:t>
            </a:r>
            <a:r>
              <a:rPr lang="en-US" sz="2400" i="1" err="1"/>
              <a:t>địa</a:t>
            </a:r>
            <a:r>
              <a:rPr lang="en-US" sz="2400" i="1"/>
              <a:t> </a:t>
            </a:r>
            <a:r>
              <a:rPr lang="en-US" sz="2400" i="1" err="1"/>
              <a:t>điểm</a:t>
            </a:r>
            <a:r>
              <a:rPr lang="en-US" sz="2400" i="1"/>
              <a:t> </a:t>
            </a:r>
            <a:r>
              <a:rPr lang="en-US" sz="2400" i="1" err="1"/>
              <a:t>với</a:t>
            </a:r>
            <a:r>
              <a:rPr lang="en-US" sz="2400" i="1"/>
              <a:t> </a:t>
            </a:r>
            <a:r>
              <a:rPr lang="en-US" sz="2400" i="1" err="1"/>
              <a:t>địa</a:t>
            </a:r>
            <a:r>
              <a:rPr lang="en-US" sz="2400" i="1"/>
              <a:t> </a:t>
            </a:r>
            <a:r>
              <a:rPr lang="en-US" sz="2400" i="1" err="1"/>
              <a:t>điểm</a:t>
            </a:r>
            <a:r>
              <a:rPr lang="en-US" sz="2400" i="1"/>
              <a:t> </a:t>
            </a:r>
            <a:r>
              <a:rPr lang="en-US" sz="2400" i="1" err="1"/>
              <a:t>phòng</a:t>
            </a:r>
            <a:r>
              <a:rPr lang="en-US" sz="2400" i="1"/>
              <a:t> </a:t>
            </a:r>
            <a:r>
              <a:rPr lang="en-US" sz="2400" i="1" err="1"/>
              <a:t>chủ</a:t>
            </a:r>
            <a:r>
              <a:rPr lang="en-US" sz="2400" i="1"/>
              <a:t> </a:t>
            </a:r>
            <a:r>
              <a:rPr lang="en-US" sz="2400" i="1" err="1"/>
              <a:t>trì</a:t>
            </a:r>
            <a:r>
              <a:rPr lang="en-US" sz="2400" i="1"/>
              <a:t> </a:t>
            </a:r>
            <a:r>
              <a:rPr lang="en-US" sz="2400" i="1" err="1"/>
              <a:t>đề</a:t>
            </a:r>
            <a:r>
              <a:rPr lang="en-US" sz="2400" i="1"/>
              <a:t> </a:t>
            </a:r>
            <a:r>
              <a:rPr lang="en-US" sz="2400" i="1" err="1"/>
              <a:t>án</a:t>
            </a:r>
            <a:r>
              <a:rPr lang="en-US" sz="2400" i="1"/>
              <a:t>. </a:t>
            </a:r>
            <a:r>
              <a:rPr lang="en-US" sz="2400" i="1" err="1"/>
              <a:t>Thông</a:t>
            </a:r>
            <a:r>
              <a:rPr lang="en-US" sz="2400" i="1"/>
              <a:t> tin </a:t>
            </a:r>
            <a:r>
              <a:rPr lang="en-US" sz="2400" i="1" err="1"/>
              <a:t>gồm</a:t>
            </a:r>
            <a:r>
              <a:rPr lang="en-US" sz="2400" i="1"/>
              <a:t>: </a:t>
            </a:r>
            <a:r>
              <a:rPr lang="en-US" sz="2400" i="1" err="1"/>
              <a:t>Mã</a:t>
            </a:r>
            <a:r>
              <a:rPr lang="en-US" sz="2400" i="1"/>
              <a:t> </a:t>
            </a:r>
            <a:r>
              <a:rPr lang="en-US" sz="2400" i="1" err="1"/>
              <a:t>đề</a:t>
            </a:r>
            <a:r>
              <a:rPr lang="en-US" sz="2400" i="1"/>
              <a:t> </a:t>
            </a:r>
            <a:r>
              <a:rPr lang="en-US" sz="2400" i="1" err="1"/>
              <a:t>án</a:t>
            </a:r>
            <a:r>
              <a:rPr lang="en-US" sz="2400" i="1"/>
              <a:t>, </a:t>
            </a:r>
            <a:r>
              <a:rPr lang="en-US" sz="2400" i="1" err="1"/>
              <a:t>tên</a:t>
            </a:r>
            <a:r>
              <a:rPr lang="en-US" sz="2400" i="1"/>
              <a:t> </a:t>
            </a:r>
            <a:r>
              <a:rPr lang="en-US" sz="2400" i="1" err="1"/>
              <a:t>đề</a:t>
            </a:r>
            <a:r>
              <a:rPr lang="en-US" sz="2400" i="1"/>
              <a:t> </a:t>
            </a:r>
            <a:r>
              <a:rPr lang="en-US" sz="2400" i="1" err="1"/>
              <a:t>án</a:t>
            </a:r>
            <a:r>
              <a:rPr lang="en-US" sz="2400" i="1"/>
              <a:t> </a:t>
            </a:r>
            <a:r>
              <a:rPr lang="en-US" sz="2400" i="1" err="1"/>
              <a:t>và</a:t>
            </a:r>
            <a:r>
              <a:rPr lang="en-US" sz="2400" i="1"/>
              <a:t> </a:t>
            </a:r>
            <a:r>
              <a:rPr lang="en-US" sz="2400" i="1" err="1"/>
              <a:t>địa</a:t>
            </a:r>
            <a:r>
              <a:rPr lang="en-US" sz="2400" i="1"/>
              <a:t> </a:t>
            </a:r>
            <a:r>
              <a:rPr lang="en-US" sz="2400" i="1" err="1"/>
              <a:t>điểm</a:t>
            </a:r>
            <a:r>
              <a:rPr lang="en-US" sz="2400" i="1"/>
              <a:t> </a:t>
            </a:r>
            <a:r>
              <a:rPr lang="en-US" sz="2400" i="1" err="1"/>
              <a:t>đề</a:t>
            </a:r>
            <a:r>
              <a:rPr lang="en-US" sz="2400" i="1"/>
              <a:t> </a:t>
            </a:r>
            <a:r>
              <a:rPr lang="en-US" sz="2400" i="1" err="1"/>
              <a:t>án</a:t>
            </a:r>
            <a:endParaRPr lang="en-US" sz="2400" i="1"/>
          </a:p>
          <a:p>
            <a:pPr marL="514350" indent="-514350">
              <a:spcBef>
                <a:spcPts val="0"/>
              </a:spcBef>
              <a:buAutoNum type="arabicPeriod"/>
            </a:pP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A794-6258-4DA9-9500-B4C9C90E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99C36-917E-464E-8FDD-B8EDAAE5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6988-204E-45A4-B50D-3E7973353EA9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9007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F760F-FDD6-4E42-A3E8-81B55C621E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0E3DA223-471A-4772-8498-431EAC35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2E484C0-5649-4917-B914-9934A3BAA06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4BF34BB0-919B-4B6A-B53F-2E2125624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toán tập hợp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B9E0EB0A-5166-47D9-A472-36C593E6E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Quan hệ là tập hợp các bộ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/>
              <a:t>Phép hội  R </a:t>
            </a:r>
            <a:r>
              <a:rPr lang="en-US" altLang="en-US" b="1" i="1">
                <a:sym typeface="Symbol" panose="05050102010706020507" pitchFamily="18" charset="2"/>
              </a:rPr>
              <a:t>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 i="1"/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/>
              <a:t>Phép giao  R </a:t>
            </a:r>
            <a:r>
              <a:rPr lang="en-US" altLang="en-US" b="1" i="1">
                <a:sym typeface="Symbol" panose="05050102010706020507" pitchFamily="18" charset="2"/>
              </a:rPr>
              <a:t>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 i="1"/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/>
              <a:t>Phép trừ  R </a:t>
            </a:r>
            <a:r>
              <a:rPr lang="en-US" altLang="en-US" b="1" i="1">
                <a:sym typeface="Symbol" panose="05050102010706020507" pitchFamily="18" charset="2"/>
              </a:rPr>
              <a:t>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 i="1"/>
              <a:t>S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Tính khả hợp (Union Compatibility)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/>
              <a:t>Hai lược đồ quan hệ R(A</a:t>
            </a:r>
            <a:r>
              <a:rPr lang="en-US" altLang="en-US" i="1" baseline="-25000"/>
              <a:t>1</a:t>
            </a:r>
            <a:r>
              <a:rPr lang="en-US" altLang="en-US" i="1"/>
              <a:t>, A</a:t>
            </a:r>
            <a:r>
              <a:rPr lang="en-US" altLang="en-US" i="1" baseline="-25000"/>
              <a:t>2</a:t>
            </a:r>
            <a:r>
              <a:rPr lang="en-US" altLang="en-US" i="1"/>
              <a:t>, …, A</a:t>
            </a:r>
            <a:r>
              <a:rPr lang="en-US" altLang="en-US" i="1" baseline="-25000"/>
              <a:t>n</a:t>
            </a:r>
            <a:r>
              <a:rPr lang="en-US" altLang="en-US" i="1"/>
              <a:t>) và S(B</a:t>
            </a:r>
            <a:r>
              <a:rPr lang="en-US" altLang="en-US" i="1" baseline="-25000"/>
              <a:t>1</a:t>
            </a:r>
            <a:r>
              <a:rPr lang="en-US" altLang="en-US" i="1"/>
              <a:t>, B</a:t>
            </a:r>
            <a:r>
              <a:rPr lang="en-US" altLang="en-US" i="1" baseline="-25000"/>
              <a:t>2</a:t>
            </a:r>
            <a:r>
              <a:rPr lang="en-US" altLang="en-US" i="1"/>
              <a:t>, …, B</a:t>
            </a:r>
            <a:r>
              <a:rPr lang="en-US" altLang="en-US" i="1" baseline="-25000"/>
              <a:t>n</a:t>
            </a:r>
            <a:r>
              <a:rPr lang="en-US" altLang="en-US" i="1"/>
              <a:t>) là </a:t>
            </a:r>
            <a:r>
              <a:rPr lang="en-US" altLang="en-US" i="1" u="sng"/>
              <a:t>khả hợp</a:t>
            </a:r>
            <a:r>
              <a:rPr lang="en-US" altLang="en-US" i="1"/>
              <a:t> nếu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i="1"/>
              <a:t>Cùng bậc 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i="1"/>
              <a:t>Và có DOM(A</a:t>
            </a:r>
            <a:r>
              <a:rPr lang="en-US" altLang="en-US" i="1" baseline="-25000"/>
              <a:t>i</a:t>
            </a:r>
            <a:r>
              <a:rPr lang="en-US" altLang="en-US" i="1"/>
              <a:t>)=DOM(B</a:t>
            </a:r>
            <a:r>
              <a:rPr lang="en-US" altLang="en-US" i="1" baseline="-25000"/>
              <a:t>i</a:t>
            </a:r>
            <a:r>
              <a:rPr lang="en-US" altLang="en-US" i="1"/>
              <a:t>) , 1</a:t>
            </a:r>
            <a:r>
              <a:rPr lang="en-US" altLang="en-US" i="1">
                <a:sym typeface="Symbol" panose="05050102010706020507" pitchFamily="18" charset="2"/>
              </a:rPr>
              <a:t> i</a:t>
            </a:r>
            <a:r>
              <a:rPr lang="en-US" altLang="en-US" i="1"/>
              <a:t> </a:t>
            </a:r>
            <a:r>
              <a:rPr lang="en-US" altLang="en-US" i="1">
                <a:sym typeface="Symbol" panose="05050102010706020507" pitchFamily="18" charset="2"/>
              </a:rPr>
              <a:t></a:t>
            </a:r>
            <a:r>
              <a:rPr lang="en-US" altLang="en-US" i="1"/>
              <a:t> n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Kết quả của </a:t>
            </a:r>
            <a:r>
              <a:rPr lang="en-US" altLang="en-US" b="1">
                <a:sym typeface="Symbol" panose="05050102010706020507" pitchFamily="18" charset="2"/>
              </a:rPr>
              <a:t>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b="1">
                <a:sym typeface="Symbol" panose="05050102010706020507" pitchFamily="18" charset="2"/>
              </a:rPr>
              <a:t></a:t>
            </a:r>
            <a:r>
              <a:rPr lang="en-US" altLang="en-US">
                <a:sym typeface="Symbol" panose="05050102010706020507" pitchFamily="18" charset="2"/>
              </a:rPr>
              <a:t>, và </a:t>
            </a:r>
            <a:r>
              <a:rPr lang="en-US" altLang="en-US" b="1">
                <a:sym typeface="Symbol" panose="05050102010706020507" pitchFamily="18" charset="2"/>
              </a:rPr>
              <a:t></a:t>
            </a:r>
            <a:r>
              <a:rPr lang="en-US" altLang="en-US">
                <a:sym typeface="Symbol" panose="05050102010706020507" pitchFamily="18" charset="2"/>
              </a:rPr>
              <a:t> là một </a:t>
            </a:r>
            <a:r>
              <a:rPr lang="en-US" altLang="en-US" u="sng">
                <a:sym typeface="Symbol" panose="05050102010706020507" pitchFamily="18" charset="2"/>
              </a:rPr>
              <a:t>quan hệ</a:t>
            </a:r>
            <a:r>
              <a:rPr lang="en-US" altLang="en-US">
                <a:sym typeface="Symbol" panose="05050102010706020507" pitchFamily="18" charset="2"/>
              </a:rPr>
              <a:t> có cùng tên thuộc tính với quan hệ đầu tiên (R)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ate Placeholder 3">
            <a:extLst>
              <a:ext uri="{FF2B5EF4-FFF2-40B4-BE49-F238E27FC236}">
                <a16:creationId xmlns:a16="http://schemas.microsoft.com/office/drawing/2014/main" id="{D0167791-B167-4865-A503-661473BABF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0C6E8E3B-7173-49DD-B5D8-0AA3BA1C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7AC3C93-7012-49E0-880E-BD51E3D6073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1605BA96-4534-4E4B-BB11-6C320979A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Phép toán tập hợp (tt)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8DF272C5-FA14-4500-AF76-38D5C78EC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grpSp>
        <p:nvGrpSpPr>
          <p:cNvPr id="19462" name="Group 4">
            <a:extLst>
              <a:ext uri="{FF2B5EF4-FFF2-40B4-BE49-F238E27FC236}">
                <a16:creationId xmlns:a16="http://schemas.microsoft.com/office/drawing/2014/main" id="{FEF968C7-3C5E-4D00-84C6-0DAD1A12D3A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09800"/>
            <a:ext cx="3962400" cy="1600200"/>
            <a:chOff x="624" y="2544"/>
            <a:chExt cx="2496" cy="1008"/>
          </a:xfrm>
        </p:grpSpPr>
        <p:sp>
          <p:nvSpPr>
            <p:cNvPr id="19492" name="Line 5">
              <a:extLst>
                <a:ext uri="{FF2B5EF4-FFF2-40B4-BE49-F238E27FC236}">
                  <a16:creationId xmlns:a16="http://schemas.microsoft.com/office/drawing/2014/main" id="{24047324-5111-4BE1-AD0C-6FB607809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736"/>
              <a:ext cx="24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93" name="Line 6">
              <a:extLst>
                <a:ext uri="{FF2B5EF4-FFF2-40B4-BE49-F238E27FC236}">
                  <a16:creationId xmlns:a16="http://schemas.microsoft.com/office/drawing/2014/main" id="{02B36E80-414E-4FD1-A94C-ADFE5720D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5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494" name="Text Box 7">
              <a:extLst>
                <a:ext uri="{FF2B5EF4-FFF2-40B4-BE49-F238E27FC236}">
                  <a16:creationId xmlns:a16="http://schemas.microsoft.com/office/drawing/2014/main" id="{27001381-4004-4A85-85E9-6EADDB3BA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44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TENNV</a:t>
              </a:r>
            </a:p>
          </p:txBody>
        </p:sp>
        <p:sp>
          <p:nvSpPr>
            <p:cNvPr id="19495" name="Text Box 8">
              <a:extLst>
                <a:ext uri="{FF2B5EF4-FFF2-40B4-BE49-F238E27FC236}">
                  <a16:creationId xmlns:a16="http://schemas.microsoft.com/office/drawing/2014/main" id="{A5B05DD8-8134-4844-8177-FAA5C2206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544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NGSINH</a:t>
              </a:r>
            </a:p>
          </p:txBody>
        </p:sp>
        <p:sp>
          <p:nvSpPr>
            <p:cNvPr id="19496" name="Line 9">
              <a:extLst>
                <a:ext uri="{FF2B5EF4-FFF2-40B4-BE49-F238E27FC236}">
                  <a16:creationId xmlns:a16="http://schemas.microsoft.com/office/drawing/2014/main" id="{2A09B22A-2E85-43A5-95BE-F22FE03A0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5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497" name="Line 10">
              <a:extLst>
                <a:ext uri="{FF2B5EF4-FFF2-40B4-BE49-F238E27FC236}">
                  <a16:creationId xmlns:a16="http://schemas.microsoft.com/office/drawing/2014/main" id="{22C9042D-5089-4F5E-A9A3-C3C77894D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5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498" name="Text Box 11">
              <a:extLst>
                <a:ext uri="{FF2B5EF4-FFF2-40B4-BE49-F238E27FC236}">
                  <a16:creationId xmlns:a16="http://schemas.microsoft.com/office/drawing/2014/main" id="{DD4E060B-D9D7-41CD-A0BA-2281222C6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544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PHAI</a:t>
              </a:r>
            </a:p>
          </p:txBody>
        </p:sp>
        <p:sp>
          <p:nvSpPr>
            <p:cNvPr id="19499" name="Text Box 12">
              <a:extLst>
                <a:ext uri="{FF2B5EF4-FFF2-40B4-BE49-F238E27FC236}">
                  <a16:creationId xmlns:a16="http://schemas.microsoft.com/office/drawing/2014/main" id="{662C54C2-9C09-4FBA-A4E7-8BA2F97D8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84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Tung</a:t>
              </a:r>
            </a:p>
          </p:txBody>
        </p:sp>
        <p:sp>
          <p:nvSpPr>
            <p:cNvPr id="19500" name="Text Box 13">
              <a:extLst>
                <a:ext uri="{FF2B5EF4-FFF2-40B4-BE49-F238E27FC236}">
                  <a16:creationId xmlns:a16="http://schemas.microsoft.com/office/drawing/2014/main" id="{8FB51CAE-11E2-44DD-9A1F-C6A5C1172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84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12/08/1955</a:t>
              </a:r>
            </a:p>
          </p:txBody>
        </p:sp>
        <p:sp>
          <p:nvSpPr>
            <p:cNvPr id="19501" name="Text Box 14">
              <a:extLst>
                <a:ext uri="{FF2B5EF4-FFF2-40B4-BE49-F238E27FC236}">
                  <a16:creationId xmlns:a16="http://schemas.microsoft.com/office/drawing/2014/main" id="{C1DEEE57-3BB7-42EE-8C0A-07A2983B8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784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Nam</a:t>
              </a:r>
            </a:p>
          </p:txBody>
        </p:sp>
        <p:sp>
          <p:nvSpPr>
            <p:cNvPr id="19502" name="Text Box 15">
              <a:extLst>
                <a:ext uri="{FF2B5EF4-FFF2-40B4-BE49-F238E27FC236}">
                  <a16:creationId xmlns:a16="http://schemas.microsoft.com/office/drawing/2014/main" id="{991207B8-F544-4188-9558-FF628BE97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97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Hang</a:t>
              </a:r>
            </a:p>
          </p:txBody>
        </p:sp>
        <p:sp>
          <p:nvSpPr>
            <p:cNvPr id="19503" name="Text Box 16">
              <a:extLst>
                <a:ext uri="{FF2B5EF4-FFF2-40B4-BE49-F238E27FC236}">
                  <a16:creationId xmlns:a16="http://schemas.microsoft.com/office/drawing/2014/main" id="{452FFE33-AAA6-4939-9CE9-F55F65EED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97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07/19/1968</a:t>
              </a:r>
            </a:p>
          </p:txBody>
        </p:sp>
        <p:sp>
          <p:nvSpPr>
            <p:cNvPr id="19504" name="Text Box 17">
              <a:extLst>
                <a:ext uri="{FF2B5EF4-FFF2-40B4-BE49-F238E27FC236}">
                  <a16:creationId xmlns:a16="http://schemas.microsoft.com/office/drawing/2014/main" id="{EF3EE895-D9CA-4762-A517-11CA1841E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976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  <p:sp>
          <p:nvSpPr>
            <p:cNvPr id="19505" name="Text Box 18">
              <a:extLst>
                <a:ext uri="{FF2B5EF4-FFF2-40B4-BE49-F238E27FC236}">
                  <a16:creationId xmlns:a16="http://schemas.microsoft.com/office/drawing/2014/main" id="{6759F5D2-2806-47D6-8E9A-F9965F3AA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16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Nhu</a:t>
              </a:r>
            </a:p>
          </p:txBody>
        </p:sp>
        <p:sp>
          <p:nvSpPr>
            <p:cNvPr id="19506" name="Text Box 19">
              <a:extLst>
                <a:ext uri="{FF2B5EF4-FFF2-40B4-BE49-F238E27FC236}">
                  <a16:creationId xmlns:a16="http://schemas.microsoft.com/office/drawing/2014/main" id="{9EC77EB0-770F-4ECC-A1EF-C63FDBB0E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16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06/20/1951</a:t>
              </a:r>
            </a:p>
          </p:txBody>
        </p:sp>
        <p:sp>
          <p:nvSpPr>
            <p:cNvPr id="19507" name="Text Box 20">
              <a:extLst>
                <a:ext uri="{FF2B5EF4-FFF2-40B4-BE49-F238E27FC236}">
                  <a16:creationId xmlns:a16="http://schemas.microsoft.com/office/drawing/2014/main" id="{2F5AF84B-1425-4AD1-A9EC-1C90E70E8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168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  <p:sp>
          <p:nvSpPr>
            <p:cNvPr id="19508" name="Text Box 21">
              <a:extLst>
                <a:ext uri="{FF2B5EF4-FFF2-40B4-BE49-F238E27FC236}">
                  <a16:creationId xmlns:a16="http://schemas.microsoft.com/office/drawing/2014/main" id="{021F5F2F-0841-4254-88AF-714265D9F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60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Hung</a:t>
              </a:r>
            </a:p>
          </p:txBody>
        </p:sp>
        <p:sp>
          <p:nvSpPr>
            <p:cNvPr id="19509" name="Text Box 22">
              <a:extLst>
                <a:ext uri="{FF2B5EF4-FFF2-40B4-BE49-F238E27FC236}">
                  <a16:creationId xmlns:a16="http://schemas.microsoft.com/office/drawing/2014/main" id="{B248EFC3-E77A-4399-BA2A-FAA922A03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36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09/15/1962</a:t>
              </a:r>
            </a:p>
          </p:txBody>
        </p:sp>
        <p:sp>
          <p:nvSpPr>
            <p:cNvPr id="19510" name="Text Box 23">
              <a:extLst>
                <a:ext uri="{FF2B5EF4-FFF2-40B4-BE49-F238E27FC236}">
                  <a16:creationId xmlns:a16="http://schemas.microsoft.com/office/drawing/2014/main" id="{9B9865B0-CE1F-452C-A186-54ED75FA7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60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Nam</a:t>
              </a:r>
            </a:p>
          </p:txBody>
        </p:sp>
        <p:sp>
          <p:nvSpPr>
            <p:cNvPr id="19511" name="Line 24">
              <a:extLst>
                <a:ext uri="{FF2B5EF4-FFF2-40B4-BE49-F238E27FC236}">
                  <a16:creationId xmlns:a16="http://schemas.microsoft.com/office/drawing/2014/main" id="{D145E66A-DFB0-4A64-BDF6-FC250931E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544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512" name="Line 25">
              <a:extLst>
                <a:ext uri="{FF2B5EF4-FFF2-40B4-BE49-F238E27FC236}">
                  <a16:creationId xmlns:a16="http://schemas.microsoft.com/office/drawing/2014/main" id="{CA23D773-CE6E-4A45-A76C-FEAF659A4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544"/>
              <a:ext cx="24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513" name="Line 26">
              <a:extLst>
                <a:ext uri="{FF2B5EF4-FFF2-40B4-BE49-F238E27FC236}">
                  <a16:creationId xmlns:a16="http://schemas.microsoft.com/office/drawing/2014/main" id="{7C0BC4F5-77AD-4361-B575-9CFE607F3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55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514" name="Text Box 27">
              <a:extLst>
                <a:ext uri="{FF2B5EF4-FFF2-40B4-BE49-F238E27FC236}">
                  <a16:creationId xmlns:a16="http://schemas.microsoft.com/office/drawing/2014/main" id="{2F6DBA8D-53B1-469F-8D44-EDF1A7F8B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44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19515" name="Line 28">
              <a:extLst>
                <a:ext uri="{FF2B5EF4-FFF2-40B4-BE49-F238E27FC236}">
                  <a16:creationId xmlns:a16="http://schemas.microsoft.com/office/drawing/2014/main" id="{1C408CDA-2F7F-4DF8-906D-7D136A564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54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9463" name="Group 59">
            <a:extLst>
              <a:ext uri="{FF2B5EF4-FFF2-40B4-BE49-F238E27FC236}">
                <a16:creationId xmlns:a16="http://schemas.microsoft.com/office/drawing/2014/main" id="{AE40CA50-8F78-4F97-B901-D82E826B0E11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209800"/>
            <a:ext cx="4114800" cy="1905000"/>
            <a:chOff x="2928" y="1392"/>
            <a:chExt cx="2592" cy="1200"/>
          </a:xfrm>
        </p:grpSpPr>
        <p:sp>
          <p:nvSpPr>
            <p:cNvPr id="19465" name="Line 30">
              <a:extLst>
                <a:ext uri="{FF2B5EF4-FFF2-40B4-BE49-F238E27FC236}">
                  <a16:creationId xmlns:a16="http://schemas.microsoft.com/office/drawing/2014/main" id="{94D37E53-E7BA-455C-B22E-AA295D211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584"/>
              <a:ext cx="2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66" name="Line 31">
              <a:extLst>
                <a:ext uri="{FF2B5EF4-FFF2-40B4-BE49-F238E27FC236}">
                  <a16:creationId xmlns:a16="http://schemas.microsoft.com/office/drawing/2014/main" id="{6BB4950E-1489-4A33-97E7-1FAC19F3D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392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67" name="Text Box 32">
              <a:extLst>
                <a:ext uri="{FF2B5EF4-FFF2-40B4-BE49-F238E27FC236}">
                  <a16:creationId xmlns:a16="http://schemas.microsoft.com/office/drawing/2014/main" id="{5CC324F9-9B7F-4C1F-9323-965537139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39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TENTN</a:t>
              </a:r>
            </a:p>
          </p:txBody>
        </p:sp>
        <p:sp>
          <p:nvSpPr>
            <p:cNvPr id="19468" name="Text Box 33">
              <a:extLst>
                <a:ext uri="{FF2B5EF4-FFF2-40B4-BE49-F238E27FC236}">
                  <a16:creationId xmlns:a16="http://schemas.microsoft.com/office/drawing/2014/main" id="{10EBD9EA-BB4F-41C0-8FB7-80FCEF59A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392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NG_SINH</a:t>
              </a:r>
            </a:p>
          </p:txBody>
        </p:sp>
        <p:sp>
          <p:nvSpPr>
            <p:cNvPr id="19469" name="Line 34">
              <a:extLst>
                <a:ext uri="{FF2B5EF4-FFF2-40B4-BE49-F238E27FC236}">
                  <a16:creationId xmlns:a16="http://schemas.microsoft.com/office/drawing/2014/main" id="{9E6636C3-F465-44DA-BBD5-EA20AAC12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392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70" name="Line 35">
              <a:extLst>
                <a:ext uri="{FF2B5EF4-FFF2-40B4-BE49-F238E27FC236}">
                  <a16:creationId xmlns:a16="http://schemas.microsoft.com/office/drawing/2014/main" id="{AEA7CD85-7799-4EBE-B27C-6EA95C58B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392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71" name="Text Box 36">
              <a:extLst>
                <a:ext uri="{FF2B5EF4-FFF2-40B4-BE49-F238E27FC236}">
                  <a16:creationId xmlns:a16="http://schemas.microsoft.com/office/drawing/2014/main" id="{6B0847F9-4482-4311-9C4C-55A208378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39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PHAITN</a:t>
              </a:r>
            </a:p>
          </p:txBody>
        </p:sp>
        <p:sp>
          <p:nvSpPr>
            <p:cNvPr id="19472" name="Text Box 37">
              <a:extLst>
                <a:ext uri="{FF2B5EF4-FFF2-40B4-BE49-F238E27FC236}">
                  <a16:creationId xmlns:a16="http://schemas.microsoft.com/office/drawing/2014/main" id="{68A4C4C7-3122-4E29-8602-A976B8398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63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Trinh</a:t>
              </a:r>
            </a:p>
          </p:txBody>
        </p:sp>
        <p:sp>
          <p:nvSpPr>
            <p:cNvPr id="19473" name="Text Box 38">
              <a:extLst>
                <a:ext uri="{FF2B5EF4-FFF2-40B4-BE49-F238E27FC236}">
                  <a16:creationId xmlns:a16="http://schemas.microsoft.com/office/drawing/2014/main" id="{80417D87-BB19-4FF8-9228-869209F24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632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04/05/1986</a:t>
              </a:r>
            </a:p>
          </p:txBody>
        </p:sp>
        <p:sp>
          <p:nvSpPr>
            <p:cNvPr id="19474" name="Text Box 39">
              <a:extLst>
                <a:ext uri="{FF2B5EF4-FFF2-40B4-BE49-F238E27FC236}">
                  <a16:creationId xmlns:a16="http://schemas.microsoft.com/office/drawing/2014/main" id="{94697B97-4FCD-4795-AF2F-510A3B586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632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  <p:sp>
          <p:nvSpPr>
            <p:cNvPr id="19475" name="Text Box 40">
              <a:extLst>
                <a:ext uri="{FF2B5EF4-FFF2-40B4-BE49-F238E27FC236}">
                  <a16:creationId xmlns:a16="http://schemas.microsoft.com/office/drawing/2014/main" id="{22623D8F-7113-435E-A181-F0F4ED5F0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824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Khang</a:t>
              </a:r>
            </a:p>
          </p:txBody>
        </p:sp>
        <p:sp>
          <p:nvSpPr>
            <p:cNvPr id="19476" name="Text Box 41">
              <a:extLst>
                <a:ext uri="{FF2B5EF4-FFF2-40B4-BE49-F238E27FC236}">
                  <a16:creationId xmlns:a16="http://schemas.microsoft.com/office/drawing/2014/main" id="{152C8D5F-B30E-43F4-A508-EC0B4CD71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824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10/25/1983</a:t>
              </a:r>
            </a:p>
          </p:txBody>
        </p:sp>
        <p:sp>
          <p:nvSpPr>
            <p:cNvPr id="19477" name="Text Box 42">
              <a:extLst>
                <a:ext uri="{FF2B5EF4-FFF2-40B4-BE49-F238E27FC236}">
                  <a16:creationId xmlns:a16="http://schemas.microsoft.com/office/drawing/2014/main" id="{87F696F0-3806-43CA-8D99-3EC214CD5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824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Nam</a:t>
              </a:r>
            </a:p>
          </p:txBody>
        </p:sp>
        <p:sp>
          <p:nvSpPr>
            <p:cNvPr id="19478" name="Text Box 43">
              <a:extLst>
                <a:ext uri="{FF2B5EF4-FFF2-40B4-BE49-F238E27FC236}">
                  <a16:creationId xmlns:a16="http://schemas.microsoft.com/office/drawing/2014/main" id="{71CC1476-22F6-4CC3-B939-5F678FD13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01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Phuong</a:t>
              </a:r>
            </a:p>
          </p:txBody>
        </p:sp>
        <p:sp>
          <p:nvSpPr>
            <p:cNvPr id="19479" name="Text Box 44">
              <a:extLst>
                <a:ext uri="{FF2B5EF4-FFF2-40B4-BE49-F238E27FC236}">
                  <a16:creationId xmlns:a16="http://schemas.microsoft.com/office/drawing/2014/main" id="{722F4CE5-DD08-4DD4-BE4A-DD3B9B4F6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016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05/03/1958</a:t>
              </a:r>
            </a:p>
          </p:txBody>
        </p:sp>
        <p:sp>
          <p:nvSpPr>
            <p:cNvPr id="19480" name="Text Box 45">
              <a:extLst>
                <a:ext uri="{FF2B5EF4-FFF2-40B4-BE49-F238E27FC236}">
                  <a16:creationId xmlns:a16="http://schemas.microsoft.com/office/drawing/2014/main" id="{D111723E-F5DB-485E-BFAE-B94FFE96B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016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  <p:sp>
          <p:nvSpPr>
            <p:cNvPr id="19481" name="Text Box 46">
              <a:extLst>
                <a:ext uri="{FF2B5EF4-FFF2-40B4-BE49-F238E27FC236}">
                  <a16:creationId xmlns:a16="http://schemas.microsoft.com/office/drawing/2014/main" id="{5B10EC0C-FA2E-4D76-8A26-407ECC374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20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Minh</a:t>
              </a:r>
            </a:p>
          </p:txBody>
        </p:sp>
        <p:sp>
          <p:nvSpPr>
            <p:cNvPr id="19482" name="Text Box 47">
              <a:extLst>
                <a:ext uri="{FF2B5EF4-FFF2-40B4-BE49-F238E27FC236}">
                  <a16:creationId xmlns:a16="http://schemas.microsoft.com/office/drawing/2014/main" id="{FCED2B9A-D226-4A64-B7E4-8CF9D17F5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08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02/28/1942</a:t>
              </a:r>
            </a:p>
          </p:txBody>
        </p:sp>
        <p:sp>
          <p:nvSpPr>
            <p:cNvPr id="19483" name="Text Box 48">
              <a:extLst>
                <a:ext uri="{FF2B5EF4-FFF2-40B4-BE49-F238E27FC236}">
                  <a16:creationId xmlns:a16="http://schemas.microsoft.com/office/drawing/2014/main" id="{38F2BBA2-D00D-4035-882C-6CDB32783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208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Nam</a:t>
              </a:r>
            </a:p>
          </p:txBody>
        </p:sp>
        <p:sp>
          <p:nvSpPr>
            <p:cNvPr id="19484" name="Line 49">
              <a:extLst>
                <a:ext uri="{FF2B5EF4-FFF2-40B4-BE49-F238E27FC236}">
                  <a16:creationId xmlns:a16="http://schemas.microsoft.com/office/drawing/2014/main" id="{032F6F65-134C-41A2-BA89-86A4D1558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392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85" name="Line 50">
              <a:extLst>
                <a:ext uri="{FF2B5EF4-FFF2-40B4-BE49-F238E27FC236}">
                  <a16:creationId xmlns:a16="http://schemas.microsoft.com/office/drawing/2014/main" id="{5988137A-07D9-4C66-B5D6-97A193517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392"/>
              <a:ext cx="2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86" name="Line 51">
              <a:extLst>
                <a:ext uri="{FF2B5EF4-FFF2-40B4-BE49-F238E27FC236}">
                  <a16:creationId xmlns:a16="http://schemas.microsoft.com/office/drawing/2014/main" id="{E8DA2354-505C-44FC-A111-98666EB06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59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487" name="Text Box 52">
              <a:extLst>
                <a:ext uri="{FF2B5EF4-FFF2-40B4-BE49-F238E27FC236}">
                  <a16:creationId xmlns:a16="http://schemas.microsoft.com/office/drawing/2014/main" id="{76A27C80-A117-44A7-B04B-9987EF19C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392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THANNHAN</a:t>
              </a:r>
            </a:p>
          </p:txBody>
        </p:sp>
        <p:sp>
          <p:nvSpPr>
            <p:cNvPr id="19488" name="Line 53">
              <a:extLst>
                <a:ext uri="{FF2B5EF4-FFF2-40B4-BE49-F238E27FC236}">
                  <a16:creationId xmlns:a16="http://schemas.microsoft.com/office/drawing/2014/main" id="{C84F842B-23B4-4B93-BA4F-85B3DB853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489" name="Text Box 54">
              <a:extLst>
                <a:ext uri="{FF2B5EF4-FFF2-40B4-BE49-F238E27FC236}">
                  <a16:creationId xmlns:a16="http://schemas.microsoft.com/office/drawing/2014/main" id="{1D9B1429-79C9-4D4A-ADE2-D46EE2AD6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400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Chau</a:t>
              </a:r>
            </a:p>
          </p:txBody>
        </p:sp>
        <p:sp>
          <p:nvSpPr>
            <p:cNvPr id="19490" name="Text Box 55">
              <a:extLst>
                <a:ext uri="{FF2B5EF4-FFF2-40B4-BE49-F238E27FC236}">
                  <a16:creationId xmlns:a16="http://schemas.microsoft.com/office/drawing/2014/main" id="{9D315B17-6A80-4927-857E-3353CE015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400"/>
              <a:ext cx="7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12/30/1988</a:t>
              </a:r>
            </a:p>
          </p:txBody>
        </p:sp>
        <p:sp>
          <p:nvSpPr>
            <p:cNvPr id="19491" name="Text Box 56">
              <a:extLst>
                <a:ext uri="{FF2B5EF4-FFF2-40B4-BE49-F238E27FC236}">
                  <a16:creationId xmlns:a16="http://schemas.microsoft.com/office/drawing/2014/main" id="{54FBD705-6F3F-4B95-9DD0-FDACEE11A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400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Nu</a:t>
              </a:r>
            </a:p>
          </p:txBody>
        </p:sp>
      </p:grpSp>
      <p:sp>
        <p:nvSpPr>
          <p:cNvPr id="394298" name="Text Box 58">
            <a:extLst>
              <a:ext uri="{FF2B5EF4-FFF2-40B4-BE49-F238E27FC236}">
                <a16:creationId xmlns:a16="http://schemas.microsoft.com/office/drawing/2014/main" id="{7BC37766-11C5-4416-940F-9632BA0D7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648200"/>
            <a:ext cx="5181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Bậc n=3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DOM(TENNV) = DOM(TENTN)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DOM(NGSINH) = DOM(NG_SINH)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DOM(PHAI) = DOM(PHAITN)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9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Date Placeholder 3">
            <a:extLst>
              <a:ext uri="{FF2B5EF4-FFF2-40B4-BE49-F238E27FC236}">
                <a16:creationId xmlns:a16="http://schemas.microsoft.com/office/drawing/2014/main" id="{07E4E029-33EF-43AE-BFCF-3BC525FD27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065D8F87-B5CD-42C7-901C-E9ADE8ED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1E6D4F9-5730-451A-8A5B-8E98D0DFC36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396467" name="Line 179">
            <a:extLst>
              <a:ext uri="{FF2B5EF4-FFF2-40B4-BE49-F238E27FC236}">
                <a16:creationId xmlns:a16="http://schemas.microsoft.com/office/drawing/2014/main" id="{3DBF94B7-488A-457F-86B3-B951B1953E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5943600"/>
            <a:ext cx="13716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C6B1BB0D-67A7-425D-8213-EB79DEA2B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Phép hội</a:t>
            </a:r>
          </a:p>
        </p:txBody>
      </p:sp>
      <p:sp>
        <p:nvSpPr>
          <p:cNvPr id="21510" name="Rectangle 3">
            <a:extLst>
              <a:ext uri="{FF2B5EF4-FFF2-40B4-BE49-F238E27FC236}">
                <a16:creationId xmlns:a16="http://schemas.microsoft.com/office/drawing/2014/main" id="{C1F2EDE8-D73A-402B-9559-780F3BC70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</p:spPr>
        <p:txBody>
          <a:bodyPr/>
          <a:lstStyle/>
          <a:p>
            <a:pPr eaLnBrk="1" hangingPunct="1"/>
            <a:r>
              <a:rPr lang="en-US" altLang="en-US"/>
              <a:t>Cho 2 quan hệ R và S khả hợp</a:t>
            </a:r>
          </a:p>
          <a:p>
            <a:pPr eaLnBrk="1" hangingPunct="1"/>
            <a:r>
              <a:rPr lang="en-US" altLang="en-US"/>
              <a:t>Phép hội của R và S</a:t>
            </a:r>
          </a:p>
          <a:p>
            <a:pPr lvl="1" eaLnBrk="1" hangingPunct="1"/>
            <a:r>
              <a:rPr lang="en-US" altLang="en-US"/>
              <a:t>Ký hiệu R </a:t>
            </a:r>
            <a:r>
              <a:rPr lang="en-US" altLang="en-US">
                <a:sym typeface="Symbol" panose="05050102010706020507" pitchFamily="18" charset="2"/>
              </a:rPr>
              <a:t></a:t>
            </a:r>
            <a:r>
              <a:rPr lang="en-US" altLang="en-US"/>
              <a:t> S</a:t>
            </a:r>
          </a:p>
          <a:p>
            <a:pPr lvl="1" eaLnBrk="1" hangingPunct="1"/>
            <a:r>
              <a:rPr lang="en-US" altLang="en-US"/>
              <a:t>Là một quan hệ gồm các bộ thuộc R hoặc thuộc S, hoặc cả hai (các bộ trùng lắp sẽ bị bỏ)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21511" name="Text Box 58">
            <a:extLst>
              <a:ext uri="{FF2B5EF4-FFF2-40B4-BE49-F238E27FC236}">
                <a16:creationId xmlns:a16="http://schemas.microsoft.com/office/drawing/2014/main" id="{DB05E739-821D-4AB5-88CA-B887A42B4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505200"/>
            <a:ext cx="4038600" cy="439738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200">
                <a:latin typeface="Tahoma" panose="020B0604030504040204" pitchFamily="34" charset="0"/>
              </a:rPr>
              <a:t> S = { t / t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200">
                <a:latin typeface="Tahoma" panose="020B0604030504040204" pitchFamily="34" charset="0"/>
              </a:rPr>
              <a:t>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</a:t>
            </a:r>
            <a:r>
              <a:rPr lang="en-US" altLang="en-US" sz="2200">
                <a:latin typeface="Tahoma" panose="020B0604030504040204" pitchFamily="34" charset="0"/>
              </a:rPr>
              <a:t> t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200">
                <a:latin typeface="Tahoma" panose="020B0604030504040204" pitchFamily="34" charset="0"/>
              </a:rPr>
              <a:t>S }</a:t>
            </a:r>
          </a:p>
        </p:txBody>
      </p:sp>
      <p:grpSp>
        <p:nvGrpSpPr>
          <p:cNvPr id="21512" name="Group 91">
            <a:extLst>
              <a:ext uri="{FF2B5EF4-FFF2-40B4-BE49-F238E27FC236}">
                <a16:creationId xmlns:a16="http://schemas.microsoft.com/office/drawing/2014/main" id="{39FC035E-FF11-4F49-B42F-2612FD8CAE5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72000"/>
            <a:ext cx="1447800" cy="1371600"/>
            <a:chOff x="624" y="2880"/>
            <a:chExt cx="912" cy="864"/>
          </a:xfrm>
        </p:grpSpPr>
        <p:sp>
          <p:nvSpPr>
            <p:cNvPr id="21560" name="Line 60">
              <a:extLst>
                <a:ext uri="{FF2B5EF4-FFF2-40B4-BE49-F238E27FC236}">
                  <a16:creationId xmlns:a16="http://schemas.microsoft.com/office/drawing/2014/main" id="{03957C50-BE73-4FB2-8682-255E4E7F7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07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61" name="Text Box 62">
              <a:extLst>
                <a:ext uri="{FF2B5EF4-FFF2-40B4-BE49-F238E27FC236}">
                  <a16:creationId xmlns:a16="http://schemas.microsoft.com/office/drawing/2014/main" id="{3EF4F3E2-952A-44A3-A289-53F2D3A1A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1562" name="Text Box 63">
              <a:extLst>
                <a:ext uri="{FF2B5EF4-FFF2-40B4-BE49-F238E27FC236}">
                  <a16:creationId xmlns:a16="http://schemas.microsoft.com/office/drawing/2014/main" id="{10AD4A27-56F9-4ED4-9965-EE48A0AE9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1563" name="Text Box 67">
              <a:extLst>
                <a:ext uri="{FF2B5EF4-FFF2-40B4-BE49-F238E27FC236}">
                  <a16:creationId xmlns:a16="http://schemas.microsoft.com/office/drawing/2014/main" id="{7586844F-D5B2-4577-913A-AE0CF0DE3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1564" name="Line 80">
              <a:extLst>
                <a:ext uri="{FF2B5EF4-FFF2-40B4-BE49-F238E27FC236}">
                  <a16:creationId xmlns:a16="http://schemas.microsoft.com/office/drawing/2014/main" id="{E9BDE5E4-B701-4A81-86CC-9D51E6B8F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65" name="Line 81">
              <a:extLst>
                <a:ext uri="{FF2B5EF4-FFF2-40B4-BE49-F238E27FC236}">
                  <a16:creationId xmlns:a16="http://schemas.microsoft.com/office/drawing/2014/main" id="{9123C1A6-4882-4286-A60D-696C6BAEF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74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66" name="Text Box 82">
              <a:extLst>
                <a:ext uri="{FF2B5EF4-FFF2-40B4-BE49-F238E27FC236}">
                  <a16:creationId xmlns:a16="http://schemas.microsoft.com/office/drawing/2014/main" id="{C5EF8956-3CA5-4CF8-A2BE-887481D3D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21567" name="Line 83">
              <a:extLst>
                <a:ext uri="{FF2B5EF4-FFF2-40B4-BE49-F238E27FC236}">
                  <a16:creationId xmlns:a16="http://schemas.microsoft.com/office/drawing/2014/main" id="{D7A64681-30B9-4E1D-8D33-587F2FBE7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68" name="Text Box 84">
              <a:extLst>
                <a:ext uri="{FF2B5EF4-FFF2-40B4-BE49-F238E27FC236}">
                  <a16:creationId xmlns:a16="http://schemas.microsoft.com/office/drawing/2014/main" id="{D5C296CA-CFF0-411E-934B-F9BD8EB29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1569" name="Text Box 85">
              <a:extLst>
                <a:ext uri="{FF2B5EF4-FFF2-40B4-BE49-F238E27FC236}">
                  <a16:creationId xmlns:a16="http://schemas.microsoft.com/office/drawing/2014/main" id="{BD47C0FF-5DCB-4D69-9187-E99DA24AD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1570" name="Group 87">
              <a:extLst>
                <a:ext uri="{FF2B5EF4-FFF2-40B4-BE49-F238E27FC236}">
                  <a16:creationId xmlns:a16="http://schemas.microsoft.com/office/drawing/2014/main" id="{47FC5949-1495-4C12-8F66-F6F3B0B4A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880"/>
              <a:ext cx="576" cy="864"/>
              <a:chOff x="960" y="2880"/>
              <a:chExt cx="576" cy="1008"/>
            </a:xfrm>
          </p:grpSpPr>
          <p:sp>
            <p:nvSpPr>
              <p:cNvPr id="21574" name="Line 61">
                <a:extLst>
                  <a:ext uri="{FF2B5EF4-FFF2-40B4-BE49-F238E27FC236}">
                    <a16:creationId xmlns:a16="http://schemas.microsoft.com/office/drawing/2014/main" id="{FA6649EA-E000-41FD-ACE0-73EEFF443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75" name="Line 79">
                <a:extLst>
                  <a:ext uri="{FF2B5EF4-FFF2-40B4-BE49-F238E27FC236}">
                    <a16:creationId xmlns:a16="http://schemas.microsoft.com/office/drawing/2014/main" id="{584CFC64-5406-44E4-92B0-C3E101687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76" name="Line 86">
                <a:extLst>
                  <a:ext uri="{FF2B5EF4-FFF2-40B4-BE49-F238E27FC236}">
                    <a16:creationId xmlns:a16="http://schemas.microsoft.com/office/drawing/2014/main" id="{612127AF-62F7-4DAD-9C11-678516051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71" name="Text Box 88">
              <a:extLst>
                <a:ext uri="{FF2B5EF4-FFF2-40B4-BE49-F238E27FC236}">
                  <a16:creationId xmlns:a16="http://schemas.microsoft.com/office/drawing/2014/main" id="{78C065DB-7B02-4F1A-9902-7DFBFCA72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1572" name="Text Box 89">
              <a:extLst>
                <a:ext uri="{FF2B5EF4-FFF2-40B4-BE49-F238E27FC236}">
                  <a16:creationId xmlns:a16="http://schemas.microsoft.com/office/drawing/2014/main" id="{AF92B51C-612E-4BB7-9A67-EF26FE959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573" name="Text Box 90">
              <a:extLst>
                <a:ext uri="{FF2B5EF4-FFF2-40B4-BE49-F238E27FC236}">
                  <a16:creationId xmlns:a16="http://schemas.microsoft.com/office/drawing/2014/main" id="{2EA94206-1B16-4F05-8496-BB6761DC6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1513" name="Group 110">
            <a:extLst>
              <a:ext uri="{FF2B5EF4-FFF2-40B4-BE49-F238E27FC236}">
                <a16:creationId xmlns:a16="http://schemas.microsoft.com/office/drawing/2014/main" id="{104EABC1-CAAC-4873-BFB5-D9883B4F7B50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572000"/>
            <a:ext cx="1447800" cy="1066800"/>
            <a:chOff x="1728" y="2880"/>
            <a:chExt cx="912" cy="672"/>
          </a:xfrm>
        </p:grpSpPr>
        <p:sp>
          <p:nvSpPr>
            <p:cNvPr id="21545" name="Line 93">
              <a:extLst>
                <a:ext uri="{FF2B5EF4-FFF2-40B4-BE49-F238E27FC236}">
                  <a16:creationId xmlns:a16="http://schemas.microsoft.com/office/drawing/2014/main" id="{01407EE6-D6C4-4244-80DB-63A68565E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07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46" name="Text Box 94">
              <a:extLst>
                <a:ext uri="{FF2B5EF4-FFF2-40B4-BE49-F238E27FC236}">
                  <a16:creationId xmlns:a16="http://schemas.microsoft.com/office/drawing/2014/main" id="{B9CCADE4-F906-4242-9E50-70B867CEE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1547" name="Text Box 95">
              <a:extLst>
                <a:ext uri="{FF2B5EF4-FFF2-40B4-BE49-F238E27FC236}">
                  <a16:creationId xmlns:a16="http://schemas.microsoft.com/office/drawing/2014/main" id="{4CECF189-E932-43AF-A243-8DADF5DA1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1548" name="Text Box 96">
              <a:extLst>
                <a:ext uri="{FF2B5EF4-FFF2-40B4-BE49-F238E27FC236}">
                  <a16:creationId xmlns:a16="http://schemas.microsoft.com/office/drawing/2014/main" id="{6B2F2422-D006-4AA5-92FD-18A7BA605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1549" name="Line 97">
              <a:extLst>
                <a:ext uri="{FF2B5EF4-FFF2-40B4-BE49-F238E27FC236}">
                  <a16:creationId xmlns:a16="http://schemas.microsoft.com/office/drawing/2014/main" id="{ECA6418C-94D3-48C6-BA23-32AF29B1B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50" name="Line 98">
              <a:extLst>
                <a:ext uri="{FF2B5EF4-FFF2-40B4-BE49-F238E27FC236}">
                  <a16:creationId xmlns:a16="http://schemas.microsoft.com/office/drawing/2014/main" id="{B51403D9-43A4-4206-823C-B0F293E05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5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51" name="Text Box 99">
              <a:extLst>
                <a:ext uri="{FF2B5EF4-FFF2-40B4-BE49-F238E27FC236}">
                  <a16:creationId xmlns:a16="http://schemas.microsoft.com/office/drawing/2014/main" id="{010C4114-D7A7-41F7-8A4F-39368EBFA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1552" name="Line 100">
              <a:extLst>
                <a:ext uri="{FF2B5EF4-FFF2-40B4-BE49-F238E27FC236}">
                  <a16:creationId xmlns:a16="http://schemas.microsoft.com/office/drawing/2014/main" id="{7B5D208F-D79A-4FD1-ABCE-B5B9FF88D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53" name="Text Box 102">
              <a:extLst>
                <a:ext uri="{FF2B5EF4-FFF2-40B4-BE49-F238E27FC236}">
                  <a16:creationId xmlns:a16="http://schemas.microsoft.com/office/drawing/2014/main" id="{C11B4299-941E-4962-98E3-774F4632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1554" name="Group 103">
              <a:extLst>
                <a:ext uri="{FF2B5EF4-FFF2-40B4-BE49-F238E27FC236}">
                  <a16:creationId xmlns:a16="http://schemas.microsoft.com/office/drawing/2014/main" id="{232F718E-B7F5-46BB-97D5-DBFCCCE23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880"/>
              <a:ext cx="576" cy="672"/>
              <a:chOff x="960" y="2880"/>
              <a:chExt cx="576" cy="1008"/>
            </a:xfrm>
          </p:grpSpPr>
          <p:sp>
            <p:nvSpPr>
              <p:cNvPr id="21557" name="Line 104">
                <a:extLst>
                  <a:ext uri="{FF2B5EF4-FFF2-40B4-BE49-F238E27FC236}">
                    <a16:creationId xmlns:a16="http://schemas.microsoft.com/office/drawing/2014/main" id="{661B551B-04C9-4F68-BBE0-396D09E77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58" name="Line 105">
                <a:extLst>
                  <a:ext uri="{FF2B5EF4-FFF2-40B4-BE49-F238E27FC236}">
                    <a16:creationId xmlns:a16="http://schemas.microsoft.com/office/drawing/2014/main" id="{57938EDD-A32E-45DF-8C91-5EF83C426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59" name="Line 106">
                <a:extLst>
                  <a:ext uri="{FF2B5EF4-FFF2-40B4-BE49-F238E27FC236}">
                    <a16:creationId xmlns:a16="http://schemas.microsoft.com/office/drawing/2014/main" id="{50619A79-6F25-42DB-80A9-4EBD47672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55" name="Text Box 107">
              <a:extLst>
                <a:ext uri="{FF2B5EF4-FFF2-40B4-BE49-F238E27FC236}">
                  <a16:creationId xmlns:a16="http://schemas.microsoft.com/office/drawing/2014/main" id="{5E7E78A3-40F4-41E7-B33B-C60E0F34E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556" name="Text Box 109">
              <a:extLst>
                <a:ext uri="{FF2B5EF4-FFF2-40B4-BE49-F238E27FC236}">
                  <a16:creationId xmlns:a16="http://schemas.microsoft.com/office/drawing/2014/main" id="{68DDF70C-710E-470D-A383-A79DAE227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</p:grpSp>
      <p:grpSp>
        <p:nvGrpSpPr>
          <p:cNvPr id="6" name="Group 148">
            <a:extLst>
              <a:ext uri="{FF2B5EF4-FFF2-40B4-BE49-F238E27FC236}">
                <a16:creationId xmlns:a16="http://schemas.microsoft.com/office/drawing/2014/main" id="{7FA6EA11-8E34-413F-8BE4-524E365E1AE1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495800"/>
            <a:ext cx="1752600" cy="1295400"/>
            <a:chOff x="3312" y="2832"/>
            <a:chExt cx="1104" cy="816"/>
          </a:xfrm>
        </p:grpSpPr>
        <p:sp>
          <p:nvSpPr>
            <p:cNvPr id="21529" name="Line 149">
              <a:extLst>
                <a:ext uri="{FF2B5EF4-FFF2-40B4-BE49-F238E27FC236}">
                  <a16:creationId xmlns:a16="http://schemas.microsoft.com/office/drawing/2014/main" id="{EAE405DB-26B8-4742-9798-978E4D793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024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30" name="Text Box 150">
              <a:extLst>
                <a:ext uri="{FF2B5EF4-FFF2-40B4-BE49-F238E27FC236}">
                  <a16:creationId xmlns:a16="http://schemas.microsoft.com/office/drawing/2014/main" id="{EF4958E1-1F27-4252-8E85-D0AF6136D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1531" name="Text Box 151">
              <a:extLst>
                <a:ext uri="{FF2B5EF4-FFF2-40B4-BE49-F238E27FC236}">
                  <a16:creationId xmlns:a16="http://schemas.microsoft.com/office/drawing/2014/main" id="{F2EBFAF2-4AED-4BD9-AC8E-362FFD438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1532" name="Text Box 152">
              <a:extLst>
                <a:ext uri="{FF2B5EF4-FFF2-40B4-BE49-F238E27FC236}">
                  <a16:creationId xmlns:a16="http://schemas.microsoft.com/office/drawing/2014/main" id="{04F9A7BB-36CB-4A9F-9468-67B6C16E6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1533" name="Line 153">
              <a:extLst>
                <a:ext uri="{FF2B5EF4-FFF2-40B4-BE49-F238E27FC236}">
                  <a16:creationId xmlns:a16="http://schemas.microsoft.com/office/drawing/2014/main" id="{8FB0782B-D37B-4F9D-939F-7D3DBAE04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34" name="Text Box 154">
              <a:extLst>
                <a:ext uri="{FF2B5EF4-FFF2-40B4-BE49-F238E27FC236}">
                  <a16:creationId xmlns:a16="http://schemas.microsoft.com/office/drawing/2014/main" id="{8F622A70-07D4-4792-A566-7C5E2ED31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3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 </a:t>
              </a:r>
              <a:r>
                <a:rPr lang="en-US" altLang="en-US" sz="1400" b="1">
                  <a:latin typeface="Tahoma" panose="020B0604030504040204" pitchFamily="34" charset="0"/>
                  <a:sym typeface="Symbol" panose="05050102010706020507" pitchFamily="18" charset="2"/>
                </a:rPr>
                <a:t> </a:t>
              </a: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1535" name="Line 155">
              <a:extLst>
                <a:ext uri="{FF2B5EF4-FFF2-40B4-BE49-F238E27FC236}">
                  <a16:creationId xmlns:a16="http://schemas.microsoft.com/office/drawing/2014/main" id="{5DFE1B87-CAEF-4F86-AD13-BB6F28857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36" name="Text Box 156">
              <a:extLst>
                <a:ext uri="{FF2B5EF4-FFF2-40B4-BE49-F238E27FC236}">
                  <a16:creationId xmlns:a16="http://schemas.microsoft.com/office/drawing/2014/main" id="{DF1347C6-B77C-4B43-8FA7-4BBD7EB12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1537" name="Text Box 157">
              <a:extLst>
                <a:ext uri="{FF2B5EF4-FFF2-40B4-BE49-F238E27FC236}">
                  <a16:creationId xmlns:a16="http://schemas.microsoft.com/office/drawing/2014/main" id="{AD001218-5DFA-417A-B171-3AFC8C24C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45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1538" name="Group 158">
              <a:extLst>
                <a:ext uri="{FF2B5EF4-FFF2-40B4-BE49-F238E27FC236}">
                  <a16:creationId xmlns:a16="http://schemas.microsoft.com/office/drawing/2014/main" id="{5B405E63-493B-4AD6-B714-1481D28C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32"/>
              <a:ext cx="576" cy="768"/>
              <a:chOff x="960" y="2880"/>
              <a:chExt cx="576" cy="1008"/>
            </a:xfrm>
          </p:grpSpPr>
          <p:sp>
            <p:nvSpPr>
              <p:cNvPr id="21542" name="Line 159">
                <a:extLst>
                  <a:ext uri="{FF2B5EF4-FFF2-40B4-BE49-F238E27FC236}">
                    <a16:creationId xmlns:a16="http://schemas.microsoft.com/office/drawing/2014/main" id="{11FEC0D0-36DA-4D6E-99EA-795090CC9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43" name="Line 160">
                <a:extLst>
                  <a:ext uri="{FF2B5EF4-FFF2-40B4-BE49-F238E27FC236}">
                    <a16:creationId xmlns:a16="http://schemas.microsoft.com/office/drawing/2014/main" id="{E6DC61FA-AA39-4377-9776-0F4C56FE0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44" name="Line 161">
                <a:extLst>
                  <a:ext uri="{FF2B5EF4-FFF2-40B4-BE49-F238E27FC236}">
                    <a16:creationId xmlns:a16="http://schemas.microsoft.com/office/drawing/2014/main" id="{516DF64A-4B0A-4076-B0EF-D64EA090D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1539" name="Text Box 162">
              <a:extLst>
                <a:ext uri="{FF2B5EF4-FFF2-40B4-BE49-F238E27FC236}">
                  <a16:creationId xmlns:a16="http://schemas.microsoft.com/office/drawing/2014/main" id="{7C61A372-AE86-4078-B10D-308A8786E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1540" name="Text Box 163">
              <a:extLst>
                <a:ext uri="{FF2B5EF4-FFF2-40B4-BE49-F238E27FC236}">
                  <a16:creationId xmlns:a16="http://schemas.microsoft.com/office/drawing/2014/main" id="{8EC80669-C1A2-429D-A1F9-FF933E91F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541" name="Text Box 164">
              <a:extLst>
                <a:ext uri="{FF2B5EF4-FFF2-40B4-BE49-F238E27FC236}">
                  <a16:creationId xmlns:a16="http://schemas.microsoft.com/office/drawing/2014/main" id="{A5734AFC-C8DC-4A75-8199-1A4725DCC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45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8" name="Group 165">
            <a:extLst>
              <a:ext uri="{FF2B5EF4-FFF2-40B4-BE49-F238E27FC236}">
                <a16:creationId xmlns:a16="http://schemas.microsoft.com/office/drawing/2014/main" id="{9CB98C11-4216-4440-987E-D7445687DA69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6019800"/>
            <a:ext cx="914400" cy="381000"/>
            <a:chOff x="3840" y="3792"/>
            <a:chExt cx="576" cy="240"/>
          </a:xfrm>
        </p:grpSpPr>
        <p:sp>
          <p:nvSpPr>
            <p:cNvPr id="21522" name="Line 166">
              <a:extLst>
                <a:ext uri="{FF2B5EF4-FFF2-40B4-BE49-F238E27FC236}">
                  <a16:creationId xmlns:a16="http://schemas.microsoft.com/office/drawing/2014/main" id="{47390BBF-FD56-489C-9456-E56445783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403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23" name="Text Box 167">
              <a:extLst>
                <a:ext uri="{FF2B5EF4-FFF2-40B4-BE49-F238E27FC236}">
                  <a16:creationId xmlns:a16="http://schemas.microsoft.com/office/drawing/2014/main" id="{E3E89871-743B-4E80-A6BD-EFC0194FD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84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1524" name="Text Box 168">
              <a:extLst>
                <a:ext uri="{FF2B5EF4-FFF2-40B4-BE49-F238E27FC236}">
                  <a16:creationId xmlns:a16="http://schemas.microsoft.com/office/drawing/2014/main" id="{359FEE1F-231F-4D71-A50A-DDD0CEC19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84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grpSp>
          <p:nvGrpSpPr>
            <p:cNvPr id="21525" name="Group 169">
              <a:extLst>
                <a:ext uri="{FF2B5EF4-FFF2-40B4-BE49-F238E27FC236}">
                  <a16:creationId xmlns:a16="http://schemas.microsoft.com/office/drawing/2014/main" id="{5415DB3C-FE0B-40D7-A9BA-873CA9A3A9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3792"/>
              <a:ext cx="576" cy="240"/>
              <a:chOff x="960" y="2880"/>
              <a:chExt cx="576" cy="1008"/>
            </a:xfrm>
          </p:grpSpPr>
          <p:sp>
            <p:nvSpPr>
              <p:cNvPr id="21526" name="Line 170">
                <a:extLst>
                  <a:ext uri="{FF2B5EF4-FFF2-40B4-BE49-F238E27FC236}">
                    <a16:creationId xmlns:a16="http://schemas.microsoft.com/office/drawing/2014/main" id="{686795FF-DBB4-4EE4-B240-59DF6B2F6D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27" name="Line 171">
                <a:extLst>
                  <a:ext uri="{FF2B5EF4-FFF2-40B4-BE49-F238E27FC236}">
                    <a16:creationId xmlns:a16="http://schemas.microsoft.com/office/drawing/2014/main" id="{C1E2FB6A-3E67-474C-878A-CC499DA1A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528" name="Line 172">
                <a:extLst>
                  <a:ext uri="{FF2B5EF4-FFF2-40B4-BE49-F238E27FC236}">
                    <a16:creationId xmlns:a16="http://schemas.microsoft.com/office/drawing/2014/main" id="{37BECE46-5BD4-4AAD-B133-B416BE575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173">
            <a:extLst>
              <a:ext uri="{FF2B5EF4-FFF2-40B4-BE49-F238E27FC236}">
                <a16:creationId xmlns:a16="http://schemas.microsoft.com/office/drawing/2014/main" id="{3D11C06D-737A-4953-B656-39A760764940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5715000"/>
            <a:ext cx="914400" cy="381000"/>
            <a:chOff x="3840" y="3600"/>
            <a:chExt cx="576" cy="240"/>
          </a:xfrm>
        </p:grpSpPr>
        <p:sp>
          <p:nvSpPr>
            <p:cNvPr id="21517" name="Text Box 174">
              <a:extLst>
                <a:ext uri="{FF2B5EF4-FFF2-40B4-BE49-F238E27FC236}">
                  <a16:creationId xmlns:a16="http://schemas.microsoft.com/office/drawing/2014/main" id="{B4EDEF82-A957-4ED8-9A28-DBC8BEDDD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6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1518" name="Text Box 175">
              <a:extLst>
                <a:ext uri="{FF2B5EF4-FFF2-40B4-BE49-F238E27FC236}">
                  <a16:creationId xmlns:a16="http://schemas.microsoft.com/office/drawing/2014/main" id="{DE895DA5-A4A0-4048-B91E-66AAEB786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6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519" name="Line 176">
              <a:extLst>
                <a:ext uri="{FF2B5EF4-FFF2-40B4-BE49-F238E27FC236}">
                  <a16:creationId xmlns:a16="http://schemas.microsoft.com/office/drawing/2014/main" id="{C642C23D-47E0-49A4-8F57-541C7601F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60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20" name="Line 177">
              <a:extLst>
                <a:ext uri="{FF2B5EF4-FFF2-40B4-BE49-F238E27FC236}">
                  <a16:creationId xmlns:a16="http://schemas.microsoft.com/office/drawing/2014/main" id="{A5962203-9AC7-4FB6-8D5C-DEF5311B8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60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21" name="Line 178">
              <a:extLst>
                <a:ext uri="{FF2B5EF4-FFF2-40B4-BE49-F238E27FC236}">
                  <a16:creationId xmlns:a16="http://schemas.microsoft.com/office/drawing/2014/main" id="{87FDD59E-D235-4437-8B98-25106C796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60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396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3.06358E-6 L 0.00052 -0.04995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321F1B5-082B-4321-A0A5-A6C77002A5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588F96D3-ABF0-4EF8-9D3B-52C09B99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D35486C-A758-4EC1-846D-C6358B51E95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0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C3BD3E95-7C54-443E-A922-8220E5632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Phép hội – Tính chất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E34D5A02-ADCC-47D7-9B71-AD217D509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Giao hoán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Kết hợp</a:t>
            </a:r>
          </a:p>
        </p:txBody>
      </p:sp>
      <p:sp>
        <p:nvSpPr>
          <p:cNvPr id="27654" name="Text Box 4">
            <a:extLst>
              <a:ext uri="{FF2B5EF4-FFF2-40B4-BE49-F238E27FC236}">
                <a16:creationId xmlns:a16="http://schemas.microsoft.com/office/drawing/2014/main" id="{E8BA0449-75FB-42DF-A1C1-D589E558B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5000"/>
            <a:ext cx="365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R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800">
                <a:latin typeface="Tahoma" panose="020B0604030504040204" pitchFamily="34" charset="0"/>
              </a:rPr>
              <a:t> S = S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800">
                <a:latin typeface="Tahoma" panose="020B0604030504040204" pitchFamily="34" charset="0"/>
              </a:rPr>
              <a:t> R</a:t>
            </a:r>
          </a:p>
        </p:txBody>
      </p:sp>
      <p:sp>
        <p:nvSpPr>
          <p:cNvPr id="27655" name="Text Box 5">
            <a:extLst>
              <a:ext uri="{FF2B5EF4-FFF2-40B4-BE49-F238E27FC236}">
                <a16:creationId xmlns:a16="http://schemas.microsoft.com/office/drawing/2014/main" id="{1F360BB1-DC16-409C-8A4E-7F0F5DDE7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02138"/>
            <a:ext cx="601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R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800">
                <a:latin typeface="Tahoma" panose="020B0604030504040204" pitchFamily="34" charset="0"/>
              </a:rPr>
              <a:t> (S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800">
                <a:latin typeface="Tahoma" panose="020B0604030504040204" pitchFamily="34" charset="0"/>
              </a:rPr>
              <a:t> T) = (R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800">
                <a:latin typeface="Tahoma" panose="020B0604030504040204" pitchFamily="34" charset="0"/>
              </a:rPr>
              <a:t> S)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</a:t>
            </a:r>
            <a:r>
              <a:rPr lang="en-US" altLang="en-US" sz="2800">
                <a:latin typeface="Tahoma" panose="020B0604030504040204" pitchFamily="34" charset="0"/>
              </a:rPr>
              <a:t> T</a:t>
            </a:r>
          </a:p>
        </p:txBody>
      </p:sp>
    </p:spTree>
    <p:extLst>
      <p:ext uri="{BB962C8B-B14F-4D97-AF65-F5344CB8AC3E}">
        <p14:creationId xmlns:p14="http://schemas.microsoft.com/office/powerpoint/2010/main" val="1496792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E53C-6346-0E4C-AFB3-B4CF9E5F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Phép hội trong SQL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9B313-C192-8441-BA1B-C0E647C9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F5D03-76B5-C24A-9CAD-B15E7CDA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2DBEF77-895A-5040-BBC8-6DB517E39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382232"/>
            <a:ext cx="8229600" cy="156966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SELECT &lt;ds cột&gt; FROM &lt;ds bảng&gt; WHERE &lt;điều kiện&gt;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UNION [ALL]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SELECT &lt;ds cột&gt; FROM &lt;ds bảng&gt; WHERE &lt;điều kiện&gt;</a:t>
            </a:r>
          </a:p>
        </p:txBody>
      </p:sp>
    </p:spTree>
    <p:extLst>
      <p:ext uri="{BB962C8B-B14F-4D97-AF65-F5344CB8AC3E}">
        <p14:creationId xmlns:p14="http://schemas.microsoft.com/office/powerpoint/2010/main" val="632606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2">
            <a:extLst>
              <a:ext uri="{FF2B5EF4-FFF2-40B4-BE49-F238E27FC236}">
                <a16:creationId xmlns:a16="http://schemas.microsoft.com/office/drawing/2014/main" id="{0E37B2A7-BF3A-4F1B-B8A9-A575E27C7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wrap="square" anchor="t">
            <a:normAutofit/>
          </a:bodyPr>
          <a:lstStyle/>
          <a:p>
            <a:pPr eaLnBrk="1" hangingPunct="1"/>
            <a:r>
              <a:rPr lang="en-US" altLang="en-US"/>
              <a:t>3. Phép hội (tt) - Ví dụ</a:t>
            </a:r>
          </a:p>
        </p:txBody>
      </p: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F410954E-E65F-4E28-A45B-0C52A598BFC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6201" y="1219200"/>
            <a:ext cx="2438400" cy="4911725"/>
          </a:xfrm>
        </p:spPr>
        <p:txBody>
          <a:bodyPr wrap="square" anchor="t">
            <a:normAutofit fontScale="92500" lnSpcReduction="10000"/>
          </a:bodyPr>
          <a:lstStyle/>
          <a:p>
            <a:pPr marL="0" indent="0" eaLnBrk="1" hangingPunct="1">
              <a:buNone/>
            </a:pPr>
            <a:r>
              <a:rPr lang="en-US" altLang="en-US" sz="2400" b="1"/>
              <a:t>Biểu diễn truy vấn sau bằng ĐSQH và SQL</a:t>
            </a:r>
          </a:p>
          <a:p>
            <a:pPr eaLnBrk="1" hangingPunct="1"/>
            <a:r>
              <a:rPr lang="en-US" altLang="en-US" sz="2400"/>
              <a:t>Cho </a:t>
            </a:r>
            <a:r>
              <a:rPr lang="en-US" altLang="en-US" sz="2400" err="1"/>
              <a:t>biết</a:t>
            </a:r>
            <a:r>
              <a:rPr lang="en-US" altLang="en-US" sz="2400"/>
              <a:t> </a:t>
            </a:r>
            <a:r>
              <a:rPr lang="en-US" altLang="en-US" sz="2400" err="1"/>
              <a:t>các</a:t>
            </a:r>
            <a:r>
              <a:rPr lang="en-US" altLang="en-US" sz="2400"/>
              <a:t> </a:t>
            </a:r>
            <a:r>
              <a:rPr lang="en-US" altLang="en-US" sz="2400" err="1"/>
              <a:t>mã</a:t>
            </a:r>
            <a:r>
              <a:rPr lang="en-US" altLang="en-US" sz="2400"/>
              <a:t> </a:t>
            </a:r>
            <a:r>
              <a:rPr lang="en-US" altLang="en-US" sz="2400" err="1"/>
              <a:t>đề</a:t>
            </a:r>
            <a:r>
              <a:rPr lang="en-US" altLang="en-US" sz="2400"/>
              <a:t> </a:t>
            </a:r>
            <a:r>
              <a:rPr lang="en-US" altLang="en-US" sz="2400" err="1"/>
              <a:t>án</a:t>
            </a:r>
            <a:r>
              <a:rPr lang="en-US" altLang="en-US" sz="2400"/>
              <a:t> </a:t>
            </a:r>
            <a:r>
              <a:rPr lang="en-US" altLang="en-US" sz="2400" err="1"/>
              <a:t>có</a:t>
            </a:r>
            <a:endParaRPr lang="en-US" altLang="en-US" sz="2400"/>
          </a:p>
          <a:p>
            <a:pPr lvl="1" eaLnBrk="1" hangingPunct="1"/>
            <a:r>
              <a:rPr lang="en-US" altLang="en-US" err="1"/>
              <a:t>Thời gian thực hiện dưới 30 ngày</a:t>
            </a:r>
            <a:endParaRPr lang="en-US" altLang="en-US"/>
          </a:p>
          <a:p>
            <a:pPr lvl="1" eaLnBrk="1" hangingPunct="1"/>
            <a:r>
              <a:rPr lang="en-US" altLang="en-US"/>
              <a:t>Đề </a:t>
            </a:r>
            <a:r>
              <a:rPr lang="en-US" altLang="en-US" err="1"/>
              <a:t>án</a:t>
            </a:r>
            <a:r>
              <a:rPr lang="en-US" altLang="en-US"/>
              <a:t> được phân công cho nhân viên có mã số </a:t>
            </a:r>
            <a:r>
              <a:rPr lang="en-US" altLang="en-US" b="1"/>
              <a:t>’</a:t>
            </a:r>
            <a:r>
              <a:rPr lang="en-US" altLang="en-US" b="1" i="1"/>
              <a:t>009’</a:t>
            </a:r>
            <a:endParaRPr lang="en-US" altLang="en-US" sz="2400" b="1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C3E0D8A-B7EC-4E43-B3C3-BDF5973E7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1" y="1523999"/>
            <a:ext cx="6629400" cy="4242815"/>
          </a:xfrm>
          <a:prstGeom prst="rect">
            <a:avLst/>
          </a:prstGeom>
          <a:noFill/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750085-1EA3-4C1D-9286-82659579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3123" name="Slide Number Placeholder 5">
            <a:extLst>
              <a:ext uri="{FF2B5EF4-FFF2-40B4-BE49-F238E27FC236}">
                <a16:creationId xmlns:a16="http://schemas.microsoft.com/office/drawing/2014/main" id="{B9BC19D8-4687-4EE7-AC4B-FE2651C7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0D362F3F-F798-451D-8A2B-EE53D61EF877}" type="slidenum">
              <a:rPr lang="en-US" altLang="en-US" sz="1000"/>
              <a:pPr algn="r"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25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467737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750085-1EA3-4C1D-9286-82659579F5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3123" name="Slide Number Placeholder 5">
            <a:extLst>
              <a:ext uri="{FF2B5EF4-FFF2-40B4-BE49-F238E27FC236}">
                <a16:creationId xmlns:a16="http://schemas.microsoft.com/office/drawing/2014/main" id="{B9BC19D8-4687-4EE7-AC4B-FE2651C7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D362F3F-F798-451D-8A2B-EE53D61EF87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0E37B2A7-BF3A-4F1B-B8A9-A575E27C7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Phép hội (tt) - Ví dụ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25" name="Rectangle 3">
                <a:extLst>
                  <a:ext uri="{FF2B5EF4-FFF2-40B4-BE49-F238E27FC236}">
                    <a16:creationId xmlns:a16="http://schemas.microsoft.com/office/drawing/2014/main" id="{F410954E-E65F-4E28-A45B-0C52A598BFC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974724"/>
                <a:ext cx="8229600" cy="5349875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400"/>
                  <a:t>Cho </a:t>
                </a:r>
                <a:r>
                  <a:rPr lang="en-US" altLang="en-US" sz="2400" err="1"/>
                  <a:t>biết</a:t>
                </a:r>
                <a:r>
                  <a:rPr lang="en-US" altLang="en-US" sz="2400"/>
                  <a:t> </a:t>
                </a:r>
                <a:r>
                  <a:rPr lang="en-US" altLang="en-US" sz="2400" err="1"/>
                  <a:t>các</a:t>
                </a:r>
                <a:r>
                  <a:rPr lang="en-US" altLang="en-US" sz="2400"/>
                  <a:t> </a:t>
                </a:r>
                <a:r>
                  <a:rPr lang="en-US" altLang="en-US" sz="2400" err="1"/>
                  <a:t>mã</a:t>
                </a:r>
                <a:r>
                  <a:rPr lang="en-US" altLang="en-US" sz="2400"/>
                  <a:t> </a:t>
                </a:r>
                <a:r>
                  <a:rPr lang="en-US" altLang="en-US" sz="2400" err="1"/>
                  <a:t>đề</a:t>
                </a:r>
                <a:r>
                  <a:rPr lang="en-US" altLang="en-US" sz="2400"/>
                  <a:t> </a:t>
                </a:r>
                <a:r>
                  <a:rPr lang="en-US" altLang="en-US" sz="2400" err="1"/>
                  <a:t>án</a:t>
                </a:r>
                <a:r>
                  <a:rPr lang="en-US" altLang="en-US" sz="2400"/>
                  <a:t> </a:t>
                </a:r>
                <a:r>
                  <a:rPr lang="en-US" altLang="en-US" sz="2400" err="1"/>
                  <a:t>có</a:t>
                </a:r>
                <a:endParaRPr lang="en-US" altLang="en-US" sz="2400"/>
              </a:p>
              <a:p>
                <a:pPr lvl="1" eaLnBrk="1" hangingPunct="1"/>
                <a:r>
                  <a:rPr lang="en-US" altLang="en-US" err="1"/>
                  <a:t>Thời gian thực hiện dưới 30 ngày</a:t>
                </a:r>
                <a:endParaRPr lang="en-US" altLang="en-US"/>
              </a:p>
              <a:p>
                <a:pPr lvl="1" eaLnBrk="1" hangingPunct="1"/>
                <a:r>
                  <a:rPr lang="en-US" altLang="en-US"/>
                  <a:t>Đề </a:t>
                </a:r>
                <a:r>
                  <a:rPr lang="en-US" altLang="en-US" err="1"/>
                  <a:t>án</a:t>
                </a:r>
                <a:r>
                  <a:rPr lang="en-US" altLang="en-US"/>
                  <a:t> được phân công cho nhân viên có mã số </a:t>
                </a:r>
                <a:r>
                  <a:rPr lang="en-US" altLang="en-US" b="1"/>
                  <a:t>’</a:t>
                </a:r>
                <a:r>
                  <a:rPr lang="en-US" altLang="en-US" b="1" i="1"/>
                  <a:t>009’</a:t>
                </a:r>
                <a:endParaRPr lang="en-US" altLang="en-US" sz="2400" b="1"/>
              </a:p>
              <a:p>
                <a:pPr eaLnBrk="1" hangingPunct="1"/>
                <a:r>
                  <a:rPr lang="en-US" altLang="en-US" sz="2400" b="1"/>
                  <a:t>ĐSQH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𝑺𝑶𝑫𝑨</m:t>
                          </m:r>
                        </m:sub>
                      </m:sSub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𝑻𝑯𝑶𝑰𝑮𝑰𝑨𝑵</m:t>
                          </m:r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𝟑𝟎</m:t>
                          </m:r>
                        </m:sub>
                      </m:sSub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𝑷𝑯𝑨𝑵𝑪𝑶𝑵𝑮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en-US" sz="2400" b="1"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b="1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𝑺𝑶𝑫𝑨</m:t>
                          </m:r>
                        </m:sub>
                      </m:sSub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𝑴𝑨𝑵𝑽</m:t>
                          </m:r>
                          <m:sSup>
                            <m:sSupPr>
                              <m:ctrlPr>
                                <a:rPr lang="en-US" alt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en-US" alt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𝟎𝟎</m:t>
                          </m:r>
                          <m:sSup>
                            <m:sSupPr>
                              <m:ctrlPr>
                                <a:rPr lang="en-US" alt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</m:e>
                            <m:sup>
                              <m:r>
                                <a:rPr lang="en-US" alt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𝑷𝑯𝑨𝑵𝑪𝑶𝑵𝑮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en-US" sz="2400" b="1"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b="1"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>
                          <a:latin typeface="Cambria Math" panose="02040503050406030204" pitchFamily="18" charset="0"/>
                        </a:rPr>
                        <m:t>𝑲𝑸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altLang="en-US" sz="2400" b="1"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b="1"/>
              </a:p>
            </p:txBody>
          </p:sp>
        </mc:Choice>
        <mc:Fallback xmlns="">
          <p:sp>
            <p:nvSpPr>
              <p:cNvPr id="133125" name="Rectangle 3">
                <a:extLst>
                  <a:ext uri="{FF2B5EF4-FFF2-40B4-BE49-F238E27FC236}">
                    <a16:creationId xmlns:a16="http://schemas.microsoft.com/office/drawing/2014/main" id="{F410954E-E65F-4E28-A45B-0C52A59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974724"/>
                <a:ext cx="8229600" cy="5349875"/>
              </a:xfrm>
              <a:blipFill>
                <a:blip r:embed="rId3"/>
                <a:stretch>
                  <a:fillRect l="-926" t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071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750085-1EA3-4C1D-9286-82659579F5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3123" name="Slide Number Placeholder 5">
            <a:extLst>
              <a:ext uri="{FF2B5EF4-FFF2-40B4-BE49-F238E27FC236}">
                <a16:creationId xmlns:a16="http://schemas.microsoft.com/office/drawing/2014/main" id="{B9BC19D8-4687-4EE7-AC4B-FE2651C7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D362F3F-F798-451D-8A2B-EE53D61EF87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133124" name="Rectangle 2">
            <a:extLst>
              <a:ext uri="{FF2B5EF4-FFF2-40B4-BE49-F238E27FC236}">
                <a16:creationId xmlns:a16="http://schemas.microsoft.com/office/drawing/2014/main" id="{0E37B2A7-BF3A-4F1B-B8A9-A575E27C7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Phép hội (tt) - Ví dụ</a:t>
            </a:r>
          </a:p>
        </p:txBody>
      </p: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F410954E-E65F-4E28-A45B-0C52A598B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74724"/>
            <a:ext cx="8229600" cy="5349875"/>
          </a:xfrm>
        </p:spPr>
        <p:txBody>
          <a:bodyPr/>
          <a:lstStyle/>
          <a:p>
            <a:pPr eaLnBrk="1" hangingPunct="1"/>
            <a:r>
              <a:rPr lang="en-US" altLang="en-US" sz="2400"/>
              <a:t>Cho </a:t>
            </a:r>
            <a:r>
              <a:rPr lang="en-US" altLang="en-US" sz="2400" err="1"/>
              <a:t>biết</a:t>
            </a:r>
            <a:r>
              <a:rPr lang="en-US" altLang="en-US" sz="2400"/>
              <a:t> </a:t>
            </a:r>
            <a:r>
              <a:rPr lang="en-US" altLang="en-US" sz="2400" err="1"/>
              <a:t>các</a:t>
            </a:r>
            <a:r>
              <a:rPr lang="en-US" altLang="en-US" sz="2400"/>
              <a:t> </a:t>
            </a:r>
            <a:r>
              <a:rPr lang="en-US" altLang="en-US" sz="2400" err="1"/>
              <a:t>mã</a:t>
            </a:r>
            <a:r>
              <a:rPr lang="en-US" altLang="en-US" sz="2400"/>
              <a:t> </a:t>
            </a:r>
            <a:r>
              <a:rPr lang="en-US" altLang="en-US" sz="2400" err="1"/>
              <a:t>đề</a:t>
            </a:r>
            <a:r>
              <a:rPr lang="en-US" altLang="en-US" sz="2400"/>
              <a:t> </a:t>
            </a:r>
            <a:r>
              <a:rPr lang="en-US" altLang="en-US" sz="2400" err="1"/>
              <a:t>án</a:t>
            </a:r>
            <a:r>
              <a:rPr lang="en-US" altLang="en-US" sz="2400"/>
              <a:t> </a:t>
            </a:r>
            <a:r>
              <a:rPr lang="en-US" altLang="en-US" sz="2400" err="1"/>
              <a:t>có</a:t>
            </a:r>
            <a:endParaRPr lang="en-US" altLang="en-US" sz="2400"/>
          </a:p>
          <a:p>
            <a:pPr lvl="1" eaLnBrk="1" hangingPunct="1"/>
            <a:r>
              <a:rPr lang="en-US" altLang="en-US" err="1"/>
              <a:t>Thời gian thực hiện dưới 30 ngày</a:t>
            </a:r>
            <a:endParaRPr lang="en-US" altLang="en-US"/>
          </a:p>
          <a:p>
            <a:pPr lvl="1" eaLnBrk="1" hangingPunct="1"/>
            <a:r>
              <a:rPr lang="en-US" altLang="en-US"/>
              <a:t>Đề </a:t>
            </a:r>
            <a:r>
              <a:rPr lang="en-US" altLang="en-US" err="1"/>
              <a:t>án</a:t>
            </a:r>
            <a:r>
              <a:rPr lang="en-US" altLang="en-US"/>
              <a:t> được phân công cho nhân viên có mã số </a:t>
            </a:r>
            <a:r>
              <a:rPr lang="en-US" altLang="en-US" b="1"/>
              <a:t>’</a:t>
            </a:r>
            <a:r>
              <a:rPr lang="en-US" altLang="en-US" b="1" i="1"/>
              <a:t>009’</a:t>
            </a:r>
            <a:endParaRPr lang="en-US" altLang="en-US" sz="2400" b="1"/>
          </a:p>
          <a:p>
            <a:pPr eaLnBrk="1" hangingPunct="1"/>
            <a:endParaRPr lang="en-US" altLang="en-US" sz="2400" b="1"/>
          </a:p>
          <a:p>
            <a:pPr eaLnBrk="1" hangingPunct="1"/>
            <a:r>
              <a:rPr lang="en-US" altLang="en-US" sz="2400" b="1"/>
              <a:t>SQL</a:t>
            </a:r>
          </a:p>
        </p:txBody>
      </p:sp>
      <p:sp>
        <p:nvSpPr>
          <p:cNvPr id="667655" name="Text Box 7">
            <a:extLst>
              <a:ext uri="{FF2B5EF4-FFF2-40B4-BE49-F238E27FC236}">
                <a16:creationId xmlns:a16="http://schemas.microsoft.com/office/drawing/2014/main" id="{3F0EA950-5439-4CE4-82D6-5CAF56FE7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3200400"/>
            <a:ext cx="73914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SODA 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PHANCONG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WHERE</a:t>
            </a:r>
            <a:r>
              <a:rPr lang="en-US" altLang="en-US" sz="1800">
                <a:latin typeface="Tahoma" panose="020B0604030504040204" pitchFamily="34" charset="0"/>
              </a:rPr>
              <a:t> MANV=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‘009’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UNION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	(SELECT </a:t>
            </a:r>
            <a:r>
              <a:rPr lang="en-US" altLang="en-US" sz="1800">
                <a:latin typeface="Tahoma" panose="020B0604030504040204" pitchFamily="34" charset="0"/>
              </a:rPr>
              <a:t>MADA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	FROM</a:t>
            </a:r>
            <a:r>
              <a:rPr lang="en-US" altLang="en-US" sz="1800">
                <a:latin typeface="Tahoma" panose="020B0604030504040204" pitchFamily="34" charset="0"/>
              </a:rPr>
              <a:t> PHANCONG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	WHERE</a:t>
            </a:r>
            <a:r>
              <a:rPr lang="en-US" altLang="en-US" sz="1800">
                <a:latin typeface="Tahoma" panose="020B0604030504040204" pitchFamily="34" charset="0"/>
              </a:rPr>
              <a:t> THOIGIAN&lt;30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)</a:t>
            </a:r>
            <a:endParaRPr lang="en-US" altLang="en-US" sz="1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6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2">
            <a:extLst>
              <a:ext uri="{FF2B5EF4-FFF2-40B4-BE49-F238E27FC236}">
                <a16:creationId xmlns:a16="http://schemas.microsoft.com/office/drawing/2014/main" id="{0E37B2A7-BF3A-4F1B-B8A9-A575E27C7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wrap="square" anchor="t">
            <a:normAutofit/>
          </a:bodyPr>
          <a:lstStyle/>
          <a:p>
            <a:pPr eaLnBrk="1" hangingPunct="1"/>
            <a:r>
              <a:rPr lang="en-US" altLang="en-US"/>
              <a:t>3. Phép hội (tt) – Bài tập</a:t>
            </a:r>
          </a:p>
        </p:txBody>
      </p:sp>
      <p:sp>
        <p:nvSpPr>
          <p:cNvPr id="133125" name="Rectangle 3">
            <a:extLst>
              <a:ext uri="{FF2B5EF4-FFF2-40B4-BE49-F238E27FC236}">
                <a16:creationId xmlns:a16="http://schemas.microsoft.com/office/drawing/2014/main" id="{F410954E-E65F-4E28-A45B-0C52A598BFC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6201" y="1219200"/>
            <a:ext cx="2438400" cy="4911725"/>
          </a:xfrm>
        </p:spPr>
        <p:txBody>
          <a:bodyPr wrap="square" anchor="t"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b="1"/>
              <a:t>Biểu diễn truy vấn sau bằng ĐSQH và SQL</a:t>
            </a:r>
          </a:p>
          <a:p>
            <a:r>
              <a:rPr lang="en-US" sz="2400"/>
              <a:t>Cho biết mã nhân viên có tham gia đề án hoặc có thân nhân 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C3E0D8A-B7EC-4E43-B3C3-BDF5973E7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1" y="1523999"/>
            <a:ext cx="6629400" cy="4242815"/>
          </a:xfrm>
          <a:prstGeom prst="rect">
            <a:avLst/>
          </a:prstGeom>
          <a:noFill/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750085-1EA3-4C1D-9286-82659579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3123" name="Slide Number Placeholder 5">
            <a:extLst>
              <a:ext uri="{FF2B5EF4-FFF2-40B4-BE49-F238E27FC236}">
                <a16:creationId xmlns:a16="http://schemas.microsoft.com/office/drawing/2014/main" id="{B9BC19D8-4687-4EE7-AC4B-FE2651C7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0D362F3F-F798-451D-8A2B-EE53D61EF877}" type="slidenum">
              <a:rPr lang="en-US" altLang="en-US" sz="1000"/>
              <a:pPr algn="r"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28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79128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2CB9B4-6B00-C813-598E-7DB8CB318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006744"/>
            <a:ext cx="6248400" cy="5851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50B29-E0DD-C567-A77D-4FCE4C52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Phép hội (tt) – 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E1190-376F-6545-9A49-22C980258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5334000" cy="491172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Cho biết MaSV và họ tên sinh viên thuộc khoa có mã ‘</a:t>
            </a:r>
            <a:r>
              <a:rPr lang="en-US" b="1"/>
              <a:t>TH</a:t>
            </a:r>
            <a:r>
              <a:rPr lang="en-US"/>
              <a:t>’ hoặc ‘</a:t>
            </a:r>
            <a:r>
              <a:rPr lang="en-US" b="1"/>
              <a:t>AV</a:t>
            </a:r>
            <a:r>
              <a:rPr lang="en-US"/>
              <a:t>’</a:t>
            </a:r>
          </a:p>
          <a:p>
            <a:r>
              <a:rPr lang="en-US"/>
              <a:t>ĐSQH?</a:t>
            </a:r>
          </a:p>
          <a:p>
            <a:r>
              <a:rPr lang="en-US"/>
              <a:t>SQL?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B538B-E2B8-2573-42EC-10D2392D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50C82-812B-A578-67D7-8C8694D9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420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4A530E2E-3283-4456-B108-38F627D060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E427A78B-2727-4461-A1B7-8B168352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E5BA335-6F10-4D5C-9129-1B8DFFE3C1B8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66DF72E-FED9-4343-9BB0-A8F55B13C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4. Phép giao</a:t>
            </a: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869BCDC6-79CF-4700-A2EE-11F438381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</p:spPr>
        <p:txBody>
          <a:bodyPr/>
          <a:lstStyle/>
          <a:p>
            <a:pPr eaLnBrk="1" hangingPunct="1"/>
            <a:r>
              <a:rPr lang="en-US" altLang="en-US"/>
              <a:t>Cho 2 quan hệ R và S khả hợp</a:t>
            </a:r>
          </a:p>
          <a:p>
            <a:pPr eaLnBrk="1" hangingPunct="1"/>
            <a:r>
              <a:rPr lang="en-US" altLang="en-US"/>
              <a:t>Phép giao của R và S</a:t>
            </a:r>
          </a:p>
          <a:p>
            <a:pPr lvl="1" eaLnBrk="1" hangingPunct="1"/>
            <a:r>
              <a:rPr lang="en-US" altLang="en-US"/>
              <a:t>Ký hiệu R </a:t>
            </a:r>
            <a:r>
              <a:rPr lang="en-US" altLang="en-US">
                <a:sym typeface="Symbol" panose="05050102010706020507" pitchFamily="18" charset="2"/>
              </a:rPr>
              <a:t></a:t>
            </a:r>
            <a:r>
              <a:rPr lang="en-US" altLang="en-US"/>
              <a:t> S</a:t>
            </a:r>
          </a:p>
          <a:p>
            <a:pPr lvl="1" eaLnBrk="1" hangingPunct="1"/>
            <a:r>
              <a:rPr lang="en-US" altLang="en-US"/>
              <a:t>Là một quan hệ gồm các bộ thuộc R đồng thời thuộc 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23558" name="Text Box 5">
            <a:extLst>
              <a:ext uri="{FF2B5EF4-FFF2-40B4-BE49-F238E27FC236}">
                <a16:creationId xmlns:a16="http://schemas.microsoft.com/office/drawing/2014/main" id="{84268E93-35E4-411E-AB48-6A657B551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00400"/>
            <a:ext cx="4038600" cy="439738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200">
                <a:latin typeface="Tahoma" panose="020B0604030504040204" pitchFamily="34" charset="0"/>
              </a:rPr>
              <a:t> S = { t / t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200">
                <a:latin typeface="Tahoma" panose="020B0604030504040204" pitchFamily="34" charset="0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>
                <a:latin typeface="Tahoma" panose="020B0604030504040204" pitchFamily="34" charset="0"/>
              </a:rPr>
              <a:t> t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200">
                <a:latin typeface="Tahoma" panose="020B0604030504040204" pitchFamily="34" charset="0"/>
              </a:rPr>
              <a:t>S }</a:t>
            </a:r>
          </a:p>
        </p:txBody>
      </p:sp>
      <p:grpSp>
        <p:nvGrpSpPr>
          <p:cNvPr id="23559" name="Group 6">
            <a:extLst>
              <a:ext uri="{FF2B5EF4-FFF2-40B4-BE49-F238E27FC236}">
                <a16:creationId xmlns:a16="http://schemas.microsoft.com/office/drawing/2014/main" id="{CAB68E82-66F3-4BBA-A418-23E624C51063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419600"/>
            <a:ext cx="1447800" cy="1371600"/>
            <a:chOff x="624" y="2880"/>
            <a:chExt cx="912" cy="864"/>
          </a:xfrm>
        </p:grpSpPr>
        <p:sp>
          <p:nvSpPr>
            <p:cNvPr id="23590" name="Line 7">
              <a:extLst>
                <a:ext uri="{FF2B5EF4-FFF2-40B4-BE49-F238E27FC236}">
                  <a16:creationId xmlns:a16="http://schemas.microsoft.com/office/drawing/2014/main" id="{A1501278-63CD-4826-9348-616E045F5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07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91" name="Text Box 8">
              <a:extLst>
                <a:ext uri="{FF2B5EF4-FFF2-40B4-BE49-F238E27FC236}">
                  <a16:creationId xmlns:a16="http://schemas.microsoft.com/office/drawing/2014/main" id="{43A82BC2-4F32-4C65-81A0-B9AB81202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3592" name="Text Box 9">
              <a:extLst>
                <a:ext uri="{FF2B5EF4-FFF2-40B4-BE49-F238E27FC236}">
                  <a16:creationId xmlns:a16="http://schemas.microsoft.com/office/drawing/2014/main" id="{1A183E1C-3B2E-424B-B146-349DA17E6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3593" name="Text Box 10">
              <a:extLst>
                <a:ext uri="{FF2B5EF4-FFF2-40B4-BE49-F238E27FC236}">
                  <a16:creationId xmlns:a16="http://schemas.microsoft.com/office/drawing/2014/main" id="{3D328B74-644D-46AA-A6FC-74C8D2A96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3594" name="Line 11">
              <a:extLst>
                <a:ext uri="{FF2B5EF4-FFF2-40B4-BE49-F238E27FC236}">
                  <a16:creationId xmlns:a16="http://schemas.microsoft.com/office/drawing/2014/main" id="{1499367D-59A9-40F1-AA1E-5C0346C08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95" name="Line 12">
              <a:extLst>
                <a:ext uri="{FF2B5EF4-FFF2-40B4-BE49-F238E27FC236}">
                  <a16:creationId xmlns:a16="http://schemas.microsoft.com/office/drawing/2014/main" id="{59D4222D-93EC-46A9-9669-726073C7B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74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96" name="Text Box 13">
              <a:extLst>
                <a:ext uri="{FF2B5EF4-FFF2-40B4-BE49-F238E27FC236}">
                  <a16:creationId xmlns:a16="http://schemas.microsoft.com/office/drawing/2014/main" id="{6D83181D-1A88-429C-BB17-FB204C64A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23597" name="Line 14">
              <a:extLst>
                <a:ext uri="{FF2B5EF4-FFF2-40B4-BE49-F238E27FC236}">
                  <a16:creationId xmlns:a16="http://schemas.microsoft.com/office/drawing/2014/main" id="{5FF03132-4ADB-47BC-A5D3-37BF2EC69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98" name="Text Box 15">
              <a:extLst>
                <a:ext uri="{FF2B5EF4-FFF2-40B4-BE49-F238E27FC236}">
                  <a16:creationId xmlns:a16="http://schemas.microsoft.com/office/drawing/2014/main" id="{3E672892-2258-4C34-A180-3C97BFF3E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3599" name="Text Box 16">
              <a:extLst>
                <a:ext uri="{FF2B5EF4-FFF2-40B4-BE49-F238E27FC236}">
                  <a16:creationId xmlns:a16="http://schemas.microsoft.com/office/drawing/2014/main" id="{614FE70B-F2DE-4F97-953D-92C2A65D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3600" name="Group 17">
              <a:extLst>
                <a:ext uri="{FF2B5EF4-FFF2-40B4-BE49-F238E27FC236}">
                  <a16:creationId xmlns:a16="http://schemas.microsoft.com/office/drawing/2014/main" id="{41D78092-5E33-423E-9611-0C789A4B19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880"/>
              <a:ext cx="576" cy="864"/>
              <a:chOff x="960" y="2880"/>
              <a:chExt cx="576" cy="1008"/>
            </a:xfrm>
          </p:grpSpPr>
          <p:sp>
            <p:nvSpPr>
              <p:cNvPr id="23604" name="Line 18">
                <a:extLst>
                  <a:ext uri="{FF2B5EF4-FFF2-40B4-BE49-F238E27FC236}">
                    <a16:creationId xmlns:a16="http://schemas.microsoft.com/office/drawing/2014/main" id="{6043573F-3427-4540-9D63-58BCB56A7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605" name="Line 19">
                <a:extLst>
                  <a:ext uri="{FF2B5EF4-FFF2-40B4-BE49-F238E27FC236}">
                    <a16:creationId xmlns:a16="http://schemas.microsoft.com/office/drawing/2014/main" id="{55E45A5C-F824-4884-9C76-10F24CBEF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606" name="Line 20">
                <a:extLst>
                  <a:ext uri="{FF2B5EF4-FFF2-40B4-BE49-F238E27FC236}">
                    <a16:creationId xmlns:a16="http://schemas.microsoft.com/office/drawing/2014/main" id="{C296A359-EB26-458C-9487-2BC541B98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3601" name="Text Box 21">
              <a:extLst>
                <a:ext uri="{FF2B5EF4-FFF2-40B4-BE49-F238E27FC236}">
                  <a16:creationId xmlns:a16="http://schemas.microsoft.com/office/drawing/2014/main" id="{2F3D4590-C46B-4D7E-B13E-C9653926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3602" name="Text Box 22">
              <a:extLst>
                <a:ext uri="{FF2B5EF4-FFF2-40B4-BE49-F238E27FC236}">
                  <a16:creationId xmlns:a16="http://schemas.microsoft.com/office/drawing/2014/main" id="{97D1A072-AF78-4B21-8B49-53D06CEB4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3603" name="Text Box 23">
              <a:extLst>
                <a:ext uri="{FF2B5EF4-FFF2-40B4-BE49-F238E27FC236}">
                  <a16:creationId xmlns:a16="http://schemas.microsoft.com/office/drawing/2014/main" id="{33192654-6325-4775-8348-0E1A16974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3560" name="Group 24">
            <a:extLst>
              <a:ext uri="{FF2B5EF4-FFF2-40B4-BE49-F238E27FC236}">
                <a16:creationId xmlns:a16="http://schemas.microsoft.com/office/drawing/2014/main" id="{EE950E0A-3699-4FD3-B5EA-0C597910C5F5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419600"/>
            <a:ext cx="1447800" cy="1066800"/>
            <a:chOff x="1728" y="2880"/>
            <a:chExt cx="912" cy="672"/>
          </a:xfrm>
        </p:grpSpPr>
        <p:sp>
          <p:nvSpPr>
            <p:cNvPr id="23575" name="Line 25">
              <a:extLst>
                <a:ext uri="{FF2B5EF4-FFF2-40B4-BE49-F238E27FC236}">
                  <a16:creationId xmlns:a16="http://schemas.microsoft.com/office/drawing/2014/main" id="{CCC654AB-230F-4C2D-9188-52AF08DC3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07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76" name="Text Box 26">
              <a:extLst>
                <a:ext uri="{FF2B5EF4-FFF2-40B4-BE49-F238E27FC236}">
                  <a16:creationId xmlns:a16="http://schemas.microsoft.com/office/drawing/2014/main" id="{E10FBCA4-EE3C-4499-BAA3-6B9BE270D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3577" name="Text Box 27">
              <a:extLst>
                <a:ext uri="{FF2B5EF4-FFF2-40B4-BE49-F238E27FC236}">
                  <a16:creationId xmlns:a16="http://schemas.microsoft.com/office/drawing/2014/main" id="{B74BE8D3-F47A-4189-AFFA-A44E9B613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3578" name="Text Box 28">
              <a:extLst>
                <a:ext uri="{FF2B5EF4-FFF2-40B4-BE49-F238E27FC236}">
                  <a16:creationId xmlns:a16="http://schemas.microsoft.com/office/drawing/2014/main" id="{D7FA3E55-4935-467F-A0B4-DD559D6B3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3579" name="Line 29">
              <a:extLst>
                <a:ext uri="{FF2B5EF4-FFF2-40B4-BE49-F238E27FC236}">
                  <a16:creationId xmlns:a16="http://schemas.microsoft.com/office/drawing/2014/main" id="{85DFB0E5-C882-4802-BFA5-D5264513F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80" name="Line 30">
              <a:extLst>
                <a:ext uri="{FF2B5EF4-FFF2-40B4-BE49-F238E27FC236}">
                  <a16:creationId xmlns:a16="http://schemas.microsoft.com/office/drawing/2014/main" id="{576D6ACE-1EF0-494F-9A82-BE19FCA18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5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81" name="Text Box 31">
              <a:extLst>
                <a:ext uri="{FF2B5EF4-FFF2-40B4-BE49-F238E27FC236}">
                  <a16:creationId xmlns:a16="http://schemas.microsoft.com/office/drawing/2014/main" id="{DDAF605E-4312-4A45-889D-CE5E9DD6A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3582" name="Line 32">
              <a:extLst>
                <a:ext uri="{FF2B5EF4-FFF2-40B4-BE49-F238E27FC236}">
                  <a16:creationId xmlns:a16="http://schemas.microsoft.com/office/drawing/2014/main" id="{3BD81996-934C-43C3-AE24-B55A49649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83" name="Text Box 33">
              <a:extLst>
                <a:ext uri="{FF2B5EF4-FFF2-40B4-BE49-F238E27FC236}">
                  <a16:creationId xmlns:a16="http://schemas.microsoft.com/office/drawing/2014/main" id="{54C7EB84-BC74-4E2B-B162-3097949E4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3584" name="Group 34">
              <a:extLst>
                <a:ext uri="{FF2B5EF4-FFF2-40B4-BE49-F238E27FC236}">
                  <a16:creationId xmlns:a16="http://schemas.microsoft.com/office/drawing/2014/main" id="{F4B9A290-6F82-462D-BCCC-96BCF9012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880"/>
              <a:ext cx="576" cy="672"/>
              <a:chOff x="960" y="2880"/>
              <a:chExt cx="576" cy="1008"/>
            </a:xfrm>
          </p:grpSpPr>
          <p:sp>
            <p:nvSpPr>
              <p:cNvPr id="23587" name="Line 35">
                <a:extLst>
                  <a:ext uri="{FF2B5EF4-FFF2-40B4-BE49-F238E27FC236}">
                    <a16:creationId xmlns:a16="http://schemas.microsoft.com/office/drawing/2014/main" id="{021B8D60-FB94-4A90-A735-00C25DC37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8" name="Line 36">
                <a:extLst>
                  <a:ext uri="{FF2B5EF4-FFF2-40B4-BE49-F238E27FC236}">
                    <a16:creationId xmlns:a16="http://schemas.microsoft.com/office/drawing/2014/main" id="{66C5BABA-F66D-4ED9-B336-49D78DAD02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89" name="Line 37">
                <a:extLst>
                  <a:ext uri="{FF2B5EF4-FFF2-40B4-BE49-F238E27FC236}">
                    <a16:creationId xmlns:a16="http://schemas.microsoft.com/office/drawing/2014/main" id="{C2E7727F-A06B-4116-87D0-6E29B07AE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3585" name="Text Box 38">
              <a:extLst>
                <a:ext uri="{FF2B5EF4-FFF2-40B4-BE49-F238E27FC236}">
                  <a16:creationId xmlns:a16="http://schemas.microsoft.com/office/drawing/2014/main" id="{4B78212C-1816-40FE-963E-287A1148D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3586" name="Text Box 39">
              <a:extLst>
                <a:ext uri="{FF2B5EF4-FFF2-40B4-BE49-F238E27FC236}">
                  <a16:creationId xmlns:a16="http://schemas.microsoft.com/office/drawing/2014/main" id="{54469D5E-5468-43D0-94E2-67C39D577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</p:grpSp>
      <p:grpSp>
        <p:nvGrpSpPr>
          <p:cNvPr id="6" name="Group 89">
            <a:extLst>
              <a:ext uri="{FF2B5EF4-FFF2-40B4-BE49-F238E27FC236}">
                <a16:creationId xmlns:a16="http://schemas.microsoft.com/office/drawing/2014/main" id="{DDD7FD0E-269C-4CE2-B94A-C70FAEE6824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419600"/>
            <a:ext cx="1752600" cy="762000"/>
            <a:chOff x="3312" y="2832"/>
            <a:chExt cx="1104" cy="480"/>
          </a:xfrm>
        </p:grpSpPr>
        <p:sp>
          <p:nvSpPr>
            <p:cNvPr id="23562" name="Line 72">
              <a:extLst>
                <a:ext uri="{FF2B5EF4-FFF2-40B4-BE49-F238E27FC236}">
                  <a16:creationId xmlns:a16="http://schemas.microsoft.com/office/drawing/2014/main" id="{44E1373B-7A2D-4D51-8666-5AA1D58BF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024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63" name="Text Box 73">
              <a:extLst>
                <a:ext uri="{FF2B5EF4-FFF2-40B4-BE49-F238E27FC236}">
                  <a16:creationId xmlns:a16="http://schemas.microsoft.com/office/drawing/2014/main" id="{D3E14E83-F147-4E9F-B8EF-051834A73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3564" name="Text Box 74">
              <a:extLst>
                <a:ext uri="{FF2B5EF4-FFF2-40B4-BE49-F238E27FC236}">
                  <a16:creationId xmlns:a16="http://schemas.microsoft.com/office/drawing/2014/main" id="{04178155-5500-482A-A125-1D143D14C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3565" name="Text Box 75">
              <a:extLst>
                <a:ext uri="{FF2B5EF4-FFF2-40B4-BE49-F238E27FC236}">
                  <a16:creationId xmlns:a16="http://schemas.microsoft.com/office/drawing/2014/main" id="{9A1B0B72-AE91-4BE8-A5E9-5BD2ACF1C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3566" name="Line 76">
              <a:extLst>
                <a:ext uri="{FF2B5EF4-FFF2-40B4-BE49-F238E27FC236}">
                  <a16:creationId xmlns:a16="http://schemas.microsoft.com/office/drawing/2014/main" id="{AE38827C-99AC-44B0-BD43-E4C8B0AAA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567" name="Text Box 77">
              <a:extLst>
                <a:ext uri="{FF2B5EF4-FFF2-40B4-BE49-F238E27FC236}">
                  <a16:creationId xmlns:a16="http://schemas.microsoft.com/office/drawing/2014/main" id="{2BD45394-C66C-4042-84C5-5D9C86BF5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3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 </a:t>
              </a:r>
              <a:r>
                <a:rPr lang="en-US" altLang="en-US" sz="1400" b="1">
                  <a:latin typeface="Tahoma" panose="020B0604030504040204" pitchFamily="34" charset="0"/>
                  <a:sym typeface="Symbol" panose="05050102010706020507" pitchFamily="18" charset="2"/>
                </a:rPr>
                <a:t> </a:t>
              </a: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3568" name="Line 78">
              <a:extLst>
                <a:ext uri="{FF2B5EF4-FFF2-40B4-BE49-F238E27FC236}">
                  <a16:creationId xmlns:a16="http://schemas.microsoft.com/office/drawing/2014/main" id="{D13943EA-CD66-4D47-920B-BBC5702D8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3569" name="Group 81">
              <a:extLst>
                <a:ext uri="{FF2B5EF4-FFF2-40B4-BE49-F238E27FC236}">
                  <a16:creationId xmlns:a16="http://schemas.microsoft.com/office/drawing/2014/main" id="{838CB78F-A344-4DCD-A72F-420F13928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32"/>
              <a:ext cx="576" cy="480"/>
              <a:chOff x="960" y="2880"/>
              <a:chExt cx="576" cy="1008"/>
            </a:xfrm>
          </p:grpSpPr>
          <p:sp>
            <p:nvSpPr>
              <p:cNvPr id="23572" name="Line 82">
                <a:extLst>
                  <a:ext uri="{FF2B5EF4-FFF2-40B4-BE49-F238E27FC236}">
                    <a16:creationId xmlns:a16="http://schemas.microsoft.com/office/drawing/2014/main" id="{8500F43F-918D-4F80-867E-D3B5D396C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3" name="Line 83">
                <a:extLst>
                  <a:ext uri="{FF2B5EF4-FFF2-40B4-BE49-F238E27FC236}">
                    <a16:creationId xmlns:a16="http://schemas.microsoft.com/office/drawing/2014/main" id="{B954AB04-1EA6-47A1-B5C2-66B263128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3574" name="Line 84">
                <a:extLst>
                  <a:ext uri="{FF2B5EF4-FFF2-40B4-BE49-F238E27FC236}">
                    <a16:creationId xmlns:a16="http://schemas.microsoft.com/office/drawing/2014/main" id="{60764F43-5C41-4AFC-8035-2A1CD5E1A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3570" name="Text Box 85">
              <a:extLst>
                <a:ext uri="{FF2B5EF4-FFF2-40B4-BE49-F238E27FC236}">
                  <a16:creationId xmlns:a16="http://schemas.microsoft.com/office/drawing/2014/main" id="{FED82638-B0F6-4F04-BF94-CBBB205B9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3571" name="Line 88">
              <a:extLst>
                <a:ext uri="{FF2B5EF4-FFF2-40B4-BE49-F238E27FC236}">
                  <a16:creationId xmlns:a16="http://schemas.microsoft.com/office/drawing/2014/main" id="{F15FE435-68D3-4477-BBB0-7ADF2F0EA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31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691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321F1B5-082B-4321-A0A5-A6C77002A5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588F96D3-ABF0-4EF8-9D3B-52C09B99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D35486C-A758-4EC1-846D-C6358B51E95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C3BD3E95-7C54-443E-A922-8220E5632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4. Phép giao – Tính chất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E34D5A02-ADCC-47D7-9B71-AD217D509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Giao hoán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Kết hợp</a:t>
            </a:r>
          </a:p>
        </p:txBody>
      </p:sp>
      <p:sp>
        <p:nvSpPr>
          <p:cNvPr id="27654" name="Text Box 4">
            <a:extLst>
              <a:ext uri="{FF2B5EF4-FFF2-40B4-BE49-F238E27FC236}">
                <a16:creationId xmlns:a16="http://schemas.microsoft.com/office/drawing/2014/main" id="{E8BA0449-75FB-42DF-A1C1-D589E558B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5000"/>
            <a:ext cx="365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R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800">
                <a:latin typeface="Tahoma" panose="020B0604030504040204" pitchFamily="34" charset="0"/>
              </a:rPr>
              <a:t> S = S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800">
                <a:latin typeface="Tahoma" panose="020B0604030504040204" pitchFamily="34" charset="0"/>
              </a:rPr>
              <a:t> R</a:t>
            </a:r>
          </a:p>
        </p:txBody>
      </p:sp>
      <p:sp>
        <p:nvSpPr>
          <p:cNvPr id="27655" name="Text Box 5">
            <a:extLst>
              <a:ext uri="{FF2B5EF4-FFF2-40B4-BE49-F238E27FC236}">
                <a16:creationId xmlns:a16="http://schemas.microsoft.com/office/drawing/2014/main" id="{1F360BB1-DC16-409C-8A4E-7F0F5DDE7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02138"/>
            <a:ext cx="601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R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800">
                <a:latin typeface="Tahoma" panose="020B0604030504040204" pitchFamily="34" charset="0"/>
              </a:rPr>
              <a:t> (S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 T)</a:t>
            </a:r>
            <a:r>
              <a:rPr lang="en-US" altLang="en-US" sz="2800">
                <a:latin typeface="Tahoma" panose="020B0604030504040204" pitchFamily="34" charset="0"/>
              </a:rPr>
              <a:t> = (R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800">
                <a:latin typeface="Tahoma" panose="020B0604030504040204" pitchFamily="34" charset="0"/>
              </a:rPr>
              <a:t> S) </a:t>
            </a:r>
            <a:r>
              <a:rPr lang="en-US" altLang="en-US" sz="2800" b="1">
                <a:latin typeface="Tahoma" panose="020B060403050404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800">
                <a:latin typeface="Tahoma" panose="020B0604030504040204" pitchFamily="34" charset="0"/>
                <a:sym typeface="Symbol" panose="05050102010706020507" pitchFamily="18" charset="2"/>
              </a:rPr>
              <a:t> T</a:t>
            </a:r>
          </a:p>
        </p:txBody>
      </p:sp>
    </p:spTree>
    <p:extLst>
      <p:ext uri="{BB962C8B-B14F-4D97-AF65-F5344CB8AC3E}">
        <p14:creationId xmlns:p14="http://schemas.microsoft.com/office/powerpoint/2010/main" val="2857161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85CE-BB73-214B-9652-888F4117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Phép giao trên SQL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16AA2-ED4E-4B43-B54D-A16460CF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4B5CC-05BB-D942-9E86-2F6D9A29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82E6E-236F-1940-A6FF-03EC2ACE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85" y="2644170"/>
            <a:ext cx="8229600" cy="156966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SELECT &lt;ds cột&gt; FROM &lt;ds bảng&gt; WHERE &lt;điều kiện&gt;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INTERSECT [ALL]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SELECT &lt;ds cột&gt; FROM &lt;ds bảng&gt; WHERE &lt;điều kiện&gt;</a:t>
            </a:r>
          </a:p>
        </p:txBody>
      </p:sp>
    </p:spTree>
    <p:extLst>
      <p:ext uri="{BB962C8B-B14F-4D97-AF65-F5344CB8AC3E}">
        <p14:creationId xmlns:p14="http://schemas.microsoft.com/office/powerpoint/2010/main" val="3586958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2" name="Rectangle 2">
            <a:extLst>
              <a:ext uri="{FF2B5EF4-FFF2-40B4-BE49-F238E27FC236}">
                <a16:creationId xmlns:a16="http://schemas.microsoft.com/office/drawing/2014/main" id="{2D0A5052-8D30-4A48-8430-A56AE8033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b="1">
                <a:latin typeface="+mj-lt"/>
                <a:ea typeface="+mj-ea"/>
                <a:cs typeface="+mj-cs"/>
              </a:rPr>
              <a:t>4. Phép giao - Ví dụ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23FCE-AF42-A445-8313-49552E2ADBED}"/>
              </a:ext>
            </a:extLst>
          </p:cNvPr>
          <p:cNvSpPr txBox="1"/>
          <p:nvPr/>
        </p:nvSpPr>
        <p:spPr bwMode="auto">
          <a:xfrm>
            <a:off x="76200" y="1219200"/>
            <a:ext cx="2743200" cy="4911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spcBef>
                <a:spcPct val="20000"/>
              </a:spcBef>
              <a:buClr>
                <a:srgbClr val="CC0000"/>
              </a:buClr>
              <a:buNone/>
            </a:pPr>
            <a:r>
              <a:rPr lang="en-US" altLang="en-US" sz="2400" b="1">
                <a:latin typeface="+mn-lt"/>
              </a:rPr>
              <a:t>Biểu diễn truy vấn sau bằng ĐSQH và SQL</a:t>
            </a:r>
            <a:endParaRPr lang="en-US" altLang="en-US" sz="2400">
              <a:latin typeface="+mn-lt"/>
            </a:endParaRPr>
          </a:p>
          <a:p>
            <a:pPr algn="just">
              <a:spcBef>
                <a:spcPct val="20000"/>
              </a:spcBef>
              <a:buClr>
                <a:srgbClr val="CC0000"/>
              </a:buClr>
            </a:pPr>
            <a:r>
              <a:rPr lang="en-US" altLang="en-US" sz="2400" i="1">
                <a:latin typeface="+mn-lt"/>
              </a:rPr>
              <a:t>Tìm nhân viên có người thân cùng tên và cùng giới tính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8F27936-7A17-444B-A7D4-2CDE2EC40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772" y="1797494"/>
            <a:ext cx="6359228" cy="4069906"/>
          </a:xfrm>
          <a:prstGeom prst="rect">
            <a:avLst/>
          </a:prstGeom>
          <a:noFill/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373F74-61B4-4A02-8CE5-835C9A4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5171" name="Slide Number Placeholder 5">
            <a:extLst>
              <a:ext uri="{FF2B5EF4-FFF2-40B4-BE49-F238E27FC236}">
                <a16:creationId xmlns:a16="http://schemas.microsoft.com/office/drawing/2014/main" id="{B492F050-020C-4519-9694-2FA353B7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24D9B08A-5C81-446B-8D3A-FAFD1DE87DF4}" type="slidenum">
              <a:rPr lang="en-US" altLang="en-US" sz="1000" kern="1200">
                <a:latin typeface="Arial" panose="020B0604020202020204" pitchFamily="34" charset="0"/>
                <a:ea typeface="+mn-ea"/>
                <a:cs typeface="+mn-cs"/>
              </a:rPr>
              <a:pPr algn="r"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33</a:t>
            </a:fld>
            <a:endParaRPr lang="en-US" altLang="en-US" sz="10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0331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2" name="Rectangle 2">
            <a:extLst>
              <a:ext uri="{FF2B5EF4-FFF2-40B4-BE49-F238E27FC236}">
                <a16:creationId xmlns:a16="http://schemas.microsoft.com/office/drawing/2014/main" id="{2D0A5052-8D30-4A48-8430-A56AE8033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b="1">
                <a:latin typeface="+mj-lt"/>
                <a:ea typeface="+mj-ea"/>
                <a:cs typeface="+mj-cs"/>
              </a:rPr>
              <a:t>4. Phép giao - Ví dụ (tt)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123FCE-AF42-A445-8313-49552E2ADBED}"/>
                  </a:ext>
                </a:extLst>
              </p:cNvPr>
              <p:cNvSpPr txBox="1"/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just">
                  <a:spcBef>
                    <a:spcPct val="20000"/>
                  </a:spcBef>
                  <a:buClr>
                    <a:srgbClr val="CC0000"/>
                  </a:buClr>
                </a:pPr>
                <a:r>
                  <a:rPr lang="en-US" altLang="en-US" sz="2400">
                    <a:latin typeface="+mn-lt"/>
                  </a:rPr>
                  <a:t>Tìm nhân viên có người thân cùng tên và cùng giới tính</a:t>
                </a:r>
              </a:p>
              <a:p>
                <a:pPr marL="342900" indent="-342900" algn="just">
                  <a:spcBef>
                    <a:spcPct val="20000"/>
                  </a:spcBef>
                  <a:buClr>
                    <a:srgbClr val="CC0000"/>
                  </a:buClr>
                  <a:buFont typeface="Wingdings" pitchFamily="2" charset="2"/>
                  <a:buChar char="§"/>
                </a:pPr>
                <a:r>
                  <a:rPr lang="en-US" altLang="en-US" sz="2400" b="1">
                    <a:latin typeface="+mn-lt"/>
                  </a:rPr>
                  <a:t>ĐSQH</a:t>
                </a:r>
              </a:p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:endParaRPr lang="en-US" altLang="en-US" sz="2400" b="0" i="1">
                  <a:latin typeface="Cambria Math" panose="02040503050406030204" pitchFamily="18" charset="0"/>
                </a:endParaRPr>
              </a:p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b="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𝑀𝐴𝑁𝑉</m:t>
                          </m:r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𝑇𝐸𝑁𝑁𝑉</m:t>
                          </m:r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𝑃𝐻𝐴𝐼</m:t>
                          </m:r>
                        </m:sub>
                      </m:sSub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𝑁𝐻𝐴𝑁𝑉𝐼𝐸𝑁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>
                  <a:latin typeface="+mn-lt"/>
                </a:endParaRPr>
              </a:p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:endParaRPr lang="en-US" altLang="en-US" sz="2400">
                  <a:latin typeface="+mn-lt"/>
                </a:endParaRPr>
              </a:p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b="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𝑀𝐴𝑁𝑉</m:t>
                          </m:r>
                          <m:r>
                            <a:rPr lang="en-US" alt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𝐼𝐸𝑁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𝑇𝐸𝑁𝑇𝑁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𝑃𝐻𝐴𝐼</m:t>
                          </m:r>
                        </m:sub>
                      </m:sSub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𝑇𝐻𝐴𝑁𝑁𝐻𝐴𝑁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>
                  <a:latin typeface="+mn-lt"/>
                </a:endParaRPr>
              </a:p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:endParaRPr lang="en-US" altLang="en-US" sz="2400">
                  <a:latin typeface="+mn-lt"/>
                </a:endParaRPr>
              </a:p>
              <a:p>
                <a:pPr marL="1073150">
                  <a:spcBef>
                    <a:spcPct val="20000"/>
                  </a:spcBef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b="0" i="1">
                          <a:latin typeface="Cambria Math" panose="02040503050406030204" pitchFamily="18" charset="0"/>
                        </a:rPr>
                        <m:t>𝐾𝑄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en-US" sz="2400">
                  <a:latin typeface="+mn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123FCE-AF42-A445-8313-49552E2AD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blipFill>
                <a:blip r:embed="rId3"/>
                <a:stretch>
                  <a:fillRect l="-1235" t="-10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373F74-61B4-4A02-8CE5-835C9A4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5171" name="Slide Number Placeholder 5">
            <a:extLst>
              <a:ext uri="{FF2B5EF4-FFF2-40B4-BE49-F238E27FC236}">
                <a16:creationId xmlns:a16="http://schemas.microsoft.com/office/drawing/2014/main" id="{B492F050-020C-4519-9694-2FA353B7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24D9B08A-5C81-446B-8D3A-FAFD1DE87DF4}" type="slidenum">
              <a:rPr lang="en-US" altLang="en-US" sz="1000" kern="1200">
                <a:latin typeface="Arial" panose="020B0604020202020204" pitchFamily="34" charset="0"/>
                <a:ea typeface="+mn-ea"/>
                <a:cs typeface="+mn-cs"/>
              </a:rPr>
              <a:pPr algn="r"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34</a:t>
            </a:fld>
            <a:endParaRPr lang="en-US" altLang="en-US" sz="10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813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373F74-61B4-4A02-8CE5-835C9A4D92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5171" name="Slide Number Placeholder 5">
            <a:extLst>
              <a:ext uri="{FF2B5EF4-FFF2-40B4-BE49-F238E27FC236}">
                <a16:creationId xmlns:a16="http://schemas.microsoft.com/office/drawing/2014/main" id="{B492F050-020C-4519-9694-2FA353B7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4D9B08A-5C81-446B-8D3A-FAFD1DE87DF4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135172" name="Rectangle 2">
            <a:extLst>
              <a:ext uri="{FF2B5EF4-FFF2-40B4-BE49-F238E27FC236}">
                <a16:creationId xmlns:a16="http://schemas.microsoft.com/office/drawing/2014/main" id="{2D0A5052-8D30-4A48-8430-A56AE8033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4. Phép giao - Ví dụ (tt)</a:t>
            </a:r>
          </a:p>
        </p:txBody>
      </p:sp>
      <p:sp>
        <p:nvSpPr>
          <p:cNvPr id="135173" name="Rectangle 3">
            <a:extLst>
              <a:ext uri="{FF2B5EF4-FFF2-40B4-BE49-F238E27FC236}">
                <a16:creationId xmlns:a16="http://schemas.microsoft.com/office/drawing/2014/main" id="{CAB3915C-B06B-4841-94F0-82B04B9EF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400" err="1"/>
              <a:t>Tìm</a:t>
            </a:r>
            <a:r>
              <a:rPr lang="en-US" altLang="en-US" sz="2400"/>
              <a:t> </a:t>
            </a:r>
            <a:r>
              <a:rPr lang="en-US" altLang="en-US" sz="2400" err="1"/>
              <a:t>nhân</a:t>
            </a:r>
            <a:r>
              <a:rPr lang="en-US" altLang="en-US" sz="2400"/>
              <a:t> </a:t>
            </a:r>
            <a:r>
              <a:rPr lang="en-US" altLang="en-US" sz="2400" err="1"/>
              <a:t>viên</a:t>
            </a:r>
            <a:r>
              <a:rPr lang="en-US" altLang="en-US" sz="2400"/>
              <a:t> </a:t>
            </a:r>
            <a:r>
              <a:rPr lang="en-US" altLang="en-US" sz="2400" err="1"/>
              <a:t>có</a:t>
            </a:r>
            <a:r>
              <a:rPr lang="en-US" altLang="en-US" sz="2400"/>
              <a:t> </a:t>
            </a:r>
            <a:r>
              <a:rPr lang="en-US" altLang="en-US" sz="2400" err="1"/>
              <a:t>người</a:t>
            </a:r>
            <a:r>
              <a:rPr lang="en-US" altLang="en-US" sz="2400"/>
              <a:t> </a:t>
            </a:r>
            <a:r>
              <a:rPr lang="en-US" altLang="en-US" sz="2400" err="1"/>
              <a:t>thân</a:t>
            </a:r>
            <a:r>
              <a:rPr lang="en-US" altLang="en-US" sz="2400"/>
              <a:t> </a:t>
            </a:r>
            <a:r>
              <a:rPr lang="en-US" altLang="en-US" sz="2400" err="1"/>
              <a:t>cùng</a:t>
            </a:r>
            <a:r>
              <a:rPr lang="en-US" altLang="en-US" sz="2400"/>
              <a:t> </a:t>
            </a:r>
            <a:r>
              <a:rPr lang="en-US" altLang="en-US" sz="2400" err="1"/>
              <a:t>tên</a:t>
            </a:r>
            <a:r>
              <a:rPr lang="en-US" altLang="en-US" sz="2400"/>
              <a:t> </a:t>
            </a:r>
            <a:r>
              <a:rPr lang="en-US" altLang="en-US" sz="2400" err="1"/>
              <a:t>và</a:t>
            </a:r>
            <a:r>
              <a:rPr lang="en-US" altLang="en-US" sz="2400"/>
              <a:t> </a:t>
            </a:r>
            <a:r>
              <a:rPr lang="en-US" altLang="en-US" sz="2400" err="1"/>
              <a:t>cùng</a:t>
            </a:r>
            <a:r>
              <a:rPr lang="en-US" altLang="en-US" sz="2400"/>
              <a:t> </a:t>
            </a:r>
            <a:r>
              <a:rPr lang="en-US" altLang="en-US" sz="2400" err="1"/>
              <a:t>giới</a:t>
            </a:r>
            <a:r>
              <a:rPr lang="en-US" altLang="en-US" sz="2400"/>
              <a:t> </a:t>
            </a:r>
            <a:r>
              <a:rPr lang="en-US" altLang="en-US" sz="2400" err="1"/>
              <a:t>tính</a:t>
            </a:r>
            <a:endParaRPr lang="en-US" altLang="en-US" sz="2400" b="1"/>
          </a:p>
          <a:p>
            <a:pPr eaLnBrk="1" hangingPunct="1"/>
            <a:endParaRPr lang="en-US" altLang="en-US" sz="2400" b="1"/>
          </a:p>
          <a:p>
            <a:pPr eaLnBrk="1" hangingPunct="1"/>
            <a:r>
              <a:rPr lang="en-US" altLang="en-US" sz="2400" b="1"/>
              <a:t>SQL</a:t>
            </a:r>
          </a:p>
        </p:txBody>
      </p:sp>
      <p:sp>
        <p:nvSpPr>
          <p:cNvPr id="671748" name="Text Box 4">
            <a:extLst>
              <a:ext uri="{FF2B5EF4-FFF2-40B4-BE49-F238E27FC236}">
                <a16:creationId xmlns:a16="http://schemas.microsoft.com/office/drawing/2014/main" id="{47246034-60B9-4F4B-90CB-B5D7AEF2E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48000"/>
            <a:ext cx="6172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TENNV, PHAI, MANV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INTERSECT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 </a:t>
            </a:r>
            <a:r>
              <a:rPr lang="en-US" altLang="en-US" sz="1800">
                <a:latin typeface="Tahoma" panose="020B0604030504040204" pitchFamily="34" charset="0"/>
              </a:rPr>
              <a:t>TENTN, PHAI, MA_NVIEN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854A63A3-14BB-48E6-9EC4-2FBAE1B52A8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05200"/>
            <a:ext cx="762000" cy="381000"/>
            <a:chOff x="1753" y="2000"/>
            <a:chExt cx="1359" cy="938"/>
          </a:xfrm>
        </p:grpSpPr>
        <p:sp>
          <p:nvSpPr>
            <p:cNvPr id="135177" name="Freeform 6">
              <a:extLst>
                <a:ext uri="{FF2B5EF4-FFF2-40B4-BE49-F238E27FC236}">
                  <a16:creationId xmlns:a16="http://schemas.microsoft.com/office/drawing/2014/main" id="{44696A87-0FF9-4D63-9B2E-76ED139F4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2000"/>
              <a:ext cx="1359" cy="851"/>
            </a:xfrm>
            <a:custGeom>
              <a:avLst/>
              <a:gdLst>
                <a:gd name="T0" fmla="*/ 0 w 1359"/>
                <a:gd name="T1" fmla="*/ 851 h 851"/>
                <a:gd name="T2" fmla="*/ 421 w 1359"/>
                <a:gd name="T3" fmla="*/ 509 h 851"/>
                <a:gd name="T4" fmla="*/ 574 w 1359"/>
                <a:gd name="T5" fmla="*/ 444 h 851"/>
                <a:gd name="T6" fmla="*/ 916 w 1359"/>
                <a:gd name="T7" fmla="*/ 262 h 851"/>
                <a:gd name="T8" fmla="*/ 1221 w 1359"/>
                <a:gd name="T9" fmla="*/ 80 h 851"/>
                <a:gd name="T10" fmla="*/ 1308 w 1359"/>
                <a:gd name="T11" fmla="*/ 29 h 851"/>
                <a:gd name="T12" fmla="*/ 1359 w 1359"/>
                <a:gd name="T13" fmla="*/ 0 h 8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59"/>
                <a:gd name="T22" fmla="*/ 0 h 851"/>
                <a:gd name="T23" fmla="*/ 1359 w 1359"/>
                <a:gd name="T24" fmla="*/ 851 h 8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59" h="851">
                  <a:moveTo>
                    <a:pt x="0" y="851"/>
                  </a:moveTo>
                  <a:cubicBezTo>
                    <a:pt x="91" y="708"/>
                    <a:pt x="273" y="585"/>
                    <a:pt x="421" y="509"/>
                  </a:cubicBezTo>
                  <a:cubicBezTo>
                    <a:pt x="467" y="485"/>
                    <a:pt x="530" y="471"/>
                    <a:pt x="574" y="444"/>
                  </a:cubicBezTo>
                  <a:cubicBezTo>
                    <a:pt x="684" y="377"/>
                    <a:pt x="802" y="323"/>
                    <a:pt x="916" y="262"/>
                  </a:cubicBezTo>
                  <a:cubicBezTo>
                    <a:pt x="1021" y="206"/>
                    <a:pt x="1117" y="137"/>
                    <a:pt x="1221" y="80"/>
                  </a:cubicBezTo>
                  <a:cubicBezTo>
                    <a:pt x="1250" y="64"/>
                    <a:pt x="1279" y="46"/>
                    <a:pt x="1308" y="29"/>
                  </a:cubicBezTo>
                  <a:cubicBezTo>
                    <a:pt x="1325" y="19"/>
                    <a:pt x="1359" y="0"/>
                    <a:pt x="135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178" name="Freeform 7">
              <a:extLst>
                <a:ext uri="{FF2B5EF4-FFF2-40B4-BE49-F238E27FC236}">
                  <a16:creationId xmlns:a16="http://schemas.microsoft.com/office/drawing/2014/main" id="{40AA7CCD-E111-47C7-90CC-799CC26CE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2146"/>
              <a:ext cx="1018" cy="792"/>
            </a:xfrm>
            <a:custGeom>
              <a:avLst/>
              <a:gdLst>
                <a:gd name="T0" fmla="*/ 0 w 1018"/>
                <a:gd name="T1" fmla="*/ 0 h 792"/>
                <a:gd name="T2" fmla="*/ 167 w 1018"/>
                <a:gd name="T3" fmla="*/ 87 h 792"/>
                <a:gd name="T4" fmla="*/ 312 w 1018"/>
                <a:gd name="T5" fmla="*/ 174 h 792"/>
                <a:gd name="T6" fmla="*/ 363 w 1018"/>
                <a:gd name="T7" fmla="*/ 218 h 792"/>
                <a:gd name="T8" fmla="*/ 654 w 1018"/>
                <a:gd name="T9" fmla="*/ 458 h 792"/>
                <a:gd name="T10" fmla="*/ 749 w 1018"/>
                <a:gd name="T11" fmla="*/ 552 h 792"/>
                <a:gd name="T12" fmla="*/ 858 w 1018"/>
                <a:gd name="T13" fmla="*/ 632 h 792"/>
                <a:gd name="T14" fmla="*/ 909 w 1018"/>
                <a:gd name="T15" fmla="*/ 691 h 792"/>
                <a:gd name="T16" fmla="*/ 960 w 1018"/>
                <a:gd name="T17" fmla="*/ 727 h 792"/>
                <a:gd name="T18" fmla="*/ 1018 w 1018"/>
                <a:gd name="T19" fmla="*/ 792 h 7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8"/>
                <a:gd name="T31" fmla="*/ 0 h 792"/>
                <a:gd name="T32" fmla="*/ 1018 w 1018"/>
                <a:gd name="T33" fmla="*/ 792 h 7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8" h="792">
                  <a:moveTo>
                    <a:pt x="0" y="0"/>
                  </a:moveTo>
                  <a:cubicBezTo>
                    <a:pt x="103" y="28"/>
                    <a:pt x="87" y="33"/>
                    <a:pt x="167" y="87"/>
                  </a:cubicBezTo>
                  <a:cubicBezTo>
                    <a:pt x="213" y="118"/>
                    <a:pt x="265" y="145"/>
                    <a:pt x="312" y="174"/>
                  </a:cubicBezTo>
                  <a:cubicBezTo>
                    <a:pt x="412" y="236"/>
                    <a:pt x="278" y="158"/>
                    <a:pt x="363" y="218"/>
                  </a:cubicBezTo>
                  <a:cubicBezTo>
                    <a:pt x="466" y="291"/>
                    <a:pt x="560" y="373"/>
                    <a:pt x="654" y="458"/>
                  </a:cubicBezTo>
                  <a:cubicBezTo>
                    <a:pt x="687" y="488"/>
                    <a:pt x="713" y="526"/>
                    <a:pt x="749" y="552"/>
                  </a:cubicBezTo>
                  <a:cubicBezTo>
                    <a:pt x="785" y="579"/>
                    <a:pt x="829" y="598"/>
                    <a:pt x="858" y="632"/>
                  </a:cubicBezTo>
                  <a:cubicBezTo>
                    <a:pt x="875" y="652"/>
                    <a:pt x="890" y="673"/>
                    <a:pt x="909" y="691"/>
                  </a:cubicBezTo>
                  <a:cubicBezTo>
                    <a:pt x="924" y="705"/>
                    <a:pt x="945" y="713"/>
                    <a:pt x="960" y="727"/>
                  </a:cubicBezTo>
                  <a:cubicBezTo>
                    <a:pt x="981" y="746"/>
                    <a:pt x="997" y="772"/>
                    <a:pt x="1018" y="79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48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2" name="Rectangle 2">
            <a:extLst>
              <a:ext uri="{FF2B5EF4-FFF2-40B4-BE49-F238E27FC236}">
                <a16:creationId xmlns:a16="http://schemas.microsoft.com/office/drawing/2014/main" id="{2D0A5052-8D30-4A48-8430-A56AE8033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b="1">
                <a:latin typeface="+mj-lt"/>
                <a:ea typeface="+mj-ea"/>
                <a:cs typeface="+mj-cs"/>
              </a:rPr>
              <a:t>4. Phép giao (tt) – Bài tập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23FCE-AF42-A445-8313-49552E2ADBED}"/>
              </a:ext>
            </a:extLst>
          </p:cNvPr>
          <p:cNvSpPr txBox="1"/>
          <p:nvPr/>
        </p:nvSpPr>
        <p:spPr bwMode="auto">
          <a:xfrm>
            <a:off x="76200" y="1219200"/>
            <a:ext cx="2743200" cy="4911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algn="just">
              <a:spcBef>
                <a:spcPct val="20000"/>
              </a:spcBef>
              <a:buClr>
                <a:srgbClr val="CC0000"/>
              </a:buClr>
              <a:buNone/>
            </a:pPr>
            <a:r>
              <a:rPr lang="en-US" altLang="en-US" sz="2400" b="1">
                <a:latin typeface="+mn-lt"/>
              </a:rPr>
              <a:t>Biểu diễn truy vấn sau bằng ĐSQH và SQL</a:t>
            </a:r>
          </a:p>
          <a:p>
            <a:pPr algn="just">
              <a:spcBef>
                <a:spcPct val="20000"/>
              </a:spcBef>
              <a:buClr>
                <a:srgbClr val="CC0000"/>
              </a:buClr>
            </a:pPr>
            <a:r>
              <a:rPr lang="vi-VN" sz="2400" i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 biết mã nhân viên có người thân làm chung công ty và có tham gia thực hiện đề án 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8F27936-7A17-444B-A7D4-2CDE2EC40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772" y="1797494"/>
            <a:ext cx="6359228" cy="4069906"/>
          </a:xfrm>
          <a:prstGeom prst="rect">
            <a:avLst/>
          </a:prstGeom>
          <a:noFill/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2373F74-61B4-4A02-8CE5-835C9A4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5171" name="Slide Number Placeholder 5">
            <a:extLst>
              <a:ext uri="{FF2B5EF4-FFF2-40B4-BE49-F238E27FC236}">
                <a16:creationId xmlns:a16="http://schemas.microsoft.com/office/drawing/2014/main" id="{B492F050-020C-4519-9694-2FA353B7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24D9B08A-5C81-446B-8D3A-FAFD1DE87DF4}" type="slidenum">
              <a:rPr lang="en-US" altLang="en-US" sz="1000" kern="1200">
                <a:latin typeface="Arial" panose="020B0604020202020204" pitchFamily="34" charset="0"/>
                <a:ea typeface="+mn-ea"/>
                <a:cs typeface="+mn-cs"/>
              </a:rPr>
              <a:pPr algn="r"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36</a:t>
            </a:fld>
            <a:endParaRPr lang="en-US" altLang="en-US" sz="1000" kern="1200"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730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2CB9B4-6B00-C813-598E-7DB8CB318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136" y="1600200"/>
            <a:ext cx="5614664" cy="5257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50B29-E0DD-C567-A77D-4FCE4C52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Phép giao (tt) – 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E1190-376F-6545-9A49-22C98025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Cho biết MaSV thi 2 lần môn có mã ‘01’</a:t>
            </a:r>
          </a:p>
          <a:p>
            <a:r>
              <a:rPr lang="en-US"/>
              <a:t>ĐSQH?</a:t>
            </a:r>
          </a:p>
          <a:p>
            <a:r>
              <a:rPr lang="en-US"/>
              <a:t>SQL?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B538B-E2B8-2573-42EC-10D2392D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50C82-812B-A578-67D7-8C8694D9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610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Date Placeholder 3">
            <a:extLst>
              <a:ext uri="{FF2B5EF4-FFF2-40B4-BE49-F238E27FC236}">
                <a16:creationId xmlns:a16="http://schemas.microsoft.com/office/drawing/2014/main" id="{309E1B08-E992-4C1F-9583-0BD29A9F64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25603" name="Slide Number Placeholder 5">
            <a:extLst>
              <a:ext uri="{FF2B5EF4-FFF2-40B4-BE49-F238E27FC236}">
                <a16:creationId xmlns:a16="http://schemas.microsoft.com/office/drawing/2014/main" id="{E3FE82A0-CD8D-4612-90CC-7A0CC7E8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40BC23C-C997-44B4-A2F0-B4804DBCB4A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0A753331-7884-4C9F-88A7-C3699C3EC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5. Phép trừ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D3DB372D-FE6D-46CB-B6C7-129108FB5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</p:spPr>
        <p:txBody>
          <a:bodyPr/>
          <a:lstStyle/>
          <a:p>
            <a:pPr eaLnBrk="1" hangingPunct="1"/>
            <a:r>
              <a:rPr lang="en-US" altLang="en-US"/>
              <a:t>Cho 2 quan hệ R và S khả hợp</a:t>
            </a:r>
          </a:p>
          <a:p>
            <a:pPr eaLnBrk="1" hangingPunct="1"/>
            <a:r>
              <a:rPr lang="en-US" altLang="en-US"/>
              <a:t>Phép trừ của R và S</a:t>
            </a:r>
          </a:p>
          <a:p>
            <a:pPr lvl="1" eaLnBrk="1" hangingPunct="1"/>
            <a:r>
              <a:rPr lang="en-US" altLang="en-US"/>
              <a:t>Ký hiệu R </a:t>
            </a:r>
            <a:r>
              <a:rPr lang="en-US" altLang="en-US">
                <a:sym typeface="Symbol" panose="05050102010706020507" pitchFamily="18" charset="2"/>
              </a:rPr>
              <a:t></a:t>
            </a:r>
            <a:r>
              <a:rPr lang="en-US" altLang="en-US"/>
              <a:t> S</a:t>
            </a:r>
          </a:p>
          <a:p>
            <a:pPr lvl="1" eaLnBrk="1" hangingPunct="1"/>
            <a:r>
              <a:rPr lang="en-US" altLang="en-US"/>
              <a:t>Là một quan hệ gồm các bộ thuộc R và không thuộc 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25606" name="Text Box 4">
            <a:extLst>
              <a:ext uri="{FF2B5EF4-FFF2-40B4-BE49-F238E27FC236}">
                <a16:creationId xmlns:a16="http://schemas.microsoft.com/office/drawing/2014/main" id="{C5DCC34F-EC09-4D6F-8502-0409E9B1E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00400"/>
            <a:ext cx="4038600" cy="439738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>
                <a:latin typeface="Tahoma" panose="020B0604030504040204" pitchFamily="34" charset="0"/>
              </a:rPr>
              <a:t>S = { t / t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200">
                <a:latin typeface="Tahoma" panose="020B0604030504040204" pitchFamily="34" charset="0"/>
              </a:rPr>
              <a:t>R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</a:t>
            </a:r>
            <a:r>
              <a:rPr lang="en-US" altLang="en-US" sz="2200">
                <a:latin typeface="Tahoma" panose="020B0604030504040204" pitchFamily="34" charset="0"/>
              </a:rPr>
              <a:t> t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</a:t>
            </a:r>
            <a:r>
              <a:rPr lang="en-US" altLang="en-US" sz="2200">
                <a:latin typeface="Tahoma" panose="020B0604030504040204" pitchFamily="34" charset="0"/>
              </a:rPr>
              <a:t>S }</a:t>
            </a:r>
          </a:p>
        </p:txBody>
      </p:sp>
      <p:grpSp>
        <p:nvGrpSpPr>
          <p:cNvPr id="25607" name="Group 5">
            <a:extLst>
              <a:ext uri="{FF2B5EF4-FFF2-40B4-BE49-F238E27FC236}">
                <a16:creationId xmlns:a16="http://schemas.microsoft.com/office/drawing/2014/main" id="{09D74670-B93B-4F0A-843B-E3125DEFA299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419600"/>
            <a:ext cx="1447800" cy="1371600"/>
            <a:chOff x="624" y="2880"/>
            <a:chExt cx="912" cy="864"/>
          </a:xfrm>
        </p:grpSpPr>
        <p:sp>
          <p:nvSpPr>
            <p:cNvPr id="25640" name="Line 6">
              <a:extLst>
                <a:ext uri="{FF2B5EF4-FFF2-40B4-BE49-F238E27FC236}">
                  <a16:creationId xmlns:a16="http://schemas.microsoft.com/office/drawing/2014/main" id="{97ABAC99-127F-40A6-BFBB-C0C5F7DBB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07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41" name="Text Box 7">
              <a:extLst>
                <a:ext uri="{FF2B5EF4-FFF2-40B4-BE49-F238E27FC236}">
                  <a16:creationId xmlns:a16="http://schemas.microsoft.com/office/drawing/2014/main" id="{1AD40867-E141-43BE-BBF2-8ACF7E595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5642" name="Text Box 8">
              <a:extLst>
                <a:ext uri="{FF2B5EF4-FFF2-40B4-BE49-F238E27FC236}">
                  <a16:creationId xmlns:a16="http://schemas.microsoft.com/office/drawing/2014/main" id="{2517D758-7824-493A-9780-4A049BCE7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5643" name="Text Box 9">
              <a:extLst>
                <a:ext uri="{FF2B5EF4-FFF2-40B4-BE49-F238E27FC236}">
                  <a16:creationId xmlns:a16="http://schemas.microsoft.com/office/drawing/2014/main" id="{08BF6482-7D2D-4CA6-A76F-855EE7900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5644" name="Line 10">
              <a:extLst>
                <a:ext uri="{FF2B5EF4-FFF2-40B4-BE49-F238E27FC236}">
                  <a16:creationId xmlns:a16="http://schemas.microsoft.com/office/drawing/2014/main" id="{8184FDD9-D57C-4A42-A508-83BD20CCB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45" name="Line 11">
              <a:extLst>
                <a:ext uri="{FF2B5EF4-FFF2-40B4-BE49-F238E27FC236}">
                  <a16:creationId xmlns:a16="http://schemas.microsoft.com/office/drawing/2014/main" id="{C7D9E98A-9F56-460B-9DDC-E8D1AA967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74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46" name="Text Box 12">
              <a:extLst>
                <a:ext uri="{FF2B5EF4-FFF2-40B4-BE49-F238E27FC236}">
                  <a16:creationId xmlns:a16="http://schemas.microsoft.com/office/drawing/2014/main" id="{120C8669-50F3-4CAC-AA9A-0E24F41A7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25647" name="Line 13">
              <a:extLst>
                <a:ext uri="{FF2B5EF4-FFF2-40B4-BE49-F238E27FC236}">
                  <a16:creationId xmlns:a16="http://schemas.microsoft.com/office/drawing/2014/main" id="{A46798AB-2B31-45B7-907F-755A809D4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48" name="Text Box 14">
              <a:extLst>
                <a:ext uri="{FF2B5EF4-FFF2-40B4-BE49-F238E27FC236}">
                  <a16:creationId xmlns:a16="http://schemas.microsoft.com/office/drawing/2014/main" id="{2C3076C5-90A7-491A-BCB8-A6E3FC0F7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5649" name="Text Box 15">
              <a:extLst>
                <a:ext uri="{FF2B5EF4-FFF2-40B4-BE49-F238E27FC236}">
                  <a16:creationId xmlns:a16="http://schemas.microsoft.com/office/drawing/2014/main" id="{58978A32-BCB5-45BD-9D46-B39A7396F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5650" name="Group 16">
              <a:extLst>
                <a:ext uri="{FF2B5EF4-FFF2-40B4-BE49-F238E27FC236}">
                  <a16:creationId xmlns:a16="http://schemas.microsoft.com/office/drawing/2014/main" id="{78EFA898-3348-49F8-B9E1-AD0F404522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880"/>
              <a:ext cx="576" cy="864"/>
              <a:chOff x="960" y="2880"/>
              <a:chExt cx="576" cy="1008"/>
            </a:xfrm>
          </p:grpSpPr>
          <p:sp>
            <p:nvSpPr>
              <p:cNvPr id="25654" name="Line 17">
                <a:extLst>
                  <a:ext uri="{FF2B5EF4-FFF2-40B4-BE49-F238E27FC236}">
                    <a16:creationId xmlns:a16="http://schemas.microsoft.com/office/drawing/2014/main" id="{883A8625-64E9-45FE-BD05-CA675889D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55" name="Line 18">
                <a:extLst>
                  <a:ext uri="{FF2B5EF4-FFF2-40B4-BE49-F238E27FC236}">
                    <a16:creationId xmlns:a16="http://schemas.microsoft.com/office/drawing/2014/main" id="{D32D601A-7B66-471C-BE8F-B789AA965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56" name="Line 19">
                <a:extLst>
                  <a:ext uri="{FF2B5EF4-FFF2-40B4-BE49-F238E27FC236}">
                    <a16:creationId xmlns:a16="http://schemas.microsoft.com/office/drawing/2014/main" id="{521DF597-BB79-4304-A4AB-5B207C726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51" name="Text Box 20">
              <a:extLst>
                <a:ext uri="{FF2B5EF4-FFF2-40B4-BE49-F238E27FC236}">
                  <a16:creationId xmlns:a16="http://schemas.microsoft.com/office/drawing/2014/main" id="{73191785-F153-4FB2-BFB4-B925129C1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5652" name="Text Box 21">
              <a:extLst>
                <a:ext uri="{FF2B5EF4-FFF2-40B4-BE49-F238E27FC236}">
                  <a16:creationId xmlns:a16="http://schemas.microsoft.com/office/drawing/2014/main" id="{F87F0DCD-16AC-497D-BC8D-0FAB06CD3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5653" name="Text Box 22">
              <a:extLst>
                <a:ext uri="{FF2B5EF4-FFF2-40B4-BE49-F238E27FC236}">
                  <a16:creationId xmlns:a16="http://schemas.microsoft.com/office/drawing/2014/main" id="{E8109C46-B28F-402A-8B7D-EDAC52C28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5608" name="Group 23">
            <a:extLst>
              <a:ext uri="{FF2B5EF4-FFF2-40B4-BE49-F238E27FC236}">
                <a16:creationId xmlns:a16="http://schemas.microsoft.com/office/drawing/2014/main" id="{B4FCD450-8C5A-4EBA-97EC-919D77FD8026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419600"/>
            <a:ext cx="1447800" cy="1066800"/>
            <a:chOff x="1728" y="2880"/>
            <a:chExt cx="912" cy="672"/>
          </a:xfrm>
        </p:grpSpPr>
        <p:sp>
          <p:nvSpPr>
            <p:cNvPr id="25625" name="Line 24">
              <a:extLst>
                <a:ext uri="{FF2B5EF4-FFF2-40B4-BE49-F238E27FC236}">
                  <a16:creationId xmlns:a16="http://schemas.microsoft.com/office/drawing/2014/main" id="{B277C41F-AF5A-4CAF-90BB-694D8CA3B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07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6" name="Text Box 25">
              <a:extLst>
                <a:ext uri="{FF2B5EF4-FFF2-40B4-BE49-F238E27FC236}">
                  <a16:creationId xmlns:a16="http://schemas.microsoft.com/office/drawing/2014/main" id="{98CA19F5-D667-4EF5-AE28-9FF463734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5627" name="Text Box 26">
              <a:extLst>
                <a:ext uri="{FF2B5EF4-FFF2-40B4-BE49-F238E27FC236}">
                  <a16:creationId xmlns:a16="http://schemas.microsoft.com/office/drawing/2014/main" id="{24B65BB1-80F2-4E9C-97C9-25F5C7B80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8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5628" name="Text Box 27">
              <a:extLst>
                <a:ext uri="{FF2B5EF4-FFF2-40B4-BE49-F238E27FC236}">
                  <a16:creationId xmlns:a16="http://schemas.microsoft.com/office/drawing/2014/main" id="{B65B93DD-4D5D-4F1A-AA79-3BC61AA92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5629" name="Line 28">
              <a:extLst>
                <a:ext uri="{FF2B5EF4-FFF2-40B4-BE49-F238E27FC236}">
                  <a16:creationId xmlns:a16="http://schemas.microsoft.com/office/drawing/2014/main" id="{EFBB1334-6025-453D-B1B6-DCAA882A4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30" name="Line 29">
              <a:extLst>
                <a:ext uri="{FF2B5EF4-FFF2-40B4-BE49-F238E27FC236}">
                  <a16:creationId xmlns:a16="http://schemas.microsoft.com/office/drawing/2014/main" id="{F8D1885D-2BB6-4DBA-BCAC-4D2DB3FC3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55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31" name="Text Box 30">
              <a:extLst>
                <a:ext uri="{FF2B5EF4-FFF2-40B4-BE49-F238E27FC236}">
                  <a16:creationId xmlns:a16="http://schemas.microsoft.com/office/drawing/2014/main" id="{C50C127A-BE4C-4B30-9C8C-A716B6FBA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5632" name="Line 31">
              <a:extLst>
                <a:ext uri="{FF2B5EF4-FFF2-40B4-BE49-F238E27FC236}">
                  <a16:creationId xmlns:a16="http://schemas.microsoft.com/office/drawing/2014/main" id="{4CAC972E-8021-48E8-9674-2E14A42C4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33" name="Text Box 32">
              <a:extLst>
                <a:ext uri="{FF2B5EF4-FFF2-40B4-BE49-F238E27FC236}">
                  <a16:creationId xmlns:a16="http://schemas.microsoft.com/office/drawing/2014/main" id="{8FD14ACD-93AE-4164-8018-36788D18A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5634" name="Group 33">
              <a:extLst>
                <a:ext uri="{FF2B5EF4-FFF2-40B4-BE49-F238E27FC236}">
                  <a16:creationId xmlns:a16="http://schemas.microsoft.com/office/drawing/2014/main" id="{B9980C3A-5E6C-441D-814D-ECC677B19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880"/>
              <a:ext cx="576" cy="672"/>
              <a:chOff x="960" y="2880"/>
              <a:chExt cx="576" cy="1008"/>
            </a:xfrm>
          </p:grpSpPr>
          <p:sp>
            <p:nvSpPr>
              <p:cNvPr id="25637" name="Line 34">
                <a:extLst>
                  <a:ext uri="{FF2B5EF4-FFF2-40B4-BE49-F238E27FC236}">
                    <a16:creationId xmlns:a16="http://schemas.microsoft.com/office/drawing/2014/main" id="{43A9EE87-9E00-4EBC-9E7D-3F163DD3B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8" name="Line 35">
                <a:extLst>
                  <a:ext uri="{FF2B5EF4-FFF2-40B4-BE49-F238E27FC236}">
                    <a16:creationId xmlns:a16="http://schemas.microsoft.com/office/drawing/2014/main" id="{28D3C97F-3412-4557-BE87-FCC393F77B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9" name="Line 36">
                <a:extLst>
                  <a:ext uri="{FF2B5EF4-FFF2-40B4-BE49-F238E27FC236}">
                    <a16:creationId xmlns:a16="http://schemas.microsoft.com/office/drawing/2014/main" id="{1865F7C6-F0D2-4A50-BC9D-4036A3E37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35" name="Text Box 37">
              <a:extLst>
                <a:ext uri="{FF2B5EF4-FFF2-40B4-BE49-F238E27FC236}">
                  <a16:creationId xmlns:a16="http://schemas.microsoft.com/office/drawing/2014/main" id="{BDD8C5B7-5125-4C5D-A182-BBBA24925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12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5636" name="Text Box 38">
              <a:extLst>
                <a:ext uri="{FF2B5EF4-FFF2-40B4-BE49-F238E27FC236}">
                  <a16:creationId xmlns:a16="http://schemas.microsoft.com/office/drawing/2014/main" id="{96A4A95C-4E25-4699-9EC0-416567068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31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F0D252C3-F954-4253-9C71-C56820110DB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419600"/>
            <a:ext cx="1752600" cy="1066800"/>
            <a:chOff x="3312" y="2832"/>
            <a:chExt cx="1104" cy="672"/>
          </a:xfrm>
        </p:grpSpPr>
        <p:sp>
          <p:nvSpPr>
            <p:cNvPr id="25610" name="Line 54">
              <a:extLst>
                <a:ext uri="{FF2B5EF4-FFF2-40B4-BE49-F238E27FC236}">
                  <a16:creationId xmlns:a16="http://schemas.microsoft.com/office/drawing/2014/main" id="{73DEA80E-EDAD-46F2-B829-BD1DA27AB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024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1" name="Text Box 55">
              <a:extLst>
                <a:ext uri="{FF2B5EF4-FFF2-40B4-BE49-F238E27FC236}">
                  <a16:creationId xmlns:a16="http://schemas.microsoft.com/office/drawing/2014/main" id="{7AD4294A-8957-4B77-9583-9C4D79094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25612" name="Text Box 56">
              <a:extLst>
                <a:ext uri="{FF2B5EF4-FFF2-40B4-BE49-F238E27FC236}">
                  <a16:creationId xmlns:a16="http://schemas.microsoft.com/office/drawing/2014/main" id="{786F7424-AFA6-4B75-9A94-3C7B8B3D1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8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5613" name="Text Box 57">
              <a:extLst>
                <a:ext uri="{FF2B5EF4-FFF2-40B4-BE49-F238E27FC236}">
                  <a16:creationId xmlns:a16="http://schemas.microsoft.com/office/drawing/2014/main" id="{D11E32BA-8399-4275-BF7C-10935650A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5614" name="Line 58">
              <a:extLst>
                <a:ext uri="{FF2B5EF4-FFF2-40B4-BE49-F238E27FC236}">
                  <a16:creationId xmlns:a16="http://schemas.microsoft.com/office/drawing/2014/main" id="{81C8E05E-0ADC-4A86-AB55-FED877248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5" name="Text Box 59">
              <a:extLst>
                <a:ext uri="{FF2B5EF4-FFF2-40B4-BE49-F238E27FC236}">
                  <a16:creationId xmlns:a16="http://schemas.microsoft.com/office/drawing/2014/main" id="{091A477B-A4AB-4E30-95F9-A8F5DCB09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3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 </a:t>
              </a:r>
              <a:r>
                <a:rPr lang="en-US" altLang="en-US" sz="1400" b="1">
                  <a:latin typeface="Tahoma" panose="020B0604030504040204" pitchFamily="34" charset="0"/>
                  <a:sym typeface="Symbol" panose="05050102010706020507" pitchFamily="18" charset="2"/>
                </a:rPr>
                <a:t> </a:t>
              </a: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5616" name="Line 60">
              <a:extLst>
                <a:ext uri="{FF2B5EF4-FFF2-40B4-BE49-F238E27FC236}">
                  <a16:creationId xmlns:a16="http://schemas.microsoft.com/office/drawing/2014/main" id="{71F80255-CC92-4CFB-982F-DD006EAF4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17" name="Text Box 62">
              <a:extLst>
                <a:ext uri="{FF2B5EF4-FFF2-40B4-BE49-F238E27FC236}">
                  <a16:creationId xmlns:a16="http://schemas.microsoft.com/office/drawing/2014/main" id="{FC19DAF6-4DD1-4911-A5A9-3099BE6C5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grpSp>
          <p:nvGrpSpPr>
            <p:cNvPr id="25618" name="Group 63">
              <a:extLst>
                <a:ext uri="{FF2B5EF4-FFF2-40B4-BE49-F238E27FC236}">
                  <a16:creationId xmlns:a16="http://schemas.microsoft.com/office/drawing/2014/main" id="{1AFA28F7-5344-4198-B7E1-ACB05C1C51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32"/>
              <a:ext cx="576" cy="672"/>
              <a:chOff x="960" y="2880"/>
              <a:chExt cx="576" cy="1008"/>
            </a:xfrm>
          </p:grpSpPr>
          <p:sp>
            <p:nvSpPr>
              <p:cNvPr id="25622" name="Line 64">
                <a:extLst>
                  <a:ext uri="{FF2B5EF4-FFF2-40B4-BE49-F238E27FC236}">
                    <a16:creationId xmlns:a16="http://schemas.microsoft.com/office/drawing/2014/main" id="{42043947-0FFE-48CE-865D-F6A8A285C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3" name="Line 65">
                <a:extLst>
                  <a:ext uri="{FF2B5EF4-FFF2-40B4-BE49-F238E27FC236}">
                    <a16:creationId xmlns:a16="http://schemas.microsoft.com/office/drawing/2014/main" id="{0B51616F-C711-4A38-B9E9-A80311696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4" name="Line 66">
                <a:extLst>
                  <a:ext uri="{FF2B5EF4-FFF2-40B4-BE49-F238E27FC236}">
                    <a16:creationId xmlns:a16="http://schemas.microsoft.com/office/drawing/2014/main" id="{0FF4E553-B3D2-4FD9-9084-1B3052256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19" name="Text Box 67">
              <a:extLst>
                <a:ext uri="{FF2B5EF4-FFF2-40B4-BE49-F238E27FC236}">
                  <a16:creationId xmlns:a16="http://schemas.microsoft.com/office/drawing/2014/main" id="{D8521BBA-10FA-4979-BFFF-FBD4C9A23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07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5620" name="Text Box 69">
              <a:extLst>
                <a:ext uri="{FF2B5EF4-FFF2-40B4-BE49-F238E27FC236}">
                  <a16:creationId xmlns:a16="http://schemas.microsoft.com/office/drawing/2014/main" id="{D35A7F14-994B-4FE1-A8EC-472E039F2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26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5621" name="Line 70">
              <a:extLst>
                <a:ext uri="{FF2B5EF4-FFF2-40B4-BE49-F238E27FC236}">
                  <a16:creationId xmlns:a16="http://schemas.microsoft.com/office/drawing/2014/main" id="{B5B995C5-9A3A-49C0-A640-297072FCC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504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A8D-47BA-F94F-9064-7A01C68A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Phép trừ trên SQL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8B384-042E-3949-80C4-3A2221C6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06713-54D6-CA41-88C1-0610803D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962D47-8497-034C-837B-AF275632B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7600"/>
            <a:ext cx="8229600" cy="156966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SELECT &lt;ds cột&gt; FROM &lt;ds bảng&gt; WHERE &lt;điều kiện&gt;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EXCEPT [ALL]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SELECT &lt;ds cột&gt; FROM &lt;ds bảng&gt; WHERE &lt;điều kiện&gt;</a:t>
            </a:r>
          </a:p>
        </p:txBody>
      </p:sp>
      <p:pic>
        <p:nvPicPr>
          <p:cNvPr id="7" name="Picture 6" descr="Diagram, venn diagram&#10;&#10;Description automatically generated">
            <a:extLst>
              <a:ext uri="{FF2B5EF4-FFF2-40B4-BE49-F238E27FC236}">
                <a16:creationId xmlns:a16="http://schemas.microsoft.com/office/drawing/2014/main" id="{05974590-28B8-0DE1-09F8-88FD11F4B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143000"/>
            <a:ext cx="32893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36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2">
            <a:extLst>
              <a:ext uri="{FF2B5EF4-FFF2-40B4-BE49-F238E27FC236}">
                <a16:creationId xmlns:a16="http://schemas.microsoft.com/office/drawing/2014/main" id="{EA8CB82D-6177-4DAC-9D9F-40CFF9A3C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788987"/>
          </a:xfrm>
        </p:spPr>
        <p:txBody>
          <a:bodyPr wrap="square" anchor="t">
            <a:normAutofit/>
          </a:bodyPr>
          <a:lstStyle/>
          <a:p>
            <a:pPr eaLnBrk="1" hangingPunct="1"/>
            <a:r>
              <a:rPr lang="en-US" altLang="en-US"/>
              <a:t>5. Phép trừ - Ví dụ</a:t>
            </a:r>
          </a:p>
        </p:txBody>
      </p:sp>
      <p:sp>
        <p:nvSpPr>
          <p:cNvPr id="137221" name="Rectangle 3">
            <a:extLst>
              <a:ext uri="{FF2B5EF4-FFF2-40B4-BE49-F238E27FC236}">
                <a16:creationId xmlns:a16="http://schemas.microsoft.com/office/drawing/2014/main" id="{DE1C96EF-58CA-4759-A904-DA08AD1EF74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6200" y="1219200"/>
            <a:ext cx="2667000" cy="4911725"/>
          </a:xfrm>
        </p:spPr>
        <p:txBody>
          <a:bodyPr wrap="square" anchor="t"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b="1" err="1"/>
              <a:t>Biểu diễn truy vấn sau bằng ĐSQH và SQL</a:t>
            </a:r>
          </a:p>
          <a:p>
            <a:pPr eaLnBrk="1" hangingPunct="1"/>
            <a:r>
              <a:rPr lang="en-US" altLang="en-US" sz="2400" err="1"/>
              <a:t>Tìm</a:t>
            </a:r>
            <a:r>
              <a:rPr lang="en-US" altLang="en-US" sz="2400"/>
              <a:t> </a:t>
            </a:r>
            <a:r>
              <a:rPr lang="en-US" altLang="en-US" sz="2400" err="1"/>
              <a:t>những</a:t>
            </a:r>
            <a:r>
              <a:rPr lang="en-US" altLang="en-US" sz="2400"/>
              <a:t> </a:t>
            </a:r>
            <a:r>
              <a:rPr lang="en-US" altLang="en-US" sz="2400" err="1"/>
              <a:t>nhân</a:t>
            </a:r>
            <a:r>
              <a:rPr lang="en-US" altLang="en-US" sz="2400"/>
              <a:t> </a:t>
            </a:r>
            <a:r>
              <a:rPr lang="en-US" altLang="en-US" sz="2400" err="1"/>
              <a:t>viên</a:t>
            </a:r>
            <a:r>
              <a:rPr lang="en-US" altLang="en-US" sz="2400"/>
              <a:t> </a:t>
            </a:r>
            <a:r>
              <a:rPr lang="en-US" altLang="en-US" sz="2400" err="1"/>
              <a:t>không</a:t>
            </a:r>
            <a:r>
              <a:rPr lang="en-US" altLang="en-US" sz="2400"/>
              <a:t> </a:t>
            </a:r>
            <a:r>
              <a:rPr lang="en-US" altLang="en-US" sz="2400" err="1"/>
              <a:t>có</a:t>
            </a:r>
            <a:r>
              <a:rPr lang="en-US" altLang="en-US" sz="2400"/>
              <a:t> </a:t>
            </a:r>
            <a:r>
              <a:rPr lang="en-US" altLang="en-US" sz="2400" err="1"/>
              <a:t>thân</a:t>
            </a:r>
            <a:r>
              <a:rPr lang="en-US" altLang="en-US" sz="2400"/>
              <a:t> </a:t>
            </a:r>
            <a:r>
              <a:rPr lang="en-US" altLang="en-US" sz="2400" err="1"/>
              <a:t>nhân</a:t>
            </a:r>
            <a:r>
              <a:rPr lang="en-US" altLang="en-US" sz="2400"/>
              <a:t> </a:t>
            </a:r>
            <a:r>
              <a:rPr lang="en-US" altLang="en-US" sz="2400" err="1"/>
              <a:t>nào làm việc trong cùng công ty</a:t>
            </a:r>
            <a:endParaRPr lang="en-US" altLang="en-US" sz="240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C71A8E2-D9C6-DC4C-8034-64262E8A2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600200"/>
            <a:ext cx="6400800" cy="4096512"/>
          </a:xfrm>
          <a:prstGeom prst="rect">
            <a:avLst/>
          </a:prstGeom>
          <a:noFill/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D03D10B-ED6F-4D28-8050-203DC3FD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96038"/>
            <a:ext cx="5562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7219" name="Slide Number Placeholder 5">
            <a:extLst>
              <a:ext uri="{FF2B5EF4-FFF2-40B4-BE49-F238E27FC236}">
                <a16:creationId xmlns:a16="http://schemas.microsoft.com/office/drawing/2014/main" id="{55DF5799-6A79-4D1F-837A-A6F1C8B2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6038"/>
            <a:ext cx="21336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norm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E4CB01C5-7128-4217-983C-B268C0316E9D}" type="slidenum">
              <a:rPr lang="en-US" altLang="en-US" sz="1000"/>
              <a:pPr algn="r"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40</a:t>
            </a:fld>
            <a:endParaRPr lang="en-US" altLang="en-US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D03D10B-ED6F-4D28-8050-203DC3FD5C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37219" name="Slide Number Placeholder 5">
            <a:extLst>
              <a:ext uri="{FF2B5EF4-FFF2-40B4-BE49-F238E27FC236}">
                <a16:creationId xmlns:a16="http://schemas.microsoft.com/office/drawing/2014/main" id="{55DF5799-6A79-4D1F-837A-A6F1C8B2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4CB01C5-7128-4217-983C-B268C0316E9D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137220" name="Rectangle 2">
            <a:extLst>
              <a:ext uri="{FF2B5EF4-FFF2-40B4-BE49-F238E27FC236}">
                <a16:creationId xmlns:a16="http://schemas.microsoft.com/office/drawing/2014/main" id="{EA8CB82D-6177-4DAC-9D9F-40CFF9A3C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4582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5. Phép trừ - Ví dụ (tt)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21" name="Rectangle 3">
                <a:extLst>
                  <a:ext uri="{FF2B5EF4-FFF2-40B4-BE49-F238E27FC236}">
                    <a16:creationId xmlns:a16="http://schemas.microsoft.com/office/drawing/2014/main" id="{DE1C96EF-58CA-4759-A904-DA08AD1EF74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0292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err="1"/>
                  <a:t>Tìm</a:t>
                </a:r>
                <a:r>
                  <a:rPr lang="en-US" altLang="en-US"/>
                  <a:t> </a:t>
                </a:r>
                <a:r>
                  <a:rPr lang="en-US" altLang="en-US" err="1"/>
                  <a:t>những</a:t>
                </a:r>
                <a:r>
                  <a:rPr lang="en-US" altLang="en-US"/>
                  <a:t> </a:t>
                </a:r>
                <a:r>
                  <a:rPr lang="en-US" altLang="en-US" err="1"/>
                  <a:t>nhân</a:t>
                </a:r>
                <a:r>
                  <a:rPr lang="en-US" altLang="en-US"/>
                  <a:t> </a:t>
                </a:r>
                <a:r>
                  <a:rPr lang="en-US" altLang="en-US" err="1"/>
                  <a:t>viên</a:t>
                </a:r>
                <a:r>
                  <a:rPr lang="en-US" altLang="en-US"/>
                  <a:t> </a:t>
                </a:r>
                <a:r>
                  <a:rPr lang="en-US" altLang="en-US" err="1"/>
                  <a:t>không</a:t>
                </a:r>
                <a:r>
                  <a:rPr lang="en-US" altLang="en-US"/>
                  <a:t> </a:t>
                </a:r>
                <a:r>
                  <a:rPr lang="en-US" altLang="en-US" err="1"/>
                  <a:t>có</a:t>
                </a:r>
                <a:r>
                  <a:rPr lang="en-US" altLang="en-US"/>
                  <a:t> </a:t>
                </a:r>
                <a:r>
                  <a:rPr lang="en-US" altLang="en-US" err="1"/>
                  <a:t>thân</a:t>
                </a:r>
                <a:r>
                  <a:rPr lang="en-US" altLang="en-US"/>
                  <a:t> </a:t>
                </a:r>
                <a:r>
                  <a:rPr lang="en-US" altLang="en-US" err="1"/>
                  <a:t>nhân</a:t>
                </a:r>
                <a:r>
                  <a:rPr lang="en-US" altLang="en-US"/>
                  <a:t> </a:t>
                </a:r>
                <a:r>
                  <a:rPr lang="en-US" altLang="en-US" err="1"/>
                  <a:t>nào làm việc trong cùng công ty</a:t>
                </a:r>
              </a:p>
              <a:p>
                <a:pPr eaLnBrk="1" hangingPunct="1"/>
                <a:r>
                  <a:rPr lang="en-US" altLang="en-US" b="1"/>
                  <a:t>ĐSQH</a:t>
                </a:r>
              </a:p>
              <a:p>
                <a:pPr marL="107315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𝑀𝐴𝑁𝑉</m:t>
                          </m:r>
                        </m:sub>
                      </m:sSub>
                      <m:d>
                        <m:dPr>
                          <m:ctrlP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𝑁𝐻𝐴𝑁𝑉𝐼𝐸𝑁</m:t>
                          </m:r>
                        </m:e>
                      </m:d>
                    </m:oMath>
                  </m:oMathPara>
                </a14:m>
                <a:endParaRPr lang="en-US" altLang="en-US" b="0">
                  <a:ea typeface="Cambria Math" panose="02040503050406030204" pitchFamily="18" charset="0"/>
                </a:endParaRPr>
              </a:p>
              <a:p>
                <a:pPr marL="107315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𝑀𝐴𝑁𝑉</m:t>
                          </m:r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𝐼𝐸𝑁</m:t>
                          </m:r>
                        </m:sub>
                      </m:sSub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𝑇𝐻𝐴𝑁𝑁𝐻𝐴𝑁</m:t>
                          </m:r>
                        </m:e>
                      </m:d>
                    </m:oMath>
                  </m:oMathPara>
                </a14:m>
                <a:endParaRPr lang="en-US" altLang="en-US">
                  <a:ea typeface="Cambria Math" panose="02040503050406030204" pitchFamily="18" charset="0"/>
                </a:endParaRPr>
              </a:p>
              <a:p>
                <a:pPr marL="107315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dirty="0">
                          <a:latin typeface="Cambria Math" panose="02040503050406030204" pitchFamily="18" charset="0"/>
                        </a:rPr>
                        <m:t>𝐾𝑄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en-US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en-US"/>
              </a:p>
              <a:p>
                <a:pPr eaLnBrk="1" hangingPunct="1"/>
                <a:r>
                  <a:rPr lang="en-US" altLang="en-US" b="1"/>
                  <a:t>SQL</a:t>
                </a:r>
              </a:p>
            </p:txBody>
          </p:sp>
        </mc:Choice>
        <mc:Fallback xmlns="">
          <p:sp>
            <p:nvSpPr>
              <p:cNvPr id="137221" name="Rectangle 3">
                <a:extLst>
                  <a:ext uri="{FF2B5EF4-FFF2-40B4-BE49-F238E27FC236}">
                    <a16:creationId xmlns:a16="http://schemas.microsoft.com/office/drawing/2014/main" id="{DE1C96EF-58CA-4759-A904-DA08AD1EF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029200"/>
              </a:xfrm>
              <a:blipFill>
                <a:blip r:embed="rId3"/>
                <a:stretch>
                  <a:fillRect l="-1389" t="-1259" r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9701" name="Text Box 5">
            <a:extLst>
              <a:ext uri="{FF2B5EF4-FFF2-40B4-BE49-F238E27FC236}">
                <a16:creationId xmlns:a16="http://schemas.microsoft.com/office/drawing/2014/main" id="{D48DD402-3C57-444B-86A4-E392C48E7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4916"/>
            <a:ext cx="57150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NHANVIEN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EXCEPT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SELECT</a:t>
            </a:r>
            <a:r>
              <a:rPr lang="en-US" altLang="en-US" sz="1800">
                <a:latin typeface="Tahoma" panose="020B0604030504040204" pitchFamily="34" charset="0"/>
              </a:rPr>
              <a:t> MANVIEN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AS</a:t>
            </a:r>
            <a:r>
              <a:rPr lang="en-US" altLang="en-US" sz="1800">
                <a:latin typeface="Tahoma" panose="020B0604030504040204" pitchFamily="34" charset="0"/>
              </a:rPr>
              <a:t> MANV </a:t>
            </a:r>
            <a:r>
              <a:rPr lang="en-US" altLang="en-US" sz="1800">
                <a:solidFill>
                  <a:srgbClr val="0000CC"/>
                </a:solidFill>
                <a:latin typeface="Tahoma" panose="020B0604030504040204" pitchFamily="34" charset="0"/>
              </a:rPr>
              <a:t>FROM</a:t>
            </a:r>
            <a:r>
              <a:rPr lang="en-US" altLang="en-US" sz="1800">
                <a:latin typeface="Tahoma" panose="020B0604030504040204" pitchFamily="34" charset="0"/>
              </a:rPr>
              <a:t> THANNHAN</a:t>
            </a:r>
            <a:endParaRPr lang="en-US" altLang="en-US" sz="1800">
              <a:solidFill>
                <a:srgbClr val="0000CC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36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2CB9B4-6B00-C813-598E-7DB8CB318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136" y="1143000"/>
            <a:ext cx="5614664" cy="5257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50B29-E0DD-C567-A77D-4FCE4C52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Phép trừ (tt) – 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E1190-376F-6545-9A49-22C98025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Cho biết MaSV chưa thi</a:t>
            </a:r>
          </a:p>
          <a:p>
            <a:r>
              <a:rPr lang="en-US"/>
              <a:t>ĐSQH?</a:t>
            </a:r>
          </a:p>
          <a:p>
            <a:r>
              <a:rPr lang="en-US"/>
              <a:t>SQL?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B538B-E2B8-2573-42EC-10D2392D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50C82-812B-A578-67D7-8C8694D9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9366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Date Placeholder 3">
            <a:extLst>
              <a:ext uri="{FF2B5EF4-FFF2-40B4-BE49-F238E27FC236}">
                <a16:creationId xmlns:a16="http://schemas.microsoft.com/office/drawing/2014/main" id="{276B3829-85E7-4376-A19D-2CF9E68AAA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2707" name="Slide Number Placeholder 5">
            <a:extLst>
              <a:ext uri="{FF2B5EF4-FFF2-40B4-BE49-F238E27FC236}">
                <a16:creationId xmlns:a16="http://schemas.microsoft.com/office/drawing/2014/main" id="{F7B39A18-165A-4C24-B0FF-81AE667C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5B52D66-C14E-4022-B08C-2C31FCC2B85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459950" name="AutoShape 174">
            <a:extLst>
              <a:ext uri="{FF2B5EF4-FFF2-40B4-BE49-F238E27FC236}">
                <a16:creationId xmlns:a16="http://schemas.microsoft.com/office/drawing/2014/main" id="{37438400-6504-468F-B717-ACA348BDAE8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876800" y="2405063"/>
            <a:ext cx="990600" cy="3429000"/>
          </a:xfrm>
          <a:prstGeom prst="triangle">
            <a:avLst>
              <a:gd name="adj" fmla="val 3051"/>
            </a:avLst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9945" name="AutoShape 169">
            <a:extLst>
              <a:ext uri="{FF2B5EF4-FFF2-40B4-BE49-F238E27FC236}">
                <a16:creationId xmlns:a16="http://schemas.microsoft.com/office/drawing/2014/main" id="{37B8EFF7-8F6E-4EFB-90D1-243D99B1A3C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800600" y="2438400"/>
            <a:ext cx="1143000" cy="3429000"/>
          </a:xfrm>
          <a:prstGeom prst="triangle">
            <a:avLst>
              <a:gd name="adj" fmla="val 39856"/>
            </a:avLst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9939" name="AutoShape 163">
            <a:extLst>
              <a:ext uri="{FF2B5EF4-FFF2-40B4-BE49-F238E27FC236}">
                <a16:creationId xmlns:a16="http://schemas.microsoft.com/office/drawing/2014/main" id="{FDD48C2A-7368-4056-A500-6ED03F007EF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800600" y="2438400"/>
            <a:ext cx="1143000" cy="3429000"/>
          </a:xfrm>
          <a:prstGeom prst="triangle">
            <a:avLst>
              <a:gd name="adj" fmla="val 66523"/>
            </a:avLst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9932" name="AutoShape 156">
            <a:extLst>
              <a:ext uri="{FF2B5EF4-FFF2-40B4-BE49-F238E27FC236}">
                <a16:creationId xmlns:a16="http://schemas.microsoft.com/office/drawing/2014/main" id="{E2EEB8AF-8A28-4BFA-BAB8-2DCFE091EDB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05200" y="3657600"/>
            <a:ext cx="3581400" cy="1066800"/>
          </a:xfrm>
          <a:prstGeom prst="rtTriangle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2712" name="Rectangle 2">
            <a:extLst>
              <a:ext uri="{FF2B5EF4-FFF2-40B4-BE49-F238E27FC236}">
                <a16:creationId xmlns:a16="http://schemas.microsoft.com/office/drawing/2014/main" id="{EB247E91-7641-4576-80DE-BAB491E0C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6868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trừ - Bài tập (tt)</a:t>
            </a:r>
          </a:p>
        </p:txBody>
      </p:sp>
      <p:sp>
        <p:nvSpPr>
          <p:cNvPr id="72713" name="Rectangle 3">
            <a:extLst>
              <a:ext uri="{FF2B5EF4-FFF2-40B4-BE49-F238E27FC236}">
                <a16:creationId xmlns:a16="http://schemas.microsoft.com/office/drawing/2014/main" id="{80E27F9F-9153-44EE-A0E3-5D6BF3C36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/>
              <a:t>Cho biết lương cao nhất trong công ty</a:t>
            </a:r>
          </a:p>
          <a:p>
            <a:pPr lvl="1" eaLnBrk="1" hangingPunct="1"/>
            <a:r>
              <a:rPr lang="en-US" altLang="en-US"/>
              <a:t>Quan hệ: NHANVIEN</a:t>
            </a:r>
          </a:p>
          <a:p>
            <a:pPr lvl="1" eaLnBrk="1" hangingPunct="1"/>
            <a:r>
              <a:rPr lang="en-US" altLang="en-US"/>
              <a:t>Thuộc tính: LUONG</a:t>
            </a:r>
          </a:p>
        </p:txBody>
      </p:sp>
      <p:grpSp>
        <p:nvGrpSpPr>
          <p:cNvPr id="72714" name="Group 55">
            <a:extLst>
              <a:ext uri="{FF2B5EF4-FFF2-40B4-BE49-F238E27FC236}">
                <a16:creationId xmlns:a16="http://schemas.microsoft.com/office/drawing/2014/main" id="{AE329BA3-4281-4670-8491-FDC7CB30399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24200"/>
            <a:ext cx="4495800" cy="1600200"/>
            <a:chOff x="432" y="1872"/>
            <a:chExt cx="2832" cy="1008"/>
          </a:xfrm>
        </p:grpSpPr>
        <p:sp>
          <p:nvSpPr>
            <p:cNvPr id="72734" name="Line 5">
              <a:extLst>
                <a:ext uri="{FF2B5EF4-FFF2-40B4-BE49-F238E27FC236}">
                  <a16:creationId xmlns:a16="http://schemas.microsoft.com/office/drawing/2014/main" id="{E6853D6A-6129-471F-8415-6FDD0D577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064"/>
              <a:ext cx="28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2735" name="Line 6">
              <a:extLst>
                <a:ext uri="{FF2B5EF4-FFF2-40B4-BE49-F238E27FC236}">
                  <a16:creationId xmlns:a16="http://schemas.microsoft.com/office/drawing/2014/main" id="{C5FF644F-92DE-4C15-A8E5-841E3C133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72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736" name="Text Box 7">
              <a:extLst>
                <a:ext uri="{FF2B5EF4-FFF2-40B4-BE49-F238E27FC236}">
                  <a16:creationId xmlns:a16="http://schemas.microsoft.com/office/drawing/2014/main" id="{08A2A37E-522C-4A39-86C0-12DA4A747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87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TENNV</a:t>
              </a:r>
            </a:p>
          </p:txBody>
        </p:sp>
        <p:sp>
          <p:nvSpPr>
            <p:cNvPr id="72737" name="Text Box 8">
              <a:extLst>
                <a:ext uri="{FF2B5EF4-FFF2-40B4-BE49-F238E27FC236}">
                  <a16:creationId xmlns:a16="http://schemas.microsoft.com/office/drawing/2014/main" id="{16DD4347-73BA-4930-A0FA-EB2369574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87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HONV</a:t>
              </a:r>
            </a:p>
          </p:txBody>
        </p:sp>
        <p:sp>
          <p:nvSpPr>
            <p:cNvPr id="72738" name="Text Box 16">
              <a:extLst>
                <a:ext uri="{FF2B5EF4-FFF2-40B4-BE49-F238E27FC236}">
                  <a16:creationId xmlns:a16="http://schemas.microsoft.com/office/drawing/2014/main" id="{270778FD-C4EF-46A7-B5E3-1C4BFC2E5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87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LUONG</a:t>
              </a:r>
            </a:p>
          </p:txBody>
        </p:sp>
        <p:sp>
          <p:nvSpPr>
            <p:cNvPr id="72739" name="Line 17">
              <a:extLst>
                <a:ext uri="{FF2B5EF4-FFF2-40B4-BE49-F238E27FC236}">
                  <a16:creationId xmlns:a16="http://schemas.microsoft.com/office/drawing/2014/main" id="{FBFF8C63-EB9B-4827-96E6-AD9C1728B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872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740" name="Text Box 18">
              <a:extLst>
                <a:ext uri="{FF2B5EF4-FFF2-40B4-BE49-F238E27FC236}">
                  <a16:creationId xmlns:a16="http://schemas.microsoft.com/office/drawing/2014/main" id="{0B5BCEAF-C4F0-4697-BCDC-97B0FF487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87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41" name="Text Box 19">
              <a:extLst>
                <a:ext uri="{FF2B5EF4-FFF2-40B4-BE49-F238E27FC236}">
                  <a16:creationId xmlns:a16="http://schemas.microsoft.com/office/drawing/2014/main" id="{AB6EED44-8E86-45DA-BEC1-8D983F1D7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112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Tung</a:t>
              </a:r>
            </a:p>
          </p:txBody>
        </p:sp>
        <p:sp>
          <p:nvSpPr>
            <p:cNvPr id="72742" name="Text Box 20">
              <a:extLst>
                <a:ext uri="{FF2B5EF4-FFF2-40B4-BE49-F238E27FC236}">
                  <a16:creationId xmlns:a16="http://schemas.microsoft.com/office/drawing/2014/main" id="{1849767F-F5E8-47F4-8702-87957035D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11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72743" name="Text Box 24">
              <a:extLst>
                <a:ext uri="{FF2B5EF4-FFF2-40B4-BE49-F238E27FC236}">
                  <a16:creationId xmlns:a16="http://schemas.microsoft.com/office/drawing/2014/main" id="{6F7244C8-5EE2-401D-B382-515B7A5F1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11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40000</a:t>
              </a:r>
            </a:p>
          </p:txBody>
        </p:sp>
        <p:sp>
          <p:nvSpPr>
            <p:cNvPr id="72744" name="Text Box 25">
              <a:extLst>
                <a:ext uri="{FF2B5EF4-FFF2-40B4-BE49-F238E27FC236}">
                  <a16:creationId xmlns:a16="http://schemas.microsoft.com/office/drawing/2014/main" id="{27B4D388-6A86-4959-A1FB-BA63E1FB5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11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45" name="Text Box 26">
              <a:extLst>
                <a:ext uri="{FF2B5EF4-FFF2-40B4-BE49-F238E27FC236}">
                  <a16:creationId xmlns:a16="http://schemas.microsoft.com/office/drawing/2014/main" id="{8D28D93F-F397-4F58-9135-D56C5BA93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304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Hang</a:t>
              </a:r>
            </a:p>
          </p:txBody>
        </p:sp>
        <p:sp>
          <p:nvSpPr>
            <p:cNvPr id="72746" name="Text Box 27">
              <a:extLst>
                <a:ext uri="{FF2B5EF4-FFF2-40B4-BE49-F238E27FC236}">
                  <a16:creationId xmlns:a16="http://schemas.microsoft.com/office/drawing/2014/main" id="{04B2B930-4BD1-40F6-B5C7-A19DC91AF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30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Bui</a:t>
              </a:r>
            </a:p>
          </p:txBody>
        </p:sp>
        <p:sp>
          <p:nvSpPr>
            <p:cNvPr id="72747" name="Text Box 31">
              <a:extLst>
                <a:ext uri="{FF2B5EF4-FFF2-40B4-BE49-F238E27FC236}">
                  <a16:creationId xmlns:a16="http://schemas.microsoft.com/office/drawing/2014/main" id="{5A20C115-A1F6-4F36-B2B3-07C2825D4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30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25000</a:t>
              </a:r>
            </a:p>
          </p:txBody>
        </p:sp>
        <p:sp>
          <p:nvSpPr>
            <p:cNvPr id="72748" name="Text Box 32">
              <a:extLst>
                <a:ext uri="{FF2B5EF4-FFF2-40B4-BE49-F238E27FC236}">
                  <a16:creationId xmlns:a16="http://schemas.microsoft.com/office/drawing/2014/main" id="{5F40A41E-B3E9-460E-9A59-9953A30D7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304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49" name="Text Box 33">
              <a:extLst>
                <a:ext uri="{FF2B5EF4-FFF2-40B4-BE49-F238E27FC236}">
                  <a16:creationId xmlns:a16="http://schemas.microsoft.com/office/drawing/2014/main" id="{0056CE2E-F692-436A-B778-668DCC8FC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49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Nhu</a:t>
              </a:r>
            </a:p>
          </p:txBody>
        </p:sp>
        <p:sp>
          <p:nvSpPr>
            <p:cNvPr id="72750" name="Text Box 34">
              <a:extLst>
                <a:ext uri="{FF2B5EF4-FFF2-40B4-BE49-F238E27FC236}">
                  <a16:creationId xmlns:a16="http://schemas.microsoft.com/office/drawing/2014/main" id="{4A6FEC47-6888-49B1-933D-EBBFC3DAC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49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Le</a:t>
              </a:r>
            </a:p>
          </p:txBody>
        </p:sp>
        <p:sp>
          <p:nvSpPr>
            <p:cNvPr id="72751" name="Text Box 38">
              <a:extLst>
                <a:ext uri="{FF2B5EF4-FFF2-40B4-BE49-F238E27FC236}">
                  <a16:creationId xmlns:a16="http://schemas.microsoft.com/office/drawing/2014/main" id="{21593A93-9684-4BAA-B30C-81B34F9CB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496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43000</a:t>
              </a:r>
            </a:p>
          </p:txBody>
        </p:sp>
        <p:sp>
          <p:nvSpPr>
            <p:cNvPr id="72752" name="Text Box 39">
              <a:extLst>
                <a:ext uri="{FF2B5EF4-FFF2-40B4-BE49-F238E27FC236}">
                  <a16:creationId xmlns:a16="http://schemas.microsoft.com/office/drawing/2014/main" id="{A91E00F0-A768-43EA-A6EB-95EF1049F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96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53" name="Text Box 40">
              <a:extLst>
                <a:ext uri="{FF2B5EF4-FFF2-40B4-BE49-F238E27FC236}">
                  <a16:creationId xmlns:a16="http://schemas.microsoft.com/office/drawing/2014/main" id="{CA065760-8F74-4598-8F5B-A05BE0A295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88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Hung</a:t>
              </a:r>
            </a:p>
          </p:txBody>
        </p:sp>
        <p:sp>
          <p:nvSpPr>
            <p:cNvPr id="72754" name="Text Box 41">
              <a:extLst>
                <a:ext uri="{FF2B5EF4-FFF2-40B4-BE49-F238E27FC236}">
                  <a16:creationId xmlns:a16="http://schemas.microsoft.com/office/drawing/2014/main" id="{C526A288-4D8B-4F01-B48F-488D82E47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68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Nguyen</a:t>
              </a:r>
            </a:p>
          </p:txBody>
        </p:sp>
        <p:sp>
          <p:nvSpPr>
            <p:cNvPr id="72755" name="Text Box 45">
              <a:extLst>
                <a:ext uri="{FF2B5EF4-FFF2-40B4-BE49-F238E27FC236}">
                  <a16:creationId xmlns:a16="http://schemas.microsoft.com/office/drawing/2014/main" id="{7EB2F602-0470-4B08-B6AB-96D657476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68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38000</a:t>
              </a:r>
            </a:p>
          </p:txBody>
        </p:sp>
        <p:sp>
          <p:nvSpPr>
            <p:cNvPr id="72756" name="Text Box 46">
              <a:extLst>
                <a:ext uri="{FF2B5EF4-FFF2-40B4-BE49-F238E27FC236}">
                  <a16:creationId xmlns:a16="http://schemas.microsoft.com/office/drawing/2014/main" id="{DBF2C872-3ADC-41ED-A0B1-03D79D018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68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57" name="Line 48">
              <a:extLst>
                <a:ext uri="{FF2B5EF4-FFF2-40B4-BE49-F238E27FC236}">
                  <a16:creationId xmlns:a16="http://schemas.microsoft.com/office/drawing/2014/main" id="{FA4EE073-E628-43CE-88E9-A672E7C34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872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758" name="Text Box 49">
              <a:extLst>
                <a:ext uri="{FF2B5EF4-FFF2-40B4-BE49-F238E27FC236}">
                  <a16:creationId xmlns:a16="http://schemas.microsoft.com/office/drawing/2014/main" id="{7A30187E-98F6-413A-8E63-DF85AA08F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59" name="Text Box 50">
              <a:extLst>
                <a:ext uri="{FF2B5EF4-FFF2-40B4-BE49-F238E27FC236}">
                  <a16:creationId xmlns:a16="http://schemas.microsoft.com/office/drawing/2014/main" id="{05047F32-BABC-4AF9-A7FF-330A61D8B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11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60" name="Text Box 51">
              <a:extLst>
                <a:ext uri="{FF2B5EF4-FFF2-40B4-BE49-F238E27FC236}">
                  <a16:creationId xmlns:a16="http://schemas.microsoft.com/office/drawing/2014/main" id="{B94CC68C-C01C-4FD2-A62D-2D0D8DB57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304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61" name="Text Box 52">
              <a:extLst>
                <a:ext uri="{FF2B5EF4-FFF2-40B4-BE49-F238E27FC236}">
                  <a16:creationId xmlns:a16="http://schemas.microsoft.com/office/drawing/2014/main" id="{BC7414C9-6020-4D07-9E7E-B24EAB0B1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62" name="Text Box 53">
              <a:extLst>
                <a:ext uri="{FF2B5EF4-FFF2-40B4-BE49-F238E27FC236}">
                  <a16:creationId xmlns:a16="http://schemas.microsoft.com/office/drawing/2014/main" id="{EA0FF14B-EF6E-4EBC-9A0E-254EF38C2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68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63" name="Line 54">
              <a:extLst>
                <a:ext uri="{FF2B5EF4-FFF2-40B4-BE49-F238E27FC236}">
                  <a16:creationId xmlns:a16="http://schemas.microsoft.com/office/drawing/2014/main" id="{9D283C15-6533-493F-A9DE-6AD209B82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72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87">
            <a:extLst>
              <a:ext uri="{FF2B5EF4-FFF2-40B4-BE49-F238E27FC236}">
                <a16:creationId xmlns:a16="http://schemas.microsoft.com/office/drawing/2014/main" id="{AC69B69E-E162-4AF3-9128-1CDD30B4CC0C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124200"/>
            <a:ext cx="2438400" cy="1600200"/>
            <a:chOff x="2400" y="2928"/>
            <a:chExt cx="1536" cy="1008"/>
          </a:xfrm>
        </p:grpSpPr>
        <p:sp>
          <p:nvSpPr>
            <p:cNvPr id="72716" name="Line 57">
              <a:extLst>
                <a:ext uri="{FF2B5EF4-FFF2-40B4-BE49-F238E27FC236}">
                  <a16:creationId xmlns:a16="http://schemas.microsoft.com/office/drawing/2014/main" id="{2CDE6ADC-09D2-4DEC-872C-2FCABD2F8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120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2717" name="Text Box 61">
              <a:extLst>
                <a:ext uri="{FF2B5EF4-FFF2-40B4-BE49-F238E27FC236}">
                  <a16:creationId xmlns:a16="http://schemas.microsoft.com/office/drawing/2014/main" id="{381A265C-C292-4AEC-A533-D2732217C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92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LUONG</a:t>
              </a:r>
            </a:p>
          </p:txBody>
        </p:sp>
        <p:sp>
          <p:nvSpPr>
            <p:cNvPr id="72718" name="Line 62">
              <a:extLst>
                <a:ext uri="{FF2B5EF4-FFF2-40B4-BE49-F238E27FC236}">
                  <a16:creationId xmlns:a16="http://schemas.microsoft.com/office/drawing/2014/main" id="{16F7648C-73E4-44FB-B7F2-F24CD10B5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928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719" name="Text Box 63">
              <a:extLst>
                <a:ext uri="{FF2B5EF4-FFF2-40B4-BE49-F238E27FC236}">
                  <a16:creationId xmlns:a16="http://schemas.microsoft.com/office/drawing/2014/main" id="{F179428B-2F4D-4626-B006-84BF7DCFC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92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20" name="Text Box 66">
              <a:extLst>
                <a:ext uri="{FF2B5EF4-FFF2-40B4-BE49-F238E27FC236}">
                  <a16:creationId xmlns:a16="http://schemas.microsoft.com/office/drawing/2014/main" id="{A8196002-1AC4-476C-85E6-8A28C560A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168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40000</a:t>
              </a:r>
            </a:p>
          </p:txBody>
        </p:sp>
        <p:sp>
          <p:nvSpPr>
            <p:cNvPr id="72721" name="Text Box 67">
              <a:extLst>
                <a:ext uri="{FF2B5EF4-FFF2-40B4-BE49-F238E27FC236}">
                  <a16:creationId xmlns:a16="http://schemas.microsoft.com/office/drawing/2014/main" id="{C2CA5774-D122-4B33-89DB-B48553710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16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22" name="Text Box 70">
              <a:extLst>
                <a:ext uri="{FF2B5EF4-FFF2-40B4-BE49-F238E27FC236}">
                  <a16:creationId xmlns:a16="http://schemas.microsoft.com/office/drawing/2014/main" id="{D2C916CE-FDE1-4AB3-AF70-B990CE8EC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60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25000</a:t>
              </a:r>
            </a:p>
          </p:txBody>
        </p:sp>
        <p:sp>
          <p:nvSpPr>
            <p:cNvPr id="72723" name="Text Box 71">
              <a:extLst>
                <a:ext uri="{FF2B5EF4-FFF2-40B4-BE49-F238E27FC236}">
                  <a16:creationId xmlns:a16="http://schemas.microsoft.com/office/drawing/2014/main" id="{B5F629A4-A13B-4FCD-B39E-326239A6D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360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24" name="Text Box 74">
              <a:extLst>
                <a:ext uri="{FF2B5EF4-FFF2-40B4-BE49-F238E27FC236}">
                  <a16:creationId xmlns:a16="http://schemas.microsoft.com/office/drawing/2014/main" id="{EEC77F6A-37C9-4BD0-997E-7CE46DEAF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552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43000</a:t>
              </a:r>
            </a:p>
          </p:txBody>
        </p:sp>
        <p:sp>
          <p:nvSpPr>
            <p:cNvPr id="72725" name="Text Box 75">
              <a:extLst>
                <a:ext uri="{FF2B5EF4-FFF2-40B4-BE49-F238E27FC236}">
                  <a16:creationId xmlns:a16="http://schemas.microsoft.com/office/drawing/2014/main" id="{715E7785-4CA0-4365-A454-59D094043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5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26" name="Text Box 78">
              <a:extLst>
                <a:ext uri="{FF2B5EF4-FFF2-40B4-BE49-F238E27FC236}">
                  <a16:creationId xmlns:a16="http://schemas.microsoft.com/office/drawing/2014/main" id="{FF65A045-8183-4614-A6C6-6913EAD07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744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38000</a:t>
              </a:r>
            </a:p>
          </p:txBody>
        </p:sp>
        <p:sp>
          <p:nvSpPr>
            <p:cNvPr id="72727" name="Text Box 79">
              <a:extLst>
                <a:ext uri="{FF2B5EF4-FFF2-40B4-BE49-F238E27FC236}">
                  <a16:creationId xmlns:a16="http://schemas.microsoft.com/office/drawing/2014/main" id="{A4021214-21D8-4789-85A0-935DA258B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744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28" name="Text Box 81">
              <a:extLst>
                <a:ext uri="{FF2B5EF4-FFF2-40B4-BE49-F238E27FC236}">
                  <a16:creationId xmlns:a16="http://schemas.microsoft.com/office/drawing/2014/main" id="{5AA5FD88-2447-43AD-A257-F6FDA223A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2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29" name="Text Box 82">
              <a:extLst>
                <a:ext uri="{FF2B5EF4-FFF2-40B4-BE49-F238E27FC236}">
                  <a16:creationId xmlns:a16="http://schemas.microsoft.com/office/drawing/2014/main" id="{577DF29D-8781-49F2-8AD2-2F63743AA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168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30" name="Text Box 83">
              <a:extLst>
                <a:ext uri="{FF2B5EF4-FFF2-40B4-BE49-F238E27FC236}">
                  <a16:creationId xmlns:a16="http://schemas.microsoft.com/office/drawing/2014/main" id="{3123BC71-42BF-47DF-A6C2-30F0E16E2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360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31" name="Text Box 84">
              <a:extLst>
                <a:ext uri="{FF2B5EF4-FFF2-40B4-BE49-F238E27FC236}">
                  <a16:creationId xmlns:a16="http://schemas.microsoft.com/office/drawing/2014/main" id="{5F6A3A5D-8805-4215-8B27-04E68C6FC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552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32" name="Text Box 85">
              <a:extLst>
                <a:ext uri="{FF2B5EF4-FFF2-40B4-BE49-F238E27FC236}">
                  <a16:creationId xmlns:a16="http://schemas.microsoft.com/office/drawing/2014/main" id="{AF49B20B-4B80-43D0-93A4-BD292E166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744"/>
              <a:ext cx="4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72733" name="Line 86">
              <a:extLst>
                <a:ext uri="{FF2B5EF4-FFF2-40B4-BE49-F238E27FC236}">
                  <a16:creationId xmlns:a16="http://schemas.microsoft.com/office/drawing/2014/main" id="{76BC98D3-F883-4E6D-BE14-E51176ADC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928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933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950" grpId="0" animBg="1"/>
      <p:bldP spid="459945" grpId="0" animBg="1"/>
      <p:bldP spid="459945" grpId="1" animBg="1"/>
      <p:bldP spid="459939" grpId="0" animBg="1"/>
      <p:bldP spid="459939" grpId="1" animBg="1"/>
      <p:bldP spid="459932" grpId="0" animBg="1"/>
      <p:bldP spid="45993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DDADD0-144C-4138-B0E3-EFBA3D2BB5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74755" name="Slide Number Placeholder 5">
            <a:extLst>
              <a:ext uri="{FF2B5EF4-FFF2-40B4-BE49-F238E27FC236}">
                <a16:creationId xmlns:a16="http://schemas.microsoft.com/office/drawing/2014/main" id="{E7E894B8-9E20-47D3-B871-174B6942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2854F4F-C1B9-4400-8CDB-476B74E503C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en-US" sz="1000"/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CD33756A-355A-4E6E-BB75-69F3C1C48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6868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Phép trừ - Bài tập (tt)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C85F2CFB-F8FA-45DB-AA25-A1FAA58CF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u="sng"/>
              <a:t>B1:</a:t>
            </a:r>
            <a:r>
              <a:rPr lang="en-US" altLang="en-US"/>
              <a:t> </a:t>
            </a:r>
            <a:r>
              <a:rPr lang="en-US" altLang="en-US" err="1"/>
              <a:t>Chọn</a:t>
            </a:r>
            <a:r>
              <a:rPr lang="en-US" altLang="en-US"/>
              <a:t> ra </a:t>
            </a:r>
            <a:r>
              <a:rPr lang="en-US" altLang="en-US" err="1"/>
              <a:t>những</a:t>
            </a:r>
            <a:r>
              <a:rPr lang="en-US" altLang="en-US"/>
              <a:t> </a:t>
            </a:r>
            <a:r>
              <a:rPr lang="en-US" altLang="en-US" err="1"/>
              <a:t>lương</a:t>
            </a:r>
            <a:r>
              <a:rPr lang="en-US" altLang="en-US"/>
              <a:t> </a:t>
            </a:r>
            <a:r>
              <a:rPr lang="en-US" altLang="en-US" err="1"/>
              <a:t>không</a:t>
            </a:r>
            <a:r>
              <a:rPr lang="en-US" altLang="en-US"/>
              <a:t> </a:t>
            </a:r>
            <a:r>
              <a:rPr lang="en-US" altLang="en-US" err="1"/>
              <a:t>phải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lớn</a:t>
            </a:r>
            <a:r>
              <a:rPr lang="en-US" altLang="en-US"/>
              <a:t> </a:t>
            </a:r>
            <a:r>
              <a:rPr lang="en-US" altLang="en-US" err="1"/>
              <a:t>nhất</a:t>
            </a: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marL="0" indent="0" eaLnBrk="1" hangingPunct="1">
              <a:buNone/>
            </a:pPr>
            <a:endParaRPr lang="en-US" altLang="en-US"/>
          </a:p>
          <a:p>
            <a:pPr eaLnBrk="1" hangingPunct="1"/>
            <a:r>
              <a:rPr lang="en-US" altLang="en-US" u="sng"/>
              <a:t>B2:</a:t>
            </a:r>
            <a:r>
              <a:rPr lang="en-US" altLang="en-US"/>
              <a:t> </a:t>
            </a:r>
            <a:r>
              <a:rPr lang="en-US" altLang="en-US" err="1"/>
              <a:t>Lấy</a:t>
            </a:r>
            <a:r>
              <a:rPr lang="en-US" altLang="en-US"/>
              <a:t> </a:t>
            </a:r>
            <a:r>
              <a:rPr lang="en-US" altLang="en-US" err="1"/>
              <a:t>tập</a:t>
            </a:r>
            <a:r>
              <a:rPr lang="en-US" altLang="en-US"/>
              <a:t> </a:t>
            </a:r>
            <a:r>
              <a:rPr lang="en-US" altLang="en-US" err="1"/>
              <a:t>hợp</a:t>
            </a:r>
            <a:r>
              <a:rPr lang="en-US" altLang="en-US"/>
              <a:t> </a:t>
            </a:r>
            <a:r>
              <a:rPr lang="en-US" altLang="en-US" err="1"/>
              <a:t>lương</a:t>
            </a:r>
            <a:r>
              <a:rPr lang="en-US" altLang="en-US"/>
              <a:t> </a:t>
            </a:r>
            <a:r>
              <a:rPr lang="en-US" altLang="en-US" err="1"/>
              <a:t>trừ</a:t>
            </a:r>
            <a:r>
              <a:rPr lang="en-US" altLang="en-US"/>
              <a:t> </a:t>
            </a:r>
            <a:r>
              <a:rPr lang="en-US" altLang="en-US" err="1"/>
              <a:t>đi</a:t>
            </a:r>
            <a:r>
              <a:rPr lang="en-US" altLang="en-US"/>
              <a:t> </a:t>
            </a:r>
            <a:r>
              <a:rPr lang="en-US" altLang="en-US" err="1"/>
              <a:t>lương</a:t>
            </a:r>
            <a:r>
              <a:rPr lang="en-US" altLang="en-US"/>
              <a:t> </a:t>
            </a:r>
            <a:r>
              <a:rPr lang="en-US" altLang="en-US" err="1"/>
              <a:t>trong</a:t>
            </a:r>
            <a:r>
              <a:rPr lang="en-US" altLang="en-US"/>
              <a:t> R3</a:t>
            </a:r>
          </a:p>
        </p:txBody>
      </p:sp>
      <p:sp>
        <p:nvSpPr>
          <p:cNvPr id="74758" name="Text Box 58">
            <a:extLst>
              <a:ext uri="{FF2B5EF4-FFF2-40B4-BE49-F238E27FC236}">
                <a16:creationId xmlns:a16="http://schemas.microsoft.com/office/drawing/2014/main" id="{196BA010-8ECF-40E3-9FB5-358B13404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36725"/>
            <a:ext cx="464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R1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LUONG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(NHANVIEN))</a:t>
            </a:r>
          </a:p>
        </p:txBody>
      </p:sp>
      <p:sp>
        <p:nvSpPr>
          <p:cNvPr id="74759" name="Text Box 59">
            <a:extLst>
              <a:ext uri="{FF2B5EF4-FFF2-40B4-BE49-F238E27FC236}">
                <a16:creationId xmlns:a16="http://schemas.microsoft.com/office/drawing/2014/main" id="{98C71ADA-20F9-4E61-A705-5134B20F6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422525"/>
            <a:ext cx="723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R2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NHAN_VIEN.LUONG &lt; R1.LUONG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(NHANVIEN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R1)</a:t>
            </a:r>
          </a:p>
        </p:txBody>
      </p:sp>
      <p:sp>
        <p:nvSpPr>
          <p:cNvPr id="74760" name="Text Box 60">
            <a:extLst>
              <a:ext uri="{FF2B5EF4-FFF2-40B4-BE49-F238E27FC236}">
                <a16:creationId xmlns:a16="http://schemas.microsoft.com/office/drawing/2014/main" id="{03F1B5E5-6719-49A4-9196-C2312FA68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464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R3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NHAN_VIEN.LUONG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(R2)</a:t>
            </a:r>
          </a:p>
        </p:txBody>
      </p:sp>
      <p:sp>
        <p:nvSpPr>
          <p:cNvPr id="74761" name="Text Box 61">
            <a:extLst>
              <a:ext uri="{FF2B5EF4-FFF2-40B4-BE49-F238E27FC236}">
                <a16:creationId xmlns:a16="http://schemas.microsoft.com/office/drawing/2014/main" id="{7A5E9C55-13E5-49B2-9235-02569D8E1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724400"/>
            <a:ext cx="6934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KQ </a:t>
            </a:r>
            <a:r>
              <a:rPr lang="en-US" altLang="en-US" sz="300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4000">
                <a:latin typeface="Tahoma" panose="020B0604030504040204" pitchFamily="34" charset="0"/>
                <a:sym typeface="Symbol" panose="05050102010706020507" pitchFamily="18" charset="2"/>
              </a:rPr>
              <a:t></a:t>
            </a:r>
            <a:r>
              <a:rPr lang="en-US" altLang="en-US" sz="2200" baseline="-25000">
                <a:latin typeface="Tahoma" panose="020B0604030504040204" pitchFamily="34" charset="0"/>
                <a:sym typeface="Symbol" panose="05050102010706020507" pitchFamily="18" charset="2"/>
              </a:rPr>
              <a:t>LUONG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(NHANVIEN) </a:t>
            </a:r>
            <a:r>
              <a:rPr lang="en-US" altLang="en-US" sz="2200" b="1">
                <a:latin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2200">
                <a:latin typeface="Tahoma" panose="020B0604030504040204" pitchFamily="34" charset="0"/>
                <a:sym typeface="Symbol" panose="05050102010706020507" pitchFamily="18" charset="2"/>
              </a:rPr>
              <a:t> R3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EAB31-05C5-7845-8FC5-208AFCAC4031}"/>
              </a:ext>
            </a:extLst>
          </p:cNvPr>
          <p:cNvSpPr txBox="1"/>
          <p:nvPr/>
        </p:nvSpPr>
        <p:spPr>
          <a:xfrm>
            <a:off x="2892694" y="5934373"/>
            <a:ext cx="3358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/>
              <a:t>Biểu diễn bằng SQL?</a:t>
            </a:r>
          </a:p>
        </p:txBody>
      </p:sp>
    </p:spTree>
    <p:extLst>
      <p:ext uri="{BB962C8B-B14F-4D97-AF65-F5344CB8AC3E}">
        <p14:creationId xmlns:p14="http://schemas.microsoft.com/office/powerpoint/2010/main" val="2491355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E5C6-9646-4359-ABE5-B5845061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err="1"/>
              <a:t>6. Bài</a:t>
            </a:r>
            <a:r>
              <a:rPr lang="en-US" sz="3600"/>
              <a:t> </a:t>
            </a:r>
            <a:r>
              <a:rPr lang="en-US" sz="3600" err="1"/>
              <a:t>tập VN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188A-651D-4C3C-9BC2-02443D9D1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5" y="1066800"/>
            <a:ext cx="2859206" cy="3967161"/>
          </a:xfrm>
        </p:spPr>
        <p:txBody>
          <a:bodyPr/>
          <a:lstStyle/>
          <a:p>
            <a:pPr marL="0" indent="0">
              <a:buNone/>
            </a:pPr>
            <a:r>
              <a:rPr lang="en-US" sz="2200" b="1"/>
              <a:t>Biểu diễn các truy vấn sau bằng ĐSQH và SQL</a:t>
            </a:r>
          </a:p>
          <a:p>
            <a:pPr marL="0" indent="0">
              <a:buNone/>
            </a:pPr>
            <a:r>
              <a:rPr lang="en-US" sz="2200"/>
              <a:t>1. Cho </a:t>
            </a:r>
            <a:r>
              <a:rPr lang="en-US" sz="2200" err="1"/>
              <a:t>biết</a:t>
            </a:r>
            <a:r>
              <a:rPr lang="en-US" sz="2200"/>
              <a:t> MANV </a:t>
            </a:r>
            <a:r>
              <a:rPr lang="en-US" sz="2200" err="1"/>
              <a:t>có</a:t>
            </a:r>
            <a:r>
              <a:rPr lang="en-US" sz="2200"/>
              <a:t> </a:t>
            </a:r>
            <a:r>
              <a:rPr lang="en-US" sz="2200" err="1"/>
              <a:t>địa</a:t>
            </a:r>
            <a:r>
              <a:rPr lang="en-US" sz="2200"/>
              <a:t> </a:t>
            </a:r>
            <a:r>
              <a:rPr lang="en-US" sz="2200" err="1"/>
              <a:t>chỉ</a:t>
            </a:r>
            <a:r>
              <a:rPr lang="en-US" sz="2200"/>
              <a:t> ở Tp. HCM </a:t>
            </a:r>
            <a:r>
              <a:rPr lang="en-US" sz="2200" err="1"/>
              <a:t>hoặc</a:t>
            </a:r>
            <a:r>
              <a:rPr lang="en-US" sz="2200"/>
              <a:t> </a:t>
            </a:r>
            <a:r>
              <a:rPr lang="en-US" sz="2200" err="1"/>
              <a:t>là</a:t>
            </a:r>
            <a:r>
              <a:rPr lang="en-US" sz="2200"/>
              <a:t> </a:t>
            </a:r>
            <a:r>
              <a:rPr lang="en-US" sz="2200" err="1"/>
              <a:t>thực</a:t>
            </a:r>
            <a:r>
              <a:rPr lang="en-US" sz="2200"/>
              <a:t> </a:t>
            </a:r>
            <a:r>
              <a:rPr lang="en-US" sz="2200" err="1"/>
              <a:t>hiện</a:t>
            </a:r>
            <a:r>
              <a:rPr lang="en-US" sz="2200"/>
              <a:t> </a:t>
            </a:r>
            <a:r>
              <a:rPr lang="en-US" sz="2200" err="1"/>
              <a:t>đề</a:t>
            </a:r>
            <a:r>
              <a:rPr lang="en-US" sz="2200"/>
              <a:t> </a:t>
            </a:r>
            <a:r>
              <a:rPr lang="en-US" sz="2200" err="1"/>
              <a:t>án</a:t>
            </a:r>
            <a:r>
              <a:rPr lang="en-US" sz="2200"/>
              <a:t> có mã số 1</a:t>
            </a:r>
          </a:p>
          <a:p>
            <a:pPr marL="0" indent="0">
              <a:buNone/>
            </a:pPr>
            <a:r>
              <a:rPr lang="vi-VN" sz="2200" kern="0"/>
              <a:t>2. Cho biết MANV vừa làm việc cho đề án có mã 1 và vừa làm việc cho đề án có mã 2</a:t>
            </a:r>
            <a:endParaRPr lang="en-US" sz="2200" kern="0"/>
          </a:p>
          <a:p>
            <a:pPr marL="457200" indent="-457200">
              <a:buAutoNum type="arabicPeriod"/>
            </a:pPr>
            <a:endParaRPr lang="en-US" sz="2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7DAD-C29F-43DB-9307-DA6167F4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E3FFD-7419-4316-9CC9-EC01A12B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B274-F3ED-4F22-9D3A-C5E5218A09E0}" type="slidenum">
              <a:rPr lang="en-US" altLang="en-US" smtClean="0"/>
              <a:pPr/>
              <a:t>45</a:t>
            </a:fld>
            <a:endParaRPr lang="en-US" alt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BC758DEC-97AF-C71D-18BA-46D155358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066800"/>
            <a:ext cx="6198689" cy="3967161"/>
          </a:xfrm>
          <a:prstGeom prst="rect">
            <a:avLst/>
          </a:prstGeom>
          <a:noFill/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9AAE01-633A-F727-4B8D-6BE639A2836B}"/>
              </a:ext>
            </a:extLst>
          </p:cNvPr>
          <p:cNvSpPr txBox="1">
            <a:spLocks/>
          </p:cNvSpPr>
          <p:nvPr/>
        </p:nvSpPr>
        <p:spPr bwMode="auto">
          <a:xfrm>
            <a:off x="36394" y="5257800"/>
            <a:ext cx="90712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+mn-lt"/>
              </a:defRPr>
            </a:lvl2pPr>
            <a:lvl3pPr marL="1022350" indent="-350838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</a:defRPr>
            </a:lvl3pPr>
            <a:lvl4pPr marL="1339850" indent="-315913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+mn-lt"/>
              </a:defRPr>
            </a:lvl4pPr>
            <a:lvl5pPr marL="1681163" indent="-339725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5pPr>
            <a:lvl6pPr marL="21383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955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527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509963" indent="-339725" algn="just" rtl="0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200" kern="0"/>
              <a:t>3. Cho </a:t>
            </a:r>
            <a:r>
              <a:rPr lang="en-US" sz="2200" kern="0" err="1"/>
              <a:t>biết</a:t>
            </a:r>
            <a:r>
              <a:rPr lang="en-US" sz="2200" kern="0"/>
              <a:t> MANV, Họ tên NV </a:t>
            </a:r>
            <a:r>
              <a:rPr lang="en-US" sz="2200" kern="0" err="1"/>
              <a:t>chưa</a:t>
            </a:r>
            <a:r>
              <a:rPr lang="en-US" sz="2200" kern="0"/>
              <a:t> </a:t>
            </a:r>
            <a:r>
              <a:rPr lang="en-US" sz="2200" kern="0" err="1"/>
              <a:t>được</a:t>
            </a:r>
            <a:r>
              <a:rPr lang="en-US" sz="2200" kern="0"/>
              <a:t> </a:t>
            </a:r>
            <a:r>
              <a:rPr lang="en-US" sz="2200" kern="0" err="1"/>
              <a:t>phân</a:t>
            </a:r>
            <a:r>
              <a:rPr lang="en-US" sz="2200" kern="0"/>
              <a:t> </a:t>
            </a:r>
            <a:r>
              <a:rPr lang="en-US" sz="2200" kern="0" err="1"/>
              <a:t>công</a:t>
            </a:r>
            <a:r>
              <a:rPr lang="en-US" sz="2200" kern="0"/>
              <a:t> </a:t>
            </a:r>
            <a:r>
              <a:rPr lang="en-US" sz="2200" kern="0" err="1"/>
              <a:t>thực</a:t>
            </a:r>
            <a:r>
              <a:rPr lang="en-US" sz="2200" kern="0"/>
              <a:t> </a:t>
            </a:r>
            <a:r>
              <a:rPr lang="en-US" sz="2200" kern="0" err="1"/>
              <a:t>hiện</a:t>
            </a:r>
            <a:r>
              <a:rPr lang="en-US" sz="2200" kern="0"/>
              <a:t> </a:t>
            </a:r>
            <a:r>
              <a:rPr lang="en-US" sz="2200" kern="0" err="1"/>
              <a:t>đề</a:t>
            </a:r>
            <a:r>
              <a:rPr lang="en-US" sz="2200" kern="0"/>
              <a:t> </a:t>
            </a:r>
            <a:r>
              <a:rPr lang="en-US" sz="2200" kern="0" err="1"/>
              <a:t>án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kern="0" err="1"/>
              <a:t>4. Cho biết MANV, Họ tên NV làm việc cho đề án có mã 1 nhưng không làm việc cho đề án có mã 2</a:t>
            </a:r>
            <a:endParaRPr lang="en-US" sz="2200" kern="0"/>
          </a:p>
        </p:txBody>
      </p:sp>
    </p:spTree>
    <p:extLst>
      <p:ext uri="{BB962C8B-B14F-4D97-AF65-F5344CB8AC3E}">
        <p14:creationId xmlns:p14="http://schemas.microsoft.com/office/powerpoint/2010/main" val="2265880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DE12-039E-4D45-A646-232BA2B9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 nhóm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303C-0A64-44EE-BFBA-DE873C89A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76838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/>
              <a:t>Biểu diễn bằng ĐSQH và SQL (</a:t>
            </a:r>
            <a:r>
              <a:rPr lang="en-US" i="1"/>
              <a:t>Chỉ sử dụng phép tích, chọn và chiếu</a:t>
            </a:r>
            <a:r>
              <a:rPr lang="en-US" b="1"/>
              <a:t>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>
                <a:solidFill>
                  <a:srgbClr val="0070C0"/>
                </a:solidFill>
              </a:rPr>
              <a:t>A. Sử dụng lược đồ CSDL QLDiemSV</a:t>
            </a:r>
          </a:p>
          <a:p>
            <a:pPr marL="327025" lvl="1" indent="0">
              <a:spcBef>
                <a:spcPts val="0"/>
              </a:spcBef>
              <a:buNone/>
            </a:pPr>
            <a:r>
              <a:rPr lang="en-US" sz="2400" i="1">
                <a:solidFill>
                  <a:srgbClr val="FF0000"/>
                </a:solidFill>
              </a:rPr>
              <a:t>A.1. </a:t>
            </a:r>
            <a:r>
              <a:rPr lang="en-US" sz="2400" i="1"/>
              <a:t>Cho biết học bổng cao nhất</a:t>
            </a:r>
          </a:p>
          <a:p>
            <a:pPr marL="327025" lvl="1" indent="0">
              <a:spcBef>
                <a:spcPts val="0"/>
              </a:spcBef>
              <a:buNone/>
            </a:pPr>
            <a:r>
              <a:rPr lang="en-US" sz="2400" i="1">
                <a:solidFill>
                  <a:srgbClr val="FF0000"/>
                </a:solidFill>
              </a:rPr>
              <a:t>A.2. </a:t>
            </a:r>
            <a:r>
              <a:rPr lang="en-US" sz="2400" i="1"/>
              <a:t>Cho biết học bổng cao nhất của sinh viên khoa có mã ‘TH’</a:t>
            </a:r>
          </a:p>
          <a:p>
            <a:pPr marL="327025" lvl="1" indent="0">
              <a:spcBef>
                <a:spcPts val="0"/>
              </a:spcBef>
              <a:buNone/>
            </a:pPr>
            <a:r>
              <a:rPr lang="en-US" sz="2400" i="1">
                <a:solidFill>
                  <a:srgbClr val="FF0000"/>
                </a:solidFill>
              </a:rPr>
              <a:t>A.3. </a:t>
            </a:r>
            <a:r>
              <a:rPr lang="en-US" sz="2400" i="1"/>
              <a:t>Cho biết học bổng cao nhất của sinh viên khoa ‘Tin học’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>
                <a:solidFill>
                  <a:srgbClr val="0070C0"/>
                </a:solidFill>
              </a:rPr>
              <a:t>B. Sử dụng lược đồ CSDL QLDeAnCongTy</a:t>
            </a:r>
          </a:p>
          <a:p>
            <a:pPr marL="327025" lvl="1" indent="0">
              <a:spcBef>
                <a:spcPts val="0"/>
              </a:spcBef>
              <a:buNone/>
            </a:pPr>
            <a:r>
              <a:rPr lang="en-US" sz="2400" i="1">
                <a:solidFill>
                  <a:srgbClr val="FF0000"/>
                </a:solidFill>
              </a:rPr>
              <a:t>B.1. </a:t>
            </a:r>
            <a:r>
              <a:rPr lang="en-US" sz="2400" i="1"/>
              <a:t>Cho </a:t>
            </a:r>
            <a:r>
              <a:rPr lang="en-US" sz="2400" i="1" err="1"/>
              <a:t>biết</a:t>
            </a:r>
            <a:r>
              <a:rPr lang="en-US" sz="2400" i="1"/>
              <a:t> l</a:t>
            </a:r>
            <a:r>
              <a:rPr lang="vi-VN" sz="2400" i="1"/>
              <a:t>ư</a:t>
            </a:r>
            <a:r>
              <a:rPr lang="en-US" sz="2400" i="1" err="1"/>
              <a:t>ơng</a:t>
            </a:r>
            <a:r>
              <a:rPr lang="en-US" sz="2400" i="1"/>
              <a:t> </a:t>
            </a:r>
            <a:r>
              <a:rPr lang="en-US" sz="2400" i="1" err="1"/>
              <a:t>thấp</a:t>
            </a:r>
            <a:r>
              <a:rPr lang="en-US" sz="2400" i="1"/>
              <a:t> </a:t>
            </a:r>
            <a:r>
              <a:rPr lang="en-US" sz="2400" i="1" err="1"/>
              <a:t>nhất</a:t>
            </a:r>
            <a:r>
              <a:rPr lang="en-US" sz="2400" i="1"/>
              <a:t> </a:t>
            </a:r>
            <a:r>
              <a:rPr lang="en-US" sz="2400" i="1" err="1"/>
              <a:t>của</a:t>
            </a:r>
            <a:r>
              <a:rPr lang="en-US" sz="2400" i="1"/>
              <a:t> </a:t>
            </a:r>
            <a:r>
              <a:rPr lang="en-US" sz="2400" i="1" err="1"/>
              <a:t>công</a:t>
            </a:r>
            <a:r>
              <a:rPr lang="en-US" sz="2400" i="1"/>
              <a:t> ty</a:t>
            </a:r>
          </a:p>
          <a:p>
            <a:pPr marL="327025" lvl="1" indent="0">
              <a:spcBef>
                <a:spcPts val="0"/>
              </a:spcBef>
              <a:buNone/>
            </a:pPr>
            <a:r>
              <a:rPr lang="en-US" sz="2400" i="1">
                <a:solidFill>
                  <a:srgbClr val="FF0000"/>
                </a:solidFill>
              </a:rPr>
              <a:t>B.2. </a:t>
            </a:r>
            <a:r>
              <a:rPr lang="en-US" sz="2400" i="1"/>
              <a:t>Cho </a:t>
            </a:r>
            <a:r>
              <a:rPr lang="en-US" sz="2400" i="1" err="1"/>
              <a:t>biết</a:t>
            </a:r>
            <a:r>
              <a:rPr lang="en-US" sz="2400" i="1"/>
              <a:t> </a:t>
            </a:r>
            <a:r>
              <a:rPr lang="en-US" sz="2400" i="1" err="1"/>
              <a:t>số</a:t>
            </a:r>
            <a:r>
              <a:rPr lang="en-US" sz="2400" i="1"/>
              <a:t> </a:t>
            </a:r>
            <a:r>
              <a:rPr lang="en-US" sz="2400" i="1" err="1"/>
              <a:t>giờ</a:t>
            </a:r>
            <a:r>
              <a:rPr lang="en-US" sz="2400" i="1"/>
              <a:t> </a:t>
            </a:r>
            <a:r>
              <a:rPr lang="en-US" sz="2400" i="1" err="1"/>
              <a:t>thực</a:t>
            </a:r>
            <a:r>
              <a:rPr lang="en-US" sz="2400" i="1"/>
              <a:t> </a:t>
            </a:r>
            <a:r>
              <a:rPr lang="en-US" sz="2400" i="1" err="1"/>
              <a:t>hiện</a:t>
            </a:r>
            <a:r>
              <a:rPr lang="en-US" sz="2400" i="1"/>
              <a:t> </a:t>
            </a:r>
            <a:r>
              <a:rPr lang="en-US" sz="2400" i="1" err="1"/>
              <a:t>lớn</a:t>
            </a:r>
            <a:r>
              <a:rPr lang="en-US" sz="2400" i="1"/>
              <a:t> </a:t>
            </a:r>
            <a:r>
              <a:rPr lang="en-US" sz="2400" i="1" err="1"/>
              <a:t>nhất</a:t>
            </a:r>
            <a:r>
              <a:rPr lang="en-US" sz="2400" i="1"/>
              <a:t> </a:t>
            </a:r>
            <a:r>
              <a:rPr lang="en-US" sz="2400" i="1" err="1"/>
              <a:t>của</a:t>
            </a:r>
            <a:r>
              <a:rPr lang="en-US" sz="2400" i="1"/>
              <a:t> </a:t>
            </a:r>
            <a:r>
              <a:rPr lang="en-US" sz="2400" i="1" err="1"/>
              <a:t>đề</a:t>
            </a:r>
            <a:r>
              <a:rPr lang="en-US" sz="2400" i="1"/>
              <a:t> </a:t>
            </a:r>
            <a:r>
              <a:rPr lang="en-US" sz="2400" i="1" err="1"/>
              <a:t>án</a:t>
            </a:r>
            <a:endParaRPr lang="en-US" sz="2400" i="1"/>
          </a:p>
          <a:p>
            <a:pPr marL="514350" indent="-514350">
              <a:spcBef>
                <a:spcPts val="0"/>
              </a:spcBef>
              <a:buAutoNum type="arabicPeriod"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A794-6258-4DA9-9500-B4C9C90E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99C36-917E-464E-8FDD-B8EDAAE5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16988-204E-45A4-B50D-3E7973353EA9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777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F880C-7DD9-4BDA-AFFA-1C79FAD1A9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</a:t>
            </a:r>
            <a:endParaRPr lang="en-US" altLang="en-US"/>
          </a:p>
        </p:txBody>
      </p:sp>
      <p:sp>
        <p:nvSpPr>
          <p:cNvPr id="129027" name="Slide Number Placeholder 5">
            <a:extLst>
              <a:ext uri="{FF2B5EF4-FFF2-40B4-BE49-F238E27FC236}">
                <a16:creationId xmlns:a16="http://schemas.microsoft.com/office/drawing/2014/main" id="{06CD1AFE-BE3B-4075-8BCB-271D71E4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7BCF0EA-3B7B-4862-95B4-66F8691B335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en-US" sz="1000"/>
          </a:p>
        </p:txBody>
      </p:sp>
      <p:sp>
        <p:nvSpPr>
          <p:cNvPr id="129028" name="Rectangle 2">
            <a:extLst>
              <a:ext uri="{FF2B5EF4-FFF2-40B4-BE49-F238E27FC236}">
                <a16:creationId xmlns:a16="http://schemas.microsoft.com/office/drawing/2014/main" id="{D17B6043-813E-44F1-B371-19EAE0814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Kết luận</a:t>
            </a:r>
          </a:p>
        </p:txBody>
      </p:sp>
      <p:sp>
        <p:nvSpPr>
          <p:cNvPr id="129029" name="Rectangle 3">
            <a:extLst>
              <a:ext uri="{FF2B5EF4-FFF2-40B4-BE49-F238E27FC236}">
                <a16:creationId xmlns:a16="http://schemas.microsoft.com/office/drawing/2014/main" id="{99792C2F-99F8-429B-B41E-474387643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SQL có cài đặt các phép toán</a:t>
            </a:r>
          </a:p>
          <a:p>
            <a:pPr lvl="1" eaLnBrk="1" hangingPunct="1"/>
            <a:r>
              <a:rPr lang="en-US" altLang="en-US"/>
              <a:t>Tích Cartesian</a:t>
            </a:r>
          </a:p>
          <a:p>
            <a:pPr lvl="1" eaLnBrk="1" hangingPunct="1"/>
            <a:r>
              <a:rPr lang="en-US" altLang="en-US"/>
              <a:t>Hội (UNION)</a:t>
            </a:r>
          </a:p>
          <a:p>
            <a:pPr lvl="1" eaLnBrk="1" hangingPunct="1"/>
            <a:r>
              <a:rPr lang="en-US" altLang="en-US"/>
              <a:t>Giao (INTERSECT)</a:t>
            </a:r>
          </a:p>
          <a:p>
            <a:pPr lvl="1" eaLnBrk="1" hangingPunct="1"/>
            <a:r>
              <a:rPr lang="en-US" altLang="en-US"/>
              <a:t>Trừ (EXCEPT)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Kết quả trả về là tập hợp</a:t>
            </a:r>
          </a:p>
          <a:p>
            <a:pPr lvl="1" eaLnBrk="1" hangingPunct="1"/>
            <a:r>
              <a:rPr lang="en-US" altLang="en-US"/>
              <a:t>Loại bỏ các bộ trùng nhau</a:t>
            </a:r>
          </a:p>
          <a:p>
            <a:pPr lvl="1" eaLnBrk="1" hangingPunct="1"/>
            <a:r>
              <a:rPr lang="en-US" altLang="en-US"/>
              <a:t>Để giữ lại các bộ trùng nhau</a:t>
            </a:r>
          </a:p>
          <a:p>
            <a:pPr lvl="2" eaLnBrk="1" hangingPunct="1"/>
            <a:r>
              <a:rPr lang="en-US" altLang="en-US"/>
              <a:t>UNION ALL</a:t>
            </a:r>
          </a:p>
          <a:p>
            <a:pPr lvl="2" eaLnBrk="1" hangingPunct="1"/>
            <a:r>
              <a:rPr lang="en-US" altLang="en-US"/>
              <a:t>INTERSECT ALL</a:t>
            </a:r>
          </a:p>
          <a:p>
            <a:pPr lvl="2" eaLnBrk="1" hangingPunct="1"/>
            <a:r>
              <a:rPr lang="en-US" altLang="en-US"/>
              <a:t>EXCEPT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76E08983BAD419130078E0A4D7CDC" ma:contentTypeVersion="2" ma:contentTypeDescription="Create a new document." ma:contentTypeScope="" ma:versionID="cfde902959a8f335a9f9131167589e68">
  <xsd:schema xmlns:xsd="http://www.w3.org/2001/XMLSchema" xmlns:xs="http://www.w3.org/2001/XMLSchema" xmlns:p="http://schemas.microsoft.com/office/2006/metadata/properties" xmlns:ns2="03beee07-be85-4858-810d-711279ada858" targetNamespace="http://schemas.microsoft.com/office/2006/metadata/properties" ma:root="true" ma:fieldsID="ad092cc1af911ec022986e121596ce8e" ns2:_="">
    <xsd:import namespace="03beee07-be85-4858-810d-711279ada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beee07-be85-4858-810d-711279ada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1B6892-6286-438B-83EB-CDF36CA0B6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5339F7-79F6-4F31-BAC2-4FB355B10C6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96387B-1EE3-4E0E-95A0-9D02C47A636B}">
  <ds:schemaRefs>
    <ds:schemaRef ds:uri="03beee07-be85-4858-810d-711279ada8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</TotalTime>
  <Words>3308</Words>
  <Application>Microsoft Macintosh PowerPoint</Application>
  <PresentationFormat>On-screen Show (4:3)</PresentationFormat>
  <Paragraphs>907</Paragraphs>
  <Slides>47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Cambria Math</vt:lpstr>
      <vt:lpstr>Symbol</vt:lpstr>
      <vt:lpstr>Tahoma</vt:lpstr>
      <vt:lpstr>Verdana</vt:lpstr>
      <vt:lpstr>Wingdings</vt:lpstr>
      <vt:lpstr>Wingdings 2</vt:lpstr>
      <vt:lpstr>Edge</vt:lpstr>
      <vt:lpstr>Chương 3</vt:lpstr>
      <vt:lpstr>Nhắc lại Phép chọn và chiếu Biểu diễn bằng ĐSQH và SQL</vt:lpstr>
      <vt:lpstr>Nội dung chi tiết</vt:lpstr>
      <vt:lpstr>1. Phép tích Cartesian</vt:lpstr>
      <vt:lpstr>1. Phép tích Cartesian (tt)</vt:lpstr>
      <vt:lpstr>1. Phép tích Cartesian (tt)</vt:lpstr>
      <vt:lpstr>1. Phép tích Cartesian (tt)</vt:lpstr>
      <vt:lpstr>1. Phép tích Cartesian (tt)</vt:lpstr>
      <vt:lpstr>1. Phép tích Cartesian (tt)</vt:lpstr>
      <vt:lpstr>1. Phép tích Cartesian (tt)</vt:lpstr>
      <vt:lpstr>1. Phép tích Cartesian (tt)</vt:lpstr>
      <vt:lpstr>1. Phép tích Cartesian – Ví dụ</vt:lpstr>
      <vt:lpstr>1. Phép tích Cartesian - Ví dụ (tt)</vt:lpstr>
      <vt:lpstr>1. Phép tích Cartesian - Ví dụ (tt)</vt:lpstr>
      <vt:lpstr>1. Phép tích Cartesian - Ví dụ (tt)</vt:lpstr>
      <vt:lpstr>1. Phép tích Cartesian  – Truy vấn con trong mệnh đề FROM</vt:lpstr>
      <vt:lpstr>1. Phép tích Cartesian – Ví dụ (tt)</vt:lpstr>
      <vt:lpstr>PowerPoint Presentation</vt:lpstr>
      <vt:lpstr>Bài tập</vt:lpstr>
      <vt:lpstr>2. Phép toán tập hợp</vt:lpstr>
      <vt:lpstr>2. Phép toán tập hợp (tt)</vt:lpstr>
      <vt:lpstr>3. Phép hội</vt:lpstr>
      <vt:lpstr>3. Phép hội – Tính chất</vt:lpstr>
      <vt:lpstr>3. Phép hội trong SQL</vt:lpstr>
      <vt:lpstr>3. Phép hội (tt) - Ví dụ</vt:lpstr>
      <vt:lpstr>3. Phép hội (tt) - Ví dụ</vt:lpstr>
      <vt:lpstr>3. Phép hội (tt) - Ví dụ</vt:lpstr>
      <vt:lpstr>3. Phép hội (tt) – Bài tập</vt:lpstr>
      <vt:lpstr>3. Phép hội (tt) – Bài tập</vt:lpstr>
      <vt:lpstr>4. Phép giao</vt:lpstr>
      <vt:lpstr>4. Phép giao – Tính chất</vt:lpstr>
      <vt:lpstr>4. Phép giao trên SQL</vt:lpstr>
      <vt:lpstr>4. Phép giao - Ví dụ</vt:lpstr>
      <vt:lpstr>4. Phép giao - Ví dụ (tt)</vt:lpstr>
      <vt:lpstr>4. Phép giao - Ví dụ (tt)</vt:lpstr>
      <vt:lpstr>4. Phép giao (tt) – Bài tập</vt:lpstr>
      <vt:lpstr>4. Phép giao (tt) – Bài tập</vt:lpstr>
      <vt:lpstr>5. Phép trừ</vt:lpstr>
      <vt:lpstr>5. Phép trừ trên SQL</vt:lpstr>
      <vt:lpstr>5. Phép trừ - Ví dụ</vt:lpstr>
      <vt:lpstr>5. Phép trừ - Ví dụ (tt)</vt:lpstr>
      <vt:lpstr>5. Phép trừ (tt) – Bài tập</vt:lpstr>
      <vt:lpstr>1. Phép trừ - Bài tập (tt)</vt:lpstr>
      <vt:lpstr>1. Phép trừ - Bài tập (tt)</vt:lpstr>
      <vt:lpstr>6. Bài tập VN</vt:lpstr>
      <vt:lpstr>Bài tập nhóm</vt:lpstr>
      <vt:lpstr>Kết luận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Minh Thai Tran</cp:lastModifiedBy>
  <cp:revision>1</cp:revision>
  <dcterms:created xsi:type="dcterms:W3CDTF">2003-05-25T12:47:52Z</dcterms:created>
  <dcterms:modified xsi:type="dcterms:W3CDTF">2025-02-23T15:15:46Z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0x0101004A476E08983BAD419130078E0A4D7CDC</vt:lpwstr>
  </property>
</Properties>
</file>