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4"/>
  </p:sldMasterIdLst>
  <p:notesMasterIdLst>
    <p:notesMasterId r:id="rId62"/>
  </p:notesMasterIdLst>
  <p:sldIdLst>
    <p:sldId id="256" r:id="rId5"/>
    <p:sldId id="258" r:id="rId6"/>
    <p:sldId id="259" r:id="rId7"/>
    <p:sldId id="265" r:id="rId8"/>
    <p:sldId id="266" r:id="rId9"/>
    <p:sldId id="267" r:id="rId10"/>
    <p:sldId id="268" r:id="rId11"/>
    <p:sldId id="269" r:id="rId12"/>
    <p:sldId id="298" r:id="rId13"/>
    <p:sldId id="299" r:id="rId14"/>
    <p:sldId id="270" r:id="rId15"/>
    <p:sldId id="300" r:id="rId16"/>
    <p:sldId id="271" r:id="rId17"/>
    <p:sldId id="272" r:id="rId18"/>
    <p:sldId id="273" r:id="rId19"/>
    <p:sldId id="274" r:id="rId20"/>
    <p:sldId id="275" r:id="rId21"/>
    <p:sldId id="297" r:id="rId22"/>
    <p:sldId id="277" r:id="rId23"/>
    <p:sldId id="279" r:id="rId24"/>
    <p:sldId id="278" r:id="rId25"/>
    <p:sldId id="281" r:id="rId26"/>
    <p:sldId id="282" r:id="rId27"/>
    <p:sldId id="303" r:id="rId28"/>
    <p:sldId id="284" r:id="rId29"/>
    <p:sldId id="285" r:id="rId30"/>
    <p:sldId id="286" r:id="rId31"/>
    <p:sldId id="287" r:id="rId32"/>
    <p:sldId id="288" r:id="rId33"/>
    <p:sldId id="289" r:id="rId34"/>
    <p:sldId id="290" r:id="rId35"/>
    <p:sldId id="291" r:id="rId36"/>
    <p:sldId id="293" r:id="rId37"/>
    <p:sldId id="304" r:id="rId38"/>
    <p:sldId id="306" r:id="rId39"/>
    <p:sldId id="305" r:id="rId40"/>
    <p:sldId id="307" r:id="rId41"/>
    <p:sldId id="308" r:id="rId42"/>
    <p:sldId id="309" r:id="rId43"/>
    <p:sldId id="310" r:id="rId44"/>
    <p:sldId id="311" r:id="rId45"/>
    <p:sldId id="312" r:id="rId46"/>
    <p:sldId id="323" r:id="rId47"/>
    <p:sldId id="292" r:id="rId48"/>
    <p:sldId id="314" r:id="rId49"/>
    <p:sldId id="315" r:id="rId50"/>
    <p:sldId id="316" r:id="rId51"/>
    <p:sldId id="317" r:id="rId52"/>
    <p:sldId id="318" r:id="rId53"/>
    <p:sldId id="319" r:id="rId54"/>
    <p:sldId id="320" r:id="rId55"/>
    <p:sldId id="321" r:id="rId56"/>
    <p:sldId id="322" r:id="rId57"/>
    <p:sldId id="294" r:id="rId58"/>
    <p:sldId id="295" r:id="rId59"/>
    <p:sldId id="296" r:id="rId60"/>
    <p:sldId id="264" r:id="rId61"/>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3F7323-2448-CD44-A4BB-340DD98ABCD7}" v="68" dt="2025-03-16T14:07:31.3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211" autoAdjust="0"/>
    <p:restoredTop sz="93850" autoAdjust="0"/>
  </p:normalViewPr>
  <p:slideViewPr>
    <p:cSldViewPr>
      <p:cViewPr varScale="1">
        <p:scale>
          <a:sx n="82" d="100"/>
          <a:sy n="82" d="100"/>
        </p:scale>
        <p:origin x="2008" y="4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h Thai Tran" userId="996740aabe1fc7dc" providerId="LiveId" clId="{E9935E2D-31FF-9D48-B97D-35B4B0053AF8}"/>
    <pc:docChg chg="addSld delSld modSld">
      <pc:chgData name="Minh Thai Tran" userId="996740aabe1fc7dc" providerId="LiveId" clId="{E9935E2D-31FF-9D48-B97D-35B4B0053AF8}" dt="2023-04-05T00:24:42.803" v="220" actId="20577"/>
      <pc:docMkLst>
        <pc:docMk/>
      </pc:docMkLst>
      <pc:sldChg chg="modSp mod">
        <pc:chgData name="Minh Thai Tran" userId="996740aabe1fc7dc" providerId="LiveId" clId="{E9935E2D-31FF-9D48-B97D-35B4B0053AF8}" dt="2023-03-28T23:44:39.485" v="11" actId="20577"/>
        <pc:sldMkLst>
          <pc:docMk/>
          <pc:sldMk cId="0" sldId="256"/>
        </pc:sldMkLst>
      </pc:sldChg>
      <pc:sldChg chg="modSp mod">
        <pc:chgData name="Minh Thai Tran" userId="996740aabe1fc7dc" providerId="LiveId" clId="{E9935E2D-31FF-9D48-B97D-35B4B0053AF8}" dt="2023-03-29T03:46:16.473" v="153" actId="20577"/>
        <pc:sldMkLst>
          <pc:docMk/>
          <pc:sldMk cId="0" sldId="289"/>
        </pc:sldMkLst>
      </pc:sldChg>
      <pc:sldChg chg="modSp mod">
        <pc:chgData name="Minh Thai Tran" userId="996740aabe1fc7dc" providerId="LiveId" clId="{E9935E2D-31FF-9D48-B97D-35B4B0053AF8}" dt="2023-04-04T23:59:21.757" v="211" actId="20577"/>
        <pc:sldMkLst>
          <pc:docMk/>
          <pc:sldMk cId="0" sldId="293"/>
        </pc:sldMkLst>
      </pc:sldChg>
      <pc:sldChg chg="modSp mod">
        <pc:chgData name="Minh Thai Tran" userId="996740aabe1fc7dc" providerId="LiveId" clId="{E9935E2D-31FF-9D48-B97D-35B4B0053AF8}" dt="2023-04-05T00:24:42.803" v="220" actId="20577"/>
        <pc:sldMkLst>
          <pc:docMk/>
          <pc:sldMk cId="0" sldId="294"/>
        </pc:sldMkLst>
      </pc:sldChg>
      <pc:sldChg chg="modSp new mod">
        <pc:chgData name="Minh Thai Tran" userId="996740aabe1fc7dc" providerId="LiveId" clId="{E9935E2D-31FF-9D48-B97D-35B4B0053AF8}" dt="2023-03-29T02:27:17.455" v="73" actId="14100"/>
        <pc:sldMkLst>
          <pc:docMk/>
          <pc:sldMk cId="2029501926" sldId="298"/>
        </pc:sldMkLst>
      </pc:sldChg>
      <pc:sldChg chg="modSp add mod">
        <pc:chgData name="Minh Thai Tran" userId="996740aabe1fc7dc" providerId="LiveId" clId="{E9935E2D-31FF-9D48-B97D-35B4B0053AF8}" dt="2023-03-29T02:28:50.984" v="84" actId="207"/>
        <pc:sldMkLst>
          <pc:docMk/>
          <pc:sldMk cId="2101496629" sldId="299"/>
        </pc:sldMkLst>
      </pc:sldChg>
      <pc:sldChg chg="modSp add mod">
        <pc:chgData name="Minh Thai Tran" userId="996740aabe1fc7dc" providerId="LiveId" clId="{E9935E2D-31FF-9D48-B97D-35B4B0053AF8}" dt="2023-03-29T02:31:50.647" v="133" actId="207"/>
        <pc:sldMkLst>
          <pc:docMk/>
          <pc:sldMk cId="2433202000" sldId="300"/>
        </pc:sldMkLst>
      </pc:sldChg>
      <pc:sldChg chg="modSp add del mod">
        <pc:chgData name="Minh Thai Tran" userId="996740aabe1fc7dc" providerId="LiveId" clId="{E9935E2D-31FF-9D48-B97D-35B4B0053AF8}" dt="2023-03-29T02:30:08.505" v="102" actId="2696"/>
        <pc:sldMkLst>
          <pc:docMk/>
          <pc:sldMk cId="3713087525" sldId="300"/>
        </pc:sldMkLst>
      </pc:sldChg>
      <pc:sldChg chg="modSp add mod">
        <pc:chgData name="Minh Thai Tran" userId="996740aabe1fc7dc" providerId="LiveId" clId="{E9935E2D-31FF-9D48-B97D-35B4B0053AF8}" dt="2023-03-29T02:32:13.585" v="147" actId="20577"/>
        <pc:sldMkLst>
          <pc:docMk/>
          <pc:sldMk cId="3475632470" sldId="301"/>
        </pc:sldMkLst>
      </pc:sldChg>
    </pc:docChg>
  </pc:docChgLst>
  <pc:docChgLst>
    <pc:chgData name="Minh Thai Tran" userId="996740aabe1fc7dc" providerId="LiveId" clId="{CC3F7323-2448-CD44-A4BB-340DD98ABCD7}"/>
    <pc:docChg chg="undo custSel addSld delSld modSld">
      <pc:chgData name="Minh Thai Tran" userId="996740aabe1fc7dc" providerId="LiveId" clId="{CC3F7323-2448-CD44-A4BB-340DD98ABCD7}" dt="2025-03-16T14:07:31.389" v="730" actId="20577"/>
      <pc:docMkLst>
        <pc:docMk/>
      </pc:docMkLst>
      <pc:sldChg chg="modSp mod">
        <pc:chgData name="Minh Thai Tran" userId="996740aabe1fc7dc" providerId="LiveId" clId="{CC3F7323-2448-CD44-A4BB-340DD98ABCD7}" dt="2025-03-16T14:07:31.389" v="730" actId="20577"/>
        <pc:sldMkLst>
          <pc:docMk/>
          <pc:sldMk cId="0" sldId="256"/>
        </pc:sldMkLst>
        <pc:spChg chg="mod">
          <ac:chgData name="Minh Thai Tran" userId="996740aabe1fc7dc" providerId="LiveId" clId="{CC3F7323-2448-CD44-A4BB-340DD98ABCD7}" dt="2025-03-16T14:07:31.389" v="730" actId="20577"/>
          <ac:spMkLst>
            <pc:docMk/>
            <pc:sldMk cId="0" sldId="256"/>
            <ac:spMk id="2050" creationId="{CAAEF8BD-7DEA-4EED-A409-4D74BEC70D6B}"/>
          </ac:spMkLst>
        </pc:spChg>
        <pc:spChg chg="mod">
          <ac:chgData name="Minh Thai Tran" userId="996740aabe1fc7dc" providerId="LiveId" clId="{CC3F7323-2448-CD44-A4BB-340DD98ABCD7}" dt="2025-03-16T13:09:42.896" v="5" actId="20577"/>
          <ac:spMkLst>
            <pc:docMk/>
            <pc:sldMk cId="0" sldId="256"/>
            <ac:spMk id="14339" creationId="{3AABF4EA-6FDC-423F-B886-2E7220D7CE94}"/>
          </ac:spMkLst>
        </pc:spChg>
      </pc:sldChg>
      <pc:sldChg chg="modSp mod">
        <pc:chgData name="Minh Thai Tran" userId="996740aabe1fc7dc" providerId="LiveId" clId="{CC3F7323-2448-CD44-A4BB-340DD98ABCD7}" dt="2025-03-16T13:10:01.978" v="13" actId="2710"/>
        <pc:sldMkLst>
          <pc:docMk/>
          <pc:sldMk cId="0" sldId="258"/>
        </pc:sldMkLst>
        <pc:spChg chg="mod">
          <ac:chgData name="Minh Thai Tran" userId="996740aabe1fc7dc" providerId="LiveId" clId="{CC3F7323-2448-CD44-A4BB-340DD98ABCD7}" dt="2025-03-16T13:10:01.978" v="13" actId="2710"/>
          <ac:spMkLst>
            <pc:docMk/>
            <pc:sldMk cId="0" sldId="258"/>
            <ac:spMk id="15364" creationId="{B576F70D-D4C6-44E2-A200-CF57A07AB97D}"/>
          </ac:spMkLst>
        </pc:spChg>
      </pc:sldChg>
      <pc:sldChg chg="modSp mod">
        <pc:chgData name="Minh Thai Tran" userId="996740aabe1fc7dc" providerId="LiveId" clId="{CC3F7323-2448-CD44-A4BB-340DD98ABCD7}" dt="2025-03-16T13:11:34.438" v="15" actId="20577"/>
        <pc:sldMkLst>
          <pc:docMk/>
          <pc:sldMk cId="0" sldId="267"/>
        </pc:sldMkLst>
        <pc:spChg chg="mod">
          <ac:chgData name="Minh Thai Tran" userId="996740aabe1fc7dc" providerId="LiveId" clId="{CC3F7323-2448-CD44-A4BB-340DD98ABCD7}" dt="2025-03-16T13:11:34.438" v="15" actId="20577"/>
          <ac:spMkLst>
            <pc:docMk/>
            <pc:sldMk cId="0" sldId="267"/>
            <ac:spMk id="23556" creationId="{B163B25D-87CF-492A-A152-ACB11D32BF84}"/>
          </ac:spMkLst>
        </pc:spChg>
      </pc:sldChg>
      <pc:sldChg chg="modSp mod">
        <pc:chgData name="Minh Thai Tran" userId="996740aabe1fc7dc" providerId="LiveId" clId="{CC3F7323-2448-CD44-A4BB-340DD98ABCD7}" dt="2025-03-16T13:12:42.642" v="27" actId="113"/>
        <pc:sldMkLst>
          <pc:docMk/>
          <pc:sldMk cId="0" sldId="269"/>
        </pc:sldMkLst>
        <pc:spChg chg="mod">
          <ac:chgData name="Minh Thai Tran" userId="996740aabe1fc7dc" providerId="LiveId" clId="{CC3F7323-2448-CD44-A4BB-340DD98ABCD7}" dt="2025-03-16T13:12:42.642" v="27" actId="113"/>
          <ac:spMkLst>
            <pc:docMk/>
            <pc:sldMk cId="0" sldId="269"/>
            <ac:spMk id="27652" creationId="{D072CC95-513F-47EE-BCA2-23A61D2A45EC}"/>
          </ac:spMkLst>
        </pc:spChg>
      </pc:sldChg>
      <pc:sldChg chg="modSp mod">
        <pc:chgData name="Minh Thai Tran" userId="996740aabe1fc7dc" providerId="LiveId" clId="{CC3F7323-2448-CD44-A4BB-340DD98ABCD7}" dt="2025-03-16T13:15:12.436" v="48" actId="20577"/>
        <pc:sldMkLst>
          <pc:docMk/>
          <pc:sldMk cId="0" sldId="273"/>
        </pc:sldMkLst>
        <pc:spChg chg="mod">
          <ac:chgData name="Minh Thai Tran" userId="996740aabe1fc7dc" providerId="LiveId" clId="{CC3F7323-2448-CD44-A4BB-340DD98ABCD7}" dt="2025-03-16T13:15:12.436" v="48" actId="20577"/>
          <ac:spMkLst>
            <pc:docMk/>
            <pc:sldMk cId="0" sldId="273"/>
            <ac:spMk id="35843" creationId="{CD46DA76-3DE4-4AD3-848C-29773EA13D7F}"/>
          </ac:spMkLst>
        </pc:spChg>
      </pc:sldChg>
      <pc:sldChg chg="modSp mod">
        <pc:chgData name="Minh Thai Tran" userId="996740aabe1fc7dc" providerId="LiveId" clId="{CC3F7323-2448-CD44-A4BB-340DD98ABCD7}" dt="2025-03-16T13:15:49.932" v="56" actId="20577"/>
        <pc:sldMkLst>
          <pc:docMk/>
          <pc:sldMk cId="0" sldId="274"/>
        </pc:sldMkLst>
        <pc:spChg chg="mod">
          <ac:chgData name="Minh Thai Tran" userId="996740aabe1fc7dc" providerId="LiveId" clId="{CC3F7323-2448-CD44-A4BB-340DD98ABCD7}" dt="2025-03-16T13:15:49.932" v="56" actId="20577"/>
          <ac:spMkLst>
            <pc:docMk/>
            <pc:sldMk cId="0" sldId="274"/>
            <ac:spMk id="37892" creationId="{FE388A40-E137-4B94-BFE4-13349F65AA60}"/>
          </ac:spMkLst>
        </pc:spChg>
      </pc:sldChg>
      <pc:sldChg chg="modSp mod">
        <pc:chgData name="Minh Thai Tran" userId="996740aabe1fc7dc" providerId="LiveId" clId="{CC3F7323-2448-CD44-A4BB-340DD98ABCD7}" dt="2025-03-16T13:16:06.770" v="77" actId="20577"/>
        <pc:sldMkLst>
          <pc:docMk/>
          <pc:sldMk cId="0" sldId="275"/>
        </pc:sldMkLst>
        <pc:spChg chg="mod">
          <ac:chgData name="Minh Thai Tran" userId="996740aabe1fc7dc" providerId="LiveId" clId="{CC3F7323-2448-CD44-A4BB-340DD98ABCD7}" dt="2025-03-16T13:16:06.770" v="77" actId="20577"/>
          <ac:spMkLst>
            <pc:docMk/>
            <pc:sldMk cId="0" sldId="275"/>
            <ac:spMk id="39939" creationId="{E3D9D0A7-9A39-4151-B1F1-D56BF42D1C0F}"/>
          </ac:spMkLst>
        </pc:spChg>
      </pc:sldChg>
      <pc:sldChg chg="modSp mod">
        <pc:chgData name="Minh Thai Tran" userId="996740aabe1fc7dc" providerId="LiveId" clId="{CC3F7323-2448-CD44-A4BB-340DD98ABCD7}" dt="2025-03-16T13:18:43.548" v="122" actId="1076"/>
        <pc:sldMkLst>
          <pc:docMk/>
          <pc:sldMk cId="0" sldId="278"/>
        </pc:sldMkLst>
        <pc:spChg chg="mod">
          <ac:chgData name="Minh Thai Tran" userId="996740aabe1fc7dc" providerId="LiveId" clId="{CC3F7323-2448-CD44-A4BB-340DD98ABCD7}" dt="2025-03-16T13:18:35.888" v="121" actId="113"/>
          <ac:spMkLst>
            <pc:docMk/>
            <pc:sldMk cId="0" sldId="278"/>
            <ac:spMk id="46084" creationId="{DF78D897-86AE-4E1B-92A0-2D198294F1BA}"/>
          </ac:spMkLst>
        </pc:spChg>
        <pc:spChg chg="mod">
          <ac:chgData name="Minh Thai Tran" userId="996740aabe1fc7dc" providerId="LiveId" clId="{CC3F7323-2448-CD44-A4BB-340DD98ABCD7}" dt="2025-03-16T13:18:43.548" v="122" actId="1076"/>
          <ac:spMkLst>
            <pc:docMk/>
            <pc:sldMk cId="0" sldId="278"/>
            <ac:spMk id="46089" creationId="{CBE4243A-5F7A-441C-9451-D472BCE973FD}"/>
          </ac:spMkLst>
        </pc:spChg>
        <pc:spChg chg="mod">
          <ac:chgData name="Minh Thai Tran" userId="996740aabe1fc7dc" providerId="LiveId" clId="{CC3F7323-2448-CD44-A4BB-340DD98ABCD7}" dt="2025-03-16T13:18:43.548" v="122" actId="1076"/>
          <ac:spMkLst>
            <pc:docMk/>
            <pc:sldMk cId="0" sldId="278"/>
            <ac:spMk id="46090" creationId="{451E7B03-29B7-4740-A857-C8D084C54D18}"/>
          </ac:spMkLst>
        </pc:spChg>
        <pc:spChg chg="mod">
          <ac:chgData name="Minh Thai Tran" userId="996740aabe1fc7dc" providerId="LiveId" clId="{CC3F7323-2448-CD44-A4BB-340DD98ABCD7}" dt="2025-03-16T13:18:43.548" v="122" actId="1076"/>
          <ac:spMkLst>
            <pc:docMk/>
            <pc:sldMk cId="0" sldId="278"/>
            <ac:spMk id="46091" creationId="{15974821-FDA3-4D09-90EA-C5C255327942}"/>
          </ac:spMkLst>
        </pc:spChg>
        <pc:spChg chg="mod">
          <ac:chgData name="Minh Thai Tran" userId="996740aabe1fc7dc" providerId="LiveId" clId="{CC3F7323-2448-CD44-A4BB-340DD98ABCD7}" dt="2025-03-16T13:18:43.548" v="122" actId="1076"/>
          <ac:spMkLst>
            <pc:docMk/>
            <pc:sldMk cId="0" sldId="278"/>
            <ac:spMk id="46092" creationId="{F974E4A6-647D-41E6-AE7B-01F3D7E8D2A2}"/>
          </ac:spMkLst>
        </pc:spChg>
        <pc:spChg chg="mod">
          <ac:chgData name="Minh Thai Tran" userId="996740aabe1fc7dc" providerId="LiveId" clId="{CC3F7323-2448-CD44-A4BB-340DD98ABCD7}" dt="2025-03-16T13:18:43.548" v="122" actId="1076"/>
          <ac:spMkLst>
            <pc:docMk/>
            <pc:sldMk cId="0" sldId="278"/>
            <ac:spMk id="46093" creationId="{53400181-2740-47FD-9ECC-A8A27CDC84BA}"/>
          </ac:spMkLst>
        </pc:spChg>
        <pc:spChg chg="mod">
          <ac:chgData name="Minh Thai Tran" userId="996740aabe1fc7dc" providerId="LiveId" clId="{CC3F7323-2448-CD44-A4BB-340DD98ABCD7}" dt="2025-03-16T13:18:43.548" v="122" actId="1076"/>
          <ac:spMkLst>
            <pc:docMk/>
            <pc:sldMk cId="0" sldId="278"/>
            <ac:spMk id="46094" creationId="{0B9FE40F-FD56-4B0B-9659-4EB792819B79}"/>
          </ac:spMkLst>
        </pc:spChg>
        <pc:spChg chg="mod">
          <ac:chgData name="Minh Thai Tran" userId="996740aabe1fc7dc" providerId="LiveId" clId="{CC3F7323-2448-CD44-A4BB-340DD98ABCD7}" dt="2025-03-16T13:18:43.548" v="122" actId="1076"/>
          <ac:spMkLst>
            <pc:docMk/>
            <pc:sldMk cId="0" sldId="278"/>
            <ac:spMk id="46095" creationId="{F45C6B12-19ED-4338-87F4-81E9E68905EB}"/>
          </ac:spMkLst>
        </pc:spChg>
        <pc:spChg chg="mod">
          <ac:chgData name="Minh Thai Tran" userId="996740aabe1fc7dc" providerId="LiveId" clId="{CC3F7323-2448-CD44-A4BB-340DD98ABCD7}" dt="2025-03-16T13:18:06.167" v="115" actId="1076"/>
          <ac:spMkLst>
            <pc:docMk/>
            <pc:sldMk cId="0" sldId="278"/>
            <ac:spMk id="46096" creationId="{15599B51-B8BA-406A-942E-393444CF84BF}"/>
          </ac:spMkLst>
        </pc:spChg>
        <pc:spChg chg="mod">
          <ac:chgData name="Minh Thai Tran" userId="996740aabe1fc7dc" providerId="LiveId" clId="{CC3F7323-2448-CD44-A4BB-340DD98ABCD7}" dt="2025-03-16T13:18:06.167" v="115" actId="1076"/>
          <ac:spMkLst>
            <pc:docMk/>
            <pc:sldMk cId="0" sldId="278"/>
            <ac:spMk id="46097" creationId="{2BFA2612-10B3-4A17-AD76-E52DA550E507}"/>
          </ac:spMkLst>
        </pc:spChg>
        <pc:spChg chg="mod">
          <ac:chgData name="Minh Thai Tran" userId="996740aabe1fc7dc" providerId="LiveId" clId="{CC3F7323-2448-CD44-A4BB-340DD98ABCD7}" dt="2025-03-16T13:18:06.167" v="115" actId="1076"/>
          <ac:spMkLst>
            <pc:docMk/>
            <pc:sldMk cId="0" sldId="278"/>
            <ac:spMk id="46098" creationId="{A13323AA-09F7-4D08-BDEF-0846BEA3B126}"/>
          </ac:spMkLst>
        </pc:spChg>
        <pc:spChg chg="mod">
          <ac:chgData name="Minh Thai Tran" userId="996740aabe1fc7dc" providerId="LiveId" clId="{CC3F7323-2448-CD44-A4BB-340DD98ABCD7}" dt="2025-03-16T13:18:06.167" v="115" actId="1076"/>
          <ac:spMkLst>
            <pc:docMk/>
            <pc:sldMk cId="0" sldId="278"/>
            <ac:spMk id="46099" creationId="{78744916-C173-4412-8957-F0713FA07436}"/>
          </ac:spMkLst>
        </pc:spChg>
        <pc:spChg chg="mod">
          <ac:chgData name="Minh Thai Tran" userId="996740aabe1fc7dc" providerId="LiveId" clId="{CC3F7323-2448-CD44-A4BB-340DD98ABCD7}" dt="2025-03-16T13:18:06.167" v="115" actId="1076"/>
          <ac:spMkLst>
            <pc:docMk/>
            <pc:sldMk cId="0" sldId="278"/>
            <ac:spMk id="46100" creationId="{2B9D1E13-A71B-4E2A-A9DB-1C5C8D4C7F21}"/>
          </ac:spMkLst>
        </pc:spChg>
        <pc:spChg chg="mod">
          <ac:chgData name="Minh Thai Tran" userId="996740aabe1fc7dc" providerId="LiveId" clId="{CC3F7323-2448-CD44-A4BB-340DD98ABCD7}" dt="2025-03-16T13:18:06.167" v="115" actId="1076"/>
          <ac:spMkLst>
            <pc:docMk/>
            <pc:sldMk cId="0" sldId="278"/>
            <ac:spMk id="46101" creationId="{D8334726-35D6-4341-ACF8-82849AD8F2A1}"/>
          </ac:spMkLst>
        </pc:spChg>
        <pc:spChg chg="mod">
          <ac:chgData name="Minh Thai Tran" userId="996740aabe1fc7dc" providerId="LiveId" clId="{CC3F7323-2448-CD44-A4BB-340DD98ABCD7}" dt="2025-03-16T13:18:06.167" v="115" actId="1076"/>
          <ac:spMkLst>
            <pc:docMk/>
            <pc:sldMk cId="0" sldId="278"/>
            <ac:spMk id="46102" creationId="{69F37F10-053B-4E17-A1A7-9B58EC6FAB66}"/>
          </ac:spMkLst>
        </pc:spChg>
        <pc:spChg chg="mod">
          <ac:chgData name="Minh Thai Tran" userId="996740aabe1fc7dc" providerId="LiveId" clId="{CC3F7323-2448-CD44-A4BB-340DD98ABCD7}" dt="2025-03-16T13:17:31.402" v="79" actId="1076"/>
          <ac:spMkLst>
            <pc:docMk/>
            <pc:sldMk cId="0" sldId="278"/>
            <ac:spMk id="46103" creationId="{65E9C85E-642B-483F-9E1D-A08C87417368}"/>
          </ac:spMkLst>
        </pc:spChg>
        <pc:spChg chg="mod">
          <ac:chgData name="Minh Thai Tran" userId="996740aabe1fc7dc" providerId="LiveId" clId="{CC3F7323-2448-CD44-A4BB-340DD98ABCD7}" dt="2025-03-16T13:17:31.402" v="79" actId="1076"/>
          <ac:spMkLst>
            <pc:docMk/>
            <pc:sldMk cId="0" sldId="278"/>
            <ac:spMk id="46104" creationId="{CA8CA0F3-C130-4974-9C77-0B534F39D7EF}"/>
          </ac:spMkLst>
        </pc:spChg>
        <pc:spChg chg="mod">
          <ac:chgData name="Minh Thai Tran" userId="996740aabe1fc7dc" providerId="LiveId" clId="{CC3F7323-2448-CD44-A4BB-340DD98ABCD7}" dt="2025-03-16T13:17:31.402" v="79" actId="1076"/>
          <ac:spMkLst>
            <pc:docMk/>
            <pc:sldMk cId="0" sldId="278"/>
            <ac:spMk id="46106" creationId="{5D153A18-9B15-4403-B0E6-E1A66A8E088E}"/>
          </ac:spMkLst>
        </pc:spChg>
        <pc:spChg chg="mod">
          <ac:chgData name="Minh Thai Tran" userId="996740aabe1fc7dc" providerId="LiveId" clId="{CC3F7323-2448-CD44-A4BB-340DD98ABCD7}" dt="2025-03-16T13:17:31.402" v="79" actId="1076"/>
          <ac:spMkLst>
            <pc:docMk/>
            <pc:sldMk cId="0" sldId="278"/>
            <ac:spMk id="46107" creationId="{96832BCF-7706-4237-BABE-01917CCAA67F}"/>
          </ac:spMkLst>
        </pc:spChg>
        <pc:spChg chg="mod">
          <ac:chgData name="Minh Thai Tran" userId="996740aabe1fc7dc" providerId="LiveId" clId="{CC3F7323-2448-CD44-A4BB-340DD98ABCD7}" dt="2025-03-16T13:17:31.402" v="79" actId="1076"/>
          <ac:spMkLst>
            <pc:docMk/>
            <pc:sldMk cId="0" sldId="278"/>
            <ac:spMk id="46108" creationId="{0DDBCA52-FB1B-448E-BD7E-F767CE504397}"/>
          </ac:spMkLst>
        </pc:spChg>
        <pc:spChg chg="mod">
          <ac:chgData name="Minh Thai Tran" userId="996740aabe1fc7dc" providerId="LiveId" clId="{CC3F7323-2448-CD44-A4BB-340DD98ABCD7}" dt="2025-03-16T13:17:31.402" v="79" actId="1076"/>
          <ac:spMkLst>
            <pc:docMk/>
            <pc:sldMk cId="0" sldId="278"/>
            <ac:spMk id="46109" creationId="{08DAB9B4-DBA1-42CF-938A-CFD76C464178}"/>
          </ac:spMkLst>
        </pc:spChg>
        <pc:spChg chg="mod">
          <ac:chgData name="Minh Thai Tran" userId="996740aabe1fc7dc" providerId="LiveId" clId="{CC3F7323-2448-CD44-A4BB-340DD98ABCD7}" dt="2025-03-16T13:17:31.402" v="79" actId="1076"/>
          <ac:spMkLst>
            <pc:docMk/>
            <pc:sldMk cId="0" sldId="278"/>
            <ac:spMk id="46110" creationId="{A7967A79-805B-4C4D-ACC0-D7AD81B9DB71}"/>
          </ac:spMkLst>
        </pc:spChg>
        <pc:spChg chg="mod">
          <ac:chgData name="Minh Thai Tran" userId="996740aabe1fc7dc" providerId="LiveId" clId="{CC3F7323-2448-CD44-A4BB-340DD98ABCD7}" dt="2025-03-16T13:17:25.821" v="78" actId="1076"/>
          <ac:spMkLst>
            <pc:docMk/>
            <pc:sldMk cId="0" sldId="278"/>
            <ac:spMk id="46111" creationId="{412E6631-7C4A-419B-8AAB-A9CE72046566}"/>
          </ac:spMkLst>
        </pc:spChg>
        <pc:spChg chg="mod">
          <ac:chgData name="Minh Thai Tran" userId="996740aabe1fc7dc" providerId="LiveId" clId="{CC3F7323-2448-CD44-A4BB-340DD98ABCD7}" dt="2025-03-16T13:17:25.821" v="78" actId="1076"/>
          <ac:spMkLst>
            <pc:docMk/>
            <pc:sldMk cId="0" sldId="278"/>
            <ac:spMk id="46112" creationId="{F26AFB33-DCA1-46D0-B8E2-3D32391F1361}"/>
          </ac:spMkLst>
        </pc:spChg>
        <pc:spChg chg="mod">
          <ac:chgData name="Minh Thai Tran" userId="996740aabe1fc7dc" providerId="LiveId" clId="{CC3F7323-2448-CD44-A4BB-340DD98ABCD7}" dt="2025-03-16T13:17:25.821" v="78" actId="1076"/>
          <ac:spMkLst>
            <pc:docMk/>
            <pc:sldMk cId="0" sldId="278"/>
            <ac:spMk id="46114" creationId="{60DD2CCA-1D2F-45E1-89AC-942C0C24C1C3}"/>
          </ac:spMkLst>
        </pc:spChg>
        <pc:spChg chg="mod">
          <ac:chgData name="Minh Thai Tran" userId="996740aabe1fc7dc" providerId="LiveId" clId="{CC3F7323-2448-CD44-A4BB-340DD98ABCD7}" dt="2025-03-16T13:17:25.821" v="78" actId="1076"/>
          <ac:spMkLst>
            <pc:docMk/>
            <pc:sldMk cId="0" sldId="278"/>
            <ac:spMk id="46115" creationId="{4255B285-86B0-4607-838A-2BEDDC182663}"/>
          </ac:spMkLst>
        </pc:spChg>
        <pc:spChg chg="mod">
          <ac:chgData name="Minh Thai Tran" userId="996740aabe1fc7dc" providerId="LiveId" clId="{CC3F7323-2448-CD44-A4BB-340DD98ABCD7}" dt="2025-03-16T13:17:25.821" v="78" actId="1076"/>
          <ac:spMkLst>
            <pc:docMk/>
            <pc:sldMk cId="0" sldId="278"/>
            <ac:spMk id="46116" creationId="{C6DC88BC-E655-4E71-A99A-B96775CCE35E}"/>
          </ac:spMkLst>
        </pc:spChg>
        <pc:spChg chg="mod">
          <ac:chgData name="Minh Thai Tran" userId="996740aabe1fc7dc" providerId="LiveId" clId="{CC3F7323-2448-CD44-A4BB-340DD98ABCD7}" dt="2025-03-16T13:17:25.821" v="78" actId="1076"/>
          <ac:spMkLst>
            <pc:docMk/>
            <pc:sldMk cId="0" sldId="278"/>
            <ac:spMk id="46117" creationId="{7BDB161B-5BFC-4949-97C4-F38A1A0A0765}"/>
          </ac:spMkLst>
        </pc:spChg>
        <pc:spChg chg="mod">
          <ac:chgData name="Minh Thai Tran" userId="996740aabe1fc7dc" providerId="LiveId" clId="{CC3F7323-2448-CD44-A4BB-340DD98ABCD7}" dt="2025-03-16T13:17:25.821" v="78" actId="1076"/>
          <ac:spMkLst>
            <pc:docMk/>
            <pc:sldMk cId="0" sldId="278"/>
            <ac:spMk id="46118" creationId="{D41B0DC5-E079-4EF9-B863-1EAA9048832B}"/>
          </ac:spMkLst>
        </pc:spChg>
        <pc:grpChg chg="mod">
          <ac:chgData name="Minh Thai Tran" userId="996740aabe1fc7dc" providerId="LiveId" clId="{CC3F7323-2448-CD44-A4BB-340DD98ABCD7}" dt="2025-03-16T13:17:25.821" v="78" actId="1076"/>
          <ac:grpSpMkLst>
            <pc:docMk/>
            <pc:sldMk cId="0" sldId="278"/>
            <ac:grpSpMk id="46085" creationId="{6844A326-ECB2-4461-92DF-C133620677CE}"/>
          </ac:grpSpMkLst>
        </pc:grpChg>
        <pc:grpChg chg="mod">
          <ac:chgData name="Minh Thai Tran" userId="996740aabe1fc7dc" providerId="LiveId" clId="{CC3F7323-2448-CD44-A4BB-340DD98ABCD7}" dt="2025-03-16T13:17:31.402" v="79" actId="1076"/>
          <ac:grpSpMkLst>
            <pc:docMk/>
            <pc:sldMk cId="0" sldId="278"/>
            <ac:grpSpMk id="46086" creationId="{12D9158A-08CF-4ACC-8FE0-450DEBB6722D}"/>
          </ac:grpSpMkLst>
        </pc:grpChg>
        <pc:grpChg chg="mod">
          <ac:chgData name="Minh Thai Tran" userId="996740aabe1fc7dc" providerId="LiveId" clId="{CC3F7323-2448-CD44-A4BB-340DD98ABCD7}" dt="2025-03-16T13:18:06.167" v="115" actId="1076"/>
          <ac:grpSpMkLst>
            <pc:docMk/>
            <pc:sldMk cId="0" sldId="278"/>
            <ac:grpSpMk id="46087" creationId="{47C856A5-8321-46F5-BC16-A932850EF826}"/>
          </ac:grpSpMkLst>
        </pc:grpChg>
        <pc:grpChg chg="mod">
          <ac:chgData name="Minh Thai Tran" userId="996740aabe1fc7dc" providerId="LiveId" clId="{CC3F7323-2448-CD44-A4BB-340DD98ABCD7}" dt="2025-03-16T13:18:43.548" v="122" actId="1076"/>
          <ac:grpSpMkLst>
            <pc:docMk/>
            <pc:sldMk cId="0" sldId="278"/>
            <ac:grpSpMk id="46088" creationId="{ADBA87D7-3E57-497C-96AD-D8FE265EA37C}"/>
          </ac:grpSpMkLst>
        </pc:grpChg>
        <pc:grpChg chg="mod">
          <ac:chgData name="Minh Thai Tran" userId="996740aabe1fc7dc" providerId="LiveId" clId="{CC3F7323-2448-CD44-A4BB-340DD98ABCD7}" dt="2025-03-16T13:17:31.402" v="79" actId="1076"/>
          <ac:grpSpMkLst>
            <pc:docMk/>
            <pc:sldMk cId="0" sldId="278"/>
            <ac:grpSpMk id="46105" creationId="{C8AFD8AD-B195-41ED-828D-7440F88B7379}"/>
          </ac:grpSpMkLst>
        </pc:grpChg>
        <pc:grpChg chg="mod">
          <ac:chgData name="Minh Thai Tran" userId="996740aabe1fc7dc" providerId="LiveId" clId="{CC3F7323-2448-CD44-A4BB-340DD98ABCD7}" dt="2025-03-16T13:17:25.821" v="78" actId="1076"/>
          <ac:grpSpMkLst>
            <pc:docMk/>
            <pc:sldMk cId="0" sldId="278"/>
            <ac:grpSpMk id="46113" creationId="{CAC912AC-6A61-4A72-984D-536F2C3B9F6C}"/>
          </ac:grpSpMkLst>
        </pc:grpChg>
      </pc:sldChg>
      <pc:sldChg chg="addSp modSp mod">
        <pc:chgData name="Minh Thai Tran" userId="996740aabe1fc7dc" providerId="LiveId" clId="{CC3F7323-2448-CD44-A4BB-340DD98ABCD7}" dt="2025-03-16T13:21:39.828" v="301" actId="34807"/>
        <pc:sldMkLst>
          <pc:docMk/>
          <pc:sldMk cId="0" sldId="281"/>
        </pc:sldMkLst>
        <pc:spChg chg="add mod">
          <ac:chgData name="Minh Thai Tran" userId="996740aabe1fc7dc" providerId="LiveId" clId="{CC3F7323-2448-CD44-A4BB-340DD98ABCD7}" dt="2025-03-16T13:21:39.828" v="301" actId="34807"/>
          <ac:spMkLst>
            <pc:docMk/>
            <pc:sldMk cId="0" sldId="281"/>
            <ac:spMk id="3" creationId="{459CD205-F0DB-BDA4-EF6C-D85D897F0BD4}"/>
          </ac:spMkLst>
        </pc:spChg>
        <pc:spChg chg="mod">
          <ac:chgData name="Minh Thai Tran" userId="996740aabe1fc7dc" providerId="LiveId" clId="{CC3F7323-2448-CD44-A4BB-340DD98ABCD7}" dt="2025-03-16T13:19:18.268" v="124" actId="1076"/>
          <ac:spMkLst>
            <pc:docMk/>
            <pc:sldMk cId="0" sldId="281"/>
            <ac:spMk id="48134" creationId="{714E1BB5-87B8-4E09-8CE1-575AF291C3CA}"/>
          </ac:spMkLst>
        </pc:spChg>
        <pc:spChg chg="mod">
          <ac:chgData name="Minh Thai Tran" userId="996740aabe1fc7dc" providerId="LiveId" clId="{CC3F7323-2448-CD44-A4BB-340DD98ABCD7}" dt="2025-03-16T13:19:18.268" v="124" actId="1076"/>
          <ac:spMkLst>
            <pc:docMk/>
            <pc:sldMk cId="0" sldId="281"/>
            <ac:spMk id="48136" creationId="{585029BC-E1AA-46DC-9BB5-A5130C36AF3F}"/>
          </ac:spMkLst>
        </pc:spChg>
        <pc:spChg chg="mod">
          <ac:chgData name="Minh Thai Tran" userId="996740aabe1fc7dc" providerId="LiveId" clId="{CC3F7323-2448-CD44-A4BB-340DD98ABCD7}" dt="2025-03-16T13:19:18.268" v="124" actId="1076"/>
          <ac:spMkLst>
            <pc:docMk/>
            <pc:sldMk cId="0" sldId="281"/>
            <ac:spMk id="48138" creationId="{8ADD207E-D133-4A79-AB66-1569B94225E8}"/>
          </ac:spMkLst>
        </pc:spChg>
        <pc:spChg chg="mod">
          <ac:chgData name="Minh Thai Tran" userId="996740aabe1fc7dc" providerId="LiveId" clId="{CC3F7323-2448-CD44-A4BB-340DD98ABCD7}" dt="2025-03-16T13:19:18.268" v="124" actId="1076"/>
          <ac:spMkLst>
            <pc:docMk/>
            <pc:sldMk cId="0" sldId="281"/>
            <ac:spMk id="48139" creationId="{C0FAE51B-7F52-4BE6-9793-9C7FA3367772}"/>
          </ac:spMkLst>
        </pc:spChg>
        <pc:spChg chg="mod">
          <ac:chgData name="Minh Thai Tran" userId="996740aabe1fc7dc" providerId="LiveId" clId="{CC3F7323-2448-CD44-A4BB-340DD98ABCD7}" dt="2025-03-16T13:19:18.268" v="124" actId="1076"/>
          <ac:spMkLst>
            <pc:docMk/>
            <pc:sldMk cId="0" sldId="281"/>
            <ac:spMk id="48140" creationId="{4A23ED70-BF10-4818-A338-30DDBEF7200D}"/>
          </ac:spMkLst>
        </pc:spChg>
        <pc:spChg chg="mod">
          <ac:chgData name="Minh Thai Tran" userId="996740aabe1fc7dc" providerId="LiveId" clId="{CC3F7323-2448-CD44-A4BB-340DD98ABCD7}" dt="2025-03-16T13:19:18.268" v="124" actId="1076"/>
          <ac:spMkLst>
            <pc:docMk/>
            <pc:sldMk cId="0" sldId="281"/>
            <ac:spMk id="48141" creationId="{EDB93975-6422-46A4-B5E0-62FD5FAD1937}"/>
          </ac:spMkLst>
        </pc:spChg>
        <pc:spChg chg="mod">
          <ac:chgData name="Minh Thai Tran" userId="996740aabe1fc7dc" providerId="LiveId" clId="{CC3F7323-2448-CD44-A4BB-340DD98ABCD7}" dt="2025-03-16T13:19:18.268" v="124" actId="1076"/>
          <ac:spMkLst>
            <pc:docMk/>
            <pc:sldMk cId="0" sldId="281"/>
            <ac:spMk id="48142" creationId="{9C4627A3-4C2D-4C8F-BA2B-6F483284345D}"/>
          </ac:spMkLst>
        </pc:spChg>
        <pc:spChg chg="mod">
          <ac:chgData name="Minh Thai Tran" userId="996740aabe1fc7dc" providerId="LiveId" clId="{CC3F7323-2448-CD44-A4BB-340DD98ABCD7}" dt="2025-03-16T13:19:18.268" v="124" actId="1076"/>
          <ac:spMkLst>
            <pc:docMk/>
            <pc:sldMk cId="0" sldId="281"/>
            <ac:spMk id="48144" creationId="{A6CE4DE5-6C46-4C26-B660-1B9482B2FE97}"/>
          </ac:spMkLst>
        </pc:spChg>
        <pc:spChg chg="mod">
          <ac:chgData name="Minh Thai Tran" userId="996740aabe1fc7dc" providerId="LiveId" clId="{CC3F7323-2448-CD44-A4BB-340DD98ABCD7}" dt="2025-03-16T13:19:18.268" v="124" actId="1076"/>
          <ac:spMkLst>
            <pc:docMk/>
            <pc:sldMk cId="0" sldId="281"/>
            <ac:spMk id="48145" creationId="{C3AB861D-3EA2-4412-998E-BEEFA7DF8EA2}"/>
          </ac:spMkLst>
        </pc:spChg>
        <pc:spChg chg="mod">
          <ac:chgData name="Minh Thai Tran" userId="996740aabe1fc7dc" providerId="LiveId" clId="{CC3F7323-2448-CD44-A4BB-340DD98ABCD7}" dt="2025-03-16T13:19:18.268" v="124" actId="1076"/>
          <ac:spMkLst>
            <pc:docMk/>
            <pc:sldMk cId="0" sldId="281"/>
            <ac:spMk id="48146" creationId="{713211F9-3C4E-467E-B152-39449F1F630F}"/>
          </ac:spMkLst>
        </pc:spChg>
      </pc:sldChg>
      <pc:sldChg chg="modSp mod">
        <pc:chgData name="Minh Thai Tran" userId="996740aabe1fc7dc" providerId="LiveId" clId="{CC3F7323-2448-CD44-A4BB-340DD98ABCD7}" dt="2025-03-16T13:22:13.566" v="307" actId="20577"/>
        <pc:sldMkLst>
          <pc:docMk/>
          <pc:sldMk cId="0" sldId="282"/>
        </pc:sldMkLst>
        <pc:spChg chg="mod">
          <ac:chgData name="Minh Thai Tran" userId="996740aabe1fc7dc" providerId="LiveId" clId="{CC3F7323-2448-CD44-A4BB-340DD98ABCD7}" dt="2025-03-16T13:22:13.566" v="307" actId="20577"/>
          <ac:spMkLst>
            <pc:docMk/>
            <pc:sldMk cId="0" sldId="282"/>
            <ac:spMk id="50180" creationId="{19F2EA26-C241-41DC-B017-DC49BC5FEDE6}"/>
          </ac:spMkLst>
        </pc:spChg>
        <pc:spChg chg="mod">
          <ac:chgData name="Minh Thai Tran" userId="996740aabe1fc7dc" providerId="LiveId" clId="{CC3F7323-2448-CD44-A4BB-340DD98ABCD7}" dt="2025-03-16T13:21:59.253" v="304" actId="1076"/>
          <ac:spMkLst>
            <pc:docMk/>
            <pc:sldMk cId="0" sldId="282"/>
            <ac:spMk id="50182" creationId="{03C87881-D95B-4273-A922-754E79F2CE02}"/>
          </ac:spMkLst>
        </pc:spChg>
        <pc:spChg chg="mod">
          <ac:chgData name="Minh Thai Tran" userId="996740aabe1fc7dc" providerId="LiveId" clId="{CC3F7323-2448-CD44-A4BB-340DD98ABCD7}" dt="2025-03-16T13:21:59.253" v="304" actId="1076"/>
          <ac:spMkLst>
            <pc:docMk/>
            <pc:sldMk cId="0" sldId="282"/>
            <ac:spMk id="50183" creationId="{43112118-6107-42C2-8F78-DAE45BC8CD9F}"/>
          </ac:spMkLst>
        </pc:spChg>
        <pc:spChg chg="mod">
          <ac:chgData name="Minh Thai Tran" userId="996740aabe1fc7dc" providerId="LiveId" clId="{CC3F7323-2448-CD44-A4BB-340DD98ABCD7}" dt="2025-03-16T13:21:59.253" v="304" actId="1076"/>
          <ac:spMkLst>
            <pc:docMk/>
            <pc:sldMk cId="0" sldId="282"/>
            <ac:spMk id="50185" creationId="{BAE3D439-16B3-43A6-9D2C-C7C248109F70}"/>
          </ac:spMkLst>
        </pc:spChg>
        <pc:spChg chg="mod">
          <ac:chgData name="Minh Thai Tran" userId="996740aabe1fc7dc" providerId="LiveId" clId="{CC3F7323-2448-CD44-A4BB-340DD98ABCD7}" dt="2025-03-16T13:21:59.253" v="304" actId="1076"/>
          <ac:spMkLst>
            <pc:docMk/>
            <pc:sldMk cId="0" sldId="282"/>
            <ac:spMk id="50186" creationId="{F0FB8D29-B16A-4EBD-AB0B-1119DCC4BF11}"/>
          </ac:spMkLst>
        </pc:spChg>
        <pc:spChg chg="mod">
          <ac:chgData name="Minh Thai Tran" userId="996740aabe1fc7dc" providerId="LiveId" clId="{CC3F7323-2448-CD44-A4BB-340DD98ABCD7}" dt="2025-03-16T13:21:59.253" v="304" actId="1076"/>
          <ac:spMkLst>
            <pc:docMk/>
            <pc:sldMk cId="0" sldId="282"/>
            <ac:spMk id="50187" creationId="{3CB76AC6-A543-4ABA-B33E-FF170B550D7C}"/>
          </ac:spMkLst>
        </pc:spChg>
        <pc:spChg chg="mod">
          <ac:chgData name="Minh Thai Tran" userId="996740aabe1fc7dc" providerId="LiveId" clId="{CC3F7323-2448-CD44-A4BB-340DD98ABCD7}" dt="2025-03-16T13:21:59.253" v="304" actId="1076"/>
          <ac:spMkLst>
            <pc:docMk/>
            <pc:sldMk cId="0" sldId="282"/>
            <ac:spMk id="50188" creationId="{643D63D4-77B3-4F9A-81C1-C8D5FE4FC83C}"/>
          </ac:spMkLst>
        </pc:spChg>
        <pc:spChg chg="mod">
          <ac:chgData name="Minh Thai Tran" userId="996740aabe1fc7dc" providerId="LiveId" clId="{CC3F7323-2448-CD44-A4BB-340DD98ABCD7}" dt="2025-03-16T13:21:59.253" v="304" actId="1076"/>
          <ac:spMkLst>
            <pc:docMk/>
            <pc:sldMk cId="0" sldId="282"/>
            <ac:spMk id="50190" creationId="{F31DD049-2C7B-43EB-A0C5-4314EA914816}"/>
          </ac:spMkLst>
        </pc:spChg>
        <pc:spChg chg="mod">
          <ac:chgData name="Minh Thai Tran" userId="996740aabe1fc7dc" providerId="LiveId" clId="{CC3F7323-2448-CD44-A4BB-340DD98ABCD7}" dt="2025-03-16T13:21:59.253" v="304" actId="1076"/>
          <ac:spMkLst>
            <pc:docMk/>
            <pc:sldMk cId="0" sldId="282"/>
            <ac:spMk id="50191" creationId="{7A3D75E8-D9AB-4B99-891C-A554A83CEFDD}"/>
          </ac:spMkLst>
        </pc:spChg>
        <pc:spChg chg="mod">
          <ac:chgData name="Minh Thai Tran" userId="996740aabe1fc7dc" providerId="LiveId" clId="{CC3F7323-2448-CD44-A4BB-340DD98ABCD7}" dt="2025-03-16T13:21:59.253" v="304" actId="1076"/>
          <ac:spMkLst>
            <pc:docMk/>
            <pc:sldMk cId="0" sldId="282"/>
            <ac:spMk id="50193" creationId="{BC6B0689-873A-4A2E-9991-5A24D3E0F62A}"/>
          </ac:spMkLst>
        </pc:spChg>
        <pc:spChg chg="mod">
          <ac:chgData name="Minh Thai Tran" userId="996740aabe1fc7dc" providerId="LiveId" clId="{CC3F7323-2448-CD44-A4BB-340DD98ABCD7}" dt="2025-03-16T13:21:59.253" v="304" actId="1076"/>
          <ac:spMkLst>
            <pc:docMk/>
            <pc:sldMk cId="0" sldId="282"/>
            <ac:spMk id="50194" creationId="{B9ADF26A-9666-4AC7-BA6E-E0A68C3F0B7C}"/>
          </ac:spMkLst>
        </pc:spChg>
      </pc:sldChg>
      <pc:sldChg chg="addSp delSp modSp mod">
        <pc:chgData name="Minh Thai Tran" userId="996740aabe1fc7dc" providerId="LiveId" clId="{CC3F7323-2448-CD44-A4BB-340DD98ABCD7}" dt="2025-03-16T13:56:00.156" v="580" actId="20577"/>
        <pc:sldMkLst>
          <pc:docMk/>
          <pc:sldMk cId="0" sldId="286"/>
        </pc:sldMkLst>
        <pc:spChg chg="add mod">
          <ac:chgData name="Minh Thai Tran" userId="996740aabe1fc7dc" providerId="LiveId" clId="{CC3F7323-2448-CD44-A4BB-340DD98ABCD7}" dt="2025-03-16T13:26:58.079" v="347" actId="1038"/>
          <ac:spMkLst>
            <pc:docMk/>
            <pc:sldMk cId="0" sldId="286"/>
            <ac:spMk id="2" creationId="{99E22E78-3316-7D89-DF85-A3710801ADF7}"/>
          </ac:spMkLst>
        </pc:spChg>
        <pc:spChg chg="add del mod">
          <ac:chgData name="Minh Thai Tran" userId="996740aabe1fc7dc" providerId="LiveId" clId="{CC3F7323-2448-CD44-A4BB-340DD98ABCD7}" dt="2025-03-16T13:26:08.155" v="319" actId="478"/>
          <ac:spMkLst>
            <pc:docMk/>
            <pc:sldMk cId="0" sldId="286"/>
            <ac:spMk id="3" creationId="{3318E0CD-91E8-E2D6-0192-51ECB0CFA1D8}"/>
          </ac:spMkLst>
        </pc:spChg>
        <pc:spChg chg="add del mod">
          <ac:chgData name="Minh Thai Tran" userId="996740aabe1fc7dc" providerId="LiveId" clId="{CC3F7323-2448-CD44-A4BB-340DD98ABCD7}" dt="2025-03-16T13:28:27.361" v="358" actId="478"/>
          <ac:spMkLst>
            <pc:docMk/>
            <pc:sldMk cId="0" sldId="286"/>
            <ac:spMk id="4" creationId="{84B23DB1-DCCD-F10C-5280-8D0A9A04559A}"/>
          </ac:spMkLst>
        </pc:spChg>
        <pc:spChg chg="add mod">
          <ac:chgData name="Minh Thai Tran" userId="996740aabe1fc7dc" providerId="LiveId" clId="{CC3F7323-2448-CD44-A4BB-340DD98ABCD7}" dt="2025-03-16T13:29:51.630" v="385" actId="20577"/>
          <ac:spMkLst>
            <pc:docMk/>
            <pc:sldMk cId="0" sldId="286"/>
            <ac:spMk id="5" creationId="{5A24EE66-D037-1C97-3350-602D52EFCD58}"/>
          </ac:spMkLst>
        </pc:spChg>
        <pc:spChg chg="mod">
          <ac:chgData name="Minh Thai Tran" userId="996740aabe1fc7dc" providerId="LiveId" clId="{CC3F7323-2448-CD44-A4BB-340DD98ABCD7}" dt="2025-03-16T13:56:00.156" v="580" actId="20577"/>
          <ac:spMkLst>
            <pc:docMk/>
            <pc:sldMk cId="0" sldId="286"/>
            <ac:spMk id="56333" creationId="{8C509882-AE20-467C-AE87-5101ED6A3D75}"/>
          </ac:spMkLst>
        </pc:spChg>
        <pc:spChg chg="mod">
          <ac:chgData name="Minh Thai Tran" userId="996740aabe1fc7dc" providerId="LiveId" clId="{CC3F7323-2448-CD44-A4BB-340DD98ABCD7}" dt="2025-03-16T13:30:14.640" v="387" actId="1076"/>
          <ac:spMkLst>
            <pc:docMk/>
            <pc:sldMk cId="0" sldId="286"/>
            <ac:spMk id="56336" creationId="{DD744716-FA13-48F4-80BA-EF4B72E43F24}"/>
          </ac:spMkLst>
        </pc:spChg>
        <pc:spChg chg="mod">
          <ac:chgData name="Minh Thai Tran" userId="996740aabe1fc7dc" providerId="LiveId" clId="{CC3F7323-2448-CD44-A4BB-340DD98ABCD7}" dt="2025-03-16T13:30:14.640" v="387" actId="1076"/>
          <ac:spMkLst>
            <pc:docMk/>
            <pc:sldMk cId="0" sldId="286"/>
            <ac:spMk id="56338" creationId="{37239F8E-8A3C-49B3-BD8F-36D5D20EC8DF}"/>
          </ac:spMkLst>
        </pc:spChg>
        <pc:spChg chg="mod">
          <ac:chgData name="Minh Thai Tran" userId="996740aabe1fc7dc" providerId="LiveId" clId="{CC3F7323-2448-CD44-A4BB-340DD98ABCD7}" dt="2025-03-16T13:30:14.640" v="387" actId="1076"/>
          <ac:spMkLst>
            <pc:docMk/>
            <pc:sldMk cId="0" sldId="286"/>
            <ac:spMk id="56339" creationId="{B8E1B25B-77C3-4A2F-94E3-A1D9C83B6C3B}"/>
          </ac:spMkLst>
        </pc:spChg>
        <pc:spChg chg="mod">
          <ac:chgData name="Minh Thai Tran" userId="996740aabe1fc7dc" providerId="LiveId" clId="{CC3F7323-2448-CD44-A4BB-340DD98ABCD7}" dt="2025-03-16T13:30:14.640" v="387" actId="1076"/>
          <ac:spMkLst>
            <pc:docMk/>
            <pc:sldMk cId="0" sldId="286"/>
            <ac:spMk id="56347" creationId="{8FD3D23D-293E-4C3A-80EF-6023EC8C4E6F}"/>
          </ac:spMkLst>
        </pc:spChg>
        <pc:spChg chg="mod">
          <ac:chgData name="Minh Thai Tran" userId="996740aabe1fc7dc" providerId="LiveId" clId="{CC3F7323-2448-CD44-A4BB-340DD98ABCD7}" dt="2025-03-16T13:29:09.046" v="359" actId="947"/>
          <ac:spMkLst>
            <pc:docMk/>
            <pc:sldMk cId="0" sldId="286"/>
            <ac:spMk id="56349" creationId="{5642CA16-7299-48BA-88DB-FEBCDC23FAC4}"/>
          </ac:spMkLst>
        </pc:spChg>
        <pc:spChg chg="mod">
          <ac:chgData name="Minh Thai Tran" userId="996740aabe1fc7dc" providerId="LiveId" clId="{CC3F7323-2448-CD44-A4BB-340DD98ABCD7}" dt="2025-03-16T13:30:14.640" v="387" actId="1076"/>
          <ac:spMkLst>
            <pc:docMk/>
            <pc:sldMk cId="0" sldId="286"/>
            <ac:spMk id="56359" creationId="{566F5A00-D760-4857-B8B3-2C5FEED9BA2D}"/>
          </ac:spMkLst>
        </pc:spChg>
        <pc:spChg chg="mod">
          <ac:chgData name="Minh Thai Tran" userId="996740aabe1fc7dc" providerId="LiveId" clId="{CC3F7323-2448-CD44-A4BB-340DD98ABCD7}" dt="2025-03-16T13:30:14.640" v="387" actId="1076"/>
          <ac:spMkLst>
            <pc:docMk/>
            <pc:sldMk cId="0" sldId="286"/>
            <ac:spMk id="56364" creationId="{12015B1F-E54B-4040-B3CC-1D4DEDCC3158}"/>
          </ac:spMkLst>
        </pc:spChg>
        <pc:spChg chg="mod">
          <ac:chgData name="Minh Thai Tran" userId="996740aabe1fc7dc" providerId="LiveId" clId="{CC3F7323-2448-CD44-A4BB-340DD98ABCD7}" dt="2025-03-16T13:30:14.640" v="387" actId="1076"/>
          <ac:spMkLst>
            <pc:docMk/>
            <pc:sldMk cId="0" sldId="286"/>
            <ac:spMk id="56368" creationId="{EB44ABC7-1EDF-4C10-8C35-378646F40E14}"/>
          </ac:spMkLst>
        </pc:spChg>
        <pc:spChg chg="mod">
          <ac:chgData name="Minh Thai Tran" userId="996740aabe1fc7dc" providerId="LiveId" clId="{CC3F7323-2448-CD44-A4BB-340DD98ABCD7}" dt="2025-03-16T13:30:14.640" v="387" actId="1076"/>
          <ac:spMkLst>
            <pc:docMk/>
            <pc:sldMk cId="0" sldId="286"/>
            <ac:spMk id="56371" creationId="{A36D1335-0DBC-4C79-A59A-461D85E5C0BB}"/>
          </ac:spMkLst>
        </pc:spChg>
        <pc:spChg chg="mod">
          <ac:chgData name="Minh Thai Tran" userId="996740aabe1fc7dc" providerId="LiveId" clId="{CC3F7323-2448-CD44-A4BB-340DD98ABCD7}" dt="2025-03-16T13:30:14.640" v="387" actId="1076"/>
          <ac:spMkLst>
            <pc:docMk/>
            <pc:sldMk cId="0" sldId="286"/>
            <ac:spMk id="56375" creationId="{BC01F2A0-5694-44DC-B753-EDEB53D131C1}"/>
          </ac:spMkLst>
        </pc:spChg>
      </pc:sldChg>
      <pc:sldChg chg="addSp modSp mod">
        <pc:chgData name="Minh Thai Tran" userId="996740aabe1fc7dc" providerId="LiveId" clId="{CC3F7323-2448-CD44-A4BB-340DD98ABCD7}" dt="2025-03-16T13:27:37.842" v="355" actId="14100"/>
        <pc:sldMkLst>
          <pc:docMk/>
          <pc:sldMk cId="0" sldId="287"/>
        </pc:sldMkLst>
        <pc:spChg chg="add mod">
          <ac:chgData name="Minh Thai Tran" userId="996740aabe1fc7dc" providerId="LiveId" clId="{CC3F7323-2448-CD44-A4BB-340DD98ABCD7}" dt="2025-03-16T13:27:37.842" v="355" actId="14100"/>
          <ac:spMkLst>
            <pc:docMk/>
            <pc:sldMk cId="0" sldId="287"/>
            <ac:spMk id="2" creationId="{DBCAA4BE-BF33-6640-F5FB-F4919BCA4505}"/>
          </ac:spMkLst>
        </pc:spChg>
        <pc:spChg chg="add mod">
          <ac:chgData name="Minh Thai Tran" userId="996740aabe1fc7dc" providerId="LiveId" clId="{CC3F7323-2448-CD44-A4BB-340DD98ABCD7}" dt="2025-03-16T13:27:31.695" v="354" actId="14100"/>
          <ac:spMkLst>
            <pc:docMk/>
            <pc:sldMk cId="0" sldId="287"/>
            <ac:spMk id="3" creationId="{8B11F67F-1B2C-82E6-8756-192CD6A4A825}"/>
          </ac:spMkLst>
        </pc:spChg>
        <pc:spChg chg="mod">
          <ac:chgData name="Minh Thai Tran" userId="996740aabe1fc7dc" providerId="LiveId" clId="{CC3F7323-2448-CD44-A4BB-340DD98ABCD7}" dt="2025-03-16T13:24:30.027" v="316" actId="1076"/>
          <ac:spMkLst>
            <pc:docMk/>
            <pc:sldMk cId="0" sldId="287"/>
            <ac:spMk id="58377" creationId="{8D15EFD9-BD75-4DA1-9CA4-1E1D77E790C4}"/>
          </ac:spMkLst>
        </pc:spChg>
        <pc:spChg chg="mod">
          <ac:chgData name="Minh Thai Tran" userId="996740aabe1fc7dc" providerId="LiveId" clId="{CC3F7323-2448-CD44-A4BB-340DD98ABCD7}" dt="2025-03-16T13:24:30.027" v="316" actId="1076"/>
          <ac:spMkLst>
            <pc:docMk/>
            <pc:sldMk cId="0" sldId="287"/>
            <ac:spMk id="58385" creationId="{88AC1C26-2194-4885-BDB2-F51DAD9DA002}"/>
          </ac:spMkLst>
        </pc:spChg>
        <pc:spChg chg="mod">
          <ac:chgData name="Minh Thai Tran" userId="996740aabe1fc7dc" providerId="LiveId" clId="{CC3F7323-2448-CD44-A4BB-340DD98ABCD7}" dt="2025-03-16T13:24:30.027" v="316" actId="1076"/>
          <ac:spMkLst>
            <pc:docMk/>
            <pc:sldMk cId="0" sldId="287"/>
            <ac:spMk id="58393" creationId="{ED8EFF60-1154-47EE-AEA3-04949D5D7F48}"/>
          </ac:spMkLst>
        </pc:spChg>
        <pc:spChg chg="mod">
          <ac:chgData name="Minh Thai Tran" userId="996740aabe1fc7dc" providerId="LiveId" clId="{CC3F7323-2448-CD44-A4BB-340DD98ABCD7}" dt="2025-03-16T13:24:30.027" v="316" actId="1076"/>
          <ac:spMkLst>
            <pc:docMk/>
            <pc:sldMk cId="0" sldId="287"/>
            <ac:spMk id="58394" creationId="{9E3D7935-7A66-4A64-966A-C03DA439A441}"/>
          </ac:spMkLst>
        </pc:spChg>
        <pc:spChg chg="mod">
          <ac:chgData name="Minh Thai Tran" userId="996740aabe1fc7dc" providerId="LiveId" clId="{CC3F7323-2448-CD44-A4BB-340DD98ABCD7}" dt="2025-03-16T13:24:30.027" v="316" actId="1076"/>
          <ac:spMkLst>
            <pc:docMk/>
            <pc:sldMk cId="0" sldId="287"/>
            <ac:spMk id="58399" creationId="{21FFAAB2-3549-4455-A5AE-ABF7EC7CD33E}"/>
          </ac:spMkLst>
        </pc:spChg>
        <pc:spChg chg="mod">
          <ac:chgData name="Minh Thai Tran" userId="996740aabe1fc7dc" providerId="LiveId" clId="{CC3F7323-2448-CD44-A4BB-340DD98ABCD7}" dt="2025-03-16T13:24:30.027" v="316" actId="1076"/>
          <ac:spMkLst>
            <pc:docMk/>
            <pc:sldMk cId="0" sldId="287"/>
            <ac:spMk id="58403" creationId="{7C6CF919-F756-4D11-9D0A-16E78E100551}"/>
          </ac:spMkLst>
        </pc:spChg>
        <pc:spChg chg="mod">
          <ac:chgData name="Minh Thai Tran" userId="996740aabe1fc7dc" providerId="LiveId" clId="{CC3F7323-2448-CD44-A4BB-340DD98ABCD7}" dt="2025-03-16T13:24:30.027" v="316" actId="1076"/>
          <ac:spMkLst>
            <pc:docMk/>
            <pc:sldMk cId="0" sldId="287"/>
            <ac:spMk id="58409" creationId="{C573F102-DAC0-4E33-A1E2-CB204AFB635B}"/>
          </ac:spMkLst>
        </pc:spChg>
        <pc:spChg chg="mod">
          <ac:chgData name="Minh Thai Tran" userId="996740aabe1fc7dc" providerId="LiveId" clId="{CC3F7323-2448-CD44-A4BB-340DD98ABCD7}" dt="2025-03-16T13:24:30.027" v="316" actId="1076"/>
          <ac:spMkLst>
            <pc:docMk/>
            <pc:sldMk cId="0" sldId="287"/>
            <ac:spMk id="58417" creationId="{6B613B42-2228-4464-96A8-C3D4D4B3D0F5}"/>
          </ac:spMkLst>
        </pc:spChg>
        <pc:spChg chg="mod">
          <ac:chgData name="Minh Thai Tran" userId="996740aabe1fc7dc" providerId="LiveId" clId="{CC3F7323-2448-CD44-A4BB-340DD98ABCD7}" dt="2025-03-16T13:24:30.027" v="316" actId="1076"/>
          <ac:spMkLst>
            <pc:docMk/>
            <pc:sldMk cId="0" sldId="287"/>
            <ac:spMk id="58418" creationId="{01BCC47F-B474-42A9-9DD9-1DA867A06DE0}"/>
          </ac:spMkLst>
        </pc:spChg>
        <pc:spChg chg="mod">
          <ac:chgData name="Minh Thai Tran" userId="996740aabe1fc7dc" providerId="LiveId" clId="{CC3F7323-2448-CD44-A4BB-340DD98ABCD7}" dt="2025-03-16T13:24:30.027" v="316" actId="1076"/>
          <ac:spMkLst>
            <pc:docMk/>
            <pc:sldMk cId="0" sldId="287"/>
            <ac:spMk id="58420" creationId="{AF77F2CC-ADA3-4891-8436-3ADDB74FF7E3}"/>
          </ac:spMkLst>
        </pc:spChg>
      </pc:sldChg>
      <pc:sldChg chg="modSp">
        <pc:chgData name="Minh Thai Tran" userId="996740aabe1fc7dc" providerId="LiveId" clId="{CC3F7323-2448-CD44-A4BB-340DD98ABCD7}" dt="2025-03-16T13:31:24.424" v="389" actId="2710"/>
        <pc:sldMkLst>
          <pc:docMk/>
          <pc:sldMk cId="0" sldId="290"/>
        </pc:sldMkLst>
        <pc:spChg chg="mod">
          <ac:chgData name="Minh Thai Tran" userId="996740aabe1fc7dc" providerId="LiveId" clId="{CC3F7323-2448-CD44-A4BB-340DD98ABCD7}" dt="2025-03-16T13:31:24.424" v="389" actId="2710"/>
          <ac:spMkLst>
            <pc:docMk/>
            <pc:sldMk cId="0" sldId="290"/>
            <ac:spMk id="64516" creationId="{A2D37613-D3B3-4196-BF00-92B31661932D}"/>
          </ac:spMkLst>
        </pc:spChg>
      </pc:sldChg>
      <pc:sldChg chg="addSp modSp mod">
        <pc:chgData name="Minh Thai Tran" userId="996740aabe1fc7dc" providerId="LiveId" clId="{CC3F7323-2448-CD44-A4BB-340DD98ABCD7}" dt="2025-03-16T13:45:43.199" v="500" actId="20577"/>
        <pc:sldMkLst>
          <pc:docMk/>
          <pc:sldMk cId="0" sldId="292"/>
        </pc:sldMkLst>
        <pc:spChg chg="add mod">
          <ac:chgData name="Minh Thai Tran" userId="996740aabe1fc7dc" providerId="LiveId" clId="{CC3F7323-2448-CD44-A4BB-340DD98ABCD7}" dt="2025-03-16T13:45:43.199" v="500" actId="20577"/>
          <ac:spMkLst>
            <pc:docMk/>
            <pc:sldMk cId="0" sldId="292"/>
            <ac:spMk id="2" creationId="{C3707530-86FB-DE23-CD13-14EE86F75B90}"/>
          </ac:spMkLst>
        </pc:spChg>
        <pc:spChg chg="mod">
          <ac:chgData name="Minh Thai Tran" userId="996740aabe1fc7dc" providerId="LiveId" clId="{CC3F7323-2448-CD44-A4BB-340DD98ABCD7}" dt="2025-03-16T13:45:33.325" v="495" actId="14100"/>
          <ac:spMkLst>
            <pc:docMk/>
            <pc:sldMk cId="0" sldId="292"/>
            <ac:spMk id="68612" creationId="{41AD67F2-9F84-4002-A91B-5D1DBF366E86}"/>
          </ac:spMkLst>
        </pc:spChg>
      </pc:sldChg>
      <pc:sldChg chg="modSp mod">
        <pc:chgData name="Minh Thai Tran" userId="996740aabe1fc7dc" providerId="LiveId" clId="{CC3F7323-2448-CD44-A4BB-340DD98ABCD7}" dt="2025-03-16T13:36:00.010" v="408" actId="5793"/>
        <pc:sldMkLst>
          <pc:docMk/>
          <pc:sldMk cId="0" sldId="294"/>
        </pc:sldMkLst>
        <pc:spChg chg="mod">
          <ac:chgData name="Minh Thai Tran" userId="996740aabe1fc7dc" providerId="LiveId" clId="{CC3F7323-2448-CD44-A4BB-340DD98ABCD7}" dt="2025-03-16T13:36:00.010" v="408" actId="5793"/>
          <ac:spMkLst>
            <pc:docMk/>
            <pc:sldMk cId="0" sldId="294"/>
            <ac:spMk id="71682" creationId="{4D062F8A-3BEA-402E-A1DC-3C51F4F27696}"/>
          </ac:spMkLst>
        </pc:spChg>
      </pc:sldChg>
      <pc:sldChg chg="modSp mod">
        <pc:chgData name="Minh Thai Tran" userId="996740aabe1fc7dc" providerId="LiveId" clId="{CC3F7323-2448-CD44-A4BB-340DD98ABCD7}" dt="2025-03-16T13:36:27.806" v="409" actId="5793"/>
        <pc:sldMkLst>
          <pc:docMk/>
          <pc:sldMk cId="0" sldId="295"/>
        </pc:sldMkLst>
        <pc:spChg chg="mod">
          <ac:chgData name="Minh Thai Tran" userId="996740aabe1fc7dc" providerId="LiveId" clId="{CC3F7323-2448-CD44-A4BB-340DD98ABCD7}" dt="2025-03-16T13:36:27.806" v="409" actId="5793"/>
          <ac:spMkLst>
            <pc:docMk/>
            <pc:sldMk cId="0" sldId="295"/>
            <ac:spMk id="72706" creationId="{32114BB1-2BD7-4546-A0E3-D28C180DA6A9}"/>
          </ac:spMkLst>
        </pc:spChg>
      </pc:sldChg>
      <pc:sldChg chg="modSp mod">
        <pc:chgData name="Minh Thai Tran" userId="996740aabe1fc7dc" providerId="LiveId" clId="{CC3F7323-2448-CD44-A4BB-340DD98ABCD7}" dt="2025-03-16T13:36:30.349" v="410" actId="5793"/>
        <pc:sldMkLst>
          <pc:docMk/>
          <pc:sldMk cId="0" sldId="296"/>
        </pc:sldMkLst>
        <pc:spChg chg="mod">
          <ac:chgData name="Minh Thai Tran" userId="996740aabe1fc7dc" providerId="LiveId" clId="{CC3F7323-2448-CD44-A4BB-340DD98ABCD7}" dt="2025-03-16T13:36:30.349" v="410" actId="5793"/>
          <ac:spMkLst>
            <pc:docMk/>
            <pc:sldMk cId="0" sldId="296"/>
            <ac:spMk id="73730" creationId="{4B2FEFD3-0174-489D-963F-B451540D190A}"/>
          </ac:spMkLst>
        </pc:spChg>
      </pc:sldChg>
      <pc:sldChg chg="modSp mod">
        <pc:chgData name="Minh Thai Tran" userId="996740aabe1fc7dc" providerId="LiveId" clId="{CC3F7323-2448-CD44-A4BB-340DD98ABCD7}" dt="2025-03-16T13:12:55.154" v="29" actId="20577"/>
        <pc:sldMkLst>
          <pc:docMk/>
          <pc:sldMk cId="2029501926" sldId="298"/>
        </pc:sldMkLst>
        <pc:spChg chg="mod">
          <ac:chgData name="Minh Thai Tran" userId="996740aabe1fc7dc" providerId="LiveId" clId="{CC3F7323-2448-CD44-A4BB-340DD98ABCD7}" dt="2025-03-16T13:12:55.154" v="29" actId="20577"/>
          <ac:spMkLst>
            <pc:docMk/>
            <pc:sldMk cId="2029501926" sldId="298"/>
            <ac:spMk id="2" creationId="{50641A35-4AB6-926A-F6AF-3243CD092BF3}"/>
          </ac:spMkLst>
        </pc:spChg>
      </pc:sldChg>
      <pc:sldChg chg="modSp mod">
        <pc:chgData name="Minh Thai Tran" userId="996740aabe1fc7dc" providerId="LiveId" clId="{CC3F7323-2448-CD44-A4BB-340DD98ABCD7}" dt="2025-03-16T13:13:02.884" v="35" actId="20577"/>
        <pc:sldMkLst>
          <pc:docMk/>
          <pc:sldMk cId="2101496629" sldId="299"/>
        </pc:sldMkLst>
        <pc:spChg chg="mod">
          <ac:chgData name="Minh Thai Tran" userId="996740aabe1fc7dc" providerId="LiveId" clId="{CC3F7323-2448-CD44-A4BB-340DD98ABCD7}" dt="2025-03-16T13:13:02.884" v="35" actId="20577"/>
          <ac:spMkLst>
            <pc:docMk/>
            <pc:sldMk cId="2101496629" sldId="299"/>
            <ac:spMk id="2" creationId="{50641A35-4AB6-926A-F6AF-3243CD092BF3}"/>
          </ac:spMkLst>
        </pc:spChg>
      </pc:sldChg>
      <pc:sldChg chg="modSp mod">
        <pc:chgData name="Minh Thai Tran" userId="996740aabe1fc7dc" providerId="LiveId" clId="{CC3F7323-2448-CD44-A4BB-340DD98ABCD7}" dt="2025-03-16T13:14:34.262" v="46" actId="20577"/>
        <pc:sldMkLst>
          <pc:docMk/>
          <pc:sldMk cId="2433202000" sldId="300"/>
        </pc:sldMkLst>
        <pc:spChg chg="mod">
          <ac:chgData name="Minh Thai Tran" userId="996740aabe1fc7dc" providerId="LiveId" clId="{CC3F7323-2448-CD44-A4BB-340DD98ABCD7}" dt="2025-03-16T13:14:34.262" v="46" actId="20577"/>
          <ac:spMkLst>
            <pc:docMk/>
            <pc:sldMk cId="2433202000" sldId="300"/>
            <ac:spMk id="2" creationId="{50641A35-4AB6-926A-F6AF-3243CD092BF3}"/>
          </ac:spMkLst>
        </pc:spChg>
      </pc:sldChg>
      <pc:sldChg chg="modSp del mod">
        <pc:chgData name="Minh Thai Tran" userId="996740aabe1fc7dc" providerId="LiveId" clId="{CC3F7323-2448-CD44-A4BB-340DD98ABCD7}" dt="2025-03-16T13:14:25.532" v="38" actId="2696"/>
        <pc:sldMkLst>
          <pc:docMk/>
          <pc:sldMk cId="3475632470" sldId="301"/>
        </pc:sldMkLst>
        <pc:spChg chg="mod">
          <ac:chgData name="Minh Thai Tran" userId="996740aabe1fc7dc" providerId="LiveId" clId="{CC3F7323-2448-CD44-A4BB-340DD98ABCD7}" dt="2025-03-16T13:14:02.005" v="37" actId="20577"/>
          <ac:spMkLst>
            <pc:docMk/>
            <pc:sldMk cId="3475632470" sldId="301"/>
            <ac:spMk id="2" creationId="{50641A35-4AB6-926A-F6AF-3243CD092BF3}"/>
          </ac:spMkLst>
        </pc:spChg>
      </pc:sldChg>
      <pc:sldChg chg="del">
        <pc:chgData name="Minh Thai Tran" userId="996740aabe1fc7dc" providerId="LiveId" clId="{CC3F7323-2448-CD44-A4BB-340DD98ABCD7}" dt="2025-03-16T13:22:35.059" v="308" actId="2696"/>
        <pc:sldMkLst>
          <pc:docMk/>
          <pc:sldMk cId="2195714905" sldId="302"/>
        </pc:sldMkLst>
      </pc:sldChg>
      <pc:sldChg chg="addSp delSp modSp new del mod">
        <pc:chgData name="Minh Thai Tran" userId="996740aabe1fc7dc" providerId="LiveId" clId="{CC3F7323-2448-CD44-A4BB-340DD98ABCD7}" dt="2025-03-16T14:05:38.532" v="672" actId="2696"/>
        <pc:sldMkLst>
          <pc:docMk/>
          <pc:sldMk cId="2619018087" sldId="313"/>
        </pc:sldMkLst>
        <pc:spChg chg="mod">
          <ac:chgData name="Minh Thai Tran" userId="996740aabe1fc7dc" providerId="LiveId" clId="{CC3F7323-2448-CD44-A4BB-340DD98ABCD7}" dt="2025-03-16T13:35:18.891" v="397" actId="26606"/>
          <ac:spMkLst>
            <pc:docMk/>
            <pc:sldMk cId="2619018087" sldId="313"/>
            <ac:spMk id="2" creationId="{06CF8F5D-C972-6E3D-8566-5ACCB1E788C0}"/>
          </ac:spMkLst>
        </pc:spChg>
        <pc:spChg chg="del">
          <ac:chgData name="Minh Thai Tran" userId="996740aabe1fc7dc" providerId="LiveId" clId="{CC3F7323-2448-CD44-A4BB-340DD98ABCD7}" dt="2025-03-16T13:33:34.344" v="392" actId="478"/>
          <ac:spMkLst>
            <pc:docMk/>
            <pc:sldMk cId="2619018087" sldId="313"/>
            <ac:spMk id="3" creationId="{30BC38B2-666A-3C1E-321E-D80553F25B07}"/>
          </ac:spMkLst>
        </pc:spChg>
        <pc:spChg chg="mod">
          <ac:chgData name="Minh Thai Tran" userId="996740aabe1fc7dc" providerId="LiveId" clId="{CC3F7323-2448-CD44-A4BB-340DD98ABCD7}" dt="2025-03-16T13:35:18.891" v="397" actId="26606"/>
          <ac:spMkLst>
            <pc:docMk/>
            <pc:sldMk cId="2619018087" sldId="313"/>
            <ac:spMk id="4" creationId="{64B4FE3F-0ADD-0D98-6F0F-D0AD919070FF}"/>
          </ac:spMkLst>
        </pc:spChg>
        <pc:spChg chg="mod">
          <ac:chgData name="Minh Thai Tran" userId="996740aabe1fc7dc" providerId="LiveId" clId="{CC3F7323-2448-CD44-A4BB-340DD98ABCD7}" dt="2025-03-16T13:35:18.891" v="397" actId="26606"/>
          <ac:spMkLst>
            <pc:docMk/>
            <pc:sldMk cId="2619018087" sldId="313"/>
            <ac:spMk id="5" creationId="{4DB12216-CA5B-1CFA-971A-3014D11DDB7F}"/>
          </ac:spMkLst>
        </pc:spChg>
        <pc:picChg chg="add del mod ord">
          <ac:chgData name="Minh Thai Tran" userId="996740aabe1fc7dc" providerId="LiveId" clId="{CC3F7323-2448-CD44-A4BB-340DD98ABCD7}" dt="2025-03-16T14:05:31.344" v="665" actId="21"/>
          <ac:picMkLst>
            <pc:docMk/>
            <pc:sldMk cId="2619018087" sldId="313"/>
            <ac:picMk id="7" creationId="{DE949370-36C0-B9FD-F18E-226D3323E9E6}"/>
          </ac:picMkLst>
        </pc:picChg>
      </pc:sldChg>
      <pc:sldChg chg="addSp delSp modSp add mod">
        <pc:chgData name="Minh Thai Tran" userId="996740aabe1fc7dc" providerId="LiveId" clId="{CC3F7323-2448-CD44-A4BB-340DD98ABCD7}" dt="2025-03-16T13:44:35.685" v="486" actId="207"/>
        <pc:sldMkLst>
          <pc:docMk/>
          <pc:sldMk cId="4280474889" sldId="314"/>
        </pc:sldMkLst>
        <pc:spChg chg="add mod">
          <ac:chgData name="Minh Thai Tran" userId="996740aabe1fc7dc" providerId="LiveId" clId="{CC3F7323-2448-CD44-A4BB-340DD98ABCD7}" dt="2025-03-16T13:44:35.685" v="486" actId="207"/>
          <ac:spMkLst>
            <pc:docMk/>
            <pc:sldMk cId="4280474889" sldId="314"/>
            <ac:spMk id="5" creationId="{F8205D1E-6278-AD03-5834-E96C9286E0D3}"/>
          </ac:spMkLst>
        </pc:spChg>
        <pc:spChg chg="mod">
          <ac:chgData name="Minh Thai Tran" userId="996740aabe1fc7dc" providerId="LiveId" clId="{CC3F7323-2448-CD44-A4BB-340DD98ABCD7}" dt="2025-03-16T13:42:51.763" v="429" actId="20577"/>
          <ac:spMkLst>
            <pc:docMk/>
            <pc:sldMk cId="4280474889" sldId="314"/>
            <ac:spMk id="70657" creationId="{8AC8DDDD-9457-B7E7-152B-ABB1EED73139}"/>
          </ac:spMkLst>
        </pc:spChg>
        <pc:picChg chg="del">
          <ac:chgData name="Minh Thai Tran" userId="996740aabe1fc7dc" providerId="LiveId" clId="{CC3F7323-2448-CD44-A4BB-340DD98ABCD7}" dt="2025-03-16T13:42:56.941" v="430" actId="478"/>
          <ac:picMkLst>
            <pc:docMk/>
            <pc:sldMk cId="4280474889" sldId="314"/>
            <ac:picMk id="6" creationId="{497EEFD5-6461-6119-4594-3BDC9A975E49}"/>
          </ac:picMkLst>
        </pc:picChg>
      </pc:sldChg>
      <pc:sldChg chg="addSp delSp modSp add mod">
        <pc:chgData name="Minh Thai Tran" userId="996740aabe1fc7dc" providerId="LiveId" clId="{CC3F7323-2448-CD44-A4BB-340DD98ABCD7}" dt="2025-03-16T13:46:49.578" v="515" actId="1036"/>
        <pc:sldMkLst>
          <pc:docMk/>
          <pc:sldMk cId="2682041044" sldId="315"/>
        </pc:sldMkLst>
        <pc:spChg chg="del">
          <ac:chgData name="Minh Thai Tran" userId="996740aabe1fc7dc" providerId="LiveId" clId="{CC3F7323-2448-CD44-A4BB-340DD98ABCD7}" dt="2025-03-16T13:45:58.856" v="502" actId="478"/>
          <ac:spMkLst>
            <pc:docMk/>
            <pc:sldMk cId="2682041044" sldId="315"/>
            <ac:spMk id="5" creationId="{2A8ED25C-C6CA-7C61-FC7F-D44E1FDA4828}"/>
          </ac:spMkLst>
        </pc:spChg>
        <pc:picChg chg="add mod">
          <ac:chgData name="Minh Thai Tran" userId="996740aabe1fc7dc" providerId="LiveId" clId="{CC3F7323-2448-CD44-A4BB-340DD98ABCD7}" dt="2025-03-16T13:46:49.578" v="515" actId="1036"/>
          <ac:picMkLst>
            <pc:docMk/>
            <pc:sldMk cId="2682041044" sldId="315"/>
            <ac:picMk id="6" creationId="{118E617C-9AAF-09A1-5B3E-1B963666E5B2}"/>
          </ac:picMkLst>
        </pc:picChg>
      </pc:sldChg>
      <pc:sldChg chg="addSp delSp modSp add mod">
        <pc:chgData name="Minh Thai Tran" userId="996740aabe1fc7dc" providerId="LiveId" clId="{CC3F7323-2448-CD44-A4BB-340DD98ABCD7}" dt="2025-03-16T13:51:06.585" v="532" actId="113"/>
        <pc:sldMkLst>
          <pc:docMk/>
          <pc:sldMk cId="1660173910" sldId="316"/>
        </pc:sldMkLst>
        <pc:spChg chg="add mod">
          <ac:chgData name="Minh Thai Tran" userId="996740aabe1fc7dc" providerId="LiveId" clId="{CC3F7323-2448-CD44-A4BB-340DD98ABCD7}" dt="2025-03-16T13:51:06.585" v="532" actId="113"/>
          <ac:spMkLst>
            <pc:docMk/>
            <pc:sldMk cId="1660173910" sldId="316"/>
            <ac:spMk id="3" creationId="{1EBAC16C-A3A9-FF18-B4A9-F7803DC8638B}"/>
          </ac:spMkLst>
        </pc:spChg>
        <pc:spChg chg="mod">
          <ac:chgData name="Minh Thai Tran" userId="996740aabe1fc7dc" providerId="LiveId" clId="{CC3F7323-2448-CD44-A4BB-340DD98ABCD7}" dt="2025-03-16T13:47:25.265" v="517"/>
          <ac:spMkLst>
            <pc:docMk/>
            <pc:sldMk cId="1660173910" sldId="316"/>
            <ac:spMk id="70657" creationId="{EFAE1C9A-F10C-33DC-128A-4CBB95283053}"/>
          </ac:spMkLst>
        </pc:spChg>
        <pc:picChg chg="del">
          <ac:chgData name="Minh Thai Tran" userId="996740aabe1fc7dc" providerId="LiveId" clId="{CC3F7323-2448-CD44-A4BB-340DD98ABCD7}" dt="2025-03-16T13:47:29.827" v="518" actId="478"/>
          <ac:picMkLst>
            <pc:docMk/>
            <pc:sldMk cId="1660173910" sldId="316"/>
            <ac:picMk id="6" creationId="{6850794D-B06B-51F6-01BD-BBCA4D9D984E}"/>
          </ac:picMkLst>
        </pc:picChg>
      </pc:sldChg>
      <pc:sldChg chg="addSp delSp modSp add mod">
        <pc:chgData name="Minh Thai Tran" userId="996740aabe1fc7dc" providerId="LiveId" clId="{CC3F7323-2448-CD44-A4BB-340DD98ABCD7}" dt="2025-03-16T13:51:58.026" v="553" actId="1036"/>
        <pc:sldMkLst>
          <pc:docMk/>
          <pc:sldMk cId="916877504" sldId="317"/>
        </pc:sldMkLst>
        <pc:spChg chg="del">
          <ac:chgData name="Minh Thai Tran" userId="996740aabe1fc7dc" providerId="LiveId" clId="{CC3F7323-2448-CD44-A4BB-340DD98ABCD7}" dt="2025-03-16T13:51:22.577" v="534" actId="478"/>
          <ac:spMkLst>
            <pc:docMk/>
            <pc:sldMk cId="916877504" sldId="317"/>
            <ac:spMk id="3" creationId="{1BE9A5EB-1F44-CD41-C5C4-98F026B45D54}"/>
          </ac:spMkLst>
        </pc:spChg>
        <pc:picChg chg="add mod">
          <ac:chgData name="Minh Thai Tran" userId="996740aabe1fc7dc" providerId="LiveId" clId="{CC3F7323-2448-CD44-A4BB-340DD98ABCD7}" dt="2025-03-16T13:51:58.026" v="553" actId="1036"/>
          <ac:picMkLst>
            <pc:docMk/>
            <pc:sldMk cId="916877504" sldId="317"/>
            <ac:picMk id="6" creationId="{83CC319D-706E-1649-1015-A00E2F2F94E6}"/>
          </ac:picMkLst>
        </pc:picChg>
      </pc:sldChg>
      <pc:sldChg chg="addSp delSp modSp add mod">
        <pc:chgData name="Minh Thai Tran" userId="996740aabe1fc7dc" providerId="LiveId" clId="{CC3F7323-2448-CD44-A4BB-340DD98ABCD7}" dt="2025-03-16T13:55:21.973" v="578" actId="113"/>
        <pc:sldMkLst>
          <pc:docMk/>
          <pc:sldMk cId="3979721279" sldId="318"/>
        </pc:sldMkLst>
        <pc:spChg chg="add del mod">
          <ac:chgData name="Minh Thai Tran" userId="996740aabe1fc7dc" providerId="LiveId" clId="{CC3F7323-2448-CD44-A4BB-340DD98ABCD7}" dt="2025-03-16T13:52:39.354" v="557" actId="478"/>
          <ac:spMkLst>
            <pc:docMk/>
            <pc:sldMk cId="3979721279" sldId="318"/>
            <ac:spMk id="3" creationId="{EC0B1DAE-4988-C7E0-409F-F63877B46409}"/>
          </ac:spMkLst>
        </pc:spChg>
        <pc:spChg chg="add mod">
          <ac:chgData name="Minh Thai Tran" userId="996740aabe1fc7dc" providerId="LiveId" clId="{CC3F7323-2448-CD44-A4BB-340DD98ABCD7}" dt="2025-03-16T13:55:21.973" v="578" actId="113"/>
          <ac:spMkLst>
            <pc:docMk/>
            <pc:sldMk cId="3979721279" sldId="318"/>
            <ac:spMk id="5" creationId="{71479EAD-8C58-19BD-43CE-BA7873145AF4}"/>
          </ac:spMkLst>
        </pc:spChg>
        <pc:spChg chg="mod">
          <ac:chgData name="Minh Thai Tran" userId="996740aabe1fc7dc" providerId="LiveId" clId="{CC3F7323-2448-CD44-A4BB-340DD98ABCD7}" dt="2025-03-16T13:52:33.077" v="555"/>
          <ac:spMkLst>
            <pc:docMk/>
            <pc:sldMk cId="3979721279" sldId="318"/>
            <ac:spMk id="70657" creationId="{54C0E17D-FA9A-8813-2B3A-D5FFF4069F80}"/>
          </ac:spMkLst>
        </pc:spChg>
        <pc:spChg chg="del">
          <ac:chgData name="Minh Thai Tran" userId="996740aabe1fc7dc" providerId="LiveId" clId="{CC3F7323-2448-CD44-A4BB-340DD98ABCD7}" dt="2025-03-16T13:52:36.615" v="556" actId="478"/>
          <ac:spMkLst>
            <pc:docMk/>
            <pc:sldMk cId="3979721279" sldId="318"/>
            <ac:spMk id="70658" creationId="{423259BA-47EA-0952-FAF7-76F8A24CED1B}"/>
          </ac:spMkLst>
        </pc:spChg>
      </pc:sldChg>
      <pc:sldChg chg="addSp delSp modSp add mod">
        <pc:chgData name="Minh Thai Tran" userId="996740aabe1fc7dc" providerId="LiveId" clId="{CC3F7323-2448-CD44-A4BB-340DD98ABCD7}" dt="2025-03-16T13:59:14.577" v="593" actId="1036"/>
        <pc:sldMkLst>
          <pc:docMk/>
          <pc:sldMk cId="2073589012" sldId="319"/>
        </pc:sldMkLst>
        <pc:spChg chg="del">
          <ac:chgData name="Minh Thai Tran" userId="996740aabe1fc7dc" providerId="LiveId" clId="{CC3F7323-2448-CD44-A4BB-340DD98ABCD7}" dt="2025-03-16T13:56:33.325" v="582" actId="478"/>
          <ac:spMkLst>
            <pc:docMk/>
            <pc:sldMk cId="2073589012" sldId="319"/>
            <ac:spMk id="5" creationId="{77C9ADC9-1DBA-44D2-D4CA-AC07412AA5BE}"/>
          </ac:spMkLst>
        </pc:spChg>
        <pc:picChg chg="add mod">
          <ac:chgData name="Minh Thai Tran" userId="996740aabe1fc7dc" providerId="LiveId" clId="{CC3F7323-2448-CD44-A4BB-340DD98ABCD7}" dt="2025-03-16T13:59:14.577" v="593" actId="1036"/>
          <ac:picMkLst>
            <pc:docMk/>
            <pc:sldMk cId="2073589012" sldId="319"/>
            <ac:picMk id="6" creationId="{EFF80E1D-5C96-39AC-7DDD-292FD6702F9B}"/>
          </ac:picMkLst>
        </pc:picChg>
      </pc:sldChg>
      <pc:sldChg chg="addSp delSp modSp add mod">
        <pc:chgData name="Minh Thai Tran" userId="996740aabe1fc7dc" providerId="LiveId" clId="{CC3F7323-2448-CD44-A4BB-340DD98ABCD7}" dt="2025-03-16T14:02:29.197" v="639" actId="113"/>
        <pc:sldMkLst>
          <pc:docMk/>
          <pc:sldMk cId="770148200" sldId="320"/>
        </pc:sldMkLst>
        <pc:spChg chg="add del mod">
          <ac:chgData name="Minh Thai Tran" userId="996740aabe1fc7dc" providerId="LiveId" clId="{CC3F7323-2448-CD44-A4BB-340DD98ABCD7}" dt="2025-03-16T13:59:55.411" v="597" actId="478"/>
          <ac:spMkLst>
            <pc:docMk/>
            <pc:sldMk cId="770148200" sldId="320"/>
            <ac:spMk id="3" creationId="{734F04C0-B2B9-0817-0961-6F38CFB00538}"/>
          </ac:spMkLst>
        </pc:spChg>
        <pc:spChg chg="add mod">
          <ac:chgData name="Minh Thai Tran" userId="996740aabe1fc7dc" providerId="LiveId" clId="{CC3F7323-2448-CD44-A4BB-340DD98ABCD7}" dt="2025-03-16T14:02:29.197" v="639" actId="113"/>
          <ac:spMkLst>
            <pc:docMk/>
            <pc:sldMk cId="770148200" sldId="320"/>
            <ac:spMk id="5" creationId="{91EBE487-EAB0-2168-C1AE-AAFFCB351805}"/>
          </ac:spMkLst>
        </pc:spChg>
        <pc:spChg chg="mod">
          <ac:chgData name="Minh Thai Tran" userId="996740aabe1fc7dc" providerId="LiveId" clId="{CC3F7323-2448-CD44-A4BB-340DD98ABCD7}" dt="2025-03-16T13:59:45.888" v="595"/>
          <ac:spMkLst>
            <pc:docMk/>
            <pc:sldMk cId="770148200" sldId="320"/>
            <ac:spMk id="70657" creationId="{C2423F92-D956-79C3-4DE4-67DF08D097AA}"/>
          </ac:spMkLst>
        </pc:spChg>
        <pc:spChg chg="del">
          <ac:chgData name="Minh Thai Tran" userId="996740aabe1fc7dc" providerId="LiveId" clId="{CC3F7323-2448-CD44-A4BB-340DD98ABCD7}" dt="2025-03-16T13:59:53.249" v="596" actId="478"/>
          <ac:spMkLst>
            <pc:docMk/>
            <pc:sldMk cId="770148200" sldId="320"/>
            <ac:spMk id="70658" creationId="{ED583EE0-C2C3-DABF-4B8D-2F8D3A42A559}"/>
          </ac:spMkLst>
        </pc:spChg>
      </pc:sldChg>
      <pc:sldChg chg="addSp delSp modSp add mod">
        <pc:chgData name="Minh Thai Tran" userId="996740aabe1fc7dc" providerId="LiveId" clId="{CC3F7323-2448-CD44-A4BB-340DD98ABCD7}" dt="2025-03-16T14:04:22.653" v="661" actId="1035"/>
        <pc:sldMkLst>
          <pc:docMk/>
          <pc:sldMk cId="696941137" sldId="321"/>
        </pc:sldMkLst>
        <pc:spChg chg="del">
          <ac:chgData name="Minh Thai Tran" userId="996740aabe1fc7dc" providerId="LiveId" clId="{CC3F7323-2448-CD44-A4BB-340DD98ABCD7}" dt="2025-03-16T14:02:37.348" v="641" actId="478"/>
          <ac:spMkLst>
            <pc:docMk/>
            <pc:sldMk cId="696941137" sldId="321"/>
            <ac:spMk id="5" creationId="{2B04A110-B826-5067-9969-788A8AF270B4}"/>
          </ac:spMkLst>
        </pc:spChg>
        <pc:picChg chg="add mod">
          <ac:chgData name="Minh Thai Tran" userId="996740aabe1fc7dc" providerId="LiveId" clId="{CC3F7323-2448-CD44-A4BB-340DD98ABCD7}" dt="2025-03-16T14:04:22.653" v="661" actId="1035"/>
          <ac:picMkLst>
            <pc:docMk/>
            <pc:sldMk cId="696941137" sldId="321"/>
            <ac:picMk id="6" creationId="{01DB2D37-5755-CE9A-E52A-05DDBD7E18CB}"/>
          </ac:picMkLst>
        </pc:picChg>
      </pc:sldChg>
      <pc:sldChg chg="addSp delSp modSp add mod">
        <pc:chgData name="Minh Thai Tran" userId="996740aabe1fc7dc" providerId="LiveId" clId="{CC3F7323-2448-CD44-A4BB-340DD98ABCD7}" dt="2025-03-16T14:05:35.496" v="671" actId="1036"/>
        <pc:sldMkLst>
          <pc:docMk/>
          <pc:sldMk cId="1276425047" sldId="322"/>
        </pc:sldMkLst>
        <pc:spChg chg="mod">
          <ac:chgData name="Minh Thai Tran" userId="996740aabe1fc7dc" providerId="LiveId" clId="{CC3F7323-2448-CD44-A4BB-340DD98ABCD7}" dt="2025-03-16T14:05:19.961" v="663"/>
          <ac:spMkLst>
            <pc:docMk/>
            <pc:sldMk cId="1276425047" sldId="322"/>
            <ac:spMk id="70657" creationId="{E5E3490D-3F94-3206-55C7-13591B13BBA9}"/>
          </ac:spMkLst>
        </pc:spChg>
        <pc:picChg chg="add mod">
          <ac:chgData name="Minh Thai Tran" userId="996740aabe1fc7dc" providerId="LiveId" clId="{CC3F7323-2448-CD44-A4BB-340DD98ABCD7}" dt="2025-03-16T14:05:35.496" v="671" actId="1036"/>
          <ac:picMkLst>
            <pc:docMk/>
            <pc:sldMk cId="1276425047" sldId="322"/>
            <ac:picMk id="3" creationId="{7D7DFE6D-9622-8F86-8BF8-30215EF5896C}"/>
          </ac:picMkLst>
        </pc:picChg>
        <pc:picChg chg="del">
          <ac:chgData name="Minh Thai Tran" userId="996740aabe1fc7dc" providerId="LiveId" clId="{CC3F7323-2448-CD44-A4BB-340DD98ABCD7}" dt="2025-03-16T14:05:22.830" v="664" actId="478"/>
          <ac:picMkLst>
            <pc:docMk/>
            <pc:sldMk cId="1276425047" sldId="322"/>
            <ac:picMk id="8" creationId="{857F51D9-A572-26B1-8140-6CB839EBB4EB}"/>
          </ac:picMkLst>
        </pc:picChg>
      </pc:sldChg>
      <pc:sldChg chg="addSp delSp modSp add mod">
        <pc:chgData name="Minh Thai Tran" userId="996740aabe1fc7dc" providerId="LiveId" clId="{CC3F7323-2448-CD44-A4BB-340DD98ABCD7}" dt="2025-03-16T14:07:01.511" v="729" actId="255"/>
        <pc:sldMkLst>
          <pc:docMk/>
          <pc:sldMk cId="3171036767" sldId="323"/>
        </pc:sldMkLst>
        <pc:spChg chg="del">
          <ac:chgData name="Minh Thai Tran" userId="996740aabe1fc7dc" providerId="LiveId" clId="{CC3F7323-2448-CD44-A4BB-340DD98ABCD7}" dt="2025-03-16T14:06:07.235" v="674" actId="478"/>
          <ac:spMkLst>
            <pc:docMk/>
            <pc:sldMk cId="3171036767" sldId="323"/>
            <ac:spMk id="2" creationId="{909D90EE-1FB5-C7B9-AFDA-9A77E44C703B}"/>
          </ac:spMkLst>
        </pc:spChg>
        <pc:spChg chg="add del mod">
          <ac:chgData name="Minh Thai Tran" userId="996740aabe1fc7dc" providerId="LiveId" clId="{CC3F7323-2448-CD44-A4BB-340DD98ABCD7}" dt="2025-03-16T14:06:28.925" v="684" actId="478"/>
          <ac:spMkLst>
            <pc:docMk/>
            <pc:sldMk cId="3171036767" sldId="323"/>
            <ac:spMk id="3" creationId="{98095E44-F0A4-0201-0B75-1593020F989A}"/>
          </ac:spMkLst>
        </pc:spChg>
        <pc:spChg chg="mod">
          <ac:chgData name="Minh Thai Tran" userId="996740aabe1fc7dc" providerId="LiveId" clId="{CC3F7323-2448-CD44-A4BB-340DD98ABCD7}" dt="2025-03-16T14:07:01.511" v="729" actId="255"/>
          <ac:spMkLst>
            <pc:docMk/>
            <pc:sldMk cId="3171036767" sldId="323"/>
            <ac:spMk id="68612" creationId="{B8242F2B-703C-9B62-BA7A-DACE99F474C8}"/>
          </ac:spMkLst>
        </pc:spChg>
      </pc:sldChg>
    </pc:docChg>
  </pc:docChgLst>
  <pc:docChgLst>
    <pc:chgData name="Minh Thai Tran" userId="996740aabe1fc7dc" providerId="LiveId" clId="{38326538-C62B-5D4C-9CA8-0C4330E14A2F}"/>
    <pc:docChg chg="undo custSel addSld delSld modSld sldOrd">
      <pc:chgData name="Minh Thai Tran" userId="996740aabe1fc7dc" providerId="LiveId" clId="{38326538-C62B-5D4C-9CA8-0C4330E14A2F}" dt="2024-03-18T04:14:12.019" v="1512" actId="20577"/>
      <pc:docMkLst>
        <pc:docMk/>
      </pc:docMkLst>
      <pc:sldChg chg="modSp mod">
        <pc:chgData name="Minh Thai Tran" userId="996740aabe1fc7dc" providerId="LiveId" clId="{38326538-C62B-5D4C-9CA8-0C4330E14A2F}" dt="2024-03-03T15:08:51.394" v="348" actId="20577"/>
        <pc:sldMkLst>
          <pc:docMk/>
          <pc:sldMk cId="0" sldId="256"/>
        </pc:sldMkLst>
      </pc:sldChg>
      <pc:sldChg chg="modSp mod">
        <pc:chgData name="Minh Thai Tran" userId="996740aabe1fc7dc" providerId="LiveId" clId="{38326538-C62B-5D4C-9CA8-0C4330E14A2F}" dt="2024-03-03T14:58:24.488" v="47" actId="20577"/>
        <pc:sldMkLst>
          <pc:docMk/>
          <pc:sldMk cId="0" sldId="277"/>
        </pc:sldMkLst>
      </pc:sldChg>
      <pc:sldChg chg="modSp mod">
        <pc:chgData name="Minh Thai Tran" userId="996740aabe1fc7dc" providerId="LiveId" clId="{38326538-C62B-5D4C-9CA8-0C4330E14A2F}" dt="2024-03-03T14:57:11.434" v="45" actId="13926"/>
        <pc:sldMkLst>
          <pc:docMk/>
          <pc:sldMk cId="0" sldId="279"/>
        </pc:sldMkLst>
      </pc:sldChg>
      <pc:sldChg chg="addSp delSp modSp mod">
        <pc:chgData name="Minh Thai Tran" userId="996740aabe1fc7dc" providerId="LiveId" clId="{38326538-C62B-5D4C-9CA8-0C4330E14A2F}" dt="2024-03-03T15:23:38.590" v="692" actId="20577"/>
        <pc:sldMkLst>
          <pc:docMk/>
          <pc:sldMk cId="0" sldId="289"/>
        </pc:sldMkLst>
      </pc:sldChg>
      <pc:sldChg chg="modSp mod">
        <pc:chgData name="Minh Thai Tran" userId="996740aabe1fc7dc" providerId="LiveId" clId="{38326538-C62B-5D4C-9CA8-0C4330E14A2F}" dt="2024-03-03T15:10:57.039" v="458" actId="20577"/>
        <pc:sldMkLst>
          <pc:docMk/>
          <pc:sldMk cId="0" sldId="291"/>
        </pc:sldMkLst>
      </pc:sldChg>
      <pc:sldChg chg="modSp mod">
        <pc:chgData name="Minh Thai Tran" userId="996740aabe1fc7dc" providerId="LiveId" clId="{38326538-C62B-5D4C-9CA8-0C4330E14A2F}" dt="2024-03-18T02:33:14.523" v="1493" actId="255"/>
        <pc:sldMkLst>
          <pc:docMk/>
          <pc:sldMk cId="0" sldId="292"/>
        </pc:sldMkLst>
      </pc:sldChg>
      <pc:sldChg chg="modSp mod ord">
        <pc:chgData name="Minh Thai Tran" userId="996740aabe1fc7dc" providerId="LiveId" clId="{38326538-C62B-5D4C-9CA8-0C4330E14A2F}" dt="2024-03-03T15:11:41.467" v="459" actId="20577"/>
        <pc:sldMkLst>
          <pc:docMk/>
          <pc:sldMk cId="0" sldId="293"/>
        </pc:sldMkLst>
      </pc:sldChg>
      <pc:sldChg chg="modSp mod">
        <pc:chgData name="Minh Thai Tran" userId="996740aabe1fc7dc" providerId="LiveId" clId="{38326538-C62B-5D4C-9CA8-0C4330E14A2F}" dt="2024-03-18T03:43:26.832" v="1497" actId="20577"/>
        <pc:sldMkLst>
          <pc:docMk/>
          <pc:sldMk cId="0" sldId="294"/>
        </pc:sldMkLst>
      </pc:sldChg>
      <pc:sldChg chg="modSp mod">
        <pc:chgData name="Minh Thai Tran" userId="996740aabe1fc7dc" providerId="LiveId" clId="{38326538-C62B-5D4C-9CA8-0C4330E14A2F}" dt="2024-03-18T04:14:12.019" v="1512" actId="20577"/>
        <pc:sldMkLst>
          <pc:docMk/>
          <pc:sldMk cId="0" sldId="295"/>
        </pc:sldMkLst>
      </pc:sldChg>
      <pc:sldChg chg="modSp mod">
        <pc:chgData name="Minh Thai Tran" userId="996740aabe1fc7dc" providerId="LiveId" clId="{38326538-C62B-5D4C-9CA8-0C4330E14A2F}" dt="2024-03-03T15:12:17.710" v="501" actId="20577"/>
        <pc:sldMkLst>
          <pc:docMk/>
          <pc:sldMk cId="0" sldId="296"/>
        </pc:sldMkLst>
      </pc:sldChg>
      <pc:sldChg chg="addSp delSp modSp new mod">
        <pc:chgData name="Minh Thai Tran" userId="996740aabe1fc7dc" providerId="LiveId" clId="{38326538-C62B-5D4C-9CA8-0C4330E14A2F}" dt="2024-03-03T15:02:28.151" v="238" actId="1035"/>
        <pc:sldMkLst>
          <pc:docMk/>
          <pc:sldMk cId="2195714905" sldId="302"/>
        </pc:sldMkLst>
      </pc:sldChg>
      <pc:sldChg chg="addSp delSp modSp new mod">
        <pc:chgData name="Minh Thai Tran" userId="996740aabe1fc7dc" providerId="LiveId" clId="{38326538-C62B-5D4C-9CA8-0C4330E14A2F}" dt="2024-03-03T15:04:57.278" v="267" actId="1076"/>
        <pc:sldMkLst>
          <pc:docMk/>
          <pc:sldMk cId="3777180350" sldId="303"/>
        </pc:sldMkLst>
      </pc:sldChg>
      <pc:sldChg chg="addSp delSp modSp add del mod">
        <pc:chgData name="Minh Thai Tran" userId="996740aabe1fc7dc" providerId="LiveId" clId="{38326538-C62B-5D4C-9CA8-0C4330E14A2F}" dt="2024-03-15T23:41:57.519" v="808" actId="207"/>
        <pc:sldMkLst>
          <pc:docMk/>
          <pc:sldMk cId="118591916" sldId="304"/>
        </pc:sldMkLst>
      </pc:sldChg>
      <pc:sldChg chg="modSp add del mod">
        <pc:chgData name="Minh Thai Tran" userId="996740aabe1fc7dc" providerId="LiveId" clId="{38326538-C62B-5D4C-9CA8-0C4330E14A2F}" dt="2024-03-16T01:22:26.807" v="1145" actId="207"/>
        <pc:sldMkLst>
          <pc:docMk/>
          <pc:sldMk cId="3891770787" sldId="305"/>
        </pc:sldMkLst>
      </pc:sldChg>
      <pc:sldChg chg="addSp delSp modSp new del">
        <pc:chgData name="Minh Thai Tran" userId="996740aabe1fc7dc" providerId="LiveId" clId="{38326538-C62B-5D4C-9CA8-0C4330E14A2F}" dt="2024-03-15T23:43:18.247" v="816" actId="2696"/>
        <pc:sldMkLst>
          <pc:docMk/>
          <pc:sldMk cId="1535082464" sldId="306"/>
        </pc:sldMkLst>
      </pc:sldChg>
      <pc:sldChg chg="addSp delSp modSp add mod">
        <pc:chgData name="Minh Thai Tran" userId="996740aabe1fc7dc" providerId="LiveId" clId="{38326538-C62B-5D4C-9CA8-0C4330E14A2F}" dt="2024-03-15T23:50:17.138" v="1058" actId="962"/>
        <pc:sldMkLst>
          <pc:docMk/>
          <pc:sldMk cId="2769665405" sldId="306"/>
        </pc:sldMkLst>
      </pc:sldChg>
      <pc:sldChg chg="addSp delSp modSp add mod">
        <pc:chgData name="Minh Thai Tran" userId="996740aabe1fc7dc" providerId="LiveId" clId="{38326538-C62B-5D4C-9CA8-0C4330E14A2F}" dt="2024-03-15T23:45:18.903" v="832" actId="1076"/>
        <pc:sldMkLst>
          <pc:docMk/>
          <pc:sldMk cId="655296784" sldId="307"/>
        </pc:sldMkLst>
      </pc:sldChg>
      <pc:sldChg chg="modSp add mod">
        <pc:chgData name="Minh Thai Tran" userId="996740aabe1fc7dc" providerId="LiveId" clId="{38326538-C62B-5D4C-9CA8-0C4330E14A2F}" dt="2024-03-16T01:26:30.764" v="1146" actId="207"/>
        <pc:sldMkLst>
          <pc:docMk/>
          <pc:sldMk cId="1483562001" sldId="308"/>
        </pc:sldMkLst>
      </pc:sldChg>
      <pc:sldChg chg="addSp delSp modSp add mod">
        <pc:chgData name="Minh Thai Tran" userId="996740aabe1fc7dc" providerId="LiveId" clId="{38326538-C62B-5D4C-9CA8-0C4330E14A2F}" dt="2024-03-16T01:33:18.001" v="1153" actId="1076"/>
        <pc:sldMkLst>
          <pc:docMk/>
          <pc:sldMk cId="1987591381" sldId="309"/>
        </pc:sldMkLst>
      </pc:sldChg>
      <pc:sldChg chg="modSp add mod">
        <pc:chgData name="Minh Thai Tran" userId="996740aabe1fc7dc" providerId="LiveId" clId="{38326538-C62B-5D4C-9CA8-0C4330E14A2F}" dt="2024-03-17T23:53:19.941" v="1172" actId="207"/>
        <pc:sldMkLst>
          <pc:docMk/>
          <pc:sldMk cId="723246962" sldId="310"/>
        </pc:sldMkLst>
      </pc:sldChg>
      <pc:sldChg chg="add del">
        <pc:chgData name="Minh Thai Tran" userId="996740aabe1fc7dc" providerId="LiveId" clId="{38326538-C62B-5D4C-9CA8-0C4330E14A2F}" dt="2024-03-15T23:50:42.447" v="1060" actId="2696"/>
        <pc:sldMkLst>
          <pc:docMk/>
          <pc:sldMk cId="2677187931" sldId="310"/>
        </pc:sldMkLst>
      </pc:sldChg>
      <pc:sldChg chg="addSp delSp modSp add mod">
        <pc:chgData name="Minh Thai Tran" userId="996740aabe1fc7dc" providerId="LiveId" clId="{38326538-C62B-5D4C-9CA8-0C4330E14A2F}" dt="2024-03-16T01:36:21.383" v="1163" actId="1076"/>
        <pc:sldMkLst>
          <pc:docMk/>
          <pc:sldMk cId="743572974" sldId="311"/>
        </pc:sldMkLst>
      </pc:sldChg>
      <pc:sldChg chg="add del">
        <pc:chgData name="Minh Thai Tran" userId="996740aabe1fc7dc" providerId="LiveId" clId="{38326538-C62B-5D4C-9CA8-0C4330E14A2F}" dt="2024-03-15T23:54:23.384" v="1099" actId="2696"/>
        <pc:sldMkLst>
          <pc:docMk/>
          <pc:sldMk cId="2951258083" sldId="312"/>
        </pc:sldMkLst>
      </pc:sldChg>
      <pc:sldChg chg="addSp delSp modSp add mod">
        <pc:chgData name="Minh Thai Tran" userId="996740aabe1fc7dc" providerId="LiveId" clId="{38326538-C62B-5D4C-9CA8-0C4330E14A2F}" dt="2024-03-16T01:39:30.599" v="1171" actId="1076"/>
        <pc:sldMkLst>
          <pc:docMk/>
          <pc:sldMk cId="3017285196" sldId="312"/>
        </pc:sldMkLst>
      </pc:sldChg>
      <pc:sldChg chg="add del">
        <pc:chgData name="Minh Thai Tran" userId="996740aabe1fc7dc" providerId="LiveId" clId="{38326538-C62B-5D4C-9CA8-0C4330E14A2F}" dt="2024-03-17T23:53:43.707" v="1174" actId="2696"/>
        <pc:sldMkLst>
          <pc:docMk/>
          <pc:sldMk cId="1526163078" sldId="313"/>
        </pc:sldMkLst>
      </pc:sldChg>
    </pc:docChg>
  </pc:docChgLst>
  <pc:docChgLst>
    <pc:chgData name="Minh Thai Tran" userId="996740aabe1fc7dc" providerId="LiveId" clId="{A1467FE8-FE42-0247-A230-BF2A03712725}"/>
    <pc:docChg chg="modSld">
      <pc:chgData name="Minh Thai Tran" userId="996740aabe1fc7dc" providerId="LiveId" clId="{A1467FE8-FE42-0247-A230-BF2A03712725}" dt="2022-04-22T06:02:43.354" v="33"/>
      <pc:docMkLst>
        <pc:docMk/>
      </pc:docMkLst>
      <pc:sldChg chg="modSp mod">
        <pc:chgData name="Minh Thai Tran" userId="996740aabe1fc7dc" providerId="LiveId" clId="{A1467FE8-FE42-0247-A230-BF2A03712725}" dt="2022-04-15T00:31:46.227" v="32" actId="20577"/>
        <pc:sldMkLst>
          <pc:docMk/>
          <pc:sldMk cId="0" sldId="256"/>
        </pc:sldMkLst>
      </pc:sldChg>
      <pc:sldChg chg="modSp">
        <pc:chgData name="Minh Thai Tran" userId="996740aabe1fc7dc" providerId="LiveId" clId="{A1467FE8-FE42-0247-A230-BF2A03712725}" dt="2022-04-22T06:02:43.354" v="33"/>
        <pc:sldMkLst>
          <pc:docMk/>
          <pc:sldMk cId="0" sldId="293"/>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6A3D16-063D-294A-BCE3-38C40720A03E}" type="doc">
      <dgm:prSet loTypeId="urn:microsoft.com/office/officeart/2005/8/layout/chevron1" loCatId="" qsTypeId="urn:microsoft.com/office/officeart/2005/8/quickstyle/simple3" qsCatId="simple" csTypeId="urn:microsoft.com/office/officeart/2005/8/colors/colorful5" csCatId="colorful" phldr="1"/>
      <dgm:spPr/>
    </dgm:pt>
    <dgm:pt modelId="{F9DF41C0-D543-7042-913B-D46E58B42359}">
      <dgm:prSet phldrT="[Text]"/>
      <dgm:spPr/>
      <dgm:t>
        <a:bodyPr/>
        <a:lstStyle/>
        <a:p>
          <a:r>
            <a:rPr lang="en-US"/>
            <a:t>Tập thực thể</a:t>
          </a:r>
        </a:p>
      </dgm:t>
    </dgm:pt>
    <dgm:pt modelId="{D7AB9016-B5B3-224E-B4FD-A4C3C613FEE2}" type="parTrans" cxnId="{EC5839CB-8735-D04C-8713-2C410089FA7E}">
      <dgm:prSet/>
      <dgm:spPr/>
      <dgm:t>
        <a:bodyPr/>
        <a:lstStyle/>
        <a:p>
          <a:endParaRPr lang="en-US"/>
        </a:p>
      </dgm:t>
    </dgm:pt>
    <dgm:pt modelId="{0E9681E9-E93C-C346-BE46-9670424E652A}" type="sibTrans" cxnId="{EC5839CB-8735-D04C-8713-2C410089FA7E}">
      <dgm:prSet/>
      <dgm:spPr/>
      <dgm:t>
        <a:bodyPr/>
        <a:lstStyle/>
        <a:p>
          <a:endParaRPr lang="en-US"/>
        </a:p>
      </dgm:t>
    </dgm:pt>
    <dgm:pt modelId="{3049EA3F-E0BD-9B4F-91C0-93E11E99EDF8}">
      <dgm:prSet phldrT="[Text]"/>
      <dgm:spPr/>
      <dgm:t>
        <a:bodyPr/>
        <a:lstStyle/>
        <a:p>
          <a:r>
            <a:rPr lang="en-US"/>
            <a:t>Mối quan hệ</a:t>
          </a:r>
        </a:p>
      </dgm:t>
    </dgm:pt>
    <dgm:pt modelId="{3C14E0AD-2FAB-FA41-A38A-819ADB8AF82F}" type="parTrans" cxnId="{BD7D6589-FBCE-344A-99F8-016899DF0793}">
      <dgm:prSet/>
      <dgm:spPr/>
      <dgm:t>
        <a:bodyPr/>
        <a:lstStyle/>
        <a:p>
          <a:endParaRPr lang="en-US"/>
        </a:p>
      </dgm:t>
    </dgm:pt>
    <dgm:pt modelId="{C11C6A19-1C54-4447-B0B9-D370A3847DA6}" type="sibTrans" cxnId="{BD7D6589-FBCE-344A-99F8-016899DF0793}">
      <dgm:prSet/>
      <dgm:spPr/>
      <dgm:t>
        <a:bodyPr/>
        <a:lstStyle/>
        <a:p>
          <a:endParaRPr lang="en-US"/>
        </a:p>
      </dgm:t>
    </dgm:pt>
    <dgm:pt modelId="{A9FC69C4-A06B-944A-A9E6-2CF3FB354E46}">
      <dgm:prSet phldrT="[Text]"/>
      <dgm:spPr/>
      <dgm:t>
        <a:bodyPr/>
        <a:lstStyle/>
        <a:p>
          <a:r>
            <a:rPr lang="en-US"/>
            <a:t>Bảng số</a:t>
          </a:r>
        </a:p>
      </dgm:t>
    </dgm:pt>
    <dgm:pt modelId="{EDC2C556-B8CA-1345-A856-AFD125B28739}" type="parTrans" cxnId="{94B17913-0FD9-474A-827C-466E9DCABA49}">
      <dgm:prSet/>
      <dgm:spPr/>
      <dgm:t>
        <a:bodyPr/>
        <a:lstStyle/>
        <a:p>
          <a:endParaRPr lang="en-US"/>
        </a:p>
      </dgm:t>
    </dgm:pt>
    <dgm:pt modelId="{5C96A65D-3182-2347-B625-CE11717BE983}" type="sibTrans" cxnId="{94B17913-0FD9-474A-827C-466E9DCABA49}">
      <dgm:prSet/>
      <dgm:spPr/>
      <dgm:t>
        <a:bodyPr/>
        <a:lstStyle/>
        <a:p>
          <a:endParaRPr lang="en-US"/>
        </a:p>
      </dgm:t>
    </dgm:pt>
    <dgm:pt modelId="{8572C624-758A-D649-BDE4-E42CDDF75EBA}">
      <dgm:prSet phldrT="[Text]"/>
      <dgm:spPr/>
      <dgm:t>
        <a:bodyPr/>
        <a:lstStyle/>
        <a:p>
          <a:r>
            <a:rPr lang="en-US"/>
            <a:t>Thuộc tính</a:t>
          </a:r>
        </a:p>
      </dgm:t>
    </dgm:pt>
    <dgm:pt modelId="{9D86A2BD-8830-1141-B6FB-9EB6CC17A78F}" type="parTrans" cxnId="{1570731F-D998-C547-B8AF-3BD62CED8745}">
      <dgm:prSet/>
      <dgm:spPr/>
      <dgm:t>
        <a:bodyPr/>
        <a:lstStyle/>
        <a:p>
          <a:endParaRPr lang="en-US"/>
        </a:p>
      </dgm:t>
    </dgm:pt>
    <dgm:pt modelId="{47AC16AF-30C2-7D40-A77A-CE4213306697}" type="sibTrans" cxnId="{1570731F-D998-C547-B8AF-3BD62CED8745}">
      <dgm:prSet/>
      <dgm:spPr/>
      <dgm:t>
        <a:bodyPr/>
        <a:lstStyle/>
        <a:p>
          <a:endParaRPr lang="en-US"/>
        </a:p>
      </dgm:t>
    </dgm:pt>
    <dgm:pt modelId="{47D920CC-0B51-504E-85B3-BE4A49A2BE76}">
      <dgm:prSet phldrT="[Text]"/>
      <dgm:spPr/>
      <dgm:t>
        <a:bodyPr/>
        <a:lstStyle/>
        <a:p>
          <a:r>
            <a:rPr lang="en-US"/>
            <a:t>Khoá chính</a:t>
          </a:r>
        </a:p>
      </dgm:t>
    </dgm:pt>
    <dgm:pt modelId="{CDEAFCD7-4673-1F45-B5E9-8D3F181C80D0}" type="parTrans" cxnId="{24CF6F29-FDD9-AC41-92FB-8EA42C2B984C}">
      <dgm:prSet/>
      <dgm:spPr/>
      <dgm:t>
        <a:bodyPr/>
        <a:lstStyle/>
        <a:p>
          <a:endParaRPr lang="en-US"/>
        </a:p>
      </dgm:t>
    </dgm:pt>
    <dgm:pt modelId="{BA683949-CCE2-564B-8D37-5777F5555F37}" type="sibTrans" cxnId="{24CF6F29-FDD9-AC41-92FB-8EA42C2B984C}">
      <dgm:prSet/>
      <dgm:spPr/>
      <dgm:t>
        <a:bodyPr/>
        <a:lstStyle/>
        <a:p>
          <a:endParaRPr lang="en-US"/>
        </a:p>
      </dgm:t>
    </dgm:pt>
    <dgm:pt modelId="{F9A40563-658D-0947-A8AB-A1CBEC8DB1C0}">
      <dgm:prSet phldrT="[Text]"/>
      <dgm:spPr/>
      <dgm:t>
        <a:bodyPr/>
        <a:lstStyle/>
        <a:p>
          <a:r>
            <a:rPr lang="en-US"/>
            <a:t>Vẽ ERD</a:t>
          </a:r>
        </a:p>
      </dgm:t>
    </dgm:pt>
    <dgm:pt modelId="{C954B290-3C2D-2B4D-BFA8-6246DAE2A781}" type="parTrans" cxnId="{84AB71F3-F23E-B44C-9391-25C0F73BE3FF}">
      <dgm:prSet/>
      <dgm:spPr/>
      <dgm:t>
        <a:bodyPr/>
        <a:lstStyle/>
        <a:p>
          <a:endParaRPr lang="en-US"/>
        </a:p>
      </dgm:t>
    </dgm:pt>
    <dgm:pt modelId="{85B1C82B-09CB-1946-941E-5647F3105505}" type="sibTrans" cxnId="{84AB71F3-F23E-B44C-9391-25C0F73BE3FF}">
      <dgm:prSet/>
      <dgm:spPr/>
      <dgm:t>
        <a:bodyPr/>
        <a:lstStyle/>
        <a:p>
          <a:endParaRPr lang="en-US"/>
        </a:p>
      </dgm:t>
    </dgm:pt>
    <dgm:pt modelId="{8BCE59C0-9DB8-6D4B-B92A-DBB8CEBF0841}" type="pres">
      <dgm:prSet presAssocID="{546A3D16-063D-294A-BCE3-38C40720A03E}" presName="Name0" presStyleCnt="0">
        <dgm:presLayoutVars>
          <dgm:dir/>
          <dgm:animLvl val="lvl"/>
          <dgm:resizeHandles val="exact"/>
        </dgm:presLayoutVars>
      </dgm:prSet>
      <dgm:spPr/>
    </dgm:pt>
    <dgm:pt modelId="{E089A721-7D91-D34A-88FD-254CEFEC2A8D}" type="pres">
      <dgm:prSet presAssocID="{F9DF41C0-D543-7042-913B-D46E58B42359}" presName="parTxOnly" presStyleLbl="node1" presStyleIdx="0" presStyleCnt="6">
        <dgm:presLayoutVars>
          <dgm:chMax val="0"/>
          <dgm:chPref val="0"/>
          <dgm:bulletEnabled val="1"/>
        </dgm:presLayoutVars>
      </dgm:prSet>
      <dgm:spPr/>
    </dgm:pt>
    <dgm:pt modelId="{5C4ED6ED-40EE-2147-961E-019E5FF7B11A}" type="pres">
      <dgm:prSet presAssocID="{0E9681E9-E93C-C346-BE46-9670424E652A}" presName="parTxOnlySpace" presStyleCnt="0"/>
      <dgm:spPr/>
    </dgm:pt>
    <dgm:pt modelId="{4CABDE50-53FE-654B-B848-CE25461DD38F}" type="pres">
      <dgm:prSet presAssocID="{3049EA3F-E0BD-9B4F-91C0-93E11E99EDF8}" presName="parTxOnly" presStyleLbl="node1" presStyleIdx="1" presStyleCnt="6">
        <dgm:presLayoutVars>
          <dgm:chMax val="0"/>
          <dgm:chPref val="0"/>
          <dgm:bulletEnabled val="1"/>
        </dgm:presLayoutVars>
      </dgm:prSet>
      <dgm:spPr/>
    </dgm:pt>
    <dgm:pt modelId="{4EF840A7-4F0C-CF40-8CE0-325D1232B372}" type="pres">
      <dgm:prSet presAssocID="{C11C6A19-1C54-4447-B0B9-D370A3847DA6}" presName="parTxOnlySpace" presStyleCnt="0"/>
      <dgm:spPr/>
    </dgm:pt>
    <dgm:pt modelId="{55024560-4FA5-C945-9CA2-4E44144B4C06}" type="pres">
      <dgm:prSet presAssocID="{A9FC69C4-A06B-944A-A9E6-2CF3FB354E46}" presName="parTxOnly" presStyleLbl="node1" presStyleIdx="2" presStyleCnt="6">
        <dgm:presLayoutVars>
          <dgm:chMax val="0"/>
          <dgm:chPref val="0"/>
          <dgm:bulletEnabled val="1"/>
        </dgm:presLayoutVars>
      </dgm:prSet>
      <dgm:spPr/>
    </dgm:pt>
    <dgm:pt modelId="{3532D047-F76A-6E4F-BA64-3F3A89F28191}" type="pres">
      <dgm:prSet presAssocID="{5C96A65D-3182-2347-B625-CE11717BE983}" presName="parTxOnlySpace" presStyleCnt="0"/>
      <dgm:spPr/>
    </dgm:pt>
    <dgm:pt modelId="{0A2E50B6-6865-8C48-9CFE-56588BB346D6}" type="pres">
      <dgm:prSet presAssocID="{8572C624-758A-D649-BDE4-E42CDDF75EBA}" presName="parTxOnly" presStyleLbl="node1" presStyleIdx="3" presStyleCnt="6">
        <dgm:presLayoutVars>
          <dgm:chMax val="0"/>
          <dgm:chPref val="0"/>
          <dgm:bulletEnabled val="1"/>
        </dgm:presLayoutVars>
      </dgm:prSet>
      <dgm:spPr/>
    </dgm:pt>
    <dgm:pt modelId="{9FA57790-C219-2144-A737-E8AAC5B058EB}" type="pres">
      <dgm:prSet presAssocID="{47AC16AF-30C2-7D40-A77A-CE4213306697}" presName="parTxOnlySpace" presStyleCnt="0"/>
      <dgm:spPr/>
    </dgm:pt>
    <dgm:pt modelId="{E7E595D7-9F2B-174B-A709-22F98C88B856}" type="pres">
      <dgm:prSet presAssocID="{47D920CC-0B51-504E-85B3-BE4A49A2BE76}" presName="parTxOnly" presStyleLbl="node1" presStyleIdx="4" presStyleCnt="6">
        <dgm:presLayoutVars>
          <dgm:chMax val="0"/>
          <dgm:chPref val="0"/>
          <dgm:bulletEnabled val="1"/>
        </dgm:presLayoutVars>
      </dgm:prSet>
      <dgm:spPr/>
    </dgm:pt>
    <dgm:pt modelId="{A8830749-2833-B14E-908C-DC29C824F639}" type="pres">
      <dgm:prSet presAssocID="{BA683949-CCE2-564B-8D37-5777F5555F37}" presName="parTxOnlySpace" presStyleCnt="0"/>
      <dgm:spPr/>
    </dgm:pt>
    <dgm:pt modelId="{2E80CFA1-2054-6A4A-9FBD-77C7FA67F640}" type="pres">
      <dgm:prSet presAssocID="{F9A40563-658D-0947-A8AB-A1CBEC8DB1C0}" presName="parTxOnly" presStyleLbl="node1" presStyleIdx="5" presStyleCnt="6">
        <dgm:presLayoutVars>
          <dgm:chMax val="0"/>
          <dgm:chPref val="0"/>
          <dgm:bulletEnabled val="1"/>
        </dgm:presLayoutVars>
      </dgm:prSet>
      <dgm:spPr/>
    </dgm:pt>
  </dgm:ptLst>
  <dgm:cxnLst>
    <dgm:cxn modelId="{94B17913-0FD9-474A-827C-466E9DCABA49}" srcId="{546A3D16-063D-294A-BCE3-38C40720A03E}" destId="{A9FC69C4-A06B-944A-A9E6-2CF3FB354E46}" srcOrd="2" destOrd="0" parTransId="{EDC2C556-B8CA-1345-A856-AFD125B28739}" sibTransId="{5C96A65D-3182-2347-B625-CE11717BE983}"/>
    <dgm:cxn modelId="{1570731F-D998-C547-B8AF-3BD62CED8745}" srcId="{546A3D16-063D-294A-BCE3-38C40720A03E}" destId="{8572C624-758A-D649-BDE4-E42CDDF75EBA}" srcOrd="3" destOrd="0" parTransId="{9D86A2BD-8830-1141-B6FB-9EB6CC17A78F}" sibTransId="{47AC16AF-30C2-7D40-A77A-CE4213306697}"/>
    <dgm:cxn modelId="{24CF6F29-FDD9-AC41-92FB-8EA42C2B984C}" srcId="{546A3D16-063D-294A-BCE3-38C40720A03E}" destId="{47D920CC-0B51-504E-85B3-BE4A49A2BE76}" srcOrd="4" destOrd="0" parTransId="{CDEAFCD7-4673-1F45-B5E9-8D3F181C80D0}" sibTransId="{BA683949-CCE2-564B-8D37-5777F5555F37}"/>
    <dgm:cxn modelId="{DA5BC731-D048-7C49-A84A-9CE1E122AAA3}" type="presOf" srcId="{47D920CC-0B51-504E-85B3-BE4A49A2BE76}" destId="{E7E595D7-9F2B-174B-A709-22F98C88B856}" srcOrd="0" destOrd="0" presId="urn:microsoft.com/office/officeart/2005/8/layout/chevron1"/>
    <dgm:cxn modelId="{ADFA5643-1F54-954F-9E85-99FC1F9F7BBF}" type="presOf" srcId="{F9A40563-658D-0947-A8AB-A1CBEC8DB1C0}" destId="{2E80CFA1-2054-6A4A-9FBD-77C7FA67F640}" srcOrd="0" destOrd="0" presId="urn:microsoft.com/office/officeart/2005/8/layout/chevron1"/>
    <dgm:cxn modelId="{B8FAD469-A7B7-094F-9370-EF731A42821D}" type="presOf" srcId="{546A3D16-063D-294A-BCE3-38C40720A03E}" destId="{8BCE59C0-9DB8-6D4B-B92A-DBB8CEBF0841}" srcOrd="0" destOrd="0" presId="urn:microsoft.com/office/officeart/2005/8/layout/chevron1"/>
    <dgm:cxn modelId="{5FBA6181-D968-704E-8CBC-B29EC201BF1F}" type="presOf" srcId="{A9FC69C4-A06B-944A-A9E6-2CF3FB354E46}" destId="{55024560-4FA5-C945-9CA2-4E44144B4C06}" srcOrd="0" destOrd="0" presId="urn:microsoft.com/office/officeart/2005/8/layout/chevron1"/>
    <dgm:cxn modelId="{BD7D6589-FBCE-344A-99F8-016899DF0793}" srcId="{546A3D16-063D-294A-BCE3-38C40720A03E}" destId="{3049EA3F-E0BD-9B4F-91C0-93E11E99EDF8}" srcOrd="1" destOrd="0" parTransId="{3C14E0AD-2FAB-FA41-A38A-819ADB8AF82F}" sibTransId="{C11C6A19-1C54-4447-B0B9-D370A3847DA6}"/>
    <dgm:cxn modelId="{2B3AD190-7FBA-AC4E-88D0-3B400317F509}" type="presOf" srcId="{F9DF41C0-D543-7042-913B-D46E58B42359}" destId="{E089A721-7D91-D34A-88FD-254CEFEC2A8D}" srcOrd="0" destOrd="0" presId="urn:microsoft.com/office/officeart/2005/8/layout/chevron1"/>
    <dgm:cxn modelId="{E3D593B1-29E6-4C43-A7FC-65EB4130282D}" type="presOf" srcId="{3049EA3F-E0BD-9B4F-91C0-93E11E99EDF8}" destId="{4CABDE50-53FE-654B-B848-CE25461DD38F}" srcOrd="0" destOrd="0" presId="urn:microsoft.com/office/officeart/2005/8/layout/chevron1"/>
    <dgm:cxn modelId="{EC5839CB-8735-D04C-8713-2C410089FA7E}" srcId="{546A3D16-063D-294A-BCE3-38C40720A03E}" destId="{F9DF41C0-D543-7042-913B-D46E58B42359}" srcOrd="0" destOrd="0" parTransId="{D7AB9016-B5B3-224E-B4FD-A4C3C613FEE2}" sibTransId="{0E9681E9-E93C-C346-BE46-9670424E652A}"/>
    <dgm:cxn modelId="{CD3F23D4-80F2-8349-A8CD-8B13C6B5BD2D}" type="presOf" srcId="{8572C624-758A-D649-BDE4-E42CDDF75EBA}" destId="{0A2E50B6-6865-8C48-9CFE-56588BB346D6}" srcOrd="0" destOrd="0" presId="urn:microsoft.com/office/officeart/2005/8/layout/chevron1"/>
    <dgm:cxn modelId="{84AB71F3-F23E-B44C-9391-25C0F73BE3FF}" srcId="{546A3D16-063D-294A-BCE3-38C40720A03E}" destId="{F9A40563-658D-0947-A8AB-A1CBEC8DB1C0}" srcOrd="5" destOrd="0" parTransId="{C954B290-3C2D-2B4D-BFA8-6246DAE2A781}" sibTransId="{85B1C82B-09CB-1946-941E-5647F3105505}"/>
    <dgm:cxn modelId="{0636A277-0DF6-C443-81E3-2909C28299F1}" type="presParOf" srcId="{8BCE59C0-9DB8-6D4B-B92A-DBB8CEBF0841}" destId="{E089A721-7D91-D34A-88FD-254CEFEC2A8D}" srcOrd="0" destOrd="0" presId="urn:microsoft.com/office/officeart/2005/8/layout/chevron1"/>
    <dgm:cxn modelId="{42B086E8-935D-F040-B51C-230D3B1ECEF4}" type="presParOf" srcId="{8BCE59C0-9DB8-6D4B-B92A-DBB8CEBF0841}" destId="{5C4ED6ED-40EE-2147-961E-019E5FF7B11A}" srcOrd="1" destOrd="0" presId="urn:microsoft.com/office/officeart/2005/8/layout/chevron1"/>
    <dgm:cxn modelId="{0208E32D-34DB-6E4A-9BB2-B3A6087BD971}" type="presParOf" srcId="{8BCE59C0-9DB8-6D4B-B92A-DBB8CEBF0841}" destId="{4CABDE50-53FE-654B-B848-CE25461DD38F}" srcOrd="2" destOrd="0" presId="urn:microsoft.com/office/officeart/2005/8/layout/chevron1"/>
    <dgm:cxn modelId="{D39470B1-CFE8-4B42-A279-3230A2EE2616}" type="presParOf" srcId="{8BCE59C0-9DB8-6D4B-B92A-DBB8CEBF0841}" destId="{4EF840A7-4F0C-CF40-8CE0-325D1232B372}" srcOrd="3" destOrd="0" presId="urn:microsoft.com/office/officeart/2005/8/layout/chevron1"/>
    <dgm:cxn modelId="{D75F4F6F-741D-0F4C-8F44-CACC09087FD7}" type="presParOf" srcId="{8BCE59C0-9DB8-6D4B-B92A-DBB8CEBF0841}" destId="{55024560-4FA5-C945-9CA2-4E44144B4C06}" srcOrd="4" destOrd="0" presId="urn:microsoft.com/office/officeart/2005/8/layout/chevron1"/>
    <dgm:cxn modelId="{BA6BE304-6922-AD4D-9D84-EBC8932FBCF8}" type="presParOf" srcId="{8BCE59C0-9DB8-6D4B-B92A-DBB8CEBF0841}" destId="{3532D047-F76A-6E4F-BA64-3F3A89F28191}" srcOrd="5" destOrd="0" presId="urn:microsoft.com/office/officeart/2005/8/layout/chevron1"/>
    <dgm:cxn modelId="{A1ECFBBD-F3CC-104D-8802-ECF5BE0F73BF}" type="presParOf" srcId="{8BCE59C0-9DB8-6D4B-B92A-DBB8CEBF0841}" destId="{0A2E50B6-6865-8C48-9CFE-56588BB346D6}" srcOrd="6" destOrd="0" presId="urn:microsoft.com/office/officeart/2005/8/layout/chevron1"/>
    <dgm:cxn modelId="{47B6C261-FC15-7E4B-A49F-5D093BAE0BBC}" type="presParOf" srcId="{8BCE59C0-9DB8-6D4B-B92A-DBB8CEBF0841}" destId="{9FA57790-C219-2144-A737-E8AAC5B058EB}" srcOrd="7" destOrd="0" presId="urn:microsoft.com/office/officeart/2005/8/layout/chevron1"/>
    <dgm:cxn modelId="{7713016F-4E43-0743-9D07-23FCA3F62853}" type="presParOf" srcId="{8BCE59C0-9DB8-6D4B-B92A-DBB8CEBF0841}" destId="{E7E595D7-9F2B-174B-A709-22F98C88B856}" srcOrd="8" destOrd="0" presId="urn:microsoft.com/office/officeart/2005/8/layout/chevron1"/>
    <dgm:cxn modelId="{E86BD2B0-8FBC-9B43-B508-73B234518527}" type="presParOf" srcId="{8BCE59C0-9DB8-6D4B-B92A-DBB8CEBF0841}" destId="{A8830749-2833-B14E-908C-DC29C824F639}" srcOrd="9" destOrd="0" presId="urn:microsoft.com/office/officeart/2005/8/layout/chevron1"/>
    <dgm:cxn modelId="{AFD12677-B873-AA48-9E7B-B36F1759D56D}" type="presParOf" srcId="{8BCE59C0-9DB8-6D4B-B92A-DBB8CEBF0841}" destId="{2E80CFA1-2054-6A4A-9FBD-77C7FA67F640}" srcOrd="10"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89A721-7D91-D34A-88FD-254CEFEC2A8D}">
      <dsp:nvSpPr>
        <dsp:cNvPr id="0" name=""/>
        <dsp:cNvSpPr/>
      </dsp:nvSpPr>
      <dsp:spPr>
        <a:xfrm>
          <a:off x="4390" y="1705352"/>
          <a:ext cx="1633239" cy="653295"/>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a:t>Tập thực thể</a:t>
          </a:r>
        </a:p>
      </dsp:txBody>
      <dsp:txXfrm>
        <a:off x="331038" y="1705352"/>
        <a:ext cx="979944" cy="653295"/>
      </dsp:txXfrm>
    </dsp:sp>
    <dsp:sp modelId="{4CABDE50-53FE-654B-B848-CE25461DD38F}">
      <dsp:nvSpPr>
        <dsp:cNvPr id="0" name=""/>
        <dsp:cNvSpPr/>
      </dsp:nvSpPr>
      <dsp:spPr>
        <a:xfrm>
          <a:off x="1474306" y="1705352"/>
          <a:ext cx="1633239" cy="653295"/>
        </a:xfrm>
        <a:prstGeom prst="chevron">
          <a:avLst/>
        </a:prstGeom>
        <a:gradFill rotWithShape="0">
          <a:gsLst>
            <a:gs pos="0">
              <a:schemeClr val="accent5">
                <a:hueOff val="921523"/>
                <a:satOff val="-457"/>
                <a:lumOff val="-9333"/>
                <a:alphaOff val="0"/>
                <a:lumMod val="110000"/>
                <a:satMod val="105000"/>
                <a:tint val="67000"/>
              </a:schemeClr>
            </a:gs>
            <a:gs pos="50000">
              <a:schemeClr val="accent5">
                <a:hueOff val="921523"/>
                <a:satOff val="-457"/>
                <a:lumOff val="-9333"/>
                <a:alphaOff val="0"/>
                <a:lumMod val="105000"/>
                <a:satMod val="103000"/>
                <a:tint val="73000"/>
              </a:schemeClr>
            </a:gs>
            <a:gs pos="100000">
              <a:schemeClr val="accent5">
                <a:hueOff val="921523"/>
                <a:satOff val="-457"/>
                <a:lumOff val="-933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a:t>Mối quan hệ</a:t>
          </a:r>
        </a:p>
      </dsp:txBody>
      <dsp:txXfrm>
        <a:off x="1800954" y="1705352"/>
        <a:ext cx="979944" cy="653295"/>
      </dsp:txXfrm>
    </dsp:sp>
    <dsp:sp modelId="{55024560-4FA5-C945-9CA2-4E44144B4C06}">
      <dsp:nvSpPr>
        <dsp:cNvPr id="0" name=""/>
        <dsp:cNvSpPr/>
      </dsp:nvSpPr>
      <dsp:spPr>
        <a:xfrm>
          <a:off x="2944222" y="1705352"/>
          <a:ext cx="1633239" cy="653295"/>
        </a:xfrm>
        <a:prstGeom prst="chevron">
          <a:avLst/>
        </a:prstGeom>
        <a:gradFill rotWithShape="0">
          <a:gsLst>
            <a:gs pos="0">
              <a:schemeClr val="accent5">
                <a:hueOff val="1843046"/>
                <a:satOff val="-913"/>
                <a:lumOff val="-18667"/>
                <a:alphaOff val="0"/>
                <a:lumMod val="110000"/>
                <a:satMod val="105000"/>
                <a:tint val="67000"/>
              </a:schemeClr>
            </a:gs>
            <a:gs pos="50000">
              <a:schemeClr val="accent5">
                <a:hueOff val="1843046"/>
                <a:satOff val="-913"/>
                <a:lumOff val="-18667"/>
                <a:alphaOff val="0"/>
                <a:lumMod val="105000"/>
                <a:satMod val="103000"/>
                <a:tint val="73000"/>
              </a:schemeClr>
            </a:gs>
            <a:gs pos="100000">
              <a:schemeClr val="accent5">
                <a:hueOff val="1843046"/>
                <a:satOff val="-913"/>
                <a:lumOff val="-18667"/>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a:t>Bảng số</a:t>
          </a:r>
        </a:p>
      </dsp:txBody>
      <dsp:txXfrm>
        <a:off x="3270870" y="1705352"/>
        <a:ext cx="979944" cy="653295"/>
      </dsp:txXfrm>
    </dsp:sp>
    <dsp:sp modelId="{0A2E50B6-6865-8C48-9CFE-56588BB346D6}">
      <dsp:nvSpPr>
        <dsp:cNvPr id="0" name=""/>
        <dsp:cNvSpPr/>
      </dsp:nvSpPr>
      <dsp:spPr>
        <a:xfrm>
          <a:off x="4414138" y="1705352"/>
          <a:ext cx="1633239" cy="653295"/>
        </a:xfrm>
        <a:prstGeom prst="chevron">
          <a:avLst/>
        </a:prstGeom>
        <a:gradFill rotWithShape="0">
          <a:gsLst>
            <a:gs pos="0">
              <a:schemeClr val="accent5">
                <a:hueOff val="2764569"/>
                <a:satOff val="-1370"/>
                <a:lumOff val="-28000"/>
                <a:alphaOff val="0"/>
                <a:lumMod val="110000"/>
                <a:satMod val="105000"/>
                <a:tint val="67000"/>
              </a:schemeClr>
            </a:gs>
            <a:gs pos="50000">
              <a:schemeClr val="accent5">
                <a:hueOff val="2764569"/>
                <a:satOff val="-1370"/>
                <a:lumOff val="-28000"/>
                <a:alphaOff val="0"/>
                <a:lumMod val="105000"/>
                <a:satMod val="103000"/>
                <a:tint val="73000"/>
              </a:schemeClr>
            </a:gs>
            <a:gs pos="100000">
              <a:schemeClr val="accent5">
                <a:hueOff val="2764569"/>
                <a:satOff val="-1370"/>
                <a:lumOff val="-2800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a:t>Thuộc tính</a:t>
          </a:r>
        </a:p>
      </dsp:txBody>
      <dsp:txXfrm>
        <a:off x="4740786" y="1705352"/>
        <a:ext cx="979944" cy="653295"/>
      </dsp:txXfrm>
    </dsp:sp>
    <dsp:sp modelId="{E7E595D7-9F2B-174B-A709-22F98C88B856}">
      <dsp:nvSpPr>
        <dsp:cNvPr id="0" name=""/>
        <dsp:cNvSpPr/>
      </dsp:nvSpPr>
      <dsp:spPr>
        <a:xfrm>
          <a:off x="5884053" y="1705352"/>
          <a:ext cx="1633239" cy="653295"/>
        </a:xfrm>
        <a:prstGeom prst="chevron">
          <a:avLst/>
        </a:prstGeom>
        <a:gradFill rotWithShape="0">
          <a:gsLst>
            <a:gs pos="0">
              <a:schemeClr val="accent5">
                <a:hueOff val="3686093"/>
                <a:satOff val="-1826"/>
                <a:lumOff val="-37334"/>
                <a:alphaOff val="0"/>
                <a:lumMod val="110000"/>
                <a:satMod val="105000"/>
                <a:tint val="67000"/>
              </a:schemeClr>
            </a:gs>
            <a:gs pos="50000">
              <a:schemeClr val="accent5">
                <a:hueOff val="3686093"/>
                <a:satOff val="-1826"/>
                <a:lumOff val="-37334"/>
                <a:alphaOff val="0"/>
                <a:lumMod val="105000"/>
                <a:satMod val="103000"/>
                <a:tint val="73000"/>
              </a:schemeClr>
            </a:gs>
            <a:gs pos="100000">
              <a:schemeClr val="accent5">
                <a:hueOff val="3686093"/>
                <a:satOff val="-1826"/>
                <a:lumOff val="-3733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a:t>Khoá chính</a:t>
          </a:r>
        </a:p>
      </dsp:txBody>
      <dsp:txXfrm>
        <a:off x="6210701" y="1705352"/>
        <a:ext cx="979944" cy="653295"/>
      </dsp:txXfrm>
    </dsp:sp>
    <dsp:sp modelId="{2E80CFA1-2054-6A4A-9FBD-77C7FA67F640}">
      <dsp:nvSpPr>
        <dsp:cNvPr id="0" name=""/>
        <dsp:cNvSpPr/>
      </dsp:nvSpPr>
      <dsp:spPr>
        <a:xfrm>
          <a:off x="7353969" y="1705352"/>
          <a:ext cx="1633239" cy="653295"/>
        </a:xfrm>
        <a:prstGeom prst="chevron">
          <a:avLst/>
        </a:prstGeom>
        <a:gradFill rotWithShape="0">
          <a:gsLst>
            <a:gs pos="0">
              <a:schemeClr val="accent5">
                <a:hueOff val="4607616"/>
                <a:satOff val="-2283"/>
                <a:lumOff val="-46667"/>
                <a:alphaOff val="0"/>
                <a:lumMod val="110000"/>
                <a:satMod val="105000"/>
                <a:tint val="67000"/>
              </a:schemeClr>
            </a:gs>
            <a:gs pos="50000">
              <a:schemeClr val="accent5">
                <a:hueOff val="4607616"/>
                <a:satOff val="-2283"/>
                <a:lumOff val="-46667"/>
                <a:alphaOff val="0"/>
                <a:lumMod val="105000"/>
                <a:satMod val="103000"/>
                <a:tint val="73000"/>
              </a:schemeClr>
            </a:gs>
            <a:gs pos="100000">
              <a:schemeClr val="accent5">
                <a:hueOff val="4607616"/>
                <a:satOff val="-2283"/>
                <a:lumOff val="-46667"/>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a:t>Vẽ ERD</a:t>
          </a:r>
        </a:p>
      </dsp:txBody>
      <dsp:txXfrm>
        <a:off x="7680617" y="1705352"/>
        <a:ext cx="979944" cy="653295"/>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EF61BFB1-F30E-404D-B8B2-10621F26DE57}"/>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l" eaLnBrk="1" hangingPunct="1">
              <a:spcBef>
                <a:spcPct val="0"/>
              </a:spcBef>
              <a:defRPr sz="1200">
                <a:latin typeface="Arial" panose="020B0604020202020204" pitchFamily="34" charset="0"/>
              </a:defRPr>
            </a:lvl1pPr>
          </a:lstStyle>
          <a:p>
            <a:pPr>
              <a:defRPr/>
            </a:pPr>
            <a:endParaRPr lang="en-US"/>
          </a:p>
        </p:txBody>
      </p:sp>
      <p:sp>
        <p:nvSpPr>
          <p:cNvPr id="16387" name="Rectangle 3">
            <a:extLst>
              <a:ext uri="{FF2B5EF4-FFF2-40B4-BE49-F238E27FC236}">
                <a16:creationId xmlns:a16="http://schemas.microsoft.com/office/drawing/2014/main" id="{CACDDD5D-85F9-4A94-BA99-642F91259E45}"/>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spcBef>
                <a:spcPct val="0"/>
              </a:spcBef>
              <a:defRPr sz="1200">
                <a:latin typeface="Arial" panose="020B0604020202020204" pitchFamily="34" charset="0"/>
              </a:defRPr>
            </a:lvl1pPr>
          </a:lstStyle>
          <a:p>
            <a:pPr>
              <a:defRPr/>
            </a:pPr>
            <a:endParaRPr lang="en-US"/>
          </a:p>
        </p:txBody>
      </p:sp>
      <p:sp>
        <p:nvSpPr>
          <p:cNvPr id="13316" name="Rectangle 4">
            <a:extLst>
              <a:ext uri="{FF2B5EF4-FFF2-40B4-BE49-F238E27FC236}">
                <a16:creationId xmlns:a16="http://schemas.microsoft.com/office/drawing/2014/main" id="{775D3018-BF74-4615-A36A-66BD97A4248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6389" name="Rectangle 5">
            <a:extLst>
              <a:ext uri="{FF2B5EF4-FFF2-40B4-BE49-F238E27FC236}">
                <a16:creationId xmlns:a16="http://schemas.microsoft.com/office/drawing/2014/main" id="{CD8531B5-C4FE-4DC4-BD79-36AB31F308B0}"/>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390" name="Rectangle 6">
            <a:extLst>
              <a:ext uri="{FF2B5EF4-FFF2-40B4-BE49-F238E27FC236}">
                <a16:creationId xmlns:a16="http://schemas.microsoft.com/office/drawing/2014/main" id="{19013AEA-D9DD-445A-8C2E-E111348C2FE8}"/>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eaLnBrk="1" hangingPunct="1">
              <a:spcBef>
                <a:spcPct val="0"/>
              </a:spcBef>
              <a:defRPr sz="1200">
                <a:latin typeface="Arial" panose="020B0604020202020204" pitchFamily="34" charset="0"/>
              </a:defRPr>
            </a:lvl1pPr>
          </a:lstStyle>
          <a:p>
            <a:pPr>
              <a:defRPr/>
            </a:pPr>
            <a:endParaRPr lang="en-US"/>
          </a:p>
        </p:txBody>
      </p:sp>
      <p:sp>
        <p:nvSpPr>
          <p:cNvPr id="16391" name="Rectangle 7">
            <a:extLst>
              <a:ext uri="{FF2B5EF4-FFF2-40B4-BE49-F238E27FC236}">
                <a16:creationId xmlns:a16="http://schemas.microsoft.com/office/drawing/2014/main" id="{9C1D41C0-494B-4F8C-AB56-EAFDAF69F74B}"/>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Arial" panose="020B0604020202020204" pitchFamily="34" charset="0"/>
              </a:defRPr>
            </a:lvl1pPr>
          </a:lstStyle>
          <a:p>
            <a:pPr>
              <a:defRPr/>
            </a:pPr>
            <a:fld id="{951E0C33-B631-4521-B115-33CEFDAD6BD8}" type="slidenum">
              <a:rPr lang="en-US" altLang="en-VN"/>
              <a:pPr>
                <a:defRPr/>
              </a:pPr>
              <a:t>‹#›</a:t>
            </a:fld>
            <a:endParaRPr lang="en-US" altLang="en-V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1C9B1D0B-874E-48BE-AD5E-4ADF9CE6158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F347C243-7025-4218-A975-D8065A4E3267}" type="slidenum">
              <a:rPr lang="en-US" altLang="en-US">
                <a:latin typeface="Arial" panose="020B0604020202020204" pitchFamily="34" charset="0"/>
              </a:rPr>
              <a:pPr/>
              <a:t>2</a:t>
            </a:fld>
            <a:endParaRPr lang="en-US" altLang="en-US">
              <a:latin typeface="Arial" panose="020B0604020202020204" pitchFamily="34" charset="0"/>
            </a:endParaRPr>
          </a:p>
        </p:txBody>
      </p:sp>
      <p:sp>
        <p:nvSpPr>
          <p:cNvPr id="16386" name="Rectangle 2">
            <a:extLst>
              <a:ext uri="{FF2B5EF4-FFF2-40B4-BE49-F238E27FC236}">
                <a16:creationId xmlns:a16="http://schemas.microsoft.com/office/drawing/2014/main" id="{F42D973F-5535-41C7-9B42-B7E795701542}"/>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F76E3089-3C54-457B-AC2B-20F3444AD46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5ADC0931-EF72-4FC7-9010-E7B92FCC673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F77DF6A9-56EA-4250-B555-87FA44C0C653}" type="slidenum">
              <a:rPr lang="en-US" altLang="en-US">
                <a:latin typeface="Arial" panose="020B0604020202020204" pitchFamily="34" charset="0"/>
              </a:rPr>
              <a:pPr/>
              <a:t>3</a:t>
            </a:fld>
            <a:endParaRPr lang="en-US" altLang="en-US">
              <a:latin typeface="Arial" panose="020B0604020202020204" pitchFamily="34" charset="0"/>
            </a:endParaRPr>
          </a:p>
        </p:txBody>
      </p:sp>
      <p:sp>
        <p:nvSpPr>
          <p:cNvPr id="18434" name="Rectangle 2">
            <a:extLst>
              <a:ext uri="{FF2B5EF4-FFF2-40B4-BE49-F238E27FC236}">
                <a16:creationId xmlns:a16="http://schemas.microsoft.com/office/drawing/2014/main" id="{9A6267C1-C76A-47E4-999B-0D06E827D4D2}"/>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73BDD1E5-45E3-49FD-8454-0C2917AB56D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48736182-DAEB-4DDA-97FC-974D227CE3A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E50FF04E-094E-4784-953F-5E1109EE7C8C}" type="slidenum">
              <a:rPr lang="en-US" altLang="en-US">
                <a:latin typeface="Arial" panose="020B0604020202020204" pitchFamily="34" charset="0"/>
              </a:rPr>
              <a:pPr/>
              <a:t>4</a:t>
            </a:fld>
            <a:endParaRPr lang="en-US" altLang="en-US">
              <a:latin typeface="Arial" panose="020B0604020202020204" pitchFamily="34" charset="0"/>
            </a:endParaRPr>
          </a:p>
        </p:txBody>
      </p:sp>
      <p:sp>
        <p:nvSpPr>
          <p:cNvPr id="20482" name="Rectangle 2">
            <a:extLst>
              <a:ext uri="{FF2B5EF4-FFF2-40B4-BE49-F238E27FC236}">
                <a16:creationId xmlns:a16="http://schemas.microsoft.com/office/drawing/2014/main" id="{779E88BC-CCDA-44E6-B1E4-F8B9405478DF}"/>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1825214A-2A39-4DF8-8381-C67C6C0CDA6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B8B65CE9-B160-43A6-9BDA-457D4059AC7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9DE53F7C-D342-4A1A-823A-CBBEC62C185A}" type="slidenum">
              <a:rPr lang="en-US" altLang="en-US">
                <a:latin typeface="Arial" panose="020B0604020202020204" pitchFamily="34" charset="0"/>
              </a:rPr>
              <a:pPr/>
              <a:t>5</a:t>
            </a:fld>
            <a:endParaRPr lang="en-US" altLang="en-US">
              <a:latin typeface="Arial" panose="020B0604020202020204" pitchFamily="34" charset="0"/>
            </a:endParaRPr>
          </a:p>
        </p:txBody>
      </p:sp>
      <p:sp>
        <p:nvSpPr>
          <p:cNvPr id="22530" name="Rectangle 2">
            <a:extLst>
              <a:ext uri="{FF2B5EF4-FFF2-40B4-BE49-F238E27FC236}">
                <a16:creationId xmlns:a16="http://schemas.microsoft.com/office/drawing/2014/main" id="{D871A17B-CD24-44EF-85DE-76971A28E3ED}"/>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F80BA9DF-7B60-4DD2-8F46-D275011E548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5A5A8C52-FA50-4BE8-94B9-F3679B758CB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F5F74D64-03CB-45D1-B57A-BACFD30EF224}" type="slidenum">
              <a:rPr lang="en-US" altLang="en-US">
                <a:latin typeface="Arial" panose="020B0604020202020204" pitchFamily="34" charset="0"/>
              </a:rPr>
              <a:pPr/>
              <a:t>6</a:t>
            </a:fld>
            <a:endParaRPr lang="en-US" altLang="en-US">
              <a:latin typeface="Arial" panose="020B0604020202020204" pitchFamily="34" charset="0"/>
            </a:endParaRPr>
          </a:p>
        </p:txBody>
      </p:sp>
      <p:sp>
        <p:nvSpPr>
          <p:cNvPr id="24578" name="Rectangle 2">
            <a:extLst>
              <a:ext uri="{FF2B5EF4-FFF2-40B4-BE49-F238E27FC236}">
                <a16:creationId xmlns:a16="http://schemas.microsoft.com/office/drawing/2014/main" id="{35FCBA81-D97B-4F6B-859C-5735E074E4D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0BF3D837-ABDD-4FE6-B5AA-1814D17BF1B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C76426DE-919E-496C-A98B-761FE33489C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0568AD77-F6D6-4815-9323-7495E8383F09}" type="slidenum">
              <a:rPr lang="en-US" altLang="en-US">
                <a:latin typeface="Arial" panose="020B0604020202020204" pitchFamily="34" charset="0"/>
              </a:rPr>
              <a:pPr/>
              <a:t>7</a:t>
            </a:fld>
            <a:endParaRPr lang="en-US" altLang="en-US">
              <a:latin typeface="Arial" panose="020B0604020202020204" pitchFamily="34" charset="0"/>
            </a:endParaRPr>
          </a:p>
        </p:txBody>
      </p:sp>
      <p:sp>
        <p:nvSpPr>
          <p:cNvPr id="26626" name="Rectangle 2">
            <a:extLst>
              <a:ext uri="{FF2B5EF4-FFF2-40B4-BE49-F238E27FC236}">
                <a16:creationId xmlns:a16="http://schemas.microsoft.com/office/drawing/2014/main" id="{578E740C-9CEA-4464-8C8E-98BB1F5EB599}"/>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AE391BFE-B5B0-464C-B838-C1618A4FA9E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CE388524-86E3-4333-81FB-19A66D51776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400AB507-F349-4ACF-A149-A7AA2F03F75C}" type="slidenum">
              <a:rPr lang="en-US" altLang="en-US">
                <a:latin typeface="Arial" panose="020B0604020202020204" pitchFamily="34" charset="0"/>
              </a:rPr>
              <a:pPr/>
              <a:t>8</a:t>
            </a:fld>
            <a:endParaRPr lang="en-US" altLang="en-US">
              <a:latin typeface="Arial" panose="020B0604020202020204" pitchFamily="34" charset="0"/>
            </a:endParaRPr>
          </a:p>
        </p:txBody>
      </p:sp>
      <p:sp>
        <p:nvSpPr>
          <p:cNvPr id="28674" name="Rectangle 2">
            <a:extLst>
              <a:ext uri="{FF2B5EF4-FFF2-40B4-BE49-F238E27FC236}">
                <a16:creationId xmlns:a16="http://schemas.microsoft.com/office/drawing/2014/main" id="{4D3FBED5-0725-487F-94D1-D2A6BEB920C0}"/>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38D9F635-7249-4710-9B36-F0BCF21E5F4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41210F09-5C53-4394-8656-FE201DED4EE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C89AEF39-E00F-4423-B9B6-2D6C2E9FB4B3}" type="slidenum">
              <a:rPr lang="en-US" altLang="en-US">
                <a:latin typeface="Arial" panose="020B0604020202020204" pitchFamily="34" charset="0"/>
              </a:rPr>
              <a:pPr/>
              <a:t>11</a:t>
            </a:fld>
            <a:endParaRPr lang="en-US" altLang="en-US">
              <a:latin typeface="Arial" panose="020B0604020202020204" pitchFamily="34" charset="0"/>
            </a:endParaRPr>
          </a:p>
        </p:txBody>
      </p:sp>
      <p:sp>
        <p:nvSpPr>
          <p:cNvPr id="30722" name="Rectangle 2">
            <a:extLst>
              <a:ext uri="{FF2B5EF4-FFF2-40B4-BE49-F238E27FC236}">
                <a16:creationId xmlns:a16="http://schemas.microsoft.com/office/drawing/2014/main" id="{5B06293B-D96F-4605-A685-56324C291EC6}"/>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CF5C9D3B-8DA9-49EF-ADE2-0BAF4FB3681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ADA80421-8B1A-42B7-A315-DECFEC9F5E5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7BF3B66B-2672-4C69-AB4A-79E86EA14149}" type="slidenum">
              <a:rPr lang="en-US" altLang="en-US">
                <a:latin typeface="Arial" panose="020B0604020202020204" pitchFamily="34" charset="0"/>
              </a:rPr>
              <a:pPr/>
              <a:t>13</a:t>
            </a:fld>
            <a:endParaRPr lang="en-US" altLang="en-US">
              <a:latin typeface="Arial" panose="020B0604020202020204" pitchFamily="34" charset="0"/>
            </a:endParaRPr>
          </a:p>
        </p:txBody>
      </p:sp>
      <p:sp>
        <p:nvSpPr>
          <p:cNvPr id="32770" name="Rectangle 2">
            <a:extLst>
              <a:ext uri="{FF2B5EF4-FFF2-40B4-BE49-F238E27FC236}">
                <a16:creationId xmlns:a16="http://schemas.microsoft.com/office/drawing/2014/main" id="{E7385064-CE0F-49CA-828B-085F3D4F9B24}"/>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C1BDE016-C4EC-4337-8A8C-CA5896FA4E6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21E40CD3-1BB4-4E9E-88EB-188FC48A1EC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06BB1AC0-AAE6-4C22-BFF0-F3A4C79F03F9}" type="slidenum">
              <a:rPr lang="en-US" altLang="en-US">
                <a:latin typeface="Arial" panose="020B0604020202020204" pitchFamily="34" charset="0"/>
              </a:rPr>
              <a:pPr/>
              <a:t>14</a:t>
            </a:fld>
            <a:endParaRPr lang="en-US" altLang="en-US">
              <a:latin typeface="Arial" panose="020B0604020202020204" pitchFamily="34" charset="0"/>
            </a:endParaRPr>
          </a:p>
        </p:txBody>
      </p:sp>
      <p:sp>
        <p:nvSpPr>
          <p:cNvPr id="34818" name="Rectangle 2">
            <a:extLst>
              <a:ext uri="{FF2B5EF4-FFF2-40B4-BE49-F238E27FC236}">
                <a16:creationId xmlns:a16="http://schemas.microsoft.com/office/drawing/2014/main" id="{1568D681-E9E4-48AB-8708-87EA72CE26A7}"/>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711514F3-B2B6-4F99-88EA-9076D32577F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4A8F7E0D-6DD7-43CB-966C-77A39BD2F7E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4295CF52-74B2-4777-A050-53E49A6EF1FA}" type="slidenum">
              <a:rPr lang="en-US" altLang="en-US">
                <a:latin typeface="Arial" panose="020B0604020202020204" pitchFamily="34" charset="0"/>
              </a:rPr>
              <a:pPr/>
              <a:t>15</a:t>
            </a:fld>
            <a:endParaRPr lang="en-US" altLang="en-US">
              <a:latin typeface="Arial" panose="020B0604020202020204" pitchFamily="34" charset="0"/>
            </a:endParaRPr>
          </a:p>
        </p:txBody>
      </p:sp>
      <p:sp>
        <p:nvSpPr>
          <p:cNvPr id="36866" name="Rectangle 2">
            <a:extLst>
              <a:ext uri="{FF2B5EF4-FFF2-40B4-BE49-F238E27FC236}">
                <a16:creationId xmlns:a16="http://schemas.microsoft.com/office/drawing/2014/main" id="{66996C92-D092-4FFD-B497-69F87F4AC3F9}"/>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D0078BA2-DDF2-44A3-8D9B-8732B1B5606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62C575B7-9FEC-46A9-8B15-9D7DBBAA3DF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C3D1C3D5-696F-48D9-B181-13EF636D8D9C}" type="slidenum">
              <a:rPr lang="en-US" altLang="en-US">
                <a:latin typeface="Arial" panose="020B0604020202020204" pitchFamily="34" charset="0"/>
              </a:rPr>
              <a:pPr/>
              <a:t>16</a:t>
            </a:fld>
            <a:endParaRPr lang="en-US" altLang="en-US">
              <a:latin typeface="Arial" panose="020B0604020202020204" pitchFamily="34" charset="0"/>
            </a:endParaRPr>
          </a:p>
        </p:txBody>
      </p:sp>
      <p:sp>
        <p:nvSpPr>
          <p:cNvPr id="38914" name="Rectangle 2">
            <a:extLst>
              <a:ext uri="{FF2B5EF4-FFF2-40B4-BE49-F238E27FC236}">
                <a16:creationId xmlns:a16="http://schemas.microsoft.com/office/drawing/2014/main" id="{A3D2A38A-3B1E-43F2-A9AB-6C114B6392BC}"/>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21431F32-684A-43DE-ABAE-562B563A273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65C2A9BA-125C-43CE-99BD-ED29C6D72D9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72B9D7DB-7A71-447A-B077-648CB578393C}" type="slidenum">
              <a:rPr lang="en-US" altLang="en-US">
                <a:latin typeface="Arial" panose="020B0604020202020204" pitchFamily="34" charset="0"/>
              </a:rPr>
              <a:pPr/>
              <a:t>17</a:t>
            </a:fld>
            <a:endParaRPr lang="en-US" altLang="en-US">
              <a:latin typeface="Arial" panose="020B0604020202020204" pitchFamily="34" charset="0"/>
            </a:endParaRPr>
          </a:p>
        </p:txBody>
      </p:sp>
      <p:sp>
        <p:nvSpPr>
          <p:cNvPr id="40962" name="Rectangle 2">
            <a:extLst>
              <a:ext uri="{FF2B5EF4-FFF2-40B4-BE49-F238E27FC236}">
                <a16:creationId xmlns:a16="http://schemas.microsoft.com/office/drawing/2014/main" id="{A0E6030F-DE6D-4316-A633-5BD24FADE241}"/>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DA5F1F1C-DFE1-48B7-8408-59487889379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7678FBD8-D238-494D-AF58-D22F5910B86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1DD88B02-0402-46E4-B8C9-76DB729EA68A}" type="slidenum">
              <a:rPr lang="en-US" altLang="en-US">
                <a:latin typeface="Arial" panose="020B0604020202020204" pitchFamily="34" charset="0"/>
              </a:rPr>
              <a:pPr/>
              <a:t>19</a:t>
            </a:fld>
            <a:endParaRPr lang="en-US" altLang="en-US">
              <a:latin typeface="Arial" panose="020B0604020202020204" pitchFamily="34" charset="0"/>
            </a:endParaRPr>
          </a:p>
        </p:txBody>
      </p:sp>
      <p:sp>
        <p:nvSpPr>
          <p:cNvPr id="43010" name="Rectangle 2">
            <a:extLst>
              <a:ext uri="{FF2B5EF4-FFF2-40B4-BE49-F238E27FC236}">
                <a16:creationId xmlns:a16="http://schemas.microsoft.com/office/drawing/2014/main" id="{060D1C26-2F1B-4612-B6D1-51D178A8C3FC}"/>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C11B0D65-EE61-4ED3-B992-696A1F6070D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DF31D2DC-3EA9-459F-9825-1584E536A47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E6E3E95A-335C-41F2-BB3D-0EDAD2D9A1F9}" type="slidenum">
              <a:rPr lang="en-US" altLang="en-US">
                <a:latin typeface="Arial" panose="020B0604020202020204" pitchFamily="34" charset="0"/>
              </a:rPr>
              <a:pPr/>
              <a:t>20</a:t>
            </a:fld>
            <a:endParaRPr lang="en-US" altLang="en-US">
              <a:latin typeface="Arial" panose="020B0604020202020204" pitchFamily="34" charset="0"/>
            </a:endParaRPr>
          </a:p>
        </p:txBody>
      </p:sp>
      <p:sp>
        <p:nvSpPr>
          <p:cNvPr id="45058" name="Rectangle 2">
            <a:extLst>
              <a:ext uri="{FF2B5EF4-FFF2-40B4-BE49-F238E27FC236}">
                <a16:creationId xmlns:a16="http://schemas.microsoft.com/office/drawing/2014/main" id="{317D3CD7-774D-49B4-9FE0-2240AAA45BFB}"/>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37736A66-B29F-4289-831C-2C539321741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30913E14-9C23-49FD-A483-2DB73BC4513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36D5C74A-9E53-46B8-B063-19650C678A55}" type="slidenum">
              <a:rPr lang="en-US" altLang="en-US">
                <a:latin typeface="Arial" panose="020B0604020202020204" pitchFamily="34" charset="0"/>
              </a:rPr>
              <a:pPr/>
              <a:t>21</a:t>
            </a:fld>
            <a:endParaRPr lang="en-US" altLang="en-US">
              <a:latin typeface="Arial" panose="020B0604020202020204" pitchFamily="34" charset="0"/>
            </a:endParaRPr>
          </a:p>
        </p:txBody>
      </p:sp>
      <p:sp>
        <p:nvSpPr>
          <p:cNvPr id="47106" name="Rectangle 2">
            <a:extLst>
              <a:ext uri="{FF2B5EF4-FFF2-40B4-BE49-F238E27FC236}">
                <a16:creationId xmlns:a16="http://schemas.microsoft.com/office/drawing/2014/main" id="{68EE21C2-FCDA-4BDE-B353-E6AFE70A4B5C}"/>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DF172EC0-2D66-41C2-B6AA-E385D5E367E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809BDCA1-6829-4C82-929D-88077CC858B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0219AD01-6C61-4B4D-8EF2-A4C145254027}" type="slidenum">
              <a:rPr lang="en-US" altLang="en-US">
                <a:latin typeface="Arial" panose="020B0604020202020204" pitchFamily="34" charset="0"/>
              </a:rPr>
              <a:pPr/>
              <a:t>22</a:t>
            </a:fld>
            <a:endParaRPr lang="en-US" altLang="en-US">
              <a:latin typeface="Arial" panose="020B0604020202020204" pitchFamily="34" charset="0"/>
            </a:endParaRPr>
          </a:p>
        </p:txBody>
      </p:sp>
      <p:sp>
        <p:nvSpPr>
          <p:cNvPr id="49154" name="Rectangle 2">
            <a:extLst>
              <a:ext uri="{FF2B5EF4-FFF2-40B4-BE49-F238E27FC236}">
                <a16:creationId xmlns:a16="http://schemas.microsoft.com/office/drawing/2014/main" id="{B5255CDC-5F33-4ECA-9104-8E49524ECB36}"/>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E76693BB-D60F-4BCF-A4C7-886BE5F6236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61A3507C-2C19-4C36-8292-311052399F8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96FA1757-5C06-4F0A-AFFB-D71C71E9AB8E}" type="slidenum">
              <a:rPr lang="en-US" altLang="en-US">
                <a:latin typeface="Arial" panose="020B0604020202020204" pitchFamily="34" charset="0"/>
              </a:rPr>
              <a:pPr/>
              <a:t>23</a:t>
            </a:fld>
            <a:endParaRPr lang="en-US" altLang="en-US">
              <a:latin typeface="Arial" panose="020B0604020202020204" pitchFamily="34" charset="0"/>
            </a:endParaRPr>
          </a:p>
        </p:txBody>
      </p:sp>
      <p:sp>
        <p:nvSpPr>
          <p:cNvPr id="51202" name="Rectangle 2">
            <a:extLst>
              <a:ext uri="{FF2B5EF4-FFF2-40B4-BE49-F238E27FC236}">
                <a16:creationId xmlns:a16="http://schemas.microsoft.com/office/drawing/2014/main" id="{C7153584-8DF9-421C-BA20-05B85DDACD57}"/>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406233CD-A689-435C-98AB-DC5D209ACF9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F1F80060-692C-44EB-877A-2A3E672B083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71DE292A-0BBC-4DB6-A3CF-D5D2FE88ED92}" type="slidenum">
              <a:rPr lang="en-US" altLang="en-US">
                <a:latin typeface="Arial" panose="020B0604020202020204" pitchFamily="34" charset="0"/>
              </a:rPr>
              <a:pPr/>
              <a:t>25</a:t>
            </a:fld>
            <a:endParaRPr lang="en-US" altLang="en-US">
              <a:latin typeface="Arial" panose="020B0604020202020204" pitchFamily="34" charset="0"/>
            </a:endParaRPr>
          </a:p>
        </p:txBody>
      </p:sp>
      <p:sp>
        <p:nvSpPr>
          <p:cNvPr id="53250" name="Rectangle 2">
            <a:extLst>
              <a:ext uri="{FF2B5EF4-FFF2-40B4-BE49-F238E27FC236}">
                <a16:creationId xmlns:a16="http://schemas.microsoft.com/office/drawing/2014/main" id="{EB01E37A-0098-413B-A130-042496CE906D}"/>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36D15186-8453-44B0-AB7B-7E74E2346B6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44261D74-EB1A-4B13-879D-C8214E29C62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645728E-0B47-4E73-B592-E732EF7E7A98}" type="slidenum">
              <a:rPr lang="en-US" altLang="en-US">
                <a:latin typeface="Arial" panose="020B0604020202020204" pitchFamily="34" charset="0"/>
              </a:rPr>
              <a:pPr/>
              <a:t>26</a:t>
            </a:fld>
            <a:endParaRPr lang="en-US" altLang="en-US">
              <a:latin typeface="Arial" panose="020B0604020202020204" pitchFamily="34" charset="0"/>
            </a:endParaRPr>
          </a:p>
        </p:txBody>
      </p:sp>
      <p:sp>
        <p:nvSpPr>
          <p:cNvPr id="55298" name="Rectangle 2">
            <a:extLst>
              <a:ext uri="{FF2B5EF4-FFF2-40B4-BE49-F238E27FC236}">
                <a16:creationId xmlns:a16="http://schemas.microsoft.com/office/drawing/2014/main" id="{0822FA20-4163-43DC-9441-D8D1B44C19B5}"/>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56C9F675-881F-4DFD-A73F-1E9A428840F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3805F2D5-2B06-4A66-94B9-8C74C2266E2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2D3DE7AF-876B-4714-AE49-2F542EF0CECB}" type="slidenum">
              <a:rPr lang="en-US" altLang="en-US">
                <a:latin typeface="Arial" panose="020B0604020202020204" pitchFamily="34" charset="0"/>
              </a:rPr>
              <a:pPr/>
              <a:t>27</a:t>
            </a:fld>
            <a:endParaRPr lang="en-US" altLang="en-US">
              <a:latin typeface="Arial" panose="020B0604020202020204" pitchFamily="34" charset="0"/>
            </a:endParaRPr>
          </a:p>
        </p:txBody>
      </p:sp>
      <p:sp>
        <p:nvSpPr>
          <p:cNvPr id="57346" name="Rectangle 2">
            <a:extLst>
              <a:ext uri="{FF2B5EF4-FFF2-40B4-BE49-F238E27FC236}">
                <a16:creationId xmlns:a16="http://schemas.microsoft.com/office/drawing/2014/main" id="{A5864C8A-6DC1-41C2-8F13-0B7809816654}"/>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2D0D5EEF-FD9D-4138-988E-954624EE7DD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22710330-A305-4903-A920-D1E847A1AB1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25FD300D-0E61-4E36-9C1F-7026EBAD6C38}" type="slidenum">
              <a:rPr lang="en-US" altLang="en-US">
                <a:latin typeface="Arial" panose="020B0604020202020204" pitchFamily="34" charset="0"/>
              </a:rPr>
              <a:pPr/>
              <a:t>28</a:t>
            </a:fld>
            <a:endParaRPr lang="en-US" altLang="en-US">
              <a:latin typeface="Arial" panose="020B0604020202020204" pitchFamily="34" charset="0"/>
            </a:endParaRPr>
          </a:p>
        </p:txBody>
      </p:sp>
      <p:sp>
        <p:nvSpPr>
          <p:cNvPr id="59394" name="Rectangle 2">
            <a:extLst>
              <a:ext uri="{FF2B5EF4-FFF2-40B4-BE49-F238E27FC236}">
                <a16:creationId xmlns:a16="http://schemas.microsoft.com/office/drawing/2014/main" id="{08120157-5FE8-4AA4-BE18-E2AF5EE52941}"/>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0FFC812F-5A97-4B96-BAD7-4741B0A8980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4956EF9F-A15D-41BA-802F-0D86FB1DDA9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199088D2-6804-48AD-AC92-60EAF1E22775}" type="slidenum">
              <a:rPr lang="en-US" altLang="en-US">
                <a:latin typeface="Arial" panose="020B0604020202020204" pitchFamily="34" charset="0"/>
              </a:rPr>
              <a:pPr/>
              <a:t>29</a:t>
            </a:fld>
            <a:endParaRPr lang="en-US" altLang="en-US">
              <a:latin typeface="Arial" panose="020B0604020202020204" pitchFamily="34" charset="0"/>
            </a:endParaRPr>
          </a:p>
        </p:txBody>
      </p:sp>
      <p:sp>
        <p:nvSpPr>
          <p:cNvPr id="61442" name="Rectangle 2">
            <a:extLst>
              <a:ext uri="{FF2B5EF4-FFF2-40B4-BE49-F238E27FC236}">
                <a16:creationId xmlns:a16="http://schemas.microsoft.com/office/drawing/2014/main" id="{4179A7EF-0570-4B3C-A890-B1AC583C8C8F}"/>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D24873D4-2CE8-489D-9D61-C2A4AEA0005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2336A4E0-4685-4B1E-8AB1-EEC69DBCFB8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6C1D5EFF-EA84-4534-A113-5069846707B6}" type="slidenum">
              <a:rPr lang="en-US" altLang="en-US">
                <a:latin typeface="Arial" panose="020B0604020202020204" pitchFamily="34" charset="0"/>
              </a:rPr>
              <a:pPr/>
              <a:t>30</a:t>
            </a:fld>
            <a:endParaRPr lang="en-US" altLang="en-US">
              <a:latin typeface="Arial" panose="020B0604020202020204" pitchFamily="34" charset="0"/>
            </a:endParaRPr>
          </a:p>
        </p:txBody>
      </p:sp>
      <p:sp>
        <p:nvSpPr>
          <p:cNvPr id="63490" name="Rectangle 2">
            <a:extLst>
              <a:ext uri="{FF2B5EF4-FFF2-40B4-BE49-F238E27FC236}">
                <a16:creationId xmlns:a16="http://schemas.microsoft.com/office/drawing/2014/main" id="{FBB1922B-1934-494A-B947-2FB68F57F7B2}"/>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68F575D2-6D31-49D1-8197-480097D9CD5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DD084696-10C7-4CE4-941D-AD6B3BE80CB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26C624D9-A89D-40C6-9E8B-913FE6C1C21A}" type="slidenum">
              <a:rPr lang="en-US" altLang="en-US">
                <a:latin typeface="Arial" panose="020B0604020202020204" pitchFamily="34" charset="0"/>
              </a:rPr>
              <a:pPr/>
              <a:t>31</a:t>
            </a:fld>
            <a:endParaRPr lang="en-US" altLang="en-US">
              <a:latin typeface="Arial" panose="020B0604020202020204" pitchFamily="34" charset="0"/>
            </a:endParaRPr>
          </a:p>
        </p:txBody>
      </p:sp>
      <p:sp>
        <p:nvSpPr>
          <p:cNvPr id="65538" name="Rectangle 2">
            <a:extLst>
              <a:ext uri="{FF2B5EF4-FFF2-40B4-BE49-F238E27FC236}">
                <a16:creationId xmlns:a16="http://schemas.microsoft.com/office/drawing/2014/main" id="{E0E8C9F5-D4BD-4956-A208-70C562A04474}"/>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E492B6F2-FC09-4FC5-95B9-05A0DBE7295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05EECF66-CB62-46CB-AAA8-73860AD9240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46C3DF34-C96E-4639-B320-34233C821CFB}" type="slidenum">
              <a:rPr lang="en-US" altLang="en-US">
                <a:latin typeface="Arial" panose="020B0604020202020204" pitchFamily="34" charset="0"/>
              </a:rPr>
              <a:pPr/>
              <a:t>32</a:t>
            </a:fld>
            <a:endParaRPr lang="en-US" altLang="en-US">
              <a:latin typeface="Arial" panose="020B0604020202020204" pitchFamily="34" charset="0"/>
            </a:endParaRPr>
          </a:p>
        </p:txBody>
      </p:sp>
      <p:sp>
        <p:nvSpPr>
          <p:cNvPr id="67586" name="Rectangle 2">
            <a:extLst>
              <a:ext uri="{FF2B5EF4-FFF2-40B4-BE49-F238E27FC236}">
                <a16:creationId xmlns:a16="http://schemas.microsoft.com/office/drawing/2014/main" id="{A751ED27-B6F5-4A6B-B0FC-9934E4E60A44}"/>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A1AFCCB4-914F-40E7-B61A-9C0580547A6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690FC-A713-FB10-EC3E-AF442D01FF97}"/>
            </a:ext>
          </a:extLst>
        </p:cNvPr>
        <p:cNvGrpSpPr/>
        <p:nvPr/>
      </p:nvGrpSpPr>
      <p:grpSpPr>
        <a:xfrm>
          <a:off x="0" y="0"/>
          <a:ext cx="0" cy="0"/>
          <a:chOff x="0" y="0"/>
          <a:chExt cx="0" cy="0"/>
        </a:xfrm>
      </p:grpSpPr>
      <p:sp>
        <p:nvSpPr>
          <p:cNvPr id="69633" name="Rectangle 7">
            <a:extLst>
              <a:ext uri="{FF2B5EF4-FFF2-40B4-BE49-F238E27FC236}">
                <a16:creationId xmlns:a16="http://schemas.microsoft.com/office/drawing/2014/main" id="{ACFBB472-0107-FDEA-BF2F-1AF3E5A6B5E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372B71D9-B73D-4CD1-A076-0B895CB8E5BC}" type="slidenum">
              <a:rPr lang="en-US" altLang="en-US">
                <a:latin typeface="Arial" panose="020B0604020202020204" pitchFamily="34" charset="0"/>
              </a:rPr>
              <a:pPr/>
              <a:t>43</a:t>
            </a:fld>
            <a:endParaRPr lang="en-US" altLang="en-US">
              <a:latin typeface="Arial" panose="020B0604020202020204" pitchFamily="34" charset="0"/>
            </a:endParaRPr>
          </a:p>
        </p:txBody>
      </p:sp>
      <p:sp>
        <p:nvSpPr>
          <p:cNvPr id="69634" name="Rectangle 2">
            <a:extLst>
              <a:ext uri="{FF2B5EF4-FFF2-40B4-BE49-F238E27FC236}">
                <a16:creationId xmlns:a16="http://schemas.microsoft.com/office/drawing/2014/main" id="{18FD5903-BB3C-7D04-BE08-F88866B64A8E}"/>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7598A92B-F1E8-2AFA-2697-E3D69E6EAA0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20053596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4A93FE96-8A7D-48DF-9219-45DC989201C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372B71D9-B73D-4CD1-A076-0B895CB8E5BC}" type="slidenum">
              <a:rPr lang="en-US" altLang="en-US">
                <a:latin typeface="Arial" panose="020B0604020202020204" pitchFamily="34" charset="0"/>
              </a:rPr>
              <a:pPr/>
              <a:t>44</a:t>
            </a:fld>
            <a:endParaRPr lang="en-US" altLang="en-US">
              <a:latin typeface="Arial" panose="020B0604020202020204" pitchFamily="34" charset="0"/>
            </a:endParaRPr>
          </a:p>
        </p:txBody>
      </p:sp>
      <p:sp>
        <p:nvSpPr>
          <p:cNvPr id="69634" name="Rectangle 2">
            <a:extLst>
              <a:ext uri="{FF2B5EF4-FFF2-40B4-BE49-F238E27FC236}">
                <a16:creationId xmlns:a16="http://schemas.microsoft.com/office/drawing/2014/main" id="{D3E4AA69-382B-44A2-A6F2-F0368EBCF36C}"/>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8EB85F2C-0D61-4392-8C3F-583E0025018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51E0C33-B631-4521-B115-33CEFDAD6BD8}" type="slidenum">
              <a:rPr lang="en-US" altLang="en-VN"/>
              <a:pPr>
                <a:defRPr/>
              </a:pPr>
              <a:t>54</a:t>
            </a:fld>
            <a:endParaRPr lang="en-US" altLang="en-VN"/>
          </a:p>
        </p:txBody>
      </p:sp>
    </p:spTree>
    <p:extLst>
      <p:ext uri="{BB962C8B-B14F-4D97-AF65-F5344CB8AC3E}">
        <p14:creationId xmlns:p14="http://schemas.microsoft.com/office/powerpoint/2010/main" val="16983282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E6FC1C04-66CE-4A17-B58F-70AF761024F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6E2B2320-DBE0-41EB-9A66-96B514D26BCC}" type="slidenum">
              <a:rPr lang="en-US" altLang="en-US">
                <a:latin typeface="Arial" panose="020B0604020202020204" pitchFamily="34" charset="0"/>
              </a:rPr>
              <a:pPr/>
              <a:t>57</a:t>
            </a:fld>
            <a:endParaRPr lang="en-US" altLang="en-US">
              <a:latin typeface="Arial" panose="020B0604020202020204" pitchFamily="34" charset="0"/>
            </a:endParaRPr>
          </a:p>
        </p:txBody>
      </p:sp>
      <p:sp>
        <p:nvSpPr>
          <p:cNvPr id="75778" name="Rectangle 2">
            <a:extLst>
              <a:ext uri="{FF2B5EF4-FFF2-40B4-BE49-F238E27FC236}">
                <a16:creationId xmlns:a16="http://schemas.microsoft.com/office/drawing/2014/main" id="{2F9461F9-0AED-4679-9916-B7B3C209521B}"/>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ADF89A62-526C-4E25-9E89-E83E68D577E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D939739A-D0A2-4C85-806A-83D8624E0DBE}"/>
              </a:ext>
            </a:extLst>
          </p:cNvPr>
          <p:cNvSpPr>
            <a:spLocks noChangeArrowheads="1"/>
          </p:cNvSpPr>
          <p:nvPr/>
        </p:nvSpPr>
        <p:spPr bwMode="auto">
          <a:xfrm>
            <a:off x="609600" y="1752600"/>
            <a:ext cx="79248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31750" cap="flat" cmpd="sng">
            <a:solidFill>
              <a:srgbClr val="CC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a16="http://schemas.microsoft.com/office/drawing/2014/main" id="{AED9E576-6A39-46DA-9F9B-29C8ADBCD5CF}"/>
              </a:ext>
            </a:extLst>
          </p:cNvPr>
          <p:cNvSpPr>
            <a:spLocks noChangeShapeType="1"/>
          </p:cNvSpPr>
          <p:nvPr/>
        </p:nvSpPr>
        <p:spPr bwMode="auto">
          <a:xfrm>
            <a:off x="1219200" y="5029200"/>
            <a:ext cx="6511925" cy="0"/>
          </a:xfrm>
          <a:prstGeom prst="line">
            <a:avLst/>
          </a:prstGeom>
          <a:noFill/>
          <a:ln w="317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38" name="Rectangle 2"/>
          <p:cNvSpPr>
            <a:spLocks noGrp="1" noChangeArrowheads="1"/>
          </p:cNvSpPr>
          <p:nvPr>
            <p:ph type="ctrTitle"/>
          </p:nvPr>
        </p:nvSpPr>
        <p:spPr>
          <a:xfrm>
            <a:off x="914400" y="2057400"/>
            <a:ext cx="7620000" cy="1752600"/>
          </a:xfrm>
        </p:spPr>
        <p:txBody>
          <a:bodyPr/>
          <a:lstStyle>
            <a:lvl1pPr>
              <a:defRPr sz="4800" b="0"/>
            </a:lvl1pPr>
          </a:lstStyle>
          <a:p>
            <a:pPr lvl="0"/>
            <a:r>
              <a:rPr lang="en-US" altLang="en-US" noProof="0"/>
              <a:t>Click to edit Master title style</a:t>
            </a:r>
          </a:p>
        </p:txBody>
      </p:sp>
      <p:sp>
        <p:nvSpPr>
          <p:cNvPr id="14339" name="Rectangle 3"/>
          <p:cNvSpPr>
            <a:spLocks noGrp="1" noChangeArrowheads="1"/>
          </p:cNvSpPr>
          <p:nvPr>
            <p:ph type="subTitle" idx="1"/>
          </p:nvPr>
        </p:nvSpPr>
        <p:spPr>
          <a:xfrm>
            <a:off x="1219200" y="5029200"/>
            <a:ext cx="6553200" cy="1752600"/>
          </a:xfrm>
        </p:spPr>
        <p:txBody>
          <a:bodyPr/>
          <a:lstStyle>
            <a:lvl1pPr marL="0" indent="0">
              <a:buFont typeface="Wingdings 2" panose="05020102010507070707" pitchFamily="18" charset="2"/>
              <a:buNone/>
              <a:defRPr sz="2400"/>
            </a:lvl1pPr>
          </a:lstStyle>
          <a:p>
            <a:pPr lvl="0"/>
            <a:r>
              <a:rPr lang="en-US" altLang="en-US" noProof="0"/>
              <a:t>Click to edit Master subtitle style</a:t>
            </a:r>
          </a:p>
        </p:txBody>
      </p:sp>
      <p:sp>
        <p:nvSpPr>
          <p:cNvPr id="6" name="Rectangle 4">
            <a:extLst>
              <a:ext uri="{FF2B5EF4-FFF2-40B4-BE49-F238E27FC236}">
                <a16:creationId xmlns:a16="http://schemas.microsoft.com/office/drawing/2014/main" id="{F82F18C6-630F-4155-8DD1-BFBAAAAF2B83}"/>
              </a:ext>
            </a:extLst>
          </p:cNvPr>
          <p:cNvSpPr>
            <a:spLocks noGrp="1" noChangeArrowheads="1"/>
          </p:cNvSpPr>
          <p:nvPr>
            <p:ph type="dt" sz="half" idx="10"/>
          </p:nvPr>
        </p:nvSpPr>
        <p:spPr>
          <a:xfrm>
            <a:off x="457200" y="6400800"/>
            <a:ext cx="2133600" cy="457200"/>
          </a:xfrm>
        </p:spPr>
        <p:txBody>
          <a:bodyPr/>
          <a:lstStyle>
            <a:lvl1pPr>
              <a:defRPr sz="1200"/>
            </a:lvl1pPr>
          </a:lstStyle>
          <a:p>
            <a:pPr>
              <a:defRPr/>
            </a:pPr>
            <a:r>
              <a:rPr lang="en-US"/>
              <a:t>Bộ môn Hệ thống thông tin - Khoa CNTT</a:t>
            </a:r>
            <a:endParaRPr lang="en-US" altLang="en-US"/>
          </a:p>
        </p:txBody>
      </p:sp>
      <p:sp>
        <p:nvSpPr>
          <p:cNvPr id="7" name="Rectangle 5">
            <a:extLst>
              <a:ext uri="{FF2B5EF4-FFF2-40B4-BE49-F238E27FC236}">
                <a16:creationId xmlns:a16="http://schemas.microsoft.com/office/drawing/2014/main" id="{9F8C83E8-DC8A-4C0D-AAFC-E13738FD3905}"/>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8" name="Rectangle 6">
            <a:extLst>
              <a:ext uri="{FF2B5EF4-FFF2-40B4-BE49-F238E27FC236}">
                <a16:creationId xmlns:a16="http://schemas.microsoft.com/office/drawing/2014/main" id="{CFE761E0-67DD-4276-9D31-0F3AB4402D58}"/>
              </a:ext>
            </a:extLst>
          </p:cNvPr>
          <p:cNvSpPr>
            <a:spLocks noGrp="1" noChangeArrowheads="1"/>
          </p:cNvSpPr>
          <p:nvPr>
            <p:ph type="sldNum" sz="quarter" idx="12"/>
          </p:nvPr>
        </p:nvSpPr>
        <p:spPr>
          <a:xfrm>
            <a:off x="6553200" y="6400800"/>
            <a:ext cx="2133600" cy="457200"/>
          </a:xfrm>
        </p:spPr>
        <p:txBody>
          <a:bodyPr/>
          <a:lstStyle>
            <a:lvl1pPr>
              <a:defRPr smtClean="0"/>
            </a:lvl1pPr>
          </a:lstStyle>
          <a:p>
            <a:pPr>
              <a:defRPr/>
            </a:pPr>
            <a:fld id="{8C683D06-1769-4185-85F7-75925ED84634}" type="slidenum">
              <a:rPr lang="en-US" altLang="en-US"/>
              <a:pPr>
                <a:defRPr/>
              </a:pPr>
              <a:t>‹#›</a:t>
            </a:fld>
            <a:endParaRPr lang="en-US" altLang="en-US"/>
          </a:p>
        </p:txBody>
      </p:sp>
    </p:spTree>
    <p:extLst>
      <p:ext uri="{BB962C8B-B14F-4D97-AF65-F5344CB8AC3E}">
        <p14:creationId xmlns:p14="http://schemas.microsoft.com/office/powerpoint/2010/main" val="3376870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AA32BAF-6643-4FB1-930D-9B64C7A194B3}"/>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5" name="Rectangle 5">
            <a:extLst>
              <a:ext uri="{FF2B5EF4-FFF2-40B4-BE49-F238E27FC236}">
                <a16:creationId xmlns:a16="http://schemas.microsoft.com/office/drawing/2014/main" id="{015C202F-827D-4A4E-BA38-1146C622FBC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569DEC1B-ABA1-42DF-8C41-C79DECB044C7}"/>
              </a:ext>
            </a:extLst>
          </p:cNvPr>
          <p:cNvSpPr>
            <a:spLocks noGrp="1" noChangeArrowheads="1"/>
          </p:cNvSpPr>
          <p:nvPr>
            <p:ph type="sldNum" sz="quarter" idx="12"/>
          </p:nvPr>
        </p:nvSpPr>
        <p:spPr>
          <a:ln/>
        </p:spPr>
        <p:txBody>
          <a:bodyPr/>
          <a:lstStyle>
            <a:lvl1pPr>
              <a:defRPr/>
            </a:lvl1pPr>
          </a:lstStyle>
          <a:p>
            <a:pPr>
              <a:defRPr/>
            </a:pPr>
            <a:fld id="{C829124A-08A9-4D4E-B3E1-53AD02BA2154}" type="slidenum">
              <a:rPr lang="en-US" altLang="en-US"/>
              <a:pPr>
                <a:defRPr/>
              </a:pPr>
              <a:t>‹#›</a:t>
            </a:fld>
            <a:endParaRPr lang="en-US" altLang="en-US"/>
          </a:p>
        </p:txBody>
      </p:sp>
    </p:spTree>
    <p:extLst>
      <p:ext uri="{BB962C8B-B14F-4D97-AF65-F5344CB8AC3E}">
        <p14:creationId xmlns:p14="http://schemas.microsoft.com/office/powerpoint/2010/main" val="2201247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a:extLst>
              <a:ext uri="{FF2B5EF4-FFF2-40B4-BE49-F238E27FC236}">
                <a16:creationId xmlns:a16="http://schemas.microsoft.com/office/drawing/2014/main" id="{F439E78E-389E-4BB2-87B5-A0CFD2537741}"/>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5" name="Rectangle 5">
            <a:extLst>
              <a:ext uri="{FF2B5EF4-FFF2-40B4-BE49-F238E27FC236}">
                <a16:creationId xmlns:a16="http://schemas.microsoft.com/office/drawing/2014/main" id="{7035F5B2-2871-4F5A-83D4-DBBB4301572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F797B60B-269B-49E0-BF82-97FB11B8F714}"/>
              </a:ext>
            </a:extLst>
          </p:cNvPr>
          <p:cNvSpPr>
            <a:spLocks noGrp="1" noChangeArrowheads="1"/>
          </p:cNvSpPr>
          <p:nvPr>
            <p:ph type="sldNum" sz="quarter" idx="12"/>
          </p:nvPr>
        </p:nvSpPr>
        <p:spPr>
          <a:ln/>
        </p:spPr>
        <p:txBody>
          <a:bodyPr/>
          <a:lstStyle>
            <a:lvl1pPr>
              <a:defRPr/>
            </a:lvl1pPr>
          </a:lstStyle>
          <a:p>
            <a:pPr>
              <a:defRPr/>
            </a:pPr>
            <a:fld id="{CAC0AC45-D70A-436D-AFD5-8579BDF0F20F}" type="slidenum">
              <a:rPr lang="en-US" altLang="en-US"/>
              <a:pPr>
                <a:defRPr/>
              </a:pPr>
              <a:t>‹#›</a:t>
            </a:fld>
            <a:endParaRPr lang="en-US" altLang="en-US"/>
          </a:p>
        </p:txBody>
      </p:sp>
    </p:spTree>
    <p:extLst>
      <p:ext uri="{BB962C8B-B14F-4D97-AF65-F5344CB8AC3E}">
        <p14:creationId xmlns:p14="http://schemas.microsoft.com/office/powerpoint/2010/main" val="634818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19200"/>
            <a:ext cx="4038600" cy="4911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19200"/>
            <a:ext cx="4038600" cy="4911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D7BF10EA-69C7-40B1-A7D3-556E2EFAC784}"/>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6" name="Rectangle 5">
            <a:extLst>
              <a:ext uri="{FF2B5EF4-FFF2-40B4-BE49-F238E27FC236}">
                <a16:creationId xmlns:a16="http://schemas.microsoft.com/office/drawing/2014/main" id="{C8F24960-3889-4C0E-9578-5909D622E77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2CFF263B-CBFC-49E0-A477-626B9F6E046B}"/>
              </a:ext>
            </a:extLst>
          </p:cNvPr>
          <p:cNvSpPr>
            <a:spLocks noGrp="1" noChangeArrowheads="1"/>
          </p:cNvSpPr>
          <p:nvPr>
            <p:ph type="sldNum" sz="quarter" idx="12"/>
          </p:nvPr>
        </p:nvSpPr>
        <p:spPr>
          <a:ln/>
        </p:spPr>
        <p:txBody>
          <a:bodyPr/>
          <a:lstStyle>
            <a:lvl1pPr>
              <a:defRPr/>
            </a:lvl1pPr>
          </a:lstStyle>
          <a:p>
            <a:pPr>
              <a:defRPr/>
            </a:pPr>
            <a:fld id="{EE9FCE3B-82DC-410B-A3AE-7D7D5EBDE8A7}" type="slidenum">
              <a:rPr lang="en-US" altLang="en-US"/>
              <a:pPr>
                <a:defRPr/>
              </a:pPr>
              <a:t>‹#›</a:t>
            </a:fld>
            <a:endParaRPr lang="en-US" altLang="en-US"/>
          </a:p>
        </p:txBody>
      </p:sp>
    </p:spTree>
    <p:extLst>
      <p:ext uri="{BB962C8B-B14F-4D97-AF65-F5344CB8AC3E}">
        <p14:creationId xmlns:p14="http://schemas.microsoft.com/office/powerpoint/2010/main" val="3491638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8ED1619D-F5E2-40D7-B26A-0FE14EF20311}"/>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8" name="Rectangle 5">
            <a:extLst>
              <a:ext uri="{FF2B5EF4-FFF2-40B4-BE49-F238E27FC236}">
                <a16:creationId xmlns:a16="http://schemas.microsoft.com/office/drawing/2014/main" id="{1DCCCBBB-EC33-4738-B162-39B6664CB500}"/>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51A5C71C-C524-43A8-BB03-F23020A7B48D}"/>
              </a:ext>
            </a:extLst>
          </p:cNvPr>
          <p:cNvSpPr>
            <a:spLocks noGrp="1" noChangeArrowheads="1"/>
          </p:cNvSpPr>
          <p:nvPr>
            <p:ph type="sldNum" sz="quarter" idx="12"/>
          </p:nvPr>
        </p:nvSpPr>
        <p:spPr>
          <a:ln/>
        </p:spPr>
        <p:txBody>
          <a:bodyPr/>
          <a:lstStyle>
            <a:lvl1pPr>
              <a:defRPr/>
            </a:lvl1pPr>
          </a:lstStyle>
          <a:p>
            <a:pPr>
              <a:defRPr/>
            </a:pPr>
            <a:fld id="{BB604974-8EA8-48D8-8C4D-87E688207B82}" type="slidenum">
              <a:rPr lang="en-US" altLang="en-US"/>
              <a:pPr>
                <a:defRPr/>
              </a:pPr>
              <a:t>‹#›</a:t>
            </a:fld>
            <a:endParaRPr lang="en-US" altLang="en-US"/>
          </a:p>
        </p:txBody>
      </p:sp>
    </p:spTree>
    <p:extLst>
      <p:ext uri="{BB962C8B-B14F-4D97-AF65-F5344CB8AC3E}">
        <p14:creationId xmlns:p14="http://schemas.microsoft.com/office/powerpoint/2010/main" val="3133980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C7152E36-7E1B-49FB-A69E-CA305C32F52C}"/>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4" name="Rectangle 5">
            <a:extLst>
              <a:ext uri="{FF2B5EF4-FFF2-40B4-BE49-F238E27FC236}">
                <a16:creationId xmlns:a16="http://schemas.microsoft.com/office/drawing/2014/main" id="{870B9BFE-8EF6-4641-AA52-A4261E2F16F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9D6AE680-C7EA-4CCA-95BE-DAEBE5A2D50E}"/>
              </a:ext>
            </a:extLst>
          </p:cNvPr>
          <p:cNvSpPr>
            <a:spLocks noGrp="1" noChangeArrowheads="1"/>
          </p:cNvSpPr>
          <p:nvPr>
            <p:ph type="sldNum" sz="quarter" idx="12"/>
          </p:nvPr>
        </p:nvSpPr>
        <p:spPr>
          <a:ln/>
        </p:spPr>
        <p:txBody>
          <a:bodyPr/>
          <a:lstStyle>
            <a:lvl1pPr>
              <a:defRPr/>
            </a:lvl1pPr>
          </a:lstStyle>
          <a:p>
            <a:pPr>
              <a:defRPr/>
            </a:pPr>
            <a:fld id="{93CBD6D5-9BC1-480A-8D4D-A04C8EE9D554}" type="slidenum">
              <a:rPr lang="en-US" altLang="en-US"/>
              <a:pPr>
                <a:defRPr/>
              </a:pPr>
              <a:t>‹#›</a:t>
            </a:fld>
            <a:endParaRPr lang="en-US" altLang="en-US"/>
          </a:p>
        </p:txBody>
      </p:sp>
    </p:spTree>
    <p:extLst>
      <p:ext uri="{BB962C8B-B14F-4D97-AF65-F5344CB8AC3E}">
        <p14:creationId xmlns:p14="http://schemas.microsoft.com/office/powerpoint/2010/main" val="3108329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B890CE7-825F-43EA-A435-CCE2D8DD8D30}"/>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3" name="Rectangle 5">
            <a:extLst>
              <a:ext uri="{FF2B5EF4-FFF2-40B4-BE49-F238E27FC236}">
                <a16:creationId xmlns:a16="http://schemas.microsoft.com/office/drawing/2014/main" id="{11645D73-C927-4F60-8A7D-6D5FC1DB34AE}"/>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D41CC93C-25B5-4C9D-B15E-D560754667C3}"/>
              </a:ext>
            </a:extLst>
          </p:cNvPr>
          <p:cNvSpPr>
            <a:spLocks noGrp="1" noChangeArrowheads="1"/>
          </p:cNvSpPr>
          <p:nvPr>
            <p:ph type="sldNum" sz="quarter" idx="12"/>
          </p:nvPr>
        </p:nvSpPr>
        <p:spPr>
          <a:ln/>
        </p:spPr>
        <p:txBody>
          <a:bodyPr/>
          <a:lstStyle>
            <a:lvl1pPr>
              <a:defRPr/>
            </a:lvl1pPr>
          </a:lstStyle>
          <a:p>
            <a:pPr>
              <a:defRPr/>
            </a:pPr>
            <a:fld id="{951AB54A-8CEE-4197-AC18-45F301676A5E}" type="slidenum">
              <a:rPr lang="en-US" altLang="en-US"/>
              <a:pPr>
                <a:defRPr/>
              </a:pPr>
              <a:t>‹#›</a:t>
            </a:fld>
            <a:endParaRPr lang="en-US" altLang="en-US"/>
          </a:p>
        </p:txBody>
      </p:sp>
    </p:spTree>
    <p:extLst>
      <p:ext uri="{BB962C8B-B14F-4D97-AF65-F5344CB8AC3E}">
        <p14:creationId xmlns:p14="http://schemas.microsoft.com/office/powerpoint/2010/main" val="2405110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AE27989A-9B0A-4A62-B678-93B68CA1230D}"/>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6" name="Rectangle 5">
            <a:extLst>
              <a:ext uri="{FF2B5EF4-FFF2-40B4-BE49-F238E27FC236}">
                <a16:creationId xmlns:a16="http://schemas.microsoft.com/office/drawing/2014/main" id="{15411B20-D47B-4587-A8AB-F210C007EA8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46BB6F62-A7F5-443E-B7C4-9F24A8FD9D63}"/>
              </a:ext>
            </a:extLst>
          </p:cNvPr>
          <p:cNvSpPr>
            <a:spLocks noGrp="1" noChangeArrowheads="1"/>
          </p:cNvSpPr>
          <p:nvPr>
            <p:ph type="sldNum" sz="quarter" idx="12"/>
          </p:nvPr>
        </p:nvSpPr>
        <p:spPr>
          <a:ln/>
        </p:spPr>
        <p:txBody>
          <a:bodyPr/>
          <a:lstStyle>
            <a:lvl1pPr>
              <a:defRPr/>
            </a:lvl1pPr>
          </a:lstStyle>
          <a:p>
            <a:pPr>
              <a:defRPr/>
            </a:pPr>
            <a:fld id="{97C0D9BB-492A-428B-9806-0C41DD89841E}" type="slidenum">
              <a:rPr lang="en-US" altLang="en-US"/>
              <a:pPr>
                <a:defRPr/>
              </a:pPr>
              <a:t>‹#›</a:t>
            </a:fld>
            <a:endParaRPr lang="en-US" altLang="en-US"/>
          </a:p>
        </p:txBody>
      </p:sp>
    </p:spTree>
    <p:extLst>
      <p:ext uri="{BB962C8B-B14F-4D97-AF65-F5344CB8AC3E}">
        <p14:creationId xmlns:p14="http://schemas.microsoft.com/office/powerpoint/2010/main" val="2832938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C5A3ACEA-CE71-4232-85D9-5CB813261D04}"/>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6" name="Rectangle 5">
            <a:extLst>
              <a:ext uri="{FF2B5EF4-FFF2-40B4-BE49-F238E27FC236}">
                <a16:creationId xmlns:a16="http://schemas.microsoft.com/office/drawing/2014/main" id="{DBAF1883-8929-42AB-AFE3-7325113DFC2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A7676DBB-B17A-4E29-82D8-16DF50AC925B}"/>
              </a:ext>
            </a:extLst>
          </p:cNvPr>
          <p:cNvSpPr>
            <a:spLocks noGrp="1" noChangeArrowheads="1"/>
          </p:cNvSpPr>
          <p:nvPr>
            <p:ph type="sldNum" sz="quarter" idx="12"/>
          </p:nvPr>
        </p:nvSpPr>
        <p:spPr>
          <a:ln/>
        </p:spPr>
        <p:txBody>
          <a:bodyPr/>
          <a:lstStyle>
            <a:lvl1pPr>
              <a:defRPr/>
            </a:lvl1pPr>
          </a:lstStyle>
          <a:p>
            <a:pPr>
              <a:defRPr/>
            </a:pPr>
            <a:fld id="{A54AA295-8511-47C6-818B-38CCF7F8A022}" type="slidenum">
              <a:rPr lang="en-US" altLang="en-US"/>
              <a:pPr>
                <a:defRPr/>
              </a:pPr>
              <a:t>‹#›</a:t>
            </a:fld>
            <a:endParaRPr lang="en-US" altLang="en-US"/>
          </a:p>
        </p:txBody>
      </p:sp>
    </p:spTree>
    <p:extLst>
      <p:ext uri="{BB962C8B-B14F-4D97-AF65-F5344CB8AC3E}">
        <p14:creationId xmlns:p14="http://schemas.microsoft.com/office/powerpoint/2010/main" val="734649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D874EA6-471C-489D-843C-291CDBACCCCD}"/>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5" name="Rectangle 5">
            <a:extLst>
              <a:ext uri="{FF2B5EF4-FFF2-40B4-BE49-F238E27FC236}">
                <a16:creationId xmlns:a16="http://schemas.microsoft.com/office/drawing/2014/main" id="{1F5DE87F-DC3D-4D53-8C10-C8FCC5D27E8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B379F3B9-CA4D-4847-B923-A9C95F8B5F03}"/>
              </a:ext>
            </a:extLst>
          </p:cNvPr>
          <p:cNvSpPr>
            <a:spLocks noGrp="1" noChangeArrowheads="1"/>
          </p:cNvSpPr>
          <p:nvPr>
            <p:ph type="sldNum" sz="quarter" idx="12"/>
          </p:nvPr>
        </p:nvSpPr>
        <p:spPr>
          <a:ln/>
        </p:spPr>
        <p:txBody>
          <a:bodyPr/>
          <a:lstStyle>
            <a:lvl1pPr>
              <a:defRPr/>
            </a:lvl1pPr>
          </a:lstStyle>
          <a:p>
            <a:pPr>
              <a:defRPr/>
            </a:pPr>
            <a:fld id="{459F2B7C-8ACC-4CD1-8D0A-75D098FDA97C}" type="slidenum">
              <a:rPr lang="en-US" altLang="en-US"/>
              <a:pPr>
                <a:defRPr/>
              </a:pPr>
              <a:t>‹#›</a:t>
            </a:fld>
            <a:endParaRPr lang="en-US" altLang="en-US"/>
          </a:p>
        </p:txBody>
      </p:sp>
    </p:spTree>
    <p:extLst>
      <p:ext uri="{BB962C8B-B14F-4D97-AF65-F5344CB8AC3E}">
        <p14:creationId xmlns:p14="http://schemas.microsoft.com/office/powerpoint/2010/main" val="3247895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54013"/>
            <a:ext cx="2057400" cy="57769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54013"/>
            <a:ext cx="6019800" cy="57769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6FFB9B1-EC20-4A3A-9974-1F144E1CF8FC}"/>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5" name="Rectangle 5">
            <a:extLst>
              <a:ext uri="{FF2B5EF4-FFF2-40B4-BE49-F238E27FC236}">
                <a16:creationId xmlns:a16="http://schemas.microsoft.com/office/drawing/2014/main" id="{99626E0F-2286-4B14-91F1-5841F7B1E890}"/>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062CDCDF-90A8-4ACB-8ADB-5F22CE175297}"/>
              </a:ext>
            </a:extLst>
          </p:cNvPr>
          <p:cNvSpPr>
            <a:spLocks noGrp="1" noChangeArrowheads="1"/>
          </p:cNvSpPr>
          <p:nvPr>
            <p:ph type="sldNum" sz="quarter" idx="12"/>
          </p:nvPr>
        </p:nvSpPr>
        <p:spPr>
          <a:ln/>
        </p:spPr>
        <p:txBody>
          <a:bodyPr/>
          <a:lstStyle>
            <a:lvl1pPr>
              <a:defRPr/>
            </a:lvl1pPr>
          </a:lstStyle>
          <a:p>
            <a:pPr>
              <a:defRPr/>
            </a:pPr>
            <a:fld id="{13927389-B091-4CA9-B1C3-49C654C0750C}" type="slidenum">
              <a:rPr lang="en-US" altLang="en-US"/>
              <a:pPr>
                <a:defRPr/>
              </a:pPr>
              <a:t>‹#›</a:t>
            </a:fld>
            <a:endParaRPr lang="en-US" altLang="en-US"/>
          </a:p>
        </p:txBody>
      </p:sp>
    </p:spTree>
    <p:extLst>
      <p:ext uri="{BB962C8B-B14F-4D97-AF65-F5344CB8AC3E}">
        <p14:creationId xmlns:p14="http://schemas.microsoft.com/office/powerpoint/2010/main" val="2614091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9F6A15E2-729C-40C4-AEFB-5D6D55EC47AB}"/>
              </a:ext>
            </a:extLst>
          </p:cNvPr>
          <p:cNvSpPr>
            <a:spLocks noGrp="1" noChangeArrowheads="1"/>
          </p:cNvSpPr>
          <p:nvPr>
            <p:ph type="title"/>
          </p:nvPr>
        </p:nvSpPr>
        <p:spPr bwMode="auto">
          <a:xfrm>
            <a:off x="457200" y="354013"/>
            <a:ext cx="8229600" cy="788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228F7EBB-8F8C-4D1E-A7DD-572E4B7F9C7F}"/>
              </a:ext>
            </a:extLst>
          </p:cNvPr>
          <p:cNvSpPr>
            <a:spLocks noGrp="1" noChangeArrowheads="1"/>
          </p:cNvSpPr>
          <p:nvPr>
            <p:ph type="body" idx="1"/>
          </p:nvPr>
        </p:nvSpPr>
        <p:spPr bwMode="auto">
          <a:xfrm>
            <a:off x="457200" y="1219200"/>
            <a:ext cx="8229600" cy="491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3316" name="Rectangle 4">
            <a:extLst>
              <a:ext uri="{FF2B5EF4-FFF2-40B4-BE49-F238E27FC236}">
                <a16:creationId xmlns:a16="http://schemas.microsoft.com/office/drawing/2014/main" id="{D57E500D-BCCB-49EF-B01E-373FCE358C48}"/>
              </a:ext>
            </a:extLst>
          </p:cNvPr>
          <p:cNvSpPr>
            <a:spLocks noGrp="1" noChangeArrowheads="1"/>
          </p:cNvSpPr>
          <p:nvPr>
            <p:ph type="dt" sz="half" idx="2"/>
          </p:nvPr>
        </p:nvSpPr>
        <p:spPr bwMode="auto">
          <a:xfrm>
            <a:off x="457200" y="6396038"/>
            <a:ext cx="5562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eaLnBrk="1" hangingPunct="1">
              <a:spcBef>
                <a:spcPct val="0"/>
              </a:spcBef>
              <a:defRPr sz="1000">
                <a:latin typeface="+mn-lt"/>
              </a:defRPr>
            </a:lvl1pPr>
          </a:lstStyle>
          <a:p>
            <a:pPr>
              <a:defRPr/>
            </a:pPr>
            <a:r>
              <a:rPr lang="en-US"/>
              <a:t>Bộ môn Hệ thống thông tin - Khoa CNTT</a:t>
            </a:r>
            <a:endParaRPr lang="en-US" altLang="en-US"/>
          </a:p>
        </p:txBody>
      </p:sp>
      <p:sp>
        <p:nvSpPr>
          <p:cNvPr id="13317" name="Rectangle 5">
            <a:extLst>
              <a:ext uri="{FF2B5EF4-FFF2-40B4-BE49-F238E27FC236}">
                <a16:creationId xmlns:a16="http://schemas.microsoft.com/office/drawing/2014/main" id="{DCE963F5-743D-4A21-9875-1EA01AD963AB}"/>
              </a:ext>
            </a:extLst>
          </p:cNvPr>
          <p:cNvSpPr>
            <a:spLocks noGrp="1" noChangeArrowheads="1"/>
          </p:cNvSpPr>
          <p:nvPr>
            <p:ph type="ftr" sz="quarter" idx="3"/>
          </p:nvPr>
        </p:nvSpPr>
        <p:spPr bwMode="auto">
          <a:xfrm>
            <a:off x="3124200" y="64008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spcBef>
                <a:spcPct val="0"/>
              </a:spcBef>
              <a:defRPr sz="1000">
                <a:latin typeface="+mn-lt"/>
              </a:defRPr>
            </a:lvl1pPr>
          </a:lstStyle>
          <a:p>
            <a:pPr>
              <a:defRPr/>
            </a:pPr>
            <a:endParaRPr lang="en-US" altLang="en-US"/>
          </a:p>
        </p:txBody>
      </p:sp>
      <p:sp>
        <p:nvSpPr>
          <p:cNvPr id="13318" name="Rectangle 6">
            <a:extLst>
              <a:ext uri="{FF2B5EF4-FFF2-40B4-BE49-F238E27FC236}">
                <a16:creationId xmlns:a16="http://schemas.microsoft.com/office/drawing/2014/main" id="{AEC23413-6E10-43FA-B7E1-23EC5937F324}"/>
              </a:ext>
            </a:extLst>
          </p:cNvPr>
          <p:cNvSpPr>
            <a:spLocks noGrp="1" noChangeArrowheads="1"/>
          </p:cNvSpPr>
          <p:nvPr>
            <p:ph type="sldNum" sz="quarter" idx="4"/>
          </p:nvPr>
        </p:nvSpPr>
        <p:spPr bwMode="auto">
          <a:xfrm>
            <a:off x="6553200" y="6396038"/>
            <a:ext cx="2133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000" smtClean="0">
                <a:latin typeface="Arial" panose="020B0604020202020204" pitchFamily="34" charset="0"/>
              </a:defRPr>
            </a:lvl1pPr>
          </a:lstStyle>
          <a:p>
            <a:pPr>
              <a:defRPr/>
            </a:pPr>
            <a:fld id="{86CCAA76-9A57-4B30-B327-297C3CD69AB8}" type="slidenum">
              <a:rPr lang="en-US" altLang="en-US"/>
              <a:pPr>
                <a:defRPr/>
              </a:pPr>
              <a:t>‹#›</a:t>
            </a:fld>
            <a:endParaRPr lang="en-US" altLang="en-US"/>
          </a:p>
        </p:txBody>
      </p:sp>
      <p:sp>
        <p:nvSpPr>
          <p:cNvPr id="1031" name="Freeform 7">
            <a:extLst>
              <a:ext uri="{FF2B5EF4-FFF2-40B4-BE49-F238E27FC236}">
                <a16:creationId xmlns:a16="http://schemas.microsoft.com/office/drawing/2014/main" id="{9522A920-D6B4-487A-8178-AFBCD335BB93}"/>
              </a:ext>
            </a:extLst>
          </p:cNvPr>
          <p:cNvSpPr>
            <a:spLocks noChangeArrowheads="1"/>
          </p:cNvSpPr>
          <p:nvPr/>
        </p:nvSpPr>
        <p:spPr bwMode="auto">
          <a:xfrm>
            <a:off x="381000" y="304800"/>
            <a:ext cx="82296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31750" cap="flat" cmpd="sng">
            <a:solidFill>
              <a:srgbClr val="CC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2" name="Line 8">
            <a:extLst>
              <a:ext uri="{FF2B5EF4-FFF2-40B4-BE49-F238E27FC236}">
                <a16:creationId xmlns:a16="http://schemas.microsoft.com/office/drawing/2014/main" id="{E5CBCB79-E29B-4149-8183-00EA50D02D00}"/>
              </a:ext>
            </a:extLst>
          </p:cNvPr>
          <p:cNvSpPr>
            <a:spLocks noChangeShapeType="1"/>
          </p:cNvSpPr>
          <p:nvPr/>
        </p:nvSpPr>
        <p:spPr bwMode="auto">
          <a:xfrm>
            <a:off x="457200" y="6553200"/>
            <a:ext cx="8229600" cy="0"/>
          </a:xfrm>
          <a:prstGeom prst="line">
            <a:avLst/>
          </a:prstGeom>
          <a:noFill/>
          <a:ln w="254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708"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p:txStyles>
    <p:titleStyle>
      <a:lvl1pPr algn="l" rtl="0" eaLnBrk="0" fontAlgn="base" hangingPunct="0">
        <a:spcBef>
          <a:spcPct val="0"/>
        </a:spcBef>
        <a:spcAft>
          <a:spcPct val="0"/>
        </a:spcAft>
        <a:defRPr sz="3900" b="1" kern="1200">
          <a:solidFill>
            <a:schemeClr val="tx1"/>
          </a:solidFill>
          <a:latin typeface="+mj-lt"/>
          <a:ea typeface="+mj-ea"/>
          <a:cs typeface="+mj-cs"/>
        </a:defRPr>
      </a:lvl1pPr>
      <a:lvl2pPr algn="l" rtl="0" eaLnBrk="0" fontAlgn="base" hangingPunct="0">
        <a:spcBef>
          <a:spcPct val="0"/>
        </a:spcBef>
        <a:spcAft>
          <a:spcPct val="0"/>
        </a:spcAft>
        <a:defRPr sz="3900" b="1">
          <a:solidFill>
            <a:schemeClr val="tx1"/>
          </a:solidFill>
          <a:latin typeface="Verdana" panose="020B0604030504040204" pitchFamily="34" charset="0"/>
        </a:defRPr>
      </a:lvl2pPr>
      <a:lvl3pPr algn="l" rtl="0" eaLnBrk="0" fontAlgn="base" hangingPunct="0">
        <a:spcBef>
          <a:spcPct val="0"/>
        </a:spcBef>
        <a:spcAft>
          <a:spcPct val="0"/>
        </a:spcAft>
        <a:defRPr sz="3900" b="1">
          <a:solidFill>
            <a:schemeClr val="tx1"/>
          </a:solidFill>
          <a:latin typeface="Verdana" panose="020B0604030504040204" pitchFamily="34" charset="0"/>
        </a:defRPr>
      </a:lvl3pPr>
      <a:lvl4pPr algn="l" rtl="0" eaLnBrk="0" fontAlgn="base" hangingPunct="0">
        <a:spcBef>
          <a:spcPct val="0"/>
        </a:spcBef>
        <a:spcAft>
          <a:spcPct val="0"/>
        </a:spcAft>
        <a:defRPr sz="3900" b="1">
          <a:solidFill>
            <a:schemeClr val="tx1"/>
          </a:solidFill>
          <a:latin typeface="Verdana" panose="020B0604030504040204" pitchFamily="34" charset="0"/>
        </a:defRPr>
      </a:lvl4pPr>
      <a:lvl5pPr algn="l" rtl="0" eaLnBrk="0" fontAlgn="base" hangingPunct="0">
        <a:spcBef>
          <a:spcPct val="0"/>
        </a:spcBef>
        <a:spcAft>
          <a:spcPct val="0"/>
        </a:spcAft>
        <a:defRPr sz="3900" b="1">
          <a:solidFill>
            <a:schemeClr val="tx1"/>
          </a:solidFill>
          <a:latin typeface="Verdana" panose="020B0604030504040204" pitchFamily="34" charset="0"/>
        </a:defRPr>
      </a:lvl5pPr>
      <a:lvl6pPr marL="457200" algn="l" rtl="0" fontAlgn="base">
        <a:spcBef>
          <a:spcPct val="0"/>
        </a:spcBef>
        <a:spcAft>
          <a:spcPct val="0"/>
        </a:spcAft>
        <a:defRPr sz="3900" b="1">
          <a:solidFill>
            <a:schemeClr val="tx1"/>
          </a:solidFill>
          <a:latin typeface="Verdana" panose="020B0604030504040204" pitchFamily="34" charset="0"/>
        </a:defRPr>
      </a:lvl6pPr>
      <a:lvl7pPr marL="914400" algn="l" rtl="0" fontAlgn="base">
        <a:spcBef>
          <a:spcPct val="0"/>
        </a:spcBef>
        <a:spcAft>
          <a:spcPct val="0"/>
        </a:spcAft>
        <a:defRPr sz="3900" b="1">
          <a:solidFill>
            <a:schemeClr val="tx1"/>
          </a:solidFill>
          <a:latin typeface="Verdana" panose="020B0604030504040204" pitchFamily="34" charset="0"/>
        </a:defRPr>
      </a:lvl7pPr>
      <a:lvl8pPr marL="1371600" algn="l" rtl="0" fontAlgn="base">
        <a:spcBef>
          <a:spcPct val="0"/>
        </a:spcBef>
        <a:spcAft>
          <a:spcPct val="0"/>
        </a:spcAft>
        <a:defRPr sz="3900" b="1">
          <a:solidFill>
            <a:schemeClr val="tx1"/>
          </a:solidFill>
          <a:latin typeface="Verdana" panose="020B0604030504040204" pitchFamily="34" charset="0"/>
        </a:defRPr>
      </a:lvl8pPr>
      <a:lvl9pPr marL="1828800" algn="l" rtl="0" fontAlgn="base">
        <a:spcBef>
          <a:spcPct val="0"/>
        </a:spcBef>
        <a:spcAft>
          <a:spcPct val="0"/>
        </a:spcAft>
        <a:defRPr sz="3900" b="1">
          <a:solidFill>
            <a:schemeClr val="tx1"/>
          </a:solidFill>
          <a:latin typeface="Verdana" panose="020B0604030504040204" pitchFamily="34" charset="0"/>
        </a:defRPr>
      </a:lvl9pPr>
    </p:titleStyle>
    <p:bodyStyle>
      <a:lvl1pPr marL="342900" indent="-342900" algn="just" rtl="0" eaLnBrk="0" fontAlgn="base" hangingPunct="0">
        <a:spcBef>
          <a:spcPct val="20000"/>
        </a:spcBef>
        <a:spcAft>
          <a:spcPct val="0"/>
        </a:spcAft>
        <a:buClr>
          <a:srgbClr val="CC0000"/>
        </a:buClr>
        <a:buFont typeface="Wingdings 2" panose="05020102010507070707" pitchFamily="18" charset="2"/>
        <a:buChar char="¡"/>
        <a:defRPr sz="2600" kern="1200">
          <a:solidFill>
            <a:schemeClr val="tx1"/>
          </a:solidFill>
          <a:latin typeface="+mn-lt"/>
          <a:ea typeface="+mn-ea"/>
          <a:cs typeface="+mn-cs"/>
        </a:defRPr>
      </a:lvl1pPr>
      <a:lvl2pPr marL="669925" indent="-325438" algn="just" rtl="0" eaLnBrk="0" fontAlgn="base" hangingPunct="0">
        <a:spcBef>
          <a:spcPct val="20000"/>
        </a:spcBef>
        <a:spcAft>
          <a:spcPct val="0"/>
        </a:spcAft>
        <a:buClr>
          <a:srgbClr val="CC0000"/>
        </a:buClr>
        <a:buFont typeface="Arial" panose="020B0604020202020204" pitchFamily="34" charset="0"/>
        <a:buChar char="-"/>
        <a:defRPr sz="2300" kern="1200">
          <a:solidFill>
            <a:schemeClr val="tx1"/>
          </a:solidFill>
          <a:latin typeface="+mn-lt"/>
          <a:ea typeface="+mn-ea"/>
          <a:cs typeface="+mn-cs"/>
        </a:defRPr>
      </a:lvl2pPr>
      <a:lvl3pPr marL="1022350" indent="-350838" algn="just" rtl="0" eaLnBrk="0" fontAlgn="base" hangingPunct="0">
        <a:spcBef>
          <a:spcPct val="20000"/>
        </a:spcBef>
        <a:spcAft>
          <a:spcPct val="0"/>
        </a:spcAft>
        <a:buClr>
          <a:srgbClr val="CC0000"/>
        </a:buClr>
        <a:buFont typeface="Wingdings" panose="05000000000000000000" pitchFamily="2" charset="2"/>
        <a:buChar char=""/>
        <a:defRPr sz="2000" kern="1200">
          <a:solidFill>
            <a:schemeClr val="tx1"/>
          </a:solidFill>
          <a:latin typeface="+mn-lt"/>
          <a:ea typeface="+mn-ea"/>
          <a:cs typeface="+mn-cs"/>
        </a:defRPr>
      </a:lvl3pPr>
      <a:lvl4pPr marL="1339850" indent="-315913" algn="just" rtl="0" eaLnBrk="0" fontAlgn="base" hangingPunct="0">
        <a:spcBef>
          <a:spcPct val="20000"/>
        </a:spcBef>
        <a:spcAft>
          <a:spcPct val="0"/>
        </a:spcAft>
        <a:buClr>
          <a:srgbClr val="CC0000"/>
        </a:buClr>
        <a:buFont typeface="Symbol" panose="05050102010706020507" pitchFamily="18" charset="2"/>
        <a:buChar char="*"/>
        <a:defRPr sz="1700" kern="1200">
          <a:solidFill>
            <a:schemeClr val="tx1"/>
          </a:solidFill>
          <a:latin typeface="+mn-lt"/>
          <a:ea typeface="+mn-ea"/>
          <a:cs typeface="+mn-cs"/>
        </a:defRPr>
      </a:lvl4pPr>
      <a:lvl5pPr marL="1681163" indent="-339725" algn="just" rtl="0" eaLnBrk="0" fontAlgn="base" hangingPunct="0">
        <a:spcBef>
          <a:spcPct val="20000"/>
        </a:spcBef>
        <a:spcAft>
          <a:spcPct val="0"/>
        </a:spcAft>
        <a:buClr>
          <a:srgbClr val="CC0000"/>
        </a:buClr>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inhthai@huflit.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AAEF8BD-7DEA-4EED-A409-4D74BEC70D6B}"/>
              </a:ext>
            </a:extLst>
          </p:cNvPr>
          <p:cNvSpPr>
            <a:spLocks noGrp="1" noChangeArrowheads="1"/>
          </p:cNvSpPr>
          <p:nvPr>
            <p:ph type="ctrTitle"/>
          </p:nvPr>
        </p:nvSpPr>
        <p:spPr>
          <a:xfrm>
            <a:off x="914400" y="2133600"/>
            <a:ext cx="7239000" cy="914400"/>
          </a:xfrm>
        </p:spPr>
        <p:txBody>
          <a:bodyPr/>
          <a:lstStyle/>
          <a:p>
            <a:pPr algn="ctr" eaLnBrk="1" hangingPunct="1">
              <a:defRPr/>
            </a:pPr>
            <a:r>
              <a:rPr lang="en-US" sz="4400">
                <a:effectLst>
                  <a:outerShdw blurRad="38100" dist="38100" dir="2700000" algn="tl">
                    <a:srgbClr val="C0C0C0"/>
                  </a:outerShdw>
                </a:effectLst>
              </a:rPr>
              <a:t>Chương 04</a:t>
            </a:r>
            <a:endParaRPr lang="en-US" sz="4400" dirty="0">
              <a:effectLst>
                <a:outerShdw blurRad="38100" dist="38100" dir="2700000" algn="tl">
                  <a:srgbClr val="C0C0C0"/>
                </a:outerShdw>
              </a:effectLst>
            </a:endParaRPr>
          </a:p>
        </p:txBody>
      </p:sp>
      <p:sp>
        <p:nvSpPr>
          <p:cNvPr id="2053" name="Rectangle 5">
            <a:extLst>
              <a:ext uri="{FF2B5EF4-FFF2-40B4-BE49-F238E27FC236}">
                <a16:creationId xmlns:a16="http://schemas.microsoft.com/office/drawing/2014/main" id="{1645C528-72DD-4C04-AA9A-377E36437D83}"/>
              </a:ext>
            </a:extLst>
          </p:cNvPr>
          <p:cNvSpPr>
            <a:spLocks noChangeArrowheads="1"/>
          </p:cNvSpPr>
          <p:nvPr/>
        </p:nvSpPr>
        <p:spPr bwMode="auto">
          <a:xfrm>
            <a:off x="762000" y="2971800"/>
            <a:ext cx="7620000" cy="990600"/>
          </a:xfrm>
          <a:prstGeom prst="rect">
            <a:avLst/>
          </a:prstGeom>
          <a:noFill/>
          <a:ln>
            <a:noFill/>
          </a:ln>
          <a:effectLst/>
        </p:spPr>
        <p:txBody>
          <a:bodyPr/>
          <a:lstStyle>
            <a:lvl1pPr algn="l">
              <a:spcBef>
                <a:spcPct val="0"/>
              </a:spcBef>
              <a:defRPr sz="4800">
                <a:solidFill>
                  <a:schemeClr val="tx1"/>
                </a:solidFill>
                <a:latin typeface="Verdana" panose="020B0604030504040204" pitchFamily="34" charset="0"/>
              </a:defRPr>
            </a:lvl1pPr>
            <a:lvl2pPr algn="l">
              <a:spcBef>
                <a:spcPct val="0"/>
              </a:spcBef>
              <a:defRPr sz="4800">
                <a:solidFill>
                  <a:schemeClr val="tx1"/>
                </a:solidFill>
                <a:latin typeface="Verdana" panose="020B0604030504040204" pitchFamily="34" charset="0"/>
              </a:defRPr>
            </a:lvl2pPr>
            <a:lvl3pPr algn="l">
              <a:spcBef>
                <a:spcPct val="0"/>
              </a:spcBef>
              <a:defRPr sz="4800">
                <a:solidFill>
                  <a:schemeClr val="tx1"/>
                </a:solidFill>
                <a:latin typeface="Verdana" panose="020B0604030504040204" pitchFamily="34" charset="0"/>
              </a:defRPr>
            </a:lvl3pPr>
            <a:lvl4pPr algn="l">
              <a:spcBef>
                <a:spcPct val="0"/>
              </a:spcBef>
              <a:defRPr sz="4800">
                <a:solidFill>
                  <a:schemeClr val="tx1"/>
                </a:solidFill>
                <a:latin typeface="Verdana" panose="020B0604030504040204" pitchFamily="34" charset="0"/>
              </a:defRPr>
            </a:lvl4pPr>
            <a:lvl5pPr algn="l">
              <a:spcBef>
                <a:spcPct val="0"/>
              </a:spcBef>
              <a:defRPr sz="4800">
                <a:solidFill>
                  <a:schemeClr val="tx1"/>
                </a:solidFill>
                <a:latin typeface="Verdana" panose="020B0604030504040204" pitchFamily="34" charset="0"/>
              </a:defRPr>
            </a:lvl5pPr>
            <a:lvl6pPr marL="457200" fontAlgn="base">
              <a:spcBef>
                <a:spcPct val="0"/>
              </a:spcBef>
              <a:spcAft>
                <a:spcPct val="0"/>
              </a:spcAft>
              <a:defRPr sz="4800">
                <a:solidFill>
                  <a:schemeClr val="tx1"/>
                </a:solidFill>
                <a:latin typeface="Verdana" panose="020B0604030504040204" pitchFamily="34" charset="0"/>
              </a:defRPr>
            </a:lvl6pPr>
            <a:lvl7pPr marL="914400" fontAlgn="base">
              <a:spcBef>
                <a:spcPct val="0"/>
              </a:spcBef>
              <a:spcAft>
                <a:spcPct val="0"/>
              </a:spcAft>
              <a:defRPr sz="4800">
                <a:solidFill>
                  <a:schemeClr val="tx1"/>
                </a:solidFill>
                <a:latin typeface="Verdana" panose="020B0604030504040204" pitchFamily="34" charset="0"/>
              </a:defRPr>
            </a:lvl7pPr>
            <a:lvl8pPr marL="1371600" fontAlgn="base">
              <a:spcBef>
                <a:spcPct val="0"/>
              </a:spcBef>
              <a:spcAft>
                <a:spcPct val="0"/>
              </a:spcAft>
              <a:defRPr sz="4800">
                <a:solidFill>
                  <a:schemeClr val="tx1"/>
                </a:solidFill>
                <a:latin typeface="Verdana" panose="020B0604030504040204" pitchFamily="34" charset="0"/>
              </a:defRPr>
            </a:lvl8pPr>
            <a:lvl9pPr marL="1828800" fontAlgn="base">
              <a:spcBef>
                <a:spcPct val="0"/>
              </a:spcBef>
              <a:spcAft>
                <a:spcPct val="0"/>
              </a:spcAft>
              <a:defRPr sz="4800">
                <a:solidFill>
                  <a:schemeClr val="tx1"/>
                </a:solidFill>
                <a:latin typeface="Verdana" panose="020B0604030504040204" pitchFamily="34" charset="0"/>
              </a:defRPr>
            </a:lvl9pPr>
          </a:lstStyle>
          <a:p>
            <a:pPr algn="ctr" eaLnBrk="1" hangingPunct="1">
              <a:defRPr/>
            </a:pPr>
            <a:r>
              <a:rPr lang="en-US" sz="4400" dirty="0" err="1">
                <a:effectLst>
                  <a:outerShdw blurRad="38100" dist="38100" dir="2700000" algn="tl">
                    <a:srgbClr val="C0C0C0"/>
                  </a:outerShdw>
                </a:effectLst>
              </a:rPr>
              <a:t>Mô</a:t>
            </a:r>
            <a:r>
              <a:rPr lang="en-US" sz="4400" dirty="0">
                <a:effectLst>
                  <a:outerShdw blurRad="38100" dist="38100" dir="2700000" algn="tl">
                    <a:srgbClr val="C0C0C0"/>
                  </a:outerShdw>
                </a:effectLst>
              </a:rPr>
              <a:t> </a:t>
            </a:r>
            <a:r>
              <a:rPr lang="en-US" sz="4400" dirty="0" err="1">
                <a:effectLst>
                  <a:outerShdw blurRad="38100" dist="38100" dir="2700000" algn="tl">
                    <a:srgbClr val="C0C0C0"/>
                  </a:outerShdw>
                </a:effectLst>
              </a:rPr>
              <a:t>hình</a:t>
            </a:r>
            <a:r>
              <a:rPr lang="en-US" sz="4400" dirty="0">
                <a:effectLst>
                  <a:outerShdw blurRad="38100" dist="38100" dir="2700000" algn="tl">
                    <a:srgbClr val="C0C0C0"/>
                  </a:outerShdw>
                </a:effectLst>
              </a:rPr>
              <a:t> </a:t>
            </a:r>
            <a:r>
              <a:rPr lang="en-US" sz="4400" dirty="0" err="1">
                <a:effectLst>
                  <a:outerShdw blurRad="38100" dist="38100" dir="2700000" algn="tl">
                    <a:srgbClr val="C0C0C0"/>
                  </a:outerShdw>
                </a:effectLst>
              </a:rPr>
              <a:t>thực</a:t>
            </a:r>
            <a:r>
              <a:rPr lang="en-US" sz="4400" dirty="0">
                <a:effectLst>
                  <a:outerShdw blurRad="38100" dist="38100" dir="2700000" algn="tl">
                    <a:srgbClr val="C0C0C0"/>
                  </a:outerShdw>
                </a:effectLst>
              </a:rPr>
              <a:t> </a:t>
            </a:r>
            <a:r>
              <a:rPr lang="en-US" sz="4400" dirty="0" err="1">
                <a:effectLst>
                  <a:outerShdw blurRad="38100" dist="38100" dir="2700000" algn="tl">
                    <a:srgbClr val="C0C0C0"/>
                  </a:outerShdw>
                </a:effectLst>
              </a:rPr>
              <a:t>thể</a:t>
            </a:r>
            <a:r>
              <a:rPr lang="en-US" sz="4400" dirty="0">
                <a:effectLst>
                  <a:outerShdw blurRad="38100" dist="38100" dir="2700000" algn="tl">
                    <a:srgbClr val="C0C0C0"/>
                  </a:outerShdw>
                </a:effectLst>
              </a:rPr>
              <a:t> </a:t>
            </a:r>
            <a:r>
              <a:rPr lang="en-US" sz="4400" dirty="0" err="1">
                <a:effectLst>
                  <a:outerShdw blurRad="38100" dist="38100" dir="2700000" algn="tl">
                    <a:srgbClr val="C0C0C0"/>
                  </a:outerShdw>
                </a:effectLst>
              </a:rPr>
              <a:t>kết</a:t>
            </a:r>
            <a:r>
              <a:rPr lang="en-US" sz="4400" dirty="0">
                <a:effectLst>
                  <a:outerShdw blurRad="38100" dist="38100" dir="2700000" algn="tl">
                    <a:srgbClr val="C0C0C0"/>
                  </a:outerShdw>
                </a:effectLst>
              </a:rPr>
              <a:t> </a:t>
            </a:r>
            <a:r>
              <a:rPr lang="en-US" sz="4400" dirty="0" err="1">
                <a:effectLst>
                  <a:outerShdw blurRad="38100" dist="38100" dir="2700000" algn="tl">
                    <a:srgbClr val="C0C0C0"/>
                  </a:outerShdw>
                </a:effectLst>
              </a:rPr>
              <a:t>hợp</a:t>
            </a:r>
            <a:endParaRPr lang="en-US" sz="4400" dirty="0">
              <a:effectLst>
                <a:outerShdw blurRad="38100" dist="38100" dir="2700000" algn="tl">
                  <a:srgbClr val="C0C0C0"/>
                </a:outerShdw>
              </a:effectLst>
            </a:endParaRPr>
          </a:p>
        </p:txBody>
      </p:sp>
      <p:sp>
        <p:nvSpPr>
          <p:cNvPr id="14339" name="Rectangle 6">
            <a:extLst>
              <a:ext uri="{FF2B5EF4-FFF2-40B4-BE49-F238E27FC236}">
                <a16:creationId xmlns:a16="http://schemas.microsoft.com/office/drawing/2014/main" id="{3AABF4EA-6FDC-423F-B886-2E7220D7CE94}"/>
              </a:ext>
            </a:extLst>
          </p:cNvPr>
          <p:cNvSpPr>
            <a:spLocks noGrp="1" noChangeArrowheads="1"/>
          </p:cNvSpPr>
          <p:nvPr>
            <p:ph type="subTitle" idx="1"/>
          </p:nvPr>
        </p:nvSpPr>
        <p:spPr/>
        <p:txBody>
          <a:bodyPr/>
          <a:lstStyle/>
          <a:p>
            <a:pPr eaLnBrk="1" hangingPunct="1"/>
            <a:r>
              <a:rPr lang="en-US" altLang="en-US" dirty="0"/>
              <a:t>GV: TS. Trần Minh Thái – </a:t>
            </a:r>
            <a:r>
              <a:rPr lang="en-US" altLang="en-US" dirty="0">
                <a:hlinkClick r:id="rId2"/>
              </a:rPr>
              <a:t>thaitm@huflit.edu.vn</a:t>
            </a:r>
            <a:r>
              <a:rPr lang="en-US" altLang="en-US" dirty="0"/>
              <a:t> </a:t>
            </a:r>
          </a:p>
          <a:p>
            <a:pPr eaLnBrk="1" hangingPunct="1"/>
            <a:r>
              <a:rPr lang="en-US" altLang="en-US" dirty="0" err="1"/>
              <a:t>Cập</a:t>
            </a:r>
            <a:r>
              <a:rPr lang="en-US" altLang="en-US" dirty="0"/>
              <a:t> </a:t>
            </a:r>
            <a:r>
              <a:rPr lang="en-US" altLang="en-US" dirty="0" err="1"/>
              <a:t>nhật</a:t>
            </a:r>
            <a:r>
              <a:rPr lang="en-US" altLang="en-US" dirty="0"/>
              <a:t>: </a:t>
            </a:r>
            <a:r>
              <a:rPr lang="en-US" altLang="en-US" b="1" dirty="0"/>
              <a:t>March 16, 2025</a:t>
            </a:r>
          </a:p>
        </p:txBody>
      </p:sp>
      <p:sp>
        <p:nvSpPr>
          <p:cNvPr id="2055" name="Rectangle 7">
            <a:extLst>
              <a:ext uri="{FF2B5EF4-FFF2-40B4-BE49-F238E27FC236}">
                <a16:creationId xmlns:a16="http://schemas.microsoft.com/office/drawing/2014/main" id="{78A4B40E-9E2E-464D-99E2-52C79D4CB5FC}"/>
              </a:ext>
            </a:extLst>
          </p:cNvPr>
          <p:cNvSpPr>
            <a:spLocks noChangeArrowheads="1"/>
          </p:cNvSpPr>
          <p:nvPr/>
        </p:nvSpPr>
        <p:spPr bwMode="auto">
          <a:xfrm>
            <a:off x="609600" y="3810000"/>
            <a:ext cx="8077200" cy="990600"/>
          </a:xfrm>
          <a:prstGeom prst="rect">
            <a:avLst/>
          </a:prstGeom>
          <a:noFill/>
          <a:ln>
            <a:noFill/>
          </a:ln>
          <a:effectLst/>
        </p:spPr>
        <p:txBody>
          <a:bodyPr/>
          <a:lstStyle>
            <a:lvl1pPr algn="l">
              <a:spcBef>
                <a:spcPct val="0"/>
              </a:spcBef>
              <a:defRPr sz="4800">
                <a:solidFill>
                  <a:schemeClr val="tx1"/>
                </a:solidFill>
                <a:latin typeface="Verdana" panose="020B0604030504040204" pitchFamily="34" charset="0"/>
              </a:defRPr>
            </a:lvl1pPr>
            <a:lvl2pPr algn="l">
              <a:spcBef>
                <a:spcPct val="0"/>
              </a:spcBef>
              <a:defRPr sz="4800">
                <a:solidFill>
                  <a:schemeClr val="tx1"/>
                </a:solidFill>
                <a:latin typeface="Verdana" panose="020B0604030504040204" pitchFamily="34" charset="0"/>
              </a:defRPr>
            </a:lvl2pPr>
            <a:lvl3pPr algn="l">
              <a:spcBef>
                <a:spcPct val="0"/>
              </a:spcBef>
              <a:defRPr sz="4800">
                <a:solidFill>
                  <a:schemeClr val="tx1"/>
                </a:solidFill>
                <a:latin typeface="Verdana" panose="020B0604030504040204" pitchFamily="34" charset="0"/>
              </a:defRPr>
            </a:lvl3pPr>
            <a:lvl4pPr algn="l">
              <a:spcBef>
                <a:spcPct val="0"/>
              </a:spcBef>
              <a:defRPr sz="4800">
                <a:solidFill>
                  <a:schemeClr val="tx1"/>
                </a:solidFill>
                <a:latin typeface="Verdana" panose="020B0604030504040204" pitchFamily="34" charset="0"/>
              </a:defRPr>
            </a:lvl4pPr>
            <a:lvl5pPr algn="l">
              <a:spcBef>
                <a:spcPct val="0"/>
              </a:spcBef>
              <a:defRPr sz="4800">
                <a:solidFill>
                  <a:schemeClr val="tx1"/>
                </a:solidFill>
                <a:latin typeface="Verdana" panose="020B0604030504040204" pitchFamily="34" charset="0"/>
              </a:defRPr>
            </a:lvl5pPr>
            <a:lvl6pPr marL="457200" fontAlgn="base">
              <a:spcBef>
                <a:spcPct val="0"/>
              </a:spcBef>
              <a:spcAft>
                <a:spcPct val="0"/>
              </a:spcAft>
              <a:defRPr sz="4800">
                <a:solidFill>
                  <a:schemeClr val="tx1"/>
                </a:solidFill>
                <a:latin typeface="Verdana" panose="020B0604030504040204" pitchFamily="34" charset="0"/>
              </a:defRPr>
            </a:lvl6pPr>
            <a:lvl7pPr marL="914400" fontAlgn="base">
              <a:spcBef>
                <a:spcPct val="0"/>
              </a:spcBef>
              <a:spcAft>
                <a:spcPct val="0"/>
              </a:spcAft>
              <a:defRPr sz="4800">
                <a:solidFill>
                  <a:schemeClr val="tx1"/>
                </a:solidFill>
                <a:latin typeface="Verdana" panose="020B0604030504040204" pitchFamily="34" charset="0"/>
              </a:defRPr>
            </a:lvl7pPr>
            <a:lvl8pPr marL="1371600" fontAlgn="base">
              <a:spcBef>
                <a:spcPct val="0"/>
              </a:spcBef>
              <a:spcAft>
                <a:spcPct val="0"/>
              </a:spcAft>
              <a:defRPr sz="4800">
                <a:solidFill>
                  <a:schemeClr val="tx1"/>
                </a:solidFill>
                <a:latin typeface="Verdana" panose="020B0604030504040204" pitchFamily="34" charset="0"/>
              </a:defRPr>
            </a:lvl8pPr>
            <a:lvl9pPr marL="1828800" fontAlgn="base">
              <a:spcBef>
                <a:spcPct val="0"/>
              </a:spcBef>
              <a:spcAft>
                <a:spcPct val="0"/>
              </a:spcAft>
              <a:defRPr sz="4800">
                <a:solidFill>
                  <a:schemeClr val="tx1"/>
                </a:solidFill>
                <a:latin typeface="Verdana" panose="020B0604030504040204" pitchFamily="34" charset="0"/>
              </a:defRPr>
            </a:lvl9pPr>
          </a:lstStyle>
          <a:p>
            <a:pPr algn="ctr" eaLnBrk="1" hangingPunct="1">
              <a:defRPr/>
            </a:pPr>
            <a:r>
              <a:rPr lang="en-US" sz="3200" dirty="0">
                <a:effectLst>
                  <a:outerShdw blurRad="38100" dist="38100" dir="2700000" algn="tl">
                    <a:srgbClr val="C0C0C0"/>
                  </a:outerShdw>
                </a:effectLst>
              </a:rPr>
              <a:t>(</a:t>
            </a:r>
            <a:r>
              <a:rPr lang="en-US" sz="3200" b="1" u="sng" dirty="0">
                <a:effectLst>
                  <a:outerShdw blurRad="38100" dist="38100" dir="2700000" algn="tl">
                    <a:srgbClr val="C0C0C0"/>
                  </a:outerShdw>
                </a:effectLst>
              </a:rPr>
              <a:t>E</a:t>
            </a:r>
            <a:r>
              <a:rPr lang="en-US" sz="3200" dirty="0">
                <a:effectLst>
                  <a:outerShdw blurRad="38100" dist="38100" dir="2700000" algn="tl">
                    <a:srgbClr val="C0C0C0"/>
                  </a:outerShdw>
                </a:effectLst>
              </a:rPr>
              <a:t>ntity </a:t>
            </a:r>
            <a:r>
              <a:rPr lang="en-US" sz="3200" b="1" u="sng" dirty="0">
                <a:effectLst>
                  <a:outerShdw blurRad="38100" dist="38100" dir="2700000" algn="tl">
                    <a:srgbClr val="C0C0C0"/>
                  </a:outerShdw>
                </a:effectLst>
              </a:rPr>
              <a:t>R</a:t>
            </a:r>
            <a:r>
              <a:rPr lang="en-US" sz="3200" dirty="0">
                <a:effectLst>
                  <a:outerShdw blurRad="38100" dist="38100" dir="2700000" algn="tl">
                    <a:srgbClr val="C0C0C0"/>
                  </a:outerShdw>
                </a:effectLst>
              </a:rPr>
              <a:t>elationship </a:t>
            </a:r>
            <a:r>
              <a:rPr lang="en-US" sz="3200" b="1" u="sng" dirty="0">
                <a:effectLst>
                  <a:outerShdw blurRad="38100" dist="38100" dir="2700000" algn="tl">
                    <a:srgbClr val="C0C0C0"/>
                  </a:outerShdw>
                </a:effectLst>
              </a:rPr>
              <a:t>D</a:t>
            </a:r>
            <a:r>
              <a:rPr lang="en-US" sz="3200" dirty="0">
                <a:effectLst>
                  <a:outerShdw blurRad="38100" dist="38100" dir="2700000" algn="tl">
                    <a:srgbClr val="C0C0C0"/>
                  </a:outerShdw>
                </a:effectLst>
              </a:rPr>
              <a:t>iagram - ERD)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053"/>
                                        </p:tgtEl>
                                        <p:attrNameLst>
                                          <p:attrName>style.visibility</p:attrName>
                                        </p:attrNameLst>
                                      </p:cBhvr>
                                      <p:to>
                                        <p:strVal val="visible"/>
                                      </p:to>
                                    </p:set>
                                    <p:animEffect transition="in" filter="wipe(down)">
                                      <p:cBhvr>
                                        <p:cTn id="7" dur="580">
                                          <p:stCondLst>
                                            <p:cond delay="0"/>
                                          </p:stCondLst>
                                        </p:cTn>
                                        <p:tgtEl>
                                          <p:spTgt spid="2053"/>
                                        </p:tgtEl>
                                      </p:cBhvr>
                                    </p:animEffect>
                                    <p:anim calcmode="lin" valueType="num">
                                      <p:cBhvr>
                                        <p:cTn id="8" dur="1822" tmFilter="0,0; 0.14,0.36; 0.43,0.73; 0.71,0.91; 1.0,1.0">
                                          <p:stCondLst>
                                            <p:cond delay="0"/>
                                          </p:stCondLst>
                                        </p:cTn>
                                        <p:tgtEl>
                                          <p:spTgt spid="205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05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05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05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053"/>
                                        </p:tgtEl>
                                        <p:attrNameLst>
                                          <p:attrName>ppt_y</p:attrName>
                                        </p:attrNameLst>
                                      </p:cBhvr>
                                      <p:tavLst>
                                        <p:tav tm="0" fmla="#ppt_y-sin(pi*$)/81">
                                          <p:val>
                                            <p:fltVal val="0"/>
                                          </p:val>
                                        </p:tav>
                                        <p:tav tm="100000">
                                          <p:val>
                                            <p:fltVal val="1"/>
                                          </p:val>
                                        </p:tav>
                                      </p:tavLst>
                                    </p:anim>
                                    <p:animScale>
                                      <p:cBhvr>
                                        <p:cTn id="13" dur="26">
                                          <p:stCondLst>
                                            <p:cond delay="650"/>
                                          </p:stCondLst>
                                        </p:cTn>
                                        <p:tgtEl>
                                          <p:spTgt spid="2053"/>
                                        </p:tgtEl>
                                      </p:cBhvr>
                                      <p:to x="100000" y="60000"/>
                                    </p:animScale>
                                    <p:animScale>
                                      <p:cBhvr>
                                        <p:cTn id="14" dur="166" decel="50000">
                                          <p:stCondLst>
                                            <p:cond delay="676"/>
                                          </p:stCondLst>
                                        </p:cTn>
                                        <p:tgtEl>
                                          <p:spTgt spid="2053"/>
                                        </p:tgtEl>
                                      </p:cBhvr>
                                      <p:to x="100000" y="100000"/>
                                    </p:animScale>
                                    <p:animScale>
                                      <p:cBhvr>
                                        <p:cTn id="15" dur="26">
                                          <p:stCondLst>
                                            <p:cond delay="1312"/>
                                          </p:stCondLst>
                                        </p:cTn>
                                        <p:tgtEl>
                                          <p:spTgt spid="2053"/>
                                        </p:tgtEl>
                                      </p:cBhvr>
                                      <p:to x="100000" y="80000"/>
                                    </p:animScale>
                                    <p:animScale>
                                      <p:cBhvr>
                                        <p:cTn id="16" dur="166" decel="50000">
                                          <p:stCondLst>
                                            <p:cond delay="1338"/>
                                          </p:stCondLst>
                                        </p:cTn>
                                        <p:tgtEl>
                                          <p:spTgt spid="2053"/>
                                        </p:tgtEl>
                                      </p:cBhvr>
                                      <p:to x="100000" y="100000"/>
                                    </p:animScale>
                                    <p:animScale>
                                      <p:cBhvr>
                                        <p:cTn id="17" dur="26">
                                          <p:stCondLst>
                                            <p:cond delay="1642"/>
                                          </p:stCondLst>
                                        </p:cTn>
                                        <p:tgtEl>
                                          <p:spTgt spid="2053"/>
                                        </p:tgtEl>
                                      </p:cBhvr>
                                      <p:to x="100000" y="90000"/>
                                    </p:animScale>
                                    <p:animScale>
                                      <p:cBhvr>
                                        <p:cTn id="18" dur="166" decel="50000">
                                          <p:stCondLst>
                                            <p:cond delay="1668"/>
                                          </p:stCondLst>
                                        </p:cTn>
                                        <p:tgtEl>
                                          <p:spTgt spid="2053"/>
                                        </p:tgtEl>
                                      </p:cBhvr>
                                      <p:to x="100000" y="100000"/>
                                    </p:animScale>
                                    <p:animScale>
                                      <p:cBhvr>
                                        <p:cTn id="19" dur="26">
                                          <p:stCondLst>
                                            <p:cond delay="1808"/>
                                          </p:stCondLst>
                                        </p:cTn>
                                        <p:tgtEl>
                                          <p:spTgt spid="2053"/>
                                        </p:tgtEl>
                                      </p:cBhvr>
                                      <p:to x="100000" y="95000"/>
                                    </p:animScale>
                                    <p:animScale>
                                      <p:cBhvr>
                                        <p:cTn id="20" dur="166" decel="50000">
                                          <p:stCondLst>
                                            <p:cond delay="1834"/>
                                          </p:stCondLst>
                                        </p:cTn>
                                        <p:tgtEl>
                                          <p:spTgt spid="2053"/>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2050"/>
                                        </p:tgtEl>
                                        <p:attrNameLst>
                                          <p:attrName>style.visibility</p:attrName>
                                        </p:attrNameLst>
                                      </p:cBhvr>
                                      <p:to>
                                        <p:strVal val="visible"/>
                                      </p:to>
                                    </p:set>
                                    <p:animEffect transition="in" filter="wipe(down)">
                                      <p:cBhvr>
                                        <p:cTn id="23" dur="580">
                                          <p:stCondLst>
                                            <p:cond delay="0"/>
                                          </p:stCondLst>
                                        </p:cTn>
                                        <p:tgtEl>
                                          <p:spTgt spid="2050"/>
                                        </p:tgtEl>
                                      </p:cBhvr>
                                    </p:animEffect>
                                    <p:anim calcmode="lin" valueType="num">
                                      <p:cBhvr>
                                        <p:cTn id="24" dur="1822" tmFilter="0,0; 0.14,0.36; 0.43,0.73; 0.71,0.91; 1.0,1.0">
                                          <p:stCondLst>
                                            <p:cond delay="0"/>
                                          </p:stCondLst>
                                        </p:cTn>
                                        <p:tgtEl>
                                          <p:spTgt spid="2050"/>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2050"/>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2050"/>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2050"/>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2050"/>
                                        </p:tgtEl>
                                        <p:attrNameLst>
                                          <p:attrName>ppt_y</p:attrName>
                                        </p:attrNameLst>
                                      </p:cBhvr>
                                      <p:tavLst>
                                        <p:tav tm="0" fmla="#ppt_y-sin(pi*$)/81">
                                          <p:val>
                                            <p:fltVal val="0"/>
                                          </p:val>
                                        </p:tav>
                                        <p:tav tm="100000">
                                          <p:val>
                                            <p:fltVal val="1"/>
                                          </p:val>
                                        </p:tav>
                                      </p:tavLst>
                                    </p:anim>
                                    <p:animScale>
                                      <p:cBhvr>
                                        <p:cTn id="29" dur="26">
                                          <p:stCondLst>
                                            <p:cond delay="650"/>
                                          </p:stCondLst>
                                        </p:cTn>
                                        <p:tgtEl>
                                          <p:spTgt spid="2050"/>
                                        </p:tgtEl>
                                      </p:cBhvr>
                                      <p:to x="100000" y="60000"/>
                                    </p:animScale>
                                    <p:animScale>
                                      <p:cBhvr>
                                        <p:cTn id="30" dur="166" decel="50000">
                                          <p:stCondLst>
                                            <p:cond delay="676"/>
                                          </p:stCondLst>
                                        </p:cTn>
                                        <p:tgtEl>
                                          <p:spTgt spid="2050"/>
                                        </p:tgtEl>
                                      </p:cBhvr>
                                      <p:to x="100000" y="100000"/>
                                    </p:animScale>
                                    <p:animScale>
                                      <p:cBhvr>
                                        <p:cTn id="31" dur="26">
                                          <p:stCondLst>
                                            <p:cond delay="1312"/>
                                          </p:stCondLst>
                                        </p:cTn>
                                        <p:tgtEl>
                                          <p:spTgt spid="2050"/>
                                        </p:tgtEl>
                                      </p:cBhvr>
                                      <p:to x="100000" y="80000"/>
                                    </p:animScale>
                                    <p:animScale>
                                      <p:cBhvr>
                                        <p:cTn id="32" dur="166" decel="50000">
                                          <p:stCondLst>
                                            <p:cond delay="1338"/>
                                          </p:stCondLst>
                                        </p:cTn>
                                        <p:tgtEl>
                                          <p:spTgt spid="2050"/>
                                        </p:tgtEl>
                                      </p:cBhvr>
                                      <p:to x="100000" y="100000"/>
                                    </p:animScale>
                                    <p:animScale>
                                      <p:cBhvr>
                                        <p:cTn id="33" dur="26">
                                          <p:stCondLst>
                                            <p:cond delay="1642"/>
                                          </p:stCondLst>
                                        </p:cTn>
                                        <p:tgtEl>
                                          <p:spTgt spid="2050"/>
                                        </p:tgtEl>
                                      </p:cBhvr>
                                      <p:to x="100000" y="90000"/>
                                    </p:animScale>
                                    <p:animScale>
                                      <p:cBhvr>
                                        <p:cTn id="34" dur="166" decel="50000">
                                          <p:stCondLst>
                                            <p:cond delay="1668"/>
                                          </p:stCondLst>
                                        </p:cTn>
                                        <p:tgtEl>
                                          <p:spTgt spid="2050"/>
                                        </p:tgtEl>
                                      </p:cBhvr>
                                      <p:to x="100000" y="100000"/>
                                    </p:animScale>
                                    <p:animScale>
                                      <p:cBhvr>
                                        <p:cTn id="35" dur="26">
                                          <p:stCondLst>
                                            <p:cond delay="1808"/>
                                          </p:stCondLst>
                                        </p:cTn>
                                        <p:tgtEl>
                                          <p:spTgt spid="2050"/>
                                        </p:tgtEl>
                                      </p:cBhvr>
                                      <p:to x="100000" y="95000"/>
                                    </p:animScale>
                                    <p:animScale>
                                      <p:cBhvr>
                                        <p:cTn id="36" dur="166" decel="50000">
                                          <p:stCondLst>
                                            <p:cond delay="1834"/>
                                          </p:stCondLst>
                                        </p:cTn>
                                        <p:tgtEl>
                                          <p:spTgt spid="2050"/>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2055"/>
                                        </p:tgtEl>
                                        <p:attrNameLst>
                                          <p:attrName>style.visibility</p:attrName>
                                        </p:attrNameLst>
                                      </p:cBhvr>
                                      <p:to>
                                        <p:strVal val="visible"/>
                                      </p:to>
                                    </p:set>
                                    <p:animEffect transition="in" filter="wipe(down)">
                                      <p:cBhvr>
                                        <p:cTn id="39" dur="580">
                                          <p:stCondLst>
                                            <p:cond delay="0"/>
                                          </p:stCondLst>
                                        </p:cTn>
                                        <p:tgtEl>
                                          <p:spTgt spid="2055"/>
                                        </p:tgtEl>
                                      </p:cBhvr>
                                    </p:animEffect>
                                    <p:anim calcmode="lin" valueType="num">
                                      <p:cBhvr>
                                        <p:cTn id="40" dur="1822" tmFilter="0,0; 0.14,0.36; 0.43,0.73; 0.71,0.91; 1.0,1.0">
                                          <p:stCondLst>
                                            <p:cond delay="0"/>
                                          </p:stCondLst>
                                        </p:cTn>
                                        <p:tgtEl>
                                          <p:spTgt spid="2055"/>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2055"/>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2055"/>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2055"/>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2055"/>
                                        </p:tgtEl>
                                        <p:attrNameLst>
                                          <p:attrName>ppt_y</p:attrName>
                                        </p:attrNameLst>
                                      </p:cBhvr>
                                      <p:tavLst>
                                        <p:tav tm="0" fmla="#ppt_y-sin(pi*$)/81">
                                          <p:val>
                                            <p:fltVal val="0"/>
                                          </p:val>
                                        </p:tav>
                                        <p:tav tm="100000">
                                          <p:val>
                                            <p:fltVal val="1"/>
                                          </p:val>
                                        </p:tav>
                                      </p:tavLst>
                                    </p:anim>
                                    <p:animScale>
                                      <p:cBhvr>
                                        <p:cTn id="45" dur="26">
                                          <p:stCondLst>
                                            <p:cond delay="650"/>
                                          </p:stCondLst>
                                        </p:cTn>
                                        <p:tgtEl>
                                          <p:spTgt spid="2055"/>
                                        </p:tgtEl>
                                      </p:cBhvr>
                                      <p:to x="100000" y="60000"/>
                                    </p:animScale>
                                    <p:animScale>
                                      <p:cBhvr>
                                        <p:cTn id="46" dur="166" decel="50000">
                                          <p:stCondLst>
                                            <p:cond delay="676"/>
                                          </p:stCondLst>
                                        </p:cTn>
                                        <p:tgtEl>
                                          <p:spTgt spid="2055"/>
                                        </p:tgtEl>
                                      </p:cBhvr>
                                      <p:to x="100000" y="100000"/>
                                    </p:animScale>
                                    <p:animScale>
                                      <p:cBhvr>
                                        <p:cTn id="47" dur="26">
                                          <p:stCondLst>
                                            <p:cond delay="1312"/>
                                          </p:stCondLst>
                                        </p:cTn>
                                        <p:tgtEl>
                                          <p:spTgt spid="2055"/>
                                        </p:tgtEl>
                                      </p:cBhvr>
                                      <p:to x="100000" y="80000"/>
                                    </p:animScale>
                                    <p:animScale>
                                      <p:cBhvr>
                                        <p:cTn id="48" dur="166" decel="50000">
                                          <p:stCondLst>
                                            <p:cond delay="1338"/>
                                          </p:stCondLst>
                                        </p:cTn>
                                        <p:tgtEl>
                                          <p:spTgt spid="2055"/>
                                        </p:tgtEl>
                                      </p:cBhvr>
                                      <p:to x="100000" y="100000"/>
                                    </p:animScale>
                                    <p:animScale>
                                      <p:cBhvr>
                                        <p:cTn id="49" dur="26">
                                          <p:stCondLst>
                                            <p:cond delay="1642"/>
                                          </p:stCondLst>
                                        </p:cTn>
                                        <p:tgtEl>
                                          <p:spTgt spid="2055"/>
                                        </p:tgtEl>
                                      </p:cBhvr>
                                      <p:to x="100000" y="90000"/>
                                    </p:animScale>
                                    <p:animScale>
                                      <p:cBhvr>
                                        <p:cTn id="50" dur="166" decel="50000">
                                          <p:stCondLst>
                                            <p:cond delay="1668"/>
                                          </p:stCondLst>
                                        </p:cTn>
                                        <p:tgtEl>
                                          <p:spTgt spid="2055"/>
                                        </p:tgtEl>
                                      </p:cBhvr>
                                      <p:to x="100000" y="100000"/>
                                    </p:animScale>
                                    <p:animScale>
                                      <p:cBhvr>
                                        <p:cTn id="51" dur="26">
                                          <p:stCondLst>
                                            <p:cond delay="1808"/>
                                          </p:stCondLst>
                                        </p:cTn>
                                        <p:tgtEl>
                                          <p:spTgt spid="2055"/>
                                        </p:tgtEl>
                                      </p:cBhvr>
                                      <p:to x="100000" y="95000"/>
                                    </p:animScale>
                                    <p:animScale>
                                      <p:cBhvr>
                                        <p:cTn id="52" dur="166" decel="50000">
                                          <p:stCondLst>
                                            <p:cond delay="1834"/>
                                          </p:stCondLst>
                                        </p:cTn>
                                        <p:tgtEl>
                                          <p:spTgt spid="205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p:bldP spid="2053" grpId="0"/>
      <p:bldP spid="205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F8BA680-C628-4196-B890-6E407BA73E21}"/>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5362" name="Slide Number Placeholder 5">
            <a:extLst>
              <a:ext uri="{FF2B5EF4-FFF2-40B4-BE49-F238E27FC236}">
                <a16:creationId xmlns:a16="http://schemas.microsoft.com/office/drawing/2014/main" id="{1C9DACDE-62DF-4C2C-950E-4DF30F4C2C3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8C27E7F3-7E7F-4044-B04C-1F4421E60B7A}" type="slidenum">
              <a:rPr lang="en-US" altLang="en-US">
                <a:latin typeface="Arial" panose="020B0604020202020204" pitchFamily="34" charset="0"/>
              </a:rPr>
              <a:pPr/>
              <a:t>2</a:t>
            </a:fld>
            <a:endParaRPr lang="en-US" altLang="en-US">
              <a:latin typeface="Arial" panose="020B0604020202020204" pitchFamily="34" charset="0"/>
            </a:endParaRPr>
          </a:p>
        </p:txBody>
      </p:sp>
      <p:sp>
        <p:nvSpPr>
          <p:cNvPr id="15363" name="Rectangle 2">
            <a:extLst>
              <a:ext uri="{FF2B5EF4-FFF2-40B4-BE49-F238E27FC236}">
                <a16:creationId xmlns:a16="http://schemas.microsoft.com/office/drawing/2014/main" id="{CB0786AE-2936-41A1-A0CD-E473053C415F}"/>
              </a:ext>
            </a:extLst>
          </p:cNvPr>
          <p:cNvSpPr>
            <a:spLocks noGrp="1" noChangeArrowheads="1"/>
          </p:cNvSpPr>
          <p:nvPr>
            <p:ph type="title"/>
          </p:nvPr>
        </p:nvSpPr>
        <p:spPr>
          <a:xfrm>
            <a:off x="457200" y="354013"/>
            <a:ext cx="8229600" cy="620712"/>
          </a:xfrm>
        </p:spPr>
        <p:txBody>
          <a:bodyPr/>
          <a:lstStyle/>
          <a:p>
            <a:pPr eaLnBrk="1" hangingPunct="1"/>
            <a:r>
              <a:rPr lang="en-US" altLang="en-US" sz="3500"/>
              <a:t>Nội dung chi tiết</a:t>
            </a:r>
          </a:p>
        </p:txBody>
      </p:sp>
      <p:sp>
        <p:nvSpPr>
          <p:cNvPr id="15364" name="Rectangle 3">
            <a:extLst>
              <a:ext uri="{FF2B5EF4-FFF2-40B4-BE49-F238E27FC236}">
                <a16:creationId xmlns:a16="http://schemas.microsoft.com/office/drawing/2014/main" id="{B576F70D-D4C6-44E2-A200-CF57A07AB97D}"/>
              </a:ext>
            </a:extLst>
          </p:cNvPr>
          <p:cNvSpPr>
            <a:spLocks noGrp="1" noChangeArrowheads="1"/>
          </p:cNvSpPr>
          <p:nvPr>
            <p:ph type="body" idx="1"/>
          </p:nvPr>
        </p:nvSpPr>
        <p:spPr>
          <a:xfrm>
            <a:off x="457200" y="1295400"/>
            <a:ext cx="8229600" cy="4835525"/>
          </a:xfrm>
        </p:spPr>
        <p:txBody>
          <a:bodyPr/>
          <a:lstStyle/>
          <a:p>
            <a:pPr marL="514350" indent="-514350" eaLnBrk="1" hangingPunct="1">
              <a:lnSpc>
                <a:spcPct val="150000"/>
              </a:lnSpc>
              <a:buFont typeface="Verdana" panose="020B0604030504040204" pitchFamily="34" charset="0"/>
              <a:buAutoNum type="arabicPeriod"/>
            </a:pPr>
            <a:r>
              <a:rPr lang="en-US" altLang="en-US"/>
              <a:t>Quá trình thiết kế Cơ sở dữ liệu (CSDL)</a:t>
            </a:r>
          </a:p>
          <a:p>
            <a:pPr marL="514350" indent="-514350" eaLnBrk="1" hangingPunct="1">
              <a:lnSpc>
                <a:spcPct val="150000"/>
              </a:lnSpc>
              <a:buFont typeface="Verdana" panose="020B0604030504040204" pitchFamily="34" charset="0"/>
              <a:buAutoNum type="arabicPeriod"/>
            </a:pPr>
            <a:r>
              <a:rPr lang="fr-FR" altLang="en-US"/>
              <a:t>Mô hình thực thể kết hợp</a:t>
            </a:r>
          </a:p>
          <a:p>
            <a:pPr marL="514350" indent="-514350" eaLnBrk="1" hangingPunct="1">
              <a:lnSpc>
                <a:spcPct val="150000"/>
              </a:lnSpc>
              <a:buFont typeface="Verdana" panose="020B0604030504040204" pitchFamily="34" charset="0"/>
              <a:buAutoNum type="arabicPeriod"/>
            </a:pPr>
            <a:r>
              <a:rPr lang="en-US" altLang="en-US"/>
              <a:t>Thiết kế mô hình thực thể kết hợp</a:t>
            </a:r>
          </a:p>
          <a:p>
            <a:pPr marL="514350" indent="-514350" eaLnBrk="1" hangingPunct="1">
              <a:lnSpc>
                <a:spcPct val="150000"/>
              </a:lnSpc>
              <a:buFont typeface="Verdana" panose="020B0604030504040204" pitchFamily="34" charset="0"/>
              <a:buAutoNum type="arabicPeriod"/>
            </a:pPr>
            <a:r>
              <a:rPr lang="en-US" altLang="en-US"/>
              <a:t>Bài tập minh hoạ</a:t>
            </a:r>
          </a:p>
          <a:p>
            <a:pPr marL="514350" indent="-514350" eaLnBrk="1" hangingPunct="1">
              <a:lnSpc>
                <a:spcPct val="150000"/>
              </a:lnSpc>
              <a:buFont typeface="Verdana" panose="020B0604030504040204" pitchFamily="34" charset="0"/>
              <a:buAutoNum type="arabicPeriod"/>
            </a:pPr>
            <a:r>
              <a:rPr lang="en-US" altLang="en-US"/>
              <a:t>Bài tập cuối chương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ate Placeholder 3">
            <a:extLst>
              <a:ext uri="{FF2B5EF4-FFF2-40B4-BE49-F238E27FC236}">
                <a16:creationId xmlns:a16="http://schemas.microsoft.com/office/drawing/2014/main" id="{580A4A9A-F848-4E7E-9466-DA9B3A82A29E}"/>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17410" name="Slide Number Placeholder 5">
            <a:extLst>
              <a:ext uri="{FF2B5EF4-FFF2-40B4-BE49-F238E27FC236}">
                <a16:creationId xmlns:a16="http://schemas.microsoft.com/office/drawing/2014/main" id="{41CBE103-E234-47DF-8F2B-03FD38C98F1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B58E5428-A42F-470C-8D23-A5DDC3F5F4D4}" type="slidenum">
              <a:rPr lang="en-US" altLang="en-US">
                <a:latin typeface="Arial" panose="020B0604020202020204" pitchFamily="34" charset="0"/>
              </a:rPr>
              <a:pPr/>
              <a:t>3</a:t>
            </a:fld>
            <a:endParaRPr lang="en-US" altLang="en-US">
              <a:latin typeface="Arial" panose="020B0604020202020204" pitchFamily="34" charset="0"/>
            </a:endParaRPr>
          </a:p>
        </p:txBody>
      </p:sp>
      <p:sp>
        <p:nvSpPr>
          <p:cNvPr id="138267" name="Rectangle 27">
            <a:extLst>
              <a:ext uri="{FF2B5EF4-FFF2-40B4-BE49-F238E27FC236}">
                <a16:creationId xmlns:a16="http://schemas.microsoft.com/office/drawing/2014/main" id="{E11F15D2-D2A7-4DB9-8CD5-A4A99CB87E6F}"/>
              </a:ext>
            </a:extLst>
          </p:cNvPr>
          <p:cNvSpPr>
            <a:spLocks noChangeArrowheads="1"/>
          </p:cNvSpPr>
          <p:nvPr/>
        </p:nvSpPr>
        <p:spPr bwMode="auto">
          <a:xfrm>
            <a:off x="2209800" y="2895600"/>
            <a:ext cx="1524000" cy="838200"/>
          </a:xfrm>
          <a:prstGeom prst="rect">
            <a:avLst/>
          </a:prstGeom>
          <a:solidFill>
            <a:srgbClr val="CC0000">
              <a:alpha val="70195"/>
            </a:srgbClr>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17412" name="Rectangle 2">
            <a:extLst>
              <a:ext uri="{FF2B5EF4-FFF2-40B4-BE49-F238E27FC236}">
                <a16:creationId xmlns:a16="http://schemas.microsoft.com/office/drawing/2014/main" id="{A006BE9B-30E7-49AF-9B0D-3B599CEBE40D}"/>
              </a:ext>
            </a:extLst>
          </p:cNvPr>
          <p:cNvSpPr>
            <a:spLocks noGrp="1" noChangeArrowheads="1"/>
          </p:cNvSpPr>
          <p:nvPr>
            <p:ph type="title"/>
          </p:nvPr>
        </p:nvSpPr>
        <p:spPr>
          <a:xfrm>
            <a:off x="457200" y="354013"/>
            <a:ext cx="8229600" cy="620712"/>
          </a:xfrm>
        </p:spPr>
        <p:txBody>
          <a:bodyPr/>
          <a:lstStyle/>
          <a:p>
            <a:pPr eaLnBrk="1" hangingPunct="1"/>
            <a:r>
              <a:rPr lang="en-US" altLang="en-US" sz="3500"/>
              <a:t>Quá trình thiết kế CSDL</a:t>
            </a:r>
          </a:p>
        </p:txBody>
      </p:sp>
      <p:sp>
        <p:nvSpPr>
          <p:cNvPr id="17413" name="Text Box 10">
            <a:extLst>
              <a:ext uri="{FF2B5EF4-FFF2-40B4-BE49-F238E27FC236}">
                <a16:creationId xmlns:a16="http://schemas.microsoft.com/office/drawing/2014/main" id="{234CC912-04A4-46F3-93DB-3DD4D1D0EE96}"/>
              </a:ext>
            </a:extLst>
          </p:cNvPr>
          <p:cNvSpPr txBox="1">
            <a:spLocks noChangeArrowheads="1"/>
          </p:cNvSpPr>
          <p:nvPr/>
        </p:nvSpPr>
        <p:spPr bwMode="auto">
          <a:xfrm>
            <a:off x="304800" y="3124200"/>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Ý tưởng</a:t>
            </a:r>
          </a:p>
        </p:txBody>
      </p:sp>
      <p:grpSp>
        <p:nvGrpSpPr>
          <p:cNvPr id="17414" name="Group 17">
            <a:extLst>
              <a:ext uri="{FF2B5EF4-FFF2-40B4-BE49-F238E27FC236}">
                <a16:creationId xmlns:a16="http://schemas.microsoft.com/office/drawing/2014/main" id="{73FE4D13-DBF9-4A7F-BF21-772CC9CD6DE6}"/>
              </a:ext>
            </a:extLst>
          </p:cNvPr>
          <p:cNvGrpSpPr>
            <a:grpSpLocks/>
          </p:cNvGrpSpPr>
          <p:nvPr/>
        </p:nvGrpSpPr>
        <p:grpSpPr bwMode="auto">
          <a:xfrm>
            <a:off x="2209800" y="2895600"/>
            <a:ext cx="1524000" cy="838200"/>
            <a:chOff x="1296" y="2736"/>
            <a:chExt cx="960" cy="528"/>
          </a:xfrm>
        </p:grpSpPr>
        <p:sp>
          <p:nvSpPr>
            <p:cNvPr id="17424" name="Rectangle 11">
              <a:extLst>
                <a:ext uri="{FF2B5EF4-FFF2-40B4-BE49-F238E27FC236}">
                  <a16:creationId xmlns:a16="http://schemas.microsoft.com/office/drawing/2014/main" id="{16F2503F-D868-48DA-8C1C-AF48A94FE70F}"/>
                </a:ext>
              </a:extLst>
            </p:cNvPr>
            <p:cNvSpPr>
              <a:spLocks noChangeArrowheads="1"/>
            </p:cNvSpPr>
            <p:nvPr/>
          </p:nvSpPr>
          <p:spPr bwMode="auto">
            <a:xfrm>
              <a:off x="1296" y="2736"/>
              <a:ext cx="960" cy="528"/>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17425" name="Text Box 12">
              <a:extLst>
                <a:ext uri="{FF2B5EF4-FFF2-40B4-BE49-F238E27FC236}">
                  <a16:creationId xmlns:a16="http://schemas.microsoft.com/office/drawing/2014/main" id="{A8D1AA73-9BBE-422F-92A5-544FF3CDC901}"/>
                </a:ext>
              </a:extLst>
            </p:cNvPr>
            <p:cNvSpPr txBox="1">
              <a:spLocks noChangeArrowheads="1"/>
            </p:cNvSpPr>
            <p:nvPr/>
          </p:nvSpPr>
          <p:spPr bwMode="auto">
            <a:xfrm>
              <a:off x="1296" y="2880"/>
              <a:ext cx="9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E/R thiết kế</a:t>
              </a:r>
            </a:p>
          </p:txBody>
        </p:sp>
      </p:grpSp>
      <p:grpSp>
        <p:nvGrpSpPr>
          <p:cNvPr id="17415" name="Group 18">
            <a:extLst>
              <a:ext uri="{FF2B5EF4-FFF2-40B4-BE49-F238E27FC236}">
                <a16:creationId xmlns:a16="http://schemas.microsoft.com/office/drawing/2014/main" id="{C8022507-DEFD-4186-95ED-5DB1B08BAED7}"/>
              </a:ext>
            </a:extLst>
          </p:cNvPr>
          <p:cNvGrpSpPr>
            <a:grpSpLocks/>
          </p:cNvGrpSpPr>
          <p:nvPr/>
        </p:nvGrpSpPr>
        <p:grpSpPr bwMode="auto">
          <a:xfrm>
            <a:off x="4572000" y="2895600"/>
            <a:ext cx="1524000" cy="838200"/>
            <a:chOff x="2544" y="2736"/>
            <a:chExt cx="960" cy="528"/>
          </a:xfrm>
        </p:grpSpPr>
        <p:sp>
          <p:nvSpPr>
            <p:cNvPr id="17422" name="Rectangle 13">
              <a:extLst>
                <a:ext uri="{FF2B5EF4-FFF2-40B4-BE49-F238E27FC236}">
                  <a16:creationId xmlns:a16="http://schemas.microsoft.com/office/drawing/2014/main" id="{ABB26D51-DEA0-4208-924A-A5A5F09F78DB}"/>
                </a:ext>
              </a:extLst>
            </p:cNvPr>
            <p:cNvSpPr>
              <a:spLocks noChangeArrowheads="1"/>
            </p:cNvSpPr>
            <p:nvPr/>
          </p:nvSpPr>
          <p:spPr bwMode="auto">
            <a:xfrm>
              <a:off x="2544" y="2736"/>
              <a:ext cx="960" cy="528"/>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17423" name="Text Box 14">
              <a:extLst>
                <a:ext uri="{FF2B5EF4-FFF2-40B4-BE49-F238E27FC236}">
                  <a16:creationId xmlns:a16="http://schemas.microsoft.com/office/drawing/2014/main" id="{0FCBDF1B-3D7B-47E4-8292-EC78FD37A7F2}"/>
                </a:ext>
              </a:extLst>
            </p:cNvPr>
            <p:cNvSpPr txBox="1">
              <a:spLocks noChangeArrowheads="1"/>
            </p:cNvSpPr>
            <p:nvPr/>
          </p:nvSpPr>
          <p:spPr bwMode="auto">
            <a:xfrm>
              <a:off x="2544" y="2784"/>
              <a:ext cx="96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Lược đồ quan hệ</a:t>
              </a:r>
            </a:p>
          </p:txBody>
        </p:sp>
      </p:grpSp>
      <p:grpSp>
        <p:nvGrpSpPr>
          <p:cNvPr id="17416" name="Group 19">
            <a:extLst>
              <a:ext uri="{FF2B5EF4-FFF2-40B4-BE49-F238E27FC236}">
                <a16:creationId xmlns:a16="http://schemas.microsoft.com/office/drawing/2014/main" id="{4C2E6FC8-5BD5-4010-BEAD-6F2EF32D29C8}"/>
              </a:ext>
            </a:extLst>
          </p:cNvPr>
          <p:cNvGrpSpPr>
            <a:grpSpLocks/>
          </p:cNvGrpSpPr>
          <p:nvPr/>
        </p:nvGrpSpPr>
        <p:grpSpPr bwMode="auto">
          <a:xfrm>
            <a:off x="6934200" y="2895600"/>
            <a:ext cx="1524000" cy="838200"/>
            <a:chOff x="3792" y="2736"/>
            <a:chExt cx="960" cy="528"/>
          </a:xfrm>
        </p:grpSpPr>
        <p:sp>
          <p:nvSpPr>
            <p:cNvPr id="17420" name="Rectangle 15">
              <a:extLst>
                <a:ext uri="{FF2B5EF4-FFF2-40B4-BE49-F238E27FC236}">
                  <a16:creationId xmlns:a16="http://schemas.microsoft.com/office/drawing/2014/main" id="{A5CFCCA9-902E-42B5-9A28-E293CC657C8C}"/>
                </a:ext>
              </a:extLst>
            </p:cNvPr>
            <p:cNvSpPr>
              <a:spLocks noChangeArrowheads="1"/>
            </p:cNvSpPr>
            <p:nvPr/>
          </p:nvSpPr>
          <p:spPr bwMode="auto">
            <a:xfrm>
              <a:off x="3792" y="2736"/>
              <a:ext cx="960" cy="528"/>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17421" name="Text Box 16">
              <a:extLst>
                <a:ext uri="{FF2B5EF4-FFF2-40B4-BE49-F238E27FC236}">
                  <a16:creationId xmlns:a16="http://schemas.microsoft.com/office/drawing/2014/main" id="{1B2D0D00-2DB4-4240-AD9C-C7E367C94A53}"/>
                </a:ext>
              </a:extLst>
            </p:cNvPr>
            <p:cNvSpPr txBox="1">
              <a:spLocks noChangeArrowheads="1"/>
            </p:cNvSpPr>
            <p:nvPr/>
          </p:nvSpPr>
          <p:spPr bwMode="auto">
            <a:xfrm>
              <a:off x="3792" y="2784"/>
              <a:ext cx="96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HQT CSDL quan hệ</a:t>
              </a:r>
            </a:p>
          </p:txBody>
        </p:sp>
      </p:grpSp>
      <p:sp>
        <p:nvSpPr>
          <p:cNvPr id="17417" name="Line 21">
            <a:extLst>
              <a:ext uri="{FF2B5EF4-FFF2-40B4-BE49-F238E27FC236}">
                <a16:creationId xmlns:a16="http://schemas.microsoft.com/office/drawing/2014/main" id="{34BEAF00-8DB5-4157-A53F-712FF7074CC3}"/>
              </a:ext>
            </a:extLst>
          </p:cNvPr>
          <p:cNvSpPr>
            <a:spLocks noChangeShapeType="1"/>
          </p:cNvSpPr>
          <p:nvPr/>
        </p:nvSpPr>
        <p:spPr bwMode="auto">
          <a:xfrm>
            <a:off x="3733800" y="3352800"/>
            <a:ext cx="838200"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7418" name="Line 22">
            <a:extLst>
              <a:ext uri="{FF2B5EF4-FFF2-40B4-BE49-F238E27FC236}">
                <a16:creationId xmlns:a16="http://schemas.microsoft.com/office/drawing/2014/main" id="{BB711281-3089-4C88-BA92-6A21F1D8F07B}"/>
              </a:ext>
            </a:extLst>
          </p:cNvPr>
          <p:cNvSpPr>
            <a:spLocks noChangeShapeType="1"/>
          </p:cNvSpPr>
          <p:nvPr/>
        </p:nvSpPr>
        <p:spPr bwMode="auto">
          <a:xfrm>
            <a:off x="6096000" y="3352800"/>
            <a:ext cx="838200"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7419" name="Line 23">
            <a:extLst>
              <a:ext uri="{FF2B5EF4-FFF2-40B4-BE49-F238E27FC236}">
                <a16:creationId xmlns:a16="http://schemas.microsoft.com/office/drawing/2014/main" id="{304D0420-E453-4616-B0D1-77010C6EF759}"/>
              </a:ext>
            </a:extLst>
          </p:cNvPr>
          <p:cNvSpPr>
            <a:spLocks noChangeShapeType="1"/>
          </p:cNvSpPr>
          <p:nvPr/>
        </p:nvSpPr>
        <p:spPr bwMode="auto">
          <a:xfrm>
            <a:off x="1371600" y="3352800"/>
            <a:ext cx="838200"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38267"/>
                                        </p:tgtEl>
                                        <p:attrNameLst>
                                          <p:attrName>style.visibility</p:attrName>
                                        </p:attrNameLst>
                                      </p:cBhvr>
                                      <p:to>
                                        <p:strVal val="visible"/>
                                      </p:to>
                                    </p:set>
                                    <p:anim calcmode="lin" valueType="num">
                                      <p:cBhvr>
                                        <p:cTn id="7" dur="500" fill="hold"/>
                                        <p:tgtEl>
                                          <p:spTgt spid="138267"/>
                                        </p:tgtEl>
                                        <p:attrNameLst>
                                          <p:attrName>ppt_w</p:attrName>
                                        </p:attrNameLst>
                                      </p:cBhvr>
                                      <p:tavLst>
                                        <p:tav tm="0">
                                          <p:val>
                                            <p:fltVal val="0"/>
                                          </p:val>
                                        </p:tav>
                                        <p:tav tm="100000">
                                          <p:val>
                                            <p:strVal val="#ppt_w"/>
                                          </p:val>
                                        </p:tav>
                                      </p:tavLst>
                                    </p:anim>
                                    <p:anim calcmode="lin" valueType="num">
                                      <p:cBhvr>
                                        <p:cTn id="8" dur="500" fill="hold"/>
                                        <p:tgtEl>
                                          <p:spTgt spid="13826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6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Date Placeholder 3">
            <a:extLst>
              <a:ext uri="{FF2B5EF4-FFF2-40B4-BE49-F238E27FC236}">
                <a16:creationId xmlns:a16="http://schemas.microsoft.com/office/drawing/2014/main" id="{690DD11A-1270-4B87-B90B-EC5D80C9AD5A}"/>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19458" name="Slide Number Placeholder 5">
            <a:extLst>
              <a:ext uri="{FF2B5EF4-FFF2-40B4-BE49-F238E27FC236}">
                <a16:creationId xmlns:a16="http://schemas.microsoft.com/office/drawing/2014/main" id="{407D9FAD-5621-4504-B25D-7E938199BCF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4190F041-7853-4A3E-9377-49A9A0AE8FE7}" type="slidenum">
              <a:rPr lang="en-US" altLang="en-US">
                <a:latin typeface="Arial" panose="020B0604020202020204" pitchFamily="34" charset="0"/>
              </a:rPr>
              <a:pPr/>
              <a:t>4</a:t>
            </a:fld>
            <a:endParaRPr lang="en-US" altLang="en-US">
              <a:latin typeface="Arial" panose="020B0604020202020204" pitchFamily="34" charset="0"/>
            </a:endParaRPr>
          </a:p>
        </p:txBody>
      </p:sp>
      <p:grpSp>
        <p:nvGrpSpPr>
          <p:cNvPr id="242749" name="Group 61">
            <a:extLst>
              <a:ext uri="{FF2B5EF4-FFF2-40B4-BE49-F238E27FC236}">
                <a16:creationId xmlns:a16="http://schemas.microsoft.com/office/drawing/2014/main" id="{85AFCAEC-2CD5-433F-9B17-969032DF3004}"/>
              </a:ext>
            </a:extLst>
          </p:cNvPr>
          <p:cNvGrpSpPr>
            <a:grpSpLocks/>
          </p:cNvGrpSpPr>
          <p:nvPr/>
        </p:nvGrpSpPr>
        <p:grpSpPr bwMode="auto">
          <a:xfrm>
            <a:off x="457200" y="4495800"/>
            <a:ext cx="8458200" cy="1981200"/>
            <a:chOff x="288" y="2784"/>
            <a:chExt cx="5328" cy="1296"/>
          </a:xfrm>
        </p:grpSpPr>
        <p:sp>
          <p:nvSpPr>
            <p:cNvPr id="19495" name="Rectangle 50">
              <a:extLst>
                <a:ext uri="{FF2B5EF4-FFF2-40B4-BE49-F238E27FC236}">
                  <a16:creationId xmlns:a16="http://schemas.microsoft.com/office/drawing/2014/main" id="{E14D5FB0-8BC8-49A0-A081-771CD35E183D}"/>
                </a:ext>
              </a:extLst>
            </p:cNvPr>
            <p:cNvSpPr>
              <a:spLocks noChangeArrowheads="1"/>
            </p:cNvSpPr>
            <p:nvPr/>
          </p:nvSpPr>
          <p:spPr bwMode="auto">
            <a:xfrm>
              <a:off x="288" y="2784"/>
              <a:ext cx="5328" cy="1296"/>
            </a:xfrm>
            <a:prstGeom prst="rect">
              <a:avLst/>
            </a:prstGeom>
            <a:solidFill>
              <a:srgbClr val="FF99CC">
                <a:alpha val="54901"/>
              </a:srgbClr>
            </a:solidFill>
            <a:ln w="12700" algn="ctr">
              <a:solidFill>
                <a:srgbClr val="FF99CC">
                  <a:alpha val="54901"/>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19496" name="Text Box 58">
              <a:extLst>
                <a:ext uri="{FF2B5EF4-FFF2-40B4-BE49-F238E27FC236}">
                  <a16:creationId xmlns:a16="http://schemas.microsoft.com/office/drawing/2014/main" id="{A5DD8388-28B8-4FE1-8E30-0D3096974C5F}"/>
                </a:ext>
              </a:extLst>
            </p:cNvPr>
            <p:cNvSpPr txBox="1">
              <a:spLocks noChangeArrowheads="1"/>
            </p:cNvSpPr>
            <p:nvPr/>
          </p:nvSpPr>
          <p:spPr bwMode="auto">
            <a:xfrm>
              <a:off x="4608" y="2861"/>
              <a:ext cx="960" cy="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50000"/>
                </a:spcBef>
              </a:pPr>
              <a:r>
                <a:rPr lang="en-US" altLang="en-US"/>
                <a:t>Phụ thuộc HQT cụ thể</a:t>
              </a:r>
            </a:p>
          </p:txBody>
        </p:sp>
      </p:grpSp>
      <p:grpSp>
        <p:nvGrpSpPr>
          <p:cNvPr id="242748" name="Group 60">
            <a:extLst>
              <a:ext uri="{FF2B5EF4-FFF2-40B4-BE49-F238E27FC236}">
                <a16:creationId xmlns:a16="http://schemas.microsoft.com/office/drawing/2014/main" id="{8CB268FF-8D35-4083-B649-47DE4C3953DD}"/>
              </a:ext>
            </a:extLst>
          </p:cNvPr>
          <p:cNvGrpSpPr>
            <a:grpSpLocks/>
          </p:cNvGrpSpPr>
          <p:nvPr/>
        </p:nvGrpSpPr>
        <p:grpSpPr bwMode="auto">
          <a:xfrm>
            <a:off x="457200" y="990600"/>
            <a:ext cx="8458200" cy="3505200"/>
            <a:chOff x="288" y="624"/>
            <a:chExt cx="5328" cy="2160"/>
          </a:xfrm>
        </p:grpSpPr>
        <p:sp>
          <p:nvSpPr>
            <p:cNvPr id="19493" name="Rectangle 49">
              <a:extLst>
                <a:ext uri="{FF2B5EF4-FFF2-40B4-BE49-F238E27FC236}">
                  <a16:creationId xmlns:a16="http://schemas.microsoft.com/office/drawing/2014/main" id="{CBC343C6-1824-4EEB-99AB-8458A085BF27}"/>
                </a:ext>
              </a:extLst>
            </p:cNvPr>
            <p:cNvSpPr>
              <a:spLocks noChangeArrowheads="1"/>
            </p:cNvSpPr>
            <p:nvPr/>
          </p:nvSpPr>
          <p:spPr bwMode="auto">
            <a:xfrm>
              <a:off x="288" y="624"/>
              <a:ext cx="5328" cy="2160"/>
            </a:xfrm>
            <a:prstGeom prst="rect">
              <a:avLst/>
            </a:prstGeom>
            <a:solidFill>
              <a:srgbClr val="99CCFF">
                <a:alpha val="54901"/>
              </a:srgbClr>
            </a:solidFill>
            <a:ln w="12700" algn="ctr">
              <a:solidFill>
                <a:srgbClr val="99CCFF">
                  <a:alpha val="54901"/>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19494" name="Text Box 57">
              <a:extLst>
                <a:ext uri="{FF2B5EF4-FFF2-40B4-BE49-F238E27FC236}">
                  <a16:creationId xmlns:a16="http://schemas.microsoft.com/office/drawing/2014/main" id="{C1CE2CBF-6E8D-4989-A0B4-E8549AE13DA7}"/>
                </a:ext>
              </a:extLst>
            </p:cNvPr>
            <p:cNvSpPr txBox="1">
              <a:spLocks noChangeArrowheads="1"/>
            </p:cNvSpPr>
            <p:nvPr/>
          </p:nvSpPr>
          <p:spPr bwMode="auto">
            <a:xfrm>
              <a:off x="4512" y="2505"/>
              <a:ext cx="1056" cy="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50000"/>
                </a:spcBef>
              </a:pPr>
              <a:r>
                <a:rPr lang="en-US" altLang="en-US"/>
                <a:t>Độc lập HQT</a:t>
              </a:r>
            </a:p>
          </p:txBody>
        </p:sp>
      </p:grpSp>
      <p:sp>
        <p:nvSpPr>
          <p:cNvPr id="19461" name="Rectangle 2">
            <a:extLst>
              <a:ext uri="{FF2B5EF4-FFF2-40B4-BE49-F238E27FC236}">
                <a16:creationId xmlns:a16="http://schemas.microsoft.com/office/drawing/2014/main" id="{7D033F4E-0E95-4254-BD46-01FEDF11CD66}"/>
              </a:ext>
            </a:extLst>
          </p:cNvPr>
          <p:cNvSpPr>
            <a:spLocks noGrp="1" noChangeArrowheads="1"/>
          </p:cNvSpPr>
          <p:nvPr>
            <p:ph type="title"/>
          </p:nvPr>
        </p:nvSpPr>
        <p:spPr>
          <a:xfrm>
            <a:off x="457200" y="354013"/>
            <a:ext cx="8229600" cy="620712"/>
          </a:xfrm>
        </p:spPr>
        <p:txBody>
          <a:bodyPr/>
          <a:lstStyle/>
          <a:p>
            <a:pPr eaLnBrk="1" hangingPunct="1"/>
            <a:r>
              <a:rPr lang="en-US" altLang="en-US" sz="3500"/>
              <a:t>Quá trình thiết kế CSDL (tt)</a:t>
            </a:r>
          </a:p>
        </p:txBody>
      </p:sp>
      <p:grpSp>
        <p:nvGrpSpPr>
          <p:cNvPr id="19462" name="Group 55">
            <a:extLst>
              <a:ext uri="{FF2B5EF4-FFF2-40B4-BE49-F238E27FC236}">
                <a16:creationId xmlns:a16="http://schemas.microsoft.com/office/drawing/2014/main" id="{99590F04-010F-429E-9354-0D359C2F4504}"/>
              </a:ext>
            </a:extLst>
          </p:cNvPr>
          <p:cNvGrpSpPr>
            <a:grpSpLocks/>
          </p:cNvGrpSpPr>
          <p:nvPr/>
        </p:nvGrpSpPr>
        <p:grpSpPr bwMode="auto">
          <a:xfrm>
            <a:off x="1143000" y="1066800"/>
            <a:ext cx="2362200" cy="5257800"/>
            <a:chOff x="288" y="672"/>
            <a:chExt cx="1488" cy="3312"/>
          </a:xfrm>
        </p:grpSpPr>
        <p:sp>
          <p:nvSpPr>
            <p:cNvPr id="19476" name="AutoShape 17">
              <a:extLst>
                <a:ext uri="{FF2B5EF4-FFF2-40B4-BE49-F238E27FC236}">
                  <a16:creationId xmlns:a16="http://schemas.microsoft.com/office/drawing/2014/main" id="{E04877A8-E159-4485-B71C-A6EA2AD6C6C4}"/>
                </a:ext>
              </a:extLst>
            </p:cNvPr>
            <p:cNvSpPr>
              <a:spLocks noChangeArrowheads="1"/>
            </p:cNvSpPr>
            <p:nvPr/>
          </p:nvSpPr>
          <p:spPr bwMode="auto">
            <a:xfrm>
              <a:off x="528" y="672"/>
              <a:ext cx="912" cy="480"/>
            </a:xfrm>
            <a:prstGeom prst="cloudCallout">
              <a:avLst>
                <a:gd name="adj1" fmla="val 45287"/>
                <a:gd name="adj2" fmla="val -15000"/>
              </a:avLst>
            </a:prstGeom>
            <a:solidFill>
              <a:srgbClr val="99CC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Thế giới thực</a:t>
              </a:r>
            </a:p>
          </p:txBody>
        </p:sp>
        <p:sp>
          <p:nvSpPr>
            <p:cNvPr id="19477" name="Text Box 20">
              <a:extLst>
                <a:ext uri="{FF2B5EF4-FFF2-40B4-BE49-F238E27FC236}">
                  <a16:creationId xmlns:a16="http://schemas.microsoft.com/office/drawing/2014/main" id="{A09E129E-EECD-4856-8008-0B4A6B0C406A}"/>
                </a:ext>
              </a:extLst>
            </p:cNvPr>
            <p:cNvSpPr txBox="1">
              <a:spLocks noChangeArrowheads="1"/>
            </p:cNvSpPr>
            <p:nvPr/>
          </p:nvSpPr>
          <p:spPr bwMode="auto">
            <a:xfrm>
              <a:off x="336" y="1249"/>
              <a:ext cx="1344"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Phân tích yêu cầu</a:t>
              </a:r>
            </a:p>
          </p:txBody>
        </p:sp>
        <p:sp>
          <p:nvSpPr>
            <p:cNvPr id="19478" name="Text Box 21">
              <a:extLst>
                <a:ext uri="{FF2B5EF4-FFF2-40B4-BE49-F238E27FC236}">
                  <a16:creationId xmlns:a16="http://schemas.microsoft.com/office/drawing/2014/main" id="{F194C848-D239-4767-99FF-B5B0BA25D294}"/>
                </a:ext>
              </a:extLst>
            </p:cNvPr>
            <p:cNvSpPr txBox="1">
              <a:spLocks noChangeArrowheads="1"/>
            </p:cNvSpPr>
            <p:nvPr/>
          </p:nvSpPr>
          <p:spPr bwMode="auto">
            <a:xfrm>
              <a:off x="288" y="1969"/>
              <a:ext cx="1488"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Phân tích quan niệm</a:t>
              </a:r>
            </a:p>
          </p:txBody>
        </p:sp>
        <p:sp>
          <p:nvSpPr>
            <p:cNvPr id="19479" name="Text Box 22">
              <a:extLst>
                <a:ext uri="{FF2B5EF4-FFF2-40B4-BE49-F238E27FC236}">
                  <a16:creationId xmlns:a16="http://schemas.microsoft.com/office/drawing/2014/main" id="{816ECC41-53E7-4C82-BB5A-284532AF044E}"/>
                </a:ext>
              </a:extLst>
            </p:cNvPr>
            <p:cNvSpPr txBox="1">
              <a:spLocks noChangeArrowheads="1"/>
            </p:cNvSpPr>
            <p:nvPr/>
          </p:nvSpPr>
          <p:spPr bwMode="auto">
            <a:xfrm>
              <a:off x="288" y="2689"/>
              <a:ext cx="1488"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Thiết kế mức logic</a:t>
              </a:r>
            </a:p>
          </p:txBody>
        </p:sp>
        <p:sp>
          <p:nvSpPr>
            <p:cNvPr id="19480" name="Text Box 23">
              <a:extLst>
                <a:ext uri="{FF2B5EF4-FFF2-40B4-BE49-F238E27FC236}">
                  <a16:creationId xmlns:a16="http://schemas.microsoft.com/office/drawing/2014/main" id="{36512DBE-2316-4569-842D-99F0C4D24192}"/>
                </a:ext>
              </a:extLst>
            </p:cNvPr>
            <p:cNvSpPr txBox="1">
              <a:spLocks noChangeArrowheads="1"/>
            </p:cNvSpPr>
            <p:nvPr/>
          </p:nvSpPr>
          <p:spPr bwMode="auto">
            <a:xfrm>
              <a:off x="288" y="3408"/>
              <a:ext cx="1488"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Thiết kế mức vật lý</a:t>
              </a:r>
            </a:p>
          </p:txBody>
        </p:sp>
        <p:sp>
          <p:nvSpPr>
            <p:cNvPr id="19481" name="Line 24">
              <a:extLst>
                <a:ext uri="{FF2B5EF4-FFF2-40B4-BE49-F238E27FC236}">
                  <a16:creationId xmlns:a16="http://schemas.microsoft.com/office/drawing/2014/main" id="{9DB84761-8B27-4A99-806A-B1D17FA81083}"/>
                </a:ext>
              </a:extLst>
            </p:cNvPr>
            <p:cNvSpPr>
              <a:spLocks noChangeShapeType="1"/>
            </p:cNvSpPr>
            <p:nvPr/>
          </p:nvSpPr>
          <p:spPr bwMode="auto">
            <a:xfrm>
              <a:off x="1008" y="1104"/>
              <a:ext cx="0" cy="1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9482" name="Text Box 25">
              <a:extLst>
                <a:ext uri="{FF2B5EF4-FFF2-40B4-BE49-F238E27FC236}">
                  <a16:creationId xmlns:a16="http://schemas.microsoft.com/office/drawing/2014/main" id="{6D24C760-3505-4623-B583-44071FC66D47}"/>
                </a:ext>
              </a:extLst>
            </p:cNvPr>
            <p:cNvSpPr txBox="1">
              <a:spLocks noChangeArrowheads="1"/>
            </p:cNvSpPr>
            <p:nvPr/>
          </p:nvSpPr>
          <p:spPr bwMode="auto">
            <a:xfrm>
              <a:off x="336" y="1632"/>
              <a:ext cx="134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Các yêu cầu về dữ liệu</a:t>
              </a:r>
            </a:p>
          </p:txBody>
        </p:sp>
        <p:sp>
          <p:nvSpPr>
            <p:cNvPr id="19483" name="Line 26">
              <a:extLst>
                <a:ext uri="{FF2B5EF4-FFF2-40B4-BE49-F238E27FC236}">
                  <a16:creationId xmlns:a16="http://schemas.microsoft.com/office/drawing/2014/main" id="{D6B84F4D-D3C2-4780-B25E-E75E86554B25}"/>
                </a:ext>
              </a:extLst>
            </p:cNvPr>
            <p:cNvSpPr>
              <a:spLocks noChangeShapeType="1"/>
            </p:cNvSpPr>
            <p:nvPr/>
          </p:nvSpPr>
          <p:spPr bwMode="auto">
            <a:xfrm>
              <a:off x="1008" y="1488"/>
              <a:ext cx="0" cy="1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9484" name="Line 27">
              <a:extLst>
                <a:ext uri="{FF2B5EF4-FFF2-40B4-BE49-F238E27FC236}">
                  <a16:creationId xmlns:a16="http://schemas.microsoft.com/office/drawing/2014/main" id="{E8535773-443E-4A5B-900D-5C0E5553E70B}"/>
                </a:ext>
              </a:extLst>
            </p:cNvPr>
            <p:cNvSpPr>
              <a:spLocks noChangeShapeType="1"/>
            </p:cNvSpPr>
            <p:nvPr/>
          </p:nvSpPr>
          <p:spPr bwMode="auto">
            <a:xfrm>
              <a:off x="1008" y="1824"/>
              <a:ext cx="0" cy="1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9485" name="Text Box 28">
              <a:extLst>
                <a:ext uri="{FF2B5EF4-FFF2-40B4-BE49-F238E27FC236}">
                  <a16:creationId xmlns:a16="http://schemas.microsoft.com/office/drawing/2014/main" id="{20A88C42-701B-4584-90DF-1B049EA13206}"/>
                </a:ext>
              </a:extLst>
            </p:cNvPr>
            <p:cNvSpPr txBox="1">
              <a:spLocks noChangeArrowheads="1"/>
            </p:cNvSpPr>
            <p:nvPr/>
          </p:nvSpPr>
          <p:spPr bwMode="auto">
            <a:xfrm>
              <a:off x="336" y="2352"/>
              <a:ext cx="134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Lược đồ quan niệm</a:t>
              </a:r>
            </a:p>
          </p:txBody>
        </p:sp>
        <p:sp>
          <p:nvSpPr>
            <p:cNvPr id="19486" name="Line 29">
              <a:extLst>
                <a:ext uri="{FF2B5EF4-FFF2-40B4-BE49-F238E27FC236}">
                  <a16:creationId xmlns:a16="http://schemas.microsoft.com/office/drawing/2014/main" id="{AB45FFB2-DE26-4998-B810-DD3AD06BD7F8}"/>
                </a:ext>
              </a:extLst>
            </p:cNvPr>
            <p:cNvSpPr>
              <a:spLocks noChangeShapeType="1"/>
            </p:cNvSpPr>
            <p:nvPr/>
          </p:nvSpPr>
          <p:spPr bwMode="auto">
            <a:xfrm>
              <a:off x="1008" y="2208"/>
              <a:ext cx="0" cy="1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9487" name="Line 30">
              <a:extLst>
                <a:ext uri="{FF2B5EF4-FFF2-40B4-BE49-F238E27FC236}">
                  <a16:creationId xmlns:a16="http://schemas.microsoft.com/office/drawing/2014/main" id="{04C94152-97E6-4E3B-B6B0-565F357F7B9A}"/>
                </a:ext>
              </a:extLst>
            </p:cNvPr>
            <p:cNvSpPr>
              <a:spLocks noChangeShapeType="1"/>
            </p:cNvSpPr>
            <p:nvPr/>
          </p:nvSpPr>
          <p:spPr bwMode="auto">
            <a:xfrm>
              <a:off x="1008" y="2544"/>
              <a:ext cx="0" cy="1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9488" name="Line 31">
              <a:extLst>
                <a:ext uri="{FF2B5EF4-FFF2-40B4-BE49-F238E27FC236}">
                  <a16:creationId xmlns:a16="http://schemas.microsoft.com/office/drawing/2014/main" id="{B5627EF9-5014-4527-AE73-7FCF8D04D5A5}"/>
                </a:ext>
              </a:extLst>
            </p:cNvPr>
            <p:cNvSpPr>
              <a:spLocks noChangeShapeType="1"/>
            </p:cNvSpPr>
            <p:nvPr/>
          </p:nvSpPr>
          <p:spPr bwMode="auto">
            <a:xfrm>
              <a:off x="1008" y="2928"/>
              <a:ext cx="0" cy="1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9489" name="Line 32">
              <a:extLst>
                <a:ext uri="{FF2B5EF4-FFF2-40B4-BE49-F238E27FC236}">
                  <a16:creationId xmlns:a16="http://schemas.microsoft.com/office/drawing/2014/main" id="{4EEBAD13-DA72-4D07-A11A-8220A3EC3972}"/>
                </a:ext>
              </a:extLst>
            </p:cNvPr>
            <p:cNvSpPr>
              <a:spLocks noChangeShapeType="1"/>
            </p:cNvSpPr>
            <p:nvPr/>
          </p:nvSpPr>
          <p:spPr bwMode="auto">
            <a:xfrm>
              <a:off x="1008" y="3264"/>
              <a:ext cx="0" cy="1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9490" name="Text Box 33">
              <a:extLst>
                <a:ext uri="{FF2B5EF4-FFF2-40B4-BE49-F238E27FC236}">
                  <a16:creationId xmlns:a16="http://schemas.microsoft.com/office/drawing/2014/main" id="{C2AC7E7F-ED89-4ECD-B8EB-49AE42C4299C}"/>
                </a:ext>
              </a:extLst>
            </p:cNvPr>
            <p:cNvSpPr txBox="1">
              <a:spLocks noChangeArrowheads="1"/>
            </p:cNvSpPr>
            <p:nvPr/>
          </p:nvSpPr>
          <p:spPr bwMode="auto">
            <a:xfrm>
              <a:off x="336" y="3072"/>
              <a:ext cx="134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Lược đồ logic</a:t>
              </a:r>
            </a:p>
          </p:txBody>
        </p:sp>
        <p:sp>
          <p:nvSpPr>
            <p:cNvPr id="19491" name="Text Box 34">
              <a:extLst>
                <a:ext uri="{FF2B5EF4-FFF2-40B4-BE49-F238E27FC236}">
                  <a16:creationId xmlns:a16="http://schemas.microsoft.com/office/drawing/2014/main" id="{1F0B939E-79A8-4505-BDF2-53B1B60BD914}"/>
                </a:ext>
              </a:extLst>
            </p:cNvPr>
            <p:cNvSpPr txBox="1">
              <a:spLocks noChangeArrowheads="1"/>
            </p:cNvSpPr>
            <p:nvPr/>
          </p:nvSpPr>
          <p:spPr bwMode="auto">
            <a:xfrm>
              <a:off x="336" y="3792"/>
              <a:ext cx="134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Lược đồ trong</a:t>
              </a:r>
            </a:p>
          </p:txBody>
        </p:sp>
        <p:sp>
          <p:nvSpPr>
            <p:cNvPr id="19492" name="Line 35">
              <a:extLst>
                <a:ext uri="{FF2B5EF4-FFF2-40B4-BE49-F238E27FC236}">
                  <a16:creationId xmlns:a16="http://schemas.microsoft.com/office/drawing/2014/main" id="{74C8B704-943F-4E01-99CF-BD475DDF298F}"/>
                </a:ext>
              </a:extLst>
            </p:cNvPr>
            <p:cNvSpPr>
              <a:spLocks noChangeShapeType="1"/>
            </p:cNvSpPr>
            <p:nvPr/>
          </p:nvSpPr>
          <p:spPr bwMode="auto">
            <a:xfrm>
              <a:off x="1008" y="3648"/>
              <a:ext cx="0" cy="1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grpSp>
        <p:nvGrpSpPr>
          <p:cNvPr id="242744" name="Group 56">
            <a:extLst>
              <a:ext uri="{FF2B5EF4-FFF2-40B4-BE49-F238E27FC236}">
                <a16:creationId xmlns:a16="http://schemas.microsoft.com/office/drawing/2014/main" id="{73C3029E-56F2-40C7-9B52-9D520E2C3FCC}"/>
              </a:ext>
            </a:extLst>
          </p:cNvPr>
          <p:cNvGrpSpPr>
            <a:grpSpLocks/>
          </p:cNvGrpSpPr>
          <p:nvPr/>
        </p:nvGrpSpPr>
        <p:grpSpPr bwMode="auto">
          <a:xfrm>
            <a:off x="2971800" y="1447800"/>
            <a:ext cx="4191000" cy="4876800"/>
            <a:chOff x="1440" y="912"/>
            <a:chExt cx="2640" cy="3072"/>
          </a:xfrm>
        </p:grpSpPr>
        <p:sp>
          <p:nvSpPr>
            <p:cNvPr id="19464" name="Line 36">
              <a:extLst>
                <a:ext uri="{FF2B5EF4-FFF2-40B4-BE49-F238E27FC236}">
                  <a16:creationId xmlns:a16="http://schemas.microsoft.com/office/drawing/2014/main" id="{48BF1D72-52BC-491F-B955-8443C2ACB9AF}"/>
                </a:ext>
              </a:extLst>
            </p:cNvPr>
            <p:cNvSpPr>
              <a:spLocks noChangeShapeType="1"/>
            </p:cNvSpPr>
            <p:nvPr/>
          </p:nvSpPr>
          <p:spPr bwMode="auto">
            <a:xfrm>
              <a:off x="1584" y="3888"/>
              <a:ext cx="81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9465" name="Text Box 37">
              <a:extLst>
                <a:ext uri="{FF2B5EF4-FFF2-40B4-BE49-F238E27FC236}">
                  <a16:creationId xmlns:a16="http://schemas.microsoft.com/office/drawing/2014/main" id="{3FECCC2B-0BF6-4DEF-BAF0-4CABD723B19F}"/>
                </a:ext>
              </a:extLst>
            </p:cNvPr>
            <p:cNvSpPr txBox="1">
              <a:spLocks noChangeArrowheads="1"/>
            </p:cNvSpPr>
            <p:nvPr/>
          </p:nvSpPr>
          <p:spPr bwMode="auto">
            <a:xfrm>
              <a:off x="2448" y="3745"/>
              <a:ext cx="1632"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Chương trình ứng dụng</a:t>
              </a:r>
            </a:p>
          </p:txBody>
        </p:sp>
        <p:sp>
          <p:nvSpPr>
            <p:cNvPr id="19466" name="Text Box 38">
              <a:extLst>
                <a:ext uri="{FF2B5EF4-FFF2-40B4-BE49-F238E27FC236}">
                  <a16:creationId xmlns:a16="http://schemas.microsoft.com/office/drawing/2014/main" id="{8090204C-892C-486C-B59E-33F5F73C91CC}"/>
                </a:ext>
              </a:extLst>
            </p:cNvPr>
            <p:cNvSpPr txBox="1">
              <a:spLocks noChangeArrowheads="1"/>
            </p:cNvSpPr>
            <p:nvPr/>
          </p:nvSpPr>
          <p:spPr bwMode="auto">
            <a:xfrm>
              <a:off x="2448" y="3044"/>
              <a:ext cx="1632" cy="412"/>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Thiết kế </a:t>
              </a:r>
              <a:br>
                <a:rPr lang="en-US" altLang="en-US"/>
              </a:br>
              <a:r>
                <a:rPr lang="en-US" altLang="en-US"/>
                <a:t>chương trình ứng dụng</a:t>
              </a:r>
            </a:p>
          </p:txBody>
        </p:sp>
        <p:sp>
          <p:nvSpPr>
            <p:cNvPr id="19467" name="Text Box 39">
              <a:extLst>
                <a:ext uri="{FF2B5EF4-FFF2-40B4-BE49-F238E27FC236}">
                  <a16:creationId xmlns:a16="http://schemas.microsoft.com/office/drawing/2014/main" id="{18A0AAEF-B657-4779-8FD5-68582CD30F2A}"/>
                </a:ext>
              </a:extLst>
            </p:cNvPr>
            <p:cNvSpPr txBox="1">
              <a:spLocks noChangeArrowheads="1"/>
            </p:cNvSpPr>
            <p:nvPr/>
          </p:nvSpPr>
          <p:spPr bwMode="auto">
            <a:xfrm>
              <a:off x="2400" y="1729"/>
              <a:ext cx="1632"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Phân tích chức năng</a:t>
              </a:r>
            </a:p>
          </p:txBody>
        </p:sp>
        <p:sp>
          <p:nvSpPr>
            <p:cNvPr id="19468" name="Text Box 40">
              <a:extLst>
                <a:ext uri="{FF2B5EF4-FFF2-40B4-BE49-F238E27FC236}">
                  <a16:creationId xmlns:a16="http://schemas.microsoft.com/office/drawing/2014/main" id="{4CA3CF02-85C4-4150-9BE7-C7BF57E53B1E}"/>
                </a:ext>
              </a:extLst>
            </p:cNvPr>
            <p:cNvSpPr txBox="1">
              <a:spLocks noChangeArrowheads="1"/>
            </p:cNvSpPr>
            <p:nvPr/>
          </p:nvSpPr>
          <p:spPr bwMode="auto">
            <a:xfrm>
              <a:off x="2448" y="1296"/>
              <a:ext cx="15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Các yêu cầu về chức năng</a:t>
              </a:r>
            </a:p>
          </p:txBody>
        </p:sp>
        <p:sp>
          <p:nvSpPr>
            <p:cNvPr id="19469" name="Text Box 41">
              <a:extLst>
                <a:ext uri="{FF2B5EF4-FFF2-40B4-BE49-F238E27FC236}">
                  <a16:creationId xmlns:a16="http://schemas.microsoft.com/office/drawing/2014/main" id="{3E792BAC-9330-4788-BF53-9E80420007E8}"/>
                </a:ext>
              </a:extLst>
            </p:cNvPr>
            <p:cNvSpPr txBox="1">
              <a:spLocks noChangeArrowheads="1"/>
            </p:cNvSpPr>
            <p:nvPr/>
          </p:nvSpPr>
          <p:spPr bwMode="auto">
            <a:xfrm>
              <a:off x="2448" y="2208"/>
              <a:ext cx="15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Các đặc tả chức năng</a:t>
              </a:r>
            </a:p>
          </p:txBody>
        </p:sp>
        <p:sp>
          <p:nvSpPr>
            <p:cNvPr id="19470" name="Line 42">
              <a:extLst>
                <a:ext uri="{FF2B5EF4-FFF2-40B4-BE49-F238E27FC236}">
                  <a16:creationId xmlns:a16="http://schemas.microsoft.com/office/drawing/2014/main" id="{7E646A4B-3C9F-4736-A88C-95040FD8FEC3}"/>
                </a:ext>
              </a:extLst>
            </p:cNvPr>
            <p:cNvSpPr>
              <a:spLocks noChangeShapeType="1"/>
            </p:cNvSpPr>
            <p:nvPr/>
          </p:nvSpPr>
          <p:spPr bwMode="auto">
            <a:xfrm>
              <a:off x="1440" y="912"/>
              <a:ext cx="1104" cy="43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9471" name="Line 43">
              <a:extLst>
                <a:ext uri="{FF2B5EF4-FFF2-40B4-BE49-F238E27FC236}">
                  <a16:creationId xmlns:a16="http://schemas.microsoft.com/office/drawing/2014/main" id="{ACD8AE30-44D2-4D01-8390-8FFE1B7C0023}"/>
                </a:ext>
              </a:extLst>
            </p:cNvPr>
            <p:cNvSpPr>
              <a:spLocks noChangeShapeType="1"/>
            </p:cNvSpPr>
            <p:nvPr/>
          </p:nvSpPr>
          <p:spPr bwMode="auto">
            <a:xfrm>
              <a:off x="3216" y="1488"/>
              <a:ext cx="0" cy="24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9472" name="Line 44">
              <a:extLst>
                <a:ext uri="{FF2B5EF4-FFF2-40B4-BE49-F238E27FC236}">
                  <a16:creationId xmlns:a16="http://schemas.microsoft.com/office/drawing/2014/main" id="{86B3C482-C4EC-4F57-B17D-86C7C2100EDA}"/>
                </a:ext>
              </a:extLst>
            </p:cNvPr>
            <p:cNvSpPr>
              <a:spLocks noChangeShapeType="1"/>
            </p:cNvSpPr>
            <p:nvPr/>
          </p:nvSpPr>
          <p:spPr bwMode="auto">
            <a:xfrm>
              <a:off x="3216" y="1968"/>
              <a:ext cx="0" cy="24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9473" name="Line 46">
              <a:extLst>
                <a:ext uri="{FF2B5EF4-FFF2-40B4-BE49-F238E27FC236}">
                  <a16:creationId xmlns:a16="http://schemas.microsoft.com/office/drawing/2014/main" id="{60D8CFF1-DA6D-4C76-90A5-7369B30CF235}"/>
                </a:ext>
              </a:extLst>
            </p:cNvPr>
            <p:cNvSpPr>
              <a:spLocks noChangeShapeType="1"/>
            </p:cNvSpPr>
            <p:nvPr/>
          </p:nvSpPr>
          <p:spPr bwMode="auto">
            <a:xfrm>
              <a:off x="3216" y="3456"/>
              <a:ext cx="0" cy="2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9474" name="Line 47">
              <a:extLst>
                <a:ext uri="{FF2B5EF4-FFF2-40B4-BE49-F238E27FC236}">
                  <a16:creationId xmlns:a16="http://schemas.microsoft.com/office/drawing/2014/main" id="{722037A4-9B74-4D4D-AFAD-1FCB2C4C1801}"/>
                </a:ext>
              </a:extLst>
            </p:cNvPr>
            <p:cNvSpPr>
              <a:spLocks noChangeShapeType="1"/>
            </p:cNvSpPr>
            <p:nvPr/>
          </p:nvSpPr>
          <p:spPr bwMode="auto">
            <a:xfrm>
              <a:off x="3216" y="2400"/>
              <a:ext cx="0" cy="6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9475" name="Line 48">
              <a:extLst>
                <a:ext uri="{FF2B5EF4-FFF2-40B4-BE49-F238E27FC236}">
                  <a16:creationId xmlns:a16="http://schemas.microsoft.com/office/drawing/2014/main" id="{832BB414-F13F-43DB-B068-81709E456F80}"/>
                </a:ext>
              </a:extLst>
            </p:cNvPr>
            <p:cNvSpPr>
              <a:spLocks noChangeShapeType="1"/>
            </p:cNvSpPr>
            <p:nvPr/>
          </p:nvSpPr>
          <p:spPr bwMode="auto">
            <a:xfrm flipH="1">
              <a:off x="1776" y="2400"/>
              <a:ext cx="1440" cy="100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242744"/>
                                        </p:tgtEl>
                                        <p:attrNameLst>
                                          <p:attrName>style.visibility</p:attrName>
                                        </p:attrNameLst>
                                      </p:cBhvr>
                                      <p:to>
                                        <p:strVal val="visible"/>
                                      </p:to>
                                    </p:set>
                                    <p:anim calcmode="lin" valueType="num">
                                      <p:cBhvr additive="base">
                                        <p:cTn id="7" dur="500" fill="hold"/>
                                        <p:tgtEl>
                                          <p:spTgt spid="242744"/>
                                        </p:tgtEl>
                                        <p:attrNameLst>
                                          <p:attrName>ppt_x</p:attrName>
                                        </p:attrNameLst>
                                      </p:cBhvr>
                                      <p:tavLst>
                                        <p:tav tm="0">
                                          <p:val>
                                            <p:strVal val="1+#ppt_w/2"/>
                                          </p:val>
                                        </p:tav>
                                        <p:tav tm="100000">
                                          <p:val>
                                            <p:strVal val="#ppt_x"/>
                                          </p:val>
                                        </p:tav>
                                      </p:tavLst>
                                    </p:anim>
                                    <p:anim calcmode="lin" valueType="num">
                                      <p:cBhvr additive="base">
                                        <p:cTn id="8" dur="500" fill="hold"/>
                                        <p:tgtEl>
                                          <p:spTgt spid="24274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42748"/>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427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1D18707-4D18-4F1A-8AAE-56A928B443FA}"/>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21506" name="Slide Number Placeholder 5">
            <a:extLst>
              <a:ext uri="{FF2B5EF4-FFF2-40B4-BE49-F238E27FC236}">
                <a16:creationId xmlns:a16="http://schemas.microsoft.com/office/drawing/2014/main" id="{1C50F505-39D9-4324-BF1D-7166CAB5C16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D497FB30-EA7B-4A74-90DE-1D9DDB448F05}" type="slidenum">
              <a:rPr lang="en-US" altLang="en-US">
                <a:latin typeface="Arial" panose="020B0604020202020204" pitchFamily="34" charset="0"/>
              </a:rPr>
              <a:pPr/>
              <a:t>5</a:t>
            </a:fld>
            <a:endParaRPr lang="en-US" altLang="en-US">
              <a:latin typeface="Arial" panose="020B0604020202020204" pitchFamily="34" charset="0"/>
            </a:endParaRPr>
          </a:p>
        </p:txBody>
      </p:sp>
      <p:sp>
        <p:nvSpPr>
          <p:cNvPr id="21507" name="Rectangle 2">
            <a:extLst>
              <a:ext uri="{FF2B5EF4-FFF2-40B4-BE49-F238E27FC236}">
                <a16:creationId xmlns:a16="http://schemas.microsoft.com/office/drawing/2014/main" id="{1A938845-482C-4532-B3AF-5646551CA545}"/>
              </a:ext>
            </a:extLst>
          </p:cNvPr>
          <p:cNvSpPr>
            <a:spLocks noGrp="1" noChangeArrowheads="1"/>
          </p:cNvSpPr>
          <p:nvPr>
            <p:ph type="title"/>
          </p:nvPr>
        </p:nvSpPr>
        <p:spPr>
          <a:xfrm>
            <a:off x="457200" y="354013"/>
            <a:ext cx="8229600" cy="620712"/>
          </a:xfrm>
        </p:spPr>
        <p:txBody>
          <a:bodyPr/>
          <a:lstStyle/>
          <a:p>
            <a:pPr eaLnBrk="1" hangingPunct="1"/>
            <a:r>
              <a:rPr lang="en-US" altLang="en-US" sz="3500"/>
              <a:t>Nội dung chi tiết</a:t>
            </a:r>
          </a:p>
        </p:txBody>
      </p:sp>
      <p:sp>
        <p:nvSpPr>
          <p:cNvPr id="21508" name="Rectangle 3">
            <a:extLst>
              <a:ext uri="{FF2B5EF4-FFF2-40B4-BE49-F238E27FC236}">
                <a16:creationId xmlns:a16="http://schemas.microsoft.com/office/drawing/2014/main" id="{D489E1DA-4426-4EBB-BEE5-3454D91B11B8}"/>
              </a:ext>
            </a:extLst>
          </p:cNvPr>
          <p:cNvSpPr>
            <a:spLocks noGrp="1" noChangeArrowheads="1"/>
          </p:cNvSpPr>
          <p:nvPr>
            <p:ph type="body" idx="1"/>
          </p:nvPr>
        </p:nvSpPr>
        <p:spPr>
          <a:xfrm>
            <a:off x="457200" y="1295400"/>
            <a:ext cx="8229600" cy="4835525"/>
          </a:xfrm>
        </p:spPr>
        <p:txBody>
          <a:bodyPr/>
          <a:lstStyle/>
          <a:p>
            <a:pPr eaLnBrk="1" hangingPunct="1"/>
            <a:r>
              <a:rPr lang="en-US" altLang="en-US">
                <a:solidFill>
                  <a:srgbClr val="777777"/>
                </a:solidFill>
              </a:rPr>
              <a:t>Quá trình thiết kế CSDL</a:t>
            </a:r>
          </a:p>
          <a:p>
            <a:pPr eaLnBrk="1" hangingPunct="1"/>
            <a:r>
              <a:rPr lang="en-US" altLang="en-US" b="1"/>
              <a:t>Mô hình thực thể - kết hợp</a:t>
            </a:r>
          </a:p>
          <a:p>
            <a:pPr lvl="1" eaLnBrk="1" hangingPunct="1"/>
            <a:r>
              <a:rPr lang="en-US" altLang="en-US"/>
              <a:t>Thực thể</a:t>
            </a:r>
          </a:p>
          <a:p>
            <a:pPr lvl="1" eaLnBrk="1" hangingPunct="1"/>
            <a:r>
              <a:rPr lang="en-US" altLang="en-US"/>
              <a:t>Thuộc tính</a:t>
            </a:r>
          </a:p>
          <a:p>
            <a:pPr lvl="1" eaLnBrk="1" hangingPunct="1"/>
            <a:r>
              <a:rPr lang="en-US" altLang="en-US"/>
              <a:t>Mối kết hợp</a:t>
            </a:r>
          </a:p>
          <a:p>
            <a:pPr lvl="1" eaLnBrk="1" hangingPunct="1"/>
            <a:r>
              <a:rPr lang="en-US" altLang="en-US"/>
              <a:t>Lược đồ thực thể - kết hợp</a:t>
            </a:r>
          </a:p>
          <a:p>
            <a:pPr lvl="1" eaLnBrk="1" hangingPunct="1"/>
            <a:r>
              <a:rPr lang="en-US" altLang="en-US"/>
              <a:t>Thực thể yếu</a:t>
            </a:r>
          </a:p>
          <a:p>
            <a:pPr eaLnBrk="1" hangingPunct="1"/>
            <a:r>
              <a:rPr lang="en-US" altLang="en-US">
                <a:solidFill>
                  <a:srgbClr val="777777"/>
                </a:solidFill>
              </a:rPr>
              <a:t>Thiết</a:t>
            </a:r>
            <a:r>
              <a:rPr lang="en-US" altLang="en-US"/>
              <a:t> </a:t>
            </a:r>
            <a:r>
              <a:rPr lang="en-US" altLang="en-US">
                <a:solidFill>
                  <a:srgbClr val="777777"/>
                </a:solidFill>
              </a:rPr>
              <a:t>kế</a:t>
            </a:r>
          </a:p>
          <a:p>
            <a:pPr eaLnBrk="1" hangingPunct="1"/>
            <a:r>
              <a:rPr lang="en-US" altLang="en-US">
                <a:solidFill>
                  <a:srgbClr val="777777"/>
                </a:solidFill>
              </a:rPr>
              <a:t>Ví dụ</a:t>
            </a:r>
          </a:p>
          <a:p>
            <a:pPr eaLnBrk="1" hangingPunct="1"/>
            <a:endParaRPr lang="en-US" altLang="en-US">
              <a:solidFill>
                <a:srgbClr val="777777"/>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E31D89B-D6C1-483A-BC20-1AEDE411F90A}"/>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23554" name="Slide Number Placeholder 5">
            <a:extLst>
              <a:ext uri="{FF2B5EF4-FFF2-40B4-BE49-F238E27FC236}">
                <a16:creationId xmlns:a16="http://schemas.microsoft.com/office/drawing/2014/main" id="{F46F62F6-FC3E-43EF-B57F-68BEDF50F01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7F5656CE-200D-4624-B9B8-72A40B302D16}" type="slidenum">
              <a:rPr lang="en-US" altLang="en-US">
                <a:latin typeface="Arial" panose="020B0604020202020204" pitchFamily="34" charset="0"/>
              </a:rPr>
              <a:pPr/>
              <a:t>6</a:t>
            </a:fld>
            <a:endParaRPr lang="en-US" altLang="en-US">
              <a:latin typeface="Arial" panose="020B0604020202020204" pitchFamily="34" charset="0"/>
            </a:endParaRPr>
          </a:p>
        </p:txBody>
      </p:sp>
      <p:sp>
        <p:nvSpPr>
          <p:cNvPr id="23555" name="Rectangle 2">
            <a:extLst>
              <a:ext uri="{FF2B5EF4-FFF2-40B4-BE49-F238E27FC236}">
                <a16:creationId xmlns:a16="http://schemas.microsoft.com/office/drawing/2014/main" id="{F8ECFF9B-8AFA-45D4-9696-570CB8C1B554}"/>
              </a:ext>
            </a:extLst>
          </p:cNvPr>
          <p:cNvSpPr>
            <a:spLocks noGrp="1" noChangeArrowheads="1"/>
          </p:cNvSpPr>
          <p:nvPr>
            <p:ph type="title"/>
          </p:nvPr>
        </p:nvSpPr>
        <p:spPr>
          <a:xfrm>
            <a:off x="457200" y="354013"/>
            <a:ext cx="8229600" cy="620712"/>
          </a:xfrm>
        </p:spPr>
        <p:txBody>
          <a:bodyPr/>
          <a:lstStyle/>
          <a:p>
            <a:pPr eaLnBrk="1" hangingPunct="1"/>
            <a:r>
              <a:rPr lang="en-US" altLang="en-US" sz="3500"/>
              <a:t>Mô hình thực thể kết hợp</a:t>
            </a:r>
          </a:p>
        </p:txBody>
      </p:sp>
      <p:sp>
        <p:nvSpPr>
          <p:cNvPr id="23556" name="Rectangle 3">
            <a:extLst>
              <a:ext uri="{FF2B5EF4-FFF2-40B4-BE49-F238E27FC236}">
                <a16:creationId xmlns:a16="http://schemas.microsoft.com/office/drawing/2014/main" id="{B163B25D-87CF-492A-A152-ACB11D32BF84}"/>
              </a:ext>
            </a:extLst>
          </p:cNvPr>
          <p:cNvSpPr>
            <a:spLocks noGrp="1" noChangeArrowheads="1"/>
          </p:cNvSpPr>
          <p:nvPr>
            <p:ph type="body" idx="1"/>
          </p:nvPr>
        </p:nvSpPr>
        <p:spPr>
          <a:xfrm>
            <a:off x="457200" y="1295400"/>
            <a:ext cx="8229600" cy="4835525"/>
          </a:xfrm>
        </p:spPr>
        <p:txBody>
          <a:bodyPr/>
          <a:lstStyle/>
          <a:p>
            <a:pPr eaLnBrk="1" hangingPunct="1"/>
            <a:r>
              <a:rPr lang="en-US" altLang="en-US" dirty="0" err="1"/>
              <a:t>Được</a:t>
            </a:r>
            <a:r>
              <a:rPr lang="en-US" altLang="en-US" dirty="0"/>
              <a:t> </a:t>
            </a:r>
            <a:r>
              <a:rPr lang="en-US" altLang="en-US" dirty="0" err="1"/>
              <a:t>dùng</a:t>
            </a:r>
            <a:r>
              <a:rPr lang="en-US" altLang="en-US" dirty="0"/>
              <a:t> </a:t>
            </a:r>
            <a:r>
              <a:rPr lang="en-US" altLang="en-US" dirty="0" err="1"/>
              <a:t>để</a:t>
            </a:r>
            <a:r>
              <a:rPr lang="en-US" altLang="en-US" dirty="0"/>
              <a:t> </a:t>
            </a:r>
            <a:r>
              <a:rPr lang="en-US" altLang="en-US" dirty="0" err="1">
                <a:highlight>
                  <a:srgbClr val="FFFF00"/>
                </a:highlight>
              </a:rPr>
              <a:t>thiết</a:t>
            </a:r>
            <a:r>
              <a:rPr lang="en-US" altLang="en-US" dirty="0">
                <a:highlight>
                  <a:srgbClr val="FFFF00"/>
                </a:highlight>
              </a:rPr>
              <a:t> </a:t>
            </a:r>
            <a:r>
              <a:rPr lang="en-US" altLang="en-US" dirty="0" err="1">
                <a:highlight>
                  <a:srgbClr val="FFFF00"/>
                </a:highlight>
              </a:rPr>
              <a:t>kế</a:t>
            </a:r>
            <a:r>
              <a:rPr lang="en-US" altLang="en-US" dirty="0">
                <a:highlight>
                  <a:srgbClr val="FFFF00"/>
                </a:highlight>
              </a:rPr>
              <a:t> CSDL ở </a:t>
            </a:r>
            <a:r>
              <a:rPr lang="en-US" altLang="en-US" dirty="0" err="1">
                <a:highlight>
                  <a:srgbClr val="FFFF00"/>
                </a:highlight>
              </a:rPr>
              <a:t>mức</a:t>
            </a:r>
            <a:r>
              <a:rPr lang="en-US" altLang="en-US" dirty="0">
                <a:highlight>
                  <a:srgbClr val="FFFF00"/>
                </a:highlight>
              </a:rPr>
              <a:t> </a:t>
            </a:r>
            <a:r>
              <a:rPr lang="en-US" altLang="en-US" dirty="0" err="1">
                <a:highlight>
                  <a:srgbClr val="FFFF00"/>
                </a:highlight>
              </a:rPr>
              <a:t>quan</a:t>
            </a:r>
            <a:r>
              <a:rPr lang="en-US" altLang="en-US" dirty="0">
                <a:highlight>
                  <a:srgbClr val="FFFF00"/>
                </a:highlight>
              </a:rPr>
              <a:t> </a:t>
            </a:r>
            <a:r>
              <a:rPr lang="en-US" altLang="en-US" dirty="0" err="1">
                <a:highlight>
                  <a:srgbClr val="FFFF00"/>
                </a:highlight>
              </a:rPr>
              <a:t>niệm</a:t>
            </a:r>
            <a:endParaRPr lang="en-US" altLang="en-US" dirty="0">
              <a:highlight>
                <a:srgbClr val="FFFF00"/>
              </a:highlight>
            </a:endParaRPr>
          </a:p>
          <a:p>
            <a:pPr eaLnBrk="1" hangingPunct="1"/>
            <a:r>
              <a:rPr lang="en-US" altLang="en-US" dirty="0" err="1"/>
              <a:t>Biểu</a:t>
            </a:r>
            <a:r>
              <a:rPr lang="en-US" altLang="en-US" dirty="0"/>
              <a:t> </a:t>
            </a:r>
            <a:r>
              <a:rPr lang="en-US" altLang="en-US" dirty="0" err="1"/>
              <a:t>diễn</a:t>
            </a:r>
            <a:r>
              <a:rPr lang="en-US" altLang="en-US" dirty="0"/>
              <a:t> </a:t>
            </a:r>
            <a:r>
              <a:rPr lang="en-US" altLang="en-US" u="sng" dirty="0" err="1"/>
              <a:t>trừu</a:t>
            </a:r>
            <a:r>
              <a:rPr lang="en-US" altLang="en-US" u="sng" dirty="0"/>
              <a:t> </a:t>
            </a:r>
            <a:r>
              <a:rPr lang="en-US" altLang="en-US" u="sng" dirty="0" err="1"/>
              <a:t>tượng</a:t>
            </a:r>
            <a:r>
              <a:rPr lang="en-US" altLang="en-US" dirty="0"/>
              <a:t> </a:t>
            </a:r>
            <a:r>
              <a:rPr lang="en-US" altLang="en-US" dirty="0" err="1"/>
              <a:t>cấu</a:t>
            </a:r>
            <a:r>
              <a:rPr lang="en-US" altLang="en-US" dirty="0"/>
              <a:t> </a:t>
            </a:r>
            <a:r>
              <a:rPr lang="en-US" altLang="en-US" dirty="0" err="1"/>
              <a:t>trúc</a:t>
            </a:r>
            <a:r>
              <a:rPr lang="en-US" altLang="en-US" dirty="0"/>
              <a:t> </a:t>
            </a:r>
            <a:r>
              <a:rPr lang="en-US" altLang="en-US" dirty="0" err="1"/>
              <a:t>của</a:t>
            </a:r>
            <a:r>
              <a:rPr lang="en-US" altLang="en-US" dirty="0"/>
              <a:t> CSDL </a:t>
            </a:r>
          </a:p>
          <a:p>
            <a:pPr algn="l" eaLnBrk="1" hangingPunct="1"/>
            <a:r>
              <a:rPr lang="en-US" altLang="en-US" dirty="0" err="1"/>
              <a:t>Lược</a:t>
            </a:r>
            <a:r>
              <a:rPr lang="en-US" altLang="en-US" dirty="0"/>
              <a:t> </a:t>
            </a:r>
            <a:r>
              <a:rPr lang="en-US" altLang="en-US" dirty="0" err="1"/>
              <a:t>đồ</a:t>
            </a:r>
            <a:r>
              <a:rPr lang="en-US" altLang="en-US" dirty="0"/>
              <a:t> </a:t>
            </a:r>
            <a:r>
              <a:rPr lang="en-US" altLang="en-US" dirty="0" err="1"/>
              <a:t>thực</a:t>
            </a:r>
            <a:r>
              <a:rPr lang="en-US" altLang="en-US" dirty="0"/>
              <a:t> </a:t>
            </a:r>
            <a:r>
              <a:rPr lang="en-US" altLang="en-US" dirty="0" err="1"/>
              <a:t>thể</a:t>
            </a:r>
            <a:r>
              <a:rPr lang="en-US" altLang="en-US" dirty="0"/>
              <a:t> - </a:t>
            </a:r>
            <a:r>
              <a:rPr lang="en-US" altLang="en-US" dirty="0" err="1"/>
              <a:t>kết</a:t>
            </a:r>
            <a:r>
              <a:rPr lang="en-US" altLang="en-US" dirty="0"/>
              <a:t> </a:t>
            </a:r>
            <a:r>
              <a:rPr lang="en-US" altLang="en-US" dirty="0" err="1"/>
              <a:t>hợp</a:t>
            </a:r>
            <a:r>
              <a:rPr lang="en-US" altLang="en-US" dirty="0"/>
              <a:t> </a:t>
            </a:r>
            <a:br>
              <a:rPr lang="en-US" altLang="en-US" dirty="0"/>
            </a:br>
            <a:r>
              <a:rPr lang="en-US" altLang="en-US" dirty="0"/>
              <a:t>(Entity-Relationship Diagram)</a:t>
            </a:r>
            <a:endParaRPr lang="en-US" altLang="en-US" u="sng" dirty="0"/>
          </a:p>
          <a:p>
            <a:pPr lvl="1" eaLnBrk="1" hangingPunct="1"/>
            <a:r>
              <a:rPr lang="en-US" altLang="en-US" b="1" i="1" dirty="0" err="1"/>
              <a:t>Tập</a:t>
            </a:r>
            <a:r>
              <a:rPr lang="en-US" altLang="en-US" b="1" i="1" dirty="0"/>
              <a:t> </a:t>
            </a:r>
            <a:r>
              <a:rPr lang="en-US" altLang="en-US" b="1" i="1" dirty="0" err="1"/>
              <a:t>thực</a:t>
            </a:r>
            <a:r>
              <a:rPr lang="en-US" altLang="en-US" b="1" i="1" dirty="0"/>
              <a:t> </a:t>
            </a:r>
            <a:r>
              <a:rPr lang="en-US" altLang="en-US" b="1" i="1" dirty="0" err="1"/>
              <a:t>thể</a:t>
            </a:r>
            <a:r>
              <a:rPr lang="en-US" altLang="en-US" b="1" i="1" dirty="0"/>
              <a:t> (Entity Sets)</a:t>
            </a:r>
          </a:p>
          <a:p>
            <a:pPr lvl="1" eaLnBrk="1" hangingPunct="1"/>
            <a:r>
              <a:rPr lang="en-US" altLang="en-US" b="1" i="1" dirty="0" err="1"/>
              <a:t>Thuộc</a:t>
            </a:r>
            <a:r>
              <a:rPr lang="en-US" altLang="en-US" b="1" i="1" dirty="0"/>
              <a:t> </a:t>
            </a:r>
            <a:r>
              <a:rPr lang="en-US" altLang="en-US" b="1" i="1" dirty="0" err="1"/>
              <a:t>tính</a:t>
            </a:r>
            <a:r>
              <a:rPr lang="en-US" altLang="en-US" b="1" i="1" dirty="0"/>
              <a:t> (Attributes)</a:t>
            </a:r>
          </a:p>
          <a:p>
            <a:pPr lvl="1" eaLnBrk="1" hangingPunct="1"/>
            <a:r>
              <a:rPr lang="en-US" altLang="en-US" b="1" i="1" dirty="0" err="1"/>
              <a:t>Mối</a:t>
            </a:r>
            <a:r>
              <a:rPr lang="en-US" altLang="en-US" b="1" i="1" dirty="0"/>
              <a:t> </a:t>
            </a:r>
            <a:r>
              <a:rPr lang="en-US" altLang="en-US" b="1" i="1" dirty="0" err="1"/>
              <a:t>quan</a:t>
            </a:r>
            <a:r>
              <a:rPr lang="en-US" altLang="en-US" b="1" i="1" dirty="0"/>
              <a:t> </a:t>
            </a:r>
            <a:r>
              <a:rPr lang="en-US" altLang="en-US" b="1" i="1" dirty="0" err="1"/>
              <a:t>hệ</a:t>
            </a:r>
            <a:r>
              <a:rPr lang="en-US" altLang="en-US" b="1" i="1" dirty="0"/>
              <a:t> (Relationship</a:t>
            </a:r>
            <a:r>
              <a:rPr lang="en-US" altLang="en-US" i="1"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15D309CA-BC25-4091-A68E-B388985EC95A}"/>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25602" name="Slide Number Placeholder 5">
            <a:extLst>
              <a:ext uri="{FF2B5EF4-FFF2-40B4-BE49-F238E27FC236}">
                <a16:creationId xmlns:a16="http://schemas.microsoft.com/office/drawing/2014/main" id="{D90CDD84-1D63-45F3-BA8D-FB4BBDDDF96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9E197215-4C3C-4B1A-94B9-648E1047E4B7}" type="slidenum">
              <a:rPr lang="en-US" altLang="en-US">
                <a:latin typeface="Arial" panose="020B0604020202020204" pitchFamily="34" charset="0"/>
              </a:rPr>
              <a:pPr/>
              <a:t>7</a:t>
            </a:fld>
            <a:endParaRPr lang="en-US" altLang="en-US">
              <a:latin typeface="Arial" panose="020B0604020202020204" pitchFamily="34" charset="0"/>
            </a:endParaRPr>
          </a:p>
        </p:txBody>
      </p:sp>
      <p:sp>
        <p:nvSpPr>
          <p:cNvPr id="25603" name="Rectangle 2">
            <a:extLst>
              <a:ext uri="{FF2B5EF4-FFF2-40B4-BE49-F238E27FC236}">
                <a16:creationId xmlns:a16="http://schemas.microsoft.com/office/drawing/2014/main" id="{DF3271C8-D849-4FFE-946D-5E92596F5CDC}"/>
              </a:ext>
            </a:extLst>
          </p:cNvPr>
          <p:cNvSpPr>
            <a:spLocks noGrp="1" noChangeArrowheads="1"/>
          </p:cNvSpPr>
          <p:nvPr>
            <p:ph type="title"/>
          </p:nvPr>
        </p:nvSpPr>
        <p:spPr>
          <a:xfrm>
            <a:off x="457200" y="354013"/>
            <a:ext cx="8229600" cy="620712"/>
          </a:xfrm>
        </p:spPr>
        <p:txBody>
          <a:bodyPr/>
          <a:lstStyle/>
          <a:p>
            <a:pPr eaLnBrk="1" hangingPunct="1"/>
            <a:r>
              <a:rPr lang="en-US" altLang="en-US" sz="3500"/>
              <a:t>Tập thực thể</a:t>
            </a:r>
          </a:p>
        </p:txBody>
      </p:sp>
      <p:sp>
        <p:nvSpPr>
          <p:cNvPr id="25604" name="Rectangle 3">
            <a:extLst>
              <a:ext uri="{FF2B5EF4-FFF2-40B4-BE49-F238E27FC236}">
                <a16:creationId xmlns:a16="http://schemas.microsoft.com/office/drawing/2014/main" id="{F5D2A934-23E3-4328-83FE-DA0B5EB261D7}"/>
              </a:ext>
            </a:extLst>
          </p:cNvPr>
          <p:cNvSpPr>
            <a:spLocks noGrp="1" noChangeArrowheads="1"/>
          </p:cNvSpPr>
          <p:nvPr>
            <p:ph type="body" idx="1"/>
          </p:nvPr>
        </p:nvSpPr>
        <p:spPr>
          <a:xfrm>
            <a:off x="457200" y="1295400"/>
            <a:ext cx="8229600" cy="4835525"/>
          </a:xfrm>
        </p:spPr>
        <p:txBody>
          <a:bodyPr/>
          <a:lstStyle/>
          <a:p>
            <a:pPr eaLnBrk="1" hangingPunct="1"/>
            <a:r>
              <a:rPr lang="en-US" altLang="en-US"/>
              <a:t>Một </a:t>
            </a:r>
            <a:r>
              <a:rPr lang="en-US" altLang="en-US" u="sng"/>
              <a:t>thực thể</a:t>
            </a:r>
            <a:r>
              <a:rPr lang="en-US" altLang="en-US"/>
              <a:t> là một đối tượng của thế giới thực</a:t>
            </a:r>
          </a:p>
          <a:p>
            <a:pPr eaLnBrk="1" hangingPunct="1"/>
            <a:r>
              <a:rPr lang="en-US" altLang="en-US"/>
              <a:t>Tập hợp các thực thể giống nhau tạo thành 1 </a:t>
            </a:r>
            <a:r>
              <a:rPr lang="en-US" altLang="en-US" u="sng"/>
              <a:t>tập thực thể</a:t>
            </a:r>
          </a:p>
          <a:p>
            <a:pPr eaLnBrk="1" hangingPunct="1"/>
            <a:endParaRPr lang="en-US" altLang="en-US"/>
          </a:p>
          <a:p>
            <a:pPr eaLnBrk="1" hangingPunct="1"/>
            <a:r>
              <a:rPr lang="en-US" altLang="en-US"/>
              <a:t>Chú ý</a:t>
            </a:r>
          </a:p>
          <a:p>
            <a:pPr lvl="1" eaLnBrk="1" hangingPunct="1"/>
            <a:r>
              <a:rPr lang="en-US" altLang="en-US"/>
              <a:t>Thực thể (Entity) </a:t>
            </a:r>
          </a:p>
          <a:p>
            <a:pPr lvl="1" eaLnBrk="1" hangingPunct="1"/>
            <a:r>
              <a:rPr lang="en-US" altLang="en-US"/>
              <a:t>Đối tượng (Object)</a:t>
            </a:r>
          </a:p>
          <a:p>
            <a:pPr lvl="1" eaLnBrk="1" hangingPunct="1"/>
            <a:endParaRPr lang="en-US" altLang="en-US"/>
          </a:p>
          <a:p>
            <a:pPr lvl="1" eaLnBrk="1" hangingPunct="1"/>
            <a:r>
              <a:rPr lang="en-US" altLang="en-US"/>
              <a:t>Tập thực thể (Entity set) </a:t>
            </a:r>
          </a:p>
          <a:p>
            <a:pPr lvl="1" eaLnBrk="1" hangingPunct="1"/>
            <a:r>
              <a:rPr lang="en-US" altLang="en-US"/>
              <a:t>Lớp đối tượng (Class of objects)</a:t>
            </a:r>
          </a:p>
          <a:p>
            <a:pPr eaLnBrk="1" hangingPunct="1"/>
            <a:endParaRPr lang="en-US" altLang="en-US"/>
          </a:p>
        </p:txBody>
      </p:sp>
      <p:sp>
        <p:nvSpPr>
          <p:cNvPr id="25605" name="Text Box 5">
            <a:extLst>
              <a:ext uri="{FF2B5EF4-FFF2-40B4-BE49-F238E27FC236}">
                <a16:creationId xmlns:a16="http://schemas.microsoft.com/office/drawing/2014/main" id="{E1741F6B-23CF-4BFC-BE8B-561D9000F9ED}"/>
              </a:ext>
            </a:extLst>
          </p:cNvPr>
          <p:cNvSpPr txBox="1">
            <a:spLocks noChangeArrowheads="1"/>
          </p:cNvSpPr>
          <p:nvPr/>
        </p:nvSpPr>
        <p:spPr bwMode="auto">
          <a:xfrm>
            <a:off x="5791200" y="3886200"/>
            <a:ext cx="2590800" cy="379413"/>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b="1"/>
              <a:t>Cấu trúc của dữ liệu</a:t>
            </a:r>
          </a:p>
        </p:txBody>
      </p:sp>
      <p:sp>
        <p:nvSpPr>
          <p:cNvPr id="25606" name="Text Box 6">
            <a:extLst>
              <a:ext uri="{FF2B5EF4-FFF2-40B4-BE49-F238E27FC236}">
                <a16:creationId xmlns:a16="http://schemas.microsoft.com/office/drawing/2014/main" id="{883F786E-5FC5-450B-842B-AB84F43A4DD2}"/>
              </a:ext>
            </a:extLst>
          </p:cNvPr>
          <p:cNvSpPr txBox="1">
            <a:spLocks noChangeArrowheads="1"/>
          </p:cNvSpPr>
          <p:nvPr/>
        </p:nvSpPr>
        <p:spPr bwMode="auto">
          <a:xfrm>
            <a:off x="5791200" y="4800600"/>
            <a:ext cx="2667000" cy="379413"/>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b="1"/>
              <a:t>Thao tác trên dữ liệu</a:t>
            </a:r>
          </a:p>
        </p:txBody>
      </p:sp>
      <p:grpSp>
        <p:nvGrpSpPr>
          <p:cNvPr id="248841" name="Group 9">
            <a:extLst>
              <a:ext uri="{FF2B5EF4-FFF2-40B4-BE49-F238E27FC236}">
                <a16:creationId xmlns:a16="http://schemas.microsoft.com/office/drawing/2014/main" id="{60FBB225-7C17-4EB5-9128-E9C57BCCDB83}"/>
              </a:ext>
            </a:extLst>
          </p:cNvPr>
          <p:cNvGrpSpPr>
            <a:grpSpLocks/>
          </p:cNvGrpSpPr>
          <p:nvPr/>
        </p:nvGrpSpPr>
        <p:grpSpPr bwMode="auto">
          <a:xfrm>
            <a:off x="6553200" y="4495800"/>
            <a:ext cx="1179513" cy="939800"/>
            <a:chOff x="1753" y="2000"/>
            <a:chExt cx="1359" cy="938"/>
          </a:xfrm>
        </p:grpSpPr>
        <p:sp>
          <p:nvSpPr>
            <p:cNvPr id="25608" name="Freeform 10">
              <a:extLst>
                <a:ext uri="{FF2B5EF4-FFF2-40B4-BE49-F238E27FC236}">
                  <a16:creationId xmlns:a16="http://schemas.microsoft.com/office/drawing/2014/main" id="{69F4B3E7-2892-49B7-86E4-A5651965A087}"/>
                </a:ext>
              </a:extLst>
            </p:cNvPr>
            <p:cNvSpPr>
              <a:spLocks/>
            </p:cNvSpPr>
            <p:nvPr/>
          </p:nvSpPr>
          <p:spPr bwMode="auto">
            <a:xfrm>
              <a:off x="1753" y="2000"/>
              <a:ext cx="1359" cy="851"/>
            </a:xfrm>
            <a:custGeom>
              <a:avLst/>
              <a:gdLst>
                <a:gd name="T0" fmla="*/ 0 w 1359"/>
                <a:gd name="T1" fmla="*/ 851 h 851"/>
                <a:gd name="T2" fmla="*/ 421 w 1359"/>
                <a:gd name="T3" fmla="*/ 509 h 851"/>
                <a:gd name="T4" fmla="*/ 574 w 1359"/>
                <a:gd name="T5" fmla="*/ 444 h 851"/>
                <a:gd name="T6" fmla="*/ 916 w 1359"/>
                <a:gd name="T7" fmla="*/ 262 h 851"/>
                <a:gd name="T8" fmla="*/ 1221 w 1359"/>
                <a:gd name="T9" fmla="*/ 80 h 851"/>
                <a:gd name="T10" fmla="*/ 1308 w 1359"/>
                <a:gd name="T11" fmla="*/ 29 h 851"/>
                <a:gd name="T12" fmla="*/ 1359 w 1359"/>
                <a:gd name="T13" fmla="*/ 0 h 85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59" h="851">
                  <a:moveTo>
                    <a:pt x="0" y="851"/>
                  </a:moveTo>
                  <a:cubicBezTo>
                    <a:pt x="91" y="708"/>
                    <a:pt x="273" y="585"/>
                    <a:pt x="421" y="509"/>
                  </a:cubicBezTo>
                  <a:cubicBezTo>
                    <a:pt x="467" y="485"/>
                    <a:pt x="530" y="471"/>
                    <a:pt x="574" y="444"/>
                  </a:cubicBezTo>
                  <a:cubicBezTo>
                    <a:pt x="684" y="377"/>
                    <a:pt x="802" y="323"/>
                    <a:pt x="916" y="262"/>
                  </a:cubicBezTo>
                  <a:cubicBezTo>
                    <a:pt x="1021" y="206"/>
                    <a:pt x="1117" y="137"/>
                    <a:pt x="1221" y="80"/>
                  </a:cubicBezTo>
                  <a:cubicBezTo>
                    <a:pt x="1250" y="64"/>
                    <a:pt x="1279" y="46"/>
                    <a:pt x="1308" y="29"/>
                  </a:cubicBezTo>
                  <a:cubicBezTo>
                    <a:pt x="1325" y="19"/>
                    <a:pt x="1359" y="0"/>
                    <a:pt x="1359" y="0"/>
                  </a:cubicBezTo>
                </a:path>
              </a:pathLst>
            </a:custGeom>
            <a:noFill/>
            <a:ln w="38100" cap="flat" cmpd="sng">
              <a:solidFill>
                <a:srgbClr val="CC0000"/>
              </a:solidFill>
              <a:prstDash val="solid"/>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09" name="Freeform 11">
              <a:extLst>
                <a:ext uri="{FF2B5EF4-FFF2-40B4-BE49-F238E27FC236}">
                  <a16:creationId xmlns:a16="http://schemas.microsoft.com/office/drawing/2014/main" id="{27FE5BB7-40A8-4EA4-B1F7-FDF2149AB822}"/>
                </a:ext>
              </a:extLst>
            </p:cNvPr>
            <p:cNvSpPr>
              <a:spLocks/>
            </p:cNvSpPr>
            <p:nvPr/>
          </p:nvSpPr>
          <p:spPr bwMode="auto">
            <a:xfrm>
              <a:off x="2022" y="2146"/>
              <a:ext cx="1018" cy="792"/>
            </a:xfrm>
            <a:custGeom>
              <a:avLst/>
              <a:gdLst>
                <a:gd name="T0" fmla="*/ 0 w 1018"/>
                <a:gd name="T1" fmla="*/ 0 h 792"/>
                <a:gd name="T2" fmla="*/ 167 w 1018"/>
                <a:gd name="T3" fmla="*/ 87 h 792"/>
                <a:gd name="T4" fmla="*/ 312 w 1018"/>
                <a:gd name="T5" fmla="*/ 174 h 792"/>
                <a:gd name="T6" fmla="*/ 363 w 1018"/>
                <a:gd name="T7" fmla="*/ 218 h 792"/>
                <a:gd name="T8" fmla="*/ 654 w 1018"/>
                <a:gd name="T9" fmla="*/ 458 h 792"/>
                <a:gd name="T10" fmla="*/ 749 w 1018"/>
                <a:gd name="T11" fmla="*/ 552 h 792"/>
                <a:gd name="T12" fmla="*/ 858 w 1018"/>
                <a:gd name="T13" fmla="*/ 632 h 792"/>
                <a:gd name="T14" fmla="*/ 909 w 1018"/>
                <a:gd name="T15" fmla="*/ 691 h 792"/>
                <a:gd name="T16" fmla="*/ 960 w 1018"/>
                <a:gd name="T17" fmla="*/ 727 h 792"/>
                <a:gd name="T18" fmla="*/ 1018 w 1018"/>
                <a:gd name="T19" fmla="*/ 792 h 79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18" h="792">
                  <a:moveTo>
                    <a:pt x="0" y="0"/>
                  </a:moveTo>
                  <a:cubicBezTo>
                    <a:pt x="103" y="28"/>
                    <a:pt x="87" y="33"/>
                    <a:pt x="167" y="87"/>
                  </a:cubicBezTo>
                  <a:cubicBezTo>
                    <a:pt x="213" y="118"/>
                    <a:pt x="265" y="145"/>
                    <a:pt x="312" y="174"/>
                  </a:cubicBezTo>
                  <a:cubicBezTo>
                    <a:pt x="412" y="236"/>
                    <a:pt x="278" y="158"/>
                    <a:pt x="363" y="218"/>
                  </a:cubicBezTo>
                  <a:cubicBezTo>
                    <a:pt x="466" y="291"/>
                    <a:pt x="560" y="373"/>
                    <a:pt x="654" y="458"/>
                  </a:cubicBezTo>
                  <a:cubicBezTo>
                    <a:pt x="687" y="488"/>
                    <a:pt x="713" y="526"/>
                    <a:pt x="749" y="552"/>
                  </a:cubicBezTo>
                  <a:cubicBezTo>
                    <a:pt x="785" y="579"/>
                    <a:pt x="829" y="598"/>
                    <a:pt x="858" y="632"/>
                  </a:cubicBezTo>
                  <a:cubicBezTo>
                    <a:pt x="875" y="652"/>
                    <a:pt x="890" y="673"/>
                    <a:pt x="909" y="691"/>
                  </a:cubicBezTo>
                  <a:cubicBezTo>
                    <a:pt x="924" y="705"/>
                    <a:pt x="945" y="713"/>
                    <a:pt x="960" y="727"/>
                  </a:cubicBezTo>
                  <a:cubicBezTo>
                    <a:pt x="981" y="746"/>
                    <a:pt x="997" y="772"/>
                    <a:pt x="1018" y="792"/>
                  </a:cubicBezTo>
                </a:path>
              </a:pathLst>
            </a:custGeom>
            <a:noFill/>
            <a:ln w="38100" cap="flat" cmpd="sng">
              <a:solidFill>
                <a:srgbClr val="CC0000"/>
              </a:solidFill>
              <a:prstDash val="solid"/>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88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10FE3E3-D4F7-4C56-8486-E109D584AFF3}"/>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27650" name="Slide Number Placeholder 5">
            <a:extLst>
              <a:ext uri="{FF2B5EF4-FFF2-40B4-BE49-F238E27FC236}">
                <a16:creationId xmlns:a16="http://schemas.microsoft.com/office/drawing/2014/main" id="{AE664C9E-6113-42AA-8FB4-82E860A0F98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2F89DF48-0A48-4B75-8328-DFDDAD02B5D4}" type="slidenum">
              <a:rPr lang="en-US" altLang="en-US">
                <a:latin typeface="Arial" panose="020B0604020202020204" pitchFamily="34" charset="0"/>
              </a:rPr>
              <a:pPr/>
              <a:t>8</a:t>
            </a:fld>
            <a:endParaRPr lang="en-US" altLang="en-US">
              <a:latin typeface="Arial" panose="020B0604020202020204" pitchFamily="34" charset="0"/>
            </a:endParaRPr>
          </a:p>
        </p:txBody>
      </p:sp>
      <p:sp>
        <p:nvSpPr>
          <p:cNvPr id="27651" name="Rectangle 2">
            <a:extLst>
              <a:ext uri="{FF2B5EF4-FFF2-40B4-BE49-F238E27FC236}">
                <a16:creationId xmlns:a16="http://schemas.microsoft.com/office/drawing/2014/main" id="{87AC63C0-30CD-4958-BC7A-081825A4B369}"/>
              </a:ext>
            </a:extLst>
          </p:cNvPr>
          <p:cNvSpPr>
            <a:spLocks noGrp="1" noChangeArrowheads="1"/>
          </p:cNvSpPr>
          <p:nvPr>
            <p:ph type="title"/>
          </p:nvPr>
        </p:nvSpPr>
        <p:spPr>
          <a:xfrm>
            <a:off x="457200" y="354013"/>
            <a:ext cx="8229600" cy="620712"/>
          </a:xfrm>
        </p:spPr>
        <p:txBody>
          <a:bodyPr/>
          <a:lstStyle/>
          <a:p>
            <a:pPr eaLnBrk="1" hangingPunct="1"/>
            <a:r>
              <a:rPr lang="en-US" altLang="en-US" sz="3500"/>
              <a:t>Tập thực thể (tt)</a:t>
            </a:r>
          </a:p>
        </p:txBody>
      </p:sp>
      <p:sp>
        <p:nvSpPr>
          <p:cNvPr id="27652" name="Rectangle 3">
            <a:extLst>
              <a:ext uri="{FF2B5EF4-FFF2-40B4-BE49-F238E27FC236}">
                <a16:creationId xmlns:a16="http://schemas.microsoft.com/office/drawing/2014/main" id="{D072CC95-513F-47EE-BCA2-23A61D2A45EC}"/>
              </a:ext>
            </a:extLst>
          </p:cNvPr>
          <p:cNvSpPr>
            <a:spLocks noGrp="1" noChangeArrowheads="1"/>
          </p:cNvSpPr>
          <p:nvPr>
            <p:ph type="body" idx="1"/>
          </p:nvPr>
        </p:nvSpPr>
        <p:spPr>
          <a:xfrm>
            <a:off x="457200" y="1295400"/>
            <a:ext cx="8229600" cy="4835525"/>
          </a:xfrm>
        </p:spPr>
        <p:txBody>
          <a:bodyPr/>
          <a:lstStyle/>
          <a:p>
            <a:pPr eaLnBrk="1" hangingPunct="1"/>
            <a:r>
              <a:rPr lang="en-US" altLang="en-US"/>
              <a:t>Ví dụ “Quản lý đề án công ty”</a:t>
            </a:r>
          </a:p>
          <a:p>
            <a:pPr lvl="1" eaLnBrk="1" hangingPunct="1"/>
            <a:r>
              <a:rPr lang="en-US" altLang="en-US"/>
              <a:t>Một nhân viên là </a:t>
            </a:r>
            <a:r>
              <a:rPr lang="en-US" altLang="en-US" b="1">
                <a:solidFill>
                  <a:srgbClr val="FF0000"/>
                </a:solidFill>
              </a:rPr>
              <a:t>một thực thể</a:t>
            </a:r>
          </a:p>
          <a:p>
            <a:pPr lvl="1" eaLnBrk="1" hangingPunct="1"/>
            <a:r>
              <a:rPr lang="en-US" altLang="en-US"/>
              <a:t>Tập hợp các nhân viên là </a:t>
            </a:r>
            <a:r>
              <a:rPr lang="en-US" altLang="en-US" b="1">
                <a:solidFill>
                  <a:srgbClr val="FF0000"/>
                </a:solidFill>
              </a:rPr>
              <a:t>tập thực thể</a:t>
            </a:r>
          </a:p>
          <a:p>
            <a:pPr lvl="1" eaLnBrk="1" hangingPunct="1"/>
            <a:endParaRPr lang="en-US" altLang="en-US"/>
          </a:p>
          <a:p>
            <a:pPr lvl="1" eaLnBrk="1" hangingPunct="1"/>
            <a:r>
              <a:rPr lang="en-US" altLang="en-US"/>
              <a:t>Một đề án là </a:t>
            </a:r>
            <a:r>
              <a:rPr lang="en-US" altLang="en-US" b="1">
                <a:solidFill>
                  <a:srgbClr val="FF0000"/>
                </a:solidFill>
              </a:rPr>
              <a:t>một thực thể</a:t>
            </a:r>
          </a:p>
          <a:p>
            <a:pPr lvl="1" eaLnBrk="1" hangingPunct="1"/>
            <a:r>
              <a:rPr lang="en-US" altLang="en-US"/>
              <a:t>Tập hợp các đề án là </a:t>
            </a:r>
            <a:r>
              <a:rPr lang="en-US" altLang="en-US" b="1">
                <a:solidFill>
                  <a:srgbClr val="FF0000"/>
                </a:solidFill>
              </a:rPr>
              <a:t>tập thực thể</a:t>
            </a:r>
          </a:p>
          <a:p>
            <a:pPr lvl="1" eaLnBrk="1" hangingPunct="1"/>
            <a:endParaRPr lang="en-US" altLang="en-US"/>
          </a:p>
          <a:p>
            <a:pPr lvl="1" eaLnBrk="1" hangingPunct="1"/>
            <a:r>
              <a:rPr lang="en-US" altLang="en-US"/>
              <a:t>Một phòng ban là </a:t>
            </a:r>
            <a:r>
              <a:rPr lang="en-US" altLang="en-US" b="1">
                <a:solidFill>
                  <a:srgbClr val="FF0000"/>
                </a:solidFill>
              </a:rPr>
              <a:t>một thực thể</a:t>
            </a:r>
          </a:p>
          <a:p>
            <a:pPr lvl="1" eaLnBrk="1" hangingPunct="1"/>
            <a:r>
              <a:rPr lang="en-US" altLang="en-US"/>
              <a:t>Tập hợp các phòng ban là </a:t>
            </a:r>
            <a:r>
              <a:rPr lang="en-US" altLang="en-US" b="1">
                <a:solidFill>
                  <a:srgbClr val="FF0000"/>
                </a:solidFill>
              </a:rPr>
              <a:t>tập thực thể</a:t>
            </a:r>
          </a:p>
          <a:p>
            <a:pPr eaLnBrk="1" hangingPunct="1"/>
            <a:endParaRPr lang="en-US" altLang="en-US" u="sng"/>
          </a:p>
          <a:p>
            <a:pPr eaLnBrk="1" hangingPunct="1"/>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41A35-4AB6-926A-F6AF-3243CD092BF3}"/>
              </a:ext>
            </a:extLst>
          </p:cNvPr>
          <p:cNvSpPr>
            <a:spLocks noGrp="1"/>
          </p:cNvSpPr>
          <p:nvPr>
            <p:ph type="title"/>
          </p:nvPr>
        </p:nvSpPr>
        <p:spPr/>
        <p:txBody>
          <a:bodyPr/>
          <a:lstStyle/>
          <a:p>
            <a:r>
              <a:rPr lang="en-US"/>
              <a:t>Tập thực thể - VD</a:t>
            </a:r>
          </a:p>
        </p:txBody>
      </p:sp>
      <p:sp>
        <p:nvSpPr>
          <p:cNvPr id="3" name="Content Placeholder 2">
            <a:extLst>
              <a:ext uri="{FF2B5EF4-FFF2-40B4-BE49-F238E27FC236}">
                <a16:creationId xmlns:a16="http://schemas.microsoft.com/office/drawing/2014/main" id="{516FDD8A-325F-C533-2E84-47A893999F8B}"/>
              </a:ext>
            </a:extLst>
          </p:cNvPr>
          <p:cNvSpPr>
            <a:spLocks noGrp="1"/>
          </p:cNvSpPr>
          <p:nvPr>
            <p:ph idx="1"/>
          </p:nvPr>
        </p:nvSpPr>
        <p:spPr>
          <a:xfrm>
            <a:off x="457200" y="1219200"/>
            <a:ext cx="8229600" cy="5176838"/>
          </a:xfrm>
        </p:spPr>
        <p:txBody>
          <a:bodyPr/>
          <a:lstStyle/>
          <a:p>
            <a:pPr marL="339725" lvl="1" eaLnBrk="1" hangingPunct="1"/>
            <a:r>
              <a:rPr lang="en-US" altLang="en-US" dirty="0" err="1"/>
              <a:t>Cty</a:t>
            </a:r>
            <a:r>
              <a:rPr lang="en-US" altLang="en-US" dirty="0"/>
              <a:t> </a:t>
            </a:r>
            <a:r>
              <a:rPr lang="en-US" altLang="en-US" dirty="0" err="1"/>
              <a:t>có</a:t>
            </a:r>
            <a:r>
              <a:rPr lang="en-US" altLang="en-US" dirty="0"/>
              <a:t> </a:t>
            </a:r>
            <a:r>
              <a:rPr lang="en-US" altLang="en-US" dirty="0" err="1"/>
              <a:t>nhiều</a:t>
            </a:r>
            <a:r>
              <a:rPr lang="en-US" altLang="en-US" dirty="0"/>
              <a:t> </a:t>
            </a:r>
            <a:r>
              <a:rPr lang="en-US" altLang="en-US" dirty="0" err="1"/>
              <a:t>phòng</a:t>
            </a:r>
            <a:r>
              <a:rPr lang="en-US" altLang="en-US" dirty="0"/>
              <a:t> ban, </a:t>
            </a:r>
            <a:r>
              <a:rPr lang="en-US" altLang="en-US" dirty="0" err="1"/>
              <a:t>mỗi</a:t>
            </a:r>
            <a:r>
              <a:rPr lang="en-US" altLang="en-US" dirty="0"/>
              <a:t> </a:t>
            </a:r>
            <a:r>
              <a:rPr lang="en-US" altLang="en-US" dirty="0" err="1"/>
              <a:t>phòng</a:t>
            </a:r>
            <a:r>
              <a:rPr lang="en-US" altLang="en-US" dirty="0"/>
              <a:t> ban </a:t>
            </a:r>
            <a:r>
              <a:rPr lang="en-US" altLang="en-US" dirty="0" err="1"/>
              <a:t>có</a:t>
            </a:r>
            <a:r>
              <a:rPr lang="en-US" altLang="en-US" dirty="0"/>
              <a:t> </a:t>
            </a:r>
            <a:r>
              <a:rPr lang="en-US" altLang="en-US" dirty="0" err="1"/>
              <a:t>tên</a:t>
            </a:r>
            <a:r>
              <a:rPr lang="en-US" altLang="en-US" dirty="0"/>
              <a:t> </a:t>
            </a:r>
            <a:r>
              <a:rPr lang="en-US" altLang="en-US" dirty="0" err="1"/>
              <a:t>duy</a:t>
            </a:r>
            <a:r>
              <a:rPr lang="en-US" altLang="en-US" dirty="0"/>
              <a:t> </a:t>
            </a:r>
            <a:r>
              <a:rPr lang="en-US" altLang="en-US" dirty="0" err="1"/>
              <a:t>nhất</a:t>
            </a:r>
            <a:r>
              <a:rPr lang="en-US" altLang="en-US" dirty="0"/>
              <a:t>, </a:t>
            </a:r>
            <a:r>
              <a:rPr lang="en-US" altLang="en-US" dirty="0" err="1"/>
              <a:t>mã</a:t>
            </a:r>
            <a:r>
              <a:rPr lang="en-US" altLang="en-US" dirty="0"/>
              <a:t> </a:t>
            </a:r>
            <a:r>
              <a:rPr lang="en-US" altLang="en-US" dirty="0" err="1"/>
              <a:t>phòng</a:t>
            </a:r>
            <a:r>
              <a:rPr lang="en-US" altLang="en-US" dirty="0"/>
              <a:t> </a:t>
            </a:r>
            <a:r>
              <a:rPr lang="en-US" altLang="en-US" dirty="0" err="1"/>
              <a:t>duy</a:t>
            </a:r>
            <a:r>
              <a:rPr lang="en-US" altLang="en-US" dirty="0"/>
              <a:t> </a:t>
            </a:r>
            <a:r>
              <a:rPr lang="en-US" altLang="en-US" dirty="0" err="1"/>
              <a:t>nhất</a:t>
            </a:r>
            <a:r>
              <a:rPr lang="en-US" altLang="en-US" dirty="0"/>
              <a:t>, </a:t>
            </a:r>
            <a:r>
              <a:rPr lang="en-US" altLang="en-US" dirty="0" err="1"/>
              <a:t>một</a:t>
            </a:r>
            <a:r>
              <a:rPr lang="en-US" altLang="en-US" dirty="0"/>
              <a:t> </a:t>
            </a:r>
            <a:r>
              <a:rPr lang="en-US" altLang="en-US" dirty="0" err="1"/>
              <a:t>trưởng</a:t>
            </a:r>
            <a:r>
              <a:rPr lang="en-US" altLang="en-US" dirty="0"/>
              <a:t> </a:t>
            </a:r>
            <a:r>
              <a:rPr lang="en-US" altLang="en-US" dirty="0" err="1"/>
              <a:t>phòng</a:t>
            </a:r>
            <a:r>
              <a:rPr lang="en-US" altLang="en-US" dirty="0"/>
              <a:t> </a:t>
            </a:r>
            <a:r>
              <a:rPr lang="en-US" altLang="en-US" dirty="0" err="1"/>
              <a:t>và</a:t>
            </a:r>
            <a:r>
              <a:rPr lang="en-US" altLang="en-US" dirty="0"/>
              <a:t> </a:t>
            </a:r>
            <a:r>
              <a:rPr lang="en-US" altLang="en-US" dirty="0" err="1"/>
              <a:t>ngày</a:t>
            </a:r>
            <a:r>
              <a:rPr lang="en-US" altLang="en-US" dirty="0"/>
              <a:t> </a:t>
            </a:r>
            <a:r>
              <a:rPr lang="en-US" altLang="en-US" dirty="0" err="1"/>
              <a:t>nhận</a:t>
            </a:r>
            <a:r>
              <a:rPr lang="en-US" altLang="en-US" dirty="0"/>
              <a:t> chức. </a:t>
            </a:r>
            <a:r>
              <a:rPr lang="en-US" altLang="en-US" dirty="0" err="1"/>
              <a:t>Mỗi</a:t>
            </a:r>
            <a:r>
              <a:rPr lang="en-US" altLang="en-US" dirty="0"/>
              <a:t> </a:t>
            </a:r>
            <a:r>
              <a:rPr lang="en-US" altLang="en-US" dirty="0" err="1"/>
              <a:t>phòng</a:t>
            </a:r>
            <a:r>
              <a:rPr lang="en-US" altLang="en-US" dirty="0"/>
              <a:t> ban </a:t>
            </a:r>
            <a:r>
              <a:rPr lang="en-US" altLang="en-US" dirty="0" err="1"/>
              <a:t>có</a:t>
            </a:r>
            <a:r>
              <a:rPr lang="en-US" altLang="en-US" dirty="0"/>
              <a:t> </a:t>
            </a:r>
            <a:r>
              <a:rPr lang="en-US" altLang="en-US" dirty="0" err="1"/>
              <a:t>thể</a:t>
            </a:r>
            <a:r>
              <a:rPr lang="en-US" altLang="en-US" dirty="0"/>
              <a:t> ở </a:t>
            </a:r>
            <a:r>
              <a:rPr lang="en-US" altLang="en-US" dirty="0" err="1"/>
              <a:t>nhiều</a:t>
            </a:r>
            <a:r>
              <a:rPr lang="en-US" altLang="en-US" dirty="0"/>
              <a:t> </a:t>
            </a:r>
            <a:r>
              <a:rPr lang="en-US" altLang="en-US" dirty="0" err="1"/>
              <a:t>địa</a:t>
            </a:r>
            <a:r>
              <a:rPr lang="en-US" altLang="en-US" dirty="0"/>
              <a:t> </a:t>
            </a:r>
            <a:r>
              <a:rPr lang="en-US" altLang="en-US" dirty="0" err="1"/>
              <a:t>điểm</a:t>
            </a:r>
            <a:r>
              <a:rPr lang="en-US" altLang="en-US" dirty="0"/>
              <a:t> </a:t>
            </a:r>
            <a:r>
              <a:rPr lang="en-US" altLang="en-US" dirty="0" err="1"/>
              <a:t>khác</a:t>
            </a:r>
            <a:r>
              <a:rPr lang="en-US" altLang="en-US" dirty="0"/>
              <a:t> </a:t>
            </a:r>
            <a:r>
              <a:rPr lang="en-US" altLang="en-US" dirty="0" err="1"/>
              <a:t>nhau</a:t>
            </a:r>
            <a:r>
              <a:rPr lang="en-US" altLang="en-US" dirty="0"/>
              <a:t>. </a:t>
            </a:r>
            <a:r>
              <a:rPr lang="en-US" altLang="en-US" dirty="0" err="1"/>
              <a:t>Mỗi</a:t>
            </a:r>
            <a:r>
              <a:rPr lang="en-US" altLang="en-US" dirty="0"/>
              <a:t> </a:t>
            </a:r>
            <a:r>
              <a:rPr lang="en-US" altLang="en-US" dirty="0" err="1"/>
              <a:t>địa</a:t>
            </a:r>
            <a:r>
              <a:rPr lang="en-US" altLang="en-US" dirty="0"/>
              <a:t> </a:t>
            </a:r>
            <a:r>
              <a:rPr lang="en-US" altLang="en-US" dirty="0" err="1"/>
              <a:t>điểm</a:t>
            </a:r>
            <a:r>
              <a:rPr lang="en-US" altLang="en-US" dirty="0"/>
              <a:t> </a:t>
            </a:r>
            <a:r>
              <a:rPr lang="en-US" altLang="en-US" dirty="0" err="1"/>
              <a:t>có</a:t>
            </a:r>
            <a:r>
              <a:rPr lang="en-US" altLang="en-US" dirty="0"/>
              <a:t> </a:t>
            </a:r>
            <a:r>
              <a:rPr lang="en-US" altLang="en-US" dirty="0" err="1"/>
              <a:t>mã</a:t>
            </a:r>
            <a:r>
              <a:rPr lang="en-US" altLang="en-US" dirty="0"/>
              <a:t> </a:t>
            </a:r>
            <a:r>
              <a:rPr lang="en-US" altLang="en-US" dirty="0" err="1"/>
              <a:t>số</a:t>
            </a:r>
            <a:r>
              <a:rPr lang="en-US" altLang="en-US" dirty="0"/>
              <a:t> </a:t>
            </a:r>
            <a:r>
              <a:rPr lang="en-US" altLang="en-US" dirty="0" err="1"/>
              <a:t>duy</a:t>
            </a:r>
            <a:r>
              <a:rPr lang="en-US" altLang="en-US" dirty="0"/>
              <a:t> </a:t>
            </a:r>
            <a:r>
              <a:rPr lang="en-US" altLang="en-US" dirty="0" err="1"/>
              <a:t>nhất</a:t>
            </a:r>
            <a:r>
              <a:rPr lang="en-US" altLang="en-US" dirty="0"/>
              <a:t> </a:t>
            </a:r>
            <a:r>
              <a:rPr lang="en-US" altLang="en-US" dirty="0" err="1"/>
              <a:t>và</a:t>
            </a:r>
            <a:r>
              <a:rPr lang="en-US" altLang="en-US" dirty="0"/>
              <a:t> </a:t>
            </a:r>
            <a:r>
              <a:rPr lang="en-US" altLang="en-US" dirty="0" err="1"/>
              <a:t>tên</a:t>
            </a:r>
            <a:r>
              <a:rPr lang="en-US" altLang="en-US" dirty="0"/>
              <a:t> </a:t>
            </a:r>
            <a:r>
              <a:rPr lang="en-US" altLang="en-US" dirty="0" err="1"/>
              <a:t>địa</a:t>
            </a:r>
            <a:r>
              <a:rPr lang="en-US" altLang="en-US" dirty="0"/>
              <a:t> </a:t>
            </a:r>
            <a:r>
              <a:rPr lang="en-US" altLang="en-US" dirty="0" err="1"/>
              <a:t>điểm</a:t>
            </a:r>
            <a:endParaRPr lang="en-US" altLang="en-US" dirty="0"/>
          </a:p>
          <a:p>
            <a:pPr marL="339725" lvl="1" eaLnBrk="1" hangingPunct="1"/>
            <a:r>
              <a:rPr lang="en-US" altLang="en-US" dirty="0" err="1"/>
              <a:t>Đề</a:t>
            </a:r>
            <a:r>
              <a:rPr lang="en-US" altLang="en-US" dirty="0"/>
              <a:t> </a:t>
            </a:r>
            <a:r>
              <a:rPr lang="en-US" altLang="en-US" dirty="0" err="1"/>
              <a:t>án</a:t>
            </a:r>
            <a:r>
              <a:rPr lang="en-US" altLang="en-US" dirty="0"/>
              <a:t> </a:t>
            </a:r>
            <a:r>
              <a:rPr lang="en-US" altLang="en-US" dirty="0" err="1"/>
              <a:t>có</a:t>
            </a:r>
            <a:r>
              <a:rPr lang="en-US" altLang="en-US" dirty="0"/>
              <a:t> </a:t>
            </a:r>
            <a:r>
              <a:rPr lang="en-US" altLang="en-US" dirty="0" err="1"/>
              <a:t>tên</a:t>
            </a:r>
            <a:r>
              <a:rPr lang="en-US" altLang="en-US" dirty="0"/>
              <a:t> </a:t>
            </a:r>
            <a:r>
              <a:rPr lang="en-US" altLang="en-US" dirty="0" err="1"/>
              <a:t>duy</a:t>
            </a:r>
            <a:r>
              <a:rPr lang="en-US" altLang="en-US" dirty="0"/>
              <a:t> </a:t>
            </a:r>
            <a:r>
              <a:rPr lang="en-US" altLang="en-US" dirty="0" err="1"/>
              <a:t>nhất</a:t>
            </a:r>
            <a:r>
              <a:rPr lang="en-US" altLang="en-US" dirty="0"/>
              <a:t>, </a:t>
            </a:r>
            <a:r>
              <a:rPr lang="en-US" altLang="en-US" dirty="0" err="1"/>
              <a:t>mã</a:t>
            </a:r>
            <a:r>
              <a:rPr lang="en-US" altLang="en-US" dirty="0"/>
              <a:t> </a:t>
            </a:r>
            <a:r>
              <a:rPr lang="en-US" altLang="en-US" dirty="0" err="1"/>
              <a:t>duy</a:t>
            </a:r>
            <a:r>
              <a:rPr lang="en-US" altLang="en-US" dirty="0"/>
              <a:t> </a:t>
            </a:r>
            <a:r>
              <a:rPr lang="en-US" altLang="en-US" dirty="0" err="1"/>
              <a:t>nhất</a:t>
            </a:r>
            <a:r>
              <a:rPr lang="en-US" altLang="en-US" dirty="0"/>
              <a:t>, do 1 </a:t>
            </a:r>
            <a:r>
              <a:rPr lang="en-US" altLang="en-US" dirty="0" err="1"/>
              <a:t>một</a:t>
            </a:r>
            <a:r>
              <a:rPr lang="en-US" altLang="en-US" dirty="0"/>
              <a:t> </a:t>
            </a:r>
            <a:r>
              <a:rPr lang="en-US" altLang="en-US" dirty="0" err="1"/>
              <a:t>phòng</a:t>
            </a:r>
            <a:r>
              <a:rPr lang="en-US" altLang="en-US" dirty="0"/>
              <a:t> ban </a:t>
            </a:r>
            <a:r>
              <a:rPr lang="en-US" altLang="en-US" dirty="0" err="1"/>
              <a:t>chủ</a:t>
            </a:r>
            <a:r>
              <a:rPr lang="en-US" altLang="en-US" dirty="0"/>
              <a:t> </a:t>
            </a:r>
            <a:r>
              <a:rPr lang="en-US" altLang="en-US" dirty="0" err="1"/>
              <a:t>trì</a:t>
            </a:r>
            <a:r>
              <a:rPr lang="en-US" altLang="en-US" dirty="0"/>
              <a:t> </a:t>
            </a:r>
            <a:r>
              <a:rPr lang="en-US" altLang="en-US" dirty="0" err="1"/>
              <a:t>và</a:t>
            </a:r>
            <a:r>
              <a:rPr lang="en-US" altLang="en-US" dirty="0"/>
              <a:t> </a:t>
            </a:r>
            <a:r>
              <a:rPr lang="en-US" altLang="en-US" dirty="0" err="1"/>
              <a:t>được</a:t>
            </a:r>
            <a:r>
              <a:rPr lang="en-US" altLang="en-US" dirty="0"/>
              <a:t> </a:t>
            </a:r>
            <a:r>
              <a:rPr lang="en-US" altLang="en-US" dirty="0" err="1"/>
              <a:t>triển</a:t>
            </a:r>
            <a:r>
              <a:rPr lang="en-US" altLang="en-US" dirty="0"/>
              <a:t> </a:t>
            </a:r>
            <a:r>
              <a:rPr lang="en-US" altLang="en-US" dirty="0" err="1"/>
              <a:t>khai</a:t>
            </a:r>
            <a:r>
              <a:rPr lang="en-US" altLang="en-US" dirty="0"/>
              <a:t> ở 1 </a:t>
            </a:r>
            <a:r>
              <a:rPr lang="en-US" altLang="en-US" dirty="0" err="1"/>
              <a:t>địa</a:t>
            </a:r>
            <a:r>
              <a:rPr lang="en-US" altLang="en-US" dirty="0"/>
              <a:t> </a:t>
            </a:r>
            <a:r>
              <a:rPr lang="en-US" altLang="en-US" dirty="0" err="1"/>
              <a:t>điểm</a:t>
            </a:r>
            <a:endParaRPr lang="en-US" altLang="en-US" dirty="0"/>
          </a:p>
          <a:p>
            <a:pPr marL="339725" lvl="1" eaLnBrk="1" hangingPunct="1"/>
            <a:r>
              <a:rPr lang="en-US" altLang="en-US" dirty="0" err="1"/>
              <a:t>Nhân</a:t>
            </a:r>
            <a:r>
              <a:rPr lang="en-US" altLang="en-US" dirty="0"/>
              <a:t> </a:t>
            </a:r>
            <a:r>
              <a:rPr lang="en-US" altLang="en-US" dirty="0" err="1"/>
              <a:t>viên</a:t>
            </a:r>
            <a:r>
              <a:rPr lang="en-US" altLang="en-US" dirty="0"/>
              <a:t> </a:t>
            </a:r>
            <a:r>
              <a:rPr lang="en-US" altLang="en-US" dirty="0" err="1"/>
              <a:t>có</a:t>
            </a:r>
            <a:r>
              <a:rPr lang="en-US" altLang="en-US" dirty="0"/>
              <a:t> </a:t>
            </a:r>
            <a:r>
              <a:rPr lang="en-US" altLang="en-US" dirty="0" err="1"/>
              <a:t>mã</a:t>
            </a:r>
            <a:r>
              <a:rPr lang="en-US" altLang="en-US" dirty="0"/>
              <a:t> </a:t>
            </a:r>
            <a:r>
              <a:rPr lang="en-US" altLang="en-US" dirty="0" err="1"/>
              <a:t>số</a:t>
            </a:r>
            <a:r>
              <a:rPr lang="en-US" altLang="en-US" dirty="0"/>
              <a:t>, </a:t>
            </a:r>
            <a:r>
              <a:rPr lang="en-US" altLang="en-US" dirty="0" err="1"/>
              <a:t>tên</a:t>
            </a:r>
            <a:r>
              <a:rPr lang="en-US" altLang="en-US" dirty="0"/>
              <a:t>, </a:t>
            </a:r>
            <a:r>
              <a:rPr lang="en-US" altLang="en-US" dirty="0" err="1"/>
              <a:t>địa</a:t>
            </a:r>
            <a:r>
              <a:rPr lang="en-US" altLang="en-US" dirty="0"/>
              <a:t> </a:t>
            </a:r>
            <a:r>
              <a:rPr lang="en-US" altLang="en-US" dirty="0" err="1"/>
              <a:t>chỉ</a:t>
            </a:r>
            <a:r>
              <a:rPr lang="en-US" altLang="en-US" dirty="0"/>
              <a:t>, </a:t>
            </a:r>
            <a:r>
              <a:rPr lang="en-US" altLang="en-US" dirty="0" err="1"/>
              <a:t>ngày</a:t>
            </a:r>
            <a:r>
              <a:rPr lang="en-US" altLang="en-US" dirty="0"/>
              <a:t> </a:t>
            </a:r>
            <a:r>
              <a:rPr lang="en-US" altLang="en-US" dirty="0" err="1"/>
              <a:t>sinh</a:t>
            </a:r>
            <a:r>
              <a:rPr lang="en-US" altLang="en-US" dirty="0"/>
              <a:t>, </a:t>
            </a:r>
            <a:r>
              <a:rPr lang="en-US" altLang="en-US" dirty="0" err="1"/>
              <a:t>phái</a:t>
            </a:r>
            <a:r>
              <a:rPr lang="en-US" altLang="en-US" dirty="0"/>
              <a:t> </a:t>
            </a:r>
            <a:r>
              <a:rPr lang="en-US" altLang="en-US" dirty="0" err="1"/>
              <a:t>và</a:t>
            </a:r>
            <a:r>
              <a:rPr lang="en-US" altLang="en-US" dirty="0"/>
              <a:t> </a:t>
            </a:r>
            <a:r>
              <a:rPr lang="en-US" altLang="en-US" dirty="0" err="1"/>
              <a:t>lương</a:t>
            </a:r>
            <a:r>
              <a:rPr lang="en-US" altLang="en-US" dirty="0"/>
              <a:t>. </a:t>
            </a:r>
            <a:r>
              <a:rPr lang="en-US" altLang="en-US" dirty="0" err="1"/>
              <a:t>Mỗi</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t>làm</a:t>
            </a:r>
            <a:r>
              <a:rPr lang="en-US" altLang="en-US" dirty="0"/>
              <a:t> </a:t>
            </a:r>
            <a:r>
              <a:rPr lang="en-US" altLang="en-US" dirty="0" err="1"/>
              <a:t>việc</a:t>
            </a:r>
            <a:r>
              <a:rPr lang="en-US" altLang="en-US" dirty="0"/>
              <a:t> ở 1 </a:t>
            </a:r>
            <a:r>
              <a:rPr lang="en-US" altLang="en-US" dirty="0" err="1"/>
              <a:t>phòng</a:t>
            </a:r>
            <a:r>
              <a:rPr lang="en-US" altLang="en-US" dirty="0"/>
              <a:t> ban, </a:t>
            </a:r>
            <a:r>
              <a:rPr lang="en-US" altLang="en-US" dirty="0" err="1"/>
              <a:t>tham</a:t>
            </a:r>
            <a:r>
              <a:rPr lang="en-US" altLang="en-US" dirty="0"/>
              <a:t> </a:t>
            </a:r>
            <a:r>
              <a:rPr lang="en-US" altLang="en-US" dirty="0" err="1"/>
              <a:t>gia</a:t>
            </a:r>
            <a:r>
              <a:rPr lang="en-US" altLang="en-US" dirty="0"/>
              <a:t> </a:t>
            </a:r>
            <a:r>
              <a:rPr lang="en-US" altLang="en-US" dirty="0" err="1"/>
              <a:t>vào</a:t>
            </a:r>
            <a:r>
              <a:rPr lang="en-US" altLang="en-US" dirty="0"/>
              <a:t> </a:t>
            </a:r>
            <a:r>
              <a:rPr lang="en-US" altLang="en-US" dirty="0" err="1"/>
              <a:t>các</a:t>
            </a:r>
            <a:r>
              <a:rPr lang="en-US" altLang="en-US" dirty="0"/>
              <a:t> </a:t>
            </a:r>
            <a:r>
              <a:rPr lang="en-US" altLang="en-US" dirty="0" err="1"/>
              <a:t>đề</a:t>
            </a:r>
            <a:r>
              <a:rPr lang="en-US" altLang="en-US" dirty="0"/>
              <a:t> </a:t>
            </a:r>
            <a:r>
              <a:rPr lang="en-US" altLang="en-US" dirty="0" err="1"/>
              <a:t>án</a:t>
            </a:r>
            <a:r>
              <a:rPr lang="en-US" altLang="en-US" dirty="0"/>
              <a:t> </a:t>
            </a:r>
            <a:r>
              <a:rPr lang="en-US" altLang="en-US" dirty="0" err="1"/>
              <a:t>với</a:t>
            </a:r>
            <a:r>
              <a:rPr lang="en-US" altLang="en-US" dirty="0"/>
              <a:t> </a:t>
            </a:r>
            <a:r>
              <a:rPr lang="en-US" altLang="en-US" dirty="0" err="1"/>
              <a:t>số</a:t>
            </a:r>
            <a:r>
              <a:rPr lang="en-US" altLang="en-US" dirty="0"/>
              <a:t> </a:t>
            </a:r>
            <a:r>
              <a:rPr lang="en-US" altLang="en-US" dirty="0" err="1"/>
              <a:t>giờ</a:t>
            </a:r>
            <a:r>
              <a:rPr lang="en-US" altLang="en-US" dirty="0"/>
              <a:t> </a:t>
            </a:r>
            <a:r>
              <a:rPr lang="en-US" altLang="en-US" dirty="0" err="1"/>
              <a:t>làm</a:t>
            </a:r>
            <a:r>
              <a:rPr lang="en-US" altLang="en-US" dirty="0"/>
              <a:t> </a:t>
            </a:r>
            <a:r>
              <a:rPr lang="en-US" altLang="en-US" dirty="0" err="1"/>
              <a:t>việc</a:t>
            </a:r>
            <a:r>
              <a:rPr lang="en-US" altLang="en-US" dirty="0"/>
              <a:t> </a:t>
            </a:r>
            <a:r>
              <a:rPr lang="en-US" altLang="en-US" dirty="0" err="1"/>
              <a:t>khác</a:t>
            </a:r>
            <a:r>
              <a:rPr lang="en-US" altLang="en-US" dirty="0"/>
              <a:t> </a:t>
            </a:r>
            <a:r>
              <a:rPr lang="en-US" altLang="en-US" dirty="0" err="1"/>
              <a:t>nhau</a:t>
            </a:r>
            <a:r>
              <a:rPr lang="en-US" altLang="en-US" dirty="0"/>
              <a:t>. </a:t>
            </a:r>
            <a:r>
              <a:rPr lang="en-US" altLang="en-US" dirty="0" err="1"/>
              <a:t>Mỗi</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t>đều</a:t>
            </a:r>
            <a:r>
              <a:rPr lang="en-US" altLang="en-US" dirty="0"/>
              <a:t> </a:t>
            </a:r>
            <a:r>
              <a:rPr lang="en-US" altLang="en-US" dirty="0" err="1"/>
              <a:t>có</a:t>
            </a:r>
            <a:r>
              <a:rPr lang="en-US" altLang="en-US" dirty="0"/>
              <a:t> </a:t>
            </a:r>
            <a:r>
              <a:rPr lang="en-US" altLang="en-US" dirty="0" err="1"/>
              <a:t>một</a:t>
            </a:r>
            <a:r>
              <a:rPr lang="en-US" altLang="en-US" dirty="0"/>
              <a:t> </a:t>
            </a:r>
            <a:r>
              <a:rPr lang="en-US" altLang="en-US" dirty="0" err="1"/>
              <a:t>người</a:t>
            </a:r>
            <a:r>
              <a:rPr lang="en-US" altLang="en-US" dirty="0"/>
              <a:t> </a:t>
            </a:r>
            <a:r>
              <a:rPr lang="en-US" altLang="en-US" dirty="0" err="1"/>
              <a:t>quản</a:t>
            </a:r>
            <a:r>
              <a:rPr lang="en-US" altLang="en-US" dirty="0"/>
              <a:t> </a:t>
            </a:r>
            <a:r>
              <a:rPr lang="en-US" altLang="en-US" dirty="0" err="1"/>
              <a:t>lý</a:t>
            </a:r>
            <a:r>
              <a:rPr lang="en-US" altLang="en-US" dirty="0"/>
              <a:t> </a:t>
            </a:r>
            <a:r>
              <a:rPr lang="en-US" altLang="en-US" dirty="0" err="1"/>
              <a:t>trực</a:t>
            </a:r>
            <a:r>
              <a:rPr lang="en-US" altLang="en-US" dirty="0"/>
              <a:t> </a:t>
            </a:r>
            <a:r>
              <a:rPr lang="en-US" altLang="en-US" dirty="0" err="1"/>
              <a:t>tiếp</a:t>
            </a:r>
            <a:endParaRPr lang="en-US" altLang="en-US" dirty="0"/>
          </a:p>
          <a:p>
            <a:pPr marL="339725" lvl="1" eaLnBrk="1" hangingPunct="1"/>
            <a:r>
              <a:rPr lang="en-US" altLang="en-US" dirty="0" err="1"/>
              <a:t>Một</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t>có</a:t>
            </a:r>
            <a:r>
              <a:rPr lang="en-US" altLang="en-US" dirty="0"/>
              <a:t> </a:t>
            </a:r>
            <a:r>
              <a:rPr lang="en-US" altLang="en-US" dirty="0" err="1"/>
              <a:t>thể</a:t>
            </a:r>
            <a:r>
              <a:rPr lang="en-US" altLang="en-US" dirty="0"/>
              <a:t> </a:t>
            </a:r>
            <a:r>
              <a:rPr lang="en-US" altLang="en-US" dirty="0" err="1"/>
              <a:t>có</a:t>
            </a:r>
            <a:r>
              <a:rPr lang="en-US" altLang="en-US" dirty="0"/>
              <a:t> </a:t>
            </a:r>
            <a:r>
              <a:rPr lang="en-US" altLang="en-US" dirty="0" err="1"/>
              <a:t>nhiều</a:t>
            </a:r>
            <a:r>
              <a:rPr lang="en-US" altLang="en-US" dirty="0"/>
              <a:t> </a:t>
            </a:r>
            <a:r>
              <a:rPr lang="en-US" altLang="en-US" dirty="0" err="1"/>
              <a:t>thân</a:t>
            </a:r>
            <a:r>
              <a:rPr lang="en-US" altLang="en-US" dirty="0"/>
              <a:t> </a:t>
            </a:r>
            <a:r>
              <a:rPr lang="en-US" altLang="en-US" dirty="0" err="1"/>
              <a:t>nhân</a:t>
            </a:r>
            <a:r>
              <a:rPr lang="en-US" altLang="en-US" dirty="0"/>
              <a:t>. </a:t>
            </a:r>
            <a:r>
              <a:rPr lang="en-US" altLang="en-US" dirty="0" err="1"/>
              <a:t>Mỗi</a:t>
            </a:r>
            <a:r>
              <a:rPr lang="en-US" altLang="en-US" dirty="0"/>
              <a:t> </a:t>
            </a:r>
            <a:r>
              <a:rPr lang="en-US" altLang="en-US" dirty="0" err="1"/>
              <a:t>thân</a:t>
            </a:r>
            <a:r>
              <a:rPr lang="en-US" altLang="en-US" dirty="0"/>
              <a:t> </a:t>
            </a:r>
            <a:r>
              <a:rPr lang="en-US" altLang="en-US" dirty="0" err="1"/>
              <a:t>nhân</a:t>
            </a:r>
            <a:r>
              <a:rPr lang="en-US" altLang="en-US" dirty="0"/>
              <a:t> </a:t>
            </a:r>
            <a:r>
              <a:rPr lang="en-US" altLang="en-US" dirty="0" err="1"/>
              <a:t>có</a:t>
            </a:r>
            <a:r>
              <a:rPr lang="en-US" altLang="en-US" dirty="0"/>
              <a:t> </a:t>
            </a:r>
            <a:r>
              <a:rPr lang="en-US" altLang="en-US" dirty="0" err="1"/>
              <a:t>tên</a:t>
            </a:r>
            <a:r>
              <a:rPr lang="en-US" altLang="en-US" dirty="0"/>
              <a:t>, </a:t>
            </a:r>
            <a:r>
              <a:rPr lang="en-US" altLang="en-US" dirty="0" err="1"/>
              <a:t>phái</a:t>
            </a:r>
            <a:r>
              <a:rPr lang="en-US" altLang="en-US" dirty="0"/>
              <a:t>, </a:t>
            </a:r>
            <a:r>
              <a:rPr lang="en-US" altLang="en-US" dirty="0" err="1"/>
              <a:t>ngày</a:t>
            </a:r>
            <a:r>
              <a:rPr lang="en-US" altLang="en-US" dirty="0"/>
              <a:t> </a:t>
            </a:r>
            <a:r>
              <a:rPr lang="en-US" altLang="en-US" dirty="0" err="1"/>
              <a:t>sinh</a:t>
            </a:r>
            <a:r>
              <a:rPr lang="en-US" altLang="en-US" dirty="0"/>
              <a:t> </a:t>
            </a:r>
            <a:r>
              <a:rPr lang="en-US" altLang="en-US" dirty="0" err="1"/>
              <a:t>và</a:t>
            </a:r>
            <a:r>
              <a:rPr lang="en-US" altLang="en-US" dirty="0"/>
              <a:t> </a:t>
            </a:r>
            <a:r>
              <a:rPr lang="en-US" altLang="en-US" dirty="0" err="1"/>
              <a:t>mối</a:t>
            </a:r>
            <a:r>
              <a:rPr lang="en-US" altLang="en-US" dirty="0"/>
              <a:t> </a:t>
            </a:r>
            <a:r>
              <a:rPr lang="en-US" altLang="en-US" dirty="0" err="1"/>
              <a:t>quan</a:t>
            </a:r>
            <a:r>
              <a:rPr lang="en-US" altLang="en-US" dirty="0"/>
              <a:t> </a:t>
            </a:r>
            <a:r>
              <a:rPr lang="en-US" altLang="en-US" dirty="0" err="1"/>
              <a:t>hệ</a:t>
            </a:r>
            <a:r>
              <a:rPr lang="en-US" altLang="en-US" dirty="0"/>
              <a:t> </a:t>
            </a:r>
            <a:r>
              <a:rPr lang="en-US" altLang="en-US" dirty="0" err="1"/>
              <a:t>với</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t>đó</a:t>
            </a:r>
            <a:endParaRPr lang="en-US" altLang="en-US" dirty="0"/>
          </a:p>
        </p:txBody>
      </p:sp>
      <p:sp>
        <p:nvSpPr>
          <p:cNvPr id="4" name="Date Placeholder 3">
            <a:extLst>
              <a:ext uri="{FF2B5EF4-FFF2-40B4-BE49-F238E27FC236}">
                <a16:creationId xmlns:a16="http://schemas.microsoft.com/office/drawing/2014/main" id="{4D539EFD-5BCE-B79C-357E-DEC4E1B284D6}"/>
              </a:ext>
            </a:extLst>
          </p:cNvPr>
          <p:cNvSpPr>
            <a:spLocks noGrp="1"/>
          </p:cNvSpPr>
          <p:nvPr>
            <p:ph type="dt" sz="half" idx="10"/>
          </p:nvPr>
        </p:nvSpPr>
        <p:spPr/>
        <p:txBody>
          <a:bodyPr/>
          <a:lstStyle/>
          <a:p>
            <a:pPr>
              <a:defRPr/>
            </a:pPr>
            <a:r>
              <a:rPr lang="en-US"/>
              <a:t>Bộ môn Hệ thống thông tin - Khoa CNTT</a:t>
            </a:r>
            <a:endParaRPr lang="en-US" altLang="en-US"/>
          </a:p>
        </p:txBody>
      </p:sp>
      <p:sp>
        <p:nvSpPr>
          <p:cNvPr id="5" name="Slide Number Placeholder 4">
            <a:extLst>
              <a:ext uri="{FF2B5EF4-FFF2-40B4-BE49-F238E27FC236}">
                <a16:creationId xmlns:a16="http://schemas.microsoft.com/office/drawing/2014/main" id="{32A439B0-8764-A3AF-EBD1-A2FE95FDF8C3}"/>
              </a:ext>
            </a:extLst>
          </p:cNvPr>
          <p:cNvSpPr>
            <a:spLocks noGrp="1"/>
          </p:cNvSpPr>
          <p:nvPr>
            <p:ph type="sldNum" sz="quarter" idx="12"/>
          </p:nvPr>
        </p:nvSpPr>
        <p:spPr/>
        <p:txBody>
          <a:bodyPr/>
          <a:lstStyle/>
          <a:p>
            <a:pPr>
              <a:defRPr/>
            </a:pPr>
            <a:fld id="{C829124A-08A9-4D4E-B3E1-53AD02BA2154}" type="slidenum">
              <a:rPr lang="en-US" altLang="en-US"/>
              <a:pPr>
                <a:defRPr/>
              </a:pPr>
              <a:t>9</a:t>
            </a:fld>
            <a:endParaRPr lang="en-US" altLang="en-US"/>
          </a:p>
        </p:txBody>
      </p:sp>
    </p:spTree>
    <p:extLst>
      <p:ext uri="{BB962C8B-B14F-4D97-AF65-F5344CB8AC3E}">
        <p14:creationId xmlns:p14="http://schemas.microsoft.com/office/powerpoint/2010/main" val="2029501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41A35-4AB6-926A-F6AF-3243CD092BF3}"/>
              </a:ext>
            </a:extLst>
          </p:cNvPr>
          <p:cNvSpPr>
            <a:spLocks noGrp="1"/>
          </p:cNvSpPr>
          <p:nvPr>
            <p:ph type="title"/>
          </p:nvPr>
        </p:nvSpPr>
        <p:spPr/>
        <p:txBody>
          <a:bodyPr/>
          <a:lstStyle/>
          <a:p>
            <a:r>
              <a:rPr lang="en-US"/>
              <a:t>Tập thực thể - VD (tt)</a:t>
            </a:r>
          </a:p>
        </p:txBody>
      </p:sp>
      <p:sp>
        <p:nvSpPr>
          <p:cNvPr id="3" name="Content Placeholder 2">
            <a:extLst>
              <a:ext uri="{FF2B5EF4-FFF2-40B4-BE49-F238E27FC236}">
                <a16:creationId xmlns:a16="http://schemas.microsoft.com/office/drawing/2014/main" id="{516FDD8A-325F-C533-2E84-47A893999F8B}"/>
              </a:ext>
            </a:extLst>
          </p:cNvPr>
          <p:cNvSpPr>
            <a:spLocks noGrp="1"/>
          </p:cNvSpPr>
          <p:nvPr>
            <p:ph idx="1"/>
          </p:nvPr>
        </p:nvSpPr>
        <p:spPr>
          <a:xfrm>
            <a:off x="457200" y="1219200"/>
            <a:ext cx="8229600" cy="5176838"/>
          </a:xfrm>
        </p:spPr>
        <p:txBody>
          <a:bodyPr/>
          <a:lstStyle/>
          <a:p>
            <a:pPr marL="339725" lvl="1" eaLnBrk="1" hangingPunct="1"/>
            <a:r>
              <a:rPr lang="en-US" altLang="en-US" dirty="0" err="1"/>
              <a:t>Cty</a:t>
            </a:r>
            <a:r>
              <a:rPr lang="en-US" altLang="en-US" dirty="0"/>
              <a:t> </a:t>
            </a:r>
            <a:r>
              <a:rPr lang="en-US" altLang="en-US" dirty="0" err="1"/>
              <a:t>có</a:t>
            </a:r>
            <a:r>
              <a:rPr lang="en-US" altLang="en-US" dirty="0"/>
              <a:t> </a:t>
            </a:r>
            <a:r>
              <a:rPr lang="en-US" altLang="en-US" dirty="0" err="1"/>
              <a:t>nhiều</a:t>
            </a:r>
            <a:r>
              <a:rPr lang="en-US" altLang="en-US" dirty="0"/>
              <a:t> </a:t>
            </a:r>
            <a:r>
              <a:rPr lang="en-US" altLang="en-US" b="1" dirty="0" err="1">
                <a:solidFill>
                  <a:srgbClr val="FF0000"/>
                </a:solidFill>
              </a:rPr>
              <a:t>phòng</a:t>
            </a:r>
            <a:r>
              <a:rPr lang="en-US" altLang="en-US" b="1" dirty="0">
                <a:solidFill>
                  <a:srgbClr val="FF0000"/>
                </a:solidFill>
              </a:rPr>
              <a:t> ban</a:t>
            </a:r>
            <a:r>
              <a:rPr lang="en-US" altLang="en-US" dirty="0"/>
              <a:t>, </a:t>
            </a:r>
            <a:r>
              <a:rPr lang="en-US" altLang="en-US" dirty="0" err="1"/>
              <a:t>mỗi</a:t>
            </a:r>
            <a:r>
              <a:rPr lang="en-US" altLang="en-US" dirty="0"/>
              <a:t> </a:t>
            </a:r>
            <a:r>
              <a:rPr lang="en-US" altLang="en-US" dirty="0" err="1"/>
              <a:t>phòng</a:t>
            </a:r>
            <a:r>
              <a:rPr lang="en-US" altLang="en-US" dirty="0"/>
              <a:t> ban </a:t>
            </a:r>
            <a:r>
              <a:rPr lang="en-US" altLang="en-US" dirty="0" err="1"/>
              <a:t>có</a:t>
            </a:r>
            <a:r>
              <a:rPr lang="en-US" altLang="en-US" dirty="0"/>
              <a:t> </a:t>
            </a:r>
            <a:r>
              <a:rPr lang="en-US" altLang="en-US" dirty="0" err="1"/>
              <a:t>tên</a:t>
            </a:r>
            <a:r>
              <a:rPr lang="en-US" altLang="en-US" dirty="0"/>
              <a:t> </a:t>
            </a:r>
            <a:r>
              <a:rPr lang="en-US" altLang="en-US" dirty="0" err="1"/>
              <a:t>duy</a:t>
            </a:r>
            <a:r>
              <a:rPr lang="en-US" altLang="en-US" dirty="0"/>
              <a:t> </a:t>
            </a:r>
            <a:r>
              <a:rPr lang="en-US" altLang="en-US" dirty="0" err="1"/>
              <a:t>nhất</a:t>
            </a:r>
            <a:r>
              <a:rPr lang="en-US" altLang="en-US" dirty="0"/>
              <a:t>, </a:t>
            </a:r>
            <a:r>
              <a:rPr lang="en-US" altLang="en-US" dirty="0" err="1"/>
              <a:t>mã</a:t>
            </a:r>
            <a:r>
              <a:rPr lang="en-US" altLang="en-US" dirty="0"/>
              <a:t> </a:t>
            </a:r>
            <a:r>
              <a:rPr lang="en-US" altLang="en-US" dirty="0" err="1"/>
              <a:t>phòng</a:t>
            </a:r>
            <a:r>
              <a:rPr lang="en-US" altLang="en-US" dirty="0"/>
              <a:t> </a:t>
            </a:r>
            <a:r>
              <a:rPr lang="en-US" altLang="en-US" dirty="0" err="1"/>
              <a:t>duy</a:t>
            </a:r>
            <a:r>
              <a:rPr lang="en-US" altLang="en-US" dirty="0"/>
              <a:t> </a:t>
            </a:r>
            <a:r>
              <a:rPr lang="en-US" altLang="en-US" dirty="0" err="1"/>
              <a:t>nhất</a:t>
            </a:r>
            <a:r>
              <a:rPr lang="en-US" altLang="en-US" dirty="0"/>
              <a:t>, </a:t>
            </a:r>
            <a:r>
              <a:rPr lang="en-US" altLang="en-US" dirty="0" err="1"/>
              <a:t>một</a:t>
            </a:r>
            <a:r>
              <a:rPr lang="en-US" altLang="en-US" dirty="0"/>
              <a:t> </a:t>
            </a:r>
            <a:r>
              <a:rPr lang="en-US" altLang="en-US" dirty="0" err="1"/>
              <a:t>trưởng</a:t>
            </a:r>
            <a:r>
              <a:rPr lang="en-US" altLang="en-US" dirty="0"/>
              <a:t> </a:t>
            </a:r>
            <a:r>
              <a:rPr lang="en-US" altLang="en-US" dirty="0" err="1"/>
              <a:t>phòng</a:t>
            </a:r>
            <a:r>
              <a:rPr lang="en-US" altLang="en-US" dirty="0"/>
              <a:t> </a:t>
            </a:r>
            <a:r>
              <a:rPr lang="en-US" altLang="en-US" dirty="0" err="1"/>
              <a:t>và</a:t>
            </a:r>
            <a:r>
              <a:rPr lang="en-US" altLang="en-US" dirty="0"/>
              <a:t> </a:t>
            </a:r>
            <a:r>
              <a:rPr lang="en-US" altLang="en-US" dirty="0" err="1"/>
              <a:t>ngày</a:t>
            </a:r>
            <a:r>
              <a:rPr lang="en-US" altLang="en-US" dirty="0"/>
              <a:t> </a:t>
            </a:r>
            <a:r>
              <a:rPr lang="en-US" altLang="en-US" dirty="0" err="1"/>
              <a:t>nhận</a:t>
            </a:r>
            <a:r>
              <a:rPr lang="en-US" altLang="en-US" dirty="0"/>
              <a:t> chức. </a:t>
            </a:r>
            <a:r>
              <a:rPr lang="en-US" altLang="en-US" dirty="0" err="1"/>
              <a:t>Mỗi</a:t>
            </a:r>
            <a:r>
              <a:rPr lang="en-US" altLang="en-US" dirty="0"/>
              <a:t> </a:t>
            </a:r>
            <a:r>
              <a:rPr lang="en-US" altLang="en-US" dirty="0" err="1"/>
              <a:t>phòng</a:t>
            </a:r>
            <a:r>
              <a:rPr lang="en-US" altLang="en-US" dirty="0"/>
              <a:t> ban </a:t>
            </a:r>
            <a:r>
              <a:rPr lang="en-US" altLang="en-US" dirty="0" err="1"/>
              <a:t>có</a:t>
            </a:r>
            <a:r>
              <a:rPr lang="en-US" altLang="en-US" dirty="0"/>
              <a:t> </a:t>
            </a:r>
            <a:r>
              <a:rPr lang="en-US" altLang="en-US" dirty="0" err="1"/>
              <a:t>thể</a:t>
            </a:r>
            <a:r>
              <a:rPr lang="en-US" altLang="en-US" dirty="0"/>
              <a:t> ở </a:t>
            </a:r>
            <a:r>
              <a:rPr lang="en-US" altLang="en-US" dirty="0" err="1"/>
              <a:t>nhiều</a:t>
            </a:r>
            <a:r>
              <a:rPr lang="en-US" altLang="en-US" dirty="0"/>
              <a:t> </a:t>
            </a:r>
            <a:r>
              <a:rPr lang="en-US" altLang="en-US" dirty="0" err="1"/>
              <a:t>địa</a:t>
            </a:r>
            <a:r>
              <a:rPr lang="en-US" altLang="en-US" dirty="0"/>
              <a:t> </a:t>
            </a:r>
            <a:r>
              <a:rPr lang="en-US" altLang="en-US" dirty="0" err="1"/>
              <a:t>điểm</a:t>
            </a:r>
            <a:r>
              <a:rPr lang="en-US" altLang="en-US" dirty="0"/>
              <a:t> </a:t>
            </a:r>
            <a:r>
              <a:rPr lang="en-US" altLang="en-US" dirty="0" err="1"/>
              <a:t>khác</a:t>
            </a:r>
            <a:r>
              <a:rPr lang="en-US" altLang="en-US" dirty="0"/>
              <a:t> </a:t>
            </a:r>
            <a:r>
              <a:rPr lang="en-US" altLang="en-US" dirty="0" err="1"/>
              <a:t>nhau</a:t>
            </a:r>
            <a:r>
              <a:rPr lang="en-US" altLang="en-US" dirty="0"/>
              <a:t>. </a:t>
            </a:r>
            <a:r>
              <a:rPr lang="en-US" altLang="en-US" dirty="0" err="1"/>
              <a:t>Mỗi</a:t>
            </a:r>
            <a:r>
              <a:rPr lang="en-US" altLang="en-US" dirty="0"/>
              <a:t> </a:t>
            </a:r>
            <a:r>
              <a:rPr lang="en-US" altLang="en-US" b="1" dirty="0" err="1">
                <a:solidFill>
                  <a:srgbClr val="FF0000"/>
                </a:solidFill>
              </a:rPr>
              <a:t>địa</a:t>
            </a:r>
            <a:r>
              <a:rPr lang="en-US" altLang="en-US" b="1" dirty="0">
                <a:solidFill>
                  <a:srgbClr val="FF0000"/>
                </a:solidFill>
              </a:rPr>
              <a:t> </a:t>
            </a:r>
            <a:r>
              <a:rPr lang="en-US" altLang="en-US" b="1" dirty="0" err="1">
                <a:solidFill>
                  <a:srgbClr val="FF0000"/>
                </a:solidFill>
              </a:rPr>
              <a:t>điểm</a:t>
            </a:r>
            <a:r>
              <a:rPr lang="en-US" altLang="en-US" dirty="0"/>
              <a:t> </a:t>
            </a:r>
            <a:r>
              <a:rPr lang="en-US" altLang="en-US" dirty="0" err="1"/>
              <a:t>có</a:t>
            </a:r>
            <a:r>
              <a:rPr lang="en-US" altLang="en-US" dirty="0"/>
              <a:t> </a:t>
            </a:r>
            <a:r>
              <a:rPr lang="en-US" altLang="en-US" dirty="0" err="1"/>
              <a:t>mã</a:t>
            </a:r>
            <a:r>
              <a:rPr lang="en-US" altLang="en-US" dirty="0"/>
              <a:t> </a:t>
            </a:r>
            <a:r>
              <a:rPr lang="en-US" altLang="en-US" dirty="0" err="1"/>
              <a:t>số</a:t>
            </a:r>
            <a:r>
              <a:rPr lang="en-US" altLang="en-US" dirty="0"/>
              <a:t> </a:t>
            </a:r>
            <a:r>
              <a:rPr lang="en-US" altLang="en-US" dirty="0" err="1"/>
              <a:t>duy</a:t>
            </a:r>
            <a:r>
              <a:rPr lang="en-US" altLang="en-US" dirty="0"/>
              <a:t> </a:t>
            </a:r>
            <a:r>
              <a:rPr lang="en-US" altLang="en-US" dirty="0" err="1"/>
              <a:t>nhất</a:t>
            </a:r>
            <a:r>
              <a:rPr lang="en-US" altLang="en-US" dirty="0"/>
              <a:t> </a:t>
            </a:r>
            <a:r>
              <a:rPr lang="en-US" altLang="en-US" dirty="0" err="1"/>
              <a:t>và</a:t>
            </a:r>
            <a:r>
              <a:rPr lang="en-US" altLang="en-US" dirty="0"/>
              <a:t> </a:t>
            </a:r>
            <a:r>
              <a:rPr lang="en-US" altLang="en-US" dirty="0" err="1"/>
              <a:t>tên</a:t>
            </a:r>
            <a:r>
              <a:rPr lang="en-US" altLang="en-US" dirty="0"/>
              <a:t> </a:t>
            </a:r>
            <a:r>
              <a:rPr lang="en-US" altLang="en-US" dirty="0" err="1"/>
              <a:t>địa</a:t>
            </a:r>
            <a:r>
              <a:rPr lang="en-US" altLang="en-US" dirty="0"/>
              <a:t> </a:t>
            </a:r>
            <a:r>
              <a:rPr lang="en-US" altLang="en-US" dirty="0" err="1"/>
              <a:t>điểm</a:t>
            </a:r>
            <a:endParaRPr lang="en-US" altLang="en-US" dirty="0"/>
          </a:p>
          <a:p>
            <a:pPr marL="339725" lvl="1" eaLnBrk="1" hangingPunct="1"/>
            <a:r>
              <a:rPr lang="en-US" altLang="en-US" b="1" dirty="0" err="1">
                <a:solidFill>
                  <a:srgbClr val="FF0000"/>
                </a:solidFill>
              </a:rPr>
              <a:t>Đề</a:t>
            </a:r>
            <a:r>
              <a:rPr lang="en-US" altLang="en-US" b="1" dirty="0">
                <a:solidFill>
                  <a:srgbClr val="FF0000"/>
                </a:solidFill>
              </a:rPr>
              <a:t> </a:t>
            </a:r>
            <a:r>
              <a:rPr lang="en-US" altLang="en-US" b="1" dirty="0" err="1">
                <a:solidFill>
                  <a:srgbClr val="FF0000"/>
                </a:solidFill>
              </a:rPr>
              <a:t>án</a:t>
            </a:r>
            <a:r>
              <a:rPr lang="en-US" altLang="en-US" b="1" dirty="0">
                <a:solidFill>
                  <a:srgbClr val="FF0000"/>
                </a:solidFill>
              </a:rPr>
              <a:t> </a:t>
            </a:r>
            <a:r>
              <a:rPr lang="en-US" altLang="en-US" dirty="0" err="1"/>
              <a:t>có</a:t>
            </a:r>
            <a:r>
              <a:rPr lang="en-US" altLang="en-US" dirty="0"/>
              <a:t> </a:t>
            </a:r>
            <a:r>
              <a:rPr lang="en-US" altLang="en-US" dirty="0" err="1"/>
              <a:t>tên</a:t>
            </a:r>
            <a:r>
              <a:rPr lang="en-US" altLang="en-US" dirty="0"/>
              <a:t> </a:t>
            </a:r>
            <a:r>
              <a:rPr lang="en-US" altLang="en-US" dirty="0" err="1"/>
              <a:t>duy</a:t>
            </a:r>
            <a:r>
              <a:rPr lang="en-US" altLang="en-US" dirty="0"/>
              <a:t> </a:t>
            </a:r>
            <a:r>
              <a:rPr lang="en-US" altLang="en-US" dirty="0" err="1"/>
              <a:t>nhất</a:t>
            </a:r>
            <a:r>
              <a:rPr lang="en-US" altLang="en-US" dirty="0"/>
              <a:t>, </a:t>
            </a:r>
            <a:r>
              <a:rPr lang="en-US" altLang="en-US" dirty="0" err="1"/>
              <a:t>mã</a:t>
            </a:r>
            <a:r>
              <a:rPr lang="en-US" altLang="en-US" dirty="0"/>
              <a:t> </a:t>
            </a:r>
            <a:r>
              <a:rPr lang="en-US" altLang="en-US" dirty="0" err="1"/>
              <a:t>duy</a:t>
            </a:r>
            <a:r>
              <a:rPr lang="en-US" altLang="en-US" dirty="0"/>
              <a:t> </a:t>
            </a:r>
            <a:r>
              <a:rPr lang="en-US" altLang="en-US" dirty="0" err="1"/>
              <a:t>nhất</a:t>
            </a:r>
            <a:r>
              <a:rPr lang="en-US" altLang="en-US" dirty="0"/>
              <a:t>, do 1 </a:t>
            </a:r>
            <a:r>
              <a:rPr lang="en-US" altLang="en-US" dirty="0" err="1"/>
              <a:t>một</a:t>
            </a:r>
            <a:r>
              <a:rPr lang="en-US" altLang="en-US" dirty="0"/>
              <a:t> </a:t>
            </a:r>
            <a:r>
              <a:rPr lang="en-US" altLang="en-US" dirty="0" err="1"/>
              <a:t>phòng</a:t>
            </a:r>
            <a:r>
              <a:rPr lang="en-US" altLang="en-US" dirty="0"/>
              <a:t> ban </a:t>
            </a:r>
            <a:r>
              <a:rPr lang="en-US" altLang="en-US" dirty="0" err="1"/>
              <a:t>chủ</a:t>
            </a:r>
            <a:r>
              <a:rPr lang="en-US" altLang="en-US" dirty="0"/>
              <a:t> </a:t>
            </a:r>
            <a:r>
              <a:rPr lang="en-US" altLang="en-US" dirty="0" err="1"/>
              <a:t>trì</a:t>
            </a:r>
            <a:r>
              <a:rPr lang="en-US" altLang="en-US" dirty="0"/>
              <a:t> </a:t>
            </a:r>
            <a:r>
              <a:rPr lang="en-US" altLang="en-US" dirty="0" err="1"/>
              <a:t>và</a:t>
            </a:r>
            <a:r>
              <a:rPr lang="en-US" altLang="en-US" dirty="0"/>
              <a:t> </a:t>
            </a:r>
            <a:r>
              <a:rPr lang="en-US" altLang="en-US" dirty="0" err="1"/>
              <a:t>được</a:t>
            </a:r>
            <a:r>
              <a:rPr lang="en-US" altLang="en-US" dirty="0"/>
              <a:t> </a:t>
            </a:r>
            <a:r>
              <a:rPr lang="en-US" altLang="en-US" dirty="0" err="1"/>
              <a:t>triển</a:t>
            </a:r>
            <a:r>
              <a:rPr lang="en-US" altLang="en-US" dirty="0"/>
              <a:t> </a:t>
            </a:r>
            <a:r>
              <a:rPr lang="en-US" altLang="en-US" dirty="0" err="1"/>
              <a:t>khai</a:t>
            </a:r>
            <a:r>
              <a:rPr lang="en-US" altLang="en-US" dirty="0"/>
              <a:t> ở 1 </a:t>
            </a:r>
            <a:r>
              <a:rPr lang="en-US" altLang="en-US" dirty="0" err="1"/>
              <a:t>địa</a:t>
            </a:r>
            <a:r>
              <a:rPr lang="en-US" altLang="en-US" dirty="0"/>
              <a:t> </a:t>
            </a:r>
            <a:r>
              <a:rPr lang="en-US" altLang="en-US" dirty="0" err="1"/>
              <a:t>điểm</a:t>
            </a:r>
            <a:endParaRPr lang="en-US" altLang="en-US" dirty="0"/>
          </a:p>
          <a:p>
            <a:pPr marL="339725" lvl="1" eaLnBrk="1" hangingPunct="1"/>
            <a:r>
              <a:rPr lang="en-US" altLang="en-US" b="1" dirty="0" err="1">
                <a:solidFill>
                  <a:srgbClr val="FF0000"/>
                </a:solidFill>
              </a:rPr>
              <a:t>Nhân</a:t>
            </a:r>
            <a:r>
              <a:rPr lang="en-US" altLang="en-US" b="1" dirty="0">
                <a:solidFill>
                  <a:srgbClr val="FF0000"/>
                </a:solidFill>
              </a:rPr>
              <a:t> </a:t>
            </a:r>
            <a:r>
              <a:rPr lang="en-US" altLang="en-US" b="1" dirty="0" err="1">
                <a:solidFill>
                  <a:srgbClr val="FF0000"/>
                </a:solidFill>
              </a:rPr>
              <a:t>viên</a:t>
            </a:r>
            <a:r>
              <a:rPr lang="en-US" altLang="en-US" dirty="0"/>
              <a:t> </a:t>
            </a:r>
            <a:r>
              <a:rPr lang="en-US" altLang="en-US" dirty="0" err="1"/>
              <a:t>có</a:t>
            </a:r>
            <a:r>
              <a:rPr lang="en-US" altLang="en-US" dirty="0"/>
              <a:t> </a:t>
            </a:r>
            <a:r>
              <a:rPr lang="en-US" altLang="en-US" dirty="0" err="1"/>
              <a:t>mã</a:t>
            </a:r>
            <a:r>
              <a:rPr lang="en-US" altLang="en-US" dirty="0"/>
              <a:t> </a:t>
            </a:r>
            <a:r>
              <a:rPr lang="en-US" altLang="en-US" dirty="0" err="1"/>
              <a:t>số</a:t>
            </a:r>
            <a:r>
              <a:rPr lang="en-US" altLang="en-US" dirty="0"/>
              <a:t>, </a:t>
            </a:r>
            <a:r>
              <a:rPr lang="en-US" altLang="en-US" dirty="0" err="1"/>
              <a:t>tên</a:t>
            </a:r>
            <a:r>
              <a:rPr lang="en-US" altLang="en-US" dirty="0"/>
              <a:t>, </a:t>
            </a:r>
            <a:r>
              <a:rPr lang="en-US" altLang="en-US" dirty="0" err="1"/>
              <a:t>địa</a:t>
            </a:r>
            <a:r>
              <a:rPr lang="en-US" altLang="en-US" dirty="0"/>
              <a:t> </a:t>
            </a:r>
            <a:r>
              <a:rPr lang="en-US" altLang="en-US" dirty="0" err="1"/>
              <a:t>chỉ</a:t>
            </a:r>
            <a:r>
              <a:rPr lang="en-US" altLang="en-US" dirty="0"/>
              <a:t>, </a:t>
            </a:r>
            <a:r>
              <a:rPr lang="en-US" altLang="en-US" dirty="0" err="1"/>
              <a:t>ngày</a:t>
            </a:r>
            <a:r>
              <a:rPr lang="en-US" altLang="en-US" dirty="0"/>
              <a:t> </a:t>
            </a:r>
            <a:r>
              <a:rPr lang="en-US" altLang="en-US" dirty="0" err="1"/>
              <a:t>sinh</a:t>
            </a:r>
            <a:r>
              <a:rPr lang="en-US" altLang="en-US" dirty="0"/>
              <a:t>, </a:t>
            </a:r>
            <a:r>
              <a:rPr lang="en-US" altLang="en-US" dirty="0" err="1"/>
              <a:t>phái</a:t>
            </a:r>
            <a:r>
              <a:rPr lang="en-US" altLang="en-US" dirty="0"/>
              <a:t> </a:t>
            </a:r>
            <a:r>
              <a:rPr lang="en-US" altLang="en-US" dirty="0" err="1"/>
              <a:t>và</a:t>
            </a:r>
            <a:r>
              <a:rPr lang="en-US" altLang="en-US" dirty="0"/>
              <a:t> </a:t>
            </a:r>
            <a:r>
              <a:rPr lang="en-US" altLang="en-US" dirty="0" err="1"/>
              <a:t>lương</a:t>
            </a:r>
            <a:r>
              <a:rPr lang="en-US" altLang="en-US" dirty="0"/>
              <a:t>. </a:t>
            </a:r>
            <a:r>
              <a:rPr lang="en-US" altLang="en-US" dirty="0" err="1"/>
              <a:t>Mỗi</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t>làm</a:t>
            </a:r>
            <a:r>
              <a:rPr lang="en-US" altLang="en-US" dirty="0"/>
              <a:t> </a:t>
            </a:r>
            <a:r>
              <a:rPr lang="en-US" altLang="en-US" dirty="0" err="1"/>
              <a:t>việc</a:t>
            </a:r>
            <a:r>
              <a:rPr lang="en-US" altLang="en-US" dirty="0"/>
              <a:t> ở 1 </a:t>
            </a:r>
            <a:r>
              <a:rPr lang="en-US" altLang="en-US" dirty="0" err="1"/>
              <a:t>phòng</a:t>
            </a:r>
            <a:r>
              <a:rPr lang="en-US" altLang="en-US" dirty="0"/>
              <a:t> ban, </a:t>
            </a:r>
            <a:r>
              <a:rPr lang="en-US" altLang="en-US" dirty="0" err="1"/>
              <a:t>tham</a:t>
            </a:r>
            <a:r>
              <a:rPr lang="en-US" altLang="en-US" dirty="0"/>
              <a:t> </a:t>
            </a:r>
            <a:r>
              <a:rPr lang="en-US" altLang="en-US" dirty="0" err="1"/>
              <a:t>gia</a:t>
            </a:r>
            <a:r>
              <a:rPr lang="en-US" altLang="en-US" dirty="0"/>
              <a:t> </a:t>
            </a:r>
            <a:r>
              <a:rPr lang="en-US" altLang="en-US" dirty="0" err="1"/>
              <a:t>vào</a:t>
            </a:r>
            <a:r>
              <a:rPr lang="en-US" altLang="en-US" dirty="0"/>
              <a:t> </a:t>
            </a:r>
            <a:r>
              <a:rPr lang="en-US" altLang="en-US" dirty="0" err="1"/>
              <a:t>các</a:t>
            </a:r>
            <a:r>
              <a:rPr lang="en-US" altLang="en-US" dirty="0"/>
              <a:t> </a:t>
            </a:r>
            <a:r>
              <a:rPr lang="en-US" altLang="en-US" dirty="0" err="1"/>
              <a:t>đề</a:t>
            </a:r>
            <a:r>
              <a:rPr lang="en-US" altLang="en-US" dirty="0"/>
              <a:t> </a:t>
            </a:r>
            <a:r>
              <a:rPr lang="en-US" altLang="en-US" dirty="0" err="1"/>
              <a:t>án</a:t>
            </a:r>
            <a:r>
              <a:rPr lang="en-US" altLang="en-US" dirty="0"/>
              <a:t> </a:t>
            </a:r>
            <a:r>
              <a:rPr lang="en-US" altLang="en-US" dirty="0" err="1"/>
              <a:t>với</a:t>
            </a:r>
            <a:r>
              <a:rPr lang="en-US" altLang="en-US" dirty="0"/>
              <a:t> </a:t>
            </a:r>
            <a:r>
              <a:rPr lang="en-US" altLang="en-US" dirty="0" err="1"/>
              <a:t>số</a:t>
            </a:r>
            <a:r>
              <a:rPr lang="en-US" altLang="en-US" dirty="0"/>
              <a:t> </a:t>
            </a:r>
            <a:r>
              <a:rPr lang="en-US" altLang="en-US" dirty="0" err="1"/>
              <a:t>giờ</a:t>
            </a:r>
            <a:r>
              <a:rPr lang="en-US" altLang="en-US" dirty="0"/>
              <a:t> </a:t>
            </a:r>
            <a:r>
              <a:rPr lang="en-US" altLang="en-US" dirty="0" err="1"/>
              <a:t>làm</a:t>
            </a:r>
            <a:r>
              <a:rPr lang="en-US" altLang="en-US" dirty="0"/>
              <a:t> </a:t>
            </a:r>
            <a:r>
              <a:rPr lang="en-US" altLang="en-US" dirty="0" err="1"/>
              <a:t>việc</a:t>
            </a:r>
            <a:r>
              <a:rPr lang="en-US" altLang="en-US" dirty="0"/>
              <a:t> </a:t>
            </a:r>
            <a:r>
              <a:rPr lang="en-US" altLang="en-US" dirty="0" err="1"/>
              <a:t>khác</a:t>
            </a:r>
            <a:r>
              <a:rPr lang="en-US" altLang="en-US" dirty="0"/>
              <a:t> </a:t>
            </a:r>
            <a:r>
              <a:rPr lang="en-US" altLang="en-US" dirty="0" err="1"/>
              <a:t>nhau</a:t>
            </a:r>
            <a:r>
              <a:rPr lang="en-US" altLang="en-US" dirty="0"/>
              <a:t>. </a:t>
            </a:r>
            <a:r>
              <a:rPr lang="en-US" altLang="en-US" dirty="0" err="1"/>
              <a:t>Mỗi</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t>đều</a:t>
            </a:r>
            <a:r>
              <a:rPr lang="en-US" altLang="en-US" dirty="0"/>
              <a:t> </a:t>
            </a:r>
            <a:r>
              <a:rPr lang="en-US" altLang="en-US" dirty="0" err="1"/>
              <a:t>có</a:t>
            </a:r>
            <a:r>
              <a:rPr lang="en-US" altLang="en-US" dirty="0"/>
              <a:t> </a:t>
            </a:r>
            <a:r>
              <a:rPr lang="en-US" altLang="en-US" dirty="0" err="1"/>
              <a:t>một</a:t>
            </a:r>
            <a:r>
              <a:rPr lang="en-US" altLang="en-US" dirty="0"/>
              <a:t> </a:t>
            </a:r>
            <a:r>
              <a:rPr lang="en-US" altLang="en-US" dirty="0" err="1"/>
              <a:t>người</a:t>
            </a:r>
            <a:r>
              <a:rPr lang="en-US" altLang="en-US" dirty="0"/>
              <a:t> </a:t>
            </a:r>
            <a:r>
              <a:rPr lang="en-US" altLang="en-US" dirty="0" err="1"/>
              <a:t>quản</a:t>
            </a:r>
            <a:r>
              <a:rPr lang="en-US" altLang="en-US" dirty="0"/>
              <a:t> </a:t>
            </a:r>
            <a:r>
              <a:rPr lang="en-US" altLang="en-US" dirty="0" err="1"/>
              <a:t>lý</a:t>
            </a:r>
            <a:r>
              <a:rPr lang="en-US" altLang="en-US" dirty="0"/>
              <a:t> </a:t>
            </a:r>
            <a:r>
              <a:rPr lang="en-US" altLang="en-US" dirty="0" err="1"/>
              <a:t>trực</a:t>
            </a:r>
            <a:r>
              <a:rPr lang="en-US" altLang="en-US" dirty="0"/>
              <a:t> </a:t>
            </a:r>
            <a:r>
              <a:rPr lang="en-US" altLang="en-US" dirty="0" err="1"/>
              <a:t>tiếp</a:t>
            </a:r>
            <a:endParaRPr lang="en-US" altLang="en-US" dirty="0"/>
          </a:p>
          <a:p>
            <a:pPr marL="339725" lvl="1" eaLnBrk="1" hangingPunct="1"/>
            <a:r>
              <a:rPr lang="en-US" altLang="en-US" dirty="0" err="1"/>
              <a:t>Một</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t>có</a:t>
            </a:r>
            <a:r>
              <a:rPr lang="en-US" altLang="en-US" dirty="0"/>
              <a:t> </a:t>
            </a:r>
            <a:r>
              <a:rPr lang="en-US" altLang="en-US" dirty="0" err="1"/>
              <a:t>thể</a:t>
            </a:r>
            <a:r>
              <a:rPr lang="en-US" altLang="en-US" dirty="0"/>
              <a:t> </a:t>
            </a:r>
            <a:r>
              <a:rPr lang="en-US" altLang="en-US" dirty="0" err="1"/>
              <a:t>có</a:t>
            </a:r>
            <a:r>
              <a:rPr lang="en-US" altLang="en-US" dirty="0"/>
              <a:t> </a:t>
            </a:r>
            <a:r>
              <a:rPr lang="en-US" altLang="en-US" dirty="0" err="1"/>
              <a:t>nhiều</a:t>
            </a:r>
            <a:r>
              <a:rPr lang="en-US" altLang="en-US" dirty="0"/>
              <a:t> </a:t>
            </a:r>
            <a:r>
              <a:rPr lang="en-US" altLang="en-US" dirty="0" err="1"/>
              <a:t>thân</a:t>
            </a:r>
            <a:r>
              <a:rPr lang="en-US" altLang="en-US" dirty="0"/>
              <a:t> </a:t>
            </a:r>
            <a:r>
              <a:rPr lang="en-US" altLang="en-US" dirty="0" err="1"/>
              <a:t>nhân</a:t>
            </a:r>
            <a:r>
              <a:rPr lang="en-US" altLang="en-US" dirty="0"/>
              <a:t>. </a:t>
            </a:r>
            <a:r>
              <a:rPr lang="en-US" altLang="en-US" dirty="0" err="1"/>
              <a:t>Mỗi</a:t>
            </a:r>
            <a:r>
              <a:rPr lang="en-US" altLang="en-US" dirty="0"/>
              <a:t> </a:t>
            </a:r>
            <a:r>
              <a:rPr lang="en-US" altLang="en-US" b="1" dirty="0" err="1">
                <a:solidFill>
                  <a:srgbClr val="FF0000"/>
                </a:solidFill>
              </a:rPr>
              <a:t>thân</a:t>
            </a:r>
            <a:r>
              <a:rPr lang="en-US" altLang="en-US" b="1" dirty="0">
                <a:solidFill>
                  <a:srgbClr val="FF0000"/>
                </a:solidFill>
              </a:rPr>
              <a:t> </a:t>
            </a:r>
            <a:r>
              <a:rPr lang="en-US" altLang="en-US" b="1" dirty="0" err="1">
                <a:solidFill>
                  <a:srgbClr val="FF0000"/>
                </a:solidFill>
              </a:rPr>
              <a:t>nhân</a:t>
            </a:r>
            <a:r>
              <a:rPr lang="en-US" altLang="en-US" b="1" dirty="0">
                <a:solidFill>
                  <a:srgbClr val="FF0000"/>
                </a:solidFill>
              </a:rPr>
              <a:t> </a:t>
            </a:r>
            <a:r>
              <a:rPr lang="en-US" altLang="en-US" dirty="0" err="1"/>
              <a:t>có</a:t>
            </a:r>
            <a:r>
              <a:rPr lang="en-US" altLang="en-US" dirty="0"/>
              <a:t> </a:t>
            </a:r>
            <a:r>
              <a:rPr lang="en-US" altLang="en-US" dirty="0" err="1"/>
              <a:t>tên</a:t>
            </a:r>
            <a:r>
              <a:rPr lang="en-US" altLang="en-US" dirty="0"/>
              <a:t>, </a:t>
            </a:r>
            <a:r>
              <a:rPr lang="en-US" altLang="en-US" dirty="0" err="1"/>
              <a:t>phái</a:t>
            </a:r>
            <a:r>
              <a:rPr lang="en-US" altLang="en-US" dirty="0"/>
              <a:t>, </a:t>
            </a:r>
            <a:r>
              <a:rPr lang="en-US" altLang="en-US" dirty="0" err="1"/>
              <a:t>ngày</a:t>
            </a:r>
            <a:r>
              <a:rPr lang="en-US" altLang="en-US" dirty="0"/>
              <a:t> </a:t>
            </a:r>
            <a:r>
              <a:rPr lang="en-US" altLang="en-US" dirty="0" err="1"/>
              <a:t>sinh</a:t>
            </a:r>
            <a:r>
              <a:rPr lang="en-US" altLang="en-US" dirty="0"/>
              <a:t> </a:t>
            </a:r>
            <a:r>
              <a:rPr lang="en-US" altLang="en-US" dirty="0" err="1"/>
              <a:t>và</a:t>
            </a:r>
            <a:r>
              <a:rPr lang="en-US" altLang="en-US" dirty="0"/>
              <a:t> </a:t>
            </a:r>
            <a:r>
              <a:rPr lang="en-US" altLang="en-US" dirty="0" err="1"/>
              <a:t>mối</a:t>
            </a:r>
            <a:r>
              <a:rPr lang="en-US" altLang="en-US" dirty="0"/>
              <a:t> </a:t>
            </a:r>
            <a:r>
              <a:rPr lang="en-US" altLang="en-US" dirty="0" err="1"/>
              <a:t>quan</a:t>
            </a:r>
            <a:r>
              <a:rPr lang="en-US" altLang="en-US" dirty="0"/>
              <a:t> </a:t>
            </a:r>
            <a:r>
              <a:rPr lang="en-US" altLang="en-US" dirty="0" err="1"/>
              <a:t>hệ</a:t>
            </a:r>
            <a:r>
              <a:rPr lang="en-US" altLang="en-US" dirty="0"/>
              <a:t> </a:t>
            </a:r>
            <a:r>
              <a:rPr lang="en-US" altLang="en-US" dirty="0" err="1"/>
              <a:t>với</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t>đó</a:t>
            </a:r>
            <a:endParaRPr lang="en-US" altLang="en-US" dirty="0"/>
          </a:p>
        </p:txBody>
      </p:sp>
      <p:sp>
        <p:nvSpPr>
          <p:cNvPr id="4" name="Date Placeholder 3">
            <a:extLst>
              <a:ext uri="{FF2B5EF4-FFF2-40B4-BE49-F238E27FC236}">
                <a16:creationId xmlns:a16="http://schemas.microsoft.com/office/drawing/2014/main" id="{4D539EFD-5BCE-B79C-357E-DEC4E1B284D6}"/>
              </a:ext>
            </a:extLst>
          </p:cNvPr>
          <p:cNvSpPr>
            <a:spLocks noGrp="1"/>
          </p:cNvSpPr>
          <p:nvPr>
            <p:ph type="dt" sz="half" idx="10"/>
          </p:nvPr>
        </p:nvSpPr>
        <p:spPr/>
        <p:txBody>
          <a:bodyPr/>
          <a:lstStyle/>
          <a:p>
            <a:pPr>
              <a:defRPr/>
            </a:pPr>
            <a:r>
              <a:rPr lang="en-US"/>
              <a:t>Bộ môn Hệ thống thông tin - Khoa CNTT</a:t>
            </a:r>
            <a:endParaRPr lang="en-US" altLang="en-US"/>
          </a:p>
        </p:txBody>
      </p:sp>
      <p:sp>
        <p:nvSpPr>
          <p:cNvPr id="5" name="Slide Number Placeholder 4">
            <a:extLst>
              <a:ext uri="{FF2B5EF4-FFF2-40B4-BE49-F238E27FC236}">
                <a16:creationId xmlns:a16="http://schemas.microsoft.com/office/drawing/2014/main" id="{32A439B0-8764-A3AF-EBD1-A2FE95FDF8C3}"/>
              </a:ext>
            </a:extLst>
          </p:cNvPr>
          <p:cNvSpPr>
            <a:spLocks noGrp="1"/>
          </p:cNvSpPr>
          <p:nvPr>
            <p:ph type="sldNum" sz="quarter" idx="12"/>
          </p:nvPr>
        </p:nvSpPr>
        <p:spPr/>
        <p:txBody>
          <a:bodyPr/>
          <a:lstStyle/>
          <a:p>
            <a:pPr>
              <a:defRPr/>
            </a:pPr>
            <a:fld id="{C829124A-08A9-4D4E-B3E1-53AD02BA2154}" type="slidenum">
              <a:rPr lang="en-US" altLang="en-US"/>
              <a:pPr>
                <a:defRPr/>
              </a:pPr>
              <a:t>10</a:t>
            </a:fld>
            <a:endParaRPr lang="en-US" altLang="en-US"/>
          </a:p>
        </p:txBody>
      </p:sp>
    </p:spTree>
    <p:extLst>
      <p:ext uri="{BB962C8B-B14F-4D97-AF65-F5344CB8AC3E}">
        <p14:creationId xmlns:p14="http://schemas.microsoft.com/office/powerpoint/2010/main" val="2101496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1636BD8-4E0D-4A53-A24B-9B36A8032989}"/>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29698" name="Slide Number Placeholder 5">
            <a:extLst>
              <a:ext uri="{FF2B5EF4-FFF2-40B4-BE49-F238E27FC236}">
                <a16:creationId xmlns:a16="http://schemas.microsoft.com/office/drawing/2014/main" id="{9BE010A4-4993-47D3-94AB-97AC0B1999A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BD71F17E-F6B3-4D8B-9FDA-4EE727EA146D}" type="slidenum">
              <a:rPr lang="en-US" altLang="en-US">
                <a:latin typeface="Arial" panose="020B0604020202020204" pitchFamily="34" charset="0"/>
              </a:rPr>
              <a:pPr/>
              <a:t>11</a:t>
            </a:fld>
            <a:endParaRPr lang="en-US" altLang="en-US">
              <a:latin typeface="Arial" panose="020B0604020202020204" pitchFamily="34" charset="0"/>
            </a:endParaRPr>
          </a:p>
        </p:txBody>
      </p:sp>
      <p:sp>
        <p:nvSpPr>
          <p:cNvPr id="29699" name="Rectangle 2">
            <a:extLst>
              <a:ext uri="{FF2B5EF4-FFF2-40B4-BE49-F238E27FC236}">
                <a16:creationId xmlns:a16="http://schemas.microsoft.com/office/drawing/2014/main" id="{94ACD828-5E10-4F6A-82B5-045E808EDA51}"/>
              </a:ext>
            </a:extLst>
          </p:cNvPr>
          <p:cNvSpPr>
            <a:spLocks noGrp="1" noChangeArrowheads="1"/>
          </p:cNvSpPr>
          <p:nvPr>
            <p:ph type="title"/>
          </p:nvPr>
        </p:nvSpPr>
        <p:spPr>
          <a:xfrm>
            <a:off x="457200" y="354013"/>
            <a:ext cx="8229600" cy="620712"/>
          </a:xfrm>
        </p:spPr>
        <p:txBody>
          <a:bodyPr/>
          <a:lstStyle/>
          <a:p>
            <a:pPr eaLnBrk="1" hangingPunct="1"/>
            <a:r>
              <a:rPr lang="en-US" altLang="en-US" sz="3500"/>
              <a:t>Thuộc tính</a:t>
            </a:r>
          </a:p>
        </p:txBody>
      </p:sp>
      <p:sp>
        <p:nvSpPr>
          <p:cNvPr id="29700" name="Rectangle 3">
            <a:extLst>
              <a:ext uri="{FF2B5EF4-FFF2-40B4-BE49-F238E27FC236}">
                <a16:creationId xmlns:a16="http://schemas.microsoft.com/office/drawing/2014/main" id="{0FA1239C-09E3-463D-8DC2-0AA884E39243}"/>
              </a:ext>
            </a:extLst>
          </p:cNvPr>
          <p:cNvSpPr>
            <a:spLocks noGrp="1" noChangeArrowheads="1"/>
          </p:cNvSpPr>
          <p:nvPr>
            <p:ph type="body" idx="1"/>
          </p:nvPr>
        </p:nvSpPr>
        <p:spPr>
          <a:xfrm>
            <a:off x="457200" y="1295400"/>
            <a:ext cx="8305800" cy="5105400"/>
          </a:xfrm>
        </p:spPr>
        <p:txBody>
          <a:bodyPr/>
          <a:lstStyle/>
          <a:p>
            <a:pPr eaLnBrk="1" hangingPunct="1"/>
            <a:r>
              <a:rPr lang="en-US" altLang="en-US"/>
              <a:t>Là những </a:t>
            </a:r>
            <a:r>
              <a:rPr lang="en-US" altLang="en-US" u="sng"/>
              <a:t>đặc tính riêng biệt</a:t>
            </a:r>
            <a:r>
              <a:rPr lang="en-US" altLang="en-US"/>
              <a:t> của tập thực thể </a:t>
            </a:r>
          </a:p>
          <a:p>
            <a:pPr eaLnBrk="1" hangingPunct="1"/>
            <a:endParaRPr lang="en-US" altLang="en-US"/>
          </a:p>
          <a:p>
            <a:pPr eaLnBrk="1" hangingPunct="1"/>
            <a:r>
              <a:rPr lang="en-US" altLang="en-US"/>
              <a:t>Ví dụ tập thực thể NHANVIEN có các thuộc tính</a:t>
            </a:r>
          </a:p>
          <a:p>
            <a:pPr lvl="1" eaLnBrk="1" hangingPunct="1"/>
            <a:r>
              <a:rPr lang="en-US" altLang="en-US"/>
              <a:t>Họ tên</a:t>
            </a:r>
          </a:p>
          <a:p>
            <a:pPr lvl="1" eaLnBrk="1" hangingPunct="1"/>
            <a:r>
              <a:rPr lang="en-US" altLang="en-US"/>
              <a:t>Ngày sinh</a:t>
            </a:r>
          </a:p>
          <a:p>
            <a:pPr lvl="1" eaLnBrk="1" hangingPunct="1"/>
            <a:r>
              <a:rPr lang="en-US" altLang="en-US"/>
              <a:t>Địa chỉ</a:t>
            </a:r>
          </a:p>
          <a:p>
            <a:pPr lvl="1" eaLnBrk="1" hangingPunct="1"/>
            <a:r>
              <a:rPr lang="en-US" altLang="en-US"/>
              <a:t>…</a:t>
            </a:r>
          </a:p>
          <a:p>
            <a:pPr eaLnBrk="1" hangingPunct="1"/>
            <a:r>
              <a:rPr lang="en-US" altLang="en-US"/>
              <a:t>Là những giá trị nguyên tố</a:t>
            </a:r>
          </a:p>
          <a:p>
            <a:pPr lvl="1" eaLnBrk="1" hangingPunct="1"/>
            <a:r>
              <a:rPr lang="en-US" altLang="en-US"/>
              <a:t>Kiểu chuỗi</a:t>
            </a:r>
          </a:p>
          <a:p>
            <a:pPr lvl="1" eaLnBrk="1" hangingPunct="1"/>
            <a:r>
              <a:rPr lang="en-US" altLang="en-US"/>
              <a:t>Kiểu số nguyên</a:t>
            </a:r>
          </a:p>
          <a:p>
            <a:pPr lvl="1" eaLnBrk="1" hangingPunct="1"/>
            <a:r>
              <a:rPr lang="en-US" altLang="en-US"/>
              <a:t>Kiểu số thực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41A35-4AB6-926A-F6AF-3243CD092BF3}"/>
              </a:ext>
            </a:extLst>
          </p:cNvPr>
          <p:cNvSpPr>
            <a:spLocks noGrp="1"/>
          </p:cNvSpPr>
          <p:nvPr>
            <p:ph type="title"/>
          </p:nvPr>
        </p:nvSpPr>
        <p:spPr/>
        <p:txBody>
          <a:bodyPr/>
          <a:lstStyle/>
          <a:p>
            <a:r>
              <a:rPr lang="en-US"/>
              <a:t>Tập thuộc tính – VD (tt)</a:t>
            </a:r>
          </a:p>
        </p:txBody>
      </p:sp>
      <p:sp>
        <p:nvSpPr>
          <p:cNvPr id="3" name="Content Placeholder 2">
            <a:extLst>
              <a:ext uri="{FF2B5EF4-FFF2-40B4-BE49-F238E27FC236}">
                <a16:creationId xmlns:a16="http://schemas.microsoft.com/office/drawing/2014/main" id="{516FDD8A-325F-C533-2E84-47A893999F8B}"/>
              </a:ext>
            </a:extLst>
          </p:cNvPr>
          <p:cNvSpPr>
            <a:spLocks noGrp="1"/>
          </p:cNvSpPr>
          <p:nvPr>
            <p:ph idx="1"/>
          </p:nvPr>
        </p:nvSpPr>
        <p:spPr>
          <a:xfrm>
            <a:off x="457200" y="1219200"/>
            <a:ext cx="8229600" cy="5176838"/>
          </a:xfrm>
        </p:spPr>
        <p:txBody>
          <a:bodyPr/>
          <a:lstStyle/>
          <a:p>
            <a:pPr marL="339725" lvl="1" eaLnBrk="1" hangingPunct="1"/>
            <a:r>
              <a:rPr lang="en-US" altLang="en-US" dirty="0" err="1"/>
              <a:t>Cty</a:t>
            </a:r>
            <a:r>
              <a:rPr lang="en-US" altLang="en-US" dirty="0"/>
              <a:t> </a:t>
            </a:r>
            <a:r>
              <a:rPr lang="en-US" altLang="en-US" dirty="0" err="1"/>
              <a:t>có</a:t>
            </a:r>
            <a:r>
              <a:rPr lang="en-US" altLang="en-US" dirty="0"/>
              <a:t> </a:t>
            </a:r>
            <a:r>
              <a:rPr lang="en-US" altLang="en-US" dirty="0" err="1"/>
              <a:t>nhiều</a:t>
            </a:r>
            <a:r>
              <a:rPr lang="en-US" altLang="en-US" dirty="0"/>
              <a:t> </a:t>
            </a:r>
            <a:r>
              <a:rPr lang="en-US" altLang="en-US" b="1" dirty="0" err="1">
                <a:solidFill>
                  <a:srgbClr val="FF0000"/>
                </a:solidFill>
              </a:rPr>
              <a:t>phòng</a:t>
            </a:r>
            <a:r>
              <a:rPr lang="en-US" altLang="en-US" b="1" dirty="0">
                <a:solidFill>
                  <a:srgbClr val="FF0000"/>
                </a:solidFill>
              </a:rPr>
              <a:t> ban</a:t>
            </a:r>
            <a:r>
              <a:rPr lang="en-US" altLang="en-US" dirty="0"/>
              <a:t>, </a:t>
            </a:r>
            <a:r>
              <a:rPr lang="en-US" altLang="en-US" dirty="0" err="1"/>
              <a:t>mỗi</a:t>
            </a:r>
            <a:r>
              <a:rPr lang="en-US" altLang="en-US" dirty="0"/>
              <a:t> </a:t>
            </a:r>
            <a:r>
              <a:rPr lang="en-US" altLang="en-US" dirty="0" err="1"/>
              <a:t>phòng</a:t>
            </a:r>
            <a:r>
              <a:rPr lang="en-US" altLang="en-US" dirty="0"/>
              <a:t> ban </a:t>
            </a:r>
            <a:r>
              <a:rPr lang="en-US" altLang="en-US" dirty="0" err="1"/>
              <a:t>có</a:t>
            </a:r>
            <a:r>
              <a:rPr lang="en-US" altLang="en-US" dirty="0"/>
              <a:t> </a:t>
            </a:r>
            <a:r>
              <a:rPr lang="en-US" altLang="en-US" i="1" dirty="0" err="1">
                <a:solidFill>
                  <a:srgbClr val="00B0F0"/>
                </a:solidFill>
              </a:rPr>
              <a:t>tên</a:t>
            </a:r>
            <a:r>
              <a:rPr lang="en-US" altLang="en-US" i="1" dirty="0">
                <a:solidFill>
                  <a:srgbClr val="00B0F0"/>
                </a:solidFill>
              </a:rPr>
              <a:t> </a:t>
            </a:r>
            <a:r>
              <a:rPr lang="en-US" altLang="en-US" i="1" dirty="0" err="1">
                <a:solidFill>
                  <a:srgbClr val="00B0F0"/>
                </a:solidFill>
              </a:rPr>
              <a:t>duy</a:t>
            </a:r>
            <a:r>
              <a:rPr lang="en-US" altLang="en-US" i="1" dirty="0">
                <a:solidFill>
                  <a:srgbClr val="00B0F0"/>
                </a:solidFill>
              </a:rPr>
              <a:t> </a:t>
            </a:r>
            <a:r>
              <a:rPr lang="en-US" altLang="en-US" i="1" dirty="0" err="1">
                <a:solidFill>
                  <a:srgbClr val="00B0F0"/>
                </a:solidFill>
              </a:rPr>
              <a:t>nhất</a:t>
            </a:r>
            <a:r>
              <a:rPr lang="en-US" altLang="en-US" i="1" dirty="0">
                <a:solidFill>
                  <a:srgbClr val="00B0F0"/>
                </a:solidFill>
              </a:rPr>
              <a:t>, </a:t>
            </a:r>
            <a:r>
              <a:rPr lang="en-US" altLang="en-US" i="1" dirty="0" err="1">
                <a:solidFill>
                  <a:srgbClr val="00B0F0"/>
                </a:solidFill>
              </a:rPr>
              <a:t>mã</a:t>
            </a:r>
            <a:r>
              <a:rPr lang="en-US" altLang="en-US" i="1" dirty="0">
                <a:solidFill>
                  <a:srgbClr val="00B0F0"/>
                </a:solidFill>
              </a:rPr>
              <a:t> </a:t>
            </a:r>
            <a:r>
              <a:rPr lang="en-US" altLang="en-US" i="1" dirty="0" err="1">
                <a:solidFill>
                  <a:srgbClr val="00B0F0"/>
                </a:solidFill>
              </a:rPr>
              <a:t>phòng</a:t>
            </a:r>
            <a:r>
              <a:rPr lang="en-US" altLang="en-US" i="1" dirty="0">
                <a:solidFill>
                  <a:srgbClr val="00B0F0"/>
                </a:solidFill>
              </a:rPr>
              <a:t> </a:t>
            </a:r>
            <a:r>
              <a:rPr lang="en-US" altLang="en-US" i="1" dirty="0" err="1">
                <a:solidFill>
                  <a:srgbClr val="00B0F0"/>
                </a:solidFill>
              </a:rPr>
              <a:t>duy</a:t>
            </a:r>
            <a:r>
              <a:rPr lang="en-US" altLang="en-US" i="1" dirty="0">
                <a:solidFill>
                  <a:srgbClr val="00B0F0"/>
                </a:solidFill>
              </a:rPr>
              <a:t> </a:t>
            </a:r>
            <a:r>
              <a:rPr lang="en-US" altLang="en-US" i="1" dirty="0" err="1">
                <a:solidFill>
                  <a:srgbClr val="00B0F0"/>
                </a:solidFill>
              </a:rPr>
              <a:t>nhất</a:t>
            </a:r>
            <a:r>
              <a:rPr lang="en-US" altLang="en-US" i="1" dirty="0">
                <a:solidFill>
                  <a:srgbClr val="00B0F0"/>
                </a:solidFill>
              </a:rPr>
              <a:t>, </a:t>
            </a:r>
            <a:r>
              <a:rPr lang="en-US" altLang="en-US" i="1" dirty="0" err="1">
                <a:solidFill>
                  <a:srgbClr val="00B0F0"/>
                </a:solidFill>
              </a:rPr>
              <a:t>một</a:t>
            </a:r>
            <a:r>
              <a:rPr lang="en-US" altLang="en-US" i="1" dirty="0">
                <a:solidFill>
                  <a:srgbClr val="00B0F0"/>
                </a:solidFill>
              </a:rPr>
              <a:t> </a:t>
            </a:r>
            <a:r>
              <a:rPr lang="en-US" altLang="en-US" i="1" dirty="0" err="1">
                <a:solidFill>
                  <a:srgbClr val="00B0F0"/>
                </a:solidFill>
              </a:rPr>
              <a:t>trưởng</a:t>
            </a:r>
            <a:r>
              <a:rPr lang="en-US" altLang="en-US" i="1" dirty="0">
                <a:solidFill>
                  <a:srgbClr val="00B0F0"/>
                </a:solidFill>
              </a:rPr>
              <a:t> </a:t>
            </a:r>
            <a:r>
              <a:rPr lang="en-US" altLang="en-US" i="1" dirty="0" err="1">
                <a:solidFill>
                  <a:srgbClr val="00B0F0"/>
                </a:solidFill>
              </a:rPr>
              <a:t>phòng</a:t>
            </a:r>
            <a:r>
              <a:rPr lang="en-US" altLang="en-US" i="1" dirty="0">
                <a:solidFill>
                  <a:srgbClr val="00B0F0"/>
                </a:solidFill>
              </a:rPr>
              <a:t> </a:t>
            </a:r>
            <a:r>
              <a:rPr lang="en-US" altLang="en-US" i="1" dirty="0" err="1">
                <a:solidFill>
                  <a:srgbClr val="00B0F0"/>
                </a:solidFill>
              </a:rPr>
              <a:t>và</a:t>
            </a:r>
            <a:r>
              <a:rPr lang="en-US" altLang="en-US" i="1" dirty="0">
                <a:solidFill>
                  <a:srgbClr val="00B0F0"/>
                </a:solidFill>
              </a:rPr>
              <a:t> </a:t>
            </a:r>
            <a:r>
              <a:rPr lang="en-US" altLang="en-US" i="1" dirty="0" err="1">
                <a:solidFill>
                  <a:srgbClr val="00B0F0"/>
                </a:solidFill>
              </a:rPr>
              <a:t>ngày</a:t>
            </a:r>
            <a:r>
              <a:rPr lang="en-US" altLang="en-US" i="1" dirty="0">
                <a:solidFill>
                  <a:srgbClr val="00B0F0"/>
                </a:solidFill>
              </a:rPr>
              <a:t> </a:t>
            </a:r>
            <a:r>
              <a:rPr lang="en-US" altLang="en-US" i="1" dirty="0" err="1">
                <a:solidFill>
                  <a:srgbClr val="00B0F0"/>
                </a:solidFill>
              </a:rPr>
              <a:t>nhận</a:t>
            </a:r>
            <a:r>
              <a:rPr lang="en-US" altLang="en-US" i="1" dirty="0">
                <a:solidFill>
                  <a:srgbClr val="00B0F0"/>
                </a:solidFill>
              </a:rPr>
              <a:t> chức</a:t>
            </a:r>
            <a:r>
              <a:rPr lang="en-US" altLang="en-US" dirty="0"/>
              <a:t>. </a:t>
            </a:r>
            <a:r>
              <a:rPr lang="en-US" altLang="en-US" dirty="0" err="1"/>
              <a:t>Mỗi</a:t>
            </a:r>
            <a:r>
              <a:rPr lang="en-US" altLang="en-US" dirty="0"/>
              <a:t> </a:t>
            </a:r>
            <a:r>
              <a:rPr lang="en-US" altLang="en-US" dirty="0" err="1"/>
              <a:t>phòng</a:t>
            </a:r>
            <a:r>
              <a:rPr lang="en-US" altLang="en-US" dirty="0"/>
              <a:t> ban </a:t>
            </a:r>
            <a:r>
              <a:rPr lang="en-US" altLang="en-US" dirty="0" err="1"/>
              <a:t>có</a:t>
            </a:r>
            <a:r>
              <a:rPr lang="en-US" altLang="en-US" dirty="0"/>
              <a:t> </a:t>
            </a:r>
            <a:r>
              <a:rPr lang="en-US" altLang="en-US" dirty="0" err="1"/>
              <a:t>thể</a:t>
            </a:r>
            <a:r>
              <a:rPr lang="en-US" altLang="en-US" dirty="0"/>
              <a:t> ở </a:t>
            </a:r>
            <a:r>
              <a:rPr lang="en-US" altLang="en-US" dirty="0" err="1"/>
              <a:t>nhiều</a:t>
            </a:r>
            <a:r>
              <a:rPr lang="en-US" altLang="en-US" dirty="0"/>
              <a:t> </a:t>
            </a:r>
            <a:r>
              <a:rPr lang="en-US" altLang="en-US" dirty="0" err="1"/>
              <a:t>địa</a:t>
            </a:r>
            <a:r>
              <a:rPr lang="en-US" altLang="en-US" dirty="0"/>
              <a:t> </a:t>
            </a:r>
            <a:r>
              <a:rPr lang="en-US" altLang="en-US" dirty="0" err="1"/>
              <a:t>điểm</a:t>
            </a:r>
            <a:r>
              <a:rPr lang="en-US" altLang="en-US" dirty="0"/>
              <a:t> </a:t>
            </a:r>
            <a:r>
              <a:rPr lang="en-US" altLang="en-US" dirty="0" err="1"/>
              <a:t>khác</a:t>
            </a:r>
            <a:r>
              <a:rPr lang="en-US" altLang="en-US" dirty="0"/>
              <a:t> </a:t>
            </a:r>
            <a:r>
              <a:rPr lang="en-US" altLang="en-US" dirty="0" err="1"/>
              <a:t>nhau</a:t>
            </a:r>
            <a:r>
              <a:rPr lang="en-US" altLang="en-US" dirty="0"/>
              <a:t>. </a:t>
            </a:r>
            <a:r>
              <a:rPr lang="en-US" altLang="en-US" dirty="0" err="1"/>
              <a:t>Mỗi</a:t>
            </a:r>
            <a:r>
              <a:rPr lang="en-US" altLang="en-US" dirty="0"/>
              <a:t> </a:t>
            </a:r>
            <a:r>
              <a:rPr lang="en-US" altLang="en-US" b="1" dirty="0" err="1">
                <a:solidFill>
                  <a:srgbClr val="FF0000"/>
                </a:solidFill>
              </a:rPr>
              <a:t>địa</a:t>
            </a:r>
            <a:r>
              <a:rPr lang="en-US" altLang="en-US" b="1" dirty="0">
                <a:solidFill>
                  <a:srgbClr val="FF0000"/>
                </a:solidFill>
              </a:rPr>
              <a:t> </a:t>
            </a:r>
            <a:r>
              <a:rPr lang="en-US" altLang="en-US" b="1" dirty="0" err="1">
                <a:solidFill>
                  <a:srgbClr val="FF0000"/>
                </a:solidFill>
              </a:rPr>
              <a:t>điểm</a:t>
            </a:r>
            <a:r>
              <a:rPr lang="en-US" altLang="en-US" dirty="0"/>
              <a:t> </a:t>
            </a:r>
            <a:r>
              <a:rPr lang="en-US" altLang="en-US" dirty="0" err="1"/>
              <a:t>có</a:t>
            </a:r>
            <a:r>
              <a:rPr lang="en-US" altLang="en-US" dirty="0"/>
              <a:t> </a:t>
            </a:r>
            <a:r>
              <a:rPr lang="en-US" altLang="en-US" i="1" dirty="0" err="1">
                <a:solidFill>
                  <a:srgbClr val="00B0F0"/>
                </a:solidFill>
              </a:rPr>
              <a:t>mã</a:t>
            </a:r>
            <a:r>
              <a:rPr lang="en-US" altLang="en-US" i="1" dirty="0">
                <a:solidFill>
                  <a:srgbClr val="00B0F0"/>
                </a:solidFill>
              </a:rPr>
              <a:t> </a:t>
            </a:r>
            <a:r>
              <a:rPr lang="en-US" altLang="en-US" i="1" dirty="0" err="1">
                <a:solidFill>
                  <a:srgbClr val="00B0F0"/>
                </a:solidFill>
              </a:rPr>
              <a:t>số</a:t>
            </a:r>
            <a:r>
              <a:rPr lang="en-US" altLang="en-US" i="1" dirty="0">
                <a:solidFill>
                  <a:srgbClr val="00B0F0"/>
                </a:solidFill>
              </a:rPr>
              <a:t> </a:t>
            </a:r>
            <a:r>
              <a:rPr lang="en-US" altLang="en-US" i="1" dirty="0" err="1">
                <a:solidFill>
                  <a:srgbClr val="00B0F0"/>
                </a:solidFill>
              </a:rPr>
              <a:t>duy</a:t>
            </a:r>
            <a:r>
              <a:rPr lang="en-US" altLang="en-US" i="1" dirty="0">
                <a:solidFill>
                  <a:srgbClr val="00B0F0"/>
                </a:solidFill>
              </a:rPr>
              <a:t> </a:t>
            </a:r>
            <a:r>
              <a:rPr lang="en-US" altLang="en-US" i="1" dirty="0" err="1">
                <a:solidFill>
                  <a:srgbClr val="00B0F0"/>
                </a:solidFill>
              </a:rPr>
              <a:t>nhất</a:t>
            </a:r>
            <a:r>
              <a:rPr lang="en-US" altLang="en-US" i="1" dirty="0">
                <a:solidFill>
                  <a:srgbClr val="00B0F0"/>
                </a:solidFill>
              </a:rPr>
              <a:t> </a:t>
            </a:r>
            <a:r>
              <a:rPr lang="en-US" altLang="en-US" i="1" dirty="0" err="1">
                <a:solidFill>
                  <a:srgbClr val="00B0F0"/>
                </a:solidFill>
              </a:rPr>
              <a:t>và</a:t>
            </a:r>
            <a:r>
              <a:rPr lang="en-US" altLang="en-US" i="1" dirty="0">
                <a:solidFill>
                  <a:srgbClr val="00B0F0"/>
                </a:solidFill>
              </a:rPr>
              <a:t> </a:t>
            </a:r>
            <a:r>
              <a:rPr lang="en-US" altLang="en-US" i="1" dirty="0" err="1">
                <a:solidFill>
                  <a:srgbClr val="00B0F0"/>
                </a:solidFill>
              </a:rPr>
              <a:t>tên</a:t>
            </a:r>
            <a:r>
              <a:rPr lang="en-US" altLang="en-US" i="1" dirty="0">
                <a:solidFill>
                  <a:srgbClr val="00B0F0"/>
                </a:solidFill>
              </a:rPr>
              <a:t> </a:t>
            </a:r>
            <a:r>
              <a:rPr lang="en-US" altLang="en-US" i="1" dirty="0" err="1">
                <a:solidFill>
                  <a:srgbClr val="00B0F0"/>
                </a:solidFill>
              </a:rPr>
              <a:t>địa</a:t>
            </a:r>
            <a:r>
              <a:rPr lang="en-US" altLang="en-US" i="1" dirty="0">
                <a:solidFill>
                  <a:srgbClr val="00B0F0"/>
                </a:solidFill>
              </a:rPr>
              <a:t> </a:t>
            </a:r>
            <a:r>
              <a:rPr lang="en-US" altLang="en-US" i="1" dirty="0" err="1">
                <a:solidFill>
                  <a:srgbClr val="00B0F0"/>
                </a:solidFill>
              </a:rPr>
              <a:t>điểm</a:t>
            </a:r>
            <a:endParaRPr lang="en-US" altLang="en-US" i="1" dirty="0">
              <a:solidFill>
                <a:srgbClr val="00B0F0"/>
              </a:solidFill>
            </a:endParaRPr>
          </a:p>
          <a:p>
            <a:pPr marL="339725" lvl="1" eaLnBrk="1" hangingPunct="1"/>
            <a:r>
              <a:rPr lang="en-US" altLang="en-US" b="1" dirty="0" err="1">
                <a:solidFill>
                  <a:srgbClr val="FF0000"/>
                </a:solidFill>
              </a:rPr>
              <a:t>Đề</a:t>
            </a:r>
            <a:r>
              <a:rPr lang="en-US" altLang="en-US" b="1" dirty="0">
                <a:solidFill>
                  <a:srgbClr val="FF0000"/>
                </a:solidFill>
              </a:rPr>
              <a:t> </a:t>
            </a:r>
            <a:r>
              <a:rPr lang="en-US" altLang="en-US" b="1" dirty="0" err="1">
                <a:solidFill>
                  <a:srgbClr val="FF0000"/>
                </a:solidFill>
              </a:rPr>
              <a:t>án</a:t>
            </a:r>
            <a:r>
              <a:rPr lang="en-US" altLang="en-US" b="1" dirty="0">
                <a:solidFill>
                  <a:srgbClr val="FF0000"/>
                </a:solidFill>
              </a:rPr>
              <a:t> </a:t>
            </a:r>
            <a:r>
              <a:rPr lang="en-US" altLang="en-US" dirty="0" err="1"/>
              <a:t>có</a:t>
            </a:r>
            <a:r>
              <a:rPr lang="en-US" altLang="en-US" dirty="0"/>
              <a:t> </a:t>
            </a:r>
            <a:r>
              <a:rPr lang="en-US" altLang="en-US" i="1" dirty="0" err="1">
                <a:solidFill>
                  <a:srgbClr val="00B0F0"/>
                </a:solidFill>
              </a:rPr>
              <a:t>tên</a:t>
            </a:r>
            <a:r>
              <a:rPr lang="en-US" altLang="en-US" i="1" dirty="0">
                <a:solidFill>
                  <a:srgbClr val="00B0F0"/>
                </a:solidFill>
              </a:rPr>
              <a:t> </a:t>
            </a:r>
            <a:r>
              <a:rPr lang="en-US" altLang="en-US" i="1" dirty="0" err="1">
                <a:solidFill>
                  <a:srgbClr val="00B0F0"/>
                </a:solidFill>
              </a:rPr>
              <a:t>duy</a:t>
            </a:r>
            <a:r>
              <a:rPr lang="en-US" altLang="en-US" i="1" dirty="0">
                <a:solidFill>
                  <a:srgbClr val="00B0F0"/>
                </a:solidFill>
              </a:rPr>
              <a:t> </a:t>
            </a:r>
            <a:r>
              <a:rPr lang="en-US" altLang="en-US" i="1" dirty="0" err="1">
                <a:solidFill>
                  <a:srgbClr val="00B0F0"/>
                </a:solidFill>
              </a:rPr>
              <a:t>nhất</a:t>
            </a:r>
            <a:r>
              <a:rPr lang="en-US" altLang="en-US" i="1" dirty="0">
                <a:solidFill>
                  <a:srgbClr val="00B0F0"/>
                </a:solidFill>
              </a:rPr>
              <a:t>, </a:t>
            </a:r>
            <a:r>
              <a:rPr lang="en-US" altLang="en-US" i="1" dirty="0" err="1">
                <a:solidFill>
                  <a:srgbClr val="00B0F0"/>
                </a:solidFill>
              </a:rPr>
              <a:t>mã</a:t>
            </a:r>
            <a:r>
              <a:rPr lang="en-US" altLang="en-US" i="1" dirty="0">
                <a:solidFill>
                  <a:srgbClr val="00B0F0"/>
                </a:solidFill>
              </a:rPr>
              <a:t> </a:t>
            </a:r>
            <a:r>
              <a:rPr lang="en-US" altLang="en-US" i="1" dirty="0" err="1">
                <a:solidFill>
                  <a:srgbClr val="00B0F0"/>
                </a:solidFill>
              </a:rPr>
              <a:t>duy</a:t>
            </a:r>
            <a:r>
              <a:rPr lang="en-US" altLang="en-US" i="1" dirty="0">
                <a:solidFill>
                  <a:srgbClr val="00B0F0"/>
                </a:solidFill>
              </a:rPr>
              <a:t> </a:t>
            </a:r>
            <a:r>
              <a:rPr lang="en-US" altLang="en-US" i="1" dirty="0" err="1">
                <a:solidFill>
                  <a:srgbClr val="00B0F0"/>
                </a:solidFill>
              </a:rPr>
              <a:t>nhất</a:t>
            </a:r>
            <a:r>
              <a:rPr lang="en-US" altLang="en-US" i="1" dirty="0">
                <a:solidFill>
                  <a:srgbClr val="00B0F0"/>
                </a:solidFill>
              </a:rPr>
              <a:t>, </a:t>
            </a:r>
            <a:r>
              <a:rPr lang="en-US" altLang="en-US" dirty="0"/>
              <a:t>do 1 </a:t>
            </a:r>
            <a:r>
              <a:rPr lang="en-US" altLang="en-US" dirty="0" err="1"/>
              <a:t>một</a:t>
            </a:r>
            <a:r>
              <a:rPr lang="en-US" altLang="en-US" dirty="0"/>
              <a:t> </a:t>
            </a:r>
            <a:r>
              <a:rPr lang="en-US" altLang="en-US" dirty="0" err="1"/>
              <a:t>phòng</a:t>
            </a:r>
            <a:r>
              <a:rPr lang="en-US" altLang="en-US" dirty="0"/>
              <a:t> ban </a:t>
            </a:r>
            <a:r>
              <a:rPr lang="en-US" altLang="en-US" dirty="0" err="1"/>
              <a:t>chủ</a:t>
            </a:r>
            <a:r>
              <a:rPr lang="en-US" altLang="en-US" dirty="0"/>
              <a:t> </a:t>
            </a:r>
            <a:r>
              <a:rPr lang="en-US" altLang="en-US" dirty="0" err="1"/>
              <a:t>trì</a:t>
            </a:r>
            <a:r>
              <a:rPr lang="en-US" altLang="en-US" dirty="0"/>
              <a:t> </a:t>
            </a:r>
            <a:r>
              <a:rPr lang="en-US" altLang="en-US" dirty="0" err="1"/>
              <a:t>và</a:t>
            </a:r>
            <a:r>
              <a:rPr lang="en-US" altLang="en-US" i="1" dirty="0">
                <a:solidFill>
                  <a:srgbClr val="00B0F0"/>
                </a:solidFill>
              </a:rPr>
              <a:t> </a:t>
            </a:r>
            <a:r>
              <a:rPr lang="en-US" altLang="en-US" i="1" dirty="0" err="1">
                <a:solidFill>
                  <a:srgbClr val="00B0F0"/>
                </a:solidFill>
              </a:rPr>
              <a:t>được</a:t>
            </a:r>
            <a:r>
              <a:rPr lang="en-US" altLang="en-US" i="1" dirty="0">
                <a:solidFill>
                  <a:srgbClr val="00B0F0"/>
                </a:solidFill>
              </a:rPr>
              <a:t> </a:t>
            </a:r>
            <a:r>
              <a:rPr lang="en-US" altLang="en-US" i="1" dirty="0" err="1">
                <a:solidFill>
                  <a:srgbClr val="00B0F0"/>
                </a:solidFill>
              </a:rPr>
              <a:t>triển</a:t>
            </a:r>
            <a:r>
              <a:rPr lang="en-US" altLang="en-US" i="1" dirty="0">
                <a:solidFill>
                  <a:srgbClr val="00B0F0"/>
                </a:solidFill>
              </a:rPr>
              <a:t> </a:t>
            </a:r>
            <a:r>
              <a:rPr lang="en-US" altLang="en-US" i="1" dirty="0" err="1">
                <a:solidFill>
                  <a:srgbClr val="00B0F0"/>
                </a:solidFill>
              </a:rPr>
              <a:t>khai</a:t>
            </a:r>
            <a:r>
              <a:rPr lang="en-US" altLang="en-US" i="1" dirty="0">
                <a:solidFill>
                  <a:srgbClr val="00B0F0"/>
                </a:solidFill>
              </a:rPr>
              <a:t> ở 1 </a:t>
            </a:r>
            <a:r>
              <a:rPr lang="en-US" altLang="en-US" i="1" dirty="0" err="1">
                <a:solidFill>
                  <a:srgbClr val="00B0F0"/>
                </a:solidFill>
              </a:rPr>
              <a:t>địa</a:t>
            </a:r>
            <a:r>
              <a:rPr lang="en-US" altLang="en-US" i="1" dirty="0">
                <a:solidFill>
                  <a:srgbClr val="00B0F0"/>
                </a:solidFill>
              </a:rPr>
              <a:t> </a:t>
            </a:r>
            <a:r>
              <a:rPr lang="en-US" altLang="en-US" i="1" dirty="0" err="1">
                <a:solidFill>
                  <a:srgbClr val="00B0F0"/>
                </a:solidFill>
              </a:rPr>
              <a:t>điểm</a:t>
            </a:r>
            <a:endParaRPr lang="en-US" altLang="en-US" i="1" dirty="0">
              <a:solidFill>
                <a:srgbClr val="00B0F0"/>
              </a:solidFill>
            </a:endParaRPr>
          </a:p>
          <a:p>
            <a:pPr marL="339725" lvl="1" eaLnBrk="1" hangingPunct="1"/>
            <a:r>
              <a:rPr lang="en-US" altLang="en-US" b="1" dirty="0" err="1">
                <a:solidFill>
                  <a:srgbClr val="FF0000"/>
                </a:solidFill>
              </a:rPr>
              <a:t>Nhân</a:t>
            </a:r>
            <a:r>
              <a:rPr lang="en-US" altLang="en-US" b="1" dirty="0">
                <a:solidFill>
                  <a:srgbClr val="FF0000"/>
                </a:solidFill>
              </a:rPr>
              <a:t> </a:t>
            </a:r>
            <a:r>
              <a:rPr lang="en-US" altLang="en-US" b="1" dirty="0" err="1">
                <a:solidFill>
                  <a:srgbClr val="FF0000"/>
                </a:solidFill>
              </a:rPr>
              <a:t>viên</a:t>
            </a:r>
            <a:r>
              <a:rPr lang="en-US" altLang="en-US" dirty="0"/>
              <a:t> </a:t>
            </a:r>
            <a:r>
              <a:rPr lang="en-US" altLang="en-US" dirty="0" err="1"/>
              <a:t>có</a:t>
            </a:r>
            <a:r>
              <a:rPr lang="en-US" altLang="en-US" dirty="0"/>
              <a:t> </a:t>
            </a:r>
            <a:r>
              <a:rPr lang="en-US" altLang="en-US" i="1" dirty="0" err="1">
                <a:solidFill>
                  <a:srgbClr val="00B0F0"/>
                </a:solidFill>
              </a:rPr>
              <a:t>mã</a:t>
            </a:r>
            <a:r>
              <a:rPr lang="en-US" altLang="en-US" i="1" dirty="0">
                <a:solidFill>
                  <a:srgbClr val="00B0F0"/>
                </a:solidFill>
              </a:rPr>
              <a:t> </a:t>
            </a:r>
            <a:r>
              <a:rPr lang="en-US" altLang="en-US" i="1" dirty="0" err="1">
                <a:solidFill>
                  <a:srgbClr val="00B0F0"/>
                </a:solidFill>
              </a:rPr>
              <a:t>số</a:t>
            </a:r>
            <a:r>
              <a:rPr lang="en-US" altLang="en-US" i="1" dirty="0">
                <a:solidFill>
                  <a:srgbClr val="00B0F0"/>
                </a:solidFill>
              </a:rPr>
              <a:t>, </a:t>
            </a:r>
            <a:r>
              <a:rPr lang="en-US" altLang="en-US" i="1" dirty="0" err="1">
                <a:solidFill>
                  <a:srgbClr val="00B0F0"/>
                </a:solidFill>
              </a:rPr>
              <a:t>tên</a:t>
            </a:r>
            <a:r>
              <a:rPr lang="en-US" altLang="en-US" i="1" dirty="0">
                <a:solidFill>
                  <a:srgbClr val="00B0F0"/>
                </a:solidFill>
              </a:rPr>
              <a:t>, </a:t>
            </a:r>
            <a:r>
              <a:rPr lang="en-US" altLang="en-US" i="1" dirty="0" err="1">
                <a:solidFill>
                  <a:srgbClr val="00B0F0"/>
                </a:solidFill>
              </a:rPr>
              <a:t>địa</a:t>
            </a:r>
            <a:r>
              <a:rPr lang="en-US" altLang="en-US" i="1" dirty="0">
                <a:solidFill>
                  <a:srgbClr val="00B0F0"/>
                </a:solidFill>
              </a:rPr>
              <a:t> </a:t>
            </a:r>
            <a:r>
              <a:rPr lang="en-US" altLang="en-US" i="1" dirty="0" err="1">
                <a:solidFill>
                  <a:srgbClr val="00B0F0"/>
                </a:solidFill>
              </a:rPr>
              <a:t>chỉ</a:t>
            </a:r>
            <a:r>
              <a:rPr lang="en-US" altLang="en-US" i="1" dirty="0">
                <a:solidFill>
                  <a:srgbClr val="00B0F0"/>
                </a:solidFill>
              </a:rPr>
              <a:t>, </a:t>
            </a:r>
            <a:r>
              <a:rPr lang="en-US" altLang="en-US" i="1" dirty="0" err="1">
                <a:solidFill>
                  <a:srgbClr val="00B0F0"/>
                </a:solidFill>
              </a:rPr>
              <a:t>ngày</a:t>
            </a:r>
            <a:r>
              <a:rPr lang="en-US" altLang="en-US" i="1" dirty="0">
                <a:solidFill>
                  <a:srgbClr val="00B0F0"/>
                </a:solidFill>
              </a:rPr>
              <a:t> </a:t>
            </a:r>
            <a:r>
              <a:rPr lang="en-US" altLang="en-US" i="1" dirty="0" err="1">
                <a:solidFill>
                  <a:srgbClr val="00B0F0"/>
                </a:solidFill>
              </a:rPr>
              <a:t>sinh</a:t>
            </a:r>
            <a:r>
              <a:rPr lang="en-US" altLang="en-US" i="1" dirty="0">
                <a:solidFill>
                  <a:srgbClr val="00B0F0"/>
                </a:solidFill>
              </a:rPr>
              <a:t>, </a:t>
            </a:r>
            <a:r>
              <a:rPr lang="en-US" altLang="en-US" i="1" dirty="0" err="1">
                <a:solidFill>
                  <a:srgbClr val="00B0F0"/>
                </a:solidFill>
              </a:rPr>
              <a:t>phái</a:t>
            </a:r>
            <a:r>
              <a:rPr lang="en-US" altLang="en-US" i="1" dirty="0">
                <a:solidFill>
                  <a:srgbClr val="00B0F0"/>
                </a:solidFill>
              </a:rPr>
              <a:t> </a:t>
            </a:r>
            <a:r>
              <a:rPr lang="en-US" altLang="en-US" i="1" dirty="0" err="1">
                <a:solidFill>
                  <a:srgbClr val="00B0F0"/>
                </a:solidFill>
              </a:rPr>
              <a:t>và</a:t>
            </a:r>
            <a:r>
              <a:rPr lang="en-US" altLang="en-US" i="1" dirty="0">
                <a:solidFill>
                  <a:srgbClr val="00B0F0"/>
                </a:solidFill>
              </a:rPr>
              <a:t> </a:t>
            </a:r>
            <a:r>
              <a:rPr lang="en-US" altLang="en-US" i="1" dirty="0" err="1">
                <a:solidFill>
                  <a:srgbClr val="00B0F0"/>
                </a:solidFill>
              </a:rPr>
              <a:t>lương</a:t>
            </a:r>
            <a:r>
              <a:rPr lang="en-US" altLang="en-US" dirty="0"/>
              <a:t>. </a:t>
            </a:r>
            <a:r>
              <a:rPr lang="en-US" altLang="en-US" dirty="0" err="1"/>
              <a:t>Mỗi</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t>làm</a:t>
            </a:r>
            <a:r>
              <a:rPr lang="en-US" altLang="en-US" dirty="0"/>
              <a:t> </a:t>
            </a:r>
            <a:r>
              <a:rPr lang="en-US" altLang="en-US" dirty="0" err="1"/>
              <a:t>việc</a:t>
            </a:r>
            <a:r>
              <a:rPr lang="en-US" altLang="en-US" dirty="0"/>
              <a:t> ở 1 </a:t>
            </a:r>
            <a:r>
              <a:rPr lang="en-US" altLang="en-US" dirty="0" err="1"/>
              <a:t>phòng</a:t>
            </a:r>
            <a:r>
              <a:rPr lang="en-US" altLang="en-US" dirty="0"/>
              <a:t> ban, </a:t>
            </a:r>
            <a:r>
              <a:rPr lang="en-US" altLang="en-US" dirty="0" err="1"/>
              <a:t>tham</a:t>
            </a:r>
            <a:r>
              <a:rPr lang="en-US" altLang="en-US" dirty="0"/>
              <a:t> </a:t>
            </a:r>
            <a:r>
              <a:rPr lang="en-US" altLang="en-US" dirty="0" err="1"/>
              <a:t>gia</a:t>
            </a:r>
            <a:r>
              <a:rPr lang="en-US" altLang="en-US" dirty="0"/>
              <a:t> </a:t>
            </a:r>
            <a:r>
              <a:rPr lang="en-US" altLang="en-US" dirty="0" err="1"/>
              <a:t>vào</a:t>
            </a:r>
            <a:r>
              <a:rPr lang="en-US" altLang="en-US" dirty="0"/>
              <a:t> </a:t>
            </a:r>
            <a:r>
              <a:rPr lang="en-US" altLang="en-US" dirty="0" err="1"/>
              <a:t>các</a:t>
            </a:r>
            <a:r>
              <a:rPr lang="en-US" altLang="en-US" dirty="0"/>
              <a:t> </a:t>
            </a:r>
            <a:r>
              <a:rPr lang="en-US" altLang="en-US" dirty="0" err="1"/>
              <a:t>đề</a:t>
            </a:r>
            <a:r>
              <a:rPr lang="en-US" altLang="en-US" dirty="0"/>
              <a:t> </a:t>
            </a:r>
            <a:r>
              <a:rPr lang="en-US" altLang="en-US" dirty="0" err="1"/>
              <a:t>án</a:t>
            </a:r>
            <a:r>
              <a:rPr lang="en-US" altLang="en-US" dirty="0"/>
              <a:t> </a:t>
            </a:r>
            <a:r>
              <a:rPr lang="en-US" altLang="en-US" dirty="0" err="1"/>
              <a:t>với</a:t>
            </a:r>
            <a:r>
              <a:rPr lang="en-US" altLang="en-US" dirty="0"/>
              <a:t> </a:t>
            </a:r>
            <a:r>
              <a:rPr lang="en-US" altLang="en-US" dirty="0" err="1"/>
              <a:t>số</a:t>
            </a:r>
            <a:r>
              <a:rPr lang="en-US" altLang="en-US" dirty="0"/>
              <a:t> </a:t>
            </a:r>
            <a:r>
              <a:rPr lang="en-US" altLang="en-US" dirty="0" err="1"/>
              <a:t>giờ</a:t>
            </a:r>
            <a:r>
              <a:rPr lang="en-US" altLang="en-US" dirty="0"/>
              <a:t> </a:t>
            </a:r>
            <a:r>
              <a:rPr lang="en-US" altLang="en-US" dirty="0" err="1"/>
              <a:t>làm</a:t>
            </a:r>
            <a:r>
              <a:rPr lang="en-US" altLang="en-US" dirty="0"/>
              <a:t> </a:t>
            </a:r>
            <a:r>
              <a:rPr lang="en-US" altLang="en-US" dirty="0" err="1"/>
              <a:t>việc</a:t>
            </a:r>
            <a:r>
              <a:rPr lang="en-US" altLang="en-US" dirty="0"/>
              <a:t> </a:t>
            </a:r>
            <a:r>
              <a:rPr lang="en-US" altLang="en-US" dirty="0" err="1"/>
              <a:t>khác</a:t>
            </a:r>
            <a:r>
              <a:rPr lang="en-US" altLang="en-US" dirty="0"/>
              <a:t> </a:t>
            </a:r>
            <a:r>
              <a:rPr lang="en-US" altLang="en-US" dirty="0" err="1"/>
              <a:t>nhau</a:t>
            </a:r>
            <a:r>
              <a:rPr lang="en-US" altLang="en-US" dirty="0"/>
              <a:t>. </a:t>
            </a:r>
            <a:r>
              <a:rPr lang="en-US" altLang="en-US" dirty="0" err="1"/>
              <a:t>Mỗi</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t>đều</a:t>
            </a:r>
            <a:r>
              <a:rPr lang="en-US" altLang="en-US" dirty="0"/>
              <a:t> </a:t>
            </a:r>
            <a:r>
              <a:rPr lang="en-US" altLang="en-US" dirty="0" err="1"/>
              <a:t>có</a:t>
            </a:r>
            <a:r>
              <a:rPr lang="en-US" altLang="en-US" dirty="0"/>
              <a:t> </a:t>
            </a:r>
            <a:r>
              <a:rPr lang="en-US" altLang="en-US" dirty="0" err="1"/>
              <a:t>một</a:t>
            </a:r>
            <a:r>
              <a:rPr lang="en-US" altLang="en-US" dirty="0"/>
              <a:t> </a:t>
            </a:r>
            <a:r>
              <a:rPr lang="en-US" altLang="en-US" i="1" dirty="0" err="1">
                <a:solidFill>
                  <a:srgbClr val="00B0F0"/>
                </a:solidFill>
              </a:rPr>
              <a:t>người</a:t>
            </a:r>
            <a:r>
              <a:rPr lang="en-US" altLang="en-US" i="1" dirty="0">
                <a:solidFill>
                  <a:srgbClr val="00B0F0"/>
                </a:solidFill>
              </a:rPr>
              <a:t> </a:t>
            </a:r>
            <a:r>
              <a:rPr lang="en-US" altLang="en-US" i="1" dirty="0" err="1">
                <a:solidFill>
                  <a:srgbClr val="00B0F0"/>
                </a:solidFill>
              </a:rPr>
              <a:t>quản</a:t>
            </a:r>
            <a:r>
              <a:rPr lang="en-US" altLang="en-US" i="1" dirty="0">
                <a:solidFill>
                  <a:srgbClr val="00B0F0"/>
                </a:solidFill>
              </a:rPr>
              <a:t> </a:t>
            </a:r>
            <a:r>
              <a:rPr lang="en-US" altLang="en-US" i="1" dirty="0" err="1">
                <a:solidFill>
                  <a:srgbClr val="00B0F0"/>
                </a:solidFill>
              </a:rPr>
              <a:t>lý</a:t>
            </a:r>
            <a:r>
              <a:rPr lang="en-US" altLang="en-US" i="1" dirty="0">
                <a:solidFill>
                  <a:srgbClr val="00B0F0"/>
                </a:solidFill>
              </a:rPr>
              <a:t> </a:t>
            </a:r>
            <a:r>
              <a:rPr lang="en-US" altLang="en-US" i="1" dirty="0" err="1">
                <a:solidFill>
                  <a:srgbClr val="00B0F0"/>
                </a:solidFill>
              </a:rPr>
              <a:t>trực</a:t>
            </a:r>
            <a:r>
              <a:rPr lang="en-US" altLang="en-US" i="1" dirty="0">
                <a:solidFill>
                  <a:srgbClr val="00B0F0"/>
                </a:solidFill>
              </a:rPr>
              <a:t> </a:t>
            </a:r>
            <a:r>
              <a:rPr lang="en-US" altLang="en-US" i="1" dirty="0" err="1">
                <a:solidFill>
                  <a:srgbClr val="00B0F0"/>
                </a:solidFill>
              </a:rPr>
              <a:t>tiếp</a:t>
            </a:r>
            <a:endParaRPr lang="en-US" altLang="en-US" i="1" dirty="0">
              <a:solidFill>
                <a:srgbClr val="00B0F0"/>
              </a:solidFill>
            </a:endParaRPr>
          </a:p>
          <a:p>
            <a:pPr marL="339725" lvl="1" eaLnBrk="1" hangingPunct="1"/>
            <a:r>
              <a:rPr lang="en-US" altLang="en-US" dirty="0" err="1"/>
              <a:t>Một</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t>có</a:t>
            </a:r>
            <a:r>
              <a:rPr lang="en-US" altLang="en-US" dirty="0"/>
              <a:t> </a:t>
            </a:r>
            <a:r>
              <a:rPr lang="en-US" altLang="en-US" dirty="0" err="1"/>
              <a:t>thể</a:t>
            </a:r>
            <a:r>
              <a:rPr lang="en-US" altLang="en-US" dirty="0"/>
              <a:t> </a:t>
            </a:r>
            <a:r>
              <a:rPr lang="en-US" altLang="en-US" dirty="0" err="1"/>
              <a:t>có</a:t>
            </a:r>
            <a:r>
              <a:rPr lang="en-US" altLang="en-US" dirty="0"/>
              <a:t> </a:t>
            </a:r>
            <a:r>
              <a:rPr lang="en-US" altLang="en-US" dirty="0" err="1"/>
              <a:t>nhiều</a:t>
            </a:r>
            <a:r>
              <a:rPr lang="en-US" altLang="en-US" dirty="0"/>
              <a:t> </a:t>
            </a:r>
            <a:r>
              <a:rPr lang="en-US" altLang="en-US" dirty="0" err="1"/>
              <a:t>thân</a:t>
            </a:r>
            <a:r>
              <a:rPr lang="en-US" altLang="en-US" dirty="0"/>
              <a:t> </a:t>
            </a:r>
            <a:r>
              <a:rPr lang="en-US" altLang="en-US" dirty="0" err="1"/>
              <a:t>nhân</a:t>
            </a:r>
            <a:r>
              <a:rPr lang="en-US" altLang="en-US" dirty="0"/>
              <a:t>. </a:t>
            </a:r>
            <a:r>
              <a:rPr lang="en-US" altLang="en-US" dirty="0" err="1"/>
              <a:t>Mỗi</a:t>
            </a:r>
            <a:r>
              <a:rPr lang="en-US" altLang="en-US" dirty="0"/>
              <a:t> </a:t>
            </a:r>
            <a:r>
              <a:rPr lang="en-US" altLang="en-US" b="1" dirty="0" err="1">
                <a:solidFill>
                  <a:srgbClr val="FF0000"/>
                </a:solidFill>
              </a:rPr>
              <a:t>thân</a:t>
            </a:r>
            <a:r>
              <a:rPr lang="en-US" altLang="en-US" b="1" dirty="0">
                <a:solidFill>
                  <a:srgbClr val="FF0000"/>
                </a:solidFill>
              </a:rPr>
              <a:t> </a:t>
            </a:r>
            <a:r>
              <a:rPr lang="en-US" altLang="en-US" b="1" dirty="0" err="1">
                <a:solidFill>
                  <a:srgbClr val="FF0000"/>
                </a:solidFill>
              </a:rPr>
              <a:t>nhân</a:t>
            </a:r>
            <a:r>
              <a:rPr lang="en-US" altLang="en-US" b="1" dirty="0">
                <a:solidFill>
                  <a:srgbClr val="FF0000"/>
                </a:solidFill>
              </a:rPr>
              <a:t> </a:t>
            </a:r>
            <a:r>
              <a:rPr lang="en-US" altLang="en-US" dirty="0" err="1"/>
              <a:t>có</a:t>
            </a:r>
            <a:r>
              <a:rPr lang="en-US" altLang="en-US" dirty="0"/>
              <a:t> </a:t>
            </a:r>
            <a:r>
              <a:rPr lang="en-US" altLang="en-US" i="1" dirty="0" err="1">
                <a:solidFill>
                  <a:srgbClr val="00B0F0"/>
                </a:solidFill>
              </a:rPr>
              <a:t>tên</a:t>
            </a:r>
            <a:r>
              <a:rPr lang="en-US" altLang="en-US" i="1" dirty="0">
                <a:solidFill>
                  <a:srgbClr val="00B0F0"/>
                </a:solidFill>
              </a:rPr>
              <a:t>, </a:t>
            </a:r>
            <a:r>
              <a:rPr lang="en-US" altLang="en-US" i="1" dirty="0" err="1">
                <a:solidFill>
                  <a:srgbClr val="00B0F0"/>
                </a:solidFill>
              </a:rPr>
              <a:t>phái</a:t>
            </a:r>
            <a:r>
              <a:rPr lang="en-US" altLang="en-US" i="1" dirty="0">
                <a:solidFill>
                  <a:srgbClr val="00B0F0"/>
                </a:solidFill>
              </a:rPr>
              <a:t>, </a:t>
            </a:r>
            <a:r>
              <a:rPr lang="en-US" altLang="en-US" i="1" dirty="0" err="1">
                <a:solidFill>
                  <a:srgbClr val="00B0F0"/>
                </a:solidFill>
              </a:rPr>
              <a:t>ngày</a:t>
            </a:r>
            <a:r>
              <a:rPr lang="en-US" altLang="en-US" i="1" dirty="0">
                <a:solidFill>
                  <a:srgbClr val="00B0F0"/>
                </a:solidFill>
              </a:rPr>
              <a:t> </a:t>
            </a:r>
            <a:r>
              <a:rPr lang="en-US" altLang="en-US" i="1" dirty="0" err="1">
                <a:solidFill>
                  <a:srgbClr val="00B0F0"/>
                </a:solidFill>
              </a:rPr>
              <a:t>sinh</a:t>
            </a:r>
            <a:r>
              <a:rPr lang="en-US" altLang="en-US" i="1" dirty="0">
                <a:solidFill>
                  <a:srgbClr val="00B0F0"/>
                </a:solidFill>
              </a:rPr>
              <a:t> </a:t>
            </a:r>
            <a:r>
              <a:rPr lang="en-US" altLang="en-US" i="1" dirty="0" err="1">
                <a:solidFill>
                  <a:srgbClr val="00B0F0"/>
                </a:solidFill>
              </a:rPr>
              <a:t>và</a:t>
            </a:r>
            <a:r>
              <a:rPr lang="en-US" altLang="en-US" i="1" dirty="0">
                <a:solidFill>
                  <a:srgbClr val="00B0F0"/>
                </a:solidFill>
              </a:rPr>
              <a:t> </a:t>
            </a:r>
            <a:r>
              <a:rPr lang="en-US" altLang="en-US" i="1" dirty="0" err="1">
                <a:solidFill>
                  <a:srgbClr val="00B0F0"/>
                </a:solidFill>
              </a:rPr>
              <a:t>mối</a:t>
            </a:r>
            <a:r>
              <a:rPr lang="en-US" altLang="en-US" i="1" dirty="0">
                <a:solidFill>
                  <a:srgbClr val="00B0F0"/>
                </a:solidFill>
              </a:rPr>
              <a:t> </a:t>
            </a:r>
            <a:r>
              <a:rPr lang="en-US" altLang="en-US" i="1" dirty="0" err="1">
                <a:solidFill>
                  <a:srgbClr val="00B0F0"/>
                </a:solidFill>
              </a:rPr>
              <a:t>quan</a:t>
            </a:r>
            <a:r>
              <a:rPr lang="en-US" altLang="en-US" i="1" dirty="0">
                <a:solidFill>
                  <a:srgbClr val="00B0F0"/>
                </a:solidFill>
              </a:rPr>
              <a:t> </a:t>
            </a:r>
            <a:r>
              <a:rPr lang="en-US" altLang="en-US" i="1" dirty="0" err="1">
                <a:solidFill>
                  <a:srgbClr val="00B0F0"/>
                </a:solidFill>
              </a:rPr>
              <a:t>hệ</a:t>
            </a:r>
            <a:r>
              <a:rPr lang="en-US" altLang="en-US" i="1" dirty="0"/>
              <a:t> </a:t>
            </a:r>
            <a:r>
              <a:rPr lang="en-US" altLang="en-US" dirty="0" err="1"/>
              <a:t>với</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t>đó</a:t>
            </a:r>
            <a:endParaRPr lang="en-US" altLang="en-US" dirty="0"/>
          </a:p>
        </p:txBody>
      </p:sp>
      <p:sp>
        <p:nvSpPr>
          <p:cNvPr id="4" name="Date Placeholder 3">
            <a:extLst>
              <a:ext uri="{FF2B5EF4-FFF2-40B4-BE49-F238E27FC236}">
                <a16:creationId xmlns:a16="http://schemas.microsoft.com/office/drawing/2014/main" id="{4D539EFD-5BCE-B79C-357E-DEC4E1B284D6}"/>
              </a:ext>
            </a:extLst>
          </p:cNvPr>
          <p:cNvSpPr>
            <a:spLocks noGrp="1"/>
          </p:cNvSpPr>
          <p:nvPr>
            <p:ph type="dt" sz="half" idx="10"/>
          </p:nvPr>
        </p:nvSpPr>
        <p:spPr/>
        <p:txBody>
          <a:bodyPr/>
          <a:lstStyle/>
          <a:p>
            <a:pPr>
              <a:defRPr/>
            </a:pPr>
            <a:r>
              <a:rPr lang="en-US"/>
              <a:t>Bộ môn Hệ thống thông tin - Khoa CNTT</a:t>
            </a:r>
            <a:endParaRPr lang="en-US" altLang="en-US"/>
          </a:p>
        </p:txBody>
      </p:sp>
      <p:sp>
        <p:nvSpPr>
          <p:cNvPr id="5" name="Slide Number Placeholder 4">
            <a:extLst>
              <a:ext uri="{FF2B5EF4-FFF2-40B4-BE49-F238E27FC236}">
                <a16:creationId xmlns:a16="http://schemas.microsoft.com/office/drawing/2014/main" id="{32A439B0-8764-A3AF-EBD1-A2FE95FDF8C3}"/>
              </a:ext>
            </a:extLst>
          </p:cNvPr>
          <p:cNvSpPr>
            <a:spLocks noGrp="1"/>
          </p:cNvSpPr>
          <p:nvPr>
            <p:ph type="sldNum" sz="quarter" idx="12"/>
          </p:nvPr>
        </p:nvSpPr>
        <p:spPr/>
        <p:txBody>
          <a:bodyPr/>
          <a:lstStyle/>
          <a:p>
            <a:pPr>
              <a:defRPr/>
            </a:pPr>
            <a:fld id="{C829124A-08A9-4D4E-B3E1-53AD02BA2154}" type="slidenum">
              <a:rPr lang="en-US" altLang="en-US"/>
              <a:pPr>
                <a:defRPr/>
              </a:pPr>
              <a:t>12</a:t>
            </a:fld>
            <a:endParaRPr lang="en-US" altLang="en-US"/>
          </a:p>
        </p:txBody>
      </p:sp>
    </p:spTree>
    <p:extLst>
      <p:ext uri="{BB962C8B-B14F-4D97-AF65-F5344CB8AC3E}">
        <p14:creationId xmlns:p14="http://schemas.microsoft.com/office/powerpoint/2010/main" val="2433202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8D52E07-3A3E-48C1-963A-FD88280D5955}"/>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31746" name="Slide Number Placeholder 5">
            <a:extLst>
              <a:ext uri="{FF2B5EF4-FFF2-40B4-BE49-F238E27FC236}">
                <a16:creationId xmlns:a16="http://schemas.microsoft.com/office/drawing/2014/main" id="{A31F0D12-8950-4F24-8AB4-A7E21784889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588676E4-821C-4879-8272-9DAB8D73A6B0}" type="slidenum">
              <a:rPr lang="en-US" altLang="en-US">
                <a:latin typeface="Arial" panose="020B0604020202020204" pitchFamily="34" charset="0"/>
              </a:rPr>
              <a:pPr/>
              <a:t>13</a:t>
            </a:fld>
            <a:endParaRPr lang="en-US" altLang="en-US">
              <a:latin typeface="Arial" panose="020B0604020202020204" pitchFamily="34" charset="0"/>
            </a:endParaRPr>
          </a:p>
        </p:txBody>
      </p:sp>
      <p:sp>
        <p:nvSpPr>
          <p:cNvPr id="31747" name="Rectangle 2">
            <a:extLst>
              <a:ext uri="{FF2B5EF4-FFF2-40B4-BE49-F238E27FC236}">
                <a16:creationId xmlns:a16="http://schemas.microsoft.com/office/drawing/2014/main" id="{477E5D54-C3AA-4AB6-BCBC-AACB166FAB21}"/>
              </a:ext>
            </a:extLst>
          </p:cNvPr>
          <p:cNvSpPr>
            <a:spLocks noGrp="1" noChangeArrowheads="1"/>
          </p:cNvSpPr>
          <p:nvPr>
            <p:ph type="title"/>
          </p:nvPr>
        </p:nvSpPr>
        <p:spPr>
          <a:xfrm>
            <a:off x="457200" y="354013"/>
            <a:ext cx="8229600" cy="620712"/>
          </a:xfrm>
        </p:spPr>
        <p:txBody>
          <a:bodyPr/>
          <a:lstStyle/>
          <a:p>
            <a:pPr eaLnBrk="1" hangingPunct="1"/>
            <a:r>
              <a:rPr lang="en-US" altLang="en-US" sz="3500"/>
              <a:t>Mối quan hệ</a:t>
            </a:r>
          </a:p>
        </p:txBody>
      </p:sp>
      <p:sp>
        <p:nvSpPr>
          <p:cNvPr id="31748" name="Rectangle 3">
            <a:extLst>
              <a:ext uri="{FF2B5EF4-FFF2-40B4-BE49-F238E27FC236}">
                <a16:creationId xmlns:a16="http://schemas.microsoft.com/office/drawing/2014/main" id="{4D51AED5-4745-4EF5-8FE3-21A1E56383ED}"/>
              </a:ext>
            </a:extLst>
          </p:cNvPr>
          <p:cNvSpPr>
            <a:spLocks noGrp="1" noChangeArrowheads="1"/>
          </p:cNvSpPr>
          <p:nvPr>
            <p:ph type="body" idx="1"/>
          </p:nvPr>
        </p:nvSpPr>
        <p:spPr>
          <a:xfrm>
            <a:off x="457200" y="1295400"/>
            <a:ext cx="8229600" cy="4835525"/>
          </a:xfrm>
        </p:spPr>
        <p:txBody>
          <a:bodyPr/>
          <a:lstStyle/>
          <a:p>
            <a:pPr eaLnBrk="1" hangingPunct="1"/>
            <a:r>
              <a:rPr lang="en-US" altLang="en-US" dirty="0" err="1"/>
              <a:t>Là</a:t>
            </a:r>
            <a:r>
              <a:rPr lang="en-US" altLang="en-US" dirty="0"/>
              <a:t> </a:t>
            </a:r>
            <a:r>
              <a:rPr lang="en-US" altLang="en-US" dirty="0" err="1"/>
              <a:t>sự</a:t>
            </a:r>
            <a:r>
              <a:rPr lang="en-US" altLang="en-US" dirty="0"/>
              <a:t> </a:t>
            </a:r>
            <a:r>
              <a:rPr lang="en-US" altLang="en-US" dirty="0" err="1"/>
              <a:t>liên</a:t>
            </a:r>
            <a:r>
              <a:rPr lang="en-US" altLang="en-US" dirty="0"/>
              <a:t> </a:t>
            </a:r>
            <a:r>
              <a:rPr lang="en-US" altLang="en-US" dirty="0" err="1"/>
              <a:t>kết</a:t>
            </a:r>
            <a:r>
              <a:rPr lang="en-US" altLang="en-US" dirty="0"/>
              <a:t> </a:t>
            </a:r>
            <a:r>
              <a:rPr lang="en-US" altLang="en-US" dirty="0" err="1"/>
              <a:t>giữa</a:t>
            </a:r>
            <a:r>
              <a:rPr lang="en-US" altLang="en-US" dirty="0"/>
              <a:t> 2 hay </a:t>
            </a:r>
            <a:r>
              <a:rPr lang="en-US" altLang="en-US" dirty="0" err="1"/>
              <a:t>nhiều</a:t>
            </a:r>
            <a:r>
              <a:rPr lang="en-US" altLang="en-US" dirty="0"/>
              <a:t> </a:t>
            </a:r>
            <a:r>
              <a:rPr lang="en-US" altLang="en-US" dirty="0" err="1"/>
              <a:t>tập</a:t>
            </a:r>
            <a:r>
              <a:rPr lang="en-US" altLang="en-US" dirty="0"/>
              <a:t> </a:t>
            </a:r>
            <a:r>
              <a:rPr lang="en-US" altLang="en-US" dirty="0" err="1"/>
              <a:t>thực</a:t>
            </a:r>
            <a:r>
              <a:rPr lang="en-US" altLang="en-US" dirty="0"/>
              <a:t> </a:t>
            </a:r>
            <a:r>
              <a:rPr lang="en-US" altLang="en-US" dirty="0" err="1"/>
              <a:t>thể</a:t>
            </a:r>
            <a:endParaRPr lang="en-US" altLang="en-US" dirty="0"/>
          </a:p>
          <a:p>
            <a:pPr algn="l" eaLnBrk="1" hangingPunct="1"/>
            <a:r>
              <a:rPr lang="en-US" altLang="en-US" dirty="0" err="1"/>
              <a:t>Ví</a:t>
            </a:r>
            <a:r>
              <a:rPr lang="en-US" altLang="en-US" dirty="0"/>
              <a:t> </a:t>
            </a:r>
            <a:r>
              <a:rPr lang="en-US" altLang="en-US" dirty="0" err="1"/>
              <a:t>dụ</a:t>
            </a:r>
            <a:r>
              <a:rPr lang="en-US" altLang="en-US" dirty="0"/>
              <a:t> </a:t>
            </a:r>
            <a:r>
              <a:rPr lang="en-US" altLang="en-US" dirty="0" err="1"/>
              <a:t>giữa</a:t>
            </a:r>
            <a:r>
              <a:rPr lang="en-US" altLang="en-US" dirty="0"/>
              <a:t> </a:t>
            </a:r>
            <a:r>
              <a:rPr lang="en-US" altLang="en-US" dirty="0" err="1"/>
              <a:t>tập</a:t>
            </a:r>
            <a:r>
              <a:rPr lang="en-US" altLang="en-US" dirty="0"/>
              <a:t> </a:t>
            </a:r>
            <a:r>
              <a:rPr lang="en-US" altLang="en-US" dirty="0" err="1"/>
              <a:t>thực</a:t>
            </a:r>
            <a:r>
              <a:rPr lang="en-US" altLang="en-US" dirty="0"/>
              <a:t> </a:t>
            </a:r>
            <a:r>
              <a:rPr lang="en-US" altLang="en-US" dirty="0" err="1"/>
              <a:t>thể</a:t>
            </a:r>
            <a:r>
              <a:rPr lang="en-US" altLang="en-US" dirty="0"/>
              <a:t> NHANVIEN </a:t>
            </a:r>
            <a:r>
              <a:rPr lang="en-US" altLang="en-US" dirty="0" err="1"/>
              <a:t>và</a:t>
            </a:r>
            <a:r>
              <a:rPr lang="en-US" altLang="en-US" dirty="0"/>
              <a:t> PHONGBAN </a:t>
            </a:r>
            <a:r>
              <a:rPr lang="en-US" altLang="en-US" dirty="0" err="1"/>
              <a:t>có</a:t>
            </a:r>
            <a:r>
              <a:rPr lang="en-US" altLang="en-US" dirty="0"/>
              <a:t> </a:t>
            </a:r>
            <a:r>
              <a:rPr lang="en-US" altLang="en-US" dirty="0" err="1"/>
              <a:t>các</a:t>
            </a:r>
            <a:r>
              <a:rPr lang="en-US" altLang="en-US" dirty="0"/>
              <a:t> </a:t>
            </a:r>
            <a:r>
              <a:rPr lang="en-US" altLang="en-US" dirty="0" err="1"/>
              <a:t>liên</a:t>
            </a:r>
            <a:r>
              <a:rPr lang="en-US" altLang="en-US" dirty="0"/>
              <a:t> </a:t>
            </a:r>
            <a:r>
              <a:rPr lang="en-US" altLang="en-US" dirty="0" err="1"/>
              <a:t>kết</a:t>
            </a:r>
            <a:endParaRPr lang="en-US" altLang="en-US" dirty="0"/>
          </a:p>
          <a:p>
            <a:pPr lvl="1" eaLnBrk="1" hangingPunct="1"/>
            <a:r>
              <a:rPr lang="en-US" altLang="en-US" dirty="0" err="1"/>
              <a:t>Một</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highlight>
                  <a:srgbClr val="FFFF00"/>
                </a:highlight>
              </a:rPr>
              <a:t>thuộc</a:t>
            </a:r>
            <a:r>
              <a:rPr lang="en-US" altLang="en-US" dirty="0">
                <a:highlight>
                  <a:srgbClr val="FFFF00"/>
                </a:highlight>
              </a:rPr>
              <a:t> </a:t>
            </a:r>
            <a:r>
              <a:rPr lang="en-US" altLang="en-US" dirty="0" err="1">
                <a:highlight>
                  <a:srgbClr val="FFFF00"/>
                </a:highlight>
              </a:rPr>
              <a:t>một</a:t>
            </a:r>
            <a:r>
              <a:rPr lang="en-US" altLang="en-US" dirty="0">
                <a:highlight>
                  <a:srgbClr val="FFFF00"/>
                </a:highlight>
              </a:rPr>
              <a:t> </a:t>
            </a:r>
            <a:r>
              <a:rPr lang="en-US" altLang="en-US" dirty="0" err="1">
                <a:highlight>
                  <a:srgbClr val="FFFF00"/>
                </a:highlight>
              </a:rPr>
              <a:t>phòng</a:t>
            </a:r>
            <a:r>
              <a:rPr lang="en-US" altLang="en-US" dirty="0">
                <a:highlight>
                  <a:srgbClr val="FFFF00"/>
                </a:highlight>
              </a:rPr>
              <a:t> ban </a:t>
            </a:r>
            <a:r>
              <a:rPr lang="en-US" altLang="en-US" dirty="0" err="1"/>
              <a:t>nào</a:t>
            </a:r>
            <a:r>
              <a:rPr lang="en-US" altLang="en-US" dirty="0"/>
              <a:t> </a:t>
            </a:r>
            <a:r>
              <a:rPr lang="en-US" altLang="en-US" dirty="0" err="1"/>
              <a:t>đó</a:t>
            </a:r>
            <a:endParaRPr lang="en-US" altLang="en-US" dirty="0"/>
          </a:p>
          <a:p>
            <a:pPr lvl="1" eaLnBrk="1" hangingPunct="1"/>
            <a:r>
              <a:rPr lang="en-US" altLang="en-US" dirty="0" err="1"/>
              <a:t>Một</a:t>
            </a:r>
            <a:r>
              <a:rPr lang="en-US" altLang="en-US" dirty="0"/>
              <a:t> </a:t>
            </a:r>
            <a:r>
              <a:rPr lang="en-US" altLang="en-US" dirty="0" err="1"/>
              <a:t>phòng</a:t>
            </a:r>
            <a:r>
              <a:rPr lang="en-US" altLang="en-US" dirty="0"/>
              <a:t> ban </a:t>
            </a:r>
            <a:r>
              <a:rPr lang="en-US" altLang="en-US" dirty="0" err="1">
                <a:highlight>
                  <a:srgbClr val="FFFF00"/>
                </a:highlight>
              </a:rPr>
              <a:t>có</a:t>
            </a:r>
            <a:r>
              <a:rPr lang="en-US" altLang="en-US" dirty="0">
                <a:highlight>
                  <a:srgbClr val="FFFF00"/>
                </a:highlight>
              </a:rPr>
              <a:t> </a:t>
            </a:r>
            <a:r>
              <a:rPr lang="en-US" altLang="en-US" dirty="0" err="1">
                <a:highlight>
                  <a:srgbClr val="FFFF00"/>
                </a:highlight>
              </a:rPr>
              <a:t>một</a:t>
            </a:r>
            <a:r>
              <a:rPr lang="en-US" altLang="en-US" dirty="0">
                <a:highlight>
                  <a:srgbClr val="FFFF00"/>
                </a:highlight>
              </a:rPr>
              <a:t> </a:t>
            </a:r>
            <a:r>
              <a:rPr lang="en-US" altLang="en-US" dirty="0" err="1">
                <a:highlight>
                  <a:srgbClr val="FFFF00"/>
                </a:highlight>
              </a:rPr>
              <a:t>nhân</a:t>
            </a:r>
            <a:r>
              <a:rPr lang="en-US" altLang="en-US" dirty="0">
                <a:highlight>
                  <a:srgbClr val="FFFF00"/>
                </a:highlight>
              </a:rPr>
              <a:t> </a:t>
            </a:r>
            <a:r>
              <a:rPr lang="en-US" altLang="en-US" dirty="0" err="1">
                <a:highlight>
                  <a:srgbClr val="FFFF00"/>
                </a:highlight>
              </a:rPr>
              <a:t>viên</a:t>
            </a:r>
            <a:r>
              <a:rPr lang="en-US" altLang="en-US" dirty="0">
                <a:highlight>
                  <a:srgbClr val="FFFF00"/>
                </a:highlight>
              </a:rPr>
              <a:t> </a:t>
            </a:r>
            <a:r>
              <a:rPr lang="en-US" altLang="en-US" dirty="0" err="1">
                <a:highlight>
                  <a:srgbClr val="FFFF00"/>
                </a:highlight>
              </a:rPr>
              <a:t>làm</a:t>
            </a:r>
            <a:r>
              <a:rPr lang="en-US" altLang="en-US" dirty="0">
                <a:highlight>
                  <a:srgbClr val="FFFF00"/>
                </a:highlight>
              </a:rPr>
              <a:t> </a:t>
            </a:r>
            <a:r>
              <a:rPr lang="en-US" altLang="en-US" dirty="0" err="1">
                <a:highlight>
                  <a:srgbClr val="FFFF00"/>
                </a:highlight>
              </a:rPr>
              <a:t>trưởng</a:t>
            </a:r>
            <a:r>
              <a:rPr lang="en-US" altLang="en-US" dirty="0">
                <a:highlight>
                  <a:srgbClr val="FFFF00"/>
                </a:highlight>
              </a:rPr>
              <a:t> </a:t>
            </a:r>
            <a:r>
              <a:rPr lang="en-US" altLang="en-US" dirty="0" err="1">
                <a:highlight>
                  <a:srgbClr val="FFFF00"/>
                </a:highlight>
              </a:rPr>
              <a:t>phòng</a:t>
            </a:r>
            <a:endParaRPr lang="en-US" altLang="en-US" dirty="0">
              <a:highlight>
                <a:srgbClr val="FFFF00"/>
              </a:highlight>
            </a:endParaRPr>
          </a:p>
          <a:p>
            <a:pPr eaLnBrk="1" hangingPunct="1"/>
            <a:endParaRPr lang="en-US" altLang="en-US" dirty="0"/>
          </a:p>
          <a:p>
            <a:pPr lvl="1" eaLnBrk="1" hangingPunct="1"/>
            <a:endParaRPr lang="en-US"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ate Placeholder 3">
            <a:extLst>
              <a:ext uri="{FF2B5EF4-FFF2-40B4-BE49-F238E27FC236}">
                <a16:creationId xmlns:a16="http://schemas.microsoft.com/office/drawing/2014/main" id="{118669E1-5A5C-403F-A8C9-60FEE090E063}"/>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33794" name="Slide Number Placeholder 5">
            <a:extLst>
              <a:ext uri="{FF2B5EF4-FFF2-40B4-BE49-F238E27FC236}">
                <a16:creationId xmlns:a16="http://schemas.microsoft.com/office/drawing/2014/main" id="{90266FD0-5F95-4374-84FC-A75731CD8F5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8C287110-53C3-4282-8A15-ABE9D5294F07}" type="slidenum">
              <a:rPr lang="en-US" altLang="en-US">
                <a:latin typeface="Arial" panose="020B0604020202020204" pitchFamily="34" charset="0"/>
              </a:rPr>
              <a:pPr/>
              <a:t>14</a:t>
            </a:fld>
            <a:endParaRPr lang="en-US" altLang="en-US">
              <a:latin typeface="Arial" panose="020B0604020202020204" pitchFamily="34" charset="0"/>
            </a:endParaRPr>
          </a:p>
        </p:txBody>
      </p:sp>
      <p:sp>
        <p:nvSpPr>
          <p:cNvPr id="33795" name="Rectangle 2">
            <a:extLst>
              <a:ext uri="{FF2B5EF4-FFF2-40B4-BE49-F238E27FC236}">
                <a16:creationId xmlns:a16="http://schemas.microsoft.com/office/drawing/2014/main" id="{F36E6885-6D28-42E7-8F3E-170F6891AA5C}"/>
              </a:ext>
            </a:extLst>
          </p:cNvPr>
          <p:cNvSpPr>
            <a:spLocks noGrp="1" noChangeArrowheads="1"/>
          </p:cNvSpPr>
          <p:nvPr>
            <p:ph type="title"/>
          </p:nvPr>
        </p:nvSpPr>
        <p:spPr>
          <a:xfrm>
            <a:off x="457200" y="354013"/>
            <a:ext cx="8229600" cy="620712"/>
          </a:xfrm>
        </p:spPr>
        <p:txBody>
          <a:bodyPr/>
          <a:lstStyle/>
          <a:p>
            <a:pPr eaLnBrk="1" hangingPunct="1"/>
            <a:r>
              <a:rPr lang="en-US" altLang="en-US" sz="3500"/>
              <a:t>Lược đồ E/R</a:t>
            </a:r>
          </a:p>
        </p:txBody>
      </p:sp>
      <p:sp>
        <p:nvSpPr>
          <p:cNvPr id="33796" name="Rectangle 3">
            <a:extLst>
              <a:ext uri="{FF2B5EF4-FFF2-40B4-BE49-F238E27FC236}">
                <a16:creationId xmlns:a16="http://schemas.microsoft.com/office/drawing/2014/main" id="{828375D0-8FC1-4832-86BC-906473C76234}"/>
              </a:ext>
            </a:extLst>
          </p:cNvPr>
          <p:cNvSpPr>
            <a:spLocks noGrp="1" noChangeArrowheads="1"/>
          </p:cNvSpPr>
          <p:nvPr>
            <p:ph type="body" idx="1"/>
          </p:nvPr>
        </p:nvSpPr>
        <p:spPr>
          <a:xfrm>
            <a:off x="457200" y="1295400"/>
            <a:ext cx="8229600" cy="5105400"/>
          </a:xfrm>
        </p:spPr>
        <p:txBody>
          <a:bodyPr/>
          <a:lstStyle/>
          <a:p>
            <a:pPr eaLnBrk="1" hangingPunct="1"/>
            <a:r>
              <a:rPr lang="en-US" altLang="en-US"/>
              <a:t>Là đồ thị biểu diễn các tập thực thể, thuộc tính và mối quan hệ</a:t>
            </a:r>
          </a:p>
          <a:p>
            <a:pPr lvl="1" eaLnBrk="1" hangingPunct="1"/>
            <a:r>
              <a:rPr lang="en-US" altLang="en-US"/>
              <a:t>Đỉnh</a:t>
            </a:r>
          </a:p>
          <a:p>
            <a:pPr lvl="1" eaLnBrk="1" hangingPunct="1"/>
            <a:endParaRPr lang="en-US" altLang="en-US"/>
          </a:p>
          <a:p>
            <a:pPr lvl="1" eaLnBrk="1" hangingPunct="1"/>
            <a:endParaRPr lang="en-US" altLang="en-US"/>
          </a:p>
          <a:p>
            <a:pPr lvl="1" eaLnBrk="1" hangingPunct="1"/>
            <a:endParaRPr lang="en-US" altLang="en-US"/>
          </a:p>
          <a:p>
            <a:pPr lvl="1" eaLnBrk="1" hangingPunct="1"/>
            <a:endParaRPr lang="en-US" altLang="en-US"/>
          </a:p>
          <a:p>
            <a:pPr lvl="1" eaLnBrk="1" hangingPunct="1"/>
            <a:endParaRPr lang="en-US" altLang="en-US"/>
          </a:p>
          <a:p>
            <a:pPr lvl="1" eaLnBrk="1" hangingPunct="1"/>
            <a:endParaRPr lang="en-US" altLang="en-US"/>
          </a:p>
          <a:p>
            <a:pPr lvl="1" eaLnBrk="1" hangingPunct="1"/>
            <a:r>
              <a:rPr lang="en-US" altLang="en-US"/>
              <a:t>Cạnh là đường nối giữa</a:t>
            </a:r>
          </a:p>
          <a:p>
            <a:pPr lvl="2" eaLnBrk="1" hangingPunct="1"/>
            <a:r>
              <a:rPr lang="en-US" altLang="en-US"/>
              <a:t>Tập thực thể và thuộc tính</a:t>
            </a:r>
          </a:p>
          <a:p>
            <a:pPr lvl="2" eaLnBrk="1" hangingPunct="1"/>
            <a:r>
              <a:rPr lang="en-US" altLang="en-US"/>
              <a:t>Mối quan hệ và tập thực thể</a:t>
            </a:r>
          </a:p>
        </p:txBody>
      </p:sp>
      <p:grpSp>
        <p:nvGrpSpPr>
          <p:cNvPr id="33797" name="Group 17">
            <a:extLst>
              <a:ext uri="{FF2B5EF4-FFF2-40B4-BE49-F238E27FC236}">
                <a16:creationId xmlns:a16="http://schemas.microsoft.com/office/drawing/2014/main" id="{8E1E435C-BDED-41AC-828D-C4E605C01965}"/>
              </a:ext>
            </a:extLst>
          </p:cNvPr>
          <p:cNvGrpSpPr>
            <a:grpSpLocks/>
          </p:cNvGrpSpPr>
          <p:nvPr/>
        </p:nvGrpSpPr>
        <p:grpSpPr bwMode="auto">
          <a:xfrm>
            <a:off x="1447800" y="2743200"/>
            <a:ext cx="4419600" cy="2209800"/>
            <a:chOff x="1344" y="1872"/>
            <a:chExt cx="2784" cy="1392"/>
          </a:xfrm>
        </p:grpSpPr>
        <p:grpSp>
          <p:nvGrpSpPr>
            <p:cNvPr id="33798" name="Group 13">
              <a:extLst>
                <a:ext uri="{FF2B5EF4-FFF2-40B4-BE49-F238E27FC236}">
                  <a16:creationId xmlns:a16="http://schemas.microsoft.com/office/drawing/2014/main" id="{FF806ADE-E956-4D5E-8D66-E5D71F61E849}"/>
                </a:ext>
              </a:extLst>
            </p:cNvPr>
            <p:cNvGrpSpPr>
              <a:grpSpLocks/>
            </p:cNvGrpSpPr>
            <p:nvPr/>
          </p:nvGrpSpPr>
          <p:grpSpPr bwMode="auto">
            <a:xfrm>
              <a:off x="1344" y="1872"/>
              <a:ext cx="1248" cy="336"/>
              <a:chOff x="1248" y="2304"/>
              <a:chExt cx="1248" cy="336"/>
            </a:xfrm>
          </p:grpSpPr>
          <p:sp>
            <p:nvSpPr>
              <p:cNvPr id="33808" name="Rectangle 4">
                <a:extLst>
                  <a:ext uri="{FF2B5EF4-FFF2-40B4-BE49-F238E27FC236}">
                    <a16:creationId xmlns:a16="http://schemas.microsoft.com/office/drawing/2014/main" id="{75961A44-082D-4454-A478-55800F6024A2}"/>
                  </a:ext>
                </a:extLst>
              </p:cNvPr>
              <p:cNvSpPr>
                <a:spLocks noChangeArrowheads="1"/>
              </p:cNvSpPr>
              <p:nvPr/>
            </p:nvSpPr>
            <p:spPr bwMode="auto">
              <a:xfrm>
                <a:off x="1248" y="2304"/>
                <a:ext cx="1248" cy="336"/>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33809" name="Text Box 5">
                <a:extLst>
                  <a:ext uri="{FF2B5EF4-FFF2-40B4-BE49-F238E27FC236}">
                    <a16:creationId xmlns:a16="http://schemas.microsoft.com/office/drawing/2014/main" id="{606AEEF4-504D-4CA8-8D6A-B012742045B2}"/>
                  </a:ext>
                </a:extLst>
              </p:cNvPr>
              <p:cNvSpPr txBox="1">
                <a:spLocks noChangeArrowheads="1"/>
              </p:cNvSpPr>
              <p:nvPr/>
            </p:nvSpPr>
            <p:spPr bwMode="auto">
              <a:xfrm>
                <a:off x="1248" y="2352"/>
                <a:ext cx="124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600"/>
                  <a:t>Tên tập thực thể</a:t>
                </a:r>
              </a:p>
            </p:txBody>
          </p:sp>
        </p:grpSp>
        <p:sp>
          <p:nvSpPr>
            <p:cNvPr id="33799" name="Text Box 6">
              <a:extLst>
                <a:ext uri="{FF2B5EF4-FFF2-40B4-BE49-F238E27FC236}">
                  <a16:creationId xmlns:a16="http://schemas.microsoft.com/office/drawing/2014/main" id="{515BBDD5-6F43-47B4-B297-39716D2BB10F}"/>
                </a:ext>
              </a:extLst>
            </p:cNvPr>
            <p:cNvSpPr txBox="1">
              <a:spLocks noChangeArrowheads="1"/>
            </p:cNvSpPr>
            <p:nvPr/>
          </p:nvSpPr>
          <p:spPr bwMode="auto">
            <a:xfrm>
              <a:off x="2928" y="1920"/>
              <a:ext cx="120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en-US" b="1"/>
                <a:t>Tập thực thể</a:t>
              </a:r>
            </a:p>
          </p:txBody>
        </p:sp>
        <p:grpSp>
          <p:nvGrpSpPr>
            <p:cNvPr id="33800" name="Group 14">
              <a:extLst>
                <a:ext uri="{FF2B5EF4-FFF2-40B4-BE49-F238E27FC236}">
                  <a16:creationId xmlns:a16="http://schemas.microsoft.com/office/drawing/2014/main" id="{4868CDEB-513F-4B81-A64D-041C2D97BC8D}"/>
                </a:ext>
              </a:extLst>
            </p:cNvPr>
            <p:cNvGrpSpPr>
              <a:grpSpLocks/>
            </p:cNvGrpSpPr>
            <p:nvPr/>
          </p:nvGrpSpPr>
          <p:grpSpPr bwMode="auto">
            <a:xfrm>
              <a:off x="1344" y="2304"/>
              <a:ext cx="1296" cy="384"/>
              <a:chOff x="1248" y="2832"/>
              <a:chExt cx="1296" cy="384"/>
            </a:xfrm>
          </p:grpSpPr>
          <p:sp>
            <p:nvSpPr>
              <p:cNvPr id="33806" name="Oval 7">
                <a:extLst>
                  <a:ext uri="{FF2B5EF4-FFF2-40B4-BE49-F238E27FC236}">
                    <a16:creationId xmlns:a16="http://schemas.microsoft.com/office/drawing/2014/main" id="{9CF51AED-E3F9-4DD8-96A1-2CFA5939B0C2}"/>
                  </a:ext>
                </a:extLst>
              </p:cNvPr>
              <p:cNvSpPr>
                <a:spLocks noChangeArrowheads="1"/>
              </p:cNvSpPr>
              <p:nvPr/>
            </p:nvSpPr>
            <p:spPr bwMode="auto">
              <a:xfrm>
                <a:off x="1248" y="2832"/>
                <a:ext cx="1296" cy="384"/>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33807" name="Text Box 8">
                <a:extLst>
                  <a:ext uri="{FF2B5EF4-FFF2-40B4-BE49-F238E27FC236}">
                    <a16:creationId xmlns:a16="http://schemas.microsoft.com/office/drawing/2014/main" id="{8121679D-F986-410A-A616-1EFF9A30C7C0}"/>
                  </a:ext>
                </a:extLst>
              </p:cNvPr>
              <p:cNvSpPr txBox="1">
                <a:spLocks noChangeArrowheads="1"/>
              </p:cNvSpPr>
              <p:nvPr/>
            </p:nvSpPr>
            <p:spPr bwMode="auto">
              <a:xfrm>
                <a:off x="1296" y="2928"/>
                <a:ext cx="124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600"/>
                  <a:t>Tên thuộc tính</a:t>
                </a:r>
              </a:p>
            </p:txBody>
          </p:sp>
        </p:grpSp>
        <p:sp>
          <p:nvSpPr>
            <p:cNvPr id="33801" name="Text Box 9">
              <a:extLst>
                <a:ext uri="{FF2B5EF4-FFF2-40B4-BE49-F238E27FC236}">
                  <a16:creationId xmlns:a16="http://schemas.microsoft.com/office/drawing/2014/main" id="{9FD14202-C3AF-4C65-9D94-8235A44E4A3E}"/>
                </a:ext>
              </a:extLst>
            </p:cNvPr>
            <p:cNvSpPr txBox="1">
              <a:spLocks noChangeArrowheads="1"/>
            </p:cNvSpPr>
            <p:nvPr/>
          </p:nvSpPr>
          <p:spPr bwMode="auto">
            <a:xfrm>
              <a:off x="2928" y="2409"/>
              <a:ext cx="120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en-US" b="1"/>
                <a:t>Thuộc tính</a:t>
              </a:r>
            </a:p>
          </p:txBody>
        </p:sp>
        <p:grpSp>
          <p:nvGrpSpPr>
            <p:cNvPr id="33802" name="Group 15">
              <a:extLst>
                <a:ext uri="{FF2B5EF4-FFF2-40B4-BE49-F238E27FC236}">
                  <a16:creationId xmlns:a16="http://schemas.microsoft.com/office/drawing/2014/main" id="{B6D0B0CA-A37F-4053-9D49-25204440096E}"/>
                </a:ext>
              </a:extLst>
            </p:cNvPr>
            <p:cNvGrpSpPr>
              <a:grpSpLocks/>
            </p:cNvGrpSpPr>
            <p:nvPr/>
          </p:nvGrpSpPr>
          <p:grpSpPr bwMode="auto">
            <a:xfrm>
              <a:off x="1344" y="2784"/>
              <a:ext cx="1248" cy="480"/>
              <a:chOff x="1392" y="3456"/>
              <a:chExt cx="1248" cy="480"/>
            </a:xfrm>
          </p:grpSpPr>
          <p:sp>
            <p:nvSpPr>
              <p:cNvPr id="33804" name="AutoShape 10">
                <a:extLst>
                  <a:ext uri="{FF2B5EF4-FFF2-40B4-BE49-F238E27FC236}">
                    <a16:creationId xmlns:a16="http://schemas.microsoft.com/office/drawing/2014/main" id="{86A9DCFA-296E-4AA3-8760-C6C59C06059F}"/>
                  </a:ext>
                </a:extLst>
              </p:cNvPr>
              <p:cNvSpPr>
                <a:spLocks noChangeArrowheads="1"/>
              </p:cNvSpPr>
              <p:nvPr/>
            </p:nvSpPr>
            <p:spPr bwMode="auto">
              <a:xfrm>
                <a:off x="1392" y="3456"/>
                <a:ext cx="1248" cy="480"/>
              </a:xfrm>
              <a:prstGeom prst="flowChartDecision">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33805" name="Text Box 11">
                <a:extLst>
                  <a:ext uri="{FF2B5EF4-FFF2-40B4-BE49-F238E27FC236}">
                    <a16:creationId xmlns:a16="http://schemas.microsoft.com/office/drawing/2014/main" id="{F4DC9053-C96E-4E43-8E8F-2C97C6119BAA}"/>
                  </a:ext>
                </a:extLst>
              </p:cNvPr>
              <p:cNvSpPr txBox="1">
                <a:spLocks noChangeArrowheads="1"/>
              </p:cNvSpPr>
              <p:nvPr/>
            </p:nvSpPr>
            <p:spPr bwMode="auto">
              <a:xfrm>
                <a:off x="1392" y="3561"/>
                <a:ext cx="124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600"/>
                  <a:t>Tên quan hệ</a:t>
                </a:r>
              </a:p>
            </p:txBody>
          </p:sp>
        </p:grpSp>
        <p:sp>
          <p:nvSpPr>
            <p:cNvPr id="33803" name="Text Box 12">
              <a:extLst>
                <a:ext uri="{FF2B5EF4-FFF2-40B4-BE49-F238E27FC236}">
                  <a16:creationId xmlns:a16="http://schemas.microsoft.com/office/drawing/2014/main" id="{0FAD4A0D-D253-4421-BE58-55196FFD9743}"/>
                </a:ext>
              </a:extLst>
            </p:cNvPr>
            <p:cNvSpPr txBox="1">
              <a:spLocks noChangeArrowheads="1"/>
            </p:cNvSpPr>
            <p:nvPr/>
          </p:nvSpPr>
          <p:spPr bwMode="auto">
            <a:xfrm>
              <a:off x="2928" y="2880"/>
              <a:ext cx="120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en-US" b="1"/>
                <a:t>Quan hệ</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Date Placeholder 3">
            <a:extLst>
              <a:ext uri="{FF2B5EF4-FFF2-40B4-BE49-F238E27FC236}">
                <a16:creationId xmlns:a16="http://schemas.microsoft.com/office/drawing/2014/main" id="{5D8AF9E0-A152-4CCC-91C9-A635C5E3F715}"/>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35842" name="Slide Number Placeholder 5">
            <a:extLst>
              <a:ext uri="{FF2B5EF4-FFF2-40B4-BE49-F238E27FC236}">
                <a16:creationId xmlns:a16="http://schemas.microsoft.com/office/drawing/2014/main" id="{A8AD56F5-A5E4-4F4D-ADDA-57CA0A05883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167F635F-C052-4654-87F3-0C5E1251CE9E}" type="slidenum">
              <a:rPr lang="en-US" altLang="en-US">
                <a:latin typeface="Arial" panose="020B0604020202020204" pitchFamily="34" charset="0"/>
              </a:rPr>
              <a:pPr/>
              <a:t>15</a:t>
            </a:fld>
            <a:endParaRPr lang="en-US" altLang="en-US">
              <a:latin typeface="Arial" panose="020B0604020202020204" pitchFamily="34" charset="0"/>
            </a:endParaRPr>
          </a:p>
        </p:txBody>
      </p:sp>
      <p:sp>
        <p:nvSpPr>
          <p:cNvPr id="35843" name="Rectangle 2">
            <a:extLst>
              <a:ext uri="{FF2B5EF4-FFF2-40B4-BE49-F238E27FC236}">
                <a16:creationId xmlns:a16="http://schemas.microsoft.com/office/drawing/2014/main" id="{CD46DA76-3DE4-4AD3-848C-29773EA13D7F}"/>
              </a:ext>
            </a:extLst>
          </p:cNvPr>
          <p:cNvSpPr>
            <a:spLocks noGrp="1" noChangeArrowheads="1"/>
          </p:cNvSpPr>
          <p:nvPr>
            <p:ph type="title"/>
          </p:nvPr>
        </p:nvSpPr>
        <p:spPr>
          <a:xfrm>
            <a:off x="457200" y="354013"/>
            <a:ext cx="8229600" cy="620712"/>
          </a:xfrm>
        </p:spPr>
        <p:txBody>
          <a:bodyPr/>
          <a:lstStyle/>
          <a:p>
            <a:pPr eaLnBrk="1" hangingPunct="1"/>
            <a:r>
              <a:rPr lang="en-US" altLang="en-US" sz="3500"/>
              <a:t>VD lược đồ E/R</a:t>
            </a:r>
          </a:p>
        </p:txBody>
      </p:sp>
      <p:grpSp>
        <p:nvGrpSpPr>
          <p:cNvPr id="35844" name="Group 43">
            <a:extLst>
              <a:ext uri="{FF2B5EF4-FFF2-40B4-BE49-F238E27FC236}">
                <a16:creationId xmlns:a16="http://schemas.microsoft.com/office/drawing/2014/main" id="{274E3676-0527-43CC-98BD-52C7478E8CEB}"/>
              </a:ext>
            </a:extLst>
          </p:cNvPr>
          <p:cNvGrpSpPr>
            <a:grpSpLocks/>
          </p:cNvGrpSpPr>
          <p:nvPr/>
        </p:nvGrpSpPr>
        <p:grpSpPr bwMode="auto">
          <a:xfrm>
            <a:off x="3111500" y="2362200"/>
            <a:ext cx="2755900" cy="685800"/>
            <a:chOff x="1864" y="960"/>
            <a:chExt cx="1736" cy="432"/>
          </a:xfrm>
        </p:grpSpPr>
        <p:grpSp>
          <p:nvGrpSpPr>
            <p:cNvPr id="35907" name="Group 28">
              <a:extLst>
                <a:ext uri="{FF2B5EF4-FFF2-40B4-BE49-F238E27FC236}">
                  <a16:creationId xmlns:a16="http://schemas.microsoft.com/office/drawing/2014/main" id="{5BCA604E-7321-4DF9-8BA7-53073A453B8B}"/>
                </a:ext>
              </a:extLst>
            </p:cNvPr>
            <p:cNvGrpSpPr>
              <a:grpSpLocks/>
            </p:cNvGrpSpPr>
            <p:nvPr/>
          </p:nvGrpSpPr>
          <p:grpSpPr bwMode="auto">
            <a:xfrm>
              <a:off x="2208" y="960"/>
              <a:ext cx="1056" cy="432"/>
              <a:chOff x="3360" y="2880"/>
              <a:chExt cx="1056" cy="432"/>
            </a:xfrm>
          </p:grpSpPr>
          <p:sp>
            <p:nvSpPr>
              <p:cNvPr id="35910" name="AutoShape 25">
                <a:extLst>
                  <a:ext uri="{FF2B5EF4-FFF2-40B4-BE49-F238E27FC236}">
                    <a16:creationId xmlns:a16="http://schemas.microsoft.com/office/drawing/2014/main" id="{356965EC-A70E-4C4D-9041-4E95A7B245B4}"/>
                  </a:ext>
                </a:extLst>
              </p:cNvPr>
              <p:cNvSpPr>
                <a:spLocks noChangeArrowheads="1"/>
              </p:cNvSpPr>
              <p:nvPr/>
            </p:nvSpPr>
            <p:spPr bwMode="auto">
              <a:xfrm>
                <a:off x="3360" y="2880"/>
                <a:ext cx="1056" cy="432"/>
              </a:xfrm>
              <a:prstGeom prst="flowChartDecision">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35911" name="Text Box 26">
                <a:extLst>
                  <a:ext uri="{FF2B5EF4-FFF2-40B4-BE49-F238E27FC236}">
                    <a16:creationId xmlns:a16="http://schemas.microsoft.com/office/drawing/2014/main" id="{AC3B2DA8-4353-43FA-BC65-5073E518C304}"/>
                  </a:ext>
                </a:extLst>
              </p:cNvPr>
              <p:cNvSpPr txBox="1">
                <a:spLocks noChangeArrowheads="1"/>
              </p:cNvSpPr>
              <p:nvPr/>
            </p:nvSpPr>
            <p:spPr bwMode="auto">
              <a:xfrm>
                <a:off x="3456" y="2976"/>
                <a:ext cx="9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600"/>
                  <a:t>Lam_viec</a:t>
                </a:r>
              </a:p>
            </p:txBody>
          </p:sp>
        </p:grpSp>
        <p:sp>
          <p:nvSpPr>
            <p:cNvPr id="35908" name="Line 31">
              <a:extLst>
                <a:ext uri="{FF2B5EF4-FFF2-40B4-BE49-F238E27FC236}">
                  <a16:creationId xmlns:a16="http://schemas.microsoft.com/office/drawing/2014/main" id="{2A3071D0-6303-4365-BB80-D9DD009F13E5}"/>
                </a:ext>
              </a:extLst>
            </p:cNvPr>
            <p:cNvSpPr>
              <a:spLocks noChangeShapeType="1"/>
            </p:cNvSpPr>
            <p:nvPr/>
          </p:nvSpPr>
          <p:spPr bwMode="auto">
            <a:xfrm>
              <a:off x="1864" y="1184"/>
              <a:ext cx="3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5909" name="Line 33">
              <a:extLst>
                <a:ext uri="{FF2B5EF4-FFF2-40B4-BE49-F238E27FC236}">
                  <a16:creationId xmlns:a16="http://schemas.microsoft.com/office/drawing/2014/main" id="{22E8EB33-EED6-4EC6-9B8F-2210167D2DAB}"/>
                </a:ext>
              </a:extLst>
            </p:cNvPr>
            <p:cNvSpPr>
              <a:spLocks noChangeShapeType="1"/>
            </p:cNvSpPr>
            <p:nvPr/>
          </p:nvSpPr>
          <p:spPr bwMode="auto">
            <a:xfrm>
              <a:off x="3264" y="1184"/>
              <a:ext cx="3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35845" name="Group 96">
            <a:extLst>
              <a:ext uri="{FF2B5EF4-FFF2-40B4-BE49-F238E27FC236}">
                <a16:creationId xmlns:a16="http://schemas.microsoft.com/office/drawing/2014/main" id="{63E94E7C-E899-45AC-BC2F-824555B9F531}"/>
              </a:ext>
            </a:extLst>
          </p:cNvPr>
          <p:cNvGrpSpPr>
            <a:grpSpLocks/>
          </p:cNvGrpSpPr>
          <p:nvPr/>
        </p:nvGrpSpPr>
        <p:grpSpPr bwMode="auto">
          <a:xfrm>
            <a:off x="2743200" y="2895600"/>
            <a:ext cx="3505200" cy="1092200"/>
            <a:chOff x="1728" y="1824"/>
            <a:chExt cx="2208" cy="688"/>
          </a:xfrm>
        </p:grpSpPr>
        <p:grpSp>
          <p:nvGrpSpPr>
            <p:cNvPr id="35900" name="Group 95">
              <a:extLst>
                <a:ext uri="{FF2B5EF4-FFF2-40B4-BE49-F238E27FC236}">
                  <a16:creationId xmlns:a16="http://schemas.microsoft.com/office/drawing/2014/main" id="{086454EE-E422-4A5D-AFD5-BB6A9CBD1005}"/>
                </a:ext>
              </a:extLst>
            </p:cNvPr>
            <p:cNvGrpSpPr>
              <a:grpSpLocks/>
            </p:cNvGrpSpPr>
            <p:nvPr/>
          </p:nvGrpSpPr>
          <p:grpSpPr bwMode="auto">
            <a:xfrm>
              <a:off x="2208" y="2080"/>
              <a:ext cx="1344" cy="432"/>
              <a:chOff x="2208" y="2080"/>
              <a:chExt cx="1344" cy="432"/>
            </a:xfrm>
          </p:grpSpPr>
          <p:sp>
            <p:nvSpPr>
              <p:cNvPr id="35905" name="AutoShape 23">
                <a:extLst>
                  <a:ext uri="{FF2B5EF4-FFF2-40B4-BE49-F238E27FC236}">
                    <a16:creationId xmlns:a16="http://schemas.microsoft.com/office/drawing/2014/main" id="{F75A0B27-1DF0-4453-A263-C9F28311FBFF}"/>
                  </a:ext>
                </a:extLst>
              </p:cNvPr>
              <p:cNvSpPr>
                <a:spLocks noChangeArrowheads="1"/>
              </p:cNvSpPr>
              <p:nvPr/>
            </p:nvSpPr>
            <p:spPr bwMode="auto">
              <a:xfrm>
                <a:off x="2208" y="2080"/>
                <a:ext cx="1344" cy="432"/>
              </a:xfrm>
              <a:prstGeom prst="flowChartDecision">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35906" name="Text Box 24">
                <a:extLst>
                  <a:ext uri="{FF2B5EF4-FFF2-40B4-BE49-F238E27FC236}">
                    <a16:creationId xmlns:a16="http://schemas.microsoft.com/office/drawing/2014/main" id="{32B3EAAB-A475-404A-9013-16B8C42E0D0A}"/>
                  </a:ext>
                </a:extLst>
              </p:cNvPr>
              <p:cNvSpPr txBox="1">
                <a:spLocks noChangeArrowheads="1"/>
              </p:cNvSpPr>
              <p:nvPr/>
            </p:nvSpPr>
            <p:spPr bwMode="auto">
              <a:xfrm>
                <a:off x="2304" y="2176"/>
                <a:ext cx="120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600"/>
                  <a:t>La_truong_phong</a:t>
                </a:r>
              </a:p>
            </p:txBody>
          </p:sp>
        </p:grpSp>
        <p:sp>
          <p:nvSpPr>
            <p:cNvPr id="35901" name="Line 34">
              <a:extLst>
                <a:ext uri="{FF2B5EF4-FFF2-40B4-BE49-F238E27FC236}">
                  <a16:creationId xmlns:a16="http://schemas.microsoft.com/office/drawing/2014/main" id="{EE0EC860-E9E7-4E75-92D8-3EF73D6512D8}"/>
                </a:ext>
              </a:extLst>
            </p:cNvPr>
            <p:cNvSpPr>
              <a:spLocks noChangeShapeType="1"/>
            </p:cNvSpPr>
            <p:nvPr/>
          </p:nvSpPr>
          <p:spPr bwMode="auto">
            <a:xfrm>
              <a:off x="1728" y="1824"/>
              <a:ext cx="0"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5902" name="Line 35">
              <a:extLst>
                <a:ext uri="{FF2B5EF4-FFF2-40B4-BE49-F238E27FC236}">
                  <a16:creationId xmlns:a16="http://schemas.microsoft.com/office/drawing/2014/main" id="{E5CCDC95-38D3-4991-8115-590DB9662EF9}"/>
                </a:ext>
              </a:extLst>
            </p:cNvPr>
            <p:cNvSpPr>
              <a:spLocks noChangeShapeType="1"/>
            </p:cNvSpPr>
            <p:nvPr/>
          </p:nvSpPr>
          <p:spPr bwMode="auto">
            <a:xfrm>
              <a:off x="3936" y="1824"/>
              <a:ext cx="0"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5903" name="Line 36">
              <a:extLst>
                <a:ext uri="{FF2B5EF4-FFF2-40B4-BE49-F238E27FC236}">
                  <a16:creationId xmlns:a16="http://schemas.microsoft.com/office/drawing/2014/main" id="{C8765878-D82D-492C-8B11-EDB3CEE5E868}"/>
                </a:ext>
              </a:extLst>
            </p:cNvPr>
            <p:cNvSpPr>
              <a:spLocks noChangeShapeType="1"/>
            </p:cNvSpPr>
            <p:nvPr/>
          </p:nvSpPr>
          <p:spPr bwMode="auto">
            <a:xfrm>
              <a:off x="1728" y="2304"/>
              <a:ext cx="4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5904" name="Line 37">
              <a:extLst>
                <a:ext uri="{FF2B5EF4-FFF2-40B4-BE49-F238E27FC236}">
                  <a16:creationId xmlns:a16="http://schemas.microsoft.com/office/drawing/2014/main" id="{E89EC57E-F51C-4CBC-8272-029186307F5A}"/>
                </a:ext>
              </a:extLst>
            </p:cNvPr>
            <p:cNvSpPr>
              <a:spLocks noChangeShapeType="1"/>
            </p:cNvSpPr>
            <p:nvPr/>
          </p:nvSpPr>
          <p:spPr bwMode="auto">
            <a:xfrm>
              <a:off x="3552" y="2304"/>
              <a:ext cx="3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grpSp>
        <p:nvGrpSpPr>
          <p:cNvPr id="35846" name="Group 92">
            <a:extLst>
              <a:ext uri="{FF2B5EF4-FFF2-40B4-BE49-F238E27FC236}">
                <a16:creationId xmlns:a16="http://schemas.microsoft.com/office/drawing/2014/main" id="{2D199408-636C-4EEE-B939-104493256D5B}"/>
              </a:ext>
            </a:extLst>
          </p:cNvPr>
          <p:cNvGrpSpPr>
            <a:grpSpLocks/>
          </p:cNvGrpSpPr>
          <p:nvPr/>
        </p:nvGrpSpPr>
        <p:grpSpPr bwMode="auto">
          <a:xfrm>
            <a:off x="1447800" y="2895600"/>
            <a:ext cx="4419600" cy="2895600"/>
            <a:chOff x="816" y="1584"/>
            <a:chExt cx="2784" cy="1824"/>
          </a:xfrm>
        </p:grpSpPr>
        <p:grpSp>
          <p:nvGrpSpPr>
            <p:cNvPr id="35895" name="Group 29">
              <a:extLst>
                <a:ext uri="{FF2B5EF4-FFF2-40B4-BE49-F238E27FC236}">
                  <a16:creationId xmlns:a16="http://schemas.microsoft.com/office/drawing/2014/main" id="{F3B38BF7-1717-476E-B5B0-E5A4E2C31D2B}"/>
                </a:ext>
              </a:extLst>
            </p:cNvPr>
            <p:cNvGrpSpPr>
              <a:grpSpLocks/>
            </p:cNvGrpSpPr>
            <p:nvPr/>
          </p:nvGrpSpPr>
          <p:grpSpPr bwMode="auto">
            <a:xfrm>
              <a:off x="816" y="2976"/>
              <a:ext cx="1056" cy="432"/>
              <a:chOff x="1248" y="2400"/>
              <a:chExt cx="1056" cy="432"/>
            </a:xfrm>
          </p:grpSpPr>
          <p:sp>
            <p:nvSpPr>
              <p:cNvPr id="35898" name="AutoShape 21">
                <a:extLst>
                  <a:ext uri="{FF2B5EF4-FFF2-40B4-BE49-F238E27FC236}">
                    <a16:creationId xmlns:a16="http://schemas.microsoft.com/office/drawing/2014/main" id="{51856964-7F53-42FA-B1FA-CDE3102994E5}"/>
                  </a:ext>
                </a:extLst>
              </p:cNvPr>
              <p:cNvSpPr>
                <a:spLocks noChangeArrowheads="1"/>
              </p:cNvSpPr>
              <p:nvPr/>
            </p:nvSpPr>
            <p:spPr bwMode="auto">
              <a:xfrm>
                <a:off x="1248" y="2400"/>
                <a:ext cx="1056" cy="432"/>
              </a:xfrm>
              <a:prstGeom prst="flowChartDecision">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35899" name="Text Box 22">
                <a:extLst>
                  <a:ext uri="{FF2B5EF4-FFF2-40B4-BE49-F238E27FC236}">
                    <a16:creationId xmlns:a16="http://schemas.microsoft.com/office/drawing/2014/main" id="{E8A599EB-BB80-4C13-BDCF-731CF16D4680}"/>
                  </a:ext>
                </a:extLst>
              </p:cNvPr>
              <p:cNvSpPr txBox="1">
                <a:spLocks noChangeArrowheads="1"/>
              </p:cNvSpPr>
              <p:nvPr/>
            </p:nvSpPr>
            <p:spPr bwMode="auto">
              <a:xfrm>
                <a:off x="1344" y="2496"/>
                <a:ext cx="9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600"/>
                  <a:t>Phan_cong</a:t>
                </a:r>
              </a:p>
            </p:txBody>
          </p:sp>
        </p:grpSp>
        <p:sp>
          <p:nvSpPr>
            <p:cNvPr id="35896" name="Line 38">
              <a:extLst>
                <a:ext uri="{FF2B5EF4-FFF2-40B4-BE49-F238E27FC236}">
                  <a16:creationId xmlns:a16="http://schemas.microsoft.com/office/drawing/2014/main" id="{2B53590E-4BC9-478B-87B4-EFB436791DC1}"/>
                </a:ext>
              </a:extLst>
            </p:cNvPr>
            <p:cNvSpPr>
              <a:spLocks noChangeShapeType="1"/>
            </p:cNvSpPr>
            <p:nvPr/>
          </p:nvSpPr>
          <p:spPr bwMode="auto">
            <a:xfrm>
              <a:off x="1344" y="1584"/>
              <a:ext cx="0" cy="13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5897" name="Line 40">
              <a:extLst>
                <a:ext uri="{FF2B5EF4-FFF2-40B4-BE49-F238E27FC236}">
                  <a16:creationId xmlns:a16="http://schemas.microsoft.com/office/drawing/2014/main" id="{9167CCCE-A118-4A79-A3C4-8BB50C692EFF}"/>
                </a:ext>
              </a:extLst>
            </p:cNvPr>
            <p:cNvSpPr>
              <a:spLocks noChangeShapeType="1"/>
            </p:cNvSpPr>
            <p:nvPr/>
          </p:nvSpPr>
          <p:spPr bwMode="auto">
            <a:xfrm>
              <a:off x="1872" y="3200"/>
              <a:ext cx="172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grpSp>
        <p:nvGrpSpPr>
          <p:cNvPr id="35847" name="Group 62">
            <a:extLst>
              <a:ext uri="{FF2B5EF4-FFF2-40B4-BE49-F238E27FC236}">
                <a16:creationId xmlns:a16="http://schemas.microsoft.com/office/drawing/2014/main" id="{6C48E61A-DBC9-40EC-80D6-71B72218CB29}"/>
              </a:ext>
            </a:extLst>
          </p:cNvPr>
          <p:cNvGrpSpPr>
            <a:grpSpLocks/>
          </p:cNvGrpSpPr>
          <p:nvPr/>
        </p:nvGrpSpPr>
        <p:grpSpPr bwMode="auto">
          <a:xfrm>
            <a:off x="3124200" y="1676400"/>
            <a:ext cx="876300" cy="381000"/>
            <a:chOff x="3888" y="3792"/>
            <a:chExt cx="552" cy="240"/>
          </a:xfrm>
        </p:grpSpPr>
        <p:sp>
          <p:nvSpPr>
            <p:cNvPr id="35893" name="Oval 49">
              <a:extLst>
                <a:ext uri="{FF2B5EF4-FFF2-40B4-BE49-F238E27FC236}">
                  <a16:creationId xmlns:a16="http://schemas.microsoft.com/office/drawing/2014/main" id="{D333BF56-372B-4464-84EB-9FAF25058CCA}"/>
                </a:ext>
              </a:extLst>
            </p:cNvPr>
            <p:cNvSpPr>
              <a:spLocks noChangeArrowheads="1"/>
            </p:cNvSpPr>
            <p:nvPr/>
          </p:nvSpPr>
          <p:spPr bwMode="auto">
            <a:xfrm>
              <a:off x="3912" y="3792"/>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35894" name="Text Box 50">
              <a:extLst>
                <a:ext uri="{FF2B5EF4-FFF2-40B4-BE49-F238E27FC236}">
                  <a16:creationId xmlns:a16="http://schemas.microsoft.com/office/drawing/2014/main" id="{8B1320E2-82F5-4318-B64A-9EA0003F8C9C}"/>
                </a:ext>
              </a:extLst>
            </p:cNvPr>
            <p:cNvSpPr txBox="1">
              <a:spLocks noChangeArrowheads="1"/>
            </p:cNvSpPr>
            <p:nvPr/>
          </p:nvSpPr>
          <p:spPr bwMode="auto">
            <a:xfrm>
              <a:off x="3888" y="3816"/>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DCHI</a:t>
              </a:r>
            </a:p>
          </p:txBody>
        </p:sp>
      </p:grpSp>
      <p:grpSp>
        <p:nvGrpSpPr>
          <p:cNvPr id="35848" name="Group 98">
            <a:extLst>
              <a:ext uri="{FF2B5EF4-FFF2-40B4-BE49-F238E27FC236}">
                <a16:creationId xmlns:a16="http://schemas.microsoft.com/office/drawing/2014/main" id="{1E49B966-8462-411C-8B38-DEFD3DBA3902}"/>
              </a:ext>
            </a:extLst>
          </p:cNvPr>
          <p:cNvGrpSpPr>
            <a:grpSpLocks/>
          </p:cNvGrpSpPr>
          <p:nvPr/>
        </p:nvGrpSpPr>
        <p:grpSpPr bwMode="auto">
          <a:xfrm>
            <a:off x="304800" y="1676400"/>
            <a:ext cx="3200400" cy="1828800"/>
            <a:chOff x="192" y="1056"/>
            <a:chExt cx="2016" cy="1152"/>
          </a:xfrm>
        </p:grpSpPr>
        <p:sp>
          <p:nvSpPr>
            <p:cNvPr id="35871" name="Text Box 17">
              <a:extLst>
                <a:ext uri="{FF2B5EF4-FFF2-40B4-BE49-F238E27FC236}">
                  <a16:creationId xmlns:a16="http://schemas.microsoft.com/office/drawing/2014/main" id="{DC9B7BD8-98A0-43F7-A1F4-BAC38DF15F0E}"/>
                </a:ext>
              </a:extLst>
            </p:cNvPr>
            <p:cNvSpPr txBox="1">
              <a:spLocks noChangeArrowheads="1"/>
            </p:cNvSpPr>
            <p:nvPr/>
          </p:nvSpPr>
          <p:spPr bwMode="auto">
            <a:xfrm>
              <a:off x="944" y="1584"/>
              <a:ext cx="1008"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NHANVIEN</a:t>
              </a:r>
            </a:p>
          </p:txBody>
        </p:sp>
        <p:grpSp>
          <p:nvGrpSpPr>
            <p:cNvPr id="35872" name="Group 58">
              <a:extLst>
                <a:ext uri="{FF2B5EF4-FFF2-40B4-BE49-F238E27FC236}">
                  <a16:creationId xmlns:a16="http://schemas.microsoft.com/office/drawing/2014/main" id="{A26974ED-1D0F-4198-9417-82C8B3C9BA3E}"/>
                </a:ext>
              </a:extLst>
            </p:cNvPr>
            <p:cNvGrpSpPr>
              <a:grpSpLocks/>
            </p:cNvGrpSpPr>
            <p:nvPr/>
          </p:nvGrpSpPr>
          <p:grpSpPr bwMode="auto">
            <a:xfrm>
              <a:off x="240" y="1632"/>
              <a:ext cx="528" cy="240"/>
              <a:chOff x="192" y="1080"/>
              <a:chExt cx="528" cy="240"/>
            </a:xfrm>
          </p:grpSpPr>
          <p:sp>
            <p:nvSpPr>
              <p:cNvPr id="35891" name="Oval 45">
                <a:extLst>
                  <a:ext uri="{FF2B5EF4-FFF2-40B4-BE49-F238E27FC236}">
                    <a16:creationId xmlns:a16="http://schemas.microsoft.com/office/drawing/2014/main" id="{1A018F6D-2472-4649-BCBF-A12A31D1E54B}"/>
                  </a:ext>
                </a:extLst>
              </p:cNvPr>
              <p:cNvSpPr>
                <a:spLocks noChangeArrowheads="1"/>
              </p:cNvSpPr>
              <p:nvPr/>
            </p:nvSpPr>
            <p:spPr bwMode="auto">
              <a:xfrm>
                <a:off x="192" y="1080"/>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35892" name="Text Box 46">
                <a:extLst>
                  <a:ext uri="{FF2B5EF4-FFF2-40B4-BE49-F238E27FC236}">
                    <a16:creationId xmlns:a16="http://schemas.microsoft.com/office/drawing/2014/main" id="{BA60533C-725C-425A-A1B1-36C22594A583}"/>
                  </a:ext>
                </a:extLst>
              </p:cNvPr>
              <p:cNvSpPr txBox="1">
                <a:spLocks noChangeArrowheads="1"/>
              </p:cNvSpPr>
              <p:nvPr/>
            </p:nvSpPr>
            <p:spPr bwMode="auto">
              <a:xfrm>
                <a:off x="192" y="1104"/>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TENNV</a:t>
                </a:r>
              </a:p>
            </p:txBody>
          </p:sp>
        </p:grpSp>
        <p:grpSp>
          <p:nvGrpSpPr>
            <p:cNvPr id="35873" name="Group 60">
              <a:extLst>
                <a:ext uri="{FF2B5EF4-FFF2-40B4-BE49-F238E27FC236}">
                  <a16:creationId xmlns:a16="http://schemas.microsoft.com/office/drawing/2014/main" id="{4473996A-7165-4AE3-88C7-9257F4AB72BC}"/>
                </a:ext>
              </a:extLst>
            </p:cNvPr>
            <p:cNvGrpSpPr>
              <a:grpSpLocks/>
            </p:cNvGrpSpPr>
            <p:nvPr/>
          </p:nvGrpSpPr>
          <p:grpSpPr bwMode="auto">
            <a:xfrm>
              <a:off x="768" y="1056"/>
              <a:ext cx="576" cy="240"/>
              <a:chOff x="864" y="840"/>
              <a:chExt cx="576" cy="240"/>
            </a:xfrm>
          </p:grpSpPr>
          <p:sp>
            <p:nvSpPr>
              <p:cNvPr id="35889" name="Oval 47">
                <a:extLst>
                  <a:ext uri="{FF2B5EF4-FFF2-40B4-BE49-F238E27FC236}">
                    <a16:creationId xmlns:a16="http://schemas.microsoft.com/office/drawing/2014/main" id="{CCBAD016-FFEF-4763-9194-9C010553CDFC}"/>
                  </a:ext>
                </a:extLst>
              </p:cNvPr>
              <p:cNvSpPr>
                <a:spLocks noChangeArrowheads="1"/>
              </p:cNvSpPr>
              <p:nvPr/>
            </p:nvSpPr>
            <p:spPr bwMode="auto">
              <a:xfrm>
                <a:off x="888" y="840"/>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35890" name="Text Box 48">
                <a:extLst>
                  <a:ext uri="{FF2B5EF4-FFF2-40B4-BE49-F238E27FC236}">
                    <a16:creationId xmlns:a16="http://schemas.microsoft.com/office/drawing/2014/main" id="{1611FEF7-55A3-48F7-9B03-F7BBAA6FF70F}"/>
                  </a:ext>
                </a:extLst>
              </p:cNvPr>
              <p:cNvSpPr txBox="1">
                <a:spLocks noChangeArrowheads="1"/>
              </p:cNvSpPr>
              <p:nvPr/>
            </p:nvSpPr>
            <p:spPr bwMode="auto">
              <a:xfrm>
                <a:off x="864" y="864"/>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NGSINH</a:t>
                </a:r>
              </a:p>
            </p:txBody>
          </p:sp>
        </p:grpSp>
        <p:grpSp>
          <p:nvGrpSpPr>
            <p:cNvPr id="35874" name="Group 59">
              <a:extLst>
                <a:ext uri="{FF2B5EF4-FFF2-40B4-BE49-F238E27FC236}">
                  <a16:creationId xmlns:a16="http://schemas.microsoft.com/office/drawing/2014/main" id="{4F24522E-A1E0-44C0-9379-07B95A3F5F31}"/>
                </a:ext>
              </a:extLst>
            </p:cNvPr>
            <p:cNvGrpSpPr>
              <a:grpSpLocks/>
            </p:cNvGrpSpPr>
            <p:nvPr/>
          </p:nvGrpSpPr>
          <p:grpSpPr bwMode="auto">
            <a:xfrm>
              <a:off x="240" y="1968"/>
              <a:ext cx="528" cy="240"/>
              <a:chOff x="168" y="1416"/>
              <a:chExt cx="528" cy="240"/>
            </a:xfrm>
          </p:grpSpPr>
          <p:sp>
            <p:nvSpPr>
              <p:cNvPr id="35887" name="Oval 51">
                <a:extLst>
                  <a:ext uri="{FF2B5EF4-FFF2-40B4-BE49-F238E27FC236}">
                    <a16:creationId xmlns:a16="http://schemas.microsoft.com/office/drawing/2014/main" id="{91F89297-6E26-48FB-929E-62E3A07350BF}"/>
                  </a:ext>
                </a:extLst>
              </p:cNvPr>
              <p:cNvSpPr>
                <a:spLocks noChangeArrowheads="1"/>
              </p:cNvSpPr>
              <p:nvPr/>
            </p:nvSpPr>
            <p:spPr bwMode="auto">
              <a:xfrm>
                <a:off x="168" y="1416"/>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35888" name="Text Box 52">
                <a:extLst>
                  <a:ext uri="{FF2B5EF4-FFF2-40B4-BE49-F238E27FC236}">
                    <a16:creationId xmlns:a16="http://schemas.microsoft.com/office/drawing/2014/main" id="{AB91E9AE-E14D-4964-A206-5DCA3D84AC7F}"/>
                  </a:ext>
                </a:extLst>
              </p:cNvPr>
              <p:cNvSpPr txBox="1">
                <a:spLocks noChangeArrowheads="1"/>
              </p:cNvSpPr>
              <p:nvPr/>
            </p:nvSpPr>
            <p:spPr bwMode="auto">
              <a:xfrm>
                <a:off x="192" y="1440"/>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PHAI</a:t>
                </a:r>
              </a:p>
            </p:txBody>
          </p:sp>
        </p:grpSp>
        <p:grpSp>
          <p:nvGrpSpPr>
            <p:cNvPr id="35875" name="Group 61">
              <a:extLst>
                <a:ext uri="{FF2B5EF4-FFF2-40B4-BE49-F238E27FC236}">
                  <a16:creationId xmlns:a16="http://schemas.microsoft.com/office/drawing/2014/main" id="{62BAE030-BA79-4128-B4AA-F4E849C77612}"/>
                </a:ext>
              </a:extLst>
            </p:cNvPr>
            <p:cNvGrpSpPr>
              <a:grpSpLocks/>
            </p:cNvGrpSpPr>
            <p:nvPr/>
          </p:nvGrpSpPr>
          <p:grpSpPr bwMode="auto">
            <a:xfrm>
              <a:off x="1392" y="1056"/>
              <a:ext cx="528" cy="240"/>
              <a:chOff x="3576" y="3456"/>
              <a:chExt cx="528" cy="240"/>
            </a:xfrm>
          </p:grpSpPr>
          <p:sp>
            <p:nvSpPr>
              <p:cNvPr id="35885" name="Oval 53">
                <a:extLst>
                  <a:ext uri="{FF2B5EF4-FFF2-40B4-BE49-F238E27FC236}">
                    <a16:creationId xmlns:a16="http://schemas.microsoft.com/office/drawing/2014/main" id="{A0AE28F8-8690-4563-B82A-D2EBC7FC768E}"/>
                  </a:ext>
                </a:extLst>
              </p:cNvPr>
              <p:cNvSpPr>
                <a:spLocks noChangeArrowheads="1"/>
              </p:cNvSpPr>
              <p:nvPr/>
            </p:nvSpPr>
            <p:spPr bwMode="auto">
              <a:xfrm>
                <a:off x="3576" y="3456"/>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35886" name="Text Box 54">
                <a:extLst>
                  <a:ext uri="{FF2B5EF4-FFF2-40B4-BE49-F238E27FC236}">
                    <a16:creationId xmlns:a16="http://schemas.microsoft.com/office/drawing/2014/main" id="{DE214B8A-D39A-47DB-BF60-2F221D547297}"/>
                  </a:ext>
                </a:extLst>
              </p:cNvPr>
              <p:cNvSpPr txBox="1">
                <a:spLocks noChangeArrowheads="1"/>
              </p:cNvSpPr>
              <p:nvPr/>
            </p:nvSpPr>
            <p:spPr bwMode="auto">
              <a:xfrm>
                <a:off x="3600" y="3480"/>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LUONG</a:t>
                </a:r>
              </a:p>
            </p:txBody>
          </p:sp>
        </p:grpSp>
        <p:grpSp>
          <p:nvGrpSpPr>
            <p:cNvPr id="35876" name="Group 57">
              <a:extLst>
                <a:ext uri="{FF2B5EF4-FFF2-40B4-BE49-F238E27FC236}">
                  <a16:creationId xmlns:a16="http://schemas.microsoft.com/office/drawing/2014/main" id="{FB827121-865B-459D-ADE4-734E2D0F0F98}"/>
                </a:ext>
              </a:extLst>
            </p:cNvPr>
            <p:cNvGrpSpPr>
              <a:grpSpLocks/>
            </p:cNvGrpSpPr>
            <p:nvPr/>
          </p:nvGrpSpPr>
          <p:grpSpPr bwMode="auto">
            <a:xfrm>
              <a:off x="192" y="1296"/>
              <a:ext cx="528" cy="240"/>
              <a:chOff x="192" y="744"/>
              <a:chExt cx="528" cy="240"/>
            </a:xfrm>
          </p:grpSpPr>
          <p:sp>
            <p:nvSpPr>
              <p:cNvPr id="35883" name="Oval 55">
                <a:extLst>
                  <a:ext uri="{FF2B5EF4-FFF2-40B4-BE49-F238E27FC236}">
                    <a16:creationId xmlns:a16="http://schemas.microsoft.com/office/drawing/2014/main" id="{565C3E26-3560-49F2-8941-D7A2A7F8F750}"/>
                  </a:ext>
                </a:extLst>
              </p:cNvPr>
              <p:cNvSpPr>
                <a:spLocks noChangeArrowheads="1"/>
              </p:cNvSpPr>
              <p:nvPr/>
            </p:nvSpPr>
            <p:spPr bwMode="auto">
              <a:xfrm>
                <a:off x="192" y="744"/>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35884" name="Text Box 56">
                <a:extLst>
                  <a:ext uri="{FF2B5EF4-FFF2-40B4-BE49-F238E27FC236}">
                    <a16:creationId xmlns:a16="http://schemas.microsoft.com/office/drawing/2014/main" id="{5D4DC575-227E-4AD7-BB53-205C9929571B}"/>
                  </a:ext>
                </a:extLst>
              </p:cNvPr>
              <p:cNvSpPr txBox="1">
                <a:spLocks noChangeArrowheads="1"/>
              </p:cNvSpPr>
              <p:nvPr/>
            </p:nvSpPr>
            <p:spPr bwMode="auto">
              <a:xfrm>
                <a:off x="192" y="768"/>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HONV</a:t>
                </a:r>
              </a:p>
            </p:txBody>
          </p:sp>
        </p:grpSp>
        <p:sp>
          <p:nvSpPr>
            <p:cNvPr id="35877" name="Line 63">
              <a:extLst>
                <a:ext uri="{FF2B5EF4-FFF2-40B4-BE49-F238E27FC236}">
                  <a16:creationId xmlns:a16="http://schemas.microsoft.com/office/drawing/2014/main" id="{06FC944C-77DF-4231-90E9-13CFFD071BCE}"/>
                </a:ext>
              </a:extLst>
            </p:cNvPr>
            <p:cNvSpPr>
              <a:spLocks noChangeShapeType="1"/>
            </p:cNvSpPr>
            <p:nvPr/>
          </p:nvSpPr>
          <p:spPr bwMode="auto">
            <a:xfrm flipH="1">
              <a:off x="720" y="1824"/>
              <a:ext cx="24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5878" name="Line 64">
              <a:extLst>
                <a:ext uri="{FF2B5EF4-FFF2-40B4-BE49-F238E27FC236}">
                  <a16:creationId xmlns:a16="http://schemas.microsoft.com/office/drawing/2014/main" id="{09CF1805-3730-4086-B674-4B49D2700BD2}"/>
                </a:ext>
              </a:extLst>
            </p:cNvPr>
            <p:cNvSpPr>
              <a:spLocks noChangeShapeType="1"/>
            </p:cNvSpPr>
            <p:nvPr/>
          </p:nvSpPr>
          <p:spPr bwMode="auto">
            <a:xfrm flipH="1">
              <a:off x="768" y="1680"/>
              <a:ext cx="192"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5879" name="Line 65">
              <a:extLst>
                <a:ext uri="{FF2B5EF4-FFF2-40B4-BE49-F238E27FC236}">
                  <a16:creationId xmlns:a16="http://schemas.microsoft.com/office/drawing/2014/main" id="{B737F0D3-6892-43F0-92AE-4BDB525FB1DB}"/>
                </a:ext>
              </a:extLst>
            </p:cNvPr>
            <p:cNvSpPr>
              <a:spLocks noChangeShapeType="1"/>
            </p:cNvSpPr>
            <p:nvPr/>
          </p:nvSpPr>
          <p:spPr bwMode="auto">
            <a:xfrm flipH="1" flipV="1">
              <a:off x="720" y="1440"/>
              <a:ext cx="240"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5880" name="Line 66">
              <a:extLst>
                <a:ext uri="{FF2B5EF4-FFF2-40B4-BE49-F238E27FC236}">
                  <a16:creationId xmlns:a16="http://schemas.microsoft.com/office/drawing/2014/main" id="{B369AE52-9FA6-498C-B006-D1AA10F93C8E}"/>
                </a:ext>
              </a:extLst>
            </p:cNvPr>
            <p:cNvSpPr>
              <a:spLocks noChangeShapeType="1"/>
            </p:cNvSpPr>
            <p:nvPr/>
          </p:nvSpPr>
          <p:spPr bwMode="auto">
            <a:xfrm flipH="1" flipV="1">
              <a:off x="1056" y="1296"/>
              <a:ext cx="96"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5881" name="Line 67">
              <a:extLst>
                <a:ext uri="{FF2B5EF4-FFF2-40B4-BE49-F238E27FC236}">
                  <a16:creationId xmlns:a16="http://schemas.microsoft.com/office/drawing/2014/main" id="{30114C7D-F0AE-4A73-B0FF-15C77856A183}"/>
                </a:ext>
              </a:extLst>
            </p:cNvPr>
            <p:cNvSpPr>
              <a:spLocks noChangeShapeType="1"/>
            </p:cNvSpPr>
            <p:nvPr/>
          </p:nvSpPr>
          <p:spPr bwMode="auto">
            <a:xfrm flipV="1">
              <a:off x="1488" y="1296"/>
              <a:ext cx="192"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5882" name="Line 68">
              <a:extLst>
                <a:ext uri="{FF2B5EF4-FFF2-40B4-BE49-F238E27FC236}">
                  <a16:creationId xmlns:a16="http://schemas.microsoft.com/office/drawing/2014/main" id="{140BE727-D237-46DA-820C-77BBDB1C7DD4}"/>
                </a:ext>
              </a:extLst>
            </p:cNvPr>
            <p:cNvSpPr>
              <a:spLocks noChangeShapeType="1"/>
            </p:cNvSpPr>
            <p:nvPr/>
          </p:nvSpPr>
          <p:spPr bwMode="auto">
            <a:xfrm flipV="1">
              <a:off x="1776" y="1296"/>
              <a:ext cx="432"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35849" name="Group 99">
            <a:extLst>
              <a:ext uri="{FF2B5EF4-FFF2-40B4-BE49-F238E27FC236}">
                <a16:creationId xmlns:a16="http://schemas.microsoft.com/office/drawing/2014/main" id="{C2EFD5FE-C4A6-48F2-9743-E20008C60376}"/>
              </a:ext>
            </a:extLst>
          </p:cNvPr>
          <p:cNvGrpSpPr>
            <a:grpSpLocks/>
          </p:cNvGrpSpPr>
          <p:nvPr/>
        </p:nvGrpSpPr>
        <p:grpSpPr bwMode="auto">
          <a:xfrm>
            <a:off x="5867400" y="1752600"/>
            <a:ext cx="1828800" cy="1141413"/>
            <a:chOff x="3696" y="1104"/>
            <a:chExt cx="1152" cy="719"/>
          </a:xfrm>
        </p:grpSpPr>
        <p:sp>
          <p:nvSpPr>
            <p:cNvPr id="35866" name="Text Box 19">
              <a:extLst>
                <a:ext uri="{FF2B5EF4-FFF2-40B4-BE49-F238E27FC236}">
                  <a16:creationId xmlns:a16="http://schemas.microsoft.com/office/drawing/2014/main" id="{B4E13BB8-A1FB-45A1-96CE-6651EC287161}"/>
                </a:ext>
              </a:extLst>
            </p:cNvPr>
            <p:cNvSpPr txBox="1">
              <a:spLocks noChangeArrowheads="1"/>
            </p:cNvSpPr>
            <p:nvPr/>
          </p:nvSpPr>
          <p:spPr bwMode="auto">
            <a:xfrm>
              <a:off x="3696" y="1584"/>
              <a:ext cx="1008"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PHONGBAN</a:t>
              </a:r>
            </a:p>
          </p:txBody>
        </p:sp>
        <p:grpSp>
          <p:nvGrpSpPr>
            <p:cNvPr id="35867" name="Group 97">
              <a:extLst>
                <a:ext uri="{FF2B5EF4-FFF2-40B4-BE49-F238E27FC236}">
                  <a16:creationId xmlns:a16="http://schemas.microsoft.com/office/drawing/2014/main" id="{FBCD17F9-AE01-4C33-A379-FD76D75EEFD5}"/>
                </a:ext>
              </a:extLst>
            </p:cNvPr>
            <p:cNvGrpSpPr>
              <a:grpSpLocks/>
            </p:cNvGrpSpPr>
            <p:nvPr/>
          </p:nvGrpSpPr>
          <p:grpSpPr bwMode="auto">
            <a:xfrm>
              <a:off x="4272" y="1104"/>
              <a:ext cx="576" cy="480"/>
              <a:chOff x="4272" y="1104"/>
              <a:chExt cx="576" cy="480"/>
            </a:xfrm>
          </p:grpSpPr>
          <p:sp>
            <p:nvSpPr>
              <p:cNvPr id="35868" name="Oval 70">
                <a:extLst>
                  <a:ext uri="{FF2B5EF4-FFF2-40B4-BE49-F238E27FC236}">
                    <a16:creationId xmlns:a16="http://schemas.microsoft.com/office/drawing/2014/main" id="{0ED904FB-FD01-4DC5-84B4-6F075ECDAF54}"/>
                  </a:ext>
                </a:extLst>
              </p:cNvPr>
              <p:cNvSpPr>
                <a:spLocks noChangeArrowheads="1"/>
              </p:cNvSpPr>
              <p:nvPr/>
            </p:nvSpPr>
            <p:spPr bwMode="auto">
              <a:xfrm>
                <a:off x="4272" y="1104"/>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35869" name="Text Box 71">
                <a:extLst>
                  <a:ext uri="{FF2B5EF4-FFF2-40B4-BE49-F238E27FC236}">
                    <a16:creationId xmlns:a16="http://schemas.microsoft.com/office/drawing/2014/main" id="{CCF53776-9470-41EE-BF2D-C86B18E7DBDC}"/>
                  </a:ext>
                </a:extLst>
              </p:cNvPr>
              <p:cNvSpPr txBox="1">
                <a:spLocks noChangeArrowheads="1"/>
              </p:cNvSpPr>
              <p:nvPr/>
            </p:nvSpPr>
            <p:spPr bwMode="auto">
              <a:xfrm>
                <a:off x="4272" y="1128"/>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TENPHG</a:t>
                </a:r>
              </a:p>
            </p:txBody>
          </p:sp>
          <p:sp>
            <p:nvSpPr>
              <p:cNvPr id="35870" name="Line 73">
                <a:extLst>
                  <a:ext uri="{FF2B5EF4-FFF2-40B4-BE49-F238E27FC236}">
                    <a16:creationId xmlns:a16="http://schemas.microsoft.com/office/drawing/2014/main" id="{8777835E-6585-445C-94CA-1E5412DCE02B}"/>
                  </a:ext>
                </a:extLst>
              </p:cNvPr>
              <p:cNvSpPr>
                <a:spLocks noChangeShapeType="1"/>
              </p:cNvSpPr>
              <p:nvPr/>
            </p:nvSpPr>
            <p:spPr bwMode="auto">
              <a:xfrm flipH="1">
                <a:off x="4368" y="1344"/>
                <a:ext cx="96" cy="2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grpSp>
        <p:nvGrpSpPr>
          <p:cNvPr id="35850" name="Group 93">
            <a:extLst>
              <a:ext uri="{FF2B5EF4-FFF2-40B4-BE49-F238E27FC236}">
                <a16:creationId xmlns:a16="http://schemas.microsoft.com/office/drawing/2014/main" id="{5EF45BCA-074E-4C0D-AFCF-5D944B9C8433}"/>
              </a:ext>
            </a:extLst>
          </p:cNvPr>
          <p:cNvGrpSpPr>
            <a:grpSpLocks/>
          </p:cNvGrpSpPr>
          <p:nvPr/>
        </p:nvGrpSpPr>
        <p:grpSpPr bwMode="auto">
          <a:xfrm>
            <a:off x="5867400" y="2895600"/>
            <a:ext cx="1676400" cy="2362200"/>
            <a:chOff x="3600" y="1584"/>
            <a:chExt cx="1056" cy="1488"/>
          </a:xfrm>
        </p:grpSpPr>
        <p:grpSp>
          <p:nvGrpSpPr>
            <p:cNvPr id="35861" name="Group 81">
              <a:extLst>
                <a:ext uri="{FF2B5EF4-FFF2-40B4-BE49-F238E27FC236}">
                  <a16:creationId xmlns:a16="http://schemas.microsoft.com/office/drawing/2014/main" id="{C1F40FC8-B502-4D54-A8AD-0AEF23C5FD31}"/>
                </a:ext>
              </a:extLst>
            </p:cNvPr>
            <p:cNvGrpSpPr>
              <a:grpSpLocks/>
            </p:cNvGrpSpPr>
            <p:nvPr/>
          </p:nvGrpSpPr>
          <p:grpSpPr bwMode="auto">
            <a:xfrm>
              <a:off x="3600" y="2256"/>
              <a:ext cx="1056" cy="432"/>
              <a:chOff x="1248" y="2400"/>
              <a:chExt cx="1056" cy="432"/>
            </a:xfrm>
          </p:grpSpPr>
          <p:sp>
            <p:nvSpPr>
              <p:cNvPr id="35864" name="AutoShape 82">
                <a:extLst>
                  <a:ext uri="{FF2B5EF4-FFF2-40B4-BE49-F238E27FC236}">
                    <a16:creationId xmlns:a16="http://schemas.microsoft.com/office/drawing/2014/main" id="{4AD4C38D-D4AE-45E4-B05C-D3D54A883F21}"/>
                  </a:ext>
                </a:extLst>
              </p:cNvPr>
              <p:cNvSpPr>
                <a:spLocks noChangeArrowheads="1"/>
              </p:cNvSpPr>
              <p:nvPr/>
            </p:nvSpPr>
            <p:spPr bwMode="auto">
              <a:xfrm>
                <a:off x="1248" y="2400"/>
                <a:ext cx="1056" cy="432"/>
              </a:xfrm>
              <a:prstGeom prst="flowChartDecision">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35865" name="Text Box 83">
                <a:extLst>
                  <a:ext uri="{FF2B5EF4-FFF2-40B4-BE49-F238E27FC236}">
                    <a16:creationId xmlns:a16="http://schemas.microsoft.com/office/drawing/2014/main" id="{B3CB9917-150E-46D0-A9EE-B8522A27DFD7}"/>
                  </a:ext>
                </a:extLst>
              </p:cNvPr>
              <p:cNvSpPr txBox="1">
                <a:spLocks noChangeArrowheads="1"/>
              </p:cNvSpPr>
              <p:nvPr/>
            </p:nvSpPr>
            <p:spPr bwMode="auto">
              <a:xfrm>
                <a:off x="1344" y="2496"/>
                <a:ext cx="9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600"/>
                  <a:t>Phu_trach</a:t>
                </a:r>
              </a:p>
            </p:txBody>
          </p:sp>
        </p:grpSp>
        <p:sp>
          <p:nvSpPr>
            <p:cNvPr id="35862" name="Line 86">
              <a:extLst>
                <a:ext uri="{FF2B5EF4-FFF2-40B4-BE49-F238E27FC236}">
                  <a16:creationId xmlns:a16="http://schemas.microsoft.com/office/drawing/2014/main" id="{40EBAEC9-0118-490B-9668-FD3538529C9B}"/>
                </a:ext>
              </a:extLst>
            </p:cNvPr>
            <p:cNvSpPr>
              <a:spLocks noChangeShapeType="1"/>
            </p:cNvSpPr>
            <p:nvPr/>
          </p:nvSpPr>
          <p:spPr bwMode="auto">
            <a:xfrm>
              <a:off x="4128" y="1584"/>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5863" name="Line 87">
              <a:extLst>
                <a:ext uri="{FF2B5EF4-FFF2-40B4-BE49-F238E27FC236}">
                  <a16:creationId xmlns:a16="http://schemas.microsoft.com/office/drawing/2014/main" id="{5237DE5E-0DB2-4529-BDC7-9229C0D1915F}"/>
                </a:ext>
              </a:extLst>
            </p:cNvPr>
            <p:cNvSpPr>
              <a:spLocks noChangeShapeType="1"/>
            </p:cNvSpPr>
            <p:nvPr/>
          </p:nvSpPr>
          <p:spPr bwMode="auto">
            <a:xfrm>
              <a:off x="4128" y="2688"/>
              <a:ext cx="0"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35851" name="Group 90">
            <a:extLst>
              <a:ext uri="{FF2B5EF4-FFF2-40B4-BE49-F238E27FC236}">
                <a16:creationId xmlns:a16="http://schemas.microsoft.com/office/drawing/2014/main" id="{BD89A686-5E74-4CF6-8155-8378D56BE9C7}"/>
              </a:ext>
            </a:extLst>
          </p:cNvPr>
          <p:cNvGrpSpPr>
            <a:grpSpLocks/>
          </p:cNvGrpSpPr>
          <p:nvPr/>
        </p:nvGrpSpPr>
        <p:grpSpPr bwMode="auto">
          <a:xfrm>
            <a:off x="5867400" y="4800600"/>
            <a:ext cx="2895600" cy="1143000"/>
            <a:chOff x="3600" y="2784"/>
            <a:chExt cx="1824" cy="720"/>
          </a:xfrm>
        </p:grpSpPr>
        <p:sp>
          <p:nvSpPr>
            <p:cNvPr id="35852" name="Text Box 18">
              <a:extLst>
                <a:ext uri="{FF2B5EF4-FFF2-40B4-BE49-F238E27FC236}">
                  <a16:creationId xmlns:a16="http://schemas.microsoft.com/office/drawing/2014/main" id="{AC676DF6-56EF-4E8B-9A09-37BFB2C90C45}"/>
                </a:ext>
              </a:extLst>
            </p:cNvPr>
            <p:cNvSpPr txBox="1">
              <a:spLocks noChangeArrowheads="1"/>
            </p:cNvSpPr>
            <p:nvPr/>
          </p:nvSpPr>
          <p:spPr bwMode="auto">
            <a:xfrm>
              <a:off x="3600" y="3073"/>
              <a:ext cx="1008"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DEAN</a:t>
              </a:r>
            </a:p>
          </p:txBody>
        </p:sp>
        <p:grpSp>
          <p:nvGrpSpPr>
            <p:cNvPr id="35853" name="Group 79">
              <a:extLst>
                <a:ext uri="{FF2B5EF4-FFF2-40B4-BE49-F238E27FC236}">
                  <a16:creationId xmlns:a16="http://schemas.microsoft.com/office/drawing/2014/main" id="{3FE88A1A-1D73-45F4-91F3-DD795EA5E871}"/>
                </a:ext>
              </a:extLst>
            </p:cNvPr>
            <p:cNvGrpSpPr>
              <a:grpSpLocks/>
            </p:cNvGrpSpPr>
            <p:nvPr/>
          </p:nvGrpSpPr>
          <p:grpSpPr bwMode="auto">
            <a:xfrm>
              <a:off x="4800" y="3264"/>
              <a:ext cx="528" cy="240"/>
              <a:chOff x="2112" y="3792"/>
              <a:chExt cx="528" cy="240"/>
            </a:xfrm>
          </p:grpSpPr>
          <p:sp>
            <p:nvSpPr>
              <p:cNvPr id="35859" name="Oval 74">
                <a:extLst>
                  <a:ext uri="{FF2B5EF4-FFF2-40B4-BE49-F238E27FC236}">
                    <a16:creationId xmlns:a16="http://schemas.microsoft.com/office/drawing/2014/main" id="{30FF9C06-6265-4CC3-AE76-891021E3F013}"/>
                  </a:ext>
                </a:extLst>
              </p:cNvPr>
              <p:cNvSpPr>
                <a:spLocks noChangeArrowheads="1"/>
              </p:cNvSpPr>
              <p:nvPr/>
            </p:nvSpPr>
            <p:spPr bwMode="auto">
              <a:xfrm>
                <a:off x="2112" y="3792"/>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35860" name="Text Box 75">
                <a:extLst>
                  <a:ext uri="{FF2B5EF4-FFF2-40B4-BE49-F238E27FC236}">
                    <a16:creationId xmlns:a16="http://schemas.microsoft.com/office/drawing/2014/main" id="{26DFF59D-6E7A-481A-884F-F774E3C79EFB}"/>
                  </a:ext>
                </a:extLst>
              </p:cNvPr>
              <p:cNvSpPr txBox="1">
                <a:spLocks noChangeArrowheads="1"/>
              </p:cNvSpPr>
              <p:nvPr/>
            </p:nvSpPr>
            <p:spPr bwMode="auto">
              <a:xfrm>
                <a:off x="2112" y="3816"/>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TENDA</a:t>
                </a:r>
              </a:p>
            </p:txBody>
          </p:sp>
        </p:grpSp>
        <p:grpSp>
          <p:nvGrpSpPr>
            <p:cNvPr id="35854" name="Group 78">
              <a:extLst>
                <a:ext uri="{FF2B5EF4-FFF2-40B4-BE49-F238E27FC236}">
                  <a16:creationId xmlns:a16="http://schemas.microsoft.com/office/drawing/2014/main" id="{2FBF984B-2129-4011-8D68-9C7D58991D94}"/>
                </a:ext>
              </a:extLst>
            </p:cNvPr>
            <p:cNvGrpSpPr>
              <a:grpSpLocks/>
            </p:cNvGrpSpPr>
            <p:nvPr/>
          </p:nvGrpSpPr>
          <p:grpSpPr bwMode="auto">
            <a:xfrm>
              <a:off x="4752" y="2784"/>
              <a:ext cx="672" cy="240"/>
              <a:chOff x="3120" y="3816"/>
              <a:chExt cx="672" cy="240"/>
            </a:xfrm>
          </p:grpSpPr>
          <p:sp>
            <p:nvSpPr>
              <p:cNvPr id="35857" name="Oval 76">
                <a:extLst>
                  <a:ext uri="{FF2B5EF4-FFF2-40B4-BE49-F238E27FC236}">
                    <a16:creationId xmlns:a16="http://schemas.microsoft.com/office/drawing/2014/main" id="{26EF8DE9-6F19-4EC7-8769-3DBA5AE1C153}"/>
                  </a:ext>
                </a:extLst>
              </p:cNvPr>
              <p:cNvSpPr>
                <a:spLocks noChangeArrowheads="1"/>
              </p:cNvSpPr>
              <p:nvPr/>
            </p:nvSpPr>
            <p:spPr bwMode="auto">
              <a:xfrm>
                <a:off x="3120" y="3816"/>
                <a:ext cx="672"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35858" name="Text Box 77">
                <a:extLst>
                  <a:ext uri="{FF2B5EF4-FFF2-40B4-BE49-F238E27FC236}">
                    <a16:creationId xmlns:a16="http://schemas.microsoft.com/office/drawing/2014/main" id="{904E2729-86C6-4C0E-8174-26EF27C41A1C}"/>
                  </a:ext>
                </a:extLst>
              </p:cNvPr>
              <p:cNvSpPr txBox="1">
                <a:spLocks noChangeArrowheads="1"/>
              </p:cNvSpPr>
              <p:nvPr/>
            </p:nvSpPr>
            <p:spPr bwMode="auto">
              <a:xfrm>
                <a:off x="3120" y="3840"/>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DDIEM_DA</a:t>
                </a:r>
              </a:p>
            </p:txBody>
          </p:sp>
        </p:grpSp>
        <p:sp>
          <p:nvSpPr>
            <p:cNvPr id="35855" name="Line 88">
              <a:extLst>
                <a:ext uri="{FF2B5EF4-FFF2-40B4-BE49-F238E27FC236}">
                  <a16:creationId xmlns:a16="http://schemas.microsoft.com/office/drawing/2014/main" id="{B81B92DB-662A-4455-8FFE-2F51841A5168}"/>
                </a:ext>
              </a:extLst>
            </p:cNvPr>
            <p:cNvSpPr>
              <a:spLocks noChangeShapeType="1"/>
            </p:cNvSpPr>
            <p:nvPr/>
          </p:nvSpPr>
          <p:spPr bwMode="auto">
            <a:xfrm flipV="1">
              <a:off x="4608" y="2976"/>
              <a:ext cx="144"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5856" name="Line 89">
              <a:extLst>
                <a:ext uri="{FF2B5EF4-FFF2-40B4-BE49-F238E27FC236}">
                  <a16:creationId xmlns:a16="http://schemas.microsoft.com/office/drawing/2014/main" id="{7E3E1C7A-3B56-4390-8B4A-64DD0370D765}"/>
                </a:ext>
              </a:extLst>
            </p:cNvPr>
            <p:cNvSpPr>
              <a:spLocks noChangeShapeType="1"/>
            </p:cNvSpPr>
            <p:nvPr/>
          </p:nvSpPr>
          <p:spPr bwMode="auto">
            <a:xfrm>
              <a:off x="4608" y="3264"/>
              <a:ext cx="192"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7A4EC30-5F13-4F87-A730-AD344049BD23}"/>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37890" name="Slide Number Placeholder 5">
            <a:extLst>
              <a:ext uri="{FF2B5EF4-FFF2-40B4-BE49-F238E27FC236}">
                <a16:creationId xmlns:a16="http://schemas.microsoft.com/office/drawing/2014/main" id="{6442A2FD-740F-46C2-A4A5-1D2EE72CC14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5E69E620-FB15-43CE-B3B0-F8EBA4532C3E}" type="slidenum">
              <a:rPr lang="en-US" altLang="en-US">
                <a:latin typeface="Arial" panose="020B0604020202020204" pitchFamily="34" charset="0"/>
              </a:rPr>
              <a:pPr/>
              <a:t>16</a:t>
            </a:fld>
            <a:endParaRPr lang="en-US" altLang="en-US">
              <a:latin typeface="Arial" panose="020B0604020202020204" pitchFamily="34" charset="0"/>
            </a:endParaRPr>
          </a:p>
        </p:txBody>
      </p:sp>
      <p:sp>
        <p:nvSpPr>
          <p:cNvPr id="37891" name="Rectangle 2">
            <a:extLst>
              <a:ext uri="{FF2B5EF4-FFF2-40B4-BE49-F238E27FC236}">
                <a16:creationId xmlns:a16="http://schemas.microsoft.com/office/drawing/2014/main" id="{E0279C26-FEA4-47ED-AEED-0998093354DB}"/>
              </a:ext>
            </a:extLst>
          </p:cNvPr>
          <p:cNvSpPr>
            <a:spLocks noGrp="1" noChangeArrowheads="1"/>
          </p:cNvSpPr>
          <p:nvPr>
            <p:ph type="title"/>
          </p:nvPr>
        </p:nvSpPr>
        <p:spPr>
          <a:xfrm>
            <a:off x="457200" y="354013"/>
            <a:ext cx="8229600" cy="620712"/>
          </a:xfrm>
        </p:spPr>
        <p:txBody>
          <a:bodyPr/>
          <a:lstStyle/>
          <a:p>
            <a:pPr eaLnBrk="1" hangingPunct="1"/>
            <a:r>
              <a:rPr lang="en-US" altLang="en-US" sz="3500"/>
              <a:t>Thể hiện của lược đồ E/R</a:t>
            </a:r>
          </a:p>
        </p:txBody>
      </p:sp>
      <p:sp>
        <p:nvSpPr>
          <p:cNvPr id="37892" name="Rectangle 3">
            <a:extLst>
              <a:ext uri="{FF2B5EF4-FFF2-40B4-BE49-F238E27FC236}">
                <a16:creationId xmlns:a16="http://schemas.microsoft.com/office/drawing/2014/main" id="{FE388A40-E137-4B94-BFE4-13349F65AA60}"/>
              </a:ext>
            </a:extLst>
          </p:cNvPr>
          <p:cNvSpPr>
            <a:spLocks noGrp="1" noChangeArrowheads="1"/>
          </p:cNvSpPr>
          <p:nvPr>
            <p:ph type="body" idx="1"/>
          </p:nvPr>
        </p:nvSpPr>
        <p:spPr>
          <a:xfrm>
            <a:off x="457200" y="1295400"/>
            <a:ext cx="8382000" cy="5105400"/>
          </a:xfrm>
        </p:spPr>
        <p:txBody>
          <a:bodyPr/>
          <a:lstStyle/>
          <a:p>
            <a:pPr eaLnBrk="1" hangingPunct="1">
              <a:lnSpc>
                <a:spcPct val="90000"/>
              </a:lnSpc>
            </a:pPr>
            <a:r>
              <a:rPr lang="en-US" altLang="en-US"/>
              <a:t>Một CSDL được mô tả bởi lược đồ E/R sẽ chứa </a:t>
            </a:r>
            <a:r>
              <a:rPr lang="en-US" altLang="en-US" u="sng"/>
              <a:t>những DL cụ thể</a:t>
            </a:r>
            <a:r>
              <a:rPr lang="en-US" altLang="en-US"/>
              <a:t> gọi là thể hiện CSDL</a:t>
            </a:r>
          </a:p>
          <a:p>
            <a:pPr lvl="1" eaLnBrk="1" hangingPunct="1">
              <a:lnSpc>
                <a:spcPct val="90000"/>
              </a:lnSpc>
            </a:pPr>
            <a:r>
              <a:rPr lang="en-US" altLang="en-US"/>
              <a:t>Mỗi tập thực thể sẽ có tập hợp hữu hạn các thực thể</a:t>
            </a:r>
          </a:p>
          <a:p>
            <a:pPr lvl="2" eaLnBrk="1" hangingPunct="1">
              <a:lnSpc>
                <a:spcPct val="90000"/>
              </a:lnSpc>
            </a:pPr>
            <a:r>
              <a:rPr lang="en-US" altLang="en-US"/>
              <a:t>Giả sử tập thực thể NHANVIEN có các thực thể như NV</a:t>
            </a:r>
            <a:r>
              <a:rPr lang="en-US" altLang="en-US" baseline="-25000"/>
              <a:t>1</a:t>
            </a:r>
            <a:r>
              <a:rPr lang="en-US" altLang="en-US"/>
              <a:t>, NV</a:t>
            </a:r>
            <a:r>
              <a:rPr lang="en-US" altLang="en-US" baseline="-25000"/>
              <a:t>2</a:t>
            </a:r>
            <a:r>
              <a:rPr lang="en-US" altLang="en-US"/>
              <a:t>, …NV</a:t>
            </a:r>
            <a:r>
              <a:rPr lang="en-US" altLang="en-US" baseline="-25000"/>
              <a:t>n</a:t>
            </a:r>
          </a:p>
          <a:p>
            <a:pPr lvl="1" eaLnBrk="1" hangingPunct="1">
              <a:lnSpc>
                <a:spcPct val="90000"/>
              </a:lnSpc>
            </a:pPr>
            <a:r>
              <a:rPr lang="en-US" altLang="en-US"/>
              <a:t>Mỗi thực thể sẽ có 1 giá trị cụ thể tại mỗi thuộc tính</a:t>
            </a:r>
          </a:p>
          <a:p>
            <a:pPr lvl="2" eaLnBrk="1" hangingPunct="1">
              <a:lnSpc>
                <a:spcPct val="90000"/>
              </a:lnSpc>
            </a:pPr>
            <a:r>
              <a:rPr lang="en-US" altLang="en-US"/>
              <a:t>NV</a:t>
            </a:r>
            <a:r>
              <a:rPr lang="en-US" altLang="en-US" baseline="-25000"/>
              <a:t>1</a:t>
            </a:r>
            <a:r>
              <a:rPr lang="en-US" altLang="en-US"/>
              <a:t> có TENNV=“Tung”, NGSINH=“08/12/1955”, PHAI=“‘Nam”</a:t>
            </a:r>
          </a:p>
          <a:p>
            <a:pPr lvl="2" eaLnBrk="1" hangingPunct="1">
              <a:lnSpc>
                <a:spcPct val="90000"/>
              </a:lnSpc>
            </a:pPr>
            <a:r>
              <a:rPr lang="en-US" altLang="en-US"/>
              <a:t>NV</a:t>
            </a:r>
            <a:r>
              <a:rPr lang="en-US" altLang="en-US" baseline="-25000"/>
              <a:t>2</a:t>
            </a:r>
            <a:r>
              <a:rPr lang="en-US" altLang="en-US"/>
              <a:t> có TENNV= “Hang”, NGSINH=“07/19/1966”, PHAI=“Nu”</a:t>
            </a:r>
          </a:p>
          <a:p>
            <a:pPr lvl="2" eaLnBrk="1" hangingPunct="1">
              <a:lnSpc>
                <a:spcPct val="90000"/>
              </a:lnSpc>
            </a:pPr>
            <a:endParaRPr lang="en-US" altLang="en-US"/>
          </a:p>
          <a:p>
            <a:pPr eaLnBrk="1" hangingPunct="1">
              <a:lnSpc>
                <a:spcPct val="90000"/>
              </a:lnSpc>
            </a:pPr>
            <a:r>
              <a:rPr lang="en-US" altLang="en-US"/>
              <a:t>Chú ý</a:t>
            </a:r>
          </a:p>
          <a:p>
            <a:pPr lvl="1" eaLnBrk="1" hangingPunct="1">
              <a:lnSpc>
                <a:spcPct val="90000"/>
              </a:lnSpc>
            </a:pPr>
            <a:r>
              <a:rPr lang="en-US" altLang="en-US"/>
              <a:t>Không lưu trữ lược đồ E/R trong CSDL</a:t>
            </a:r>
          </a:p>
          <a:p>
            <a:pPr lvl="2" eaLnBrk="1" hangingPunct="1">
              <a:lnSpc>
                <a:spcPct val="90000"/>
              </a:lnSpc>
            </a:pPr>
            <a:r>
              <a:rPr lang="en-US" altLang="en-US"/>
              <a:t>Khái niệm trừu tượng</a:t>
            </a:r>
          </a:p>
          <a:p>
            <a:pPr lvl="1" eaLnBrk="1" hangingPunct="1">
              <a:lnSpc>
                <a:spcPct val="90000"/>
              </a:lnSpc>
            </a:pPr>
            <a:r>
              <a:rPr lang="en-US" altLang="en-US"/>
              <a:t>Lược đồ E/R chỉ giúp ta thiết kế CSDL trước khi chuyển các quan hệ và DL xuống mức vật lý</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Date Placeholder 3">
            <a:extLst>
              <a:ext uri="{FF2B5EF4-FFF2-40B4-BE49-F238E27FC236}">
                <a16:creationId xmlns:a16="http://schemas.microsoft.com/office/drawing/2014/main" id="{53DB012A-054B-49BD-AE06-5019F7472629}"/>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39938" name="Slide Number Placeholder 5">
            <a:extLst>
              <a:ext uri="{FF2B5EF4-FFF2-40B4-BE49-F238E27FC236}">
                <a16:creationId xmlns:a16="http://schemas.microsoft.com/office/drawing/2014/main" id="{D68D3568-08A2-4BE0-A9E2-07DD1B0E77A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77507341-3956-4EB3-9B68-2E26BEB6D6D9}" type="slidenum">
              <a:rPr lang="en-US" altLang="en-US">
                <a:latin typeface="Arial" panose="020B0604020202020204" pitchFamily="34" charset="0"/>
              </a:rPr>
              <a:pPr/>
              <a:t>17</a:t>
            </a:fld>
            <a:endParaRPr lang="en-US" altLang="en-US">
              <a:latin typeface="Arial" panose="020B0604020202020204" pitchFamily="34" charset="0"/>
            </a:endParaRPr>
          </a:p>
        </p:txBody>
      </p:sp>
      <p:sp>
        <p:nvSpPr>
          <p:cNvPr id="39939" name="Rectangle 2">
            <a:extLst>
              <a:ext uri="{FF2B5EF4-FFF2-40B4-BE49-F238E27FC236}">
                <a16:creationId xmlns:a16="http://schemas.microsoft.com/office/drawing/2014/main" id="{E3D9D0A7-9A39-4151-B1F1-D56BF42D1C0F}"/>
              </a:ext>
            </a:extLst>
          </p:cNvPr>
          <p:cNvSpPr>
            <a:spLocks noGrp="1" noChangeArrowheads="1"/>
          </p:cNvSpPr>
          <p:nvPr>
            <p:ph type="title"/>
          </p:nvPr>
        </p:nvSpPr>
        <p:spPr>
          <a:xfrm>
            <a:off x="457200" y="354013"/>
            <a:ext cx="8229600" cy="620712"/>
          </a:xfrm>
        </p:spPr>
        <p:txBody>
          <a:bodyPr/>
          <a:lstStyle/>
          <a:p>
            <a:pPr eaLnBrk="1" hangingPunct="1"/>
            <a:r>
              <a:rPr lang="en-US" altLang="en-US" sz="3500"/>
              <a:t>Thể hiện của mối quan hệ</a:t>
            </a:r>
          </a:p>
        </p:txBody>
      </p:sp>
      <p:sp>
        <p:nvSpPr>
          <p:cNvPr id="39940" name="Rectangle 3">
            <a:extLst>
              <a:ext uri="{FF2B5EF4-FFF2-40B4-BE49-F238E27FC236}">
                <a16:creationId xmlns:a16="http://schemas.microsoft.com/office/drawing/2014/main" id="{38F9EDF1-45AB-4B8C-A10B-5903CDAF7BC6}"/>
              </a:ext>
            </a:extLst>
          </p:cNvPr>
          <p:cNvSpPr>
            <a:spLocks noGrp="1" noChangeArrowheads="1"/>
          </p:cNvSpPr>
          <p:nvPr>
            <p:ph type="body" idx="1"/>
          </p:nvPr>
        </p:nvSpPr>
        <p:spPr>
          <a:xfrm>
            <a:off x="304800" y="1295400"/>
            <a:ext cx="8686800" cy="5105400"/>
          </a:xfrm>
        </p:spPr>
        <p:txBody>
          <a:bodyPr/>
          <a:lstStyle/>
          <a:p>
            <a:pPr eaLnBrk="1" hangingPunct="1"/>
            <a:r>
              <a:rPr lang="en-US" altLang="en-US"/>
              <a:t>Thể hiện CSDL còn chứa các mối quan hệ cụ thể </a:t>
            </a:r>
          </a:p>
          <a:p>
            <a:pPr lvl="1" eaLnBrk="1" hangingPunct="1"/>
            <a:r>
              <a:rPr lang="en-US" altLang="en-US"/>
              <a:t>Cho mối quan hệ R kết nối n tập thực thể E</a:t>
            </a:r>
            <a:r>
              <a:rPr lang="en-US" altLang="en-US" baseline="-25000"/>
              <a:t>1</a:t>
            </a:r>
            <a:r>
              <a:rPr lang="en-US" altLang="en-US"/>
              <a:t>, E</a:t>
            </a:r>
            <a:r>
              <a:rPr lang="en-US" altLang="en-US" baseline="-25000"/>
              <a:t>2</a:t>
            </a:r>
            <a:r>
              <a:rPr lang="en-US" altLang="en-US"/>
              <a:t>, …, E</a:t>
            </a:r>
            <a:r>
              <a:rPr lang="en-US" altLang="en-US" baseline="-25000"/>
              <a:t>n </a:t>
            </a:r>
          </a:p>
          <a:p>
            <a:pPr lvl="1" eaLnBrk="1" hangingPunct="1"/>
            <a:r>
              <a:rPr lang="en-US" altLang="en-US"/>
              <a:t>Thể hiện của R là tập hữu hạn các danh sách (e</a:t>
            </a:r>
            <a:r>
              <a:rPr lang="en-US" altLang="en-US" baseline="-25000"/>
              <a:t>1</a:t>
            </a:r>
            <a:r>
              <a:rPr lang="en-US" altLang="en-US"/>
              <a:t>, e</a:t>
            </a:r>
            <a:r>
              <a:rPr lang="en-US" altLang="en-US" baseline="-25000"/>
              <a:t>2</a:t>
            </a:r>
            <a:r>
              <a:rPr lang="en-US" altLang="en-US"/>
              <a:t>, …, e</a:t>
            </a:r>
            <a:r>
              <a:rPr lang="en-US" altLang="en-US" baseline="-25000"/>
              <a:t>n</a:t>
            </a:r>
            <a:r>
              <a:rPr lang="en-US" altLang="en-US"/>
              <a:t>) </a:t>
            </a:r>
            <a:endParaRPr lang="en-US" altLang="en-US" baseline="-25000"/>
          </a:p>
          <a:p>
            <a:pPr lvl="1" eaLnBrk="1" hangingPunct="1"/>
            <a:r>
              <a:rPr lang="en-US" altLang="en-US"/>
              <a:t>Trong đó e</a:t>
            </a:r>
            <a:r>
              <a:rPr lang="en-US" altLang="en-US" baseline="-25000"/>
              <a:t>i</a:t>
            </a:r>
            <a:r>
              <a:rPr lang="en-US" altLang="en-US"/>
              <a:t> là các giá trị được chọn từ các tập thực thể E</a:t>
            </a:r>
            <a:r>
              <a:rPr lang="en-US" altLang="en-US" baseline="-25000"/>
              <a:t>i</a:t>
            </a:r>
            <a:r>
              <a:rPr lang="en-US" altLang="en-US"/>
              <a:t> </a:t>
            </a:r>
          </a:p>
          <a:p>
            <a:pPr eaLnBrk="1" hangingPunct="1"/>
            <a:r>
              <a:rPr lang="en-US" altLang="en-US"/>
              <a:t>Xét mối quan hệ </a:t>
            </a:r>
          </a:p>
        </p:txBody>
      </p:sp>
      <p:grpSp>
        <p:nvGrpSpPr>
          <p:cNvPr id="39941" name="Group 14">
            <a:extLst>
              <a:ext uri="{FF2B5EF4-FFF2-40B4-BE49-F238E27FC236}">
                <a16:creationId xmlns:a16="http://schemas.microsoft.com/office/drawing/2014/main" id="{71F8CE9C-1DD6-4A9C-8158-6C9F1623BBD7}"/>
              </a:ext>
            </a:extLst>
          </p:cNvPr>
          <p:cNvGrpSpPr>
            <a:grpSpLocks/>
          </p:cNvGrpSpPr>
          <p:nvPr/>
        </p:nvGrpSpPr>
        <p:grpSpPr bwMode="auto">
          <a:xfrm>
            <a:off x="1371600" y="4724400"/>
            <a:ext cx="3581400" cy="1600200"/>
            <a:chOff x="912" y="2208"/>
            <a:chExt cx="2256" cy="1008"/>
          </a:xfrm>
        </p:grpSpPr>
        <p:sp>
          <p:nvSpPr>
            <p:cNvPr id="39952" name="Line 4">
              <a:extLst>
                <a:ext uri="{FF2B5EF4-FFF2-40B4-BE49-F238E27FC236}">
                  <a16:creationId xmlns:a16="http://schemas.microsoft.com/office/drawing/2014/main" id="{B78FE0B6-B8BD-4E29-B63F-16D818CD3E17}"/>
                </a:ext>
              </a:extLst>
            </p:cNvPr>
            <p:cNvSpPr>
              <a:spLocks noChangeShapeType="1"/>
            </p:cNvSpPr>
            <p:nvPr/>
          </p:nvSpPr>
          <p:spPr bwMode="auto">
            <a:xfrm>
              <a:off x="912" y="2448"/>
              <a:ext cx="225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9953" name="Line 5">
              <a:extLst>
                <a:ext uri="{FF2B5EF4-FFF2-40B4-BE49-F238E27FC236}">
                  <a16:creationId xmlns:a16="http://schemas.microsoft.com/office/drawing/2014/main" id="{26C578C1-A329-4CF3-A8D6-460B3F2E54AE}"/>
                </a:ext>
              </a:extLst>
            </p:cNvPr>
            <p:cNvSpPr>
              <a:spLocks noChangeShapeType="1"/>
            </p:cNvSpPr>
            <p:nvPr/>
          </p:nvSpPr>
          <p:spPr bwMode="auto">
            <a:xfrm>
              <a:off x="1968" y="2256"/>
              <a:ext cx="0" cy="9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954" name="Text Box 6">
              <a:extLst>
                <a:ext uri="{FF2B5EF4-FFF2-40B4-BE49-F238E27FC236}">
                  <a16:creationId xmlns:a16="http://schemas.microsoft.com/office/drawing/2014/main" id="{0C572ABC-31D4-446C-BC9E-EDD81A7BF050}"/>
                </a:ext>
              </a:extLst>
            </p:cNvPr>
            <p:cNvSpPr txBox="1">
              <a:spLocks noChangeArrowheads="1"/>
            </p:cNvSpPr>
            <p:nvPr/>
          </p:nvSpPr>
          <p:spPr bwMode="auto">
            <a:xfrm>
              <a:off x="912" y="2208"/>
              <a:ext cx="105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NHANVIEN</a:t>
              </a:r>
            </a:p>
          </p:txBody>
        </p:sp>
        <p:sp>
          <p:nvSpPr>
            <p:cNvPr id="39955" name="Text Box 7">
              <a:extLst>
                <a:ext uri="{FF2B5EF4-FFF2-40B4-BE49-F238E27FC236}">
                  <a16:creationId xmlns:a16="http://schemas.microsoft.com/office/drawing/2014/main" id="{66CBF711-CA5B-46D2-92F7-4E9A8C83DC86}"/>
                </a:ext>
              </a:extLst>
            </p:cNvPr>
            <p:cNvSpPr txBox="1">
              <a:spLocks noChangeArrowheads="1"/>
            </p:cNvSpPr>
            <p:nvPr/>
          </p:nvSpPr>
          <p:spPr bwMode="auto">
            <a:xfrm>
              <a:off x="2016" y="2208"/>
              <a:ext cx="105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PHONGBAN</a:t>
              </a:r>
            </a:p>
          </p:txBody>
        </p:sp>
        <p:sp>
          <p:nvSpPr>
            <p:cNvPr id="39956" name="Text Box 8">
              <a:extLst>
                <a:ext uri="{FF2B5EF4-FFF2-40B4-BE49-F238E27FC236}">
                  <a16:creationId xmlns:a16="http://schemas.microsoft.com/office/drawing/2014/main" id="{10C4B7BE-9AB0-4EDF-9464-F55C387BA66B}"/>
                </a:ext>
              </a:extLst>
            </p:cNvPr>
            <p:cNvSpPr txBox="1">
              <a:spLocks noChangeArrowheads="1"/>
            </p:cNvSpPr>
            <p:nvPr/>
          </p:nvSpPr>
          <p:spPr bwMode="auto">
            <a:xfrm>
              <a:off x="1200" y="2448"/>
              <a:ext cx="76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en-US" sz="1600"/>
                <a:t>Tung</a:t>
              </a:r>
            </a:p>
          </p:txBody>
        </p:sp>
        <p:sp>
          <p:nvSpPr>
            <p:cNvPr id="39957" name="Text Box 9">
              <a:extLst>
                <a:ext uri="{FF2B5EF4-FFF2-40B4-BE49-F238E27FC236}">
                  <a16:creationId xmlns:a16="http://schemas.microsoft.com/office/drawing/2014/main" id="{4AEDF8D4-6F13-47B5-82DB-3A77E8DFC91C}"/>
                </a:ext>
              </a:extLst>
            </p:cNvPr>
            <p:cNvSpPr txBox="1">
              <a:spLocks noChangeArrowheads="1"/>
            </p:cNvSpPr>
            <p:nvPr/>
          </p:nvSpPr>
          <p:spPr bwMode="auto">
            <a:xfrm>
              <a:off x="1200" y="2688"/>
              <a:ext cx="76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en-US" sz="1600"/>
                <a:t>Hang</a:t>
              </a:r>
            </a:p>
          </p:txBody>
        </p:sp>
        <p:sp>
          <p:nvSpPr>
            <p:cNvPr id="39958" name="Text Box 10">
              <a:extLst>
                <a:ext uri="{FF2B5EF4-FFF2-40B4-BE49-F238E27FC236}">
                  <a16:creationId xmlns:a16="http://schemas.microsoft.com/office/drawing/2014/main" id="{B68F0A8F-FB50-44C5-82C2-0D97F86AC990}"/>
                </a:ext>
              </a:extLst>
            </p:cNvPr>
            <p:cNvSpPr txBox="1">
              <a:spLocks noChangeArrowheads="1"/>
            </p:cNvSpPr>
            <p:nvPr/>
          </p:nvSpPr>
          <p:spPr bwMode="auto">
            <a:xfrm>
              <a:off x="2112" y="2448"/>
              <a:ext cx="96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en-US" sz="1600"/>
                <a:t>Nghien cuu</a:t>
              </a:r>
            </a:p>
          </p:txBody>
        </p:sp>
        <p:sp>
          <p:nvSpPr>
            <p:cNvPr id="39959" name="Text Box 11">
              <a:extLst>
                <a:ext uri="{FF2B5EF4-FFF2-40B4-BE49-F238E27FC236}">
                  <a16:creationId xmlns:a16="http://schemas.microsoft.com/office/drawing/2014/main" id="{4CA06758-9801-41EA-803D-2EB6B755D202}"/>
                </a:ext>
              </a:extLst>
            </p:cNvPr>
            <p:cNvSpPr txBox="1">
              <a:spLocks noChangeArrowheads="1"/>
            </p:cNvSpPr>
            <p:nvPr/>
          </p:nvSpPr>
          <p:spPr bwMode="auto">
            <a:xfrm>
              <a:off x="2112" y="2688"/>
              <a:ext cx="96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en-US" sz="1600"/>
                <a:t>Dieu hanh</a:t>
              </a:r>
            </a:p>
          </p:txBody>
        </p:sp>
        <p:sp>
          <p:nvSpPr>
            <p:cNvPr id="39960" name="Text Box 12">
              <a:extLst>
                <a:ext uri="{FF2B5EF4-FFF2-40B4-BE49-F238E27FC236}">
                  <a16:creationId xmlns:a16="http://schemas.microsoft.com/office/drawing/2014/main" id="{BB0F92ED-DE6B-4BCC-BE14-55D1BB7457C1}"/>
                </a:ext>
              </a:extLst>
            </p:cNvPr>
            <p:cNvSpPr txBox="1">
              <a:spLocks noChangeArrowheads="1"/>
            </p:cNvSpPr>
            <p:nvPr/>
          </p:nvSpPr>
          <p:spPr bwMode="auto">
            <a:xfrm>
              <a:off x="1200" y="2937"/>
              <a:ext cx="76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en-US" sz="1600"/>
                <a:t>Vinh</a:t>
              </a:r>
            </a:p>
          </p:txBody>
        </p:sp>
        <p:sp>
          <p:nvSpPr>
            <p:cNvPr id="39961" name="Text Box 13">
              <a:extLst>
                <a:ext uri="{FF2B5EF4-FFF2-40B4-BE49-F238E27FC236}">
                  <a16:creationId xmlns:a16="http://schemas.microsoft.com/office/drawing/2014/main" id="{CB857C01-9C01-47A6-9B8F-CD521C7B6715}"/>
                </a:ext>
              </a:extLst>
            </p:cNvPr>
            <p:cNvSpPr txBox="1">
              <a:spLocks noChangeArrowheads="1"/>
            </p:cNvSpPr>
            <p:nvPr/>
          </p:nvSpPr>
          <p:spPr bwMode="auto">
            <a:xfrm>
              <a:off x="2112" y="2937"/>
              <a:ext cx="96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en-US" sz="1600"/>
                <a:t>Quan ly</a:t>
              </a:r>
            </a:p>
          </p:txBody>
        </p:sp>
      </p:grpSp>
      <p:sp>
        <p:nvSpPr>
          <p:cNvPr id="39942" name="Text Box 15">
            <a:extLst>
              <a:ext uri="{FF2B5EF4-FFF2-40B4-BE49-F238E27FC236}">
                <a16:creationId xmlns:a16="http://schemas.microsoft.com/office/drawing/2014/main" id="{9F49D28E-0AA6-4BD3-A309-21BDDF582BDA}"/>
              </a:ext>
            </a:extLst>
          </p:cNvPr>
          <p:cNvSpPr txBox="1">
            <a:spLocks noChangeArrowheads="1"/>
          </p:cNvSpPr>
          <p:nvPr/>
        </p:nvSpPr>
        <p:spPr bwMode="auto">
          <a:xfrm>
            <a:off x="5562600" y="4953000"/>
            <a:ext cx="2438400"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en-US" sz="1600"/>
              <a:t>(Tung, Nghien cuu)</a:t>
            </a:r>
          </a:p>
          <a:p>
            <a:pPr eaLnBrk="1" hangingPunct="1">
              <a:spcBef>
                <a:spcPct val="50000"/>
              </a:spcBef>
            </a:pPr>
            <a:r>
              <a:rPr lang="en-US" altLang="en-US" sz="1600"/>
              <a:t>(Hang, Dieu hanh)</a:t>
            </a:r>
          </a:p>
          <a:p>
            <a:pPr eaLnBrk="1" hangingPunct="1">
              <a:spcBef>
                <a:spcPct val="50000"/>
              </a:spcBef>
            </a:pPr>
            <a:r>
              <a:rPr lang="en-US" altLang="en-US" sz="1600"/>
              <a:t>(Vinh, Quan ly)</a:t>
            </a:r>
          </a:p>
        </p:txBody>
      </p:sp>
      <p:grpSp>
        <p:nvGrpSpPr>
          <p:cNvPr id="39943" name="Group 25">
            <a:extLst>
              <a:ext uri="{FF2B5EF4-FFF2-40B4-BE49-F238E27FC236}">
                <a16:creationId xmlns:a16="http://schemas.microsoft.com/office/drawing/2014/main" id="{0F1022A8-9747-446D-8984-F93CFEEE728E}"/>
              </a:ext>
            </a:extLst>
          </p:cNvPr>
          <p:cNvGrpSpPr>
            <a:grpSpLocks/>
          </p:cNvGrpSpPr>
          <p:nvPr/>
        </p:nvGrpSpPr>
        <p:grpSpPr bwMode="auto">
          <a:xfrm>
            <a:off x="1143000" y="3581400"/>
            <a:ext cx="6019800" cy="685800"/>
            <a:chOff x="816" y="2256"/>
            <a:chExt cx="3792" cy="432"/>
          </a:xfrm>
        </p:grpSpPr>
        <p:grpSp>
          <p:nvGrpSpPr>
            <p:cNvPr id="39944" name="Group 17">
              <a:extLst>
                <a:ext uri="{FF2B5EF4-FFF2-40B4-BE49-F238E27FC236}">
                  <a16:creationId xmlns:a16="http://schemas.microsoft.com/office/drawing/2014/main" id="{7E377389-00AD-40F0-9422-7E028355C90E}"/>
                </a:ext>
              </a:extLst>
            </p:cNvPr>
            <p:cNvGrpSpPr>
              <a:grpSpLocks/>
            </p:cNvGrpSpPr>
            <p:nvPr/>
          </p:nvGrpSpPr>
          <p:grpSpPr bwMode="auto">
            <a:xfrm>
              <a:off x="1824" y="2256"/>
              <a:ext cx="1736" cy="432"/>
              <a:chOff x="1864" y="960"/>
              <a:chExt cx="1736" cy="432"/>
            </a:xfrm>
          </p:grpSpPr>
          <p:grpSp>
            <p:nvGrpSpPr>
              <p:cNvPr id="39947" name="Group 18">
                <a:extLst>
                  <a:ext uri="{FF2B5EF4-FFF2-40B4-BE49-F238E27FC236}">
                    <a16:creationId xmlns:a16="http://schemas.microsoft.com/office/drawing/2014/main" id="{D5E25AC2-D11E-4087-9ACB-26F88B69EB0B}"/>
                  </a:ext>
                </a:extLst>
              </p:cNvPr>
              <p:cNvGrpSpPr>
                <a:grpSpLocks/>
              </p:cNvGrpSpPr>
              <p:nvPr/>
            </p:nvGrpSpPr>
            <p:grpSpPr bwMode="auto">
              <a:xfrm>
                <a:off x="2208" y="960"/>
                <a:ext cx="1056" cy="432"/>
                <a:chOff x="3360" y="2880"/>
                <a:chExt cx="1056" cy="432"/>
              </a:xfrm>
            </p:grpSpPr>
            <p:sp>
              <p:nvSpPr>
                <p:cNvPr id="39950" name="AutoShape 19">
                  <a:extLst>
                    <a:ext uri="{FF2B5EF4-FFF2-40B4-BE49-F238E27FC236}">
                      <a16:creationId xmlns:a16="http://schemas.microsoft.com/office/drawing/2014/main" id="{C6CD3CFB-C9E8-406D-8554-99D943D5A850}"/>
                    </a:ext>
                  </a:extLst>
                </p:cNvPr>
                <p:cNvSpPr>
                  <a:spLocks noChangeArrowheads="1"/>
                </p:cNvSpPr>
                <p:nvPr/>
              </p:nvSpPr>
              <p:spPr bwMode="auto">
                <a:xfrm>
                  <a:off x="3360" y="2880"/>
                  <a:ext cx="1056" cy="432"/>
                </a:xfrm>
                <a:prstGeom prst="flowChartDecision">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39951" name="Text Box 20">
                  <a:extLst>
                    <a:ext uri="{FF2B5EF4-FFF2-40B4-BE49-F238E27FC236}">
                      <a16:creationId xmlns:a16="http://schemas.microsoft.com/office/drawing/2014/main" id="{012DCCCB-A98D-4726-A792-623F028FD0C2}"/>
                    </a:ext>
                  </a:extLst>
                </p:cNvPr>
                <p:cNvSpPr txBox="1">
                  <a:spLocks noChangeArrowheads="1"/>
                </p:cNvSpPr>
                <p:nvPr/>
              </p:nvSpPr>
              <p:spPr bwMode="auto">
                <a:xfrm>
                  <a:off x="3456" y="2976"/>
                  <a:ext cx="9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600"/>
                    <a:t>Lam_viec</a:t>
                  </a:r>
                </a:p>
              </p:txBody>
            </p:sp>
          </p:grpSp>
          <p:sp>
            <p:nvSpPr>
              <p:cNvPr id="39948" name="Line 21">
                <a:extLst>
                  <a:ext uri="{FF2B5EF4-FFF2-40B4-BE49-F238E27FC236}">
                    <a16:creationId xmlns:a16="http://schemas.microsoft.com/office/drawing/2014/main" id="{C28AC880-A16B-43ED-A5D8-8E575592256E}"/>
                  </a:ext>
                </a:extLst>
              </p:cNvPr>
              <p:cNvSpPr>
                <a:spLocks noChangeShapeType="1"/>
              </p:cNvSpPr>
              <p:nvPr/>
            </p:nvSpPr>
            <p:spPr bwMode="auto">
              <a:xfrm>
                <a:off x="1864" y="1184"/>
                <a:ext cx="3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949" name="Line 22">
                <a:extLst>
                  <a:ext uri="{FF2B5EF4-FFF2-40B4-BE49-F238E27FC236}">
                    <a16:creationId xmlns:a16="http://schemas.microsoft.com/office/drawing/2014/main" id="{FE25F88A-2DCB-4BBC-A8D2-2943BD51E199}"/>
                  </a:ext>
                </a:extLst>
              </p:cNvPr>
              <p:cNvSpPr>
                <a:spLocks noChangeShapeType="1"/>
              </p:cNvSpPr>
              <p:nvPr/>
            </p:nvSpPr>
            <p:spPr bwMode="auto">
              <a:xfrm>
                <a:off x="3264" y="1184"/>
                <a:ext cx="3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39945" name="Text Box 23">
              <a:extLst>
                <a:ext uri="{FF2B5EF4-FFF2-40B4-BE49-F238E27FC236}">
                  <a16:creationId xmlns:a16="http://schemas.microsoft.com/office/drawing/2014/main" id="{84DA50F4-9C8E-463A-9B4F-8E0216F28899}"/>
                </a:ext>
              </a:extLst>
            </p:cNvPr>
            <p:cNvSpPr txBox="1">
              <a:spLocks noChangeArrowheads="1"/>
            </p:cNvSpPr>
            <p:nvPr/>
          </p:nvSpPr>
          <p:spPr bwMode="auto">
            <a:xfrm>
              <a:off x="816" y="2353"/>
              <a:ext cx="1008"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NHANVIEN</a:t>
              </a:r>
            </a:p>
          </p:txBody>
        </p:sp>
        <p:sp>
          <p:nvSpPr>
            <p:cNvPr id="39946" name="Text Box 24">
              <a:extLst>
                <a:ext uri="{FF2B5EF4-FFF2-40B4-BE49-F238E27FC236}">
                  <a16:creationId xmlns:a16="http://schemas.microsoft.com/office/drawing/2014/main" id="{7D70560E-63D8-4DE2-9F79-EE0C4808EE63}"/>
                </a:ext>
              </a:extLst>
            </p:cNvPr>
            <p:cNvSpPr txBox="1">
              <a:spLocks noChangeArrowheads="1"/>
            </p:cNvSpPr>
            <p:nvPr/>
          </p:nvSpPr>
          <p:spPr bwMode="auto">
            <a:xfrm>
              <a:off x="3600" y="2353"/>
              <a:ext cx="1008"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PHONGBAN</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37DF8-4A69-42DE-805F-083D1B2FDDFA}"/>
              </a:ext>
            </a:extLst>
          </p:cNvPr>
          <p:cNvSpPr>
            <a:spLocks noGrp="1"/>
          </p:cNvSpPr>
          <p:nvPr>
            <p:ph type="title"/>
          </p:nvPr>
        </p:nvSpPr>
        <p:spPr/>
        <p:txBody>
          <a:bodyPr/>
          <a:lstStyle/>
          <a:p>
            <a:r>
              <a:rPr lang="en-US" altLang="en-US" sz="4000" dirty="0" err="1"/>
              <a:t>Mối</a:t>
            </a:r>
            <a:r>
              <a:rPr lang="en-US" altLang="en-US" sz="4000" dirty="0"/>
              <a:t> </a:t>
            </a:r>
            <a:r>
              <a:rPr lang="en-US" altLang="en-US" sz="4000" dirty="0" err="1"/>
              <a:t>quan</a:t>
            </a:r>
            <a:r>
              <a:rPr lang="en-US" altLang="en-US" sz="4000" dirty="0"/>
              <a:t> </a:t>
            </a:r>
            <a:r>
              <a:rPr lang="en-US" altLang="en-US" sz="4000" dirty="0" err="1"/>
              <a:t>hệ</a:t>
            </a:r>
            <a:r>
              <a:rPr lang="en-US" altLang="en-US" sz="4000" dirty="0"/>
              <a:t> - Multiplicity</a:t>
            </a:r>
            <a:endParaRPr lang="en-US" dirty="0"/>
          </a:p>
        </p:txBody>
      </p:sp>
      <p:sp>
        <p:nvSpPr>
          <p:cNvPr id="4" name="Date Placeholder 3">
            <a:extLst>
              <a:ext uri="{FF2B5EF4-FFF2-40B4-BE49-F238E27FC236}">
                <a16:creationId xmlns:a16="http://schemas.microsoft.com/office/drawing/2014/main" id="{0E696C13-1C5F-4B8F-8999-C3C3AE556AE7}"/>
              </a:ext>
            </a:extLst>
          </p:cNvPr>
          <p:cNvSpPr>
            <a:spLocks noGrp="1"/>
          </p:cNvSpPr>
          <p:nvPr>
            <p:ph type="dt" sz="half" idx="10"/>
          </p:nvPr>
        </p:nvSpPr>
        <p:spPr/>
        <p:txBody>
          <a:bodyPr/>
          <a:lstStyle/>
          <a:p>
            <a:pPr>
              <a:defRPr/>
            </a:pPr>
            <a:r>
              <a:rPr lang="en-US"/>
              <a:t>Bộ môn Hệ thống thông tin - Khoa CNTT</a:t>
            </a:r>
            <a:endParaRPr lang="en-US" altLang="en-US"/>
          </a:p>
        </p:txBody>
      </p:sp>
      <p:sp>
        <p:nvSpPr>
          <p:cNvPr id="5" name="Slide Number Placeholder 4">
            <a:extLst>
              <a:ext uri="{FF2B5EF4-FFF2-40B4-BE49-F238E27FC236}">
                <a16:creationId xmlns:a16="http://schemas.microsoft.com/office/drawing/2014/main" id="{ABEA00C4-22ED-4739-BAA9-17D6EBE40696}"/>
              </a:ext>
            </a:extLst>
          </p:cNvPr>
          <p:cNvSpPr>
            <a:spLocks noGrp="1"/>
          </p:cNvSpPr>
          <p:nvPr>
            <p:ph type="sldNum" sz="quarter" idx="12"/>
          </p:nvPr>
        </p:nvSpPr>
        <p:spPr/>
        <p:txBody>
          <a:bodyPr/>
          <a:lstStyle/>
          <a:p>
            <a:pPr>
              <a:defRPr/>
            </a:pPr>
            <a:fld id="{C829124A-08A9-4D4E-B3E1-53AD02BA2154}" type="slidenum">
              <a:rPr lang="en-US" altLang="en-US" smtClean="0"/>
              <a:pPr>
                <a:defRPr/>
              </a:pPr>
              <a:t>18</a:t>
            </a:fld>
            <a:endParaRPr lang="en-US" altLang="en-US"/>
          </a:p>
        </p:txBody>
      </p:sp>
      <p:pic>
        <p:nvPicPr>
          <p:cNvPr id="1026" name="Picture 2">
            <a:extLst>
              <a:ext uri="{FF2B5EF4-FFF2-40B4-BE49-F238E27FC236}">
                <a16:creationId xmlns:a16="http://schemas.microsoft.com/office/drawing/2014/main" id="{7D9C5BB4-2379-4D54-85F7-9C607D6C93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38" y="1752600"/>
            <a:ext cx="7858125" cy="3819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56429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Date Placeholder 3">
            <a:extLst>
              <a:ext uri="{FF2B5EF4-FFF2-40B4-BE49-F238E27FC236}">
                <a16:creationId xmlns:a16="http://schemas.microsoft.com/office/drawing/2014/main" id="{E272FA1E-2F55-4AD7-8274-E80295EDF069}"/>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41986" name="Slide Number Placeholder 5">
            <a:extLst>
              <a:ext uri="{FF2B5EF4-FFF2-40B4-BE49-F238E27FC236}">
                <a16:creationId xmlns:a16="http://schemas.microsoft.com/office/drawing/2014/main" id="{3354ABC4-6061-41D8-A1F1-3FD355C32DD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5612B185-6E82-4B48-B8FB-B0E2BB4B3768}" type="slidenum">
              <a:rPr lang="en-US" altLang="en-US">
                <a:latin typeface="Arial" panose="020B0604020202020204" pitchFamily="34" charset="0"/>
              </a:rPr>
              <a:pPr/>
              <a:t>19</a:t>
            </a:fld>
            <a:endParaRPr lang="en-US" altLang="en-US">
              <a:latin typeface="Arial" panose="020B0604020202020204" pitchFamily="34" charset="0"/>
            </a:endParaRPr>
          </a:p>
        </p:txBody>
      </p:sp>
      <p:sp>
        <p:nvSpPr>
          <p:cNvPr id="41987" name="Rectangle 2">
            <a:extLst>
              <a:ext uri="{FF2B5EF4-FFF2-40B4-BE49-F238E27FC236}">
                <a16:creationId xmlns:a16="http://schemas.microsoft.com/office/drawing/2014/main" id="{D46530F6-B4EB-46F7-AE4D-6AEC8558449A}"/>
              </a:ext>
            </a:extLst>
          </p:cNvPr>
          <p:cNvSpPr>
            <a:spLocks noGrp="1" noChangeArrowheads="1"/>
          </p:cNvSpPr>
          <p:nvPr>
            <p:ph type="title"/>
          </p:nvPr>
        </p:nvSpPr>
        <p:spPr>
          <a:xfrm>
            <a:off x="457200" y="354013"/>
            <a:ext cx="8229600" cy="620712"/>
          </a:xfrm>
        </p:spPr>
        <p:txBody>
          <a:bodyPr/>
          <a:lstStyle/>
          <a:p>
            <a:pPr eaLnBrk="1" hangingPunct="1"/>
            <a:r>
              <a:rPr lang="en-US" altLang="en-US" sz="3500" dirty="0" err="1"/>
              <a:t>Mối</a:t>
            </a:r>
            <a:r>
              <a:rPr lang="en-US" altLang="en-US" sz="3500" dirty="0"/>
              <a:t> </a:t>
            </a:r>
            <a:r>
              <a:rPr lang="en-US" altLang="en-US" sz="3500" dirty="0" err="1"/>
              <a:t>quan</a:t>
            </a:r>
            <a:r>
              <a:rPr lang="en-US" altLang="en-US" sz="3500" dirty="0"/>
              <a:t> </a:t>
            </a:r>
            <a:r>
              <a:rPr lang="en-US" altLang="en-US" sz="3500" dirty="0" err="1"/>
              <a:t>hệ</a:t>
            </a:r>
            <a:r>
              <a:rPr lang="en-US" altLang="en-US" sz="3500" dirty="0"/>
              <a:t> - Multiplicity (</a:t>
            </a:r>
            <a:r>
              <a:rPr lang="en-US" altLang="en-US" sz="3500" dirty="0" err="1"/>
              <a:t>tt</a:t>
            </a:r>
            <a:r>
              <a:rPr lang="en-US" altLang="en-US" sz="3500"/>
              <a:t>)</a:t>
            </a:r>
            <a:endParaRPr lang="en-US" altLang="en-US" sz="3500" dirty="0"/>
          </a:p>
        </p:txBody>
      </p:sp>
      <p:sp>
        <p:nvSpPr>
          <p:cNvPr id="41988" name="Rectangle 3">
            <a:extLst>
              <a:ext uri="{FF2B5EF4-FFF2-40B4-BE49-F238E27FC236}">
                <a16:creationId xmlns:a16="http://schemas.microsoft.com/office/drawing/2014/main" id="{B09A0F9F-5B3F-4458-BED7-8D4047B9317E}"/>
              </a:ext>
            </a:extLst>
          </p:cNvPr>
          <p:cNvSpPr>
            <a:spLocks noGrp="1" noChangeArrowheads="1"/>
          </p:cNvSpPr>
          <p:nvPr>
            <p:ph type="body" idx="1"/>
          </p:nvPr>
        </p:nvSpPr>
        <p:spPr>
          <a:xfrm>
            <a:off x="304800" y="1295400"/>
            <a:ext cx="8382000" cy="5105400"/>
          </a:xfrm>
        </p:spPr>
        <p:txBody>
          <a:bodyPr/>
          <a:lstStyle/>
          <a:p>
            <a:pPr eaLnBrk="1" hangingPunct="1"/>
            <a:r>
              <a:rPr lang="en-US" altLang="en-US"/>
              <a:t>Xét mối quan hệ nhị phân R (binary relationship) giữa 2 tập thực thể E và F, tính multiplicity bao gồm</a:t>
            </a:r>
          </a:p>
          <a:p>
            <a:pPr marL="0" indent="0" eaLnBrk="1" hangingPunct="1">
              <a:buNone/>
            </a:pPr>
            <a:r>
              <a:rPr lang="en-US" altLang="en-US" b="1"/>
              <a:t>Chen notation</a:t>
            </a:r>
          </a:p>
          <a:p>
            <a:pPr lvl="1" eaLnBrk="1" hangingPunct="1"/>
            <a:r>
              <a:rPr lang="en-US" altLang="en-US"/>
              <a:t>Một-Nhiều </a:t>
            </a:r>
          </a:p>
          <a:p>
            <a:pPr lvl="2" eaLnBrk="1" hangingPunct="1"/>
            <a:r>
              <a:rPr lang="en-US" altLang="en-US"/>
              <a:t>Một E có quan hệ với nhiều F</a:t>
            </a:r>
          </a:p>
          <a:p>
            <a:pPr lvl="2" eaLnBrk="1" hangingPunct="1"/>
            <a:r>
              <a:rPr lang="en-US" altLang="en-US"/>
              <a:t>Một F có quan hệ với một E</a:t>
            </a:r>
          </a:p>
          <a:p>
            <a:pPr lvl="1" eaLnBrk="1" hangingPunct="1"/>
            <a:r>
              <a:rPr lang="en-US" altLang="en-US"/>
              <a:t>Một-Một </a:t>
            </a:r>
          </a:p>
          <a:p>
            <a:pPr lvl="2" eaLnBrk="1" hangingPunct="1"/>
            <a:r>
              <a:rPr lang="en-US" altLang="en-US"/>
              <a:t>Một E có quan hệ với một F</a:t>
            </a:r>
          </a:p>
          <a:p>
            <a:pPr lvl="2" eaLnBrk="1" hangingPunct="1"/>
            <a:r>
              <a:rPr lang="en-US" altLang="en-US"/>
              <a:t>Một F có quan hệ với một E</a:t>
            </a:r>
          </a:p>
          <a:p>
            <a:pPr lvl="1" eaLnBrk="1" hangingPunct="1"/>
            <a:r>
              <a:rPr lang="en-US" altLang="en-US"/>
              <a:t>Nhiều-Nhiều </a:t>
            </a:r>
          </a:p>
          <a:p>
            <a:pPr lvl="2" eaLnBrk="1" hangingPunct="1"/>
            <a:r>
              <a:rPr lang="en-US" altLang="en-US"/>
              <a:t>Một E có quan hệ với nhiều F</a:t>
            </a:r>
          </a:p>
          <a:p>
            <a:pPr lvl="2" eaLnBrk="1" hangingPunct="1"/>
            <a:r>
              <a:rPr lang="en-US" altLang="en-US"/>
              <a:t>Một F có quan hệ với nhiều E</a:t>
            </a:r>
          </a:p>
        </p:txBody>
      </p:sp>
      <p:grpSp>
        <p:nvGrpSpPr>
          <p:cNvPr id="41989" name="Group 55">
            <a:extLst>
              <a:ext uri="{FF2B5EF4-FFF2-40B4-BE49-F238E27FC236}">
                <a16:creationId xmlns:a16="http://schemas.microsoft.com/office/drawing/2014/main" id="{23A6C888-C112-406C-8CD5-650EE18F0600}"/>
              </a:ext>
            </a:extLst>
          </p:cNvPr>
          <p:cNvGrpSpPr>
            <a:grpSpLocks/>
          </p:cNvGrpSpPr>
          <p:nvPr/>
        </p:nvGrpSpPr>
        <p:grpSpPr bwMode="auto">
          <a:xfrm>
            <a:off x="5257800" y="3810000"/>
            <a:ext cx="3048000" cy="520700"/>
            <a:chOff x="3312" y="2400"/>
            <a:chExt cx="1920" cy="328"/>
          </a:xfrm>
        </p:grpSpPr>
        <p:sp>
          <p:nvSpPr>
            <p:cNvPr id="42010" name="Text Box 35">
              <a:extLst>
                <a:ext uri="{FF2B5EF4-FFF2-40B4-BE49-F238E27FC236}">
                  <a16:creationId xmlns:a16="http://schemas.microsoft.com/office/drawing/2014/main" id="{5FC50EDD-1E80-44BA-B966-616A552E01A0}"/>
                </a:ext>
              </a:extLst>
            </p:cNvPr>
            <p:cNvSpPr txBox="1">
              <a:spLocks noChangeArrowheads="1"/>
            </p:cNvSpPr>
            <p:nvPr/>
          </p:nvSpPr>
          <p:spPr bwMode="auto">
            <a:xfrm>
              <a:off x="3312" y="2472"/>
              <a:ext cx="336"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E</a:t>
              </a:r>
            </a:p>
          </p:txBody>
        </p:sp>
        <p:sp>
          <p:nvSpPr>
            <p:cNvPr id="42011" name="Text Box 36">
              <a:extLst>
                <a:ext uri="{FF2B5EF4-FFF2-40B4-BE49-F238E27FC236}">
                  <a16:creationId xmlns:a16="http://schemas.microsoft.com/office/drawing/2014/main" id="{B08C82BC-2C91-4FD0-96D5-075C23955772}"/>
                </a:ext>
              </a:extLst>
            </p:cNvPr>
            <p:cNvSpPr txBox="1">
              <a:spLocks noChangeArrowheads="1"/>
            </p:cNvSpPr>
            <p:nvPr/>
          </p:nvSpPr>
          <p:spPr bwMode="auto">
            <a:xfrm>
              <a:off x="4896" y="2472"/>
              <a:ext cx="336"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F</a:t>
              </a:r>
            </a:p>
          </p:txBody>
        </p:sp>
        <p:grpSp>
          <p:nvGrpSpPr>
            <p:cNvPr id="42012" name="Group 37">
              <a:extLst>
                <a:ext uri="{FF2B5EF4-FFF2-40B4-BE49-F238E27FC236}">
                  <a16:creationId xmlns:a16="http://schemas.microsoft.com/office/drawing/2014/main" id="{DD15DB18-F922-4C09-BBF8-C03A12FD5A91}"/>
                </a:ext>
              </a:extLst>
            </p:cNvPr>
            <p:cNvGrpSpPr>
              <a:grpSpLocks/>
            </p:cNvGrpSpPr>
            <p:nvPr/>
          </p:nvGrpSpPr>
          <p:grpSpPr bwMode="auto">
            <a:xfrm>
              <a:off x="3888" y="2464"/>
              <a:ext cx="768" cy="264"/>
              <a:chOff x="3888" y="2848"/>
              <a:chExt cx="768" cy="264"/>
            </a:xfrm>
          </p:grpSpPr>
          <p:sp>
            <p:nvSpPr>
              <p:cNvPr id="42017" name="AutoShape 38">
                <a:extLst>
                  <a:ext uri="{FF2B5EF4-FFF2-40B4-BE49-F238E27FC236}">
                    <a16:creationId xmlns:a16="http://schemas.microsoft.com/office/drawing/2014/main" id="{C41B837B-57A1-480A-89B7-A65DD429D38F}"/>
                  </a:ext>
                </a:extLst>
              </p:cNvPr>
              <p:cNvSpPr>
                <a:spLocks noChangeArrowheads="1"/>
              </p:cNvSpPr>
              <p:nvPr/>
            </p:nvSpPr>
            <p:spPr bwMode="auto">
              <a:xfrm>
                <a:off x="3888" y="2848"/>
                <a:ext cx="768" cy="264"/>
              </a:xfrm>
              <a:prstGeom prst="flowChartDecision">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42018" name="Text Box 39">
                <a:extLst>
                  <a:ext uri="{FF2B5EF4-FFF2-40B4-BE49-F238E27FC236}">
                    <a16:creationId xmlns:a16="http://schemas.microsoft.com/office/drawing/2014/main" id="{A847B5E1-84B2-4F7A-9485-0B73E0C68A2F}"/>
                  </a:ext>
                </a:extLst>
              </p:cNvPr>
              <p:cNvSpPr txBox="1">
                <a:spLocks noChangeArrowheads="1"/>
              </p:cNvSpPr>
              <p:nvPr/>
            </p:nvSpPr>
            <p:spPr bwMode="auto">
              <a:xfrm>
                <a:off x="3984" y="2880"/>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Quan_hệ</a:t>
                </a:r>
              </a:p>
            </p:txBody>
          </p:sp>
        </p:grpSp>
        <p:sp>
          <p:nvSpPr>
            <p:cNvPr id="42013" name="Line 40">
              <a:extLst>
                <a:ext uri="{FF2B5EF4-FFF2-40B4-BE49-F238E27FC236}">
                  <a16:creationId xmlns:a16="http://schemas.microsoft.com/office/drawing/2014/main" id="{B9A6E059-2B01-4B95-8BC1-8011A47ABD15}"/>
                </a:ext>
              </a:extLst>
            </p:cNvPr>
            <p:cNvSpPr>
              <a:spLocks noChangeShapeType="1"/>
            </p:cNvSpPr>
            <p:nvPr/>
          </p:nvSpPr>
          <p:spPr bwMode="auto">
            <a:xfrm>
              <a:off x="3648" y="2592"/>
              <a:ext cx="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42014" name="Text Box 42">
              <a:extLst>
                <a:ext uri="{FF2B5EF4-FFF2-40B4-BE49-F238E27FC236}">
                  <a16:creationId xmlns:a16="http://schemas.microsoft.com/office/drawing/2014/main" id="{C42976BC-9279-47A4-B96F-968D082988DD}"/>
                </a:ext>
              </a:extLst>
            </p:cNvPr>
            <p:cNvSpPr txBox="1">
              <a:spLocks noChangeArrowheads="1"/>
            </p:cNvSpPr>
            <p:nvPr/>
          </p:nvSpPr>
          <p:spPr bwMode="auto">
            <a:xfrm>
              <a:off x="4656" y="2400"/>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1</a:t>
              </a:r>
            </a:p>
          </p:txBody>
        </p:sp>
        <p:sp>
          <p:nvSpPr>
            <p:cNvPr id="42015" name="Text Box 43">
              <a:extLst>
                <a:ext uri="{FF2B5EF4-FFF2-40B4-BE49-F238E27FC236}">
                  <a16:creationId xmlns:a16="http://schemas.microsoft.com/office/drawing/2014/main" id="{5255376E-DAFB-4BFF-BA5F-FA6BE4A28408}"/>
                </a:ext>
              </a:extLst>
            </p:cNvPr>
            <p:cNvSpPr txBox="1">
              <a:spLocks noChangeArrowheads="1"/>
            </p:cNvSpPr>
            <p:nvPr/>
          </p:nvSpPr>
          <p:spPr bwMode="auto">
            <a:xfrm>
              <a:off x="3648" y="2400"/>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1</a:t>
              </a:r>
            </a:p>
          </p:txBody>
        </p:sp>
        <p:sp>
          <p:nvSpPr>
            <p:cNvPr id="42016" name="Line 54">
              <a:extLst>
                <a:ext uri="{FF2B5EF4-FFF2-40B4-BE49-F238E27FC236}">
                  <a16:creationId xmlns:a16="http://schemas.microsoft.com/office/drawing/2014/main" id="{7B6AF040-C0FC-46E7-B55B-7E139CAF8C76}"/>
                </a:ext>
              </a:extLst>
            </p:cNvPr>
            <p:cNvSpPr>
              <a:spLocks noChangeShapeType="1"/>
            </p:cNvSpPr>
            <p:nvPr/>
          </p:nvSpPr>
          <p:spPr bwMode="auto">
            <a:xfrm>
              <a:off x="4656" y="2592"/>
              <a:ext cx="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grpSp>
        <p:nvGrpSpPr>
          <p:cNvPr id="41990" name="Group 56">
            <a:extLst>
              <a:ext uri="{FF2B5EF4-FFF2-40B4-BE49-F238E27FC236}">
                <a16:creationId xmlns:a16="http://schemas.microsoft.com/office/drawing/2014/main" id="{390BDE5F-143A-4951-A365-A3E8926F67BC}"/>
              </a:ext>
            </a:extLst>
          </p:cNvPr>
          <p:cNvGrpSpPr>
            <a:grpSpLocks/>
          </p:cNvGrpSpPr>
          <p:nvPr/>
        </p:nvGrpSpPr>
        <p:grpSpPr bwMode="auto">
          <a:xfrm>
            <a:off x="5257800" y="4965700"/>
            <a:ext cx="3048000" cy="520700"/>
            <a:chOff x="3312" y="2400"/>
            <a:chExt cx="1920" cy="328"/>
          </a:xfrm>
        </p:grpSpPr>
        <p:sp>
          <p:nvSpPr>
            <p:cNvPr id="42001" name="Text Box 57">
              <a:extLst>
                <a:ext uri="{FF2B5EF4-FFF2-40B4-BE49-F238E27FC236}">
                  <a16:creationId xmlns:a16="http://schemas.microsoft.com/office/drawing/2014/main" id="{7FA56D1B-83DD-4D66-A505-8E21B3E5FF3F}"/>
                </a:ext>
              </a:extLst>
            </p:cNvPr>
            <p:cNvSpPr txBox="1">
              <a:spLocks noChangeArrowheads="1"/>
            </p:cNvSpPr>
            <p:nvPr/>
          </p:nvSpPr>
          <p:spPr bwMode="auto">
            <a:xfrm>
              <a:off x="3312" y="2472"/>
              <a:ext cx="336"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E</a:t>
              </a:r>
            </a:p>
          </p:txBody>
        </p:sp>
        <p:sp>
          <p:nvSpPr>
            <p:cNvPr id="42002" name="Text Box 58">
              <a:extLst>
                <a:ext uri="{FF2B5EF4-FFF2-40B4-BE49-F238E27FC236}">
                  <a16:creationId xmlns:a16="http://schemas.microsoft.com/office/drawing/2014/main" id="{5557B1F2-74A1-427D-8DB9-21F9ED042E30}"/>
                </a:ext>
              </a:extLst>
            </p:cNvPr>
            <p:cNvSpPr txBox="1">
              <a:spLocks noChangeArrowheads="1"/>
            </p:cNvSpPr>
            <p:nvPr/>
          </p:nvSpPr>
          <p:spPr bwMode="auto">
            <a:xfrm>
              <a:off x="4896" y="2472"/>
              <a:ext cx="336"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F</a:t>
              </a:r>
            </a:p>
          </p:txBody>
        </p:sp>
        <p:grpSp>
          <p:nvGrpSpPr>
            <p:cNvPr id="42003" name="Group 59">
              <a:extLst>
                <a:ext uri="{FF2B5EF4-FFF2-40B4-BE49-F238E27FC236}">
                  <a16:creationId xmlns:a16="http://schemas.microsoft.com/office/drawing/2014/main" id="{FCF85CCE-22B9-4B09-85C8-126F413A042E}"/>
                </a:ext>
              </a:extLst>
            </p:cNvPr>
            <p:cNvGrpSpPr>
              <a:grpSpLocks/>
            </p:cNvGrpSpPr>
            <p:nvPr/>
          </p:nvGrpSpPr>
          <p:grpSpPr bwMode="auto">
            <a:xfrm>
              <a:off x="3888" y="2464"/>
              <a:ext cx="768" cy="264"/>
              <a:chOff x="3888" y="2848"/>
              <a:chExt cx="768" cy="264"/>
            </a:xfrm>
          </p:grpSpPr>
          <p:sp>
            <p:nvSpPr>
              <p:cNvPr id="42008" name="AutoShape 60">
                <a:extLst>
                  <a:ext uri="{FF2B5EF4-FFF2-40B4-BE49-F238E27FC236}">
                    <a16:creationId xmlns:a16="http://schemas.microsoft.com/office/drawing/2014/main" id="{5D961EA3-CA26-473F-BC46-89A2B8E2B064}"/>
                  </a:ext>
                </a:extLst>
              </p:cNvPr>
              <p:cNvSpPr>
                <a:spLocks noChangeArrowheads="1"/>
              </p:cNvSpPr>
              <p:nvPr/>
            </p:nvSpPr>
            <p:spPr bwMode="auto">
              <a:xfrm>
                <a:off x="3888" y="2848"/>
                <a:ext cx="768" cy="264"/>
              </a:xfrm>
              <a:prstGeom prst="flowChartDecision">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42009" name="Text Box 61">
                <a:extLst>
                  <a:ext uri="{FF2B5EF4-FFF2-40B4-BE49-F238E27FC236}">
                    <a16:creationId xmlns:a16="http://schemas.microsoft.com/office/drawing/2014/main" id="{D817B518-6DDB-4B04-84D9-219508F8EC8D}"/>
                  </a:ext>
                </a:extLst>
              </p:cNvPr>
              <p:cNvSpPr txBox="1">
                <a:spLocks noChangeArrowheads="1"/>
              </p:cNvSpPr>
              <p:nvPr/>
            </p:nvSpPr>
            <p:spPr bwMode="auto">
              <a:xfrm>
                <a:off x="3984" y="2880"/>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Quan_hệ</a:t>
                </a:r>
              </a:p>
            </p:txBody>
          </p:sp>
        </p:grpSp>
        <p:sp>
          <p:nvSpPr>
            <p:cNvPr id="42004" name="Line 62">
              <a:extLst>
                <a:ext uri="{FF2B5EF4-FFF2-40B4-BE49-F238E27FC236}">
                  <a16:creationId xmlns:a16="http://schemas.microsoft.com/office/drawing/2014/main" id="{5585B06E-6D53-4D55-A539-5603ACAEED01}"/>
                </a:ext>
              </a:extLst>
            </p:cNvPr>
            <p:cNvSpPr>
              <a:spLocks noChangeShapeType="1"/>
            </p:cNvSpPr>
            <p:nvPr/>
          </p:nvSpPr>
          <p:spPr bwMode="auto">
            <a:xfrm>
              <a:off x="3648" y="2592"/>
              <a:ext cx="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42005" name="Text Box 63">
              <a:extLst>
                <a:ext uri="{FF2B5EF4-FFF2-40B4-BE49-F238E27FC236}">
                  <a16:creationId xmlns:a16="http://schemas.microsoft.com/office/drawing/2014/main" id="{94ABBC6E-5AFF-4F77-8A1C-E2B55C77511D}"/>
                </a:ext>
              </a:extLst>
            </p:cNvPr>
            <p:cNvSpPr txBox="1">
              <a:spLocks noChangeArrowheads="1"/>
            </p:cNvSpPr>
            <p:nvPr/>
          </p:nvSpPr>
          <p:spPr bwMode="auto">
            <a:xfrm>
              <a:off x="4656" y="2400"/>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n</a:t>
              </a:r>
            </a:p>
          </p:txBody>
        </p:sp>
        <p:sp>
          <p:nvSpPr>
            <p:cNvPr id="42006" name="Text Box 64">
              <a:extLst>
                <a:ext uri="{FF2B5EF4-FFF2-40B4-BE49-F238E27FC236}">
                  <a16:creationId xmlns:a16="http://schemas.microsoft.com/office/drawing/2014/main" id="{08899711-93DF-4CD8-B8D2-D0B65898CBDE}"/>
                </a:ext>
              </a:extLst>
            </p:cNvPr>
            <p:cNvSpPr txBox="1">
              <a:spLocks noChangeArrowheads="1"/>
            </p:cNvSpPr>
            <p:nvPr/>
          </p:nvSpPr>
          <p:spPr bwMode="auto">
            <a:xfrm>
              <a:off x="3648" y="2400"/>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n</a:t>
              </a:r>
            </a:p>
          </p:txBody>
        </p:sp>
        <p:sp>
          <p:nvSpPr>
            <p:cNvPr id="42007" name="Line 65">
              <a:extLst>
                <a:ext uri="{FF2B5EF4-FFF2-40B4-BE49-F238E27FC236}">
                  <a16:creationId xmlns:a16="http://schemas.microsoft.com/office/drawing/2014/main" id="{20921CE4-53D5-46CE-9A12-841E0321E682}"/>
                </a:ext>
              </a:extLst>
            </p:cNvPr>
            <p:cNvSpPr>
              <a:spLocks noChangeShapeType="1"/>
            </p:cNvSpPr>
            <p:nvPr/>
          </p:nvSpPr>
          <p:spPr bwMode="auto">
            <a:xfrm>
              <a:off x="4656" y="2592"/>
              <a:ext cx="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grpSp>
        <p:nvGrpSpPr>
          <p:cNvPr id="41991" name="Group 66">
            <a:extLst>
              <a:ext uri="{FF2B5EF4-FFF2-40B4-BE49-F238E27FC236}">
                <a16:creationId xmlns:a16="http://schemas.microsoft.com/office/drawing/2014/main" id="{7AAEC3DF-559A-4212-AF18-2E9C2ECEC30E}"/>
              </a:ext>
            </a:extLst>
          </p:cNvPr>
          <p:cNvGrpSpPr>
            <a:grpSpLocks/>
          </p:cNvGrpSpPr>
          <p:nvPr/>
        </p:nvGrpSpPr>
        <p:grpSpPr bwMode="auto">
          <a:xfrm>
            <a:off x="5257800" y="2667000"/>
            <a:ext cx="3048000" cy="520700"/>
            <a:chOff x="3312" y="2400"/>
            <a:chExt cx="1920" cy="328"/>
          </a:xfrm>
        </p:grpSpPr>
        <p:sp>
          <p:nvSpPr>
            <p:cNvPr id="41992" name="Text Box 67">
              <a:extLst>
                <a:ext uri="{FF2B5EF4-FFF2-40B4-BE49-F238E27FC236}">
                  <a16:creationId xmlns:a16="http://schemas.microsoft.com/office/drawing/2014/main" id="{D5356AD5-2761-4193-8796-090F62978483}"/>
                </a:ext>
              </a:extLst>
            </p:cNvPr>
            <p:cNvSpPr txBox="1">
              <a:spLocks noChangeArrowheads="1"/>
            </p:cNvSpPr>
            <p:nvPr/>
          </p:nvSpPr>
          <p:spPr bwMode="auto">
            <a:xfrm>
              <a:off x="3312" y="2472"/>
              <a:ext cx="336"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E</a:t>
              </a:r>
            </a:p>
          </p:txBody>
        </p:sp>
        <p:sp>
          <p:nvSpPr>
            <p:cNvPr id="41993" name="Text Box 68">
              <a:extLst>
                <a:ext uri="{FF2B5EF4-FFF2-40B4-BE49-F238E27FC236}">
                  <a16:creationId xmlns:a16="http://schemas.microsoft.com/office/drawing/2014/main" id="{5A230402-3186-40CF-841F-AE06759153AD}"/>
                </a:ext>
              </a:extLst>
            </p:cNvPr>
            <p:cNvSpPr txBox="1">
              <a:spLocks noChangeArrowheads="1"/>
            </p:cNvSpPr>
            <p:nvPr/>
          </p:nvSpPr>
          <p:spPr bwMode="auto">
            <a:xfrm>
              <a:off x="4896" y="2472"/>
              <a:ext cx="336"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F</a:t>
              </a:r>
            </a:p>
          </p:txBody>
        </p:sp>
        <p:grpSp>
          <p:nvGrpSpPr>
            <p:cNvPr id="41994" name="Group 69">
              <a:extLst>
                <a:ext uri="{FF2B5EF4-FFF2-40B4-BE49-F238E27FC236}">
                  <a16:creationId xmlns:a16="http://schemas.microsoft.com/office/drawing/2014/main" id="{BF6B719E-BFA5-4576-8176-454006A6E4FF}"/>
                </a:ext>
              </a:extLst>
            </p:cNvPr>
            <p:cNvGrpSpPr>
              <a:grpSpLocks/>
            </p:cNvGrpSpPr>
            <p:nvPr/>
          </p:nvGrpSpPr>
          <p:grpSpPr bwMode="auto">
            <a:xfrm>
              <a:off x="3888" y="2464"/>
              <a:ext cx="768" cy="264"/>
              <a:chOff x="3888" y="2848"/>
              <a:chExt cx="768" cy="264"/>
            </a:xfrm>
          </p:grpSpPr>
          <p:sp>
            <p:nvSpPr>
              <p:cNvPr id="41999" name="AutoShape 70">
                <a:extLst>
                  <a:ext uri="{FF2B5EF4-FFF2-40B4-BE49-F238E27FC236}">
                    <a16:creationId xmlns:a16="http://schemas.microsoft.com/office/drawing/2014/main" id="{3984D9A2-0115-40C8-9D1D-FBFA2BDAE195}"/>
                  </a:ext>
                </a:extLst>
              </p:cNvPr>
              <p:cNvSpPr>
                <a:spLocks noChangeArrowheads="1"/>
              </p:cNvSpPr>
              <p:nvPr/>
            </p:nvSpPr>
            <p:spPr bwMode="auto">
              <a:xfrm>
                <a:off x="3888" y="2848"/>
                <a:ext cx="768" cy="264"/>
              </a:xfrm>
              <a:prstGeom prst="flowChartDecision">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42000" name="Text Box 71">
                <a:extLst>
                  <a:ext uri="{FF2B5EF4-FFF2-40B4-BE49-F238E27FC236}">
                    <a16:creationId xmlns:a16="http://schemas.microsoft.com/office/drawing/2014/main" id="{9ABE2BB5-F514-4821-9ACF-089F1DD999E8}"/>
                  </a:ext>
                </a:extLst>
              </p:cNvPr>
              <p:cNvSpPr txBox="1">
                <a:spLocks noChangeArrowheads="1"/>
              </p:cNvSpPr>
              <p:nvPr/>
            </p:nvSpPr>
            <p:spPr bwMode="auto">
              <a:xfrm>
                <a:off x="3984" y="2880"/>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Quan_hệ</a:t>
                </a:r>
              </a:p>
            </p:txBody>
          </p:sp>
        </p:grpSp>
        <p:sp>
          <p:nvSpPr>
            <p:cNvPr id="41995" name="Line 72">
              <a:extLst>
                <a:ext uri="{FF2B5EF4-FFF2-40B4-BE49-F238E27FC236}">
                  <a16:creationId xmlns:a16="http://schemas.microsoft.com/office/drawing/2014/main" id="{B4E2D9B5-ABD4-4CF3-8D55-199BDF3DD154}"/>
                </a:ext>
              </a:extLst>
            </p:cNvPr>
            <p:cNvSpPr>
              <a:spLocks noChangeShapeType="1"/>
            </p:cNvSpPr>
            <p:nvPr/>
          </p:nvSpPr>
          <p:spPr bwMode="auto">
            <a:xfrm>
              <a:off x="3648" y="2592"/>
              <a:ext cx="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41996" name="Text Box 73">
              <a:extLst>
                <a:ext uri="{FF2B5EF4-FFF2-40B4-BE49-F238E27FC236}">
                  <a16:creationId xmlns:a16="http://schemas.microsoft.com/office/drawing/2014/main" id="{162ACAB3-76F1-4D73-8090-2F6A34B476BF}"/>
                </a:ext>
              </a:extLst>
            </p:cNvPr>
            <p:cNvSpPr txBox="1">
              <a:spLocks noChangeArrowheads="1"/>
            </p:cNvSpPr>
            <p:nvPr/>
          </p:nvSpPr>
          <p:spPr bwMode="auto">
            <a:xfrm>
              <a:off x="4656" y="2400"/>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n</a:t>
              </a:r>
            </a:p>
          </p:txBody>
        </p:sp>
        <p:sp>
          <p:nvSpPr>
            <p:cNvPr id="41997" name="Text Box 74">
              <a:extLst>
                <a:ext uri="{FF2B5EF4-FFF2-40B4-BE49-F238E27FC236}">
                  <a16:creationId xmlns:a16="http://schemas.microsoft.com/office/drawing/2014/main" id="{C4B78D81-33A6-47F9-8D7A-40C124EAEF16}"/>
                </a:ext>
              </a:extLst>
            </p:cNvPr>
            <p:cNvSpPr txBox="1">
              <a:spLocks noChangeArrowheads="1"/>
            </p:cNvSpPr>
            <p:nvPr/>
          </p:nvSpPr>
          <p:spPr bwMode="auto">
            <a:xfrm>
              <a:off x="3648" y="2400"/>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1</a:t>
              </a:r>
            </a:p>
          </p:txBody>
        </p:sp>
        <p:sp>
          <p:nvSpPr>
            <p:cNvPr id="41998" name="Line 75">
              <a:extLst>
                <a:ext uri="{FF2B5EF4-FFF2-40B4-BE49-F238E27FC236}">
                  <a16:creationId xmlns:a16="http://schemas.microsoft.com/office/drawing/2014/main" id="{3940B72E-CADA-43DF-A60F-7A1FF5E1A38A}"/>
                </a:ext>
              </a:extLst>
            </p:cNvPr>
            <p:cNvSpPr>
              <a:spLocks noChangeShapeType="1"/>
            </p:cNvSpPr>
            <p:nvPr/>
          </p:nvSpPr>
          <p:spPr bwMode="auto">
            <a:xfrm>
              <a:off x="4656" y="2592"/>
              <a:ext cx="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BE7EA549-5701-4C28-941E-B62CC1B58200}"/>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44034" name="Slide Number Placeholder 5">
            <a:extLst>
              <a:ext uri="{FF2B5EF4-FFF2-40B4-BE49-F238E27FC236}">
                <a16:creationId xmlns:a16="http://schemas.microsoft.com/office/drawing/2014/main" id="{754D52D6-503A-4BD0-B3D1-B783C28E685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3EFC493-F7FF-4A44-ABD6-F7A1AE569C1D}" type="slidenum">
              <a:rPr lang="en-US" altLang="en-US">
                <a:latin typeface="Arial" panose="020B0604020202020204" pitchFamily="34" charset="0"/>
              </a:rPr>
              <a:pPr/>
              <a:t>20</a:t>
            </a:fld>
            <a:endParaRPr lang="en-US" altLang="en-US">
              <a:latin typeface="Arial" panose="020B0604020202020204" pitchFamily="34" charset="0"/>
            </a:endParaRPr>
          </a:p>
        </p:txBody>
      </p:sp>
      <p:sp>
        <p:nvSpPr>
          <p:cNvPr id="44035" name="Rectangle 2">
            <a:extLst>
              <a:ext uri="{FF2B5EF4-FFF2-40B4-BE49-F238E27FC236}">
                <a16:creationId xmlns:a16="http://schemas.microsoft.com/office/drawing/2014/main" id="{942365D3-9BD2-4502-94C6-E2A27F671A83}"/>
              </a:ext>
            </a:extLst>
          </p:cNvPr>
          <p:cNvSpPr>
            <a:spLocks noGrp="1" noChangeArrowheads="1"/>
          </p:cNvSpPr>
          <p:nvPr>
            <p:ph type="title"/>
          </p:nvPr>
        </p:nvSpPr>
        <p:spPr>
          <a:xfrm>
            <a:off x="457200" y="354013"/>
            <a:ext cx="8229600" cy="620712"/>
          </a:xfrm>
        </p:spPr>
        <p:txBody>
          <a:bodyPr/>
          <a:lstStyle/>
          <a:p>
            <a:pPr eaLnBrk="1" hangingPunct="1"/>
            <a:r>
              <a:rPr lang="en-US" altLang="en-US" sz="3500"/>
              <a:t>Mối quan hệ - Multiplicity (tt)</a:t>
            </a:r>
          </a:p>
        </p:txBody>
      </p:sp>
      <p:sp>
        <p:nvSpPr>
          <p:cNvPr id="44036" name="Rectangle 3">
            <a:extLst>
              <a:ext uri="{FF2B5EF4-FFF2-40B4-BE49-F238E27FC236}">
                <a16:creationId xmlns:a16="http://schemas.microsoft.com/office/drawing/2014/main" id="{E429AA6E-F710-4D14-966E-58B853848D92}"/>
              </a:ext>
            </a:extLst>
          </p:cNvPr>
          <p:cNvSpPr>
            <a:spLocks noGrp="1" noChangeArrowheads="1"/>
          </p:cNvSpPr>
          <p:nvPr>
            <p:ph type="body" idx="1"/>
          </p:nvPr>
        </p:nvSpPr>
        <p:spPr>
          <a:xfrm>
            <a:off x="304800" y="1295400"/>
            <a:ext cx="8382000" cy="5105400"/>
          </a:xfrm>
        </p:spPr>
        <p:txBody>
          <a:bodyPr/>
          <a:lstStyle/>
          <a:p>
            <a:pPr marL="0" indent="0" eaLnBrk="1" hangingPunct="1">
              <a:buNone/>
            </a:pPr>
            <a:r>
              <a:rPr lang="en-US" altLang="en-US" b="1" dirty="0"/>
              <a:t>Min-Max notation</a:t>
            </a:r>
          </a:p>
          <a:p>
            <a:pPr marL="0" indent="0" eaLnBrk="1" hangingPunct="1">
              <a:buNone/>
            </a:pPr>
            <a:r>
              <a:rPr lang="en-US" altLang="en-US" dirty="0">
                <a:highlight>
                  <a:srgbClr val="FFFF00"/>
                </a:highlight>
              </a:rPr>
              <a:t>(min, max)</a:t>
            </a:r>
            <a:r>
              <a:rPr lang="en-US" altLang="en-US" dirty="0"/>
              <a:t> </a:t>
            </a:r>
            <a:r>
              <a:rPr lang="en-US" altLang="en-US" dirty="0" err="1"/>
              <a:t>chỉ</a:t>
            </a:r>
            <a:r>
              <a:rPr lang="en-US" altLang="en-US" dirty="0"/>
              <a:t> </a:t>
            </a:r>
            <a:r>
              <a:rPr lang="en-US" altLang="en-US" dirty="0" err="1"/>
              <a:t>định</a:t>
            </a:r>
            <a:r>
              <a:rPr lang="en-US" altLang="en-US" dirty="0"/>
              <a:t> </a:t>
            </a:r>
            <a:r>
              <a:rPr lang="en-US" altLang="en-US" dirty="0" err="1"/>
              <a:t>mỗi</a:t>
            </a:r>
            <a:r>
              <a:rPr lang="en-US" altLang="en-US" dirty="0"/>
              <a:t> </a:t>
            </a:r>
            <a:r>
              <a:rPr lang="en-US" altLang="en-US" dirty="0" err="1"/>
              <a:t>thực</a:t>
            </a:r>
            <a:r>
              <a:rPr lang="en-US" altLang="en-US" dirty="0"/>
              <a:t> </a:t>
            </a:r>
            <a:r>
              <a:rPr lang="en-US" altLang="en-US" dirty="0" err="1"/>
              <a:t>thể</a:t>
            </a:r>
            <a:r>
              <a:rPr lang="en-US" altLang="en-US" dirty="0"/>
              <a:t> e </a:t>
            </a:r>
            <a:r>
              <a:rPr lang="en-US" altLang="en-US" b="1" dirty="0">
                <a:sym typeface="Symbol" panose="05050102010706020507" pitchFamily="18" charset="2"/>
              </a:rPr>
              <a:t></a:t>
            </a:r>
            <a:r>
              <a:rPr lang="en-US" altLang="en-US" dirty="0">
                <a:sym typeface="Symbol" panose="05050102010706020507" pitchFamily="18" charset="2"/>
              </a:rPr>
              <a:t> E </a:t>
            </a:r>
            <a:r>
              <a:rPr lang="en-US" altLang="en-US" dirty="0" err="1">
                <a:sym typeface="Symbol" panose="05050102010706020507" pitchFamily="18" charset="2"/>
              </a:rPr>
              <a:t>tham</a:t>
            </a:r>
            <a:r>
              <a:rPr lang="en-US" altLang="en-US" dirty="0">
                <a:sym typeface="Symbol" panose="05050102010706020507" pitchFamily="18" charset="2"/>
              </a:rPr>
              <a:t> </a:t>
            </a:r>
            <a:r>
              <a:rPr lang="en-US" altLang="en-US" dirty="0" err="1">
                <a:sym typeface="Symbol" panose="05050102010706020507" pitchFamily="18" charset="2"/>
              </a:rPr>
              <a:t>gia</a:t>
            </a:r>
            <a:r>
              <a:rPr lang="en-US" altLang="en-US" dirty="0">
                <a:sym typeface="Symbol" panose="05050102010706020507" pitchFamily="18" charset="2"/>
              </a:rPr>
              <a:t> </a:t>
            </a:r>
            <a:r>
              <a:rPr lang="en-US" altLang="en-US" dirty="0" err="1">
                <a:highlight>
                  <a:srgbClr val="FFFF00"/>
                </a:highlight>
                <a:sym typeface="Symbol" panose="05050102010706020507" pitchFamily="18" charset="2"/>
              </a:rPr>
              <a:t>ít</a:t>
            </a:r>
            <a:r>
              <a:rPr lang="en-US" altLang="en-US" dirty="0">
                <a:highlight>
                  <a:srgbClr val="FFFF00"/>
                </a:highlight>
                <a:sym typeface="Symbol" panose="05050102010706020507" pitchFamily="18" charset="2"/>
              </a:rPr>
              <a:t> </a:t>
            </a:r>
            <a:r>
              <a:rPr lang="en-US" altLang="en-US" dirty="0" err="1">
                <a:highlight>
                  <a:srgbClr val="FFFF00"/>
                </a:highlight>
                <a:sym typeface="Symbol" panose="05050102010706020507" pitchFamily="18" charset="2"/>
              </a:rPr>
              <a:t>nhất</a:t>
            </a:r>
            <a:r>
              <a:rPr lang="en-US" altLang="en-US" dirty="0">
                <a:highlight>
                  <a:srgbClr val="FFFF00"/>
                </a:highlight>
                <a:sym typeface="Symbol" panose="05050102010706020507" pitchFamily="18" charset="2"/>
              </a:rPr>
              <a:t> </a:t>
            </a:r>
            <a:r>
              <a:rPr lang="en-US" altLang="en-US" dirty="0" err="1">
                <a:highlight>
                  <a:srgbClr val="FFFF00"/>
                </a:highlight>
                <a:sym typeface="Symbol" panose="05050102010706020507" pitchFamily="18" charset="2"/>
              </a:rPr>
              <a:t>và</a:t>
            </a:r>
            <a:r>
              <a:rPr lang="en-US" altLang="en-US" dirty="0">
                <a:highlight>
                  <a:srgbClr val="FFFF00"/>
                </a:highlight>
                <a:sym typeface="Symbol" panose="05050102010706020507" pitchFamily="18" charset="2"/>
              </a:rPr>
              <a:t> </a:t>
            </a:r>
            <a:r>
              <a:rPr lang="en-US" altLang="en-US" dirty="0" err="1">
                <a:highlight>
                  <a:srgbClr val="FFFF00"/>
                </a:highlight>
                <a:sym typeface="Symbol" panose="05050102010706020507" pitchFamily="18" charset="2"/>
              </a:rPr>
              <a:t>nhiều</a:t>
            </a:r>
            <a:r>
              <a:rPr lang="en-US" altLang="en-US" dirty="0">
                <a:highlight>
                  <a:srgbClr val="FFFF00"/>
                </a:highlight>
                <a:sym typeface="Symbol" panose="05050102010706020507" pitchFamily="18" charset="2"/>
              </a:rPr>
              <a:t> </a:t>
            </a:r>
            <a:r>
              <a:rPr lang="en-US" altLang="en-US" dirty="0" err="1">
                <a:highlight>
                  <a:srgbClr val="FFFF00"/>
                </a:highlight>
                <a:sym typeface="Symbol" panose="05050102010706020507" pitchFamily="18" charset="2"/>
              </a:rPr>
              <a:t>nhất</a:t>
            </a:r>
            <a:r>
              <a:rPr lang="en-US" altLang="en-US" dirty="0">
                <a:sym typeface="Symbol" panose="05050102010706020507" pitchFamily="18" charset="2"/>
              </a:rPr>
              <a:t> </a:t>
            </a:r>
            <a:r>
              <a:rPr lang="en-US" altLang="en-US" dirty="0" err="1">
                <a:sym typeface="Symbol" panose="05050102010706020507" pitchFamily="18" charset="2"/>
              </a:rPr>
              <a:t>vào</a:t>
            </a:r>
            <a:r>
              <a:rPr lang="en-US" altLang="en-US" dirty="0">
                <a:sym typeface="Symbol" panose="05050102010706020507" pitchFamily="18" charset="2"/>
              </a:rPr>
              <a:t> </a:t>
            </a:r>
            <a:r>
              <a:rPr lang="en-US" altLang="en-US" dirty="0" err="1">
                <a:sym typeface="Symbol" panose="05050102010706020507" pitchFamily="18" charset="2"/>
              </a:rPr>
              <a:t>thể</a:t>
            </a:r>
            <a:r>
              <a:rPr lang="en-US" altLang="en-US" dirty="0">
                <a:sym typeface="Symbol" panose="05050102010706020507" pitchFamily="18" charset="2"/>
              </a:rPr>
              <a:t> </a:t>
            </a:r>
            <a:r>
              <a:rPr lang="en-US" altLang="en-US" dirty="0" err="1">
                <a:sym typeface="Symbol" panose="05050102010706020507" pitchFamily="18" charset="2"/>
              </a:rPr>
              <a:t>hiện</a:t>
            </a:r>
            <a:r>
              <a:rPr lang="en-US" altLang="en-US" dirty="0">
                <a:sym typeface="Symbol" panose="05050102010706020507" pitchFamily="18" charset="2"/>
              </a:rPr>
              <a:t> </a:t>
            </a:r>
            <a:r>
              <a:rPr lang="en-US" altLang="en-US" dirty="0" err="1">
                <a:sym typeface="Symbol" panose="05050102010706020507" pitchFamily="18" charset="2"/>
              </a:rPr>
              <a:t>của</a:t>
            </a:r>
            <a:r>
              <a:rPr lang="en-US" altLang="en-US" dirty="0">
                <a:sym typeface="Symbol" panose="05050102010706020507" pitchFamily="18" charset="2"/>
              </a:rPr>
              <a:t> R</a:t>
            </a:r>
          </a:p>
          <a:p>
            <a:pPr lvl="2" eaLnBrk="1" hangingPunct="1"/>
            <a:endParaRPr lang="en-US" altLang="en-US" dirty="0">
              <a:sym typeface="Symbol" panose="05050102010706020507" pitchFamily="18" charset="2"/>
            </a:endParaRPr>
          </a:p>
          <a:p>
            <a:pPr lvl="2" eaLnBrk="1" hangingPunct="1"/>
            <a:endParaRPr lang="en-US" altLang="en-US" dirty="0">
              <a:sym typeface="Symbol" panose="05050102010706020507" pitchFamily="18" charset="2"/>
            </a:endParaRPr>
          </a:p>
          <a:p>
            <a:pPr lvl="2" eaLnBrk="1" hangingPunct="1"/>
            <a:endParaRPr lang="en-US" altLang="en-US" dirty="0">
              <a:sym typeface="Symbol" panose="05050102010706020507" pitchFamily="18" charset="2"/>
            </a:endParaRPr>
          </a:p>
          <a:p>
            <a:pPr lvl="2" eaLnBrk="1" hangingPunct="1"/>
            <a:endParaRPr lang="en-US" altLang="en-US" dirty="0">
              <a:sym typeface="Symbol" panose="05050102010706020507" pitchFamily="18" charset="2"/>
            </a:endParaRPr>
          </a:p>
          <a:p>
            <a:pPr lvl="2" eaLnBrk="1" hangingPunct="1"/>
            <a:r>
              <a:rPr lang="en-US" altLang="en-US" dirty="0">
                <a:sym typeface="Symbol" panose="05050102010706020507" pitchFamily="18" charset="2"/>
              </a:rPr>
              <a:t>(0,1) – </a:t>
            </a:r>
            <a:r>
              <a:rPr lang="en-US" altLang="en-US" dirty="0" err="1">
                <a:sym typeface="Symbol" panose="05050102010706020507" pitchFamily="18" charset="2"/>
              </a:rPr>
              <a:t>không</a:t>
            </a:r>
            <a:r>
              <a:rPr lang="en-US" altLang="en-US" dirty="0">
                <a:sym typeface="Symbol" panose="05050102010706020507" pitchFamily="18" charset="2"/>
              </a:rPr>
              <a:t> </a:t>
            </a:r>
            <a:r>
              <a:rPr lang="en-US" altLang="en-US" dirty="0" err="1">
                <a:sym typeface="Symbol" panose="05050102010706020507" pitchFamily="18" charset="2"/>
              </a:rPr>
              <a:t>hoặc</a:t>
            </a:r>
            <a:r>
              <a:rPr lang="en-US" altLang="en-US" dirty="0">
                <a:sym typeface="Symbol" panose="05050102010706020507" pitchFamily="18" charset="2"/>
              </a:rPr>
              <a:t> 1</a:t>
            </a:r>
          </a:p>
          <a:p>
            <a:pPr lvl="2" eaLnBrk="1" hangingPunct="1"/>
            <a:r>
              <a:rPr lang="en-US" altLang="en-US" dirty="0">
                <a:sym typeface="Symbol" panose="05050102010706020507" pitchFamily="18" charset="2"/>
              </a:rPr>
              <a:t>(1,1) – </a:t>
            </a:r>
            <a:r>
              <a:rPr lang="en-US" altLang="en-US" dirty="0" err="1">
                <a:sym typeface="Symbol" panose="05050102010706020507" pitchFamily="18" charset="2"/>
              </a:rPr>
              <a:t>duy</a:t>
            </a:r>
            <a:r>
              <a:rPr lang="en-US" altLang="en-US" dirty="0">
                <a:sym typeface="Symbol" panose="05050102010706020507" pitchFamily="18" charset="2"/>
              </a:rPr>
              <a:t> </a:t>
            </a:r>
            <a:r>
              <a:rPr lang="en-US" altLang="en-US" dirty="0" err="1">
                <a:sym typeface="Symbol" panose="05050102010706020507" pitchFamily="18" charset="2"/>
              </a:rPr>
              <a:t>nhất</a:t>
            </a:r>
            <a:r>
              <a:rPr lang="en-US" altLang="en-US" dirty="0">
                <a:sym typeface="Symbol" panose="05050102010706020507" pitchFamily="18" charset="2"/>
              </a:rPr>
              <a:t> 1</a:t>
            </a:r>
          </a:p>
          <a:p>
            <a:pPr lvl="2" eaLnBrk="1" hangingPunct="1"/>
            <a:r>
              <a:rPr lang="en-US" altLang="en-US" dirty="0">
                <a:sym typeface="Symbol" panose="05050102010706020507" pitchFamily="18" charset="2"/>
              </a:rPr>
              <a:t>(0,n) – </a:t>
            </a:r>
            <a:r>
              <a:rPr lang="en-US" altLang="en-US" dirty="0" err="1">
                <a:sym typeface="Symbol" panose="05050102010706020507" pitchFamily="18" charset="2"/>
              </a:rPr>
              <a:t>không</a:t>
            </a:r>
            <a:r>
              <a:rPr lang="en-US" altLang="en-US" dirty="0">
                <a:sym typeface="Symbol" panose="05050102010706020507" pitchFamily="18" charset="2"/>
              </a:rPr>
              <a:t> </a:t>
            </a:r>
            <a:r>
              <a:rPr lang="en-US" altLang="en-US" dirty="0" err="1">
                <a:sym typeface="Symbol" panose="05050102010706020507" pitchFamily="18" charset="2"/>
              </a:rPr>
              <a:t>hoặc</a:t>
            </a:r>
            <a:r>
              <a:rPr lang="en-US" altLang="en-US" dirty="0">
                <a:sym typeface="Symbol" panose="05050102010706020507" pitchFamily="18" charset="2"/>
              </a:rPr>
              <a:t> </a:t>
            </a:r>
            <a:r>
              <a:rPr lang="en-US" altLang="en-US" dirty="0" err="1">
                <a:sym typeface="Symbol" panose="05050102010706020507" pitchFamily="18" charset="2"/>
              </a:rPr>
              <a:t>nhiều</a:t>
            </a:r>
            <a:r>
              <a:rPr lang="en-US" altLang="en-US" dirty="0">
                <a:sym typeface="Symbol" panose="05050102010706020507" pitchFamily="18" charset="2"/>
              </a:rPr>
              <a:t>  </a:t>
            </a:r>
          </a:p>
          <a:p>
            <a:pPr lvl="2" eaLnBrk="1" hangingPunct="1"/>
            <a:r>
              <a:rPr lang="en-US" altLang="en-US" dirty="0">
                <a:sym typeface="Symbol" panose="05050102010706020507" pitchFamily="18" charset="2"/>
              </a:rPr>
              <a:t>(1,n) – </a:t>
            </a:r>
            <a:r>
              <a:rPr lang="en-US" altLang="en-US" dirty="0" err="1">
                <a:sym typeface="Symbol" panose="05050102010706020507" pitchFamily="18" charset="2"/>
              </a:rPr>
              <a:t>một</a:t>
            </a:r>
            <a:r>
              <a:rPr lang="en-US" altLang="en-US" dirty="0">
                <a:sym typeface="Symbol" panose="05050102010706020507" pitchFamily="18" charset="2"/>
              </a:rPr>
              <a:t> </a:t>
            </a:r>
            <a:r>
              <a:rPr lang="en-US" altLang="en-US" dirty="0" err="1">
                <a:sym typeface="Symbol" panose="05050102010706020507" pitchFamily="18" charset="2"/>
              </a:rPr>
              <a:t>hoặc</a:t>
            </a:r>
            <a:r>
              <a:rPr lang="en-US" altLang="en-US" dirty="0">
                <a:sym typeface="Symbol" panose="05050102010706020507" pitchFamily="18" charset="2"/>
              </a:rPr>
              <a:t> </a:t>
            </a:r>
            <a:r>
              <a:rPr lang="en-US" altLang="en-US" dirty="0" err="1">
                <a:sym typeface="Symbol" panose="05050102010706020507" pitchFamily="18" charset="2"/>
              </a:rPr>
              <a:t>nhiều</a:t>
            </a:r>
            <a:r>
              <a:rPr lang="en-US" altLang="en-US" dirty="0">
                <a:sym typeface="Symbol" panose="05050102010706020507" pitchFamily="18" charset="2"/>
              </a:rPr>
              <a:t> </a:t>
            </a:r>
          </a:p>
        </p:txBody>
      </p:sp>
      <p:grpSp>
        <p:nvGrpSpPr>
          <p:cNvPr id="44037" name="Group 36">
            <a:extLst>
              <a:ext uri="{FF2B5EF4-FFF2-40B4-BE49-F238E27FC236}">
                <a16:creationId xmlns:a16="http://schemas.microsoft.com/office/drawing/2014/main" id="{B28BDE1F-96D1-404F-8609-8EE899B1F297}"/>
              </a:ext>
            </a:extLst>
          </p:cNvPr>
          <p:cNvGrpSpPr>
            <a:grpSpLocks/>
          </p:cNvGrpSpPr>
          <p:nvPr/>
        </p:nvGrpSpPr>
        <p:grpSpPr bwMode="auto">
          <a:xfrm>
            <a:off x="1905000" y="2590800"/>
            <a:ext cx="4114800" cy="508000"/>
            <a:chOff x="1248" y="1344"/>
            <a:chExt cx="2592" cy="320"/>
          </a:xfrm>
        </p:grpSpPr>
        <p:sp>
          <p:nvSpPr>
            <p:cNvPr id="44038" name="Text Box 25">
              <a:extLst>
                <a:ext uri="{FF2B5EF4-FFF2-40B4-BE49-F238E27FC236}">
                  <a16:creationId xmlns:a16="http://schemas.microsoft.com/office/drawing/2014/main" id="{EB9BD9A4-729D-4CBD-AA50-2E36E1D51208}"/>
                </a:ext>
              </a:extLst>
            </p:cNvPr>
            <p:cNvSpPr txBox="1">
              <a:spLocks noChangeArrowheads="1"/>
            </p:cNvSpPr>
            <p:nvPr/>
          </p:nvSpPr>
          <p:spPr bwMode="auto">
            <a:xfrm>
              <a:off x="1248" y="1416"/>
              <a:ext cx="336"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E</a:t>
              </a:r>
            </a:p>
          </p:txBody>
        </p:sp>
        <p:sp>
          <p:nvSpPr>
            <p:cNvPr id="44039" name="Text Box 26">
              <a:extLst>
                <a:ext uri="{FF2B5EF4-FFF2-40B4-BE49-F238E27FC236}">
                  <a16:creationId xmlns:a16="http://schemas.microsoft.com/office/drawing/2014/main" id="{A8DE4C13-1D4C-46EB-8264-163D2662C681}"/>
                </a:ext>
              </a:extLst>
            </p:cNvPr>
            <p:cNvSpPr txBox="1">
              <a:spLocks noChangeArrowheads="1"/>
            </p:cNvSpPr>
            <p:nvPr/>
          </p:nvSpPr>
          <p:spPr bwMode="auto">
            <a:xfrm>
              <a:off x="3504" y="1416"/>
              <a:ext cx="336"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F</a:t>
              </a:r>
            </a:p>
          </p:txBody>
        </p:sp>
        <p:grpSp>
          <p:nvGrpSpPr>
            <p:cNvPr id="44040" name="Group 27">
              <a:extLst>
                <a:ext uri="{FF2B5EF4-FFF2-40B4-BE49-F238E27FC236}">
                  <a16:creationId xmlns:a16="http://schemas.microsoft.com/office/drawing/2014/main" id="{3CE2A936-6696-4E74-88E7-34E94BF55656}"/>
                </a:ext>
              </a:extLst>
            </p:cNvPr>
            <p:cNvGrpSpPr>
              <a:grpSpLocks/>
            </p:cNvGrpSpPr>
            <p:nvPr/>
          </p:nvGrpSpPr>
          <p:grpSpPr bwMode="auto">
            <a:xfrm>
              <a:off x="2160" y="1400"/>
              <a:ext cx="768" cy="264"/>
              <a:chOff x="3888" y="2848"/>
              <a:chExt cx="768" cy="264"/>
            </a:xfrm>
          </p:grpSpPr>
          <p:sp>
            <p:nvSpPr>
              <p:cNvPr id="44045" name="AutoShape 28">
                <a:extLst>
                  <a:ext uri="{FF2B5EF4-FFF2-40B4-BE49-F238E27FC236}">
                    <a16:creationId xmlns:a16="http://schemas.microsoft.com/office/drawing/2014/main" id="{99A6FE57-1859-4CC5-BDA0-C2D20E73148E}"/>
                  </a:ext>
                </a:extLst>
              </p:cNvPr>
              <p:cNvSpPr>
                <a:spLocks noChangeArrowheads="1"/>
              </p:cNvSpPr>
              <p:nvPr/>
            </p:nvSpPr>
            <p:spPr bwMode="auto">
              <a:xfrm>
                <a:off x="3888" y="2848"/>
                <a:ext cx="768" cy="264"/>
              </a:xfrm>
              <a:prstGeom prst="flowChartDecision">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44046" name="Text Box 29">
                <a:extLst>
                  <a:ext uri="{FF2B5EF4-FFF2-40B4-BE49-F238E27FC236}">
                    <a16:creationId xmlns:a16="http://schemas.microsoft.com/office/drawing/2014/main" id="{281BCD7F-5944-4DEB-8108-FF5DA88E1E0F}"/>
                  </a:ext>
                </a:extLst>
              </p:cNvPr>
              <p:cNvSpPr txBox="1">
                <a:spLocks noChangeArrowheads="1"/>
              </p:cNvSpPr>
              <p:nvPr/>
            </p:nvSpPr>
            <p:spPr bwMode="auto">
              <a:xfrm>
                <a:off x="3984" y="2880"/>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Quan_hệ</a:t>
                </a:r>
              </a:p>
            </p:txBody>
          </p:sp>
        </p:grpSp>
        <p:sp>
          <p:nvSpPr>
            <p:cNvPr id="44041" name="Line 30">
              <a:extLst>
                <a:ext uri="{FF2B5EF4-FFF2-40B4-BE49-F238E27FC236}">
                  <a16:creationId xmlns:a16="http://schemas.microsoft.com/office/drawing/2014/main" id="{E4455125-6A42-46F9-9262-E94DC10F903B}"/>
                </a:ext>
              </a:extLst>
            </p:cNvPr>
            <p:cNvSpPr>
              <a:spLocks noChangeShapeType="1"/>
            </p:cNvSpPr>
            <p:nvPr/>
          </p:nvSpPr>
          <p:spPr bwMode="auto">
            <a:xfrm>
              <a:off x="1584" y="1536"/>
              <a:ext cx="5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44042" name="Text Box 32">
              <a:extLst>
                <a:ext uri="{FF2B5EF4-FFF2-40B4-BE49-F238E27FC236}">
                  <a16:creationId xmlns:a16="http://schemas.microsoft.com/office/drawing/2014/main" id="{8BEEB95C-B927-4D28-9227-FDA6E3AEEF09}"/>
                </a:ext>
              </a:extLst>
            </p:cNvPr>
            <p:cNvSpPr txBox="1">
              <a:spLocks noChangeArrowheads="1"/>
            </p:cNvSpPr>
            <p:nvPr/>
          </p:nvSpPr>
          <p:spPr bwMode="auto">
            <a:xfrm>
              <a:off x="1536" y="1344"/>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(min, max)</a:t>
              </a:r>
            </a:p>
          </p:txBody>
        </p:sp>
        <p:sp>
          <p:nvSpPr>
            <p:cNvPr id="44043" name="Line 34">
              <a:extLst>
                <a:ext uri="{FF2B5EF4-FFF2-40B4-BE49-F238E27FC236}">
                  <a16:creationId xmlns:a16="http://schemas.microsoft.com/office/drawing/2014/main" id="{6DBB9843-58AB-45CD-8942-4B97E0E2D8A8}"/>
                </a:ext>
              </a:extLst>
            </p:cNvPr>
            <p:cNvSpPr>
              <a:spLocks noChangeShapeType="1"/>
            </p:cNvSpPr>
            <p:nvPr/>
          </p:nvSpPr>
          <p:spPr bwMode="auto">
            <a:xfrm>
              <a:off x="2928" y="1536"/>
              <a:ext cx="5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44044" name="Text Box 35">
              <a:extLst>
                <a:ext uri="{FF2B5EF4-FFF2-40B4-BE49-F238E27FC236}">
                  <a16:creationId xmlns:a16="http://schemas.microsoft.com/office/drawing/2014/main" id="{3B0A7737-17E9-43F5-B466-912BD45120C8}"/>
                </a:ext>
              </a:extLst>
            </p:cNvPr>
            <p:cNvSpPr txBox="1">
              <a:spLocks noChangeArrowheads="1"/>
            </p:cNvSpPr>
            <p:nvPr/>
          </p:nvSpPr>
          <p:spPr bwMode="auto">
            <a:xfrm>
              <a:off x="2832" y="1344"/>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(min, max)</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Date Placeholder 3">
            <a:extLst>
              <a:ext uri="{FF2B5EF4-FFF2-40B4-BE49-F238E27FC236}">
                <a16:creationId xmlns:a16="http://schemas.microsoft.com/office/drawing/2014/main" id="{F8832FB4-A4AA-4823-94E8-686E95B128AC}"/>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46082" name="Slide Number Placeholder 5">
            <a:extLst>
              <a:ext uri="{FF2B5EF4-FFF2-40B4-BE49-F238E27FC236}">
                <a16:creationId xmlns:a16="http://schemas.microsoft.com/office/drawing/2014/main" id="{7647348E-D067-4484-9637-0976AAC5A49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B6A22244-56F4-4C6C-BA3F-A2762F389569}" type="slidenum">
              <a:rPr lang="en-US" altLang="en-US">
                <a:latin typeface="Arial" panose="020B0604020202020204" pitchFamily="34" charset="0"/>
              </a:rPr>
              <a:pPr/>
              <a:t>21</a:t>
            </a:fld>
            <a:endParaRPr lang="en-US" altLang="en-US">
              <a:latin typeface="Arial" panose="020B0604020202020204" pitchFamily="34" charset="0"/>
            </a:endParaRPr>
          </a:p>
        </p:txBody>
      </p:sp>
      <p:sp>
        <p:nvSpPr>
          <p:cNvPr id="46083" name="Rectangle 2">
            <a:extLst>
              <a:ext uri="{FF2B5EF4-FFF2-40B4-BE49-F238E27FC236}">
                <a16:creationId xmlns:a16="http://schemas.microsoft.com/office/drawing/2014/main" id="{C4041148-025A-4E86-A87E-FDD11EB03C35}"/>
              </a:ext>
            </a:extLst>
          </p:cNvPr>
          <p:cNvSpPr>
            <a:spLocks noGrp="1" noChangeArrowheads="1"/>
          </p:cNvSpPr>
          <p:nvPr>
            <p:ph type="title"/>
          </p:nvPr>
        </p:nvSpPr>
        <p:spPr>
          <a:xfrm>
            <a:off x="457200" y="354013"/>
            <a:ext cx="8229600" cy="620712"/>
          </a:xfrm>
        </p:spPr>
        <p:txBody>
          <a:bodyPr/>
          <a:lstStyle/>
          <a:p>
            <a:pPr eaLnBrk="1" hangingPunct="1"/>
            <a:r>
              <a:rPr lang="en-US" altLang="en-US" sz="3500"/>
              <a:t>Mối quan hệ - Multiplicity (tt)</a:t>
            </a:r>
          </a:p>
        </p:txBody>
      </p:sp>
      <p:sp>
        <p:nvSpPr>
          <p:cNvPr id="46084" name="Rectangle 3">
            <a:extLst>
              <a:ext uri="{FF2B5EF4-FFF2-40B4-BE49-F238E27FC236}">
                <a16:creationId xmlns:a16="http://schemas.microsoft.com/office/drawing/2014/main" id="{DF78D897-86AE-4E1B-92A0-2D198294F1BA}"/>
              </a:ext>
            </a:extLst>
          </p:cNvPr>
          <p:cNvSpPr>
            <a:spLocks noGrp="1" noChangeArrowheads="1"/>
          </p:cNvSpPr>
          <p:nvPr>
            <p:ph type="body" idx="1"/>
          </p:nvPr>
        </p:nvSpPr>
        <p:spPr>
          <a:xfrm>
            <a:off x="381000" y="1143000"/>
            <a:ext cx="8382000" cy="5257800"/>
          </a:xfrm>
        </p:spPr>
        <p:txBody>
          <a:bodyPr/>
          <a:lstStyle/>
          <a:p>
            <a:pPr eaLnBrk="1" hangingPunct="1"/>
            <a:r>
              <a:rPr lang="en-US" altLang="en-US" dirty="0" err="1"/>
              <a:t>Ví</a:t>
            </a:r>
            <a:r>
              <a:rPr lang="en-US" altLang="en-US" dirty="0"/>
              <a:t> </a:t>
            </a:r>
            <a:r>
              <a:rPr lang="en-US" altLang="en-US" dirty="0" err="1"/>
              <a:t>dụ</a:t>
            </a:r>
            <a:endParaRPr lang="en-US" altLang="en-US" dirty="0"/>
          </a:p>
          <a:p>
            <a:pPr lvl="1" eaLnBrk="1" hangingPunct="1"/>
            <a:r>
              <a:rPr lang="en-US" altLang="en-US" dirty="0" err="1"/>
              <a:t>Một</a:t>
            </a:r>
            <a:r>
              <a:rPr lang="en-US" altLang="en-US" dirty="0"/>
              <a:t> </a:t>
            </a:r>
            <a:r>
              <a:rPr lang="en-US" altLang="en-US" dirty="0" err="1"/>
              <a:t>phòng</a:t>
            </a:r>
            <a:r>
              <a:rPr lang="en-US" altLang="en-US" dirty="0"/>
              <a:t> ban </a:t>
            </a:r>
            <a:r>
              <a:rPr lang="en-US" altLang="en-US" dirty="0" err="1"/>
              <a:t>có</a:t>
            </a:r>
            <a:r>
              <a:rPr lang="en-US" altLang="en-US" dirty="0"/>
              <a:t> </a:t>
            </a:r>
            <a:r>
              <a:rPr lang="en-US" altLang="en-US" b="1" dirty="0" err="1">
                <a:solidFill>
                  <a:srgbClr val="FF0000"/>
                </a:solidFill>
              </a:rPr>
              <a:t>nhiều</a:t>
            </a:r>
            <a:r>
              <a:rPr lang="en-US" altLang="en-US" b="1" dirty="0">
                <a:solidFill>
                  <a:srgbClr val="FF0000"/>
                </a:solidFill>
              </a:rPr>
              <a:t> </a:t>
            </a:r>
            <a:r>
              <a:rPr lang="en-US" altLang="en-US" b="1" dirty="0" err="1">
                <a:solidFill>
                  <a:srgbClr val="FF0000"/>
                </a:solidFill>
              </a:rPr>
              <a:t>nhân</a:t>
            </a:r>
            <a:r>
              <a:rPr lang="en-US" altLang="en-US" b="1" dirty="0">
                <a:solidFill>
                  <a:srgbClr val="FF0000"/>
                </a:solidFill>
              </a:rPr>
              <a:t> </a:t>
            </a:r>
            <a:r>
              <a:rPr lang="en-US" altLang="en-US" b="1" dirty="0" err="1">
                <a:solidFill>
                  <a:srgbClr val="FF0000"/>
                </a:solidFill>
              </a:rPr>
              <a:t>viên </a:t>
            </a:r>
            <a:r>
              <a:rPr lang="en-US" altLang="en-US" dirty="0" err="1"/>
              <a:t>làm việc</a:t>
            </a:r>
            <a:endParaRPr lang="en-US" altLang="en-US" dirty="0"/>
          </a:p>
          <a:p>
            <a:pPr lvl="2" eaLnBrk="1" hangingPunct="1"/>
            <a:endParaRPr lang="en-US" altLang="en-US" dirty="0"/>
          </a:p>
          <a:p>
            <a:pPr lvl="2" eaLnBrk="1" hangingPunct="1"/>
            <a:endParaRPr lang="en-US" altLang="en-US" dirty="0"/>
          </a:p>
          <a:p>
            <a:pPr lvl="1" eaLnBrk="1" hangingPunct="1"/>
            <a:r>
              <a:rPr lang="en-US" altLang="en-US" dirty="0" err="1"/>
              <a:t>Một</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t>chỉ</a:t>
            </a:r>
            <a:r>
              <a:rPr lang="en-US" altLang="en-US" dirty="0"/>
              <a:t> làm việc trong </a:t>
            </a:r>
            <a:r>
              <a:rPr lang="en-US" altLang="en-US" b="1" dirty="0">
                <a:solidFill>
                  <a:srgbClr val="FF0000"/>
                </a:solidFill>
              </a:rPr>
              <a:t>1 </a:t>
            </a:r>
            <a:r>
              <a:rPr lang="en-US" altLang="en-US" b="1" dirty="0" err="1">
                <a:solidFill>
                  <a:srgbClr val="FF0000"/>
                </a:solidFill>
              </a:rPr>
              <a:t>phòng</a:t>
            </a:r>
            <a:r>
              <a:rPr lang="en-US" altLang="en-US" b="1" dirty="0">
                <a:solidFill>
                  <a:srgbClr val="FF0000"/>
                </a:solidFill>
              </a:rPr>
              <a:t> ban </a:t>
            </a:r>
          </a:p>
          <a:p>
            <a:pPr lvl="2" eaLnBrk="1" hangingPunct="1"/>
            <a:endParaRPr lang="en-US" altLang="en-US" dirty="0"/>
          </a:p>
          <a:p>
            <a:pPr lvl="2" eaLnBrk="1" hangingPunct="1"/>
            <a:endParaRPr lang="en-US" altLang="en-US" dirty="0"/>
          </a:p>
          <a:p>
            <a:pPr lvl="1" eaLnBrk="1" hangingPunct="1"/>
            <a:r>
              <a:rPr lang="en-US" altLang="en-US" dirty="0" err="1"/>
              <a:t>Một</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t>có</a:t>
            </a:r>
            <a:r>
              <a:rPr lang="en-US" altLang="en-US" dirty="0"/>
              <a:t> </a:t>
            </a:r>
            <a:r>
              <a:rPr lang="en-US" altLang="en-US" dirty="0" err="1"/>
              <a:t>thể</a:t>
            </a:r>
            <a:r>
              <a:rPr lang="en-US" altLang="en-US" dirty="0"/>
              <a:t> </a:t>
            </a:r>
            <a:r>
              <a:rPr lang="en-US" altLang="en-US" dirty="0" err="1"/>
              <a:t>được</a:t>
            </a:r>
            <a:r>
              <a:rPr lang="en-US" altLang="en-US" dirty="0"/>
              <a:t> </a:t>
            </a:r>
            <a:r>
              <a:rPr lang="en-US" altLang="en-US" dirty="0" err="1"/>
              <a:t>phân</a:t>
            </a:r>
            <a:r>
              <a:rPr lang="en-US" altLang="en-US" dirty="0"/>
              <a:t> </a:t>
            </a:r>
            <a:r>
              <a:rPr lang="en-US" altLang="en-US" dirty="0" err="1"/>
              <a:t>công</a:t>
            </a:r>
            <a:r>
              <a:rPr lang="en-US" altLang="en-US" dirty="0"/>
              <a:t> </a:t>
            </a:r>
            <a:r>
              <a:rPr lang="en-US" altLang="en-US" dirty="0" err="1"/>
              <a:t>vào</a:t>
            </a:r>
            <a:r>
              <a:rPr lang="en-US" altLang="en-US" dirty="0"/>
              <a:t> </a:t>
            </a:r>
            <a:r>
              <a:rPr lang="en-US" altLang="en-US" b="1" dirty="0" err="1">
                <a:solidFill>
                  <a:srgbClr val="FF0000"/>
                </a:solidFill>
              </a:rPr>
              <a:t>nhiều</a:t>
            </a:r>
            <a:r>
              <a:rPr lang="en-US" altLang="en-US" b="1" dirty="0">
                <a:solidFill>
                  <a:srgbClr val="FF0000"/>
                </a:solidFill>
              </a:rPr>
              <a:t> </a:t>
            </a:r>
            <a:r>
              <a:rPr lang="en-US" altLang="en-US" b="1" dirty="0" err="1">
                <a:solidFill>
                  <a:srgbClr val="FF0000"/>
                </a:solidFill>
              </a:rPr>
              <a:t>đề</a:t>
            </a:r>
            <a:r>
              <a:rPr lang="en-US" altLang="en-US" b="1" dirty="0">
                <a:solidFill>
                  <a:srgbClr val="FF0000"/>
                </a:solidFill>
              </a:rPr>
              <a:t> </a:t>
            </a:r>
            <a:r>
              <a:rPr lang="en-US" altLang="en-US" b="1" dirty="0" err="1">
                <a:solidFill>
                  <a:srgbClr val="FF0000"/>
                </a:solidFill>
              </a:rPr>
              <a:t>án</a:t>
            </a:r>
            <a:r>
              <a:rPr lang="en-US" altLang="en-US" b="1" dirty="0">
                <a:solidFill>
                  <a:srgbClr val="FF0000"/>
                </a:solidFill>
              </a:rPr>
              <a:t> </a:t>
            </a:r>
            <a:r>
              <a:rPr lang="en-US" altLang="en-US" b="1" dirty="0" err="1">
                <a:solidFill>
                  <a:srgbClr val="FF0000"/>
                </a:solidFill>
              </a:rPr>
              <a:t>hoặc</a:t>
            </a:r>
            <a:r>
              <a:rPr lang="en-US" altLang="en-US" b="1" dirty="0">
                <a:solidFill>
                  <a:srgbClr val="FF0000"/>
                </a:solidFill>
              </a:rPr>
              <a:t> </a:t>
            </a:r>
            <a:r>
              <a:rPr lang="en-US" altLang="en-US" b="1" dirty="0" err="1">
                <a:solidFill>
                  <a:srgbClr val="FF0000"/>
                </a:solidFill>
              </a:rPr>
              <a:t>không</a:t>
            </a:r>
            <a:r>
              <a:rPr lang="en-US" altLang="en-US" b="1" dirty="0">
                <a:solidFill>
                  <a:srgbClr val="FF0000"/>
                </a:solidFill>
              </a:rPr>
              <a:t> </a:t>
            </a:r>
            <a:r>
              <a:rPr lang="en-US" altLang="en-US" dirty="0" err="1"/>
              <a:t>được</a:t>
            </a:r>
            <a:r>
              <a:rPr lang="en-US" altLang="en-US" dirty="0"/>
              <a:t> </a:t>
            </a:r>
            <a:r>
              <a:rPr lang="en-US" altLang="en-US" dirty="0" err="1"/>
              <a:t>phân</a:t>
            </a:r>
            <a:r>
              <a:rPr lang="en-US" altLang="en-US" dirty="0"/>
              <a:t> </a:t>
            </a:r>
            <a:r>
              <a:rPr lang="en-US" altLang="en-US" dirty="0" err="1"/>
              <a:t>công</a:t>
            </a:r>
            <a:r>
              <a:rPr lang="en-US" altLang="en-US" dirty="0"/>
              <a:t> </a:t>
            </a:r>
            <a:r>
              <a:rPr lang="en-US" altLang="en-US" dirty="0" err="1"/>
              <a:t>vào</a:t>
            </a:r>
            <a:r>
              <a:rPr lang="en-US" altLang="en-US" dirty="0"/>
              <a:t> </a:t>
            </a:r>
            <a:r>
              <a:rPr lang="en-US" altLang="en-US" dirty="0" err="1"/>
              <a:t>đề</a:t>
            </a:r>
            <a:r>
              <a:rPr lang="en-US" altLang="en-US" dirty="0"/>
              <a:t> </a:t>
            </a:r>
            <a:r>
              <a:rPr lang="en-US" altLang="en-US" dirty="0" err="1"/>
              <a:t>án</a:t>
            </a:r>
            <a:r>
              <a:rPr lang="en-US" altLang="en-US" dirty="0"/>
              <a:t> </a:t>
            </a:r>
            <a:r>
              <a:rPr lang="en-US" altLang="en-US" dirty="0" err="1"/>
              <a:t>nào</a:t>
            </a:r>
            <a:endParaRPr lang="en-US" altLang="en-US" dirty="0"/>
          </a:p>
          <a:p>
            <a:pPr lvl="2" eaLnBrk="1" hangingPunct="1"/>
            <a:endParaRPr lang="en-US" altLang="en-US" dirty="0"/>
          </a:p>
          <a:p>
            <a:pPr lvl="2" eaLnBrk="1" hangingPunct="1"/>
            <a:endParaRPr lang="en-US" altLang="en-US" dirty="0"/>
          </a:p>
          <a:p>
            <a:pPr lvl="1" eaLnBrk="1" hangingPunct="1"/>
            <a:r>
              <a:rPr lang="en-US" altLang="en-US" dirty="0" err="1"/>
              <a:t>Một</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t>có</a:t>
            </a:r>
            <a:r>
              <a:rPr lang="en-US" altLang="en-US" dirty="0"/>
              <a:t> </a:t>
            </a:r>
            <a:r>
              <a:rPr lang="en-US" altLang="en-US" dirty="0" err="1"/>
              <a:t>thể</a:t>
            </a:r>
            <a:r>
              <a:rPr lang="en-US" altLang="en-US" dirty="0"/>
              <a:t> </a:t>
            </a:r>
            <a:r>
              <a:rPr lang="en-US" altLang="en-US" dirty="0" err="1"/>
              <a:t>là</a:t>
            </a:r>
            <a:r>
              <a:rPr lang="en-US" altLang="en-US" dirty="0"/>
              <a:t> </a:t>
            </a:r>
            <a:r>
              <a:rPr lang="en-US" altLang="en-US" dirty="0" err="1"/>
              <a:t>trưởng</a:t>
            </a:r>
            <a:r>
              <a:rPr lang="en-US" altLang="en-US" dirty="0"/>
              <a:t> </a:t>
            </a:r>
            <a:r>
              <a:rPr lang="en-US" altLang="en-US" dirty="0" err="1"/>
              <a:t>phòng</a:t>
            </a:r>
            <a:r>
              <a:rPr lang="en-US" altLang="en-US" dirty="0"/>
              <a:t> </a:t>
            </a:r>
            <a:r>
              <a:rPr lang="en-US" altLang="en-US" dirty="0" err="1"/>
              <a:t>của</a:t>
            </a:r>
            <a:r>
              <a:rPr lang="en-US" altLang="en-US" dirty="0"/>
              <a:t> </a:t>
            </a:r>
            <a:r>
              <a:rPr lang="en-US" altLang="en-US" b="1" dirty="0">
                <a:solidFill>
                  <a:srgbClr val="FF0000"/>
                </a:solidFill>
              </a:rPr>
              <a:t>1 </a:t>
            </a:r>
            <a:r>
              <a:rPr lang="en-US" altLang="en-US" b="1" dirty="0" err="1">
                <a:solidFill>
                  <a:srgbClr val="FF0000"/>
                </a:solidFill>
              </a:rPr>
              <a:t>phòng</a:t>
            </a:r>
            <a:r>
              <a:rPr lang="en-US" altLang="en-US" b="1" dirty="0">
                <a:solidFill>
                  <a:srgbClr val="FF0000"/>
                </a:solidFill>
              </a:rPr>
              <a:t> ban </a:t>
            </a:r>
            <a:r>
              <a:rPr lang="en-US" altLang="en-US" dirty="0" err="1"/>
              <a:t>nào</a:t>
            </a:r>
            <a:r>
              <a:rPr lang="en-US" altLang="en-US" dirty="0"/>
              <a:t> </a:t>
            </a:r>
            <a:r>
              <a:rPr lang="en-US" altLang="en-US" dirty="0" err="1"/>
              <a:t>đó</a:t>
            </a:r>
            <a:endParaRPr lang="en-US" altLang="en-US" dirty="0"/>
          </a:p>
        </p:txBody>
      </p:sp>
      <p:grpSp>
        <p:nvGrpSpPr>
          <p:cNvPr id="46085" name="Group 20">
            <a:extLst>
              <a:ext uri="{FF2B5EF4-FFF2-40B4-BE49-F238E27FC236}">
                <a16:creationId xmlns:a16="http://schemas.microsoft.com/office/drawing/2014/main" id="{6844A326-ECB2-4461-92DF-C133620677CE}"/>
              </a:ext>
            </a:extLst>
          </p:cNvPr>
          <p:cNvGrpSpPr>
            <a:grpSpLocks/>
          </p:cNvGrpSpPr>
          <p:nvPr/>
        </p:nvGrpSpPr>
        <p:grpSpPr bwMode="auto">
          <a:xfrm>
            <a:off x="2438400" y="2019300"/>
            <a:ext cx="3505200" cy="495300"/>
            <a:chOff x="1200" y="1488"/>
            <a:chExt cx="2208" cy="312"/>
          </a:xfrm>
        </p:grpSpPr>
        <p:sp>
          <p:nvSpPr>
            <p:cNvPr id="46111" name="Text Box 4">
              <a:extLst>
                <a:ext uri="{FF2B5EF4-FFF2-40B4-BE49-F238E27FC236}">
                  <a16:creationId xmlns:a16="http://schemas.microsoft.com/office/drawing/2014/main" id="{412E6631-7C4A-419B-8AAB-A9CE72046566}"/>
                </a:ext>
              </a:extLst>
            </p:cNvPr>
            <p:cNvSpPr txBox="1">
              <a:spLocks noChangeArrowheads="1"/>
            </p:cNvSpPr>
            <p:nvPr/>
          </p:nvSpPr>
          <p:spPr bwMode="auto">
            <a:xfrm>
              <a:off x="1200" y="1536"/>
              <a:ext cx="480"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NV</a:t>
              </a:r>
            </a:p>
          </p:txBody>
        </p:sp>
        <p:sp>
          <p:nvSpPr>
            <p:cNvPr id="46112" name="Text Box 5">
              <a:extLst>
                <a:ext uri="{FF2B5EF4-FFF2-40B4-BE49-F238E27FC236}">
                  <a16:creationId xmlns:a16="http://schemas.microsoft.com/office/drawing/2014/main" id="{F26AFB33-DCA1-46D0-B8E2-3D32391F1361}"/>
                </a:ext>
              </a:extLst>
            </p:cNvPr>
            <p:cNvSpPr txBox="1">
              <a:spLocks noChangeArrowheads="1"/>
            </p:cNvSpPr>
            <p:nvPr/>
          </p:nvSpPr>
          <p:spPr bwMode="auto">
            <a:xfrm>
              <a:off x="2928" y="1536"/>
              <a:ext cx="480"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PB</a:t>
              </a:r>
            </a:p>
          </p:txBody>
        </p:sp>
        <p:grpSp>
          <p:nvGrpSpPr>
            <p:cNvPr id="46113" name="Group 6">
              <a:extLst>
                <a:ext uri="{FF2B5EF4-FFF2-40B4-BE49-F238E27FC236}">
                  <a16:creationId xmlns:a16="http://schemas.microsoft.com/office/drawing/2014/main" id="{CAC912AC-6A61-4A72-984D-536F2C3B9F6C}"/>
                </a:ext>
              </a:extLst>
            </p:cNvPr>
            <p:cNvGrpSpPr>
              <a:grpSpLocks/>
            </p:cNvGrpSpPr>
            <p:nvPr/>
          </p:nvGrpSpPr>
          <p:grpSpPr bwMode="auto">
            <a:xfrm>
              <a:off x="1920" y="1536"/>
              <a:ext cx="768" cy="264"/>
              <a:chOff x="3888" y="2848"/>
              <a:chExt cx="768" cy="264"/>
            </a:xfrm>
          </p:grpSpPr>
          <p:sp>
            <p:nvSpPr>
              <p:cNvPr id="46117" name="AutoShape 7">
                <a:extLst>
                  <a:ext uri="{FF2B5EF4-FFF2-40B4-BE49-F238E27FC236}">
                    <a16:creationId xmlns:a16="http://schemas.microsoft.com/office/drawing/2014/main" id="{7BDB161B-5BFC-4949-97C4-F38A1A0A0765}"/>
                  </a:ext>
                </a:extLst>
              </p:cNvPr>
              <p:cNvSpPr>
                <a:spLocks noChangeArrowheads="1"/>
              </p:cNvSpPr>
              <p:nvPr/>
            </p:nvSpPr>
            <p:spPr bwMode="auto">
              <a:xfrm>
                <a:off x="3888" y="2848"/>
                <a:ext cx="768" cy="264"/>
              </a:xfrm>
              <a:prstGeom prst="flowChartDecision">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46118" name="Text Box 8">
                <a:extLst>
                  <a:ext uri="{FF2B5EF4-FFF2-40B4-BE49-F238E27FC236}">
                    <a16:creationId xmlns:a16="http://schemas.microsoft.com/office/drawing/2014/main" id="{D41B0DC5-E079-4EF9-B863-1EAA9048832B}"/>
                  </a:ext>
                </a:extLst>
              </p:cNvPr>
              <p:cNvSpPr txBox="1">
                <a:spLocks noChangeArrowheads="1"/>
              </p:cNvSpPr>
              <p:nvPr/>
            </p:nvSpPr>
            <p:spPr bwMode="auto">
              <a:xfrm>
                <a:off x="3984" y="2880"/>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Lam_viec</a:t>
                </a:r>
              </a:p>
            </p:txBody>
          </p:sp>
        </p:grpSp>
        <p:sp>
          <p:nvSpPr>
            <p:cNvPr id="46114" name="Line 9">
              <a:extLst>
                <a:ext uri="{FF2B5EF4-FFF2-40B4-BE49-F238E27FC236}">
                  <a16:creationId xmlns:a16="http://schemas.microsoft.com/office/drawing/2014/main" id="{60DD2CCA-1D2F-45E1-89AC-942C0C24C1C3}"/>
                </a:ext>
              </a:extLst>
            </p:cNvPr>
            <p:cNvSpPr>
              <a:spLocks noChangeShapeType="1"/>
            </p:cNvSpPr>
            <p:nvPr/>
          </p:nvSpPr>
          <p:spPr bwMode="auto">
            <a:xfrm>
              <a:off x="1680" y="1672"/>
              <a:ext cx="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6115" name="Line 10">
              <a:extLst>
                <a:ext uri="{FF2B5EF4-FFF2-40B4-BE49-F238E27FC236}">
                  <a16:creationId xmlns:a16="http://schemas.microsoft.com/office/drawing/2014/main" id="{4255B285-86B0-4607-838A-2BEDDC182663}"/>
                </a:ext>
              </a:extLst>
            </p:cNvPr>
            <p:cNvSpPr>
              <a:spLocks noChangeShapeType="1"/>
            </p:cNvSpPr>
            <p:nvPr/>
          </p:nvSpPr>
          <p:spPr bwMode="auto">
            <a:xfrm>
              <a:off x="2688" y="1672"/>
              <a:ext cx="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6116" name="Text Box 11">
              <a:extLst>
                <a:ext uri="{FF2B5EF4-FFF2-40B4-BE49-F238E27FC236}">
                  <a16:creationId xmlns:a16="http://schemas.microsoft.com/office/drawing/2014/main" id="{C6DC88BC-E655-4E71-A99A-B96775CCE35E}"/>
                </a:ext>
              </a:extLst>
            </p:cNvPr>
            <p:cNvSpPr txBox="1">
              <a:spLocks noChangeArrowheads="1"/>
            </p:cNvSpPr>
            <p:nvPr/>
          </p:nvSpPr>
          <p:spPr bwMode="auto">
            <a:xfrm>
              <a:off x="1584" y="1488"/>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(1,n)</a:t>
              </a:r>
            </a:p>
          </p:txBody>
        </p:sp>
      </p:grpSp>
      <p:grpSp>
        <p:nvGrpSpPr>
          <p:cNvPr id="46086" name="Group 21">
            <a:extLst>
              <a:ext uri="{FF2B5EF4-FFF2-40B4-BE49-F238E27FC236}">
                <a16:creationId xmlns:a16="http://schemas.microsoft.com/office/drawing/2014/main" id="{12D9158A-08CF-4ACC-8FE0-450DEBB6722D}"/>
              </a:ext>
            </a:extLst>
          </p:cNvPr>
          <p:cNvGrpSpPr>
            <a:grpSpLocks/>
          </p:cNvGrpSpPr>
          <p:nvPr/>
        </p:nvGrpSpPr>
        <p:grpSpPr bwMode="auto">
          <a:xfrm>
            <a:off x="2438400" y="3290891"/>
            <a:ext cx="3505200" cy="519113"/>
            <a:chOff x="1200" y="2313"/>
            <a:chExt cx="2208" cy="327"/>
          </a:xfrm>
        </p:grpSpPr>
        <p:sp>
          <p:nvSpPr>
            <p:cNvPr id="46103" name="Text Box 12">
              <a:extLst>
                <a:ext uri="{FF2B5EF4-FFF2-40B4-BE49-F238E27FC236}">
                  <a16:creationId xmlns:a16="http://schemas.microsoft.com/office/drawing/2014/main" id="{65E9C85E-642B-483F-9E1D-A08C87417368}"/>
                </a:ext>
              </a:extLst>
            </p:cNvPr>
            <p:cNvSpPr txBox="1">
              <a:spLocks noChangeArrowheads="1"/>
            </p:cNvSpPr>
            <p:nvPr/>
          </p:nvSpPr>
          <p:spPr bwMode="auto">
            <a:xfrm>
              <a:off x="1200" y="2376"/>
              <a:ext cx="480"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NV</a:t>
              </a:r>
            </a:p>
          </p:txBody>
        </p:sp>
        <p:sp>
          <p:nvSpPr>
            <p:cNvPr id="46104" name="Text Box 13">
              <a:extLst>
                <a:ext uri="{FF2B5EF4-FFF2-40B4-BE49-F238E27FC236}">
                  <a16:creationId xmlns:a16="http://schemas.microsoft.com/office/drawing/2014/main" id="{CA8CA0F3-C130-4974-9C77-0B534F39D7EF}"/>
                </a:ext>
              </a:extLst>
            </p:cNvPr>
            <p:cNvSpPr txBox="1">
              <a:spLocks noChangeArrowheads="1"/>
            </p:cNvSpPr>
            <p:nvPr/>
          </p:nvSpPr>
          <p:spPr bwMode="auto">
            <a:xfrm>
              <a:off x="2928" y="2376"/>
              <a:ext cx="480"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PB</a:t>
              </a:r>
            </a:p>
          </p:txBody>
        </p:sp>
        <p:grpSp>
          <p:nvGrpSpPr>
            <p:cNvPr id="46105" name="Group 14">
              <a:extLst>
                <a:ext uri="{FF2B5EF4-FFF2-40B4-BE49-F238E27FC236}">
                  <a16:creationId xmlns:a16="http://schemas.microsoft.com/office/drawing/2014/main" id="{C8AFD8AD-B195-41ED-828D-7440F88B7379}"/>
                </a:ext>
              </a:extLst>
            </p:cNvPr>
            <p:cNvGrpSpPr>
              <a:grpSpLocks/>
            </p:cNvGrpSpPr>
            <p:nvPr/>
          </p:nvGrpSpPr>
          <p:grpSpPr bwMode="auto">
            <a:xfrm>
              <a:off x="1920" y="2376"/>
              <a:ext cx="768" cy="264"/>
              <a:chOff x="3888" y="2848"/>
              <a:chExt cx="768" cy="264"/>
            </a:xfrm>
          </p:grpSpPr>
          <p:sp>
            <p:nvSpPr>
              <p:cNvPr id="46109" name="AutoShape 15">
                <a:extLst>
                  <a:ext uri="{FF2B5EF4-FFF2-40B4-BE49-F238E27FC236}">
                    <a16:creationId xmlns:a16="http://schemas.microsoft.com/office/drawing/2014/main" id="{08DAB9B4-DBA1-42CF-938A-CFD76C464178}"/>
                  </a:ext>
                </a:extLst>
              </p:cNvPr>
              <p:cNvSpPr>
                <a:spLocks noChangeArrowheads="1"/>
              </p:cNvSpPr>
              <p:nvPr/>
            </p:nvSpPr>
            <p:spPr bwMode="auto">
              <a:xfrm>
                <a:off x="3888" y="2848"/>
                <a:ext cx="768" cy="264"/>
              </a:xfrm>
              <a:prstGeom prst="flowChartDecision">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46110" name="Text Box 16">
                <a:extLst>
                  <a:ext uri="{FF2B5EF4-FFF2-40B4-BE49-F238E27FC236}">
                    <a16:creationId xmlns:a16="http://schemas.microsoft.com/office/drawing/2014/main" id="{A7967A79-805B-4C4D-ACC0-D7AD81B9DB71}"/>
                  </a:ext>
                </a:extLst>
              </p:cNvPr>
              <p:cNvSpPr txBox="1">
                <a:spLocks noChangeArrowheads="1"/>
              </p:cNvSpPr>
              <p:nvPr/>
            </p:nvSpPr>
            <p:spPr bwMode="auto">
              <a:xfrm>
                <a:off x="3984" y="2880"/>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Lam_viec</a:t>
                </a:r>
              </a:p>
            </p:txBody>
          </p:sp>
        </p:grpSp>
        <p:sp>
          <p:nvSpPr>
            <p:cNvPr id="46106" name="Line 17">
              <a:extLst>
                <a:ext uri="{FF2B5EF4-FFF2-40B4-BE49-F238E27FC236}">
                  <a16:creationId xmlns:a16="http://schemas.microsoft.com/office/drawing/2014/main" id="{5D153A18-9B15-4403-B0E6-E1A66A8E088E}"/>
                </a:ext>
              </a:extLst>
            </p:cNvPr>
            <p:cNvSpPr>
              <a:spLocks noChangeShapeType="1"/>
            </p:cNvSpPr>
            <p:nvPr/>
          </p:nvSpPr>
          <p:spPr bwMode="auto">
            <a:xfrm>
              <a:off x="1680" y="2512"/>
              <a:ext cx="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6107" name="Line 18">
              <a:extLst>
                <a:ext uri="{FF2B5EF4-FFF2-40B4-BE49-F238E27FC236}">
                  <a16:creationId xmlns:a16="http://schemas.microsoft.com/office/drawing/2014/main" id="{96832BCF-7706-4237-BABE-01917CCAA67F}"/>
                </a:ext>
              </a:extLst>
            </p:cNvPr>
            <p:cNvSpPr>
              <a:spLocks noChangeShapeType="1"/>
            </p:cNvSpPr>
            <p:nvPr/>
          </p:nvSpPr>
          <p:spPr bwMode="auto">
            <a:xfrm>
              <a:off x="2688" y="2512"/>
              <a:ext cx="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6108" name="Text Box 19">
              <a:extLst>
                <a:ext uri="{FF2B5EF4-FFF2-40B4-BE49-F238E27FC236}">
                  <a16:creationId xmlns:a16="http://schemas.microsoft.com/office/drawing/2014/main" id="{0DDBCA52-FB1B-448E-BD7E-F767CE504397}"/>
                </a:ext>
              </a:extLst>
            </p:cNvPr>
            <p:cNvSpPr txBox="1">
              <a:spLocks noChangeArrowheads="1"/>
            </p:cNvSpPr>
            <p:nvPr/>
          </p:nvSpPr>
          <p:spPr bwMode="auto">
            <a:xfrm>
              <a:off x="2544" y="2313"/>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(1,1)</a:t>
              </a:r>
            </a:p>
          </p:txBody>
        </p:sp>
      </p:grpSp>
      <p:grpSp>
        <p:nvGrpSpPr>
          <p:cNvPr id="46087" name="Group 31">
            <a:extLst>
              <a:ext uri="{FF2B5EF4-FFF2-40B4-BE49-F238E27FC236}">
                <a16:creationId xmlns:a16="http://schemas.microsoft.com/office/drawing/2014/main" id="{47C856A5-8321-46F5-BC16-A932850EF826}"/>
              </a:ext>
            </a:extLst>
          </p:cNvPr>
          <p:cNvGrpSpPr>
            <a:grpSpLocks/>
          </p:cNvGrpSpPr>
          <p:nvPr/>
        </p:nvGrpSpPr>
        <p:grpSpPr bwMode="auto">
          <a:xfrm>
            <a:off x="2438400" y="4749800"/>
            <a:ext cx="3581400" cy="508000"/>
            <a:chOff x="1200" y="3232"/>
            <a:chExt cx="2256" cy="320"/>
          </a:xfrm>
        </p:grpSpPr>
        <p:sp>
          <p:nvSpPr>
            <p:cNvPr id="46096" name="Text Box 23">
              <a:extLst>
                <a:ext uri="{FF2B5EF4-FFF2-40B4-BE49-F238E27FC236}">
                  <a16:creationId xmlns:a16="http://schemas.microsoft.com/office/drawing/2014/main" id="{15599B51-B8BA-406A-942E-393444CF84BF}"/>
                </a:ext>
              </a:extLst>
            </p:cNvPr>
            <p:cNvSpPr txBox="1">
              <a:spLocks noChangeArrowheads="1"/>
            </p:cNvSpPr>
            <p:nvPr/>
          </p:nvSpPr>
          <p:spPr bwMode="auto">
            <a:xfrm>
              <a:off x="1200" y="3288"/>
              <a:ext cx="480"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NV</a:t>
              </a:r>
            </a:p>
          </p:txBody>
        </p:sp>
        <p:sp>
          <p:nvSpPr>
            <p:cNvPr id="46097" name="Text Box 24">
              <a:extLst>
                <a:ext uri="{FF2B5EF4-FFF2-40B4-BE49-F238E27FC236}">
                  <a16:creationId xmlns:a16="http://schemas.microsoft.com/office/drawing/2014/main" id="{2BFA2612-10B3-4A17-AD76-E52DA550E507}"/>
                </a:ext>
              </a:extLst>
            </p:cNvPr>
            <p:cNvSpPr txBox="1">
              <a:spLocks noChangeArrowheads="1"/>
            </p:cNvSpPr>
            <p:nvPr/>
          </p:nvSpPr>
          <p:spPr bwMode="auto">
            <a:xfrm>
              <a:off x="2976" y="3288"/>
              <a:ext cx="480"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DA</a:t>
              </a:r>
            </a:p>
          </p:txBody>
        </p:sp>
        <p:sp>
          <p:nvSpPr>
            <p:cNvPr id="46098" name="AutoShape 26">
              <a:extLst>
                <a:ext uri="{FF2B5EF4-FFF2-40B4-BE49-F238E27FC236}">
                  <a16:creationId xmlns:a16="http://schemas.microsoft.com/office/drawing/2014/main" id="{A13323AA-09F7-4D08-BDEF-0846BEA3B126}"/>
                </a:ext>
              </a:extLst>
            </p:cNvPr>
            <p:cNvSpPr>
              <a:spLocks noChangeArrowheads="1"/>
            </p:cNvSpPr>
            <p:nvPr/>
          </p:nvSpPr>
          <p:spPr bwMode="auto">
            <a:xfrm>
              <a:off x="1920" y="3288"/>
              <a:ext cx="816" cy="264"/>
            </a:xfrm>
            <a:prstGeom prst="flowChartDecision">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46099" name="Text Box 27">
              <a:extLst>
                <a:ext uri="{FF2B5EF4-FFF2-40B4-BE49-F238E27FC236}">
                  <a16:creationId xmlns:a16="http://schemas.microsoft.com/office/drawing/2014/main" id="{78744916-C173-4412-8957-F0713FA07436}"/>
                </a:ext>
              </a:extLst>
            </p:cNvPr>
            <p:cNvSpPr txBox="1">
              <a:spLocks noChangeArrowheads="1"/>
            </p:cNvSpPr>
            <p:nvPr/>
          </p:nvSpPr>
          <p:spPr bwMode="auto">
            <a:xfrm>
              <a:off x="2016" y="3320"/>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Phan_cong</a:t>
              </a:r>
            </a:p>
          </p:txBody>
        </p:sp>
        <p:sp>
          <p:nvSpPr>
            <p:cNvPr id="46100" name="Line 28">
              <a:extLst>
                <a:ext uri="{FF2B5EF4-FFF2-40B4-BE49-F238E27FC236}">
                  <a16:creationId xmlns:a16="http://schemas.microsoft.com/office/drawing/2014/main" id="{2B9D1E13-A71B-4E2A-A9DB-1C5C8D4C7F21}"/>
                </a:ext>
              </a:extLst>
            </p:cNvPr>
            <p:cNvSpPr>
              <a:spLocks noChangeShapeType="1"/>
            </p:cNvSpPr>
            <p:nvPr/>
          </p:nvSpPr>
          <p:spPr bwMode="auto">
            <a:xfrm>
              <a:off x="1680" y="3424"/>
              <a:ext cx="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6101" name="Line 29">
              <a:extLst>
                <a:ext uri="{FF2B5EF4-FFF2-40B4-BE49-F238E27FC236}">
                  <a16:creationId xmlns:a16="http://schemas.microsoft.com/office/drawing/2014/main" id="{D8334726-35D6-4341-ACF8-82849AD8F2A1}"/>
                </a:ext>
              </a:extLst>
            </p:cNvPr>
            <p:cNvSpPr>
              <a:spLocks noChangeShapeType="1"/>
            </p:cNvSpPr>
            <p:nvPr/>
          </p:nvSpPr>
          <p:spPr bwMode="auto">
            <a:xfrm>
              <a:off x="2736" y="3424"/>
              <a:ext cx="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6102" name="Text Box 30">
              <a:extLst>
                <a:ext uri="{FF2B5EF4-FFF2-40B4-BE49-F238E27FC236}">
                  <a16:creationId xmlns:a16="http://schemas.microsoft.com/office/drawing/2014/main" id="{69F37F10-053B-4E17-A1A7-9B58EC6FAB66}"/>
                </a:ext>
              </a:extLst>
            </p:cNvPr>
            <p:cNvSpPr txBox="1">
              <a:spLocks noChangeArrowheads="1"/>
            </p:cNvSpPr>
            <p:nvPr/>
          </p:nvSpPr>
          <p:spPr bwMode="auto">
            <a:xfrm>
              <a:off x="2568" y="3232"/>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dirty="0"/>
                <a:t>(0,n)</a:t>
              </a:r>
            </a:p>
          </p:txBody>
        </p:sp>
      </p:grpSp>
      <p:grpSp>
        <p:nvGrpSpPr>
          <p:cNvPr id="46088" name="Group 40">
            <a:extLst>
              <a:ext uri="{FF2B5EF4-FFF2-40B4-BE49-F238E27FC236}">
                <a16:creationId xmlns:a16="http://schemas.microsoft.com/office/drawing/2014/main" id="{ADBA87D7-3E57-497C-96AD-D8FE265EA37C}"/>
              </a:ext>
            </a:extLst>
          </p:cNvPr>
          <p:cNvGrpSpPr>
            <a:grpSpLocks/>
          </p:cNvGrpSpPr>
          <p:nvPr/>
        </p:nvGrpSpPr>
        <p:grpSpPr bwMode="auto">
          <a:xfrm>
            <a:off x="2438400" y="5900743"/>
            <a:ext cx="3962400" cy="500063"/>
            <a:chOff x="2640" y="3669"/>
            <a:chExt cx="2496" cy="315"/>
          </a:xfrm>
        </p:grpSpPr>
        <p:sp>
          <p:nvSpPr>
            <p:cNvPr id="46089" name="Text Box 33">
              <a:extLst>
                <a:ext uri="{FF2B5EF4-FFF2-40B4-BE49-F238E27FC236}">
                  <a16:creationId xmlns:a16="http://schemas.microsoft.com/office/drawing/2014/main" id="{CBE4243A-5F7A-441C-9451-D472BCE973FD}"/>
                </a:ext>
              </a:extLst>
            </p:cNvPr>
            <p:cNvSpPr txBox="1">
              <a:spLocks noChangeArrowheads="1"/>
            </p:cNvSpPr>
            <p:nvPr/>
          </p:nvSpPr>
          <p:spPr bwMode="auto">
            <a:xfrm>
              <a:off x="2640" y="3720"/>
              <a:ext cx="480"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NV</a:t>
              </a:r>
            </a:p>
          </p:txBody>
        </p:sp>
        <p:sp>
          <p:nvSpPr>
            <p:cNvPr id="46090" name="Text Box 34">
              <a:extLst>
                <a:ext uri="{FF2B5EF4-FFF2-40B4-BE49-F238E27FC236}">
                  <a16:creationId xmlns:a16="http://schemas.microsoft.com/office/drawing/2014/main" id="{451E7B03-29B7-4740-A857-C8D084C54D18}"/>
                </a:ext>
              </a:extLst>
            </p:cNvPr>
            <p:cNvSpPr txBox="1">
              <a:spLocks noChangeArrowheads="1"/>
            </p:cNvSpPr>
            <p:nvPr/>
          </p:nvSpPr>
          <p:spPr bwMode="auto">
            <a:xfrm>
              <a:off x="4656" y="3720"/>
              <a:ext cx="480"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PB</a:t>
              </a:r>
            </a:p>
          </p:txBody>
        </p:sp>
        <p:sp>
          <p:nvSpPr>
            <p:cNvPr id="46091" name="AutoShape 35">
              <a:extLst>
                <a:ext uri="{FF2B5EF4-FFF2-40B4-BE49-F238E27FC236}">
                  <a16:creationId xmlns:a16="http://schemas.microsoft.com/office/drawing/2014/main" id="{15974821-FDA3-4D09-90EA-C5C255327942}"/>
                </a:ext>
              </a:extLst>
            </p:cNvPr>
            <p:cNvSpPr>
              <a:spLocks noChangeArrowheads="1"/>
            </p:cNvSpPr>
            <p:nvPr/>
          </p:nvSpPr>
          <p:spPr bwMode="auto">
            <a:xfrm>
              <a:off x="3360" y="3720"/>
              <a:ext cx="1104" cy="264"/>
            </a:xfrm>
            <a:prstGeom prst="flowChartDecision">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46092" name="Text Box 36">
              <a:extLst>
                <a:ext uri="{FF2B5EF4-FFF2-40B4-BE49-F238E27FC236}">
                  <a16:creationId xmlns:a16="http://schemas.microsoft.com/office/drawing/2014/main" id="{F974E4A6-647D-41E6-AE7B-01F3D7E8D2A2}"/>
                </a:ext>
              </a:extLst>
            </p:cNvPr>
            <p:cNvSpPr txBox="1">
              <a:spLocks noChangeArrowheads="1"/>
            </p:cNvSpPr>
            <p:nvPr/>
          </p:nvSpPr>
          <p:spPr bwMode="auto">
            <a:xfrm>
              <a:off x="3360" y="3752"/>
              <a:ext cx="110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La_truong_phong</a:t>
              </a:r>
            </a:p>
          </p:txBody>
        </p:sp>
        <p:sp>
          <p:nvSpPr>
            <p:cNvPr id="46093" name="Line 37">
              <a:extLst>
                <a:ext uri="{FF2B5EF4-FFF2-40B4-BE49-F238E27FC236}">
                  <a16:creationId xmlns:a16="http://schemas.microsoft.com/office/drawing/2014/main" id="{53400181-2740-47FD-9ECC-A8A27CDC84BA}"/>
                </a:ext>
              </a:extLst>
            </p:cNvPr>
            <p:cNvSpPr>
              <a:spLocks noChangeShapeType="1"/>
            </p:cNvSpPr>
            <p:nvPr/>
          </p:nvSpPr>
          <p:spPr bwMode="auto">
            <a:xfrm>
              <a:off x="3120" y="3856"/>
              <a:ext cx="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6094" name="Line 38">
              <a:extLst>
                <a:ext uri="{FF2B5EF4-FFF2-40B4-BE49-F238E27FC236}">
                  <a16:creationId xmlns:a16="http://schemas.microsoft.com/office/drawing/2014/main" id="{0B9FE40F-FD56-4B0B-9659-4EB792819B79}"/>
                </a:ext>
              </a:extLst>
            </p:cNvPr>
            <p:cNvSpPr>
              <a:spLocks noChangeShapeType="1"/>
            </p:cNvSpPr>
            <p:nvPr/>
          </p:nvSpPr>
          <p:spPr bwMode="auto">
            <a:xfrm>
              <a:off x="4416" y="3856"/>
              <a:ext cx="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6095" name="Text Box 39">
              <a:extLst>
                <a:ext uri="{FF2B5EF4-FFF2-40B4-BE49-F238E27FC236}">
                  <a16:creationId xmlns:a16="http://schemas.microsoft.com/office/drawing/2014/main" id="{F45C6B12-19ED-4338-87F4-81E9E68905EB}"/>
                </a:ext>
              </a:extLst>
            </p:cNvPr>
            <p:cNvSpPr txBox="1">
              <a:spLocks noChangeArrowheads="1"/>
            </p:cNvSpPr>
            <p:nvPr/>
          </p:nvSpPr>
          <p:spPr bwMode="auto">
            <a:xfrm>
              <a:off x="4268" y="3669"/>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(0,1)</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Date Placeholder 3">
            <a:extLst>
              <a:ext uri="{FF2B5EF4-FFF2-40B4-BE49-F238E27FC236}">
                <a16:creationId xmlns:a16="http://schemas.microsoft.com/office/drawing/2014/main" id="{10AA9475-5130-4CFA-82EB-117DF48FB60E}"/>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48130" name="Slide Number Placeholder 5">
            <a:extLst>
              <a:ext uri="{FF2B5EF4-FFF2-40B4-BE49-F238E27FC236}">
                <a16:creationId xmlns:a16="http://schemas.microsoft.com/office/drawing/2014/main" id="{0716293A-CCD3-4C6F-A017-4DAD2B6319B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5F7F1ACD-93E7-4FCD-870F-8715B55C6978}" type="slidenum">
              <a:rPr lang="en-US" altLang="en-US">
                <a:latin typeface="Arial" panose="020B0604020202020204" pitchFamily="34" charset="0"/>
              </a:rPr>
              <a:pPr/>
              <a:t>22</a:t>
            </a:fld>
            <a:endParaRPr lang="en-US" altLang="en-US">
              <a:latin typeface="Arial" panose="020B0604020202020204" pitchFamily="34" charset="0"/>
            </a:endParaRPr>
          </a:p>
        </p:txBody>
      </p:sp>
      <p:sp>
        <p:nvSpPr>
          <p:cNvPr id="48131" name="Rectangle 2">
            <a:extLst>
              <a:ext uri="{FF2B5EF4-FFF2-40B4-BE49-F238E27FC236}">
                <a16:creationId xmlns:a16="http://schemas.microsoft.com/office/drawing/2014/main" id="{1B733E66-A1E2-473E-9131-BD23D9505427}"/>
              </a:ext>
            </a:extLst>
          </p:cNvPr>
          <p:cNvSpPr>
            <a:spLocks noGrp="1" noChangeArrowheads="1"/>
          </p:cNvSpPr>
          <p:nvPr>
            <p:ph type="title"/>
          </p:nvPr>
        </p:nvSpPr>
        <p:spPr>
          <a:xfrm>
            <a:off x="457200" y="354013"/>
            <a:ext cx="8229600" cy="620712"/>
          </a:xfrm>
        </p:spPr>
        <p:txBody>
          <a:bodyPr/>
          <a:lstStyle/>
          <a:p>
            <a:pPr eaLnBrk="1" hangingPunct="1"/>
            <a:r>
              <a:rPr lang="en-US" altLang="en-US" sz="3500"/>
              <a:t>Mối quan hệ - Vai trò</a:t>
            </a:r>
          </a:p>
        </p:txBody>
      </p:sp>
      <p:sp>
        <p:nvSpPr>
          <p:cNvPr id="48132" name="Rectangle 3">
            <a:extLst>
              <a:ext uri="{FF2B5EF4-FFF2-40B4-BE49-F238E27FC236}">
                <a16:creationId xmlns:a16="http://schemas.microsoft.com/office/drawing/2014/main" id="{42371675-7430-41A8-9DEE-651573800CF7}"/>
              </a:ext>
            </a:extLst>
          </p:cNvPr>
          <p:cNvSpPr>
            <a:spLocks noGrp="1" noChangeArrowheads="1"/>
          </p:cNvSpPr>
          <p:nvPr>
            <p:ph type="body" idx="1"/>
          </p:nvPr>
        </p:nvSpPr>
        <p:spPr>
          <a:xfrm>
            <a:off x="381000" y="1295400"/>
            <a:ext cx="8382000" cy="5105400"/>
          </a:xfrm>
        </p:spPr>
        <p:txBody>
          <a:bodyPr/>
          <a:lstStyle/>
          <a:p>
            <a:pPr eaLnBrk="1" hangingPunct="1"/>
            <a:r>
              <a:rPr lang="en-US" altLang="en-US"/>
              <a:t>Một loại thực thể có thể tham gia nhiều lần vào một  quan hệ với nhiều vai trò khác nhau</a:t>
            </a:r>
          </a:p>
          <a:p>
            <a:pPr eaLnBrk="1" hangingPunct="1"/>
            <a:endParaRPr lang="en-US" altLang="en-US"/>
          </a:p>
        </p:txBody>
      </p:sp>
      <p:grpSp>
        <p:nvGrpSpPr>
          <p:cNvPr id="48133" name="Group 57">
            <a:extLst>
              <a:ext uri="{FF2B5EF4-FFF2-40B4-BE49-F238E27FC236}">
                <a16:creationId xmlns:a16="http://schemas.microsoft.com/office/drawing/2014/main" id="{3818F644-80D2-4965-82FF-C18862B9857A}"/>
              </a:ext>
            </a:extLst>
          </p:cNvPr>
          <p:cNvGrpSpPr>
            <a:grpSpLocks/>
          </p:cNvGrpSpPr>
          <p:nvPr/>
        </p:nvGrpSpPr>
        <p:grpSpPr bwMode="auto">
          <a:xfrm>
            <a:off x="762000" y="2819400"/>
            <a:ext cx="3886200" cy="1524000"/>
            <a:chOff x="816" y="2880"/>
            <a:chExt cx="2448" cy="960"/>
          </a:xfrm>
        </p:grpSpPr>
        <p:sp>
          <p:nvSpPr>
            <p:cNvPr id="48134" name="Text Box 44">
              <a:extLst>
                <a:ext uri="{FF2B5EF4-FFF2-40B4-BE49-F238E27FC236}">
                  <a16:creationId xmlns:a16="http://schemas.microsoft.com/office/drawing/2014/main" id="{714E1BB5-87B8-4E09-8CE1-575AF291C3CA}"/>
                </a:ext>
              </a:extLst>
            </p:cNvPr>
            <p:cNvSpPr txBox="1">
              <a:spLocks noChangeArrowheads="1"/>
            </p:cNvSpPr>
            <p:nvPr/>
          </p:nvSpPr>
          <p:spPr bwMode="auto">
            <a:xfrm>
              <a:off x="816" y="3024"/>
              <a:ext cx="960"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NHANVIEN</a:t>
              </a:r>
            </a:p>
          </p:txBody>
        </p:sp>
        <p:grpSp>
          <p:nvGrpSpPr>
            <p:cNvPr id="48135" name="Group 45">
              <a:extLst>
                <a:ext uri="{FF2B5EF4-FFF2-40B4-BE49-F238E27FC236}">
                  <a16:creationId xmlns:a16="http://schemas.microsoft.com/office/drawing/2014/main" id="{371F3B94-B7C4-4F42-A09B-92ED83C41983}"/>
                </a:ext>
              </a:extLst>
            </p:cNvPr>
            <p:cNvGrpSpPr>
              <a:grpSpLocks/>
            </p:cNvGrpSpPr>
            <p:nvPr/>
          </p:nvGrpSpPr>
          <p:grpSpPr bwMode="auto">
            <a:xfrm>
              <a:off x="2400" y="3024"/>
              <a:ext cx="864" cy="288"/>
              <a:chOff x="2640" y="3360"/>
              <a:chExt cx="864" cy="288"/>
            </a:xfrm>
          </p:grpSpPr>
          <p:sp>
            <p:nvSpPr>
              <p:cNvPr id="48145" name="AutoShape 46">
                <a:extLst>
                  <a:ext uri="{FF2B5EF4-FFF2-40B4-BE49-F238E27FC236}">
                    <a16:creationId xmlns:a16="http://schemas.microsoft.com/office/drawing/2014/main" id="{C3AB861D-3EA2-4412-998E-BEEFA7DF8EA2}"/>
                  </a:ext>
                </a:extLst>
              </p:cNvPr>
              <p:cNvSpPr>
                <a:spLocks noChangeArrowheads="1"/>
              </p:cNvSpPr>
              <p:nvPr/>
            </p:nvSpPr>
            <p:spPr bwMode="auto">
              <a:xfrm>
                <a:off x="2640" y="3360"/>
                <a:ext cx="864" cy="288"/>
              </a:xfrm>
              <a:prstGeom prst="flowChartDecision">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48146" name="Text Box 47">
                <a:extLst>
                  <a:ext uri="{FF2B5EF4-FFF2-40B4-BE49-F238E27FC236}">
                    <a16:creationId xmlns:a16="http://schemas.microsoft.com/office/drawing/2014/main" id="{713211F9-3C4E-467E-B152-39449F1F630F}"/>
                  </a:ext>
                </a:extLst>
              </p:cNvPr>
              <p:cNvSpPr txBox="1">
                <a:spLocks noChangeArrowheads="1"/>
              </p:cNvSpPr>
              <p:nvPr/>
            </p:nvSpPr>
            <p:spPr bwMode="auto">
              <a:xfrm>
                <a:off x="2736" y="3400"/>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Quan_ly</a:t>
                </a:r>
              </a:p>
            </p:txBody>
          </p:sp>
        </p:grpSp>
        <p:sp>
          <p:nvSpPr>
            <p:cNvPr id="48136" name="Line 48">
              <a:extLst>
                <a:ext uri="{FF2B5EF4-FFF2-40B4-BE49-F238E27FC236}">
                  <a16:creationId xmlns:a16="http://schemas.microsoft.com/office/drawing/2014/main" id="{585029BC-E1AA-46DC-9BB5-A5130C36AF3F}"/>
                </a:ext>
              </a:extLst>
            </p:cNvPr>
            <p:cNvSpPr>
              <a:spLocks noChangeShapeType="1"/>
            </p:cNvSpPr>
            <p:nvPr/>
          </p:nvSpPr>
          <p:spPr bwMode="auto">
            <a:xfrm>
              <a:off x="1776" y="3168"/>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nvGrpSpPr>
            <p:cNvPr id="48137" name="Group 52">
              <a:extLst>
                <a:ext uri="{FF2B5EF4-FFF2-40B4-BE49-F238E27FC236}">
                  <a16:creationId xmlns:a16="http://schemas.microsoft.com/office/drawing/2014/main" id="{8F33722D-DA31-4079-8AE0-CE4A861E0020}"/>
                </a:ext>
              </a:extLst>
            </p:cNvPr>
            <p:cNvGrpSpPr>
              <a:grpSpLocks/>
            </p:cNvGrpSpPr>
            <p:nvPr/>
          </p:nvGrpSpPr>
          <p:grpSpPr bwMode="auto">
            <a:xfrm>
              <a:off x="1296" y="3264"/>
              <a:ext cx="1536" cy="384"/>
              <a:chOff x="1296" y="3264"/>
              <a:chExt cx="1536" cy="384"/>
            </a:xfrm>
          </p:grpSpPr>
          <p:sp>
            <p:nvSpPr>
              <p:cNvPr id="48142" name="Line 49">
                <a:extLst>
                  <a:ext uri="{FF2B5EF4-FFF2-40B4-BE49-F238E27FC236}">
                    <a16:creationId xmlns:a16="http://schemas.microsoft.com/office/drawing/2014/main" id="{9C4627A3-4C2D-4C8F-BA2B-6F483284345D}"/>
                  </a:ext>
                </a:extLst>
              </p:cNvPr>
              <p:cNvSpPr>
                <a:spLocks noChangeShapeType="1"/>
              </p:cNvSpPr>
              <p:nvPr/>
            </p:nvSpPr>
            <p:spPr bwMode="auto">
              <a:xfrm>
                <a:off x="2832" y="3312"/>
                <a:ext cx="0"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8143" name="Line 50">
                <a:extLst>
                  <a:ext uri="{FF2B5EF4-FFF2-40B4-BE49-F238E27FC236}">
                    <a16:creationId xmlns:a16="http://schemas.microsoft.com/office/drawing/2014/main" id="{402081D3-43AB-4C75-8D43-060E7D66488B}"/>
                  </a:ext>
                </a:extLst>
              </p:cNvPr>
              <p:cNvSpPr>
                <a:spLocks noChangeShapeType="1"/>
              </p:cNvSpPr>
              <p:nvPr/>
            </p:nvSpPr>
            <p:spPr bwMode="auto">
              <a:xfrm flipH="1">
                <a:off x="1296" y="3648"/>
                <a:ext cx="15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8144" name="Line 51">
                <a:extLst>
                  <a:ext uri="{FF2B5EF4-FFF2-40B4-BE49-F238E27FC236}">
                    <a16:creationId xmlns:a16="http://schemas.microsoft.com/office/drawing/2014/main" id="{A6CE4DE5-6C46-4C26-B660-1B9482B2FE97}"/>
                  </a:ext>
                </a:extLst>
              </p:cNvPr>
              <p:cNvSpPr>
                <a:spLocks noChangeShapeType="1"/>
              </p:cNvSpPr>
              <p:nvPr/>
            </p:nvSpPr>
            <p:spPr bwMode="auto">
              <a:xfrm flipV="1">
                <a:off x="1296" y="3264"/>
                <a:ext cx="0"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48138" name="Text Box 53">
              <a:extLst>
                <a:ext uri="{FF2B5EF4-FFF2-40B4-BE49-F238E27FC236}">
                  <a16:creationId xmlns:a16="http://schemas.microsoft.com/office/drawing/2014/main" id="{8ADD207E-D133-4A79-AB66-1569B94225E8}"/>
                </a:ext>
              </a:extLst>
            </p:cNvPr>
            <p:cNvSpPr txBox="1">
              <a:spLocks noChangeArrowheads="1"/>
            </p:cNvSpPr>
            <p:nvPr/>
          </p:nvSpPr>
          <p:spPr bwMode="auto">
            <a:xfrm>
              <a:off x="1392" y="3648"/>
              <a:ext cx="105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Duoc quan ly boi</a:t>
              </a:r>
            </a:p>
          </p:txBody>
        </p:sp>
        <p:sp>
          <p:nvSpPr>
            <p:cNvPr id="48139" name="Text Box 54">
              <a:extLst>
                <a:ext uri="{FF2B5EF4-FFF2-40B4-BE49-F238E27FC236}">
                  <a16:creationId xmlns:a16="http://schemas.microsoft.com/office/drawing/2014/main" id="{C0FAE51B-7F52-4BE6-9793-9C7FA3367772}"/>
                </a:ext>
              </a:extLst>
            </p:cNvPr>
            <p:cNvSpPr txBox="1">
              <a:spLocks noChangeArrowheads="1"/>
            </p:cNvSpPr>
            <p:nvPr/>
          </p:nvSpPr>
          <p:spPr bwMode="auto">
            <a:xfrm>
              <a:off x="1718" y="3192"/>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(0,1)</a:t>
              </a:r>
            </a:p>
          </p:txBody>
        </p:sp>
        <p:sp>
          <p:nvSpPr>
            <p:cNvPr id="48140" name="Text Box 55">
              <a:extLst>
                <a:ext uri="{FF2B5EF4-FFF2-40B4-BE49-F238E27FC236}">
                  <a16:creationId xmlns:a16="http://schemas.microsoft.com/office/drawing/2014/main" id="{4A23ED70-BF10-4818-A338-30DDBEF7200D}"/>
                </a:ext>
              </a:extLst>
            </p:cNvPr>
            <p:cNvSpPr txBox="1">
              <a:spLocks noChangeArrowheads="1"/>
            </p:cNvSpPr>
            <p:nvPr/>
          </p:nvSpPr>
          <p:spPr bwMode="auto">
            <a:xfrm>
              <a:off x="898" y="3264"/>
              <a:ext cx="4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(0,n)</a:t>
              </a:r>
            </a:p>
          </p:txBody>
        </p:sp>
        <p:sp>
          <p:nvSpPr>
            <p:cNvPr id="48141" name="Text Box 56">
              <a:extLst>
                <a:ext uri="{FF2B5EF4-FFF2-40B4-BE49-F238E27FC236}">
                  <a16:creationId xmlns:a16="http://schemas.microsoft.com/office/drawing/2014/main" id="{EDB93975-6422-46A4-B5E0-62FD5FAD1937}"/>
                </a:ext>
              </a:extLst>
            </p:cNvPr>
            <p:cNvSpPr txBox="1">
              <a:spLocks noChangeArrowheads="1"/>
            </p:cNvSpPr>
            <p:nvPr/>
          </p:nvSpPr>
          <p:spPr bwMode="auto">
            <a:xfrm>
              <a:off x="1728" y="2880"/>
              <a:ext cx="105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La nguoi quan ly</a:t>
              </a:r>
            </a:p>
          </p:txBody>
        </p:sp>
      </p:grpSp>
      <p:sp>
        <p:nvSpPr>
          <p:cNvPr id="3" name="TextBox 2">
            <a:extLst>
              <a:ext uri="{FF2B5EF4-FFF2-40B4-BE49-F238E27FC236}">
                <a16:creationId xmlns:a16="http://schemas.microsoft.com/office/drawing/2014/main" id="{459CD205-F0DB-BDA4-EF6C-D85D897F0BD4}"/>
              </a:ext>
            </a:extLst>
          </p:cNvPr>
          <p:cNvSpPr txBox="1"/>
          <p:nvPr/>
        </p:nvSpPr>
        <p:spPr>
          <a:xfrm>
            <a:off x="5105400" y="2649835"/>
            <a:ext cx="3581400" cy="2123658"/>
          </a:xfrm>
          <a:prstGeom prst="rect">
            <a:avLst/>
          </a:prstGeom>
          <a:noFill/>
        </p:spPr>
        <p:txBody>
          <a:bodyPr wrap="square">
            <a:spAutoFit/>
          </a:bodyPr>
          <a:lstStyle/>
          <a:p>
            <a:pPr marL="285750" indent="-285750" algn="just" eaLnBrk="1" hangingPunct="1">
              <a:buFont typeface="Arial" panose="020B0604020202020204" pitchFamily="34" charset="0"/>
              <a:buChar char="•"/>
            </a:pPr>
            <a:r>
              <a:rPr lang="en-US" altLang="en-US" sz="2200"/>
              <a:t>Một nhân viên có thể </a:t>
            </a:r>
            <a:r>
              <a:rPr lang="en-US" altLang="en-US" sz="2200" b="1">
                <a:solidFill>
                  <a:srgbClr val="FF0000"/>
                </a:solidFill>
              </a:rPr>
              <a:t>quản lý 0 hoặc nhiều </a:t>
            </a:r>
            <a:r>
              <a:rPr lang="en-US" altLang="en-US" sz="2200"/>
              <a:t>nhân viên khác</a:t>
            </a:r>
          </a:p>
          <a:p>
            <a:pPr marL="285750" indent="-285750" algn="just" eaLnBrk="1" hangingPunct="1">
              <a:buFont typeface="Arial" panose="020B0604020202020204" pitchFamily="34" charset="0"/>
              <a:buChar char="•"/>
            </a:pPr>
            <a:r>
              <a:rPr lang="en-US" altLang="en-US" sz="2200"/>
              <a:t>Một nhân viên được quản lý bởi </a:t>
            </a:r>
            <a:r>
              <a:rPr lang="en-US" altLang="en-US" sz="2200" b="1">
                <a:solidFill>
                  <a:srgbClr val="FF0000"/>
                </a:solidFill>
              </a:rPr>
              <a:t>0 hoặc 1 </a:t>
            </a:r>
            <a:r>
              <a:rPr lang="en-US" altLang="en-US" sz="2200"/>
              <a:t>nhân viên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Date Placeholder 3">
            <a:extLst>
              <a:ext uri="{FF2B5EF4-FFF2-40B4-BE49-F238E27FC236}">
                <a16:creationId xmlns:a16="http://schemas.microsoft.com/office/drawing/2014/main" id="{E5057176-0543-4270-B54F-83C4DE2CBF1B}"/>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50178" name="Slide Number Placeholder 5">
            <a:extLst>
              <a:ext uri="{FF2B5EF4-FFF2-40B4-BE49-F238E27FC236}">
                <a16:creationId xmlns:a16="http://schemas.microsoft.com/office/drawing/2014/main" id="{524D30C5-A1B9-49F7-88C1-8FEB749FE0D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B803A653-4D9A-43AC-ACC8-D5F754F5805E}" type="slidenum">
              <a:rPr lang="en-US" altLang="en-US">
                <a:latin typeface="Arial" panose="020B0604020202020204" pitchFamily="34" charset="0"/>
              </a:rPr>
              <a:pPr/>
              <a:t>23</a:t>
            </a:fld>
            <a:endParaRPr lang="en-US" altLang="en-US">
              <a:latin typeface="Arial" panose="020B0604020202020204" pitchFamily="34" charset="0"/>
            </a:endParaRPr>
          </a:p>
        </p:txBody>
      </p:sp>
      <p:sp>
        <p:nvSpPr>
          <p:cNvPr id="50179" name="Rectangle 2">
            <a:extLst>
              <a:ext uri="{FF2B5EF4-FFF2-40B4-BE49-F238E27FC236}">
                <a16:creationId xmlns:a16="http://schemas.microsoft.com/office/drawing/2014/main" id="{69FB6B04-E226-4656-9807-6441B4C1A210}"/>
              </a:ext>
            </a:extLst>
          </p:cNvPr>
          <p:cNvSpPr>
            <a:spLocks noGrp="1" noChangeArrowheads="1"/>
          </p:cNvSpPr>
          <p:nvPr>
            <p:ph type="title"/>
          </p:nvPr>
        </p:nvSpPr>
        <p:spPr>
          <a:xfrm>
            <a:off x="457200" y="354013"/>
            <a:ext cx="8229600" cy="620712"/>
          </a:xfrm>
        </p:spPr>
        <p:txBody>
          <a:bodyPr/>
          <a:lstStyle/>
          <a:p>
            <a:pPr eaLnBrk="1" hangingPunct="1"/>
            <a:r>
              <a:rPr lang="en-US" altLang="en-US" sz="3500"/>
              <a:t>Thuộc tính trên mối quan hệ</a:t>
            </a:r>
          </a:p>
        </p:txBody>
      </p:sp>
      <p:sp>
        <p:nvSpPr>
          <p:cNvPr id="50180" name="Rectangle 3">
            <a:extLst>
              <a:ext uri="{FF2B5EF4-FFF2-40B4-BE49-F238E27FC236}">
                <a16:creationId xmlns:a16="http://schemas.microsoft.com/office/drawing/2014/main" id="{19F2EA26-C241-41DC-B017-DC49BC5FEDE6}"/>
              </a:ext>
            </a:extLst>
          </p:cNvPr>
          <p:cNvSpPr>
            <a:spLocks noGrp="1" noChangeArrowheads="1"/>
          </p:cNvSpPr>
          <p:nvPr>
            <p:ph type="body" idx="1"/>
          </p:nvPr>
        </p:nvSpPr>
        <p:spPr>
          <a:xfrm>
            <a:off x="381000" y="1295400"/>
            <a:ext cx="8382000" cy="5105400"/>
          </a:xfrm>
        </p:spPr>
        <p:txBody>
          <a:bodyPr/>
          <a:lstStyle/>
          <a:p>
            <a:pPr eaLnBrk="1" hangingPunct="1"/>
            <a:r>
              <a:rPr lang="en-US" altLang="en-US"/>
              <a:t>Thuộc tính trên mối quan hệ mô tả tính chất cho mối quan hệ đó</a:t>
            </a:r>
          </a:p>
          <a:p>
            <a:pPr eaLnBrk="1" hangingPunct="1"/>
            <a:r>
              <a:rPr lang="en-US" altLang="en-US"/>
              <a:t>Thuộc tính này </a:t>
            </a:r>
            <a:r>
              <a:rPr lang="en-US" altLang="en-US" b="1">
                <a:solidFill>
                  <a:srgbClr val="FF0000"/>
                </a:solidFill>
              </a:rPr>
              <a:t>không thể gắn </a:t>
            </a:r>
            <a:r>
              <a:rPr lang="en-US" altLang="en-US"/>
              <a:t>với những thực thể tham gia vào mối quan hệ</a:t>
            </a:r>
          </a:p>
          <a:p>
            <a:pPr eaLnBrk="1" hangingPunct="1"/>
            <a:endParaRPr lang="en-US" altLang="en-US"/>
          </a:p>
        </p:txBody>
      </p:sp>
      <p:grpSp>
        <p:nvGrpSpPr>
          <p:cNvPr id="50181" name="Group 48">
            <a:extLst>
              <a:ext uri="{FF2B5EF4-FFF2-40B4-BE49-F238E27FC236}">
                <a16:creationId xmlns:a16="http://schemas.microsoft.com/office/drawing/2014/main" id="{040C17D8-AAC5-4BF5-9100-5F642D171FB5}"/>
              </a:ext>
            </a:extLst>
          </p:cNvPr>
          <p:cNvGrpSpPr>
            <a:grpSpLocks/>
          </p:cNvGrpSpPr>
          <p:nvPr/>
        </p:nvGrpSpPr>
        <p:grpSpPr bwMode="auto">
          <a:xfrm>
            <a:off x="1524000" y="3627439"/>
            <a:ext cx="5562600" cy="1401763"/>
            <a:chOff x="768" y="2429"/>
            <a:chExt cx="3504" cy="883"/>
          </a:xfrm>
        </p:grpSpPr>
        <p:sp>
          <p:nvSpPr>
            <p:cNvPr id="50182" name="Text Box 31">
              <a:extLst>
                <a:ext uri="{FF2B5EF4-FFF2-40B4-BE49-F238E27FC236}">
                  <a16:creationId xmlns:a16="http://schemas.microsoft.com/office/drawing/2014/main" id="{03C87881-D95B-4273-A922-754E79F2CE02}"/>
                </a:ext>
              </a:extLst>
            </p:cNvPr>
            <p:cNvSpPr txBox="1">
              <a:spLocks noChangeArrowheads="1"/>
            </p:cNvSpPr>
            <p:nvPr/>
          </p:nvSpPr>
          <p:spPr bwMode="auto">
            <a:xfrm>
              <a:off x="768" y="2496"/>
              <a:ext cx="912"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NHANVIEN</a:t>
              </a:r>
            </a:p>
          </p:txBody>
        </p:sp>
        <p:sp>
          <p:nvSpPr>
            <p:cNvPr id="50183" name="Text Box 32">
              <a:extLst>
                <a:ext uri="{FF2B5EF4-FFF2-40B4-BE49-F238E27FC236}">
                  <a16:creationId xmlns:a16="http://schemas.microsoft.com/office/drawing/2014/main" id="{43112118-6107-42C2-8F78-DAE45BC8CD9F}"/>
                </a:ext>
              </a:extLst>
            </p:cNvPr>
            <p:cNvSpPr txBox="1">
              <a:spLocks noChangeArrowheads="1"/>
            </p:cNvSpPr>
            <p:nvPr/>
          </p:nvSpPr>
          <p:spPr bwMode="auto">
            <a:xfrm>
              <a:off x="3504" y="2496"/>
              <a:ext cx="768"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DEAN</a:t>
              </a:r>
            </a:p>
          </p:txBody>
        </p:sp>
        <p:grpSp>
          <p:nvGrpSpPr>
            <p:cNvPr id="50184" name="Group 33">
              <a:extLst>
                <a:ext uri="{FF2B5EF4-FFF2-40B4-BE49-F238E27FC236}">
                  <a16:creationId xmlns:a16="http://schemas.microsoft.com/office/drawing/2014/main" id="{1F207C8A-1467-483B-A33F-4BF58AF857B9}"/>
                </a:ext>
              </a:extLst>
            </p:cNvPr>
            <p:cNvGrpSpPr>
              <a:grpSpLocks/>
            </p:cNvGrpSpPr>
            <p:nvPr/>
          </p:nvGrpSpPr>
          <p:grpSpPr bwMode="auto">
            <a:xfrm>
              <a:off x="2160" y="2496"/>
              <a:ext cx="864" cy="288"/>
              <a:chOff x="2640" y="3360"/>
              <a:chExt cx="864" cy="288"/>
            </a:xfrm>
          </p:grpSpPr>
          <p:sp>
            <p:nvSpPr>
              <p:cNvPr id="50193" name="AutoShape 34">
                <a:extLst>
                  <a:ext uri="{FF2B5EF4-FFF2-40B4-BE49-F238E27FC236}">
                    <a16:creationId xmlns:a16="http://schemas.microsoft.com/office/drawing/2014/main" id="{BC6B0689-873A-4A2E-9991-5A24D3E0F62A}"/>
                  </a:ext>
                </a:extLst>
              </p:cNvPr>
              <p:cNvSpPr>
                <a:spLocks noChangeArrowheads="1"/>
              </p:cNvSpPr>
              <p:nvPr/>
            </p:nvSpPr>
            <p:spPr bwMode="auto">
              <a:xfrm>
                <a:off x="2640" y="3360"/>
                <a:ext cx="864" cy="288"/>
              </a:xfrm>
              <a:prstGeom prst="flowChartDecision">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0194" name="Text Box 35">
                <a:extLst>
                  <a:ext uri="{FF2B5EF4-FFF2-40B4-BE49-F238E27FC236}">
                    <a16:creationId xmlns:a16="http://schemas.microsoft.com/office/drawing/2014/main" id="{B9ADF26A-9666-4AC7-BA6E-E0A68C3F0B7C}"/>
                  </a:ext>
                </a:extLst>
              </p:cNvPr>
              <p:cNvSpPr txBox="1">
                <a:spLocks noChangeArrowheads="1"/>
              </p:cNvSpPr>
              <p:nvPr/>
            </p:nvSpPr>
            <p:spPr bwMode="auto">
              <a:xfrm>
                <a:off x="2736" y="3400"/>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Phan_cong</a:t>
                </a:r>
              </a:p>
            </p:txBody>
          </p:sp>
        </p:grpSp>
        <p:sp>
          <p:nvSpPr>
            <p:cNvPr id="50185" name="Text Box 40">
              <a:extLst>
                <a:ext uri="{FF2B5EF4-FFF2-40B4-BE49-F238E27FC236}">
                  <a16:creationId xmlns:a16="http://schemas.microsoft.com/office/drawing/2014/main" id="{BAE3D439-16B3-43A6-9D2C-C7C248109F70}"/>
                </a:ext>
              </a:extLst>
            </p:cNvPr>
            <p:cNvSpPr txBox="1">
              <a:spLocks noChangeArrowheads="1"/>
            </p:cNvSpPr>
            <p:nvPr/>
          </p:nvSpPr>
          <p:spPr bwMode="auto">
            <a:xfrm>
              <a:off x="3072" y="2429"/>
              <a:ext cx="4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(0,n)</a:t>
              </a:r>
            </a:p>
          </p:txBody>
        </p:sp>
        <p:sp>
          <p:nvSpPr>
            <p:cNvPr id="50186" name="Text Box 41">
              <a:extLst>
                <a:ext uri="{FF2B5EF4-FFF2-40B4-BE49-F238E27FC236}">
                  <a16:creationId xmlns:a16="http://schemas.microsoft.com/office/drawing/2014/main" id="{F0FB8D29-B16A-4EBD-AB0B-1119DCC4BF11}"/>
                </a:ext>
              </a:extLst>
            </p:cNvPr>
            <p:cNvSpPr txBox="1">
              <a:spLocks noChangeArrowheads="1"/>
            </p:cNvSpPr>
            <p:nvPr/>
          </p:nvSpPr>
          <p:spPr bwMode="auto">
            <a:xfrm>
              <a:off x="1632" y="2438"/>
              <a:ext cx="4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(1,n)</a:t>
              </a:r>
            </a:p>
          </p:txBody>
        </p:sp>
        <p:sp>
          <p:nvSpPr>
            <p:cNvPr id="50187" name="Line 42">
              <a:extLst>
                <a:ext uri="{FF2B5EF4-FFF2-40B4-BE49-F238E27FC236}">
                  <a16:creationId xmlns:a16="http://schemas.microsoft.com/office/drawing/2014/main" id="{3CB76AC6-A543-4ABA-B33E-FF170B550D7C}"/>
                </a:ext>
              </a:extLst>
            </p:cNvPr>
            <p:cNvSpPr>
              <a:spLocks noChangeShapeType="1"/>
            </p:cNvSpPr>
            <p:nvPr/>
          </p:nvSpPr>
          <p:spPr bwMode="auto">
            <a:xfrm>
              <a:off x="1680" y="2640"/>
              <a:ext cx="4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0188" name="Line 43">
              <a:extLst>
                <a:ext uri="{FF2B5EF4-FFF2-40B4-BE49-F238E27FC236}">
                  <a16:creationId xmlns:a16="http://schemas.microsoft.com/office/drawing/2014/main" id="{643D63D4-77B3-4F9A-81C1-C8D5FE4FC83C}"/>
                </a:ext>
              </a:extLst>
            </p:cNvPr>
            <p:cNvSpPr>
              <a:spLocks noChangeShapeType="1"/>
            </p:cNvSpPr>
            <p:nvPr/>
          </p:nvSpPr>
          <p:spPr bwMode="auto">
            <a:xfrm>
              <a:off x="3024" y="2640"/>
              <a:ext cx="4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nvGrpSpPr>
            <p:cNvPr id="50189" name="Group 46">
              <a:extLst>
                <a:ext uri="{FF2B5EF4-FFF2-40B4-BE49-F238E27FC236}">
                  <a16:creationId xmlns:a16="http://schemas.microsoft.com/office/drawing/2014/main" id="{9C5CD4DF-AAA7-4D6C-8016-BA0ED911E6BC}"/>
                </a:ext>
              </a:extLst>
            </p:cNvPr>
            <p:cNvGrpSpPr>
              <a:grpSpLocks/>
            </p:cNvGrpSpPr>
            <p:nvPr/>
          </p:nvGrpSpPr>
          <p:grpSpPr bwMode="auto">
            <a:xfrm>
              <a:off x="2736" y="3072"/>
              <a:ext cx="624" cy="240"/>
              <a:chOff x="2960" y="3512"/>
              <a:chExt cx="624" cy="240"/>
            </a:xfrm>
          </p:grpSpPr>
          <p:sp>
            <p:nvSpPr>
              <p:cNvPr id="50191" name="Oval 44">
                <a:extLst>
                  <a:ext uri="{FF2B5EF4-FFF2-40B4-BE49-F238E27FC236}">
                    <a16:creationId xmlns:a16="http://schemas.microsoft.com/office/drawing/2014/main" id="{7A3D75E8-D9AB-4B99-891C-A554A83CEFDD}"/>
                  </a:ext>
                </a:extLst>
              </p:cNvPr>
              <p:cNvSpPr>
                <a:spLocks noChangeArrowheads="1"/>
              </p:cNvSpPr>
              <p:nvPr/>
            </p:nvSpPr>
            <p:spPr bwMode="auto">
              <a:xfrm>
                <a:off x="2960" y="3512"/>
                <a:ext cx="624"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0192" name="Text Box 45">
                <a:extLst>
                  <a:ext uri="{FF2B5EF4-FFF2-40B4-BE49-F238E27FC236}">
                    <a16:creationId xmlns:a16="http://schemas.microsoft.com/office/drawing/2014/main" id="{B621DCAF-177C-45D5-BC44-59511891FF6C}"/>
                  </a:ext>
                </a:extLst>
              </p:cNvPr>
              <p:cNvSpPr txBox="1">
                <a:spLocks noChangeArrowheads="1"/>
              </p:cNvSpPr>
              <p:nvPr/>
            </p:nvSpPr>
            <p:spPr bwMode="auto">
              <a:xfrm>
                <a:off x="2976" y="3552"/>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dirty="0">
                    <a:highlight>
                      <a:srgbClr val="FFFF00"/>
                    </a:highlight>
                  </a:rPr>
                  <a:t>THGIAN</a:t>
                </a:r>
              </a:p>
            </p:txBody>
          </p:sp>
        </p:grpSp>
        <p:sp>
          <p:nvSpPr>
            <p:cNvPr id="50190" name="Line 47">
              <a:extLst>
                <a:ext uri="{FF2B5EF4-FFF2-40B4-BE49-F238E27FC236}">
                  <a16:creationId xmlns:a16="http://schemas.microsoft.com/office/drawing/2014/main" id="{F31DD049-2C7B-43EB-A0C5-4314EA914816}"/>
                </a:ext>
              </a:extLst>
            </p:cNvPr>
            <p:cNvSpPr>
              <a:spLocks noChangeShapeType="1"/>
            </p:cNvSpPr>
            <p:nvPr/>
          </p:nvSpPr>
          <p:spPr bwMode="auto">
            <a:xfrm>
              <a:off x="2688" y="2736"/>
              <a:ext cx="288"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D985A-5BA5-7FF3-A1C6-AA0297D874AD}"/>
              </a:ext>
            </a:extLst>
          </p:cNvPr>
          <p:cNvSpPr>
            <a:spLocks noGrp="1"/>
          </p:cNvSpPr>
          <p:nvPr>
            <p:ph type="title"/>
          </p:nvPr>
        </p:nvSpPr>
        <p:spPr/>
        <p:txBody>
          <a:bodyPr/>
          <a:lstStyle/>
          <a:p>
            <a:r>
              <a:rPr lang="en-US"/>
              <a:t>Grow’s foot notation</a:t>
            </a:r>
          </a:p>
        </p:txBody>
      </p:sp>
      <p:pic>
        <p:nvPicPr>
          <p:cNvPr id="7" name="Content Placeholder 6" descr="A diagram of a computer system&#10;&#10;Description automatically generated with medium confidence">
            <a:extLst>
              <a:ext uri="{FF2B5EF4-FFF2-40B4-BE49-F238E27FC236}">
                <a16:creationId xmlns:a16="http://schemas.microsoft.com/office/drawing/2014/main" id="{3D260AC0-9A92-0072-A393-99B8CB592E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6906" y="2286000"/>
            <a:ext cx="8370187" cy="3094038"/>
          </a:xfrm>
        </p:spPr>
      </p:pic>
      <p:sp>
        <p:nvSpPr>
          <p:cNvPr id="4" name="Date Placeholder 3">
            <a:extLst>
              <a:ext uri="{FF2B5EF4-FFF2-40B4-BE49-F238E27FC236}">
                <a16:creationId xmlns:a16="http://schemas.microsoft.com/office/drawing/2014/main" id="{A08A83CA-3153-94C3-8C34-5F4F112B30B8}"/>
              </a:ext>
            </a:extLst>
          </p:cNvPr>
          <p:cNvSpPr>
            <a:spLocks noGrp="1"/>
          </p:cNvSpPr>
          <p:nvPr>
            <p:ph type="dt" sz="half" idx="10"/>
          </p:nvPr>
        </p:nvSpPr>
        <p:spPr/>
        <p:txBody>
          <a:bodyPr/>
          <a:lstStyle/>
          <a:p>
            <a:pPr>
              <a:defRPr/>
            </a:pPr>
            <a:r>
              <a:rPr lang="en-US"/>
              <a:t>Bộ môn Hệ thống thông tin - Khoa CNTT</a:t>
            </a:r>
            <a:endParaRPr lang="en-US" altLang="en-US"/>
          </a:p>
        </p:txBody>
      </p:sp>
      <p:sp>
        <p:nvSpPr>
          <p:cNvPr id="5" name="Slide Number Placeholder 4">
            <a:extLst>
              <a:ext uri="{FF2B5EF4-FFF2-40B4-BE49-F238E27FC236}">
                <a16:creationId xmlns:a16="http://schemas.microsoft.com/office/drawing/2014/main" id="{1A1B4624-86D8-63BD-ACCE-DA45C086BC6A}"/>
              </a:ext>
            </a:extLst>
          </p:cNvPr>
          <p:cNvSpPr>
            <a:spLocks noGrp="1"/>
          </p:cNvSpPr>
          <p:nvPr>
            <p:ph type="sldNum" sz="quarter" idx="12"/>
          </p:nvPr>
        </p:nvSpPr>
        <p:spPr/>
        <p:txBody>
          <a:bodyPr/>
          <a:lstStyle/>
          <a:p>
            <a:pPr>
              <a:defRPr/>
            </a:pPr>
            <a:fld id="{C829124A-08A9-4D4E-B3E1-53AD02BA2154}" type="slidenum">
              <a:rPr lang="en-US" altLang="en-US"/>
              <a:pPr>
                <a:defRPr/>
              </a:pPr>
              <a:t>24</a:t>
            </a:fld>
            <a:endParaRPr lang="en-US" altLang="en-US"/>
          </a:p>
        </p:txBody>
      </p:sp>
    </p:spTree>
    <p:extLst>
      <p:ext uri="{BB962C8B-B14F-4D97-AF65-F5344CB8AC3E}">
        <p14:creationId xmlns:p14="http://schemas.microsoft.com/office/powerpoint/2010/main" val="37771803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5DEDB1B-88C2-430F-92EF-074120578B96}"/>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52226" name="Slide Number Placeholder 5">
            <a:extLst>
              <a:ext uri="{FF2B5EF4-FFF2-40B4-BE49-F238E27FC236}">
                <a16:creationId xmlns:a16="http://schemas.microsoft.com/office/drawing/2014/main" id="{AB87BAD9-7C1F-4ACA-9F44-650133808F2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9BC934B-82B4-4E55-8170-30EE80B3148E}" type="slidenum">
              <a:rPr lang="en-US" altLang="en-US">
                <a:latin typeface="Arial" panose="020B0604020202020204" pitchFamily="34" charset="0"/>
              </a:rPr>
              <a:pPr/>
              <a:t>25</a:t>
            </a:fld>
            <a:endParaRPr lang="en-US" altLang="en-US">
              <a:latin typeface="Arial" panose="020B0604020202020204" pitchFamily="34" charset="0"/>
            </a:endParaRPr>
          </a:p>
        </p:txBody>
      </p:sp>
      <p:sp>
        <p:nvSpPr>
          <p:cNvPr id="52227" name="Rectangle 2">
            <a:extLst>
              <a:ext uri="{FF2B5EF4-FFF2-40B4-BE49-F238E27FC236}">
                <a16:creationId xmlns:a16="http://schemas.microsoft.com/office/drawing/2014/main" id="{C7EED24E-52EB-4546-813E-5B3CD24FF4F5}"/>
              </a:ext>
            </a:extLst>
          </p:cNvPr>
          <p:cNvSpPr>
            <a:spLocks noGrp="1" noChangeArrowheads="1"/>
          </p:cNvSpPr>
          <p:nvPr>
            <p:ph type="title"/>
          </p:nvPr>
        </p:nvSpPr>
        <p:spPr>
          <a:xfrm>
            <a:off x="457200" y="354013"/>
            <a:ext cx="8229600" cy="620712"/>
          </a:xfrm>
        </p:spPr>
        <p:txBody>
          <a:bodyPr/>
          <a:lstStyle/>
          <a:p>
            <a:pPr eaLnBrk="1" hangingPunct="1"/>
            <a:r>
              <a:rPr lang="en-US" altLang="en-US" sz="3500"/>
              <a:t>Thuộc tính khóa</a:t>
            </a:r>
          </a:p>
        </p:txBody>
      </p:sp>
      <p:sp>
        <p:nvSpPr>
          <p:cNvPr id="52228" name="Rectangle 3">
            <a:extLst>
              <a:ext uri="{FF2B5EF4-FFF2-40B4-BE49-F238E27FC236}">
                <a16:creationId xmlns:a16="http://schemas.microsoft.com/office/drawing/2014/main" id="{679F6DD8-7A1C-4593-BB90-ED02FE8E3648}"/>
              </a:ext>
            </a:extLst>
          </p:cNvPr>
          <p:cNvSpPr>
            <a:spLocks noGrp="1" noChangeArrowheads="1"/>
          </p:cNvSpPr>
          <p:nvPr>
            <p:ph type="body" idx="1"/>
          </p:nvPr>
        </p:nvSpPr>
        <p:spPr>
          <a:xfrm>
            <a:off x="381000" y="1295400"/>
            <a:ext cx="8382000" cy="5105400"/>
          </a:xfrm>
        </p:spPr>
        <p:txBody>
          <a:bodyPr/>
          <a:lstStyle/>
          <a:p>
            <a:pPr eaLnBrk="1" hangingPunct="1"/>
            <a:r>
              <a:rPr lang="en-US" altLang="en-US" dirty="0" err="1"/>
              <a:t>Các</a:t>
            </a:r>
            <a:r>
              <a:rPr lang="en-US" altLang="en-US" dirty="0"/>
              <a:t> </a:t>
            </a:r>
            <a:r>
              <a:rPr lang="en-US" altLang="en-US" dirty="0" err="1"/>
              <a:t>thực</a:t>
            </a:r>
            <a:r>
              <a:rPr lang="en-US" altLang="en-US" dirty="0"/>
              <a:t> </a:t>
            </a:r>
            <a:r>
              <a:rPr lang="en-US" altLang="en-US" dirty="0" err="1"/>
              <a:t>thể</a:t>
            </a:r>
            <a:r>
              <a:rPr lang="en-US" altLang="en-US" dirty="0"/>
              <a:t> </a:t>
            </a:r>
            <a:r>
              <a:rPr lang="en-US" altLang="en-US" dirty="0" err="1"/>
              <a:t>trong</a:t>
            </a:r>
            <a:r>
              <a:rPr lang="en-US" altLang="en-US" dirty="0"/>
              <a:t> </a:t>
            </a:r>
            <a:r>
              <a:rPr lang="en-US" altLang="en-US" dirty="0" err="1"/>
              <a:t>tập</a:t>
            </a:r>
            <a:r>
              <a:rPr lang="en-US" altLang="en-US" dirty="0"/>
              <a:t> </a:t>
            </a:r>
            <a:r>
              <a:rPr lang="en-US" altLang="en-US" dirty="0" err="1"/>
              <a:t>thực</a:t>
            </a:r>
            <a:r>
              <a:rPr lang="en-US" altLang="en-US" dirty="0"/>
              <a:t> </a:t>
            </a:r>
            <a:r>
              <a:rPr lang="en-US" altLang="en-US" dirty="0" err="1"/>
              <a:t>thể</a:t>
            </a:r>
            <a:r>
              <a:rPr lang="en-US" altLang="en-US" dirty="0"/>
              <a:t> </a:t>
            </a:r>
            <a:r>
              <a:rPr lang="en-US" altLang="en-US" dirty="0" err="1"/>
              <a:t>cần</a:t>
            </a:r>
            <a:r>
              <a:rPr lang="en-US" altLang="en-US" dirty="0"/>
              <a:t> </a:t>
            </a:r>
            <a:r>
              <a:rPr lang="en-US" altLang="en-US" dirty="0" err="1"/>
              <a:t>phải</a:t>
            </a:r>
            <a:r>
              <a:rPr lang="en-US" altLang="en-US" dirty="0"/>
              <a:t> </a:t>
            </a:r>
            <a:r>
              <a:rPr lang="en-US" altLang="en-US" dirty="0" err="1"/>
              <a:t>được</a:t>
            </a:r>
            <a:r>
              <a:rPr lang="en-US" altLang="en-US" dirty="0"/>
              <a:t> </a:t>
            </a:r>
            <a:r>
              <a:rPr lang="en-US" altLang="en-US" dirty="0" err="1"/>
              <a:t>phân</a:t>
            </a:r>
            <a:r>
              <a:rPr lang="en-US" altLang="en-US" dirty="0"/>
              <a:t> </a:t>
            </a:r>
            <a:r>
              <a:rPr lang="en-US" altLang="en-US" dirty="0" err="1"/>
              <a:t>biệt</a:t>
            </a:r>
            <a:endParaRPr lang="en-US" altLang="en-US" dirty="0"/>
          </a:p>
          <a:p>
            <a:pPr eaLnBrk="1" hangingPunct="1"/>
            <a:r>
              <a:rPr lang="en-US" altLang="en-US" dirty="0" err="1"/>
              <a:t>Khóa</a:t>
            </a:r>
            <a:r>
              <a:rPr lang="en-US" altLang="en-US" dirty="0"/>
              <a:t> K </a:t>
            </a:r>
            <a:r>
              <a:rPr lang="en-US" altLang="en-US" dirty="0" err="1"/>
              <a:t>của</a:t>
            </a:r>
            <a:r>
              <a:rPr lang="en-US" altLang="en-US" dirty="0"/>
              <a:t> </a:t>
            </a:r>
            <a:r>
              <a:rPr lang="en-US" altLang="en-US" dirty="0" err="1"/>
              <a:t>tập</a:t>
            </a:r>
            <a:r>
              <a:rPr lang="en-US" altLang="en-US" dirty="0"/>
              <a:t> </a:t>
            </a:r>
            <a:r>
              <a:rPr lang="en-US" altLang="en-US" dirty="0" err="1"/>
              <a:t>thực</a:t>
            </a:r>
            <a:r>
              <a:rPr lang="en-US" altLang="en-US" dirty="0"/>
              <a:t> </a:t>
            </a:r>
            <a:r>
              <a:rPr lang="en-US" altLang="en-US" dirty="0" err="1"/>
              <a:t>thể</a:t>
            </a:r>
            <a:r>
              <a:rPr lang="en-US" altLang="en-US" dirty="0"/>
              <a:t> E </a:t>
            </a:r>
            <a:r>
              <a:rPr lang="en-US" altLang="en-US" dirty="0" err="1"/>
              <a:t>là</a:t>
            </a:r>
            <a:r>
              <a:rPr lang="en-US" altLang="en-US" dirty="0"/>
              <a:t> </a:t>
            </a:r>
            <a:r>
              <a:rPr lang="en-US" altLang="en-US" dirty="0" err="1">
                <a:highlight>
                  <a:srgbClr val="FFFF00"/>
                </a:highlight>
              </a:rPr>
              <a:t>một</a:t>
            </a:r>
            <a:r>
              <a:rPr lang="en-US" altLang="en-US" dirty="0">
                <a:highlight>
                  <a:srgbClr val="FFFF00"/>
                </a:highlight>
              </a:rPr>
              <a:t> hay </a:t>
            </a:r>
            <a:r>
              <a:rPr lang="en-US" altLang="en-US" dirty="0" err="1">
                <a:highlight>
                  <a:srgbClr val="FFFF00"/>
                </a:highlight>
              </a:rPr>
              <a:t>nhiều</a:t>
            </a:r>
            <a:r>
              <a:rPr lang="en-US" altLang="en-US" dirty="0">
                <a:highlight>
                  <a:srgbClr val="FFFF00"/>
                </a:highlight>
              </a:rPr>
              <a:t> </a:t>
            </a:r>
            <a:r>
              <a:rPr lang="en-US" altLang="en-US" dirty="0" err="1">
                <a:highlight>
                  <a:srgbClr val="FFFF00"/>
                </a:highlight>
              </a:rPr>
              <a:t>thuộc</a:t>
            </a:r>
            <a:r>
              <a:rPr lang="en-US" altLang="en-US" dirty="0">
                <a:highlight>
                  <a:srgbClr val="FFFF00"/>
                </a:highlight>
              </a:rPr>
              <a:t> </a:t>
            </a:r>
            <a:r>
              <a:rPr lang="en-US" altLang="en-US" dirty="0" err="1">
                <a:highlight>
                  <a:srgbClr val="FFFF00"/>
                </a:highlight>
              </a:rPr>
              <a:t>tính</a:t>
            </a:r>
            <a:r>
              <a:rPr lang="en-US" altLang="en-US" dirty="0"/>
              <a:t> </a:t>
            </a:r>
            <a:r>
              <a:rPr lang="en-US" altLang="en-US" dirty="0" err="1"/>
              <a:t>sao</a:t>
            </a:r>
            <a:r>
              <a:rPr lang="en-US" altLang="en-US" dirty="0"/>
              <a:t> </a:t>
            </a:r>
            <a:r>
              <a:rPr lang="en-US" altLang="en-US" dirty="0" err="1"/>
              <a:t>cho</a:t>
            </a:r>
            <a:r>
              <a:rPr lang="en-US" altLang="en-US" dirty="0"/>
              <a:t> </a:t>
            </a:r>
          </a:p>
          <a:p>
            <a:pPr lvl="1" eaLnBrk="1" hangingPunct="1"/>
            <a:r>
              <a:rPr lang="en-US" altLang="en-US" dirty="0" err="1"/>
              <a:t>Lấy</a:t>
            </a:r>
            <a:r>
              <a:rPr lang="en-US" altLang="en-US" dirty="0"/>
              <a:t> ra 2 </a:t>
            </a:r>
            <a:r>
              <a:rPr lang="en-US" altLang="en-US" dirty="0" err="1"/>
              <a:t>thực</a:t>
            </a:r>
            <a:r>
              <a:rPr lang="en-US" altLang="en-US" dirty="0"/>
              <a:t> </a:t>
            </a:r>
            <a:r>
              <a:rPr lang="en-US" altLang="en-US" dirty="0" err="1"/>
              <a:t>thể</a:t>
            </a:r>
            <a:r>
              <a:rPr lang="en-US" altLang="en-US" dirty="0"/>
              <a:t> </a:t>
            </a:r>
            <a:r>
              <a:rPr lang="en-US" altLang="en-US" dirty="0" err="1"/>
              <a:t>bất</a:t>
            </a:r>
            <a:r>
              <a:rPr lang="en-US" altLang="en-US" dirty="0"/>
              <a:t> </a:t>
            </a:r>
            <a:r>
              <a:rPr lang="en-US" altLang="en-US" dirty="0" err="1"/>
              <a:t>kỳ</a:t>
            </a:r>
            <a:r>
              <a:rPr lang="en-US" altLang="en-US" dirty="0"/>
              <a:t> e</a:t>
            </a:r>
            <a:r>
              <a:rPr lang="en-US" altLang="en-US" baseline="-25000" dirty="0"/>
              <a:t>1</a:t>
            </a:r>
            <a:r>
              <a:rPr lang="en-US" altLang="en-US" dirty="0"/>
              <a:t>, </a:t>
            </a:r>
            <a:r>
              <a:rPr lang="en-US" altLang="en-US" dirty="0" err="1"/>
              <a:t>và</a:t>
            </a:r>
            <a:r>
              <a:rPr lang="en-US" altLang="en-US" dirty="0"/>
              <a:t> e</a:t>
            </a:r>
            <a:r>
              <a:rPr lang="en-US" altLang="en-US" baseline="-25000" dirty="0"/>
              <a:t>2</a:t>
            </a:r>
            <a:r>
              <a:rPr lang="en-US" altLang="en-US" dirty="0"/>
              <a:t> </a:t>
            </a:r>
            <a:r>
              <a:rPr lang="en-US" altLang="en-US" dirty="0" err="1"/>
              <a:t>trong</a:t>
            </a:r>
            <a:r>
              <a:rPr lang="en-US" altLang="en-US" dirty="0"/>
              <a:t> E</a:t>
            </a:r>
          </a:p>
          <a:p>
            <a:pPr lvl="1" eaLnBrk="1" hangingPunct="1"/>
            <a:r>
              <a:rPr lang="en-US" altLang="en-US" dirty="0" err="1"/>
              <a:t>Thì</a:t>
            </a:r>
            <a:r>
              <a:rPr lang="en-US" altLang="en-US" dirty="0"/>
              <a:t> e</a:t>
            </a:r>
            <a:r>
              <a:rPr lang="en-US" altLang="en-US" baseline="-25000" dirty="0"/>
              <a:t>1</a:t>
            </a:r>
            <a:r>
              <a:rPr lang="en-US" altLang="en-US" dirty="0"/>
              <a:t> </a:t>
            </a:r>
            <a:r>
              <a:rPr lang="en-US" altLang="en-US" dirty="0" err="1"/>
              <a:t>và</a:t>
            </a:r>
            <a:r>
              <a:rPr lang="en-US" altLang="en-US" dirty="0"/>
              <a:t> e</a:t>
            </a:r>
            <a:r>
              <a:rPr lang="en-US" altLang="en-US" baseline="-25000" dirty="0"/>
              <a:t>2</a:t>
            </a:r>
            <a:r>
              <a:rPr lang="en-US" altLang="en-US" dirty="0"/>
              <a:t> </a:t>
            </a:r>
            <a:r>
              <a:rPr lang="en-US" altLang="en-US" dirty="0" err="1">
                <a:highlight>
                  <a:srgbClr val="FFFF00"/>
                </a:highlight>
              </a:rPr>
              <a:t>không</a:t>
            </a:r>
            <a:r>
              <a:rPr lang="en-US" altLang="en-US" dirty="0">
                <a:highlight>
                  <a:srgbClr val="FFFF00"/>
                </a:highlight>
              </a:rPr>
              <a:t> </a:t>
            </a:r>
            <a:r>
              <a:rPr lang="en-US" altLang="en-US" dirty="0" err="1">
                <a:highlight>
                  <a:srgbClr val="FFFF00"/>
                </a:highlight>
              </a:rPr>
              <a:t>thể</a:t>
            </a:r>
            <a:r>
              <a:rPr lang="en-US" altLang="en-US" dirty="0">
                <a:highlight>
                  <a:srgbClr val="FFFF00"/>
                </a:highlight>
              </a:rPr>
              <a:t> </a:t>
            </a:r>
            <a:r>
              <a:rPr lang="en-US" altLang="en-US" dirty="0" err="1">
                <a:highlight>
                  <a:srgbClr val="FFFF00"/>
                </a:highlight>
              </a:rPr>
              <a:t>có</a:t>
            </a:r>
            <a:r>
              <a:rPr lang="en-US" altLang="en-US" dirty="0">
                <a:highlight>
                  <a:srgbClr val="FFFF00"/>
                </a:highlight>
              </a:rPr>
              <a:t> </a:t>
            </a:r>
            <a:r>
              <a:rPr lang="en-US" altLang="en-US" dirty="0" err="1">
                <a:highlight>
                  <a:srgbClr val="FFFF00"/>
                </a:highlight>
              </a:rPr>
              <a:t>các</a:t>
            </a:r>
            <a:r>
              <a:rPr lang="en-US" altLang="en-US" dirty="0">
                <a:highlight>
                  <a:srgbClr val="FFFF00"/>
                </a:highlight>
              </a:rPr>
              <a:t> </a:t>
            </a:r>
            <a:r>
              <a:rPr lang="en-US" altLang="en-US" dirty="0" err="1">
                <a:highlight>
                  <a:srgbClr val="FFFF00"/>
                </a:highlight>
              </a:rPr>
              <a:t>giá</a:t>
            </a:r>
            <a:r>
              <a:rPr lang="en-US" altLang="en-US" dirty="0">
                <a:highlight>
                  <a:srgbClr val="FFFF00"/>
                </a:highlight>
              </a:rPr>
              <a:t> </a:t>
            </a:r>
            <a:r>
              <a:rPr lang="en-US" altLang="en-US" dirty="0" err="1">
                <a:highlight>
                  <a:srgbClr val="FFFF00"/>
                </a:highlight>
              </a:rPr>
              <a:t>trị</a:t>
            </a:r>
            <a:r>
              <a:rPr lang="en-US" altLang="en-US" dirty="0">
                <a:highlight>
                  <a:srgbClr val="FFFF00"/>
                </a:highlight>
              </a:rPr>
              <a:t> </a:t>
            </a:r>
            <a:r>
              <a:rPr lang="en-US" altLang="en-US" dirty="0" err="1">
                <a:highlight>
                  <a:srgbClr val="FFFF00"/>
                </a:highlight>
              </a:rPr>
              <a:t>giống</a:t>
            </a:r>
            <a:r>
              <a:rPr lang="en-US" altLang="en-US" dirty="0">
                <a:highlight>
                  <a:srgbClr val="FFFF00"/>
                </a:highlight>
              </a:rPr>
              <a:t> </a:t>
            </a:r>
            <a:r>
              <a:rPr lang="en-US" altLang="en-US" dirty="0" err="1">
                <a:highlight>
                  <a:srgbClr val="FFFF00"/>
                </a:highlight>
              </a:rPr>
              <a:t>nhau</a:t>
            </a:r>
            <a:r>
              <a:rPr lang="en-US" altLang="en-US" dirty="0"/>
              <a:t> </a:t>
            </a:r>
            <a:r>
              <a:rPr lang="en-US" altLang="en-US" dirty="0" err="1"/>
              <a:t>tại</a:t>
            </a:r>
            <a:r>
              <a:rPr lang="en-US" altLang="en-US" dirty="0"/>
              <a:t> </a:t>
            </a:r>
            <a:r>
              <a:rPr lang="en-US" altLang="en-US" dirty="0" err="1"/>
              <a:t>các</a:t>
            </a:r>
            <a:r>
              <a:rPr lang="en-US" altLang="en-US" dirty="0"/>
              <a:t> </a:t>
            </a:r>
            <a:r>
              <a:rPr lang="en-US" altLang="en-US" dirty="0" err="1"/>
              <a:t>thuộc</a:t>
            </a:r>
            <a:r>
              <a:rPr lang="en-US" altLang="en-US" dirty="0"/>
              <a:t> </a:t>
            </a:r>
            <a:r>
              <a:rPr lang="en-US" altLang="en-US" dirty="0" err="1"/>
              <a:t>tính</a:t>
            </a:r>
            <a:r>
              <a:rPr lang="en-US" altLang="en-US" dirty="0"/>
              <a:t> </a:t>
            </a:r>
            <a:r>
              <a:rPr lang="en-US" altLang="en-US" dirty="0" err="1"/>
              <a:t>trong</a:t>
            </a:r>
            <a:r>
              <a:rPr lang="en-US" altLang="en-US" dirty="0"/>
              <a:t> K</a:t>
            </a:r>
          </a:p>
          <a:p>
            <a:pPr eaLnBrk="1" hangingPunct="1"/>
            <a:r>
              <a:rPr lang="en-US" altLang="en-US" dirty="0" err="1"/>
              <a:t>Chú</a:t>
            </a:r>
            <a:r>
              <a:rPr lang="en-US" altLang="en-US" dirty="0"/>
              <a:t> ý</a:t>
            </a:r>
          </a:p>
          <a:p>
            <a:pPr lvl="1" eaLnBrk="1" hangingPunct="1"/>
            <a:r>
              <a:rPr lang="en-US" altLang="en-US" dirty="0" err="1"/>
              <a:t>Mỗi</a:t>
            </a:r>
            <a:r>
              <a:rPr lang="en-US" altLang="en-US" dirty="0"/>
              <a:t> </a:t>
            </a:r>
            <a:r>
              <a:rPr lang="en-US" altLang="en-US" dirty="0" err="1"/>
              <a:t>tập</a:t>
            </a:r>
            <a:r>
              <a:rPr lang="en-US" altLang="en-US" dirty="0"/>
              <a:t> </a:t>
            </a:r>
            <a:r>
              <a:rPr lang="en-US" altLang="en-US" dirty="0" err="1"/>
              <a:t>thực</a:t>
            </a:r>
            <a:r>
              <a:rPr lang="en-US" altLang="en-US" dirty="0"/>
              <a:t> </a:t>
            </a:r>
            <a:r>
              <a:rPr lang="en-US" altLang="en-US" dirty="0" err="1"/>
              <a:t>thể</a:t>
            </a:r>
            <a:r>
              <a:rPr lang="en-US" altLang="en-US" dirty="0"/>
              <a:t> </a:t>
            </a:r>
            <a:r>
              <a:rPr lang="en-US" altLang="en-US" dirty="0" err="1"/>
              <a:t>phải</a:t>
            </a:r>
            <a:r>
              <a:rPr lang="en-US" altLang="en-US" dirty="0"/>
              <a:t> </a:t>
            </a:r>
            <a:r>
              <a:rPr lang="en-US" altLang="en-US" dirty="0" err="1"/>
              <a:t>có</a:t>
            </a:r>
            <a:r>
              <a:rPr lang="en-US" altLang="en-US" dirty="0"/>
              <a:t> 1 </a:t>
            </a:r>
            <a:r>
              <a:rPr lang="en-US" altLang="en-US" dirty="0" err="1"/>
              <a:t>khóa</a:t>
            </a:r>
            <a:endParaRPr lang="en-US" altLang="en-US" dirty="0"/>
          </a:p>
          <a:p>
            <a:pPr lvl="1" eaLnBrk="1" hangingPunct="1"/>
            <a:r>
              <a:rPr lang="en-US" altLang="en-US" dirty="0" err="1"/>
              <a:t>Một</a:t>
            </a:r>
            <a:r>
              <a:rPr lang="en-US" altLang="en-US" dirty="0"/>
              <a:t> </a:t>
            </a:r>
            <a:r>
              <a:rPr lang="en-US" altLang="en-US" dirty="0" err="1"/>
              <a:t>khóa</a:t>
            </a:r>
            <a:r>
              <a:rPr lang="en-US" altLang="en-US" dirty="0"/>
              <a:t> </a:t>
            </a:r>
            <a:r>
              <a:rPr lang="en-US" altLang="en-US" dirty="0" err="1"/>
              <a:t>có</a:t>
            </a:r>
            <a:r>
              <a:rPr lang="en-US" altLang="en-US" dirty="0"/>
              <a:t> </a:t>
            </a:r>
            <a:r>
              <a:rPr lang="en-US" altLang="en-US" dirty="0" err="1"/>
              <a:t>thể</a:t>
            </a:r>
            <a:r>
              <a:rPr lang="en-US" altLang="en-US" dirty="0"/>
              <a:t> </a:t>
            </a:r>
            <a:r>
              <a:rPr lang="en-US" altLang="en-US" dirty="0" err="1"/>
              <a:t>có</a:t>
            </a:r>
            <a:r>
              <a:rPr lang="en-US" altLang="en-US" dirty="0"/>
              <a:t> 1 hay </a:t>
            </a:r>
            <a:r>
              <a:rPr lang="en-US" altLang="en-US" dirty="0" err="1"/>
              <a:t>nhiều</a:t>
            </a:r>
            <a:r>
              <a:rPr lang="en-US" altLang="en-US" dirty="0"/>
              <a:t> </a:t>
            </a:r>
            <a:r>
              <a:rPr lang="en-US" altLang="en-US" dirty="0" err="1"/>
              <a:t>thuộc</a:t>
            </a:r>
            <a:r>
              <a:rPr lang="en-US" altLang="en-US" dirty="0"/>
              <a:t> </a:t>
            </a:r>
            <a:r>
              <a:rPr lang="en-US" altLang="en-US" dirty="0" err="1"/>
              <a:t>tính</a:t>
            </a:r>
            <a:endParaRPr lang="en-US" altLang="en-US" dirty="0"/>
          </a:p>
          <a:p>
            <a:pPr lvl="1" eaLnBrk="1" hangingPunct="1"/>
            <a:r>
              <a:rPr lang="en-US" altLang="en-US" dirty="0"/>
              <a:t>Có </a:t>
            </a:r>
            <a:r>
              <a:rPr lang="en-US" altLang="en-US" dirty="0" err="1"/>
              <a:t>thể</a:t>
            </a:r>
            <a:r>
              <a:rPr lang="en-US" altLang="en-US" dirty="0"/>
              <a:t> </a:t>
            </a:r>
            <a:r>
              <a:rPr lang="en-US" altLang="en-US" dirty="0" err="1"/>
              <a:t>có</a:t>
            </a:r>
            <a:r>
              <a:rPr lang="en-US" altLang="en-US" dirty="0"/>
              <a:t> </a:t>
            </a:r>
            <a:r>
              <a:rPr lang="en-US" altLang="en-US" dirty="0" err="1"/>
              <a:t>nhiều</a:t>
            </a:r>
            <a:r>
              <a:rPr lang="en-US" altLang="en-US" dirty="0"/>
              <a:t> </a:t>
            </a:r>
            <a:r>
              <a:rPr lang="en-US" altLang="en-US" dirty="0" err="1"/>
              <a:t>khóa</a:t>
            </a:r>
            <a:r>
              <a:rPr lang="en-US" altLang="en-US" dirty="0"/>
              <a:t> </a:t>
            </a:r>
            <a:r>
              <a:rPr lang="en-US" altLang="en-US" dirty="0" err="1"/>
              <a:t>trong</a:t>
            </a:r>
            <a:r>
              <a:rPr lang="en-US" altLang="en-US" dirty="0"/>
              <a:t> 1 </a:t>
            </a:r>
            <a:r>
              <a:rPr lang="en-US" altLang="en-US" dirty="0" err="1"/>
              <a:t>tập</a:t>
            </a:r>
            <a:r>
              <a:rPr lang="en-US" altLang="en-US" dirty="0"/>
              <a:t> </a:t>
            </a:r>
            <a:r>
              <a:rPr lang="en-US" altLang="en-US" dirty="0" err="1"/>
              <a:t>thực</a:t>
            </a:r>
            <a:r>
              <a:rPr lang="en-US" altLang="en-US" dirty="0"/>
              <a:t> </a:t>
            </a:r>
            <a:r>
              <a:rPr lang="en-US" altLang="en-US" dirty="0" err="1"/>
              <a:t>thể</a:t>
            </a:r>
            <a:r>
              <a:rPr lang="en-US" altLang="en-US" dirty="0"/>
              <a:t>, ta </a:t>
            </a:r>
            <a:r>
              <a:rPr lang="en-US" altLang="en-US" dirty="0" err="1"/>
              <a:t>sẽ</a:t>
            </a:r>
            <a:r>
              <a:rPr lang="en-US" altLang="en-US" dirty="0"/>
              <a:t> </a:t>
            </a:r>
            <a:r>
              <a:rPr lang="en-US" altLang="en-US" dirty="0" err="1"/>
              <a:t>chọn</a:t>
            </a:r>
            <a:r>
              <a:rPr lang="en-US" altLang="en-US" dirty="0"/>
              <a:t> ra 1 </a:t>
            </a:r>
            <a:r>
              <a:rPr lang="en-US" altLang="en-US" dirty="0" err="1"/>
              <a:t>khóa</a:t>
            </a:r>
            <a:r>
              <a:rPr lang="en-US" altLang="en-US" dirty="0"/>
              <a:t> </a:t>
            </a:r>
            <a:r>
              <a:rPr lang="en-US" altLang="en-US" dirty="0" err="1"/>
              <a:t>làm</a:t>
            </a:r>
            <a:r>
              <a:rPr lang="en-US" altLang="en-US" dirty="0"/>
              <a:t> </a:t>
            </a:r>
            <a:r>
              <a:rPr lang="en-US" altLang="en-US" dirty="0" err="1"/>
              <a:t>khóa</a:t>
            </a:r>
            <a:r>
              <a:rPr lang="en-US" altLang="en-US" dirty="0"/>
              <a:t> </a:t>
            </a:r>
            <a:r>
              <a:rPr lang="en-US" altLang="en-US" dirty="0" err="1"/>
              <a:t>chính</a:t>
            </a:r>
            <a:r>
              <a:rPr lang="en-US" altLang="en-US" dirty="0"/>
              <a:t> </a:t>
            </a:r>
            <a:r>
              <a:rPr lang="en-US" altLang="en-US" dirty="0" err="1"/>
              <a:t>cho</a:t>
            </a:r>
            <a:r>
              <a:rPr lang="en-US" altLang="en-US" dirty="0"/>
              <a:t> </a:t>
            </a:r>
            <a:r>
              <a:rPr lang="en-US" altLang="en-US" dirty="0" err="1"/>
              <a:t>tập</a:t>
            </a:r>
            <a:r>
              <a:rPr lang="en-US" altLang="en-US" dirty="0"/>
              <a:t> </a:t>
            </a:r>
            <a:r>
              <a:rPr lang="en-US" altLang="en-US" dirty="0" err="1"/>
              <a:t>thực</a:t>
            </a:r>
            <a:r>
              <a:rPr lang="en-US" altLang="en-US" dirty="0"/>
              <a:t> </a:t>
            </a:r>
            <a:r>
              <a:rPr lang="en-US" altLang="en-US" dirty="0" err="1"/>
              <a:t>thể</a:t>
            </a:r>
            <a:r>
              <a:rPr lang="en-US" altLang="en-US" dirty="0"/>
              <a:t> </a:t>
            </a:r>
            <a:r>
              <a:rPr lang="en-US" altLang="en-US" dirty="0" err="1"/>
              <a:t>đó</a:t>
            </a:r>
            <a:endParaRPr lang="en-US" altLang="en-US" dirty="0"/>
          </a:p>
          <a:p>
            <a:pPr lvl="1" eaLnBrk="1" hangingPunct="1"/>
            <a:endParaRPr lang="en-US"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Date Placeholder 3">
            <a:extLst>
              <a:ext uri="{FF2B5EF4-FFF2-40B4-BE49-F238E27FC236}">
                <a16:creationId xmlns:a16="http://schemas.microsoft.com/office/drawing/2014/main" id="{CC6D6852-0F32-4448-B0F0-02BA5A90F76C}"/>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54274" name="Slide Number Placeholder 5">
            <a:extLst>
              <a:ext uri="{FF2B5EF4-FFF2-40B4-BE49-F238E27FC236}">
                <a16:creationId xmlns:a16="http://schemas.microsoft.com/office/drawing/2014/main" id="{C06CE6E9-3091-43B0-8053-BDAC967475F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86C5AFF1-CA6D-4A18-BD7A-33514AC7E2D8}" type="slidenum">
              <a:rPr lang="en-US" altLang="en-US">
                <a:latin typeface="Arial" panose="020B0604020202020204" pitchFamily="34" charset="0"/>
              </a:rPr>
              <a:pPr/>
              <a:t>26</a:t>
            </a:fld>
            <a:endParaRPr lang="en-US" altLang="en-US">
              <a:latin typeface="Arial" panose="020B0604020202020204" pitchFamily="34" charset="0"/>
            </a:endParaRPr>
          </a:p>
        </p:txBody>
      </p:sp>
      <p:sp>
        <p:nvSpPr>
          <p:cNvPr id="54275" name="Rectangle 2">
            <a:extLst>
              <a:ext uri="{FF2B5EF4-FFF2-40B4-BE49-F238E27FC236}">
                <a16:creationId xmlns:a16="http://schemas.microsoft.com/office/drawing/2014/main" id="{59290508-418B-4F74-A897-3D591B3108CB}"/>
              </a:ext>
            </a:extLst>
          </p:cNvPr>
          <p:cNvSpPr>
            <a:spLocks noGrp="1" noChangeArrowheads="1"/>
          </p:cNvSpPr>
          <p:nvPr>
            <p:ph type="title"/>
          </p:nvPr>
        </p:nvSpPr>
        <p:spPr>
          <a:xfrm>
            <a:off x="457200" y="354013"/>
            <a:ext cx="8229600" cy="620712"/>
          </a:xfrm>
        </p:spPr>
        <p:txBody>
          <a:bodyPr/>
          <a:lstStyle/>
          <a:p>
            <a:pPr eaLnBrk="1" hangingPunct="1"/>
            <a:r>
              <a:rPr lang="en-US" altLang="en-US" sz="3500"/>
              <a:t>Ví dụ thuộc tính khóa </a:t>
            </a:r>
          </a:p>
        </p:txBody>
      </p:sp>
      <p:grpSp>
        <p:nvGrpSpPr>
          <p:cNvPr id="54276" name="Group 5">
            <a:extLst>
              <a:ext uri="{FF2B5EF4-FFF2-40B4-BE49-F238E27FC236}">
                <a16:creationId xmlns:a16="http://schemas.microsoft.com/office/drawing/2014/main" id="{5A1C0A2D-64C6-43E9-88AC-B26C184B3232}"/>
              </a:ext>
            </a:extLst>
          </p:cNvPr>
          <p:cNvGrpSpPr>
            <a:grpSpLocks/>
          </p:cNvGrpSpPr>
          <p:nvPr/>
        </p:nvGrpSpPr>
        <p:grpSpPr bwMode="auto">
          <a:xfrm>
            <a:off x="3187700" y="2362200"/>
            <a:ext cx="2755900" cy="685800"/>
            <a:chOff x="1864" y="960"/>
            <a:chExt cx="1736" cy="432"/>
          </a:xfrm>
        </p:grpSpPr>
        <p:grpSp>
          <p:nvGrpSpPr>
            <p:cNvPr id="54349" name="Group 6">
              <a:extLst>
                <a:ext uri="{FF2B5EF4-FFF2-40B4-BE49-F238E27FC236}">
                  <a16:creationId xmlns:a16="http://schemas.microsoft.com/office/drawing/2014/main" id="{8855E39B-7B5C-4786-B9F3-89E9B753F5F8}"/>
                </a:ext>
              </a:extLst>
            </p:cNvPr>
            <p:cNvGrpSpPr>
              <a:grpSpLocks/>
            </p:cNvGrpSpPr>
            <p:nvPr/>
          </p:nvGrpSpPr>
          <p:grpSpPr bwMode="auto">
            <a:xfrm>
              <a:off x="2208" y="960"/>
              <a:ext cx="1056" cy="432"/>
              <a:chOff x="3360" y="2880"/>
              <a:chExt cx="1056" cy="432"/>
            </a:xfrm>
          </p:grpSpPr>
          <p:sp>
            <p:nvSpPr>
              <p:cNvPr id="54352" name="AutoShape 7">
                <a:extLst>
                  <a:ext uri="{FF2B5EF4-FFF2-40B4-BE49-F238E27FC236}">
                    <a16:creationId xmlns:a16="http://schemas.microsoft.com/office/drawing/2014/main" id="{6D9A98F4-5953-40F1-9EDB-5FF111242BDD}"/>
                  </a:ext>
                </a:extLst>
              </p:cNvPr>
              <p:cNvSpPr>
                <a:spLocks noChangeArrowheads="1"/>
              </p:cNvSpPr>
              <p:nvPr/>
            </p:nvSpPr>
            <p:spPr bwMode="auto">
              <a:xfrm>
                <a:off x="3360" y="2880"/>
                <a:ext cx="1056" cy="432"/>
              </a:xfrm>
              <a:prstGeom prst="flowChartDecision">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4353" name="Text Box 8">
                <a:extLst>
                  <a:ext uri="{FF2B5EF4-FFF2-40B4-BE49-F238E27FC236}">
                    <a16:creationId xmlns:a16="http://schemas.microsoft.com/office/drawing/2014/main" id="{2F65F0A7-FDA5-4FE1-9A67-D36480451909}"/>
                  </a:ext>
                </a:extLst>
              </p:cNvPr>
              <p:cNvSpPr txBox="1">
                <a:spLocks noChangeArrowheads="1"/>
              </p:cNvSpPr>
              <p:nvPr/>
            </p:nvSpPr>
            <p:spPr bwMode="auto">
              <a:xfrm>
                <a:off x="3456" y="2976"/>
                <a:ext cx="9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600"/>
                  <a:t>Lam_viec</a:t>
                </a:r>
              </a:p>
            </p:txBody>
          </p:sp>
        </p:grpSp>
        <p:sp>
          <p:nvSpPr>
            <p:cNvPr id="54350" name="Line 9">
              <a:extLst>
                <a:ext uri="{FF2B5EF4-FFF2-40B4-BE49-F238E27FC236}">
                  <a16:creationId xmlns:a16="http://schemas.microsoft.com/office/drawing/2014/main" id="{82087A63-CFFB-4A44-98B6-DB863C21E8F1}"/>
                </a:ext>
              </a:extLst>
            </p:cNvPr>
            <p:cNvSpPr>
              <a:spLocks noChangeShapeType="1"/>
            </p:cNvSpPr>
            <p:nvPr/>
          </p:nvSpPr>
          <p:spPr bwMode="auto">
            <a:xfrm>
              <a:off x="1864" y="1184"/>
              <a:ext cx="3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4351" name="Line 10">
              <a:extLst>
                <a:ext uri="{FF2B5EF4-FFF2-40B4-BE49-F238E27FC236}">
                  <a16:creationId xmlns:a16="http://schemas.microsoft.com/office/drawing/2014/main" id="{41C5F6CF-9963-4661-85C6-FC58D189920E}"/>
                </a:ext>
              </a:extLst>
            </p:cNvPr>
            <p:cNvSpPr>
              <a:spLocks noChangeShapeType="1"/>
            </p:cNvSpPr>
            <p:nvPr/>
          </p:nvSpPr>
          <p:spPr bwMode="auto">
            <a:xfrm>
              <a:off x="3264" y="1184"/>
              <a:ext cx="3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54277" name="Group 88">
            <a:extLst>
              <a:ext uri="{FF2B5EF4-FFF2-40B4-BE49-F238E27FC236}">
                <a16:creationId xmlns:a16="http://schemas.microsoft.com/office/drawing/2014/main" id="{F2EC8990-C773-4E55-ACF8-E8B7EBFF18E3}"/>
              </a:ext>
            </a:extLst>
          </p:cNvPr>
          <p:cNvGrpSpPr>
            <a:grpSpLocks/>
          </p:cNvGrpSpPr>
          <p:nvPr/>
        </p:nvGrpSpPr>
        <p:grpSpPr bwMode="auto">
          <a:xfrm>
            <a:off x="2819400" y="2895600"/>
            <a:ext cx="3505200" cy="1092200"/>
            <a:chOff x="1776" y="1824"/>
            <a:chExt cx="2208" cy="688"/>
          </a:xfrm>
        </p:grpSpPr>
        <p:grpSp>
          <p:nvGrpSpPr>
            <p:cNvPr id="54342" name="Group 87">
              <a:extLst>
                <a:ext uri="{FF2B5EF4-FFF2-40B4-BE49-F238E27FC236}">
                  <a16:creationId xmlns:a16="http://schemas.microsoft.com/office/drawing/2014/main" id="{797D3F0F-333C-4519-8C5C-83B1C2CF655E}"/>
                </a:ext>
              </a:extLst>
            </p:cNvPr>
            <p:cNvGrpSpPr>
              <a:grpSpLocks/>
            </p:cNvGrpSpPr>
            <p:nvPr/>
          </p:nvGrpSpPr>
          <p:grpSpPr bwMode="auto">
            <a:xfrm>
              <a:off x="2256" y="2080"/>
              <a:ext cx="1344" cy="432"/>
              <a:chOff x="2256" y="2080"/>
              <a:chExt cx="1344" cy="432"/>
            </a:xfrm>
          </p:grpSpPr>
          <p:sp>
            <p:nvSpPr>
              <p:cNvPr id="54347" name="AutoShape 13">
                <a:extLst>
                  <a:ext uri="{FF2B5EF4-FFF2-40B4-BE49-F238E27FC236}">
                    <a16:creationId xmlns:a16="http://schemas.microsoft.com/office/drawing/2014/main" id="{75A03320-379E-4D41-9859-0F89BDC74063}"/>
                  </a:ext>
                </a:extLst>
              </p:cNvPr>
              <p:cNvSpPr>
                <a:spLocks noChangeArrowheads="1"/>
              </p:cNvSpPr>
              <p:nvPr/>
            </p:nvSpPr>
            <p:spPr bwMode="auto">
              <a:xfrm>
                <a:off x="2256" y="2080"/>
                <a:ext cx="1344" cy="432"/>
              </a:xfrm>
              <a:prstGeom prst="flowChartDecision">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4348" name="Text Box 14">
                <a:extLst>
                  <a:ext uri="{FF2B5EF4-FFF2-40B4-BE49-F238E27FC236}">
                    <a16:creationId xmlns:a16="http://schemas.microsoft.com/office/drawing/2014/main" id="{3EECA0CA-8CEE-4045-9C07-22A8185F1BF7}"/>
                  </a:ext>
                </a:extLst>
              </p:cNvPr>
              <p:cNvSpPr txBox="1">
                <a:spLocks noChangeArrowheads="1"/>
              </p:cNvSpPr>
              <p:nvPr/>
            </p:nvSpPr>
            <p:spPr bwMode="auto">
              <a:xfrm>
                <a:off x="2352" y="2176"/>
                <a:ext cx="115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600"/>
                  <a:t>La_truong_phong</a:t>
                </a:r>
              </a:p>
            </p:txBody>
          </p:sp>
        </p:grpSp>
        <p:sp>
          <p:nvSpPr>
            <p:cNvPr id="54343" name="Line 15">
              <a:extLst>
                <a:ext uri="{FF2B5EF4-FFF2-40B4-BE49-F238E27FC236}">
                  <a16:creationId xmlns:a16="http://schemas.microsoft.com/office/drawing/2014/main" id="{31A8E9C1-DEAA-470F-9CDB-0668BA02657C}"/>
                </a:ext>
              </a:extLst>
            </p:cNvPr>
            <p:cNvSpPr>
              <a:spLocks noChangeShapeType="1"/>
            </p:cNvSpPr>
            <p:nvPr/>
          </p:nvSpPr>
          <p:spPr bwMode="auto">
            <a:xfrm>
              <a:off x="1776" y="1824"/>
              <a:ext cx="0"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4344" name="Line 16">
              <a:extLst>
                <a:ext uri="{FF2B5EF4-FFF2-40B4-BE49-F238E27FC236}">
                  <a16:creationId xmlns:a16="http://schemas.microsoft.com/office/drawing/2014/main" id="{2491F6ED-6643-4313-9097-72C73C2424AE}"/>
                </a:ext>
              </a:extLst>
            </p:cNvPr>
            <p:cNvSpPr>
              <a:spLocks noChangeShapeType="1"/>
            </p:cNvSpPr>
            <p:nvPr/>
          </p:nvSpPr>
          <p:spPr bwMode="auto">
            <a:xfrm>
              <a:off x="3984" y="1824"/>
              <a:ext cx="0"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4345" name="Line 17">
              <a:extLst>
                <a:ext uri="{FF2B5EF4-FFF2-40B4-BE49-F238E27FC236}">
                  <a16:creationId xmlns:a16="http://schemas.microsoft.com/office/drawing/2014/main" id="{E7DFEFC3-AD55-416B-9E0A-6BC898BEFA58}"/>
                </a:ext>
              </a:extLst>
            </p:cNvPr>
            <p:cNvSpPr>
              <a:spLocks noChangeShapeType="1"/>
            </p:cNvSpPr>
            <p:nvPr/>
          </p:nvSpPr>
          <p:spPr bwMode="auto">
            <a:xfrm>
              <a:off x="1776" y="2304"/>
              <a:ext cx="4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4346" name="Line 18">
              <a:extLst>
                <a:ext uri="{FF2B5EF4-FFF2-40B4-BE49-F238E27FC236}">
                  <a16:creationId xmlns:a16="http://schemas.microsoft.com/office/drawing/2014/main" id="{8A1526F7-93A9-4362-B903-0104A6665D9C}"/>
                </a:ext>
              </a:extLst>
            </p:cNvPr>
            <p:cNvSpPr>
              <a:spLocks noChangeShapeType="1"/>
            </p:cNvSpPr>
            <p:nvPr/>
          </p:nvSpPr>
          <p:spPr bwMode="auto">
            <a:xfrm>
              <a:off x="3600" y="2304"/>
              <a:ext cx="3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grpSp>
        <p:nvGrpSpPr>
          <p:cNvPr id="54278" name="Group 19">
            <a:extLst>
              <a:ext uri="{FF2B5EF4-FFF2-40B4-BE49-F238E27FC236}">
                <a16:creationId xmlns:a16="http://schemas.microsoft.com/office/drawing/2014/main" id="{5387C820-F1BC-44AE-8F05-63B6C1B6C7C7}"/>
              </a:ext>
            </a:extLst>
          </p:cNvPr>
          <p:cNvGrpSpPr>
            <a:grpSpLocks/>
          </p:cNvGrpSpPr>
          <p:nvPr/>
        </p:nvGrpSpPr>
        <p:grpSpPr bwMode="auto">
          <a:xfrm>
            <a:off x="1524000" y="2895600"/>
            <a:ext cx="4419600" cy="2895600"/>
            <a:chOff x="816" y="1584"/>
            <a:chExt cx="2784" cy="1824"/>
          </a:xfrm>
        </p:grpSpPr>
        <p:grpSp>
          <p:nvGrpSpPr>
            <p:cNvPr id="54337" name="Group 20">
              <a:extLst>
                <a:ext uri="{FF2B5EF4-FFF2-40B4-BE49-F238E27FC236}">
                  <a16:creationId xmlns:a16="http://schemas.microsoft.com/office/drawing/2014/main" id="{91B43D79-D4F8-4B90-A88F-0216D4D316B5}"/>
                </a:ext>
              </a:extLst>
            </p:cNvPr>
            <p:cNvGrpSpPr>
              <a:grpSpLocks/>
            </p:cNvGrpSpPr>
            <p:nvPr/>
          </p:nvGrpSpPr>
          <p:grpSpPr bwMode="auto">
            <a:xfrm>
              <a:off x="816" y="2976"/>
              <a:ext cx="1056" cy="432"/>
              <a:chOff x="1248" y="2400"/>
              <a:chExt cx="1056" cy="432"/>
            </a:xfrm>
          </p:grpSpPr>
          <p:sp>
            <p:nvSpPr>
              <p:cNvPr id="54340" name="AutoShape 21">
                <a:extLst>
                  <a:ext uri="{FF2B5EF4-FFF2-40B4-BE49-F238E27FC236}">
                    <a16:creationId xmlns:a16="http://schemas.microsoft.com/office/drawing/2014/main" id="{F3269DCB-97A0-4DFF-AA2A-65349A53802D}"/>
                  </a:ext>
                </a:extLst>
              </p:cNvPr>
              <p:cNvSpPr>
                <a:spLocks noChangeArrowheads="1"/>
              </p:cNvSpPr>
              <p:nvPr/>
            </p:nvSpPr>
            <p:spPr bwMode="auto">
              <a:xfrm>
                <a:off x="1248" y="2400"/>
                <a:ext cx="1056" cy="432"/>
              </a:xfrm>
              <a:prstGeom prst="flowChartDecision">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4341" name="Text Box 22">
                <a:extLst>
                  <a:ext uri="{FF2B5EF4-FFF2-40B4-BE49-F238E27FC236}">
                    <a16:creationId xmlns:a16="http://schemas.microsoft.com/office/drawing/2014/main" id="{B6740857-A888-473C-85F7-AFDF46FDB280}"/>
                  </a:ext>
                </a:extLst>
              </p:cNvPr>
              <p:cNvSpPr txBox="1">
                <a:spLocks noChangeArrowheads="1"/>
              </p:cNvSpPr>
              <p:nvPr/>
            </p:nvSpPr>
            <p:spPr bwMode="auto">
              <a:xfrm>
                <a:off x="1344" y="2496"/>
                <a:ext cx="9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600"/>
                  <a:t>Phan_cong</a:t>
                </a:r>
              </a:p>
            </p:txBody>
          </p:sp>
        </p:grpSp>
        <p:sp>
          <p:nvSpPr>
            <p:cNvPr id="54338" name="Line 23">
              <a:extLst>
                <a:ext uri="{FF2B5EF4-FFF2-40B4-BE49-F238E27FC236}">
                  <a16:creationId xmlns:a16="http://schemas.microsoft.com/office/drawing/2014/main" id="{44E03AF0-938F-4E66-A552-4A3EDDC0D767}"/>
                </a:ext>
              </a:extLst>
            </p:cNvPr>
            <p:cNvSpPr>
              <a:spLocks noChangeShapeType="1"/>
            </p:cNvSpPr>
            <p:nvPr/>
          </p:nvSpPr>
          <p:spPr bwMode="auto">
            <a:xfrm>
              <a:off x="1344" y="1584"/>
              <a:ext cx="0" cy="13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4339" name="Line 24">
              <a:extLst>
                <a:ext uri="{FF2B5EF4-FFF2-40B4-BE49-F238E27FC236}">
                  <a16:creationId xmlns:a16="http://schemas.microsoft.com/office/drawing/2014/main" id="{B7E821F3-2233-480B-A51C-D4A0B44F48FC}"/>
                </a:ext>
              </a:extLst>
            </p:cNvPr>
            <p:cNvSpPr>
              <a:spLocks noChangeShapeType="1"/>
            </p:cNvSpPr>
            <p:nvPr/>
          </p:nvSpPr>
          <p:spPr bwMode="auto">
            <a:xfrm>
              <a:off x="1872" y="3200"/>
              <a:ext cx="172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sp>
        <p:nvSpPr>
          <p:cNvPr id="54279" name="Text Box 26">
            <a:extLst>
              <a:ext uri="{FF2B5EF4-FFF2-40B4-BE49-F238E27FC236}">
                <a16:creationId xmlns:a16="http://schemas.microsoft.com/office/drawing/2014/main" id="{905F0F99-6360-4519-B14F-4AD8C264F598}"/>
              </a:ext>
            </a:extLst>
          </p:cNvPr>
          <p:cNvSpPr txBox="1">
            <a:spLocks noChangeArrowheads="1"/>
          </p:cNvSpPr>
          <p:nvPr/>
        </p:nvSpPr>
        <p:spPr bwMode="auto">
          <a:xfrm>
            <a:off x="1574800" y="2514600"/>
            <a:ext cx="1600200" cy="379413"/>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NHANVIEN</a:t>
            </a:r>
          </a:p>
        </p:txBody>
      </p:sp>
      <p:grpSp>
        <p:nvGrpSpPr>
          <p:cNvPr id="54280" name="Group 27">
            <a:extLst>
              <a:ext uri="{FF2B5EF4-FFF2-40B4-BE49-F238E27FC236}">
                <a16:creationId xmlns:a16="http://schemas.microsoft.com/office/drawing/2014/main" id="{4BC1C7DE-9407-4FAF-A044-AB7B76C61736}"/>
              </a:ext>
            </a:extLst>
          </p:cNvPr>
          <p:cNvGrpSpPr>
            <a:grpSpLocks/>
          </p:cNvGrpSpPr>
          <p:nvPr/>
        </p:nvGrpSpPr>
        <p:grpSpPr bwMode="auto">
          <a:xfrm>
            <a:off x="457200" y="2590800"/>
            <a:ext cx="838200" cy="381000"/>
            <a:chOff x="192" y="1080"/>
            <a:chExt cx="528" cy="240"/>
          </a:xfrm>
        </p:grpSpPr>
        <p:sp>
          <p:nvSpPr>
            <p:cNvPr id="54335" name="Oval 28">
              <a:extLst>
                <a:ext uri="{FF2B5EF4-FFF2-40B4-BE49-F238E27FC236}">
                  <a16:creationId xmlns:a16="http://schemas.microsoft.com/office/drawing/2014/main" id="{923B93B4-9A93-42F9-AB02-A364FD3D9228}"/>
                </a:ext>
              </a:extLst>
            </p:cNvPr>
            <p:cNvSpPr>
              <a:spLocks noChangeArrowheads="1"/>
            </p:cNvSpPr>
            <p:nvPr/>
          </p:nvSpPr>
          <p:spPr bwMode="auto">
            <a:xfrm>
              <a:off x="192" y="1080"/>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4336" name="Text Box 29">
              <a:extLst>
                <a:ext uri="{FF2B5EF4-FFF2-40B4-BE49-F238E27FC236}">
                  <a16:creationId xmlns:a16="http://schemas.microsoft.com/office/drawing/2014/main" id="{341CAF06-8F98-4DD2-A65A-86AEF96B5608}"/>
                </a:ext>
              </a:extLst>
            </p:cNvPr>
            <p:cNvSpPr txBox="1">
              <a:spLocks noChangeArrowheads="1"/>
            </p:cNvSpPr>
            <p:nvPr/>
          </p:nvSpPr>
          <p:spPr bwMode="auto">
            <a:xfrm>
              <a:off x="192" y="1104"/>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TENNV</a:t>
              </a:r>
            </a:p>
          </p:txBody>
        </p:sp>
      </p:grpSp>
      <p:grpSp>
        <p:nvGrpSpPr>
          <p:cNvPr id="54281" name="Group 30">
            <a:extLst>
              <a:ext uri="{FF2B5EF4-FFF2-40B4-BE49-F238E27FC236}">
                <a16:creationId xmlns:a16="http://schemas.microsoft.com/office/drawing/2014/main" id="{326D73F4-CEED-4697-A656-BE0CC6F6138F}"/>
              </a:ext>
            </a:extLst>
          </p:cNvPr>
          <p:cNvGrpSpPr>
            <a:grpSpLocks/>
          </p:cNvGrpSpPr>
          <p:nvPr/>
        </p:nvGrpSpPr>
        <p:grpSpPr bwMode="auto">
          <a:xfrm>
            <a:off x="1295400" y="1676400"/>
            <a:ext cx="914400" cy="381000"/>
            <a:chOff x="864" y="840"/>
            <a:chExt cx="576" cy="240"/>
          </a:xfrm>
        </p:grpSpPr>
        <p:sp>
          <p:nvSpPr>
            <p:cNvPr id="54333" name="Oval 31">
              <a:extLst>
                <a:ext uri="{FF2B5EF4-FFF2-40B4-BE49-F238E27FC236}">
                  <a16:creationId xmlns:a16="http://schemas.microsoft.com/office/drawing/2014/main" id="{22420B89-563C-4A3E-9BF5-E4FBA00FD07A}"/>
                </a:ext>
              </a:extLst>
            </p:cNvPr>
            <p:cNvSpPr>
              <a:spLocks noChangeArrowheads="1"/>
            </p:cNvSpPr>
            <p:nvPr/>
          </p:nvSpPr>
          <p:spPr bwMode="auto">
            <a:xfrm>
              <a:off x="888" y="840"/>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4334" name="Text Box 32">
              <a:extLst>
                <a:ext uri="{FF2B5EF4-FFF2-40B4-BE49-F238E27FC236}">
                  <a16:creationId xmlns:a16="http://schemas.microsoft.com/office/drawing/2014/main" id="{E83CF95C-74BC-44FE-BE6B-95DAE48CFA84}"/>
                </a:ext>
              </a:extLst>
            </p:cNvPr>
            <p:cNvSpPr txBox="1">
              <a:spLocks noChangeArrowheads="1"/>
            </p:cNvSpPr>
            <p:nvPr/>
          </p:nvSpPr>
          <p:spPr bwMode="auto">
            <a:xfrm>
              <a:off x="864" y="864"/>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NGSINH</a:t>
              </a:r>
            </a:p>
          </p:txBody>
        </p:sp>
      </p:grpSp>
      <p:grpSp>
        <p:nvGrpSpPr>
          <p:cNvPr id="54282" name="Group 33">
            <a:extLst>
              <a:ext uri="{FF2B5EF4-FFF2-40B4-BE49-F238E27FC236}">
                <a16:creationId xmlns:a16="http://schemas.microsoft.com/office/drawing/2014/main" id="{C2885A3A-7669-4CB5-ACF9-CBAC9BEBE4BD}"/>
              </a:ext>
            </a:extLst>
          </p:cNvPr>
          <p:cNvGrpSpPr>
            <a:grpSpLocks/>
          </p:cNvGrpSpPr>
          <p:nvPr/>
        </p:nvGrpSpPr>
        <p:grpSpPr bwMode="auto">
          <a:xfrm>
            <a:off x="3200400" y="1676400"/>
            <a:ext cx="876300" cy="381000"/>
            <a:chOff x="3888" y="3792"/>
            <a:chExt cx="552" cy="240"/>
          </a:xfrm>
        </p:grpSpPr>
        <p:sp>
          <p:nvSpPr>
            <p:cNvPr id="54331" name="Oval 34">
              <a:extLst>
                <a:ext uri="{FF2B5EF4-FFF2-40B4-BE49-F238E27FC236}">
                  <a16:creationId xmlns:a16="http://schemas.microsoft.com/office/drawing/2014/main" id="{3FCA98FA-8BFD-4917-B023-2887039AAB80}"/>
                </a:ext>
              </a:extLst>
            </p:cNvPr>
            <p:cNvSpPr>
              <a:spLocks noChangeArrowheads="1"/>
            </p:cNvSpPr>
            <p:nvPr/>
          </p:nvSpPr>
          <p:spPr bwMode="auto">
            <a:xfrm>
              <a:off x="3912" y="3792"/>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4332" name="Text Box 35">
              <a:extLst>
                <a:ext uri="{FF2B5EF4-FFF2-40B4-BE49-F238E27FC236}">
                  <a16:creationId xmlns:a16="http://schemas.microsoft.com/office/drawing/2014/main" id="{92717514-3969-4578-92E3-54D390C71B20}"/>
                </a:ext>
              </a:extLst>
            </p:cNvPr>
            <p:cNvSpPr txBox="1">
              <a:spLocks noChangeArrowheads="1"/>
            </p:cNvSpPr>
            <p:nvPr/>
          </p:nvSpPr>
          <p:spPr bwMode="auto">
            <a:xfrm>
              <a:off x="3888" y="3816"/>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DCHI</a:t>
              </a:r>
            </a:p>
          </p:txBody>
        </p:sp>
      </p:grpSp>
      <p:grpSp>
        <p:nvGrpSpPr>
          <p:cNvPr id="54283" name="Group 36">
            <a:extLst>
              <a:ext uri="{FF2B5EF4-FFF2-40B4-BE49-F238E27FC236}">
                <a16:creationId xmlns:a16="http://schemas.microsoft.com/office/drawing/2014/main" id="{EB2A9112-1D56-450D-9451-82041466ABCC}"/>
              </a:ext>
            </a:extLst>
          </p:cNvPr>
          <p:cNvGrpSpPr>
            <a:grpSpLocks/>
          </p:cNvGrpSpPr>
          <p:nvPr/>
        </p:nvGrpSpPr>
        <p:grpSpPr bwMode="auto">
          <a:xfrm>
            <a:off x="457200" y="3124200"/>
            <a:ext cx="838200" cy="381000"/>
            <a:chOff x="168" y="1416"/>
            <a:chExt cx="528" cy="240"/>
          </a:xfrm>
        </p:grpSpPr>
        <p:sp>
          <p:nvSpPr>
            <p:cNvPr id="54329" name="Oval 37">
              <a:extLst>
                <a:ext uri="{FF2B5EF4-FFF2-40B4-BE49-F238E27FC236}">
                  <a16:creationId xmlns:a16="http://schemas.microsoft.com/office/drawing/2014/main" id="{788EB707-80BD-4E68-956F-B911FF9E0E5E}"/>
                </a:ext>
              </a:extLst>
            </p:cNvPr>
            <p:cNvSpPr>
              <a:spLocks noChangeArrowheads="1"/>
            </p:cNvSpPr>
            <p:nvPr/>
          </p:nvSpPr>
          <p:spPr bwMode="auto">
            <a:xfrm>
              <a:off x="168" y="1416"/>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4330" name="Text Box 38">
              <a:extLst>
                <a:ext uri="{FF2B5EF4-FFF2-40B4-BE49-F238E27FC236}">
                  <a16:creationId xmlns:a16="http://schemas.microsoft.com/office/drawing/2014/main" id="{3F8410A2-7003-4358-9388-5A7417F49ABF}"/>
                </a:ext>
              </a:extLst>
            </p:cNvPr>
            <p:cNvSpPr txBox="1">
              <a:spLocks noChangeArrowheads="1"/>
            </p:cNvSpPr>
            <p:nvPr/>
          </p:nvSpPr>
          <p:spPr bwMode="auto">
            <a:xfrm>
              <a:off x="192" y="1440"/>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PHAI</a:t>
              </a:r>
            </a:p>
          </p:txBody>
        </p:sp>
      </p:grpSp>
      <p:grpSp>
        <p:nvGrpSpPr>
          <p:cNvPr id="54284" name="Group 39">
            <a:extLst>
              <a:ext uri="{FF2B5EF4-FFF2-40B4-BE49-F238E27FC236}">
                <a16:creationId xmlns:a16="http://schemas.microsoft.com/office/drawing/2014/main" id="{75D0B252-A682-404C-A6B5-CC26D7913E06}"/>
              </a:ext>
            </a:extLst>
          </p:cNvPr>
          <p:cNvGrpSpPr>
            <a:grpSpLocks/>
          </p:cNvGrpSpPr>
          <p:nvPr/>
        </p:nvGrpSpPr>
        <p:grpSpPr bwMode="auto">
          <a:xfrm>
            <a:off x="2286000" y="1676400"/>
            <a:ext cx="838200" cy="381000"/>
            <a:chOff x="3576" y="3456"/>
            <a:chExt cx="528" cy="240"/>
          </a:xfrm>
        </p:grpSpPr>
        <p:sp>
          <p:nvSpPr>
            <p:cNvPr id="54327" name="Oval 40">
              <a:extLst>
                <a:ext uri="{FF2B5EF4-FFF2-40B4-BE49-F238E27FC236}">
                  <a16:creationId xmlns:a16="http://schemas.microsoft.com/office/drawing/2014/main" id="{21583C21-79FB-49EB-9826-B4906A2E9A3C}"/>
                </a:ext>
              </a:extLst>
            </p:cNvPr>
            <p:cNvSpPr>
              <a:spLocks noChangeArrowheads="1"/>
            </p:cNvSpPr>
            <p:nvPr/>
          </p:nvSpPr>
          <p:spPr bwMode="auto">
            <a:xfrm>
              <a:off x="3576" y="3456"/>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4328" name="Text Box 41">
              <a:extLst>
                <a:ext uri="{FF2B5EF4-FFF2-40B4-BE49-F238E27FC236}">
                  <a16:creationId xmlns:a16="http://schemas.microsoft.com/office/drawing/2014/main" id="{182780C0-0E0C-4277-B011-4C3D2F8E847F}"/>
                </a:ext>
              </a:extLst>
            </p:cNvPr>
            <p:cNvSpPr txBox="1">
              <a:spLocks noChangeArrowheads="1"/>
            </p:cNvSpPr>
            <p:nvPr/>
          </p:nvSpPr>
          <p:spPr bwMode="auto">
            <a:xfrm>
              <a:off x="3600" y="3480"/>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LUONG</a:t>
              </a:r>
            </a:p>
          </p:txBody>
        </p:sp>
      </p:grpSp>
      <p:grpSp>
        <p:nvGrpSpPr>
          <p:cNvPr id="54285" name="Group 42">
            <a:extLst>
              <a:ext uri="{FF2B5EF4-FFF2-40B4-BE49-F238E27FC236}">
                <a16:creationId xmlns:a16="http://schemas.microsoft.com/office/drawing/2014/main" id="{135558A5-5995-4E86-8E1B-33B99BDDB880}"/>
              </a:ext>
            </a:extLst>
          </p:cNvPr>
          <p:cNvGrpSpPr>
            <a:grpSpLocks/>
          </p:cNvGrpSpPr>
          <p:nvPr/>
        </p:nvGrpSpPr>
        <p:grpSpPr bwMode="auto">
          <a:xfrm>
            <a:off x="381000" y="2057400"/>
            <a:ext cx="838200" cy="381000"/>
            <a:chOff x="192" y="744"/>
            <a:chExt cx="528" cy="240"/>
          </a:xfrm>
        </p:grpSpPr>
        <p:sp>
          <p:nvSpPr>
            <p:cNvPr id="54325" name="Oval 43">
              <a:extLst>
                <a:ext uri="{FF2B5EF4-FFF2-40B4-BE49-F238E27FC236}">
                  <a16:creationId xmlns:a16="http://schemas.microsoft.com/office/drawing/2014/main" id="{6ACA0398-1583-488A-A78E-D9749A03DA1F}"/>
                </a:ext>
              </a:extLst>
            </p:cNvPr>
            <p:cNvSpPr>
              <a:spLocks noChangeArrowheads="1"/>
            </p:cNvSpPr>
            <p:nvPr/>
          </p:nvSpPr>
          <p:spPr bwMode="auto">
            <a:xfrm>
              <a:off x="192" y="744"/>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4326" name="Text Box 44">
              <a:extLst>
                <a:ext uri="{FF2B5EF4-FFF2-40B4-BE49-F238E27FC236}">
                  <a16:creationId xmlns:a16="http://schemas.microsoft.com/office/drawing/2014/main" id="{F223C827-699A-4D20-B0B4-A229B4EAB2BB}"/>
                </a:ext>
              </a:extLst>
            </p:cNvPr>
            <p:cNvSpPr txBox="1">
              <a:spLocks noChangeArrowheads="1"/>
            </p:cNvSpPr>
            <p:nvPr/>
          </p:nvSpPr>
          <p:spPr bwMode="auto">
            <a:xfrm>
              <a:off x="192" y="768"/>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HONV</a:t>
              </a:r>
            </a:p>
          </p:txBody>
        </p:sp>
      </p:grpSp>
      <p:sp>
        <p:nvSpPr>
          <p:cNvPr id="54286" name="Line 45">
            <a:extLst>
              <a:ext uri="{FF2B5EF4-FFF2-40B4-BE49-F238E27FC236}">
                <a16:creationId xmlns:a16="http://schemas.microsoft.com/office/drawing/2014/main" id="{45EBAD1F-832E-4EA8-B849-3064584754D8}"/>
              </a:ext>
            </a:extLst>
          </p:cNvPr>
          <p:cNvSpPr>
            <a:spLocks noChangeShapeType="1"/>
          </p:cNvSpPr>
          <p:nvPr/>
        </p:nvSpPr>
        <p:spPr bwMode="auto">
          <a:xfrm flipH="1">
            <a:off x="1219200" y="2895600"/>
            <a:ext cx="38100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4287" name="Line 46">
            <a:extLst>
              <a:ext uri="{FF2B5EF4-FFF2-40B4-BE49-F238E27FC236}">
                <a16:creationId xmlns:a16="http://schemas.microsoft.com/office/drawing/2014/main" id="{8ABC330C-2597-4B03-A6B0-AF939CA38EAF}"/>
              </a:ext>
            </a:extLst>
          </p:cNvPr>
          <p:cNvSpPr>
            <a:spLocks noChangeShapeType="1"/>
          </p:cNvSpPr>
          <p:nvPr/>
        </p:nvSpPr>
        <p:spPr bwMode="auto">
          <a:xfrm flipH="1">
            <a:off x="1295400" y="2667000"/>
            <a:ext cx="304800" cy="76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4288" name="Line 47">
            <a:extLst>
              <a:ext uri="{FF2B5EF4-FFF2-40B4-BE49-F238E27FC236}">
                <a16:creationId xmlns:a16="http://schemas.microsoft.com/office/drawing/2014/main" id="{B77B4733-4DE1-425D-86C6-0A39B707D128}"/>
              </a:ext>
            </a:extLst>
          </p:cNvPr>
          <p:cNvSpPr>
            <a:spLocks noChangeShapeType="1"/>
          </p:cNvSpPr>
          <p:nvPr/>
        </p:nvSpPr>
        <p:spPr bwMode="auto">
          <a:xfrm flipH="1" flipV="1">
            <a:off x="1219200" y="2286000"/>
            <a:ext cx="381000" cy="228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4289" name="Line 48">
            <a:extLst>
              <a:ext uri="{FF2B5EF4-FFF2-40B4-BE49-F238E27FC236}">
                <a16:creationId xmlns:a16="http://schemas.microsoft.com/office/drawing/2014/main" id="{23EE178F-8094-433C-B2E4-948623A168A3}"/>
              </a:ext>
            </a:extLst>
          </p:cNvPr>
          <p:cNvSpPr>
            <a:spLocks noChangeShapeType="1"/>
          </p:cNvSpPr>
          <p:nvPr/>
        </p:nvSpPr>
        <p:spPr bwMode="auto">
          <a:xfrm flipH="1" flipV="1">
            <a:off x="1752600" y="2057400"/>
            <a:ext cx="15240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4290" name="Line 49">
            <a:extLst>
              <a:ext uri="{FF2B5EF4-FFF2-40B4-BE49-F238E27FC236}">
                <a16:creationId xmlns:a16="http://schemas.microsoft.com/office/drawing/2014/main" id="{28232441-1D76-46B9-B180-A824F79F0825}"/>
              </a:ext>
            </a:extLst>
          </p:cNvPr>
          <p:cNvSpPr>
            <a:spLocks noChangeShapeType="1"/>
          </p:cNvSpPr>
          <p:nvPr/>
        </p:nvSpPr>
        <p:spPr bwMode="auto">
          <a:xfrm flipV="1">
            <a:off x="2438400" y="2057400"/>
            <a:ext cx="30480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4291" name="Line 50">
            <a:extLst>
              <a:ext uri="{FF2B5EF4-FFF2-40B4-BE49-F238E27FC236}">
                <a16:creationId xmlns:a16="http://schemas.microsoft.com/office/drawing/2014/main" id="{E818D897-65FA-4923-89A0-A07D7E7DA066}"/>
              </a:ext>
            </a:extLst>
          </p:cNvPr>
          <p:cNvSpPr>
            <a:spLocks noChangeShapeType="1"/>
          </p:cNvSpPr>
          <p:nvPr/>
        </p:nvSpPr>
        <p:spPr bwMode="auto">
          <a:xfrm flipV="1">
            <a:off x="2895600" y="2057400"/>
            <a:ext cx="68580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nvGrpSpPr>
          <p:cNvPr id="54292" name="Group 51">
            <a:extLst>
              <a:ext uri="{FF2B5EF4-FFF2-40B4-BE49-F238E27FC236}">
                <a16:creationId xmlns:a16="http://schemas.microsoft.com/office/drawing/2014/main" id="{28748171-4984-4887-BFFF-83A3C139A8B8}"/>
              </a:ext>
            </a:extLst>
          </p:cNvPr>
          <p:cNvGrpSpPr>
            <a:grpSpLocks/>
          </p:cNvGrpSpPr>
          <p:nvPr/>
        </p:nvGrpSpPr>
        <p:grpSpPr bwMode="auto">
          <a:xfrm>
            <a:off x="5943600" y="1752600"/>
            <a:ext cx="1752600" cy="1141413"/>
            <a:chOff x="3600" y="864"/>
            <a:chExt cx="1104" cy="719"/>
          </a:xfrm>
        </p:grpSpPr>
        <p:sp>
          <p:nvSpPr>
            <p:cNvPr id="54320" name="Text Box 52">
              <a:extLst>
                <a:ext uri="{FF2B5EF4-FFF2-40B4-BE49-F238E27FC236}">
                  <a16:creationId xmlns:a16="http://schemas.microsoft.com/office/drawing/2014/main" id="{55FCAC68-619E-4199-A59B-17EC7F6D6FA7}"/>
                </a:ext>
              </a:extLst>
            </p:cNvPr>
            <p:cNvSpPr txBox="1">
              <a:spLocks noChangeArrowheads="1"/>
            </p:cNvSpPr>
            <p:nvPr/>
          </p:nvSpPr>
          <p:spPr bwMode="auto">
            <a:xfrm>
              <a:off x="3600" y="1344"/>
              <a:ext cx="1008"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PHONGBAN</a:t>
              </a:r>
            </a:p>
          </p:txBody>
        </p:sp>
        <p:grpSp>
          <p:nvGrpSpPr>
            <p:cNvPr id="54321" name="Group 53">
              <a:extLst>
                <a:ext uri="{FF2B5EF4-FFF2-40B4-BE49-F238E27FC236}">
                  <a16:creationId xmlns:a16="http://schemas.microsoft.com/office/drawing/2014/main" id="{B3D33319-6231-4633-8B21-CA0895FDB8D9}"/>
                </a:ext>
              </a:extLst>
            </p:cNvPr>
            <p:cNvGrpSpPr>
              <a:grpSpLocks/>
            </p:cNvGrpSpPr>
            <p:nvPr/>
          </p:nvGrpSpPr>
          <p:grpSpPr bwMode="auto">
            <a:xfrm>
              <a:off x="4176" y="864"/>
              <a:ext cx="528" cy="240"/>
              <a:chOff x="2112" y="3792"/>
              <a:chExt cx="528" cy="240"/>
            </a:xfrm>
          </p:grpSpPr>
          <p:sp>
            <p:nvSpPr>
              <p:cNvPr id="54323" name="Oval 54">
                <a:extLst>
                  <a:ext uri="{FF2B5EF4-FFF2-40B4-BE49-F238E27FC236}">
                    <a16:creationId xmlns:a16="http://schemas.microsoft.com/office/drawing/2014/main" id="{8EA44205-6218-4831-B40E-C7EEBE9FB53E}"/>
                  </a:ext>
                </a:extLst>
              </p:cNvPr>
              <p:cNvSpPr>
                <a:spLocks noChangeArrowheads="1"/>
              </p:cNvSpPr>
              <p:nvPr/>
            </p:nvSpPr>
            <p:spPr bwMode="auto">
              <a:xfrm>
                <a:off x="2112" y="3792"/>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4324" name="Text Box 55">
                <a:extLst>
                  <a:ext uri="{FF2B5EF4-FFF2-40B4-BE49-F238E27FC236}">
                    <a16:creationId xmlns:a16="http://schemas.microsoft.com/office/drawing/2014/main" id="{0B13C53D-EE6B-4528-9532-35864C0AE3AA}"/>
                  </a:ext>
                </a:extLst>
              </p:cNvPr>
              <p:cNvSpPr txBox="1">
                <a:spLocks noChangeArrowheads="1"/>
              </p:cNvSpPr>
              <p:nvPr/>
            </p:nvSpPr>
            <p:spPr bwMode="auto">
              <a:xfrm>
                <a:off x="2112" y="3816"/>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TENPB</a:t>
                </a:r>
              </a:p>
            </p:txBody>
          </p:sp>
        </p:grpSp>
        <p:sp>
          <p:nvSpPr>
            <p:cNvPr id="54322" name="Line 56">
              <a:extLst>
                <a:ext uri="{FF2B5EF4-FFF2-40B4-BE49-F238E27FC236}">
                  <a16:creationId xmlns:a16="http://schemas.microsoft.com/office/drawing/2014/main" id="{6B5B5AF1-02DE-4B34-8178-35DF57F295D4}"/>
                </a:ext>
              </a:extLst>
            </p:cNvPr>
            <p:cNvSpPr>
              <a:spLocks noChangeShapeType="1"/>
            </p:cNvSpPr>
            <p:nvPr/>
          </p:nvSpPr>
          <p:spPr bwMode="auto">
            <a:xfrm flipH="1">
              <a:off x="4272" y="1104"/>
              <a:ext cx="96" cy="2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54293" name="Group 57">
            <a:extLst>
              <a:ext uri="{FF2B5EF4-FFF2-40B4-BE49-F238E27FC236}">
                <a16:creationId xmlns:a16="http://schemas.microsoft.com/office/drawing/2014/main" id="{9B083BAC-2135-4C83-A67A-37B9D35EFB9F}"/>
              </a:ext>
            </a:extLst>
          </p:cNvPr>
          <p:cNvGrpSpPr>
            <a:grpSpLocks/>
          </p:cNvGrpSpPr>
          <p:nvPr/>
        </p:nvGrpSpPr>
        <p:grpSpPr bwMode="auto">
          <a:xfrm>
            <a:off x="5943600" y="2895600"/>
            <a:ext cx="1676400" cy="2362200"/>
            <a:chOff x="3600" y="1584"/>
            <a:chExt cx="1056" cy="1488"/>
          </a:xfrm>
        </p:grpSpPr>
        <p:grpSp>
          <p:nvGrpSpPr>
            <p:cNvPr id="54315" name="Group 58">
              <a:extLst>
                <a:ext uri="{FF2B5EF4-FFF2-40B4-BE49-F238E27FC236}">
                  <a16:creationId xmlns:a16="http://schemas.microsoft.com/office/drawing/2014/main" id="{8CDAEDDC-1A48-4266-AE16-10953CEFE747}"/>
                </a:ext>
              </a:extLst>
            </p:cNvPr>
            <p:cNvGrpSpPr>
              <a:grpSpLocks/>
            </p:cNvGrpSpPr>
            <p:nvPr/>
          </p:nvGrpSpPr>
          <p:grpSpPr bwMode="auto">
            <a:xfrm>
              <a:off x="3600" y="2256"/>
              <a:ext cx="1056" cy="432"/>
              <a:chOff x="1248" y="2400"/>
              <a:chExt cx="1056" cy="432"/>
            </a:xfrm>
          </p:grpSpPr>
          <p:sp>
            <p:nvSpPr>
              <p:cNvPr id="54318" name="AutoShape 59">
                <a:extLst>
                  <a:ext uri="{FF2B5EF4-FFF2-40B4-BE49-F238E27FC236}">
                    <a16:creationId xmlns:a16="http://schemas.microsoft.com/office/drawing/2014/main" id="{D25272F7-52F1-4D6F-B9CB-9DFF415FA196}"/>
                  </a:ext>
                </a:extLst>
              </p:cNvPr>
              <p:cNvSpPr>
                <a:spLocks noChangeArrowheads="1"/>
              </p:cNvSpPr>
              <p:nvPr/>
            </p:nvSpPr>
            <p:spPr bwMode="auto">
              <a:xfrm>
                <a:off x="1248" y="2400"/>
                <a:ext cx="1056" cy="432"/>
              </a:xfrm>
              <a:prstGeom prst="flowChartDecision">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4319" name="Text Box 60">
                <a:extLst>
                  <a:ext uri="{FF2B5EF4-FFF2-40B4-BE49-F238E27FC236}">
                    <a16:creationId xmlns:a16="http://schemas.microsoft.com/office/drawing/2014/main" id="{971358E7-F5AB-43DF-827E-A3F21AE439B1}"/>
                  </a:ext>
                </a:extLst>
              </p:cNvPr>
              <p:cNvSpPr txBox="1">
                <a:spLocks noChangeArrowheads="1"/>
              </p:cNvSpPr>
              <p:nvPr/>
            </p:nvSpPr>
            <p:spPr bwMode="auto">
              <a:xfrm>
                <a:off x="1344" y="2496"/>
                <a:ext cx="9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600"/>
                  <a:t>Phu_trach</a:t>
                </a:r>
              </a:p>
            </p:txBody>
          </p:sp>
        </p:grpSp>
        <p:sp>
          <p:nvSpPr>
            <p:cNvPr id="54316" name="Line 61">
              <a:extLst>
                <a:ext uri="{FF2B5EF4-FFF2-40B4-BE49-F238E27FC236}">
                  <a16:creationId xmlns:a16="http://schemas.microsoft.com/office/drawing/2014/main" id="{C59128B4-8348-42AF-A163-BC2F6BFB11B7}"/>
                </a:ext>
              </a:extLst>
            </p:cNvPr>
            <p:cNvSpPr>
              <a:spLocks noChangeShapeType="1"/>
            </p:cNvSpPr>
            <p:nvPr/>
          </p:nvSpPr>
          <p:spPr bwMode="auto">
            <a:xfrm>
              <a:off x="4128" y="1584"/>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4317" name="Line 62">
              <a:extLst>
                <a:ext uri="{FF2B5EF4-FFF2-40B4-BE49-F238E27FC236}">
                  <a16:creationId xmlns:a16="http://schemas.microsoft.com/office/drawing/2014/main" id="{CCC69844-0C99-40E4-B8F0-EF45E684436F}"/>
                </a:ext>
              </a:extLst>
            </p:cNvPr>
            <p:cNvSpPr>
              <a:spLocks noChangeShapeType="1"/>
            </p:cNvSpPr>
            <p:nvPr/>
          </p:nvSpPr>
          <p:spPr bwMode="auto">
            <a:xfrm>
              <a:off x="4128" y="2688"/>
              <a:ext cx="0"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54294" name="Text Box 64">
            <a:extLst>
              <a:ext uri="{FF2B5EF4-FFF2-40B4-BE49-F238E27FC236}">
                <a16:creationId xmlns:a16="http://schemas.microsoft.com/office/drawing/2014/main" id="{A2E86E0B-557E-4EDC-B067-4EF3DB95C84D}"/>
              </a:ext>
            </a:extLst>
          </p:cNvPr>
          <p:cNvSpPr txBox="1">
            <a:spLocks noChangeArrowheads="1"/>
          </p:cNvSpPr>
          <p:nvPr/>
        </p:nvSpPr>
        <p:spPr bwMode="auto">
          <a:xfrm>
            <a:off x="5943600" y="5259388"/>
            <a:ext cx="1600200" cy="379412"/>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DEAN</a:t>
            </a:r>
          </a:p>
        </p:txBody>
      </p:sp>
      <p:grpSp>
        <p:nvGrpSpPr>
          <p:cNvPr id="54295" name="Group 65">
            <a:extLst>
              <a:ext uri="{FF2B5EF4-FFF2-40B4-BE49-F238E27FC236}">
                <a16:creationId xmlns:a16="http://schemas.microsoft.com/office/drawing/2014/main" id="{97F6B6E7-6680-45E9-AFFB-97DF0C9D8BA8}"/>
              </a:ext>
            </a:extLst>
          </p:cNvPr>
          <p:cNvGrpSpPr>
            <a:grpSpLocks/>
          </p:cNvGrpSpPr>
          <p:nvPr/>
        </p:nvGrpSpPr>
        <p:grpSpPr bwMode="auto">
          <a:xfrm>
            <a:off x="7848600" y="5562600"/>
            <a:ext cx="838200" cy="381000"/>
            <a:chOff x="2112" y="3792"/>
            <a:chExt cx="528" cy="240"/>
          </a:xfrm>
        </p:grpSpPr>
        <p:sp>
          <p:nvSpPr>
            <p:cNvPr id="54313" name="Oval 66">
              <a:extLst>
                <a:ext uri="{FF2B5EF4-FFF2-40B4-BE49-F238E27FC236}">
                  <a16:creationId xmlns:a16="http://schemas.microsoft.com/office/drawing/2014/main" id="{AA434E26-80D0-4547-8E9E-5E58240EA973}"/>
                </a:ext>
              </a:extLst>
            </p:cNvPr>
            <p:cNvSpPr>
              <a:spLocks noChangeArrowheads="1"/>
            </p:cNvSpPr>
            <p:nvPr/>
          </p:nvSpPr>
          <p:spPr bwMode="auto">
            <a:xfrm>
              <a:off x="2112" y="3792"/>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4314" name="Text Box 67">
              <a:extLst>
                <a:ext uri="{FF2B5EF4-FFF2-40B4-BE49-F238E27FC236}">
                  <a16:creationId xmlns:a16="http://schemas.microsoft.com/office/drawing/2014/main" id="{8B0A119E-52E4-4917-85E3-6C6F0F8E8BE7}"/>
                </a:ext>
              </a:extLst>
            </p:cNvPr>
            <p:cNvSpPr txBox="1">
              <a:spLocks noChangeArrowheads="1"/>
            </p:cNvSpPr>
            <p:nvPr/>
          </p:nvSpPr>
          <p:spPr bwMode="auto">
            <a:xfrm>
              <a:off x="2112" y="3816"/>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TENDA</a:t>
              </a:r>
            </a:p>
          </p:txBody>
        </p:sp>
      </p:grpSp>
      <p:grpSp>
        <p:nvGrpSpPr>
          <p:cNvPr id="54296" name="Group 68">
            <a:extLst>
              <a:ext uri="{FF2B5EF4-FFF2-40B4-BE49-F238E27FC236}">
                <a16:creationId xmlns:a16="http://schemas.microsoft.com/office/drawing/2014/main" id="{C289AEC0-3C00-4101-A199-DCD70FCA26D3}"/>
              </a:ext>
            </a:extLst>
          </p:cNvPr>
          <p:cNvGrpSpPr>
            <a:grpSpLocks/>
          </p:cNvGrpSpPr>
          <p:nvPr/>
        </p:nvGrpSpPr>
        <p:grpSpPr bwMode="auto">
          <a:xfrm>
            <a:off x="7772400" y="4800600"/>
            <a:ext cx="1066800" cy="381000"/>
            <a:chOff x="3120" y="3816"/>
            <a:chExt cx="672" cy="240"/>
          </a:xfrm>
        </p:grpSpPr>
        <p:sp>
          <p:nvSpPr>
            <p:cNvPr id="54311" name="Oval 69">
              <a:extLst>
                <a:ext uri="{FF2B5EF4-FFF2-40B4-BE49-F238E27FC236}">
                  <a16:creationId xmlns:a16="http://schemas.microsoft.com/office/drawing/2014/main" id="{525DC71F-30CC-4997-B196-1A6B0505504C}"/>
                </a:ext>
              </a:extLst>
            </p:cNvPr>
            <p:cNvSpPr>
              <a:spLocks noChangeArrowheads="1"/>
            </p:cNvSpPr>
            <p:nvPr/>
          </p:nvSpPr>
          <p:spPr bwMode="auto">
            <a:xfrm>
              <a:off x="3120" y="3816"/>
              <a:ext cx="672"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4312" name="Text Box 70">
              <a:extLst>
                <a:ext uri="{FF2B5EF4-FFF2-40B4-BE49-F238E27FC236}">
                  <a16:creationId xmlns:a16="http://schemas.microsoft.com/office/drawing/2014/main" id="{486DA74F-BE63-48EA-AF29-BB815606C428}"/>
                </a:ext>
              </a:extLst>
            </p:cNvPr>
            <p:cNvSpPr txBox="1">
              <a:spLocks noChangeArrowheads="1"/>
            </p:cNvSpPr>
            <p:nvPr/>
          </p:nvSpPr>
          <p:spPr bwMode="auto">
            <a:xfrm>
              <a:off x="3120" y="3840"/>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DDIEM_DA</a:t>
              </a:r>
            </a:p>
          </p:txBody>
        </p:sp>
      </p:grpSp>
      <p:sp>
        <p:nvSpPr>
          <p:cNvPr id="54297" name="Line 71">
            <a:extLst>
              <a:ext uri="{FF2B5EF4-FFF2-40B4-BE49-F238E27FC236}">
                <a16:creationId xmlns:a16="http://schemas.microsoft.com/office/drawing/2014/main" id="{3FBB7C91-01D6-43B3-A052-F7715BCB2210}"/>
              </a:ext>
            </a:extLst>
          </p:cNvPr>
          <p:cNvSpPr>
            <a:spLocks noChangeShapeType="1"/>
          </p:cNvSpPr>
          <p:nvPr/>
        </p:nvSpPr>
        <p:spPr bwMode="auto">
          <a:xfrm flipV="1">
            <a:off x="7543800" y="5029200"/>
            <a:ext cx="22860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4298" name="Line 72">
            <a:extLst>
              <a:ext uri="{FF2B5EF4-FFF2-40B4-BE49-F238E27FC236}">
                <a16:creationId xmlns:a16="http://schemas.microsoft.com/office/drawing/2014/main" id="{86C4B97C-0E32-46B6-A26A-A8CDAC955330}"/>
              </a:ext>
            </a:extLst>
          </p:cNvPr>
          <p:cNvSpPr>
            <a:spLocks noChangeShapeType="1"/>
          </p:cNvSpPr>
          <p:nvPr/>
        </p:nvSpPr>
        <p:spPr bwMode="auto">
          <a:xfrm>
            <a:off x="7543800" y="5562600"/>
            <a:ext cx="304800" cy="152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nvGrpSpPr>
          <p:cNvPr id="283737" name="Group 89">
            <a:extLst>
              <a:ext uri="{FF2B5EF4-FFF2-40B4-BE49-F238E27FC236}">
                <a16:creationId xmlns:a16="http://schemas.microsoft.com/office/drawing/2014/main" id="{360184D2-6920-40F7-A6CA-F26887106AAF}"/>
              </a:ext>
            </a:extLst>
          </p:cNvPr>
          <p:cNvGrpSpPr>
            <a:grpSpLocks/>
          </p:cNvGrpSpPr>
          <p:nvPr/>
        </p:nvGrpSpPr>
        <p:grpSpPr bwMode="auto">
          <a:xfrm>
            <a:off x="304800" y="1524000"/>
            <a:ext cx="1447800" cy="990600"/>
            <a:chOff x="192" y="960"/>
            <a:chExt cx="912" cy="624"/>
          </a:xfrm>
        </p:grpSpPr>
        <p:sp>
          <p:nvSpPr>
            <p:cNvPr id="54308" name="Oval 74">
              <a:extLst>
                <a:ext uri="{FF2B5EF4-FFF2-40B4-BE49-F238E27FC236}">
                  <a16:creationId xmlns:a16="http://schemas.microsoft.com/office/drawing/2014/main" id="{FB4DEEB2-28D6-4D7E-A457-D3059F87EFC4}"/>
                </a:ext>
              </a:extLst>
            </p:cNvPr>
            <p:cNvSpPr>
              <a:spLocks noChangeArrowheads="1"/>
            </p:cNvSpPr>
            <p:nvPr/>
          </p:nvSpPr>
          <p:spPr bwMode="auto">
            <a:xfrm>
              <a:off x="192" y="960"/>
              <a:ext cx="528" cy="240"/>
            </a:xfrm>
            <a:prstGeom prst="ellipse">
              <a:avLst/>
            </a:prstGeom>
            <a:solidFill>
              <a:srgbClr val="CC0000">
                <a:alpha val="54901"/>
              </a:srgbClr>
            </a:solidFill>
            <a:ln w="12700" algn="ctr">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4309" name="Text Box 75">
              <a:extLst>
                <a:ext uri="{FF2B5EF4-FFF2-40B4-BE49-F238E27FC236}">
                  <a16:creationId xmlns:a16="http://schemas.microsoft.com/office/drawing/2014/main" id="{1B4A07C9-B3FF-4B57-B579-5EBD18C5FEFB}"/>
                </a:ext>
              </a:extLst>
            </p:cNvPr>
            <p:cNvSpPr txBox="1">
              <a:spLocks noChangeArrowheads="1"/>
            </p:cNvSpPr>
            <p:nvPr/>
          </p:nvSpPr>
          <p:spPr bwMode="auto">
            <a:xfrm>
              <a:off x="216" y="984"/>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u="sng"/>
                <a:t>MANV</a:t>
              </a:r>
            </a:p>
          </p:txBody>
        </p:sp>
        <p:sp>
          <p:nvSpPr>
            <p:cNvPr id="54310" name="Line 76">
              <a:extLst>
                <a:ext uri="{FF2B5EF4-FFF2-40B4-BE49-F238E27FC236}">
                  <a16:creationId xmlns:a16="http://schemas.microsoft.com/office/drawing/2014/main" id="{AE55F792-7A2C-408B-B0FC-1A97B247D34A}"/>
                </a:ext>
              </a:extLst>
            </p:cNvPr>
            <p:cNvSpPr>
              <a:spLocks noChangeShapeType="1"/>
            </p:cNvSpPr>
            <p:nvPr/>
          </p:nvSpPr>
          <p:spPr bwMode="auto">
            <a:xfrm flipH="1" flipV="1">
              <a:off x="672" y="1152"/>
              <a:ext cx="432" cy="4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283742" name="Group 94">
            <a:extLst>
              <a:ext uri="{FF2B5EF4-FFF2-40B4-BE49-F238E27FC236}">
                <a16:creationId xmlns:a16="http://schemas.microsoft.com/office/drawing/2014/main" id="{8490885F-4EDB-4964-AF7E-345BDC0B4E6D}"/>
              </a:ext>
            </a:extLst>
          </p:cNvPr>
          <p:cNvGrpSpPr>
            <a:grpSpLocks/>
          </p:cNvGrpSpPr>
          <p:nvPr/>
        </p:nvGrpSpPr>
        <p:grpSpPr bwMode="auto">
          <a:xfrm>
            <a:off x="5867400" y="1752600"/>
            <a:ext cx="876300" cy="762000"/>
            <a:chOff x="3696" y="1104"/>
            <a:chExt cx="552" cy="480"/>
          </a:xfrm>
        </p:grpSpPr>
        <p:sp>
          <p:nvSpPr>
            <p:cNvPr id="54305" name="Oval 78">
              <a:extLst>
                <a:ext uri="{FF2B5EF4-FFF2-40B4-BE49-F238E27FC236}">
                  <a16:creationId xmlns:a16="http://schemas.microsoft.com/office/drawing/2014/main" id="{9A91BFBE-822C-48B2-A8F6-5E99AFAB4ED2}"/>
                </a:ext>
              </a:extLst>
            </p:cNvPr>
            <p:cNvSpPr>
              <a:spLocks noChangeArrowheads="1"/>
            </p:cNvSpPr>
            <p:nvPr/>
          </p:nvSpPr>
          <p:spPr bwMode="auto">
            <a:xfrm>
              <a:off x="3696" y="1104"/>
              <a:ext cx="528" cy="240"/>
            </a:xfrm>
            <a:prstGeom prst="ellipse">
              <a:avLst/>
            </a:prstGeom>
            <a:solidFill>
              <a:srgbClr val="CC0000">
                <a:alpha val="54901"/>
              </a:srgbClr>
            </a:solidFill>
            <a:ln w="12700" algn="ctr">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4306" name="Text Box 79">
              <a:extLst>
                <a:ext uri="{FF2B5EF4-FFF2-40B4-BE49-F238E27FC236}">
                  <a16:creationId xmlns:a16="http://schemas.microsoft.com/office/drawing/2014/main" id="{83ABC895-1730-4EBF-A4FE-D66402D8D2D4}"/>
                </a:ext>
              </a:extLst>
            </p:cNvPr>
            <p:cNvSpPr txBox="1">
              <a:spLocks noChangeArrowheads="1"/>
            </p:cNvSpPr>
            <p:nvPr/>
          </p:nvSpPr>
          <p:spPr bwMode="auto">
            <a:xfrm>
              <a:off x="3696" y="1122"/>
              <a:ext cx="55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u="sng"/>
                <a:t>MAPHG</a:t>
              </a:r>
            </a:p>
          </p:txBody>
        </p:sp>
        <p:sp>
          <p:nvSpPr>
            <p:cNvPr id="54307" name="Line 80">
              <a:extLst>
                <a:ext uri="{FF2B5EF4-FFF2-40B4-BE49-F238E27FC236}">
                  <a16:creationId xmlns:a16="http://schemas.microsoft.com/office/drawing/2014/main" id="{735BC87F-1A12-4ED8-B854-11C61CF2632F}"/>
                </a:ext>
              </a:extLst>
            </p:cNvPr>
            <p:cNvSpPr>
              <a:spLocks noChangeShapeType="1"/>
            </p:cNvSpPr>
            <p:nvPr/>
          </p:nvSpPr>
          <p:spPr bwMode="auto">
            <a:xfrm flipH="1" flipV="1">
              <a:off x="3936" y="1344"/>
              <a:ext cx="96" cy="2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283739" name="Group 91">
            <a:extLst>
              <a:ext uri="{FF2B5EF4-FFF2-40B4-BE49-F238E27FC236}">
                <a16:creationId xmlns:a16="http://schemas.microsoft.com/office/drawing/2014/main" id="{CCEA4146-5EB5-4320-9C09-9A717B83573E}"/>
              </a:ext>
            </a:extLst>
          </p:cNvPr>
          <p:cNvGrpSpPr>
            <a:grpSpLocks/>
          </p:cNvGrpSpPr>
          <p:nvPr/>
        </p:nvGrpSpPr>
        <p:grpSpPr bwMode="auto">
          <a:xfrm>
            <a:off x="7010400" y="5638800"/>
            <a:ext cx="838200" cy="685800"/>
            <a:chOff x="4416" y="3552"/>
            <a:chExt cx="528" cy="432"/>
          </a:xfrm>
        </p:grpSpPr>
        <p:sp>
          <p:nvSpPr>
            <p:cNvPr id="54302" name="Oval 82">
              <a:extLst>
                <a:ext uri="{FF2B5EF4-FFF2-40B4-BE49-F238E27FC236}">
                  <a16:creationId xmlns:a16="http://schemas.microsoft.com/office/drawing/2014/main" id="{04028004-5F2B-4220-9836-19AA6BA2EAF6}"/>
                </a:ext>
              </a:extLst>
            </p:cNvPr>
            <p:cNvSpPr>
              <a:spLocks noChangeArrowheads="1"/>
            </p:cNvSpPr>
            <p:nvPr/>
          </p:nvSpPr>
          <p:spPr bwMode="auto">
            <a:xfrm>
              <a:off x="4416" y="3744"/>
              <a:ext cx="528" cy="240"/>
            </a:xfrm>
            <a:prstGeom prst="ellipse">
              <a:avLst/>
            </a:prstGeom>
            <a:solidFill>
              <a:srgbClr val="CC0000">
                <a:alpha val="54901"/>
              </a:srgbClr>
            </a:solidFill>
            <a:ln w="12700" algn="ctr">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4303" name="Text Box 83">
              <a:extLst>
                <a:ext uri="{FF2B5EF4-FFF2-40B4-BE49-F238E27FC236}">
                  <a16:creationId xmlns:a16="http://schemas.microsoft.com/office/drawing/2014/main" id="{D288F17B-5148-4280-A001-6B2CE92C840C}"/>
                </a:ext>
              </a:extLst>
            </p:cNvPr>
            <p:cNvSpPr txBox="1">
              <a:spLocks noChangeArrowheads="1"/>
            </p:cNvSpPr>
            <p:nvPr/>
          </p:nvSpPr>
          <p:spPr bwMode="auto">
            <a:xfrm>
              <a:off x="4440" y="3768"/>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u="sng"/>
                <a:t>MADA</a:t>
              </a:r>
            </a:p>
          </p:txBody>
        </p:sp>
        <p:sp>
          <p:nvSpPr>
            <p:cNvPr id="54304" name="Line 84">
              <a:extLst>
                <a:ext uri="{FF2B5EF4-FFF2-40B4-BE49-F238E27FC236}">
                  <a16:creationId xmlns:a16="http://schemas.microsoft.com/office/drawing/2014/main" id="{387735E0-62E4-46A4-94AA-B909103F050B}"/>
                </a:ext>
              </a:extLst>
            </p:cNvPr>
            <p:cNvSpPr>
              <a:spLocks noChangeShapeType="1"/>
            </p:cNvSpPr>
            <p:nvPr/>
          </p:nvSpPr>
          <p:spPr bwMode="auto">
            <a:xfrm>
              <a:off x="4512" y="3552"/>
              <a:ext cx="96"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83737"/>
                                        </p:tgtEl>
                                        <p:attrNameLst>
                                          <p:attrName>style.visibility</p:attrName>
                                        </p:attrNameLst>
                                      </p:cBhvr>
                                      <p:to>
                                        <p:strVal val="visible"/>
                                      </p:to>
                                    </p:set>
                                    <p:anim calcmode="lin" valueType="num">
                                      <p:cBhvr additive="base">
                                        <p:cTn id="7" dur="500" fill="hold"/>
                                        <p:tgtEl>
                                          <p:spTgt spid="283737"/>
                                        </p:tgtEl>
                                        <p:attrNameLst>
                                          <p:attrName>ppt_x</p:attrName>
                                        </p:attrNameLst>
                                      </p:cBhvr>
                                      <p:tavLst>
                                        <p:tav tm="0">
                                          <p:val>
                                            <p:strVal val="0-#ppt_w/2"/>
                                          </p:val>
                                        </p:tav>
                                        <p:tav tm="100000">
                                          <p:val>
                                            <p:strVal val="#ppt_x"/>
                                          </p:val>
                                        </p:tav>
                                      </p:tavLst>
                                    </p:anim>
                                    <p:anim calcmode="lin" valueType="num">
                                      <p:cBhvr additive="base">
                                        <p:cTn id="8" dur="500" fill="hold"/>
                                        <p:tgtEl>
                                          <p:spTgt spid="283737"/>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83739"/>
                                        </p:tgtEl>
                                        <p:attrNameLst>
                                          <p:attrName>style.visibility</p:attrName>
                                        </p:attrNameLst>
                                      </p:cBhvr>
                                      <p:to>
                                        <p:strVal val="visible"/>
                                      </p:to>
                                    </p:set>
                                    <p:anim calcmode="lin" valueType="num">
                                      <p:cBhvr additive="base">
                                        <p:cTn id="11" dur="500" fill="hold"/>
                                        <p:tgtEl>
                                          <p:spTgt spid="283739"/>
                                        </p:tgtEl>
                                        <p:attrNameLst>
                                          <p:attrName>ppt_x</p:attrName>
                                        </p:attrNameLst>
                                      </p:cBhvr>
                                      <p:tavLst>
                                        <p:tav tm="0">
                                          <p:val>
                                            <p:strVal val="0-#ppt_w/2"/>
                                          </p:val>
                                        </p:tav>
                                        <p:tav tm="100000">
                                          <p:val>
                                            <p:strVal val="#ppt_x"/>
                                          </p:val>
                                        </p:tav>
                                      </p:tavLst>
                                    </p:anim>
                                    <p:anim calcmode="lin" valueType="num">
                                      <p:cBhvr additive="base">
                                        <p:cTn id="12" dur="500" fill="hold"/>
                                        <p:tgtEl>
                                          <p:spTgt spid="283739"/>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283742"/>
                                        </p:tgtEl>
                                        <p:attrNameLst>
                                          <p:attrName>style.visibility</p:attrName>
                                        </p:attrNameLst>
                                      </p:cBhvr>
                                      <p:to>
                                        <p:strVal val="visible"/>
                                      </p:to>
                                    </p:set>
                                    <p:anim calcmode="lin" valueType="num">
                                      <p:cBhvr additive="base">
                                        <p:cTn id="15" dur="500" fill="hold"/>
                                        <p:tgtEl>
                                          <p:spTgt spid="283742"/>
                                        </p:tgtEl>
                                        <p:attrNameLst>
                                          <p:attrName>ppt_x</p:attrName>
                                        </p:attrNameLst>
                                      </p:cBhvr>
                                      <p:tavLst>
                                        <p:tav tm="0">
                                          <p:val>
                                            <p:strVal val="0-#ppt_w/2"/>
                                          </p:val>
                                        </p:tav>
                                        <p:tav tm="100000">
                                          <p:val>
                                            <p:strVal val="#ppt_x"/>
                                          </p:val>
                                        </p:tav>
                                      </p:tavLst>
                                    </p:anim>
                                    <p:anim calcmode="lin" valueType="num">
                                      <p:cBhvr additive="base">
                                        <p:cTn id="16" dur="500" fill="hold"/>
                                        <p:tgtEl>
                                          <p:spTgt spid="2837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Date Placeholder 3">
            <a:extLst>
              <a:ext uri="{FF2B5EF4-FFF2-40B4-BE49-F238E27FC236}">
                <a16:creationId xmlns:a16="http://schemas.microsoft.com/office/drawing/2014/main" id="{DCF6DA47-2B82-4B68-809A-3F978A8C0B4F}"/>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56322" name="Slide Number Placeholder 5">
            <a:extLst>
              <a:ext uri="{FF2B5EF4-FFF2-40B4-BE49-F238E27FC236}">
                <a16:creationId xmlns:a16="http://schemas.microsoft.com/office/drawing/2014/main" id="{145E8A7E-B198-435F-8C3E-E656B62629B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0113D96-967C-4BC7-B1C6-5B91F5585E7A}" type="slidenum">
              <a:rPr lang="en-US" altLang="en-US">
                <a:latin typeface="Arial" panose="020B0604020202020204" pitchFamily="34" charset="0"/>
              </a:rPr>
              <a:pPr/>
              <a:t>27</a:t>
            </a:fld>
            <a:endParaRPr lang="en-US" altLang="en-US">
              <a:latin typeface="Arial" panose="020B0604020202020204" pitchFamily="34" charset="0"/>
            </a:endParaRPr>
          </a:p>
        </p:txBody>
      </p:sp>
      <p:sp>
        <p:nvSpPr>
          <p:cNvPr id="56323" name="Rectangle 2">
            <a:extLst>
              <a:ext uri="{FF2B5EF4-FFF2-40B4-BE49-F238E27FC236}">
                <a16:creationId xmlns:a16="http://schemas.microsoft.com/office/drawing/2014/main" id="{5D1B0DB8-BE05-4673-96A2-82F63EAFFDF0}"/>
              </a:ext>
            </a:extLst>
          </p:cNvPr>
          <p:cNvSpPr>
            <a:spLocks noGrp="1" noChangeArrowheads="1"/>
          </p:cNvSpPr>
          <p:nvPr>
            <p:ph type="title"/>
          </p:nvPr>
        </p:nvSpPr>
        <p:spPr>
          <a:xfrm>
            <a:off x="457200" y="354013"/>
            <a:ext cx="8229600" cy="620712"/>
          </a:xfrm>
        </p:spPr>
        <p:txBody>
          <a:bodyPr/>
          <a:lstStyle/>
          <a:p>
            <a:pPr eaLnBrk="1" hangingPunct="1"/>
            <a:r>
              <a:rPr lang="en-US" altLang="en-US" sz="3500"/>
              <a:t>Tập thực thể yếu</a:t>
            </a:r>
          </a:p>
        </p:txBody>
      </p:sp>
      <p:sp>
        <p:nvSpPr>
          <p:cNvPr id="56324" name="Rectangle 3">
            <a:extLst>
              <a:ext uri="{FF2B5EF4-FFF2-40B4-BE49-F238E27FC236}">
                <a16:creationId xmlns:a16="http://schemas.microsoft.com/office/drawing/2014/main" id="{01F1C550-0C79-4D46-940A-08FA41C0624D}"/>
              </a:ext>
            </a:extLst>
          </p:cNvPr>
          <p:cNvSpPr>
            <a:spLocks noGrp="1" noChangeArrowheads="1"/>
          </p:cNvSpPr>
          <p:nvPr>
            <p:ph type="body" idx="1"/>
          </p:nvPr>
        </p:nvSpPr>
        <p:spPr>
          <a:xfrm>
            <a:off x="381000" y="1295400"/>
            <a:ext cx="8382000" cy="5105400"/>
          </a:xfrm>
        </p:spPr>
        <p:txBody>
          <a:bodyPr/>
          <a:lstStyle/>
          <a:p>
            <a:pPr eaLnBrk="1" hangingPunct="1"/>
            <a:r>
              <a:rPr lang="en-US" altLang="en-US"/>
              <a:t>Là thực thể mà khóa có được từ những thuộc tính của tập thực thể khác</a:t>
            </a:r>
          </a:p>
          <a:p>
            <a:pPr eaLnBrk="1" hangingPunct="1"/>
            <a:r>
              <a:rPr lang="en-US" altLang="en-US"/>
              <a:t>Thực thể yếu (weak entity set) phải tham gia vào mối quan hệ mà trong đó có một tập thực thể chính</a:t>
            </a:r>
          </a:p>
          <a:p>
            <a:pPr eaLnBrk="1" hangingPunct="1"/>
            <a:r>
              <a:rPr lang="en-US" altLang="en-US"/>
              <a:t>Ví dụ 1</a:t>
            </a:r>
          </a:p>
        </p:txBody>
      </p:sp>
      <p:grpSp>
        <p:nvGrpSpPr>
          <p:cNvPr id="56325" name="Group 108">
            <a:extLst>
              <a:ext uri="{FF2B5EF4-FFF2-40B4-BE49-F238E27FC236}">
                <a16:creationId xmlns:a16="http://schemas.microsoft.com/office/drawing/2014/main" id="{BE721B6E-3CEC-42A2-BE5E-30F44894392A}"/>
              </a:ext>
            </a:extLst>
          </p:cNvPr>
          <p:cNvGrpSpPr>
            <a:grpSpLocks/>
          </p:cNvGrpSpPr>
          <p:nvPr/>
        </p:nvGrpSpPr>
        <p:grpSpPr bwMode="auto">
          <a:xfrm>
            <a:off x="1066800" y="3657600"/>
            <a:ext cx="7100888" cy="2743200"/>
            <a:chOff x="672" y="2304"/>
            <a:chExt cx="4473" cy="1728"/>
          </a:xfrm>
        </p:grpSpPr>
        <p:grpSp>
          <p:nvGrpSpPr>
            <p:cNvPr id="56326" name="Group 82">
              <a:extLst>
                <a:ext uri="{FF2B5EF4-FFF2-40B4-BE49-F238E27FC236}">
                  <a16:creationId xmlns:a16="http://schemas.microsoft.com/office/drawing/2014/main" id="{94D78DE2-CD0E-4D9D-8460-59B4F70CE5FC}"/>
                </a:ext>
              </a:extLst>
            </p:cNvPr>
            <p:cNvGrpSpPr>
              <a:grpSpLocks/>
            </p:cNvGrpSpPr>
            <p:nvPr/>
          </p:nvGrpSpPr>
          <p:grpSpPr bwMode="auto">
            <a:xfrm>
              <a:off x="672" y="2304"/>
              <a:ext cx="2376" cy="1248"/>
              <a:chOff x="192" y="2160"/>
              <a:chExt cx="2376" cy="1248"/>
            </a:xfrm>
          </p:grpSpPr>
          <p:sp>
            <p:nvSpPr>
              <p:cNvPr id="56350" name="Text Box 25">
                <a:extLst>
                  <a:ext uri="{FF2B5EF4-FFF2-40B4-BE49-F238E27FC236}">
                    <a16:creationId xmlns:a16="http://schemas.microsoft.com/office/drawing/2014/main" id="{C2E8AB5A-A331-49F8-BC6E-FD39A766E221}"/>
                  </a:ext>
                </a:extLst>
              </p:cNvPr>
              <p:cNvSpPr txBox="1">
                <a:spLocks noChangeArrowheads="1"/>
              </p:cNvSpPr>
              <p:nvPr/>
            </p:nvSpPr>
            <p:spPr bwMode="auto">
              <a:xfrm>
                <a:off x="992" y="2784"/>
                <a:ext cx="1008"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NHANVIEN</a:t>
                </a:r>
              </a:p>
            </p:txBody>
          </p:sp>
          <p:grpSp>
            <p:nvGrpSpPr>
              <p:cNvPr id="56351" name="Group 26">
                <a:extLst>
                  <a:ext uri="{FF2B5EF4-FFF2-40B4-BE49-F238E27FC236}">
                    <a16:creationId xmlns:a16="http://schemas.microsoft.com/office/drawing/2014/main" id="{7D610045-5B8C-47D5-8AFE-631368AFFDAD}"/>
                  </a:ext>
                </a:extLst>
              </p:cNvPr>
              <p:cNvGrpSpPr>
                <a:grpSpLocks/>
              </p:cNvGrpSpPr>
              <p:nvPr/>
            </p:nvGrpSpPr>
            <p:grpSpPr bwMode="auto">
              <a:xfrm>
                <a:off x="288" y="2832"/>
                <a:ext cx="528" cy="240"/>
                <a:chOff x="192" y="1080"/>
                <a:chExt cx="528" cy="240"/>
              </a:xfrm>
            </p:grpSpPr>
            <p:sp>
              <p:nvSpPr>
                <p:cNvPr id="56377" name="Oval 27">
                  <a:extLst>
                    <a:ext uri="{FF2B5EF4-FFF2-40B4-BE49-F238E27FC236}">
                      <a16:creationId xmlns:a16="http://schemas.microsoft.com/office/drawing/2014/main" id="{464F89DE-8A24-453E-B724-7D8FAB86ACC3}"/>
                    </a:ext>
                  </a:extLst>
                </p:cNvPr>
                <p:cNvSpPr>
                  <a:spLocks noChangeArrowheads="1"/>
                </p:cNvSpPr>
                <p:nvPr/>
              </p:nvSpPr>
              <p:spPr bwMode="auto">
                <a:xfrm>
                  <a:off x="192" y="1080"/>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6378" name="Text Box 28">
                  <a:extLst>
                    <a:ext uri="{FF2B5EF4-FFF2-40B4-BE49-F238E27FC236}">
                      <a16:creationId xmlns:a16="http://schemas.microsoft.com/office/drawing/2014/main" id="{091DE913-3B58-4ADE-AFCA-AE91E96D1DC4}"/>
                    </a:ext>
                  </a:extLst>
                </p:cNvPr>
                <p:cNvSpPr txBox="1">
                  <a:spLocks noChangeArrowheads="1"/>
                </p:cNvSpPr>
                <p:nvPr/>
              </p:nvSpPr>
              <p:spPr bwMode="auto">
                <a:xfrm>
                  <a:off x="192" y="1104"/>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TENNV</a:t>
                  </a:r>
                </a:p>
              </p:txBody>
            </p:sp>
          </p:grpSp>
          <p:grpSp>
            <p:nvGrpSpPr>
              <p:cNvPr id="56352" name="Group 29">
                <a:extLst>
                  <a:ext uri="{FF2B5EF4-FFF2-40B4-BE49-F238E27FC236}">
                    <a16:creationId xmlns:a16="http://schemas.microsoft.com/office/drawing/2014/main" id="{22958036-D092-4C22-8841-8085EAA701D5}"/>
                  </a:ext>
                </a:extLst>
              </p:cNvPr>
              <p:cNvGrpSpPr>
                <a:grpSpLocks/>
              </p:cNvGrpSpPr>
              <p:nvPr/>
            </p:nvGrpSpPr>
            <p:grpSpPr bwMode="auto">
              <a:xfrm>
                <a:off x="816" y="2256"/>
                <a:ext cx="576" cy="240"/>
                <a:chOff x="864" y="840"/>
                <a:chExt cx="576" cy="240"/>
              </a:xfrm>
            </p:grpSpPr>
            <p:sp>
              <p:nvSpPr>
                <p:cNvPr id="56375" name="Oval 30">
                  <a:extLst>
                    <a:ext uri="{FF2B5EF4-FFF2-40B4-BE49-F238E27FC236}">
                      <a16:creationId xmlns:a16="http://schemas.microsoft.com/office/drawing/2014/main" id="{BC01F2A0-5694-44DC-B753-EDEB53D131C1}"/>
                    </a:ext>
                  </a:extLst>
                </p:cNvPr>
                <p:cNvSpPr>
                  <a:spLocks noChangeArrowheads="1"/>
                </p:cNvSpPr>
                <p:nvPr/>
              </p:nvSpPr>
              <p:spPr bwMode="auto">
                <a:xfrm>
                  <a:off x="888" y="840"/>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6376" name="Text Box 31">
                  <a:extLst>
                    <a:ext uri="{FF2B5EF4-FFF2-40B4-BE49-F238E27FC236}">
                      <a16:creationId xmlns:a16="http://schemas.microsoft.com/office/drawing/2014/main" id="{D0936F08-1901-41C5-BEF3-70993E7F8115}"/>
                    </a:ext>
                  </a:extLst>
                </p:cNvPr>
                <p:cNvSpPr txBox="1">
                  <a:spLocks noChangeArrowheads="1"/>
                </p:cNvSpPr>
                <p:nvPr/>
              </p:nvSpPr>
              <p:spPr bwMode="auto">
                <a:xfrm>
                  <a:off x="864" y="864"/>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NGSINH</a:t>
                  </a:r>
                </a:p>
              </p:txBody>
            </p:sp>
          </p:grpSp>
          <p:grpSp>
            <p:nvGrpSpPr>
              <p:cNvPr id="56353" name="Group 32">
                <a:extLst>
                  <a:ext uri="{FF2B5EF4-FFF2-40B4-BE49-F238E27FC236}">
                    <a16:creationId xmlns:a16="http://schemas.microsoft.com/office/drawing/2014/main" id="{12CE6E34-394E-4AA0-B0FB-212C2F8EFD31}"/>
                  </a:ext>
                </a:extLst>
              </p:cNvPr>
              <p:cNvGrpSpPr>
                <a:grpSpLocks/>
              </p:cNvGrpSpPr>
              <p:nvPr/>
            </p:nvGrpSpPr>
            <p:grpSpPr bwMode="auto">
              <a:xfrm>
                <a:off x="2016" y="2256"/>
                <a:ext cx="552" cy="240"/>
                <a:chOff x="3888" y="3792"/>
                <a:chExt cx="552" cy="240"/>
              </a:xfrm>
            </p:grpSpPr>
            <p:sp>
              <p:nvSpPr>
                <p:cNvPr id="56373" name="Oval 33">
                  <a:extLst>
                    <a:ext uri="{FF2B5EF4-FFF2-40B4-BE49-F238E27FC236}">
                      <a16:creationId xmlns:a16="http://schemas.microsoft.com/office/drawing/2014/main" id="{6F870D03-79DF-4771-9D6A-E963A4F90C0C}"/>
                    </a:ext>
                  </a:extLst>
                </p:cNvPr>
                <p:cNvSpPr>
                  <a:spLocks noChangeArrowheads="1"/>
                </p:cNvSpPr>
                <p:nvPr/>
              </p:nvSpPr>
              <p:spPr bwMode="auto">
                <a:xfrm>
                  <a:off x="3912" y="3792"/>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6374" name="Text Box 34">
                  <a:extLst>
                    <a:ext uri="{FF2B5EF4-FFF2-40B4-BE49-F238E27FC236}">
                      <a16:creationId xmlns:a16="http://schemas.microsoft.com/office/drawing/2014/main" id="{DCFC267E-3CF9-4AAA-900A-EF50DC87704E}"/>
                    </a:ext>
                  </a:extLst>
                </p:cNvPr>
                <p:cNvSpPr txBox="1">
                  <a:spLocks noChangeArrowheads="1"/>
                </p:cNvSpPr>
                <p:nvPr/>
              </p:nvSpPr>
              <p:spPr bwMode="auto">
                <a:xfrm>
                  <a:off x="3888" y="3816"/>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DCHI</a:t>
                  </a:r>
                </a:p>
              </p:txBody>
            </p:sp>
          </p:grpSp>
          <p:grpSp>
            <p:nvGrpSpPr>
              <p:cNvPr id="56354" name="Group 35">
                <a:extLst>
                  <a:ext uri="{FF2B5EF4-FFF2-40B4-BE49-F238E27FC236}">
                    <a16:creationId xmlns:a16="http://schemas.microsoft.com/office/drawing/2014/main" id="{4198FE72-7C5A-480A-B810-65ED9C11C1C4}"/>
                  </a:ext>
                </a:extLst>
              </p:cNvPr>
              <p:cNvGrpSpPr>
                <a:grpSpLocks/>
              </p:cNvGrpSpPr>
              <p:nvPr/>
            </p:nvGrpSpPr>
            <p:grpSpPr bwMode="auto">
              <a:xfrm>
                <a:off x="288" y="3168"/>
                <a:ext cx="528" cy="240"/>
                <a:chOff x="168" y="1416"/>
                <a:chExt cx="528" cy="240"/>
              </a:xfrm>
            </p:grpSpPr>
            <p:sp>
              <p:nvSpPr>
                <p:cNvPr id="56371" name="Oval 36">
                  <a:extLst>
                    <a:ext uri="{FF2B5EF4-FFF2-40B4-BE49-F238E27FC236}">
                      <a16:creationId xmlns:a16="http://schemas.microsoft.com/office/drawing/2014/main" id="{A36D1335-0DBC-4C79-A59A-461D85E5C0BB}"/>
                    </a:ext>
                  </a:extLst>
                </p:cNvPr>
                <p:cNvSpPr>
                  <a:spLocks noChangeArrowheads="1"/>
                </p:cNvSpPr>
                <p:nvPr/>
              </p:nvSpPr>
              <p:spPr bwMode="auto">
                <a:xfrm>
                  <a:off x="168" y="1416"/>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6372" name="Text Box 37">
                  <a:extLst>
                    <a:ext uri="{FF2B5EF4-FFF2-40B4-BE49-F238E27FC236}">
                      <a16:creationId xmlns:a16="http://schemas.microsoft.com/office/drawing/2014/main" id="{0D017CF1-DCCD-4A50-9FEB-F8787BC4584F}"/>
                    </a:ext>
                  </a:extLst>
                </p:cNvPr>
                <p:cNvSpPr txBox="1">
                  <a:spLocks noChangeArrowheads="1"/>
                </p:cNvSpPr>
                <p:nvPr/>
              </p:nvSpPr>
              <p:spPr bwMode="auto">
                <a:xfrm>
                  <a:off x="192" y="1440"/>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PHAI</a:t>
                  </a:r>
                </a:p>
              </p:txBody>
            </p:sp>
          </p:grpSp>
          <p:grpSp>
            <p:nvGrpSpPr>
              <p:cNvPr id="56355" name="Group 38">
                <a:extLst>
                  <a:ext uri="{FF2B5EF4-FFF2-40B4-BE49-F238E27FC236}">
                    <a16:creationId xmlns:a16="http://schemas.microsoft.com/office/drawing/2014/main" id="{D99E584F-6A51-44AC-B22B-A5D5E53CB1D0}"/>
                  </a:ext>
                </a:extLst>
              </p:cNvPr>
              <p:cNvGrpSpPr>
                <a:grpSpLocks/>
              </p:cNvGrpSpPr>
              <p:nvPr/>
            </p:nvGrpSpPr>
            <p:grpSpPr bwMode="auto">
              <a:xfrm>
                <a:off x="1440" y="2256"/>
                <a:ext cx="528" cy="240"/>
                <a:chOff x="3576" y="3456"/>
                <a:chExt cx="528" cy="240"/>
              </a:xfrm>
            </p:grpSpPr>
            <p:sp>
              <p:nvSpPr>
                <p:cNvPr id="56369" name="Oval 39">
                  <a:extLst>
                    <a:ext uri="{FF2B5EF4-FFF2-40B4-BE49-F238E27FC236}">
                      <a16:creationId xmlns:a16="http://schemas.microsoft.com/office/drawing/2014/main" id="{D69E5DE9-649E-4FA7-81C4-EEA6F9F14C2E}"/>
                    </a:ext>
                  </a:extLst>
                </p:cNvPr>
                <p:cNvSpPr>
                  <a:spLocks noChangeArrowheads="1"/>
                </p:cNvSpPr>
                <p:nvPr/>
              </p:nvSpPr>
              <p:spPr bwMode="auto">
                <a:xfrm>
                  <a:off x="3576" y="3456"/>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6370" name="Text Box 40">
                  <a:extLst>
                    <a:ext uri="{FF2B5EF4-FFF2-40B4-BE49-F238E27FC236}">
                      <a16:creationId xmlns:a16="http://schemas.microsoft.com/office/drawing/2014/main" id="{5C05301F-D7C1-4AE7-B8CC-5EB99ADB8F09}"/>
                    </a:ext>
                  </a:extLst>
                </p:cNvPr>
                <p:cNvSpPr txBox="1">
                  <a:spLocks noChangeArrowheads="1"/>
                </p:cNvSpPr>
                <p:nvPr/>
              </p:nvSpPr>
              <p:spPr bwMode="auto">
                <a:xfrm>
                  <a:off x="3600" y="3480"/>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LUONG</a:t>
                  </a:r>
                </a:p>
              </p:txBody>
            </p:sp>
          </p:grpSp>
          <p:grpSp>
            <p:nvGrpSpPr>
              <p:cNvPr id="56356" name="Group 41">
                <a:extLst>
                  <a:ext uri="{FF2B5EF4-FFF2-40B4-BE49-F238E27FC236}">
                    <a16:creationId xmlns:a16="http://schemas.microsoft.com/office/drawing/2014/main" id="{7FD8DA43-4696-476D-97B8-8C850B555E27}"/>
                  </a:ext>
                </a:extLst>
              </p:cNvPr>
              <p:cNvGrpSpPr>
                <a:grpSpLocks/>
              </p:cNvGrpSpPr>
              <p:nvPr/>
            </p:nvGrpSpPr>
            <p:grpSpPr bwMode="auto">
              <a:xfrm>
                <a:off x="240" y="2496"/>
                <a:ext cx="528" cy="240"/>
                <a:chOff x="192" y="744"/>
                <a:chExt cx="528" cy="240"/>
              </a:xfrm>
            </p:grpSpPr>
            <p:sp>
              <p:nvSpPr>
                <p:cNvPr id="56367" name="Oval 42">
                  <a:extLst>
                    <a:ext uri="{FF2B5EF4-FFF2-40B4-BE49-F238E27FC236}">
                      <a16:creationId xmlns:a16="http://schemas.microsoft.com/office/drawing/2014/main" id="{BBF36FCC-FD88-4D5F-8BAB-2E3A4FAF3489}"/>
                    </a:ext>
                  </a:extLst>
                </p:cNvPr>
                <p:cNvSpPr>
                  <a:spLocks noChangeArrowheads="1"/>
                </p:cNvSpPr>
                <p:nvPr/>
              </p:nvSpPr>
              <p:spPr bwMode="auto">
                <a:xfrm>
                  <a:off x="192" y="744"/>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6368" name="Text Box 43">
                  <a:extLst>
                    <a:ext uri="{FF2B5EF4-FFF2-40B4-BE49-F238E27FC236}">
                      <a16:creationId xmlns:a16="http://schemas.microsoft.com/office/drawing/2014/main" id="{EB44ABC7-1EDF-4C10-8C35-378646F40E14}"/>
                    </a:ext>
                  </a:extLst>
                </p:cNvPr>
                <p:cNvSpPr txBox="1">
                  <a:spLocks noChangeArrowheads="1"/>
                </p:cNvSpPr>
                <p:nvPr/>
              </p:nvSpPr>
              <p:spPr bwMode="auto">
                <a:xfrm>
                  <a:off x="192" y="768"/>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HONV</a:t>
                  </a:r>
                </a:p>
              </p:txBody>
            </p:sp>
          </p:grpSp>
          <p:sp>
            <p:nvSpPr>
              <p:cNvPr id="56357" name="Line 44">
                <a:extLst>
                  <a:ext uri="{FF2B5EF4-FFF2-40B4-BE49-F238E27FC236}">
                    <a16:creationId xmlns:a16="http://schemas.microsoft.com/office/drawing/2014/main" id="{BF18BDA2-4C86-422E-96DD-3ADF28A9A11B}"/>
                  </a:ext>
                </a:extLst>
              </p:cNvPr>
              <p:cNvSpPr>
                <a:spLocks noChangeShapeType="1"/>
              </p:cNvSpPr>
              <p:nvPr/>
            </p:nvSpPr>
            <p:spPr bwMode="auto">
              <a:xfrm flipH="1">
                <a:off x="768" y="3024"/>
                <a:ext cx="24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6358" name="Line 45">
                <a:extLst>
                  <a:ext uri="{FF2B5EF4-FFF2-40B4-BE49-F238E27FC236}">
                    <a16:creationId xmlns:a16="http://schemas.microsoft.com/office/drawing/2014/main" id="{5F98B03A-AF84-401C-82A5-691FACC960D5}"/>
                  </a:ext>
                </a:extLst>
              </p:cNvPr>
              <p:cNvSpPr>
                <a:spLocks noChangeShapeType="1"/>
              </p:cNvSpPr>
              <p:nvPr/>
            </p:nvSpPr>
            <p:spPr bwMode="auto">
              <a:xfrm flipH="1">
                <a:off x="816" y="2880"/>
                <a:ext cx="192"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6359" name="Line 46">
                <a:extLst>
                  <a:ext uri="{FF2B5EF4-FFF2-40B4-BE49-F238E27FC236}">
                    <a16:creationId xmlns:a16="http://schemas.microsoft.com/office/drawing/2014/main" id="{566F5A00-D760-4857-B8B3-2C5FEED9BA2D}"/>
                  </a:ext>
                </a:extLst>
              </p:cNvPr>
              <p:cNvSpPr>
                <a:spLocks noChangeShapeType="1"/>
              </p:cNvSpPr>
              <p:nvPr/>
            </p:nvSpPr>
            <p:spPr bwMode="auto">
              <a:xfrm flipH="1" flipV="1">
                <a:off x="768" y="2640"/>
                <a:ext cx="240"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6360" name="Line 47">
                <a:extLst>
                  <a:ext uri="{FF2B5EF4-FFF2-40B4-BE49-F238E27FC236}">
                    <a16:creationId xmlns:a16="http://schemas.microsoft.com/office/drawing/2014/main" id="{55253089-C124-473D-98A8-F9E5F4224663}"/>
                  </a:ext>
                </a:extLst>
              </p:cNvPr>
              <p:cNvSpPr>
                <a:spLocks noChangeShapeType="1"/>
              </p:cNvSpPr>
              <p:nvPr/>
            </p:nvSpPr>
            <p:spPr bwMode="auto">
              <a:xfrm flipH="1" flipV="1">
                <a:off x="1104" y="2496"/>
                <a:ext cx="96"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6361" name="Line 48">
                <a:extLst>
                  <a:ext uri="{FF2B5EF4-FFF2-40B4-BE49-F238E27FC236}">
                    <a16:creationId xmlns:a16="http://schemas.microsoft.com/office/drawing/2014/main" id="{DE988A78-FC47-41D6-9A56-76265FC3675B}"/>
                  </a:ext>
                </a:extLst>
              </p:cNvPr>
              <p:cNvSpPr>
                <a:spLocks noChangeShapeType="1"/>
              </p:cNvSpPr>
              <p:nvPr/>
            </p:nvSpPr>
            <p:spPr bwMode="auto">
              <a:xfrm flipV="1">
                <a:off x="1536" y="2496"/>
                <a:ext cx="192"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6362" name="Line 49">
                <a:extLst>
                  <a:ext uri="{FF2B5EF4-FFF2-40B4-BE49-F238E27FC236}">
                    <a16:creationId xmlns:a16="http://schemas.microsoft.com/office/drawing/2014/main" id="{9A0052F4-134B-4BAB-8A61-E96FEC501E99}"/>
                  </a:ext>
                </a:extLst>
              </p:cNvPr>
              <p:cNvSpPr>
                <a:spLocks noChangeShapeType="1"/>
              </p:cNvSpPr>
              <p:nvPr/>
            </p:nvSpPr>
            <p:spPr bwMode="auto">
              <a:xfrm flipV="1">
                <a:off x="1824" y="2496"/>
                <a:ext cx="432"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nvGrpSpPr>
              <p:cNvPr id="56363" name="Group 81">
                <a:extLst>
                  <a:ext uri="{FF2B5EF4-FFF2-40B4-BE49-F238E27FC236}">
                    <a16:creationId xmlns:a16="http://schemas.microsoft.com/office/drawing/2014/main" id="{37FEF546-E797-4335-9A38-C4BE12680220}"/>
                  </a:ext>
                </a:extLst>
              </p:cNvPr>
              <p:cNvGrpSpPr>
                <a:grpSpLocks/>
              </p:cNvGrpSpPr>
              <p:nvPr/>
            </p:nvGrpSpPr>
            <p:grpSpPr bwMode="auto">
              <a:xfrm>
                <a:off x="192" y="2160"/>
                <a:ext cx="528" cy="240"/>
                <a:chOff x="192" y="2160"/>
                <a:chExt cx="528" cy="240"/>
              </a:xfrm>
            </p:grpSpPr>
            <p:sp>
              <p:nvSpPr>
                <p:cNvPr id="56365" name="Oval 71">
                  <a:extLst>
                    <a:ext uri="{FF2B5EF4-FFF2-40B4-BE49-F238E27FC236}">
                      <a16:creationId xmlns:a16="http://schemas.microsoft.com/office/drawing/2014/main" id="{A0B90A22-DAF0-4CD5-93BD-FB6C498406A4}"/>
                    </a:ext>
                  </a:extLst>
                </p:cNvPr>
                <p:cNvSpPr>
                  <a:spLocks noChangeArrowheads="1"/>
                </p:cNvSpPr>
                <p:nvPr/>
              </p:nvSpPr>
              <p:spPr bwMode="auto">
                <a:xfrm>
                  <a:off x="192" y="2160"/>
                  <a:ext cx="528" cy="240"/>
                </a:xfrm>
                <a:prstGeom prst="ellipse">
                  <a:avLst/>
                </a:prstGeom>
                <a:solidFill>
                  <a:srgbClr val="CC0000">
                    <a:alpha val="54901"/>
                  </a:srgbClr>
                </a:solidFill>
                <a:ln w="12700" algn="ctr">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6366" name="Text Box 72">
                  <a:extLst>
                    <a:ext uri="{FF2B5EF4-FFF2-40B4-BE49-F238E27FC236}">
                      <a16:creationId xmlns:a16="http://schemas.microsoft.com/office/drawing/2014/main" id="{E9F7733D-83D5-4D91-A992-FBD64BA9F331}"/>
                    </a:ext>
                  </a:extLst>
                </p:cNvPr>
                <p:cNvSpPr txBox="1">
                  <a:spLocks noChangeArrowheads="1"/>
                </p:cNvSpPr>
                <p:nvPr/>
              </p:nvSpPr>
              <p:spPr bwMode="auto">
                <a:xfrm>
                  <a:off x="216" y="2184"/>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u="sng"/>
                    <a:t>MANV</a:t>
                  </a:r>
                </a:p>
              </p:txBody>
            </p:sp>
          </p:grpSp>
          <p:sp>
            <p:nvSpPr>
              <p:cNvPr id="56364" name="Line 73">
                <a:extLst>
                  <a:ext uri="{FF2B5EF4-FFF2-40B4-BE49-F238E27FC236}">
                    <a16:creationId xmlns:a16="http://schemas.microsoft.com/office/drawing/2014/main" id="{12015B1F-E54B-4040-B3CC-1D4DEDCC3158}"/>
                  </a:ext>
                </a:extLst>
              </p:cNvPr>
              <p:cNvSpPr>
                <a:spLocks noChangeShapeType="1"/>
              </p:cNvSpPr>
              <p:nvPr/>
            </p:nvSpPr>
            <p:spPr bwMode="auto">
              <a:xfrm flipH="1" flipV="1">
                <a:off x="672" y="2352"/>
                <a:ext cx="432" cy="4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56327" name="Group 106">
              <a:extLst>
                <a:ext uri="{FF2B5EF4-FFF2-40B4-BE49-F238E27FC236}">
                  <a16:creationId xmlns:a16="http://schemas.microsoft.com/office/drawing/2014/main" id="{E3AA97C0-7D39-4C5C-B503-E2AA393FB6A7}"/>
                </a:ext>
              </a:extLst>
            </p:cNvPr>
            <p:cNvGrpSpPr>
              <a:grpSpLocks/>
            </p:cNvGrpSpPr>
            <p:nvPr/>
          </p:nvGrpSpPr>
          <p:grpSpPr bwMode="auto">
            <a:xfrm>
              <a:off x="3240" y="2928"/>
              <a:ext cx="1905" cy="1104"/>
              <a:chOff x="3240" y="2928"/>
              <a:chExt cx="1905" cy="1104"/>
            </a:xfrm>
          </p:grpSpPr>
          <p:sp>
            <p:nvSpPr>
              <p:cNvPr id="56336" name="Text Box 62">
                <a:extLst>
                  <a:ext uri="{FF2B5EF4-FFF2-40B4-BE49-F238E27FC236}">
                    <a16:creationId xmlns:a16="http://schemas.microsoft.com/office/drawing/2014/main" id="{DD744716-FA13-48F4-80BA-EF4B72E43F24}"/>
                  </a:ext>
                </a:extLst>
              </p:cNvPr>
              <p:cNvSpPr txBox="1">
                <a:spLocks noChangeArrowheads="1"/>
              </p:cNvSpPr>
              <p:nvPr/>
            </p:nvSpPr>
            <p:spPr bwMode="auto">
              <a:xfrm>
                <a:off x="3240" y="3633"/>
                <a:ext cx="1008" cy="255"/>
              </a:xfrm>
              <a:prstGeom prst="rect">
                <a:avLst/>
              </a:prstGeom>
              <a:noFill/>
              <a:ln w="38100" cmpd="dbl"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THANNHAN</a:t>
                </a:r>
              </a:p>
            </p:txBody>
          </p:sp>
          <p:grpSp>
            <p:nvGrpSpPr>
              <p:cNvPr id="56337" name="Group 105">
                <a:extLst>
                  <a:ext uri="{FF2B5EF4-FFF2-40B4-BE49-F238E27FC236}">
                    <a16:creationId xmlns:a16="http://schemas.microsoft.com/office/drawing/2014/main" id="{AC48E51F-1668-49BA-B557-84AEC66E1FBD}"/>
                  </a:ext>
                </a:extLst>
              </p:cNvPr>
              <p:cNvGrpSpPr>
                <a:grpSpLocks/>
              </p:cNvGrpSpPr>
              <p:nvPr/>
            </p:nvGrpSpPr>
            <p:grpSpPr bwMode="auto">
              <a:xfrm>
                <a:off x="4608" y="3792"/>
                <a:ext cx="537" cy="240"/>
                <a:chOff x="4608" y="3792"/>
                <a:chExt cx="537" cy="240"/>
              </a:xfrm>
            </p:grpSpPr>
            <p:sp>
              <p:nvSpPr>
                <p:cNvPr id="56348" name="Oval 64">
                  <a:extLst>
                    <a:ext uri="{FF2B5EF4-FFF2-40B4-BE49-F238E27FC236}">
                      <a16:creationId xmlns:a16="http://schemas.microsoft.com/office/drawing/2014/main" id="{898CCED5-C862-4796-B31B-A00DF3AA08EA}"/>
                    </a:ext>
                  </a:extLst>
                </p:cNvPr>
                <p:cNvSpPr>
                  <a:spLocks noChangeArrowheads="1"/>
                </p:cNvSpPr>
                <p:nvPr/>
              </p:nvSpPr>
              <p:spPr bwMode="auto">
                <a:xfrm>
                  <a:off x="4608" y="3792"/>
                  <a:ext cx="528" cy="240"/>
                </a:xfrm>
                <a:prstGeom prst="ellipse">
                  <a:avLst/>
                </a:prstGeom>
                <a:solidFill>
                  <a:srgbClr val="CC0000">
                    <a:alpha val="30196"/>
                  </a:srgbClr>
                </a:solidFill>
                <a:ln w="12700" algn="ctr">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6349" name="Text Box 65">
                  <a:extLst>
                    <a:ext uri="{FF2B5EF4-FFF2-40B4-BE49-F238E27FC236}">
                      <a16:creationId xmlns:a16="http://schemas.microsoft.com/office/drawing/2014/main" id="{5642CA16-7299-48BA-88DB-FEBCDC23FAC4}"/>
                    </a:ext>
                  </a:extLst>
                </p:cNvPr>
                <p:cNvSpPr txBox="1">
                  <a:spLocks noChangeArrowheads="1"/>
                </p:cNvSpPr>
                <p:nvPr/>
              </p:nvSpPr>
              <p:spPr bwMode="auto">
                <a:xfrm>
                  <a:off x="4617" y="3819"/>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u="dash"/>
                    <a:t>TENTN</a:t>
                  </a:r>
                </a:p>
              </p:txBody>
            </p:sp>
          </p:grpSp>
          <p:sp>
            <p:nvSpPr>
              <p:cNvPr id="56338" name="Oval 84">
                <a:extLst>
                  <a:ext uri="{FF2B5EF4-FFF2-40B4-BE49-F238E27FC236}">
                    <a16:creationId xmlns:a16="http://schemas.microsoft.com/office/drawing/2014/main" id="{37239F8E-8A3C-49B3-BD8F-36D5D20EC8DF}"/>
                  </a:ext>
                </a:extLst>
              </p:cNvPr>
              <p:cNvSpPr>
                <a:spLocks noChangeArrowheads="1"/>
              </p:cNvSpPr>
              <p:nvPr/>
            </p:nvSpPr>
            <p:spPr bwMode="auto">
              <a:xfrm>
                <a:off x="4608" y="3504"/>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6339" name="Text Box 85">
                <a:extLst>
                  <a:ext uri="{FF2B5EF4-FFF2-40B4-BE49-F238E27FC236}">
                    <a16:creationId xmlns:a16="http://schemas.microsoft.com/office/drawing/2014/main" id="{B8E1B25B-77C3-4A2F-94E3-A1D9C83B6C3B}"/>
                  </a:ext>
                </a:extLst>
              </p:cNvPr>
              <p:cNvSpPr txBox="1">
                <a:spLocks noChangeArrowheads="1"/>
              </p:cNvSpPr>
              <p:nvPr/>
            </p:nvSpPr>
            <p:spPr bwMode="auto">
              <a:xfrm>
                <a:off x="4608" y="3528"/>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PHAI</a:t>
                </a:r>
              </a:p>
            </p:txBody>
          </p:sp>
          <p:sp>
            <p:nvSpPr>
              <p:cNvPr id="56340" name="Oval 87">
                <a:extLst>
                  <a:ext uri="{FF2B5EF4-FFF2-40B4-BE49-F238E27FC236}">
                    <a16:creationId xmlns:a16="http://schemas.microsoft.com/office/drawing/2014/main" id="{3F7B9496-D6E3-43DC-9B09-EB091FB04F0D}"/>
                  </a:ext>
                </a:extLst>
              </p:cNvPr>
              <p:cNvSpPr>
                <a:spLocks noChangeArrowheads="1"/>
              </p:cNvSpPr>
              <p:nvPr/>
            </p:nvSpPr>
            <p:spPr bwMode="auto">
              <a:xfrm>
                <a:off x="4608" y="3216"/>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6341" name="Text Box 88">
                <a:extLst>
                  <a:ext uri="{FF2B5EF4-FFF2-40B4-BE49-F238E27FC236}">
                    <a16:creationId xmlns:a16="http://schemas.microsoft.com/office/drawing/2014/main" id="{C365DD87-5B54-4D15-97AD-792F60D36ECA}"/>
                  </a:ext>
                </a:extLst>
              </p:cNvPr>
              <p:cNvSpPr txBox="1">
                <a:spLocks noChangeArrowheads="1"/>
              </p:cNvSpPr>
              <p:nvPr/>
            </p:nvSpPr>
            <p:spPr bwMode="auto">
              <a:xfrm>
                <a:off x="4608" y="3240"/>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NGSINH</a:t>
                </a:r>
              </a:p>
            </p:txBody>
          </p:sp>
          <p:sp>
            <p:nvSpPr>
              <p:cNvPr id="56342" name="Oval 90">
                <a:extLst>
                  <a:ext uri="{FF2B5EF4-FFF2-40B4-BE49-F238E27FC236}">
                    <a16:creationId xmlns:a16="http://schemas.microsoft.com/office/drawing/2014/main" id="{ED0A87C9-757D-4505-B995-899A22FFFD8D}"/>
                  </a:ext>
                </a:extLst>
              </p:cNvPr>
              <p:cNvSpPr>
                <a:spLocks noChangeArrowheads="1"/>
              </p:cNvSpPr>
              <p:nvPr/>
            </p:nvSpPr>
            <p:spPr bwMode="auto">
              <a:xfrm>
                <a:off x="4584" y="2928"/>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6343" name="Text Box 91">
                <a:extLst>
                  <a:ext uri="{FF2B5EF4-FFF2-40B4-BE49-F238E27FC236}">
                    <a16:creationId xmlns:a16="http://schemas.microsoft.com/office/drawing/2014/main" id="{0D86E9C3-DE7E-4594-AC51-2F0B7D0B2DF7}"/>
                  </a:ext>
                </a:extLst>
              </p:cNvPr>
              <p:cNvSpPr txBox="1">
                <a:spLocks noChangeArrowheads="1"/>
              </p:cNvSpPr>
              <p:nvPr/>
            </p:nvSpPr>
            <p:spPr bwMode="auto">
              <a:xfrm>
                <a:off x="4560" y="2952"/>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QUANHE</a:t>
                </a:r>
              </a:p>
            </p:txBody>
          </p:sp>
          <p:sp>
            <p:nvSpPr>
              <p:cNvPr id="56344" name="Line 94">
                <a:extLst>
                  <a:ext uri="{FF2B5EF4-FFF2-40B4-BE49-F238E27FC236}">
                    <a16:creationId xmlns:a16="http://schemas.microsoft.com/office/drawing/2014/main" id="{8FF2C3F3-E89D-410A-B210-32B68AF364CA}"/>
                  </a:ext>
                </a:extLst>
              </p:cNvPr>
              <p:cNvSpPr>
                <a:spLocks noChangeShapeType="1"/>
              </p:cNvSpPr>
              <p:nvPr/>
            </p:nvSpPr>
            <p:spPr bwMode="auto">
              <a:xfrm flipV="1">
                <a:off x="4224" y="3120"/>
                <a:ext cx="384" cy="5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6345" name="Line 95">
                <a:extLst>
                  <a:ext uri="{FF2B5EF4-FFF2-40B4-BE49-F238E27FC236}">
                    <a16:creationId xmlns:a16="http://schemas.microsoft.com/office/drawing/2014/main" id="{24626583-6F4A-4897-8EF2-50564145B25E}"/>
                  </a:ext>
                </a:extLst>
              </p:cNvPr>
              <p:cNvSpPr>
                <a:spLocks noChangeShapeType="1"/>
              </p:cNvSpPr>
              <p:nvPr/>
            </p:nvSpPr>
            <p:spPr bwMode="auto">
              <a:xfrm flipV="1">
                <a:off x="4248" y="3360"/>
                <a:ext cx="360"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6346" name="Line 96">
                <a:extLst>
                  <a:ext uri="{FF2B5EF4-FFF2-40B4-BE49-F238E27FC236}">
                    <a16:creationId xmlns:a16="http://schemas.microsoft.com/office/drawing/2014/main" id="{4024F3E4-EE8D-4F86-8FA3-3BA26D04E098}"/>
                  </a:ext>
                </a:extLst>
              </p:cNvPr>
              <p:cNvSpPr>
                <a:spLocks noChangeShapeType="1"/>
              </p:cNvSpPr>
              <p:nvPr/>
            </p:nvSpPr>
            <p:spPr bwMode="auto">
              <a:xfrm flipV="1">
                <a:off x="4248" y="3648"/>
                <a:ext cx="360"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6347" name="Line 97">
                <a:extLst>
                  <a:ext uri="{FF2B5EF4-FFF2-40B4-BE49-F238E27FC236}">
                    <a16:creationId xmlns:a16="http://schemas.microsoft.com/office/drawing/2014/main" id="{8FD3D23D-293E-4C3A-80EF-6023EC8C4E6F}"/>
                  </a:ext>
                </a:extLst>
              </p:cNvPr>
              <p:cNvSpPr>
                <a:spLocks noChangeShapeType="1"/>
              </p:cNvSpPr>
              <p:nvPr/>
            </p:nvSpPr>
            <p:spPr bwMode="auto">
              <a:xfrm>
                <a:off x="4248" y="3840"/>
                <a:ext cx="360"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grpSp>
          <p:nvGrpSpPr>
            <p:cNvPr id="56328" name="Group 107">
              <a:extLst>
                <a:ext uri="{FF2B5EF4-FFF2-40B4-BE49-F238E27FC236}">
                  <a16:creationId xmlns:a16="http://schemas.microsoft.com/office/drawing/2014/main" id="{47B94934-4812-4593-8348-EA8E850385A2}"/>
                </a:ext>
              </a:extLst>
            </p:cNvPr>
            <p:cNvGrpSpPr>
              <a:grpSpLocks/>
            </p:cNvGrpSpPr>
            <p:nvPr/>
          </p:nvGrpSpPr>
          <p:grpSpPr bwMode="auto">
            <a:xfrm>
              <a:off x="2472" y="2880"/>
              <a:ext cx="1824" cy="768"/>
              <a:chOff x="2472" y="2880"/>
              <a:chExt cx="1824" cy="768"/>
            </a:xfrm>
          </p:grpSpPr>
          <p:grpSp>
            <p:nvGrpSpPr>
              <p:cNvPr id="56329" name="Group 80">
                <a:extLst>
                  <a:ext uri="{FF2B5EF4-FFF2-40B4-BE49-F238E27FC236}">
                    <a16:creationId xmlns:a16="http://schemas.microsoft.com/office/drawing/2014/main" id="{028BD88F-3A64-4E4C-91E1-66039939E163}"/>
                  </a:ext>
                </a:extLst>
              </p:cNvPr>
              <p:cNvGrpSpPr>
                <a:grpSpLocks/>
              </p:cNvGrpSpPr>
              <p:nvPr/>
            </p:nvGrpSpPr>
            <p:grpSpPr bwMode="auto">
              <a:xfrm>
                <a:off x="3096" y="2880"/>
                <a:ext cx="1200" cy="384"/>
                <a:chOff x="3744" y="2496"/>
                <a:chExt cx="1200" cy="384"/>
              </a:xfrm>
            </p:grpSpPr>
            <p:sp>
              <p:nvSpPr>
                <p:cNvPr id="56334" name="AutoShape 58">
                  <a:extLst>
                    <a:ext uri="{FF2B5EF4-FFF2-40B4-BE49-F238E27FC236}">
                      <a16:creationId xmlns:a16="http://schemas.microsoft.com/office/drawing/2014/main" id="{71E6B4AB-316D-487A-935E-5C64CB4543AD}"/>
                    </a:ext>
                  </a:extLst>
                </p:cNvPr>
                <p:cNvSpPr>
                  <a:spLocks noChangeArrowheads="1"/>
                </p:cNvSpPr>
                <p:nvPr/>
              </p:nvSpPr>
              <p:spPr bwMode="auto">
                <a:xfrm>
                  <a:off x="3744" y="2496"/>
                  <a:ext cx="1200" cy="384"/>
                </a:xfrm>
                <a:prstGeom prst="flowChartDecision">
                  <a:avLst/>
                </a:prstGeom>
                <a:noFill/>
                <a:ln w="38100" cmpd="dbl"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6335" name="Text Box 59">
                  <a:extLst>
                    <a:ext uri="{FF2B5EF4-FFF2-40B4-BE49-F238E27FC236}">
                      <a16:creationId xmlns:a16="http://schemas.microsoft.com/office/drawing/2014/main" id="{35B54B47-6BE3-48FD-BAD1-F18A5C7B67CA}"/>
                    </a:ext>
                  </a:extLst>
                </p:cNvPr>
                <p:cNvSpPr txBox="1">
                  <a:spLocks noChangeArrowheads="1"/>
                </p:cNvSpPr>
                <p:nvPr/>
              </p:nvSpPr>
              <p:spPr bwMode="auto">
                <a:xfrm>
                  <a:off x="3840" y="2576"/>
                  <a:ext cx="105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mpd="dbl"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600"/>
                    <a:t>Co_than_nhan</a:t>
                  </a:r>
                </a:p>
              </p:txBody>
            </p:sp>
          </p:grpSp>
          <p:sp>
            <p:nvSpPr>
              <p:cNvPr id="56330" name="Line 93">
                <a:extLst>
                  <a:ext uri="{FF2B5EF4-FFF2-40B4-BE49-F238E27FC236}">
                    <a16:creationId xmlns:a16="http://schemas.microsoft.com/office/drawing/2014/main" id="{D2A697B7-F569-4F0E-8BD0-FE5C926A3512}"/>
                  </a:ext>
                </a:extLst>
              </p:cNvPr>
              <p:cNvSpPr>
                <a:spLocks noChangeShapeType="1"/>
              </p:cNvSpPr>
              <p:nvPr/>
            </p:nvSpPr>
            <p:spPr bwMode="auto">
              <a:xfrm>
                <a:off x="2472" y="3072"/>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6331" name="Line 99">
                <a:extLst>
                  <a:ext uri="{FF2B5EF4-FFF2-40B4-BE49-F238E27FC236}">
                    <a16:creationId xmlns:a16="http://schemas.microsoft.com/office/drawing/2014/main" id="{5D36F45F-C325-43C8-ACF5-C67C2CCCCD6E}"/>
                  </a:ext>
                </a:extLst>
              </p:cNvPr>
              <p:cNvSpPr>
                <a:spLocks noChangeShapeType="1"/>
              </p:cNvSpPr>
              <p:nvPr/>
            </p:nvSpPr>
            <p:spPr bwMode="auto">
              <a:xfrm>
                <a:off x="3704" y="3264"/>
                <a:ext cx="0"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6332" name="Text Box 101">
                <a:extLst>
                  <a:ext uri="{FF2B5EF4-FFF2-40B4-BE49-F238E27FC236}">
                    <a16:creationId xmlns:a16="http://schemas.microsoft.com/office/drawing/2014/main" id="{B414E487-4D8D-4E06-9FF8-49C1E76102A3}"/>
                  </a:ext>
                </a:extLst>
              </p:cNvPr>
              <p:cNvSpPr txBox="1">
                <a:spLocks noChangeArrowheads="1"/>
              </p:cNvSpPr>
              <p:nvPr/>
            </p:nvSpPr>
            <p:spPr bwMode="auto">
              <a:xfrm>
                <a:off x="2472" y="2901"/>
                <a:ext cx="4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(1,1)</a:t>
                </a:r>
              </a:p>
            </p:txBody>
          </p:sp>
          <p:sp>
            <p:nvSpPr>
              <p:cNvPr id="56333" name="Text Box 102">
                <a:extLst>
                  <a:ext uri="{FF2B5EF4-FFF2-40B4-BE49-F238E27FC236}">
                    <a16:creationId xmlns:a16="http://schemas.microsoft.com/office/drawing/2014/main" id="{8C509882-AE20-467C-AE87-5101ED6A3D75}"/>
                  </a:ext>
                </a:extLst>
              </p:cNvPr>
              <p:cNvSpPr txBox="1">
                <a:spLocks noChangeArrowheads="1"/>
              </p:cNvSpPr>
              <p:nvPr/>
            </p:nvSpPr>
            <p:spPr bwMode="auto">
              <a:xfrm>
                <a:off x="3312" y="3430"/>
                <a:ext cx="4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(0,n)</a:t>
                </a:r>
              </a:p>
            </p:txBody>
          </p:sp>
        </p:grpSp>
      </p:grpSp>
      <p:sp>
        <p:nvSpPr>
          <p:cNvPr id="2" name="Line Callout 1 1">
            <a:extLst>
              <a:ext uri="{FF2B5EF4-FFF2-40B4-BE49-F238E27FC236}">
                <a16:creationId xmlns:a16="http://schemas.microsoft.com/office/drawing/2014/main" id="{99E22E78-3316-7D89-DF85-A3710801ADF7}"/>
              </a:ext>
            </a:extLst>
          </p:cNvPr>
          <p:cNvSpPr/>
          <p:nvPr/>
        </p:nvSpPr>
        <p:spPr bwMode="auto">
          <a:xfrm>
            <a:off x="6558639" y="3270707"/>
            <a:ext cx="2280561" cy="430887"/>
          </a:xfrm>
          <a:prstGeom prst="borderCallout1">
            <a:avLst>
              <a:gd name="adj1" fmla="val 18750"/>
              <a:gd name="adj2" fmla="val -8333"/>
              <a:gd name="adj3" fmla="val 267763"/>
              <a:gd name="adj4" fmla="val -26914"/>
            </a:avLst>
          </a:prstGeom>
          <a:ln>
            <a:solidFill>
              <a:schemeClr val="accent1"/>
            </a:solidFill>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sz="2200" b="0" i="0" u="none" strike="noStrike" cap="none" normalizeH="0" baseline="0">
                <a:ln>
                  <a:noFill/>
                </a:ln>
                <a:solidFill>
                  <a:schemeClr val="tx1"/>
                </a:solidFill>
                <a:effectLst/>
                <a:latin typeface="Tahoma" panose="020B0604030504040204" pitchFamily="34" charset="0"/>
              </a:rPr>
              <a:t>Quan hệ Identify</a:t>
            </a:r>
          </a:p>
        </p:txBody>
      </p:sp>
      <p:sp>
        <p:nvSpPr>
          <p:cNvPr id="5" name="Line Callout 1 4">
            <a:extLst>
              <a:ext uri="{FF2B5EF4-FFF2-40B4-BE49-F238E27FC236}">
                <a16:creationId xmlns:a16="http://schemas.microsoft.com/office/drawing/2014/main" id="{5A24EE66-D037-1C97-3350-602D52EFCD58}"/>
              </a:ext>
            </a:extLst>
          </p:cNvPr>
          <p:cNvSpPr/>
          <p:nvPr/>
        </p:nvSpPr>
        <p:spPr bwMode="auto">
          <a:xfrm>
            <a:off x="4427595" y="6336224"/>
            <a:ext cx="2321405" cy="430887"/>
          </a:xfrm>
          <a:prstGeom prst="borderCallout1">
            <a:avLst>
              <a:gd name="adj1" fmla="val 18750"/>
              <a:gd name="adj2" fmla="val 103798"/>
              <a:gd name="adj3" fmla="val 1597"/>
              <a:gd name="adj4" fmla="val 122594"/>
            </a:avLst>
          </a:prstGeom>
          <a:ln>
            <a:solidFill>
              <a:schemeClr val="accent1"/>
            </a:solidFill>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sz="2200" b="0" i="0" u="none" strike="noStrike" cap="none" normalizeH="0" baseline="0">
                <a:ln>
                  <a:noFill/>
                </a:ln>
                <a:solidFill>
                  <a:schemeClr val="tx1"/>
                </a:solidFill>
                <a:effectLst/>
                <a:latin typeface="Tahoma" panose="020B0604030504040204" pitchFamily="34" charset="0"/>
              </a:rPr>
              <a:t>Định danh Partial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Date Placeholder 3">
            <a:extLst>
              <a:ext uri="{FF2B5EF4-FFF2-40B4-BE49-F238E27FC236}">
                <a16:creationId xmlns:a16="http://schemas.microsoft.com/office/drawing/2014/main" id="{12810836-4C57-4039-B74A-9CD4CF44941C}"/>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58370" name="Slide Number Placeholder 5">
            <a:extLst>
              <a:ext uri="{FF2B5EF4-FFF2-40B4-BE49-F238E27FC236}">
                <a16:creationId xmlns:a16="http://schemas.microsoft.com/office/drawing/2014/main" id="{5561AFE0-2447-4EC3-AE77-AE4C28CC762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76B09DCB-682A-486B-8E1D-3363302C232E}" type="slidenum">
              <a:rPr lang="en-US" altLang="en-US">
                <a:latin typeface="Arial" panose="020B0604020202020204" pitchFamily="34" charset="0"/>
              </a:rPr>
              <a:pPr/>
              <a:t>28</a:t>
            </a:fld>
            <a:endParaRPr lang="en-US" altLang="en-US">
              <a:latin typeface="Arial" panose="020B0604020202020204" pitchFamily="34" charset="0"/>
            </a:endParaRPr>
          </a:p>
        </p:txBody>
      </p:sp>
      <p:sp>
        <p:nvSpPr>
          <p:cNvPr id="58371" name="Rectangle 2">
            <a:extLst>
              <a:ext uri="{FF2B5EF4-FFF2-40B4-BE49-F238E27FC236}">
                <a16:creationId xmlns:a16="http://schemas.microsoft.com/office/drawing/2014/main" id="{85E0A792-F4CC-40A4-A3D6-0B3E1E146F11}"/>
              </a:ext>
            </a:extLst>
          </p:cNvPr>
          <p:cNvSpPr>
            <a:spLocks noGrp="1" noChangeArrowheads="1"/>
          </p:cNvSpPr>
          <p:nvPr>
            <p:ph type="title"/>
          </p:nvPr>
        </p:nvSpPr>
        <p:spPr>
          <a:xfrm>
            <a:off x="457200" y="354013"/>
            <a:ext cx="8229600" cy="620712"/>
          </a:xfrm>
        </p:spPr>
        <p:txBody>
          <a:bodyPr/>
          <a:lstStyle/>
          <a:p>
            <a:pPr eaLnBrk="1" hangingPunct="1"/>
            <a:r>
              <a:rPr lang="en-US" altLang="en-US" sz="3500"/>
              <a:t>Tập thực thể yếu (tt)</a:t>
            </a:r>
          </a:p>
        </p:txBody>
      </p:sp>
      <p:sp>
        <p:nvSpPr>
          <p:cNvPr id="58372" name="Rectangle 3">
            <a:extLst>
              <a:ext uri="{FF2B5EF4-FFF2-40B4-BE49-F238E27FC236}">
                <a16:creationId xmlns:a16="http://schemas.microsoft.com/office/drawing/2014/main" id="{13AAE5C2-A2D1-4BB9-BB1F-6C2354254DAD}"/>
              </a:ext>
            </a:extLst>
          </p:cNvPr>
          <p:cNvSpPr>
            <a:spLocks noGrp="1" noChangeArrowheads="1"/>
          </p:cNvSpPr>
          <p:nvPr>
            <p:ph type="body" idx="1"/>
          </p:nvPr>
        </p:nvSpPr>
        <p:spPr>
          <a:xfrm>
            <a:off x="381000" y="1295400"/>
            <a:ext cx="8382000" cy="5105400"/>
          </a:xfrm>
        </p:spPr>
        <p:txBody>
          <a:bodyPr/>
          <a:lstStyle/>
          <a:p>
            <a:pPr eaLnBrk="1" hangingPunct="1"/>
            <a:r>
              <a:rPr lang="en-US" altLang="en-US"/>
              <a:t>Ví dụ 2</a:t>
            </a:r>
          </a:p>
        </p:txBody>
      </p:sp>
      <p:grpSp>
        <p:nvGrpSpPr>
          <p:cNvPr id="58373" name="Group 84">
            <a:extLst>
              <a:ext uri="{FF2B5EF4-FFF2-40B4-BE49-F238E27FC236}">
                <a16:creationId xmlns:a16="http://schemas.microsoft.com/office/drawing/2014/main" id="{BF39ED5D-EB04-46EE-8195-16C3E730B1DD}"/>
              </a:ext>
            </a:extLst>
          </p:cNvPr>
          <p:cNvGrpSpPr>
            <a:grpSpLocks/>
          </p:cNvGrpSpPr>
          <p:nvPr/>
        </p:nvGrpSpPr>
        <p:grpSpPr bwMode="auto">
          <a:xfrm>
            <a:off x="2006600" y="1447800"/>
            <a:ext cx="4495800" cy="4953000"/>
            <a:chOff x="1264" y="912"/>
            <a:chExt cx="2832" cy="3120"/>
          </a:xfrm>
        </p:grpSpPr>
        <p:grpSp>
          <p:nvGrpSpPr>
            <p:cNvPr id="58374" name="Group 5">
              <a:extLst>
                <a:ext uri="{FF2B5EF4-FFF2-40B4-BE49-F238E27FC236}">
                  <a16:creationId xmlns:a16="http://schemas.microsoft.com/office/drawing/2014/main" id="{FE270F54-C179-4562-A3FD-05276595C58F}"/>
                </a:ext>
              </a:extLst>
            </p:cNvPr>
            <p:cNvGrpSpPr>
              <a:grpSpLocks/>
            </p:cNvGrpSpPr>
            <p:nvPr/>
          </p:nvGrpSpPr>
          <p:grpSpPr bwMode="auto">
            <a:xfrm>
              <a:off x="2256" y="1920"/>
              <a:ext cx="816" cy="384"/>
              <a:chOff x="3744" y="2496"/>
              <a:chExt cx="1200" cy="384"/>
            </a:xfrm>
          </p:grpSpPr>
          <p:sp>
            <p:nvSpPr>
              <p:cNvPr id="58423" name="AutoShape 6">
                <a:extLst>
                  <a:ext uri="{FF2B5EF4-FFF2-40B4-BE49-F238E27FC236}">
                    <a16:creationId xmlns:a16="http://schemas.microsoft.com/office/drawing/2014/main" id="{59A51F46-BF67-43AD-A07E-A29141A0EBC6}"/>
                  </a:ext>
                </a:extLst>
              </p:cNvPr>
              <p:cNvSpPr>
                <a:spLocks noChangeArrowheads="1"/>
              </p:cNvSpPr>
              <p:nvPr/>
            </p:nvSpPr>
            <p:spPr bwMode="auto">
              <a:xfrm>
                <a:off x="3744" y="2496"/>
                <a:ext cx="1200" cy="384"/>
              </a:xfrm>
              <a:prstGeom prst="flowChartDecision">
                <a:avLst/>
              </a:prstGeom>
              <a:noFill/>
              <a:ln w="38100" cmpd="dbl"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8424" name="Text Box 7">
                <a:extLst>
                  <a:ext uri="{FF2B5EF4-FFF2-40B4-BE49-F238E27FC236}">
                    <a16:creationId xmlns:a16="http://schemas.microsoft.com/office/drawing/2014/main" id="{D9CC7569-E6DF-4B47-B680-5303879CC858}"/>
                  </a:ext>
                </a:extLst>
              </p:cNvPr>
              <p:cNvSpPr txBox="1">
                <a:spLocks noChangeArrowheads="1"/>
              </p:cNvSpPr>
              <p:nvPr/>
            </p:nvSpPr>
            <p:spPr bwMode="auto">
              <a:xfrm>
                <a:off x="3840" y="2576"/>
                <a:ext cx="105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mpd="dbl"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600"/>
                  <a:t>HD_CT</a:t>
                </a:r>
              </a:p>
            </p:txBody>
          </p:sp>
        </p:grpSp>
        <p:grpSp>
          <p:nvGrpSpPr>
            <p:cNvPr id="58375" name="Group 66">
              <a:extLst>
                <a:ext uri="{FF2B5EF4-FFF2-40B4-BE49-F238E27FC236}">
                  <a16:creationId xmlns:a16="http://schemas.microsoft.com/office/drawing/2014/main" id="{E71FB6B4-C454-41F9-886C-E6A5FDBE9287}"/>
                </a:ext>
              </a:extLst>
            </p:cNvPr>
            <p:cNvGrpSpPr>
              <a:grpSpLocks/>
            </p:cNvGrpSpPr>
            <p:nvPr/>
          </p:nvGrpSpPr>
          <p:grpSpPr bwMode="auto">
            <a:xfrm>
              <a:off x="1264" y="912"/>
              <a:ext cx="1904" cy="912"/>
              <a:chOff x="480" y="1488"/>
              <a:chExt cx="1904" cy="912"/>
            </a:xfrm>
          </p:grpSpPr>
          <p:sp>
            <p:nvSpPr>
              <p:cNvPr id="58410" name="Text Box 9">
                <a:extLst>
                  <a:ext uri="{FF2B5EF4-FFF2-40B4-BE49-F238E27FC236}">
                    <a16:creationId xmlns:a16="http://schemas.microsoft.com/office/drawing/2014/main" id="{295F08B0-A540-41BF-AC7C-E964169A7591}"/>
                  </a:ext>
                </a:extLst>
              </p:cNvPr>
              <p:cNvSpPr txBox="1">
                <a:spLocks noChangeArrowheads="1"/>
              </p:cNvSpPr>
              <p:nvPr/>
            </p:nvSpPr>
            <p:spPr bwMode="auto">
              <a:xfrm>
                <a:off x="1376" y="2112"/>
                <a:ext cx="1008"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HOA_DON</a:t>
                </a:r>
              </a:p>
            </p:txBody>
          </p:sp>
          <p:grpSp>
            <p:nvGrpSpPr>
              <p:cNvPr id="58411" name="Group 61">
                <a:extLst>
                  <a:ext uri="{FF2B5EF4-FFF2-40B4-BE49-F238E27FC236}">
                    <a16:creationId xmlns:a16="http://schemas.microsoft.com/office/drawing/2014/main" id="{7EBBEDDE-59A9-4D8B-8D77-A83B9ED0FDAD}"/>
                  </a:ext>
                </a:extLst>
              </p:cNvPr>
              <p:cNvGrpSpPr>
                <a:grpSpLocks/>
              </p:cNvGrpSpPr>
              <p:nvPr/>
            </p:nvGrpSpPr>
            <p:grpSpPr bwMode="auto">
              <a:xfrm>
                <a:off x="480" y="2160"/>
                <a:ext cx="672" cy="240"/>
                <a:chOff x="528" y="2160"/>
                <a:chExt cx="672" cy="240"/>
              </a:xfrm>
            </p:grpSpPr>
            <p:sp>
              <p:nvSpPr>
                <p:cNvPr id="58421" name="Oval 11">
                  <a:extLst>
                    <a:ext uri="{FF2B5EF4-FFF2-40B4-BE49-F238E27FC236}">
                      <a16:creationId xmlns:a16="http://schemas.microsoft.com/office/drawing/2014/main" id="{1A2DDB86-66A0-49BF-92D3-86A37091901B}"/>
                    </a:ext>
                  </a:extLst>
                </p:cNvPr>
                <p:cNvSpPr>
                  <a:spLocks noChangeArrowheads="1"/>
                </p:cNvSpPr>
                <p:nvPr/>
              </p:nvSpPr>
              <p:spPr bwMode="auto">
                <a:xfrm>
                  <a:off x="528" y="2160"/>
                  <a:ext cx="672"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8422" name="Text Box 12">
                  <a:extLst>
                    <a:ext uri="{FF2B5EF4-FFF2-40B4-BE49-F238E27FC236}">
                      <a16:creationId xmlns:a16="http://schemas.microsoft.com/office/drawing/2014/main" id="{B0C584E6-04AF-4F40-B386-4C1C610B09C4}"/>
                    </a:ext>
                  </a:extLst>
                </p:cNvPr>
                <p:cNvSpPr txBox="1">
                  <a:spLocks noChangeArrowheads="1"/>
                </p:cNvSpPr>
                <p:nvPr/>
              </p:nvSpPr>
              <p:spPr bwMode="auto">
                <a:xfrm>
                  <a:off x="528" y="2192"/>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TONGTIEN</a:t>
                  </a:r>
                </a:p>
              </p:txBody>
            </p:sp>
          </p:grpSp>
          <p:grpSp>
            <p:nvGrpSpPr>
              <p:cNvPr id="58412" name="Group 60">
                <a:extLst>
                  <a:ext uri="{FF2B5EF4-FFF2-40B4-BE49-F238E27FC236}">
                    <a16:creationId xmlns:a16="http://schemas.microsoft.com/office/drawing/2014/main" id="{19E40EEA-2B35-43EB-BA24-D6F3CDFBCBD2}"/>
                  </a:ext>
                </a:extLst>
              </p:cNvPr>
              <p:cNvGrpSpPr>
                <a:grpSpLocks/>
              </p:cNvGrpSpPr>
              <p:nvPr/>
            </p:nvGrpSpPr>
            <p:grpSpPr bwMode="auto">
              <a:xfrm>
                <a:off x="576" y="1824"/>
                <a:ext cx="576" cy="240"/>
                <a:chOff x="576" y="1824"/>
                <a:chExt cx="576" cy="240"/>
              </a:xfrm>
            </p:grpSpPr>
            <p:sp>
              <p:nvSpPr>
                <p:cNvPr id="58419" name="Oval 26">
                  <a:extLst>
                    <a:ext uri="{FF2B5EF4-FFF2-40B4-BE49-F238E27FC236}">
                      <a16:creationId xmlns:a16="http://schemas.microsoft.com/office/drawing/2014/main" id="{A440BAE0-60C5-4E90-A9E9-E1C4953E477D}"/>
                    </a:ext>
                  </a:extLst>
                </p:cNvPr>
                <p:cNvSpPr>
                  <a:spLocks noChangeArrowheads="1"/>
                </p:cNvSpPr>
                <p:nvPr/>
              </p:nvSpPr>
              <p:spPr bwMode="auto">
                <a:xfrm>
                  <a:off x="576" y="1824"/>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8420" name="Text Box 27">
                  <a:extLst>
                    <a:ext uri="{FF2B5EF4-FFF2-40B4-BE49-F238E27FC236}">
                      <a16:creationId xmlns:a16="http://schemas.microsoft.com/office/drawing/2014/main" id="{AF77F2CC-ADA3-4891-8436-3ADDB74FF7E3}"/>
                    </a:ext>
                  </a:extLst>
                </p:cNvPr>
                <p:cNvSpPr txBox="1">
                  <a:spLocks noChangeArrowheads="1"/>
                </p:cNvSpPr>
                <p:nvPr/>
              </p:nvSpPr>
              <p:spPr bwMode="auto">
                <a:xfrm>
                  <a:off x="576" y="1848"/>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NGAYHD</a:t>
                  </a:r>
                </a:p>
              </p:txBody>
            </p:sp>
          </p:grpSp>
          <p:sp>
            <p:nvSpPr>
              <p:cNvPr id="58413" name="Line 29">
                <a:extLst>
                  <a:ext uri="{FF2B5EF4-FFF2-40B4-BE49-F238E27FC236}">
                    <a16:creationId xmlns:a16="http://schemas.microsoft.com/office/drawing/2014/main" id="{64301D9C-5EAA-4BAC-93F2-18D8398D7B60}"/>
                  </a:ext>
                </a:extLst>
              </p:cNvPr>
              <p:cNvSpPr>
                <a:spLocks noChangeShapeType="1"/>
              </p:cNvSpPr>
              <p:nvPr/>
            </p:nvSpPr>
            <p:spPr bwMode="auto">
              <a:xfrm flipH="1">
                <a:off x="1152" y="2208"/>
                <a:ext cx="24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8414" name="Line 30">
                <a:extLst>
                  <a:ext uri="{FF2B5EF4-FFF2-40B4-BE49-F238E27FC236}">
                    <a16:creationId xmlns:a16="http://schemas.microsoft.com/office/drawing/2014/main" id="{B6351867-0023-4911-98C0-19B9BB65045F}"/>
                  </a:ext>
                </a:extLst>
              </p:cNvPr>
              <p:cNvSpPr>
                <a:spLocks noChangeShapeType="1"/>
              </p:cNvSpPr>
              <p:nvPr/>
            </p:nvSpPr>
            <p:spPr bwMode="auto">
              <a:xfrm flipH="1" flipV="1">
                <a:off x="1104" y="1968"/>
                <a:ext cx="288"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nvGrpSpPr>
              <p:cNvPr id="58415" name="Group 34">
                <a:extLst>
                  <a:ext uri="{FF2B5EF4-FFF2-40B4-BE49-F238E27FC236}">
                    <a16:creationId xmlns:a16="http://schemas.microsoft.com/office/drawing/2014/main" id="{E2F040BC-0CE9-4636-9726-9BEB89B6CEF8}"/>
                  </a:ext>
                </a:extLst>
              </p:cNvPr>
              <p:cNvGrpSpPr>
                <a:grpSpLocks/>
              </p:cNvGrpSpPr>
              <p:nvPr/>
            </p:nvGrpSpPr>
            <p:grpSpPr bwMode="auto">
              <a:xfrm>
                <a:off x="576" y="1488"/>
                <a:ext cx="528" cy="240"/>
                <a:chOff x="192" y="2160"/>
                <a:chExt cx="528" cy="240"/>
              </a:xfrm>
            </p:grpSpPr>
            <p:sp>
              <p:nvSpPr>
                <p:cNvPr id="58417" name="Oval 35">
                  <a:extLst>
                    <a:ext uri="{FF2B5EF4-FFF2-40B4-BE49-F238E27FC236}">
                      <a16:creationId xmlns:a16="http://schemas.microsoft.com/office/drawing/2014/main" id="{6B613B42-2228-4464-96A8-C3D4D4B3D0F5}"/>
                    </a:ext>
                  </a:extLst>
                </p:cNvPr>
                <p:cNvSpPr>
                  <a:spLocks noChangeArrowheads="1"/>
                </p:cNvSpPr>
                <p:nvPr/>
              </p:nvSpPr>
              <p:spPr bwMode="auto">
                <a:xfrm>
                  <a:off x="192" y="2160"/>
                  <a:ext cx="528" cy="240"/>
                </a:xfrm>
                <a:prstGeom prst="ellipse">
                  <a:avLst/>
                </a:prstGeom>
                <a:solidFill>
                  <a:srgbClr val="CC0000">
                    <a:alpha val="54901"/>
                  </a:srgbClr>
                </a:solidFill>
                <a:ln w="12700" algn="ctr">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8418" name="Text Box 36">
                  <a:extLst>
                    <a:ext uri="{FF2B5EF4-FFF2-40B4-BE49-F238E27FC236}">
                      <a16:creationId xmlns:a16="http://schemas.microsoft.com/office/drawing/2014/main" id="{01BCC47F-B474-42A9-9DD9-1DA867A06DE0}"/>
                    </a:ext>
                  </a:extLst>
                </p:cNvPr>
                <p:cNvSpPr txBox="1">
                  <a:spLocks noChangeArrowheads="1"/>
                </p:cNvSpPr>
                <p:nvPr/>
              </p:nvSpPr>
              <p:spPr bwMode="auto">
                <a:xfrm>
                  <a:off x="216" y="2184"/>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u="sng"/>
                    <a:t>MAHD</a:t>
                  </a:r>
                </a:p>
              </p:txBody>
            </p:sp>
          </p:grpSp>
          <p:sp>
            <p:nvSpPr>
              <p:cNvPr id="58416" name="Line 37">
                <a:extLst>
                  <a:ext uri="{FF2B5EF4-FFF2-40B4-BE49-F238E27FC236}">
                    <a16:creationId xmlns:a16="http://schemas.microsoft.com/office/drawing/2014/main" id="{ADE973BA-D676-465F-B1AB-C793F858C337}"/>
                  </a:ext>
                </a:extLst>
              </p:cNvPr>
              <p:cNvSpPr>
                <a:spLocks noChangeShapeType="1"/>
              </p:cNvSpPr>
              <p:nvPr/>
            </p:nvSpPr>
            <p:spPr bwMode="auto">
              <a:xfrm flipH="1" flipV="1">
                <a:off x="1056" y="1680"/>
                <a:ext cx="432" cy="4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58376" name="Group 80">
              <a:extLst>
                <a:ext uri="{FF2B5EF4-FFF2-40B4-BE49-F238E27FC236}">
                  <a16:creationId xmlns:a16="http://schemas.microsoft.com/office/drawing/2014/main" id="{F3A81C7B-EE9C-4D8F-BC57-551A1933EF28}"/>
                </a:ext>
              </a:extLst>
            </p:cNvPr>
            <p:cNvGrpSpPr>
              <a:grpSpLocks/>
            </p:cNvGrpSpPr>
            <p:nvPr/>
          </p:nvGrpSpPr>
          <p:grpSpPr bwMode="auto">
            <a:xfrm>
              <a:off x="2208" y="3216"/>
              <a:ext cx="1888" cy="816"/>
              <a:chOff x="2208" y="3216"/>
              <a:chExt cx="1888" cy="816"/>
            </a:xfrm>
          </p:grpSpPr>
          <p:sp>
            <p:nvSpPr>
              <p:cNvPr id="58398" name="Text Box 40">
                <a:extLst>
                  <a:ext uri="{FF2B5EF4-FFF2-40B4-BE49-F238E27FC236}">
                    <a16:creationId xmlns:a16="http://schemas.microsoft.com/office/drawing/2014/main" id="{9B5F01EE-CDD9-4BDE-AC10-2224B7AC264D}"/>
                  </a:ext>
                </a:extLst>
              </p:cNvPr>
              <p:cNvSpPr txBox="1">
                <a:spLocks noChangeArrowheads="1"/>
              </p:cNvSpPr>
              <p:nvPr/>
            </p:nvSpPr>
            <p:spPr bwMode="auto">
              <a:xfrm>
                <a:off x="2208" y="3441"/>
                <a:ext cx="1008"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HANG_HOA</a:t>
                </a:r>
              </a:p>
            </p:txBody>
          </p:sp>
          <p:sp>
            <p:nvSpPr>
              <p:cNvPr id="58399" name="Oval 42">
                <a:extLst>
                  <a:ext uri="{FF2B5EF4-FFF2-40B4-BE49-F238E27FC236}">
                    <a16:creationId xmlns:a16="http://schemas.microsoft.com/office/drawing/2014/main" id="{21FFAAB2-3549-4455-A5AE-ABF7EC7CD33E}"/>
                  </a:ext>
                </a:extLst>
              </p:cNvPr>
              <p:cNvSpPr>
                <a:spLocks noChangeArrowheads="1"/>
              </p:cNvSpPr>
              <p:nvPr/>
            </p:nvSpPr>
            <p:spPr bwMode="auto">
              <a:xfrm>
                <a:off x="3552" y="3792"/>
                <a:ext cx="528" cy="240"/>
              </a:xfrm>
              <a:prstGeom prst="ellipse">
                <a:avLst/>
              </a:prstGeom>
              <a:solidFill>
                <a:srgbClr val="CC0000">
                  <a:alpha val="54901"/>
                </a:srgbClr>
              </a:solidFill>
              <a:ln w="12700" algn="ctr">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8400" name="Text Box 43">
                <a:extLst>
                  <a:ext uri="{FF2B5EF4-FFF2-40B4-BE49-F238E27FC236}">
                    <a16:creationId xmlns:a16="http://schemas.microsoft.com/office/drawing/2014/main" id="{CEF64D77-3466-4067-BF2C-2A4E7F469A0B}"/>
                  </a:ext>
                </a:extLst>
              </p:cNvPr>
              <p:cNvSpPr txBox="1">
                <a:spLocks noChangeArrowheads="1"/>
              </p:cNvSpPr>
              <p:nvPr/>
            </p:nvSpPr>
            <p:spPr bwMode="auto">
              <a:xfrm>
                <a:off x="3568" y="3808"/>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u="sng"/>
                  <a:t>MAHH</a:t>
                </a:r>
              </a:p>
            </p:txBody>
          </p:sp>
          <p:grpSp>
            <p:nvGrpSpPr>
              <p:cNvPr id="58401" name="Group 44">
                <a:extLst>
                  <a:ext uri="{FF2B5EF4-FFF2-40B4-BE49-F238E27FC236}">
                    <a16:creationId xmlns:a16="http://schemas.microsoft.com/office/drawing/2014/main" id="{49588C31-9D92-4496-A962-C508509BEB0D}"/>
                  </a:ext>
                </a:extLst>
              </p:cNvPr>
              <p:cNvGrpSpPr>
                <a:grpSpLocks/>
              </p:cNvGrpSpPr>
              <p:nvPr/>
            </p:nvGrpSpPr>
            <p:grpSpPr bwMode="auto">
              <a:xfrm>
                <a:off x="3552" y="3504"/>
                <a:ext cx="528" cy="240"/>
                <a:chOff x="2112" y="3792"/>
                <a:chExt cx="528" cy="240"/>
              </a:xfrm>
            </p:grpSpPr>
            <p:sp>
              <p:nvSpPr>
                <p:cNvPr id="58408" name="Oval 45">
                  <a:extLst>
                    <a:ext uri="{FF2B5EF4-FFF2-40B4-BE49-F238E27FC236}">
                      <a16:creationId xmlns:a16="http://schemas.microsoft.com/office/drawing/2014/main" id="{61624F59-3041-41D2-9BBF-B14DDA97F26D}"/>
                    </a:ext>
                  </a:extLst>
                </p:cNvPr>
                <p:cNvSpPr>
                  <a:spLocks noChangeArrowheads="1"/>
                </p:cNvSpPr>
                <p:nvPr/>
              </p:nvSpPr>
              <p:spPr bwMode="auto">
                <a:xfrm>
                  <a:off x="2112" y="3792"/>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8409" name="Text Box 46">
                  <a:extLst>
                    <a:ext uri="{FF2B5EF4-FFF2-40B4-BE49-F238E27FC236}">
                      <a16:creationId xmlns:a16="http://schemas.microsoft.com/office/drawing/2014/main" id="{C573F102-DAC0-4E33-A1E2-CB204AFB635B}"/>
                    </a:ext>
                  </a:extLst>
                </p:cNvPr>
                <p:cNvSpPr txBox="1">
                  <a:spLocks noChangeArrowheads="1"/>
                </p:cNvSpPr>
                <p:nvPr/>
              </p:nvSpPr>
              <p:spPr bwMode="auto">
                <a:xfrm>
                  <a:off x="2112" y="3816"/>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DGIA</a:t>
                  </a:r>
                </a:p>
              </p:txBody>
            </p:sp>
          </p:grpSp>
          <p:grpSp>
            <p:nvGrpSpPr>
              <p:cNvPr id="58402" name="Group 47">
                <a:extLst>
                  <a:ext uri="{FF2B5EF4-FFF2-40B4-BE49-F238E27FC236}">
                    <a16:creationId xmlns:a16="http://schemas.microsoft.com/office/drawing/2014/main" id="{8D37E8C0-17FF-465A-B4FE-75111D7FD882}"/>
                  </a:ext>
                </a:extLst>
              </p:cNvPr>
              <p:cNvGrpSpPr>
                <a:grpSpLocks/>
              </p:cNvGrpSpPr>
              <p:nvPr/>
            </p:nvGrpSpPr>
            <p:grpSpPr bwMode="auto">
              <a:xfrm>
                <a:off x="3552" y="3216"/>
                <a:ext cx="528" cy="240"/>
                <a:chOff x="2112" y="3792"/>
                <a:chExt cx="528" cy="240"/>
              </a:xfrm>
            </p:grpSpPr>
            <p:sp>
              <p:nvSpPr>
                <p:cNvPr id="58406" name="Oval 48">
                  <a:extLst>
                    <a:ext uri="{FF2B5EF4-FFF2-40B4-BE49-F238E27FC236}">
                      <a16:creationId xmlns:a16="http://schemas.microsoft.com/office/drawing/2014/main" id="{9879D610-A98A-4B66-ADD9-86362C343078}"/>
                    </a:ext>
                  </a:extLst>
                </p:cNvPr>
                <p:cNvSpPr>
                  <a:spLocks noChangeArrowheads="1"/>
                </p:cNvSpPr>
                <p:nvPr/>
              </p:nvSpPr>
              <p:spPr bwMode="auto">
                <a:xfrm>
                  <a:off x="2112" y="3792"/>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8407" name="Text Box 49">
                  <a:extLst>
                    <a:ext uri="{FF2B5EF4-FFF2-40B4-BE49-F238E27FC236}">
                      <a16:creationId xmlns:a16="http://schemas.microsoft.com/office/drawing/2014/main" id="{159D43F0-AEA6-42F7-819D-A8A0A9C4F5DA}"/>
                    </a:ext>
                  </a:extLst>
                </p:cNvPr>
                <p:cNvSpPr txBox="1">
                  <a:spLocks noChangeArrowheads="1"/>
                </p:cNvSpPr>
                <p:nvPr/>
              </p:nvSpPr>
              <p:spPr bwMode="auto">
                <a:xfrm>
                  <a:off x="2112" y="3816"/>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TENHH</a:t>
                  </a:r>
                </a:p>
              </p:txBody>
            </p:sp>
          </p:grpSp>
          <p:sp>
            <p:nvSpPr>
              <p:cNvPr id="58403" name="Line 54">
                <a:extLst>
                  <a:ext uri="{FF2B5EF4-FFF2-40B4-BE49-F238E27FC236}">
                    <a16:creationId xmlns:a16="http://schemas.microsoft.com/office/drawing/2014/main" id="{7C6CF919-F756-4D11-9D0A-16E78E100551}"/>
                  </a:ext>
                </a:extLst>
              </p:cNvPr>
              <p:cNvSpPr>
                <a:spLocks noChangeShapeType="1"/>
              </p:cNvSpPr>
              <p:nvPr/>
            </p:nvSpPr>
            <p:spPr bwMode="auto">
              <a:xfrm flipV="1">
                <a:off x="3216" y="3360"/>
                <a:ext cx="336"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8404" name="Line 55">
                <a:extLst>
                  <a:ext uri="{FF2B5EF4-FFF2-40B4-BE49-F238E27FC236}">
                    <a16:creationId xmlns:a16="http://schemas.microsoft.com/office/drawing/2014/main" id="{E7A6FE50-BBDB-4FEC-87C1-853C36C0A8C6}"/>
                  </a:ext>
                </a:extLst>
              </p:cNvPr>
              <p:cNvSpPr>
                <a:spLocks noChangeShapeType="1"/>
              </p:cNvSpPr>
              <p:nvPr/>
            </p:nvSpPr>
            <p:spPr bwMode="auto">
              <a:xfrm>
                <a:off x="3216" y="3600"/>
                <a:ext cx="3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8405" name="Line 56">
                <a:extLst>
                  <a:ext uri="{FF2B5EF4-FFF2-40B4-BE49-F238E27FC236}">
                    <a16:creationId xmlns:a16="http://schemas.microsoft.com/office/drawing/2014/main" id="{3AF9E41F-7D84-4757-8A11-8F2E02813C86}"/>
                  </a:ext>
                </a:extLst>
              </p:cNvPr>
              <p:cNvSpPr>
                <a:spLocks noChangeShapeType="1"/>
              </p:cNvSpPr>
              <p:nvPr/>
            </p:nvSpPr>
            <p:spPr bwMode="auto">
              <a:xfrm>
                <a:off x="3216" y="3648"/>
                <a:ext cx="336" cy="2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58377" name="Text Box 58">
              <a:extLst>
                <a:ext uri="{FF2B5EF4-FFF2-40B4-BE49-F238E27FC236}">
                  <a16:creationId xmlns:a16="http://schemas.microsoft.com/office/drawing/2014/main" id="{8D15EFD9-BD75-4DA1-9CA4-1E1D77E790C4}"/>
                </a:ext>
              </a:extLst>
            </p:cNvPr>
            <p:cNvSpPr txBox="1">
              <a:spLocks noChangeArrowheads="1"/>
            </p:cNvSpPr>
            <p:nvPr/>
          </p:nvSpPr>
          <p:spPr bwMode="auto">
            <a:xfrm>
              <a:off x="2607" y="1767"/>
              <a:ext cx="4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(1,1)</a:t>
              </a:r>
            </a:p>
          </p:txBody>
        </p:sp>
        <p:sp>
          <p:nvSpPr>
            <p:cNvPr id="58378" name="Text Box 59">
              <a:extLst>
                <a:ext uri="{FF2B5EF4-FFF2-40B4-BE49-F238E27FC236}">
                  <a16:creationId xmlns:a16="http://schemas.microsoft.com/office/drawing/2014/main" id="{E5707D91-8586-40E9-9F06-BA5CF1B721B1}"/>
                </a:ext>
              </a:extLst>
            </p:cNvPr>
            <p:cNvSpPr txBox="1">
              <a:spLocks noChangeArrowheads="1"/>
            </p:cNvSpPr>
            <p:nvPr/>
          </p:nvSpPr>
          <p:spPr bwMode="auto">
            <a:xfrm>
              <a:off x="2640" y="2294"/>
              <a:ext cx="4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(1,n)</a:t>
              </a:r>
            </a:p>
          </p:txBody>
        </p:sp>
        <p:grpSp>
          <p:nvGrpSpPr>
            <p:cNvPr id="58379" name="Group 63">
              <a:extLst>
                <a:ext uri="{FF2B5EF4-FFF2-40B4-BE49-F238E27FC236}">
                  <a16:creationId xmlns:a16="http://schemas.microsoft.com/office/drawing/2014/main" id="{EADDAC06-8451-4E99-8583-F62F2E48F05B}"/>
                </a:ext>
              </a:extLst>
            </p:cNvPr>
            <p:cNvGrpSpPr>
              <a:grpSpLocks/>
            </p:cNvGrpSpPr>
            <p:nvPr/>
          </p:nvGrpSpPr>
          <p:grpSpPr bwMode="auto">
            <a:xfrm>
              <a:off x="2256" y="2928"/>
              <a:ext cx="816" cy="384"/>
              <a:chOff x="3744" y="2496"/>
              <a:chExt cx="1200" cy="384"/>
            </a:xfrm>
          </p:grpSpPr>
          <p:sp>
            <p:nvSpPr>
              <p:cNvPr id="58396" name="AutoShape 64">
                <a:extLst>
                  <a:ext uri="{FF2B5EF4-FFF2-40B4-BE49-F238E27FC236}">
                    <a16:creationId xmlns:a16="http://schemas.microsoft.com/office/drawing/2014/main" id="{1D044149-9DC9-4AA4-ABF3-BB7FFF58EFB9}"/>
                  </a:ext>
                </a:extLst>
              </p:cNvPr>
              <p:cNvSpPr>
                <a:spLocks noChangeArrowheads="1"/>
              </p:cNvSpPr>
              <p:nvPr/>
            </p:nvSpPr>
            <p:spPr bwMode="auto">
              <a:xfrm>
                <a:off x="3744" y="2496"/>
                <a:ext cx="1200" cy="384"/>
              </a:xfrm>
              <a:prstGeom prst="flowChartDecision">
                <a:avLst/>
              </a:prstGeom>
              <a:noFill/>
              <a:ln w="38100" cmpd="dbl"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8397" name="Text Box 65">
                <a:extLst>
                  <a:ext uri="{FF2B5EF4-FFF2-40B4-BE49-F238E27FC236}">
                    <a16:creationId xmlns:a16="http://schemas.microsoft.com/office/drawing/2014/main" id="{D42DC988-5820-4AE4-94A5-C9674E8029B8}"/>
                  </a:ext>
                </a:extLst>
              </p:cNvPr>
              <p:cNvSpPr txBox="1">
                <a:spLocks noChangeArrowheads="1"/>
              </p:cNvSpPr>
              <p:nvPr/>
            </p:nvSpPr>
            <p:spPr bwMode="auto">
              <a:xfrm>
                <a:off x="3840" y="2576"/>
                <a:ext cx="105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mpd="dbl"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600"/>
                  <a:t>HH_CT</a:t>
                </a:r>
              </a:p>
            </p:txBody>
          </p:sp>
        </p:grpSp>
        <p:sp>
          <p:nvSpPr>
            <p:cNvPr id="58380" name="Line 68">
              <a:extLst>
                <a:ext uri="{FF2B5EF4-FFF2-40B4-BE49-F238E27FC236}">
                  <a16:creationId xmlns:a16="http://schemas.microsoft.com/office/drawing/2014/main" id="{BD5D04F4-3E78-4621-A8FD-9CD213E8B27B}"/>
                </a:ext>
              </a:extLst>
            </p:cNvPr>
            <p:cNvSpPr>
              <a:spLocks noChangeShapeType="1"/>
            </p:cNvSpPr>
            <p:nvPr/>
          </p:nvSpPr>
          <p:spPr bwMode="auto">
            <a:xfrm>
              <a:off x="2656" y="1776"/>
              <a:ext cx="0"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8381" name="Line 71">
              <a:extLst>
                <a:ext uri="{FF2B5EF4-FFF2-40B4-BE49-F238E27FC236}">
                  <a16:creationId xmlns:a16="http://schemas.microsoft.com/office/drawing/2014/main" id="{EF5479A9-B94D-4A62-801F-6B886704B6D0}"/>
                </a:ext>
              </a:extLst>
            </p:cNvPr>
            <p:cNvSpPr>
              <a:spLocks noChangeShapeType="1"/>
            </p:cNvSpPr>
            <p:nvPr/>
          </p:nvSpPr>
          <p:spPr bwMode="auto">
            <a:xfrm>
              <a:off x="2672" y="3296"/>
              <a:ext cx="0"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8382" name="Text Box 72">
              <a:extLst>
                <a:ext uri="{FF2B5EF4-FFF2-40B4-BE49-F238E27FC236}">
                  <a16:creationId xmlns:a16="http://schemas.microsoft.com/office/drawing/2014/main" id="{55AEA9B1-C2C6-4FF7-BC32-A68ECF59DB75}"/>
                </a:ext>
              </a:extLst>
            </p:cNvPr>
            <p:cNvSpPr txBox="1">
              <a:spLocks noChangeArrowheads="1"/>
            </p:cNvSpPr>
            <p:nvPr/>
          </p:nvSpPr>
          <p:spPr bwMode="auto">
            <a:xfrm>
              <a:off x="2668" y="3244"/>
              <a:ext cx="4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(1,1)</a:t>
              </a:r>
            </a:p>
          </p:txBody>
        </p:sp>
        <p:sp>
          <p:nvSpPr>
            <p:cNvPr id="58383" name="Text Box 73">
              <a:extLst>
                <a:ext uri="{FF2B5EF4-FFF2-40B4-BE49-F238E27FC236}">
                  <a16:creationId xmlns:a16="http://schemas.microsoft.com/office/drawing/2014/main" id="{C8A5FF9F-9A95-4449-853B-F780836558F6}"/>
                </a:ext>
              </a:extLst>
            </p:cNvPr>
            <p:cNvSpPr txBox="1">
              <a:spLocks noChangeArrowheads="1"/>
            </p:cNvSpPr>
            <p:nvPr/>
          </p:nvSpPr>
          <p:spPr bwMode="auto">
            <a:xfrm>
              <a:off x="2607" y="2767"/>
              <a:ext cx="4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(1,n)</a:t>
              </a:r>
            </a:p>
          </p:txBody>
        </p:sp>
        <p:grpSp>
          <p:nvGrpSpPr>
            <p:cNvPr id="58384" name="Group 83">
              <a:extLst>
                <a:ext uri="{FF2B5EF4-FFF2-40B4-BE49-F238E27FC236}">
                  <a16:creationId xmlns:a16="http://schemas.microsoft.com/office/drawing/2014/main" id="{94D8F053-F1F8-44CE-851B-629711EFBC5B}"/>
                </a:ext>
              </a:extLst>
            </p:cNvPr>
            <p:cNvGrpSpPr>
              <a:grpSpLocks/>
            </p:cNvGrpSpPr>
            <p:nvPr/>
          </p:nvGrpSpPr>
          <p:grpSpPr bwMode="auto">
            <a:xfrm>
              <a:off x="2208" y="2320"/>
              <a:ext cx="1776" cy="584"/>
              <a:chOff x="2208" y="2320"/>
              <a:chExt cx="1776" cy="584"/>
            </a:xfrm>
          </p:grpSpPr>
          <p:sp>
            <p:nvSpPr>
              <p:cNvPr id="58385" name="Text Box 62">
                <a:extLst>
                  <a:ext uri="{FF2B5EF4-FFF2-40B4-BE49-F238E27FC236}">
                    <a16:creationId xmlns:a16="http://schemas.microsoft.com/office/drawing/2014/main" id="{88AC1C26-2194-4885-BDB2-F51DAD9DA002}"/>
                  </a:ext>
                </a:extLst>
              </p:cNvPr>
              <p:cNvSpPr txBox="1">
                <a:spLocks noChangeArrowheads="1"/>
              </p:cNvSpPr>
              <p:nvPr/>
            </p:nvSpPr>
            <p:spPr bwMode="auto">
              <a:xfrm>
                <a:off x="2208" y="2496"/>
                <a:ext cx="1008" cy="255"/>
              </a:xfrm>
              <a:prstGeom prst="rect">
                <a:avLst/>
              </a:prstGeom>
              <a:noFill/>
              <a:ln w="38100" cmpd="dbl"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a:t>CHI_TIET</a:t>
                </a:r>
              </a:p>
            </p:txBody>
          </p:sp>
          <p:sp>
            <p:nvSpPr>
              <p:cNvPr id="58386" name="Line 69">
                <a:extLst>
                  <a:ext uri="{FF2B5EF4-FFF2-40B4-BE49-F238E27FC236}">
                    <a16:creationId xmlns:a16="http://schemas.microsoft.com/office/drawing/2014/main" id="{3E7AEF08-E7A1-4210-BD4A-03AC0FEF091E}"/>
                  </a:ext>
                </a:extLst>
              </p:cNvPr>
              <p:cNvSpPr>
                <a:spLocks noChangeShapeType="1"/>
              </p:cNvSpPr>
              <p:nvPr/>
            </p:nvSpPr>
            <p:spPr bwMode="auto">
              <a:xfrm>
                <a:off x="2672" y="2320"/>
                <a:ext cx="0"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8387" name="Line 70">
                <a:extLst>
                  <a:ext uri="{FF2B5EF4-FFF2-40B4-BE49-F238E27FC236}">
                    <a16:creationId xmlns:a16="http://schemas.microsoft.com/office/drawing/2014/main" id="{813F74D1-1DAE-46E1-95D6-4CB448F1D5F3}"/>
                  </a:ext>
                </a:extLst>
              </p:cNvPr>
              <p:cNvSpPr>
                <a:spLocks noChangeShapeType="1"/>
              </p:cNvSpPr>
              <p:nvPr/>
            </p:nvSpPr>
            <p:spPr bwMode="auto">
              <a:xfrm>
                <a:off x="2664" y="2760"/>
                <a:ext cx="0"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nvGrpSpPr>
              <p:cNvPr id="58388" name="Group 74">
                <a:extLst>
                  <a:ext uri="{FF2B5EF4-FFF2-40B4-BE49-F238E27FC236}">
                    <a16:creationId xmlns:a16="http://schemas.microsoft.com/office/drawing/2014/main" id="{4EE4FADE-F842-4E91-9C7B-B4D39FEE267C}"/>
                  </a:ext>
                </a:extLst>
              </p:cNvPr>
              <p:cNvGrpSpPr>
                <a:grpSpLocks/>
              </p:cNvGrpSpPr>
              <p:nvPr/>
            </p:nvGrpSpPr>
            <p:grpSpPr bwMode="auto">
              <a:xfrm>
                <a:off x="3456" y="2352"/>
                <a:ext cx="528" cy="240"/>
                <a:chOff x="2112" y="3792"/>
                <a:chExt cx="528" cy="240"/>
              </a:xfrm>
            </p:grpSpPr>
            <p:sp>
              <p:nvSpPr>
                <p:cNvPr id="58394" name="Oval 75">
                  <a:extLst>
                    <a:ext uri="{FF2B5EF4-FFF2-40B4-BE49-F238E27FC236}">
                      <a16:creationId xmlns:a16="http://schemas.microsoft.com/office/drawing/2014/main" id="{9E3D7935-7A66-4A64-966A-C03DA439A441}"/>
                    </a:ext>
                  </a:extLst>
                </p:cNvPr>
                <p:cNvSpPr>
                  <a:spLocks noChangeArrowheads="1"/>
                </p:cNvSpPr>
                <p:nvPr/>
              </p:nvSpPr>
              <p:spPr bwMode="auto">
                <a:xfrm>
                  <a:off x="2112" y="3792"/>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8395" name="Text Box 76">
                  <a:extLst>
                    <a:ext uri="{FF2B5EF4-FFF2-40B4-BE49-F238E27FC236}">
                      <a16:creationId xmlns:a16="http://schemas.microsoft.com/office/drawing/2014/main" id="{5A904D2B-DA4B-4730-A7F0-814C8F21B99C}"/>
                    </a:ext>
                  </a:extLst>
                </p:cNvPr>
                <p:cNvSpPr txBox="1">
                  <a:spLocks noChangeArrowheads="1"/>
                </p:cNvSpPr>
                <p:nvPr/>
              </p:nvSpPr>
              <p:spPr bwMode="auto">
                <a:xfrm>
                  <a:off x="2112" y="3816"/>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SL_HH</a:t>
                  </a:r>
                </a:p>
              </p:txBody>
            </p:sp>
          </p:grpSp>
          <p:grpSp>
            <p:nvGrpSpPr>
              <p:cNvPr id="58389" name="Group 77">
                <a:extLst>
                  <a:ext uri="{FF2B5EF4-FFF2-40B4-BE49-F238E27FC236}">
                    <a16:creationId xmlns:a16="http://schemas.microsoft.com/office/drawing/2014/main" id="{A6E84915-3600-4403-9A59-898B4C160E7B}"/>
                  </a:ext>
                </a:extLst>
              </p:cNvPr>
              <p:cNvGrpSpPr>
                <a:grpSpLocks/>
              </p:cNvGrpSpPr>
              <p:nvPr/>
            </p:nvGrpSpPr>
            <p:grpSpPr bwMode="auto">
              <a:xfrm>
                <a:off x="3456" y="2640"/>
                <a:ext cx="528" cy="240"/>
                <a:chOff x="2112" y="3792"/>
                <a:chExt cx="528" cy="240"/>
              </a:xfrm>
            </p:grpSpPr>
            <p:sp>
              <p:nvSpPr>
                <p:cNvPr id="58392" name="Oval 78">
                  <a:extLst>
                    <a:ext uri="{FF2B5EF4-FFF2-40B4-BE49-F238E27FC236}">
                      <a16:creationId xmlns:a16="http://schemas.microsoft.com/office/drawing/2014/main" id="{F2FA21D5-3661-40DC-BFA8-F5C28F7F8E0F}"/>
                    </a:ext>
                  </a:extLst>
                </p:cNvPr>
                <p:cNvSpPr>
                  <a:spLocks noChangeArrowheads="1"/>
                </p:cNvSpPr>
                <p:nvPr/>
              </p:nvSpPr>
              <p:spPr bwMode="auto">
                <a:xfrm>
                  <a:off x="2112" y="3792"/>
                  <a:ext cx="528" cy="240"/>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n-US" altLang="en-US"/>
                </a:p>
              </p:txBody>
            </p:sp>
            <p:sp>
              <p:nvSpPr>
                <p:cNvPr id="58393" name="Text Box 79">
                  <a:extLst>
                    <a:ext uri="{FF2B5EF4-FFF2-40B4-BE49-F238E27FC236}">
                      <a16:creationId xmlns:a16="http://schemas.microsoft.com/office/drawing/2014/main" id="{ED8EFF60-1154-47EE-AEA3-04949D5D7F48}"/>
                    </a:ext>
                  </a:extLst>
                </p:cNvPr>
                <p:cNvSpPr txBox="1">
                  <a:spLocks noChangeArrowheads="1"/>
                </p:cNvSpPr>
                <p:nvPr/>
              </p:nvSpPr>
              <p:spPr bwMode="auto">
                <a:xfrm>
                  <a:off x="2112" y="3816"/>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sz="1400"/>
                    <a:t>SOTIEN</a:t>
                  </a:r>
                </a:p>
              </p:txBody>
            </p:sp>
          </p:grpSp>
          <p:sp>
            <p:nvSpPr>
              <p:cNvPr id="58390" name="Line 81">
                <a:extLst>
                  <a:ext uri="{FF2B5EF4-FFF2-40B4-BE49-F238E27FC236}">
                    <a16:creationId xmlns:a16="http://schemas.microsoft.com/office/drawing/2014/main" id="{AD782BEE-E540-4804-B59B-1BC726BF942D}"/>
                  </a:ext>
                </a:extLst>
              </p:cNvPr>
              <p:cNvSpPr>
                <a:spLocks noChangeShapeType="1"/>
              </p:cNvSpPr>
              <p:nvPr/>
            </p:nvSpPr>
            <p:spPr bwMode="auto">
              <a:xfrm flipV="1">
                <a:off x="3216" y="2496"/>
                <a:ext cx="240"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8391" name="Line 82">
                <a:extLst>
                  <a:ext uri="{FF2B5EF4-FFF2-40B4-BE49-F238E27FC236}">
                    <a16:creationId xmlns:a16="http://schemas.microsoft.com/office/drawing/2014/main" id="{AA858532-4447-4B4B-AE3B-6B546E0FABC1}"/>
                  </a:ext>
                </a:extLst>
              </p:cNvPr>
              <p:cNvSpPr>
                <a:spLocks noChangeShapeType="1"/>
              </p:cNvSpPr>
              <p:nvPr/>
            </p:nvSpPr>
            <p:spPr bwMode="auto">
              <a:xfrm>
                <a:off x="3216" y="2640"/>
                <a:ext cx="240"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sp>
        <p:nvSpPr>
          <p:cNvPr id="2" name="Line Callout 1 1">
            <a:extLst>
              <a:ext uri="{FF2B5EF4-FFF2-40B4-BE49-F238E27FC236}">
                <a16:creationId xmlns:a16="http://schemas.microsoft.com/office/drawing/2014/main" id="{DBCAA4BE-BF33-6640-F5FB-F4919BCA4505}"/>
              </a:ext>
            </a:extLst>
          </p:cNvPr>
          <p:cNvSpPr/>
          <p:nvPr/>
        </p:nvSpPr>
        <p:spPr bwMode="auto">
          <a:xfrm>
            <a:off x="6375242" y="2092056"/>
            <a:ext cx="2280561" cy="430887"/>
          </a:xfrm>
          <a:prstGeom prst="borderCallout1">
            <a:avLst>
              <a:gd name="adj1" fmla="val 18750"/>
              <a:gd name="adj2" fmla="val -8333"/>
              <a:gd name="adj3" fmla="val 246182"/>
              <a:gd name="adj4" fmla="val -55456"/>
            </a:avLst>
          </a:prstGeom>
          <a:ln>
            <a:solidFill>
              <a:schemeClr val="accent1"/>
            </a:solidFill>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sz="2200" b="0" i="0" u="none" strike="noStrike" cap="none" normalizeH="0" baseline="0">
                <a:ln>
                  <a:noFill/>
                </a:ln>
                <a:solidFill>
                  <a:schemeClr val="tx1"/>
                </a:solidFill>
                <a:effectLst/>
                <a:latin typeface="Tahoma" panose="020B0604030504040204" pitchFamily="34" charset="0"/>
              </a:rPr>
              <a:t>Quan hệ Identify</a:t>
            </a:r>
          </a:p>
        </p:txBody>
      </p:sp>
      <p:sp>
        <p:nvSpPr>
          <p:cNvPr id="3" name="Line Callout 1 2">
            <a:extLst>
              <a:ext uri="{FF2B5EF4-FFF2-40B4-BE49-F238E27FC236}">
                <a16:creationId xmlns:a16="http://schemas.microsoft.com/office/drawing/2014/main" id="{8B11F67F-1B2C-82E6-8756-192CD6A4A825}"/>
              </a:ext>
            </a:extLst>
          </p:cNvPr>
          <p:cNvSpPr/>
          <p:nvPr/>
        </p:nvSpPr>
        <p:spPr bwMode="auto">
          <a:xfrm>
            <a:off x="580598" y="4953000"/>
            <a:ext cx="2280561" cy="430887"/>
          </a:xfrm>
          <a:prstGeom prst="borderCallout1">
            <a:avLst>
              <a:gd name="adj1" fmla="val 15153"/>
              <a:gd name="adj2" fmla="val 103119"/>
              <a:gd name="adj3" fmla="val 5194"/>
              <a:gd name="adj4" fmla="val 123954"/>
            </a:avLst>
          </a:prstGeom>
          <a:ln>
            <a:solidFill>
              <a:schemeClr val="accent1"/>
            </a:solidFill>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sz="2200" b="0" i="0" u="none" strike="noStrike" cap="none" normalizeH="0" baseline="0">
                <a:ln>
                  <a:noFill/>
                </a:ln>
                <a:solidFill>
                  <a:schemeClr val="tx1"/>
                </a:solidFill>
                <a:effectLst/>
                <a:latin typeface="Tahoma" panose="020B0604030504040204" pitchFamily="34" charset="0"/>
              </a:rPr>
              <a:t>Quan hệ Identify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E1D8B9D-DCA0-448C-B437-0764FC3B2ABD}"/>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60418" name="Slide Number Placeholder 5">
            <a:extLst>
              <a:ext uri="{FF2B5EF4-FFF2-40B4-BE49-F238E27FC236}">
                <a16:creationId xmlns:a16="http://schemas.microsoft.com/office/drawing/2014/main" id="{F3DCB82C-6031-4077-9077-C2C493E473C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C0DB194-A5B1-411E-89B5-3383F2480E2C}" type="slidenum">
              <a:rPr lang="en-US" altLang="en-US">
                <a:latin typeface="Arial" panose="020B0604020202020204" pitchFamily="34" charset="0"/>
              </a:rPr>
              <a:pPr/>
              <a:t>29</a:t>
            </a:fld>
            <a:endParaRPr lang="en-US" altLang="en-US">
              <a:latin typeface="Arial" panose="020B0604020202020204" pitchFamily="34" charset="0"/>
            </a:endParaRPr>
          </a:p>
        </p:txBody>
      </p:sp>
      <p:sp>
        <p:nvSpPr>
          <p:cNvPr id="60419" name="Rectangle 2">
            <a:extLst>
              <a:ext uri="{FF2B5EF4-FFF2-40B4-BE49-F238E27FC236}">
                <a16:creationId xmlns:a16="http://schemas.microsoft.com/office/drawing/2014/main" id="{21541FEA-59FC-4B9F-9338-8AE2A0313614}"/>
              </a:ext>
            </a:extLst>
          </p:cNvPr>
          <p:cNvSpPr>
            <a:spLocks noGrp="1" noChangeArrowheads="1"/>
          </p:cNvSpPr>
          <p:nvPr>
            <p:ph type="title"/>
          </p:nvPr>
        </p:nvSpPr>
        <p:spPr>
          <a:xfrm>
            <a:off x="457200" y="354013"/>
            <a:ext cx="8229600" cy="620712"/>
          </a:xfrm>
        </p:spPr>
        <p:txBody>
          <a:bodyPr/>
          <a:lstStyle/>
          <a:p>
            <a:pPr eaLnBrk="1" hangingPunct="1"/>
            <a:r>
              <a:rPr lang="en-US" altLang="en-US" sz="3500"/>
              <a:t>Nội dung chi tiết</a:t>
            </a:r>
          </a:p>
        </p:txBody>
      </p:sp>
      <p:sp>
        <p:nvSpPr>
          <p:cNvPr id="60420" name="Rectangle 3">
            <a:extLst>
              <a:ext uri="{FF2B5EF4-FFF2-40B4-BE49-F238E27FC236}">
                <a16:creationId xmlns:a16="http://schemas.microsoft.com/office/drawing/2014/main" id="{7A48764E-D78F-4BB9-8822-E3E697C90D91}"/>
              </a:ext>
            </a:extLst>
          </p:cNvPr>
          <p:cNvSpPr>
            <a:spLocks noGrp="1" noChangeArrowheads="1"/>
          </p:cNvSpPr>
          <p:nvPr>
            <p:ph type="body" idx="1"/>
          </p:nvPr>
        </p:nvSpPr>
        <p:spPr>
          <a:xfrm>
            <a:off x="457200" y="1295400"/>
            <a:ext cx="8229600" cy="4835525"/>
          </a:xfrm>
        </p:spPr>
        <p:txBody>
          <a:bodyPr/>
          <a:lstStyle/>
          <a:p>
            <a:pPr eaLnBrk="1" hangingPunct="1"/>
            <a:r>
              <a:rPr lang="en-US" altLang="en-US">
                <a:solidFill>
                  <a:srgbClr val="777777"/>
                </a:solidFill>
              </a:rPr>
              <a:t>Quá trình thiết kế CSDL</a:t>
            </a:r>
          </a:p>
          <a:p>
            <a:pPr eaLnBrk="1" hangingPunct="1"/>
            <a:r>
              <a:rPr lang="en-US" altLang="en-US">
                <a:solidFill>
                  <a:srgbClr val="777777"/>
                </a:solidFill>
              </a:rPr>
              <a:t>Mô hình thực thể - kết hợp</a:t>
            </a:r>
          </a:p>
          <a:p>
            <a:pPr eaLnBrk="1" hangingPunct="1"/>
            <a:r>
              <a:rPr lang="en-US" altLang="en-US" b="1"/>
              <a:t>Thiết kế</a:t>
            </a:r>
          </a:p>
          <a:p>
            <a:pPr lvl="1" eaLnBrk="1" hangingPunct="1"/>
            <a:r>
              <a:rPr lang="en-US" altLang="en-US"/>
              <a:t>Các bước thiết kế</a:t>
            </a:r>
          </a:p>
          <a:p>
            <a:pPr lvl="1" eaLnBrk="1" hangingPunct="1"/>
            <a:r>
              <a:rPr lang="en-US" altLang="en-US"/>
              <a:t>Nguyên lý thiết kế</a:t>
            </a:r>
          </a:p>
          <a:p>
            <a:pPr eaLnBrk="1" hangingPunct="1"/>
            <a:r>
              <a:rPr lang="en-US" altLang="en-US">
                <a:solidFill>
                  <a:srgbClr val="777777"/>
                </a:solidFill>
              </a:rPr>
              <a:t>Ví dụ</a:t>
            </a:r>
          </a:p>
          <a:p>
            <a:pPr eaLnBrk="1" hangingPunct="1"/>
            <a:endParaRPr lang="en-US" altLang="en-US">
              <a:solidFill>
                <a:srgbClr val="777777"/>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B6C5830-0446-4DD0-8419-E116BB905A80}"/>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62466" name="Slide Number Placeholder 5">
            <a:extLst>
              <a:ext uri="{FF2B5EF4-FFF2-40B4-BE49-F238E27FC236}">
                <a16:creationId xmlns:a16="http://schemas.microsoft.com/office/drawing/2014/main" id="{586F4722-EA2A-45B1-ACA8-05BA236E5F5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2D5BFF5E-E120-47ED-B8DF-BE89ABD85EA3}" type="slidenum">
              <a:rPr lang="en-US" altLang="en-US">
                <a:latin typeface="Arial" panose="020B0604020202020204" pitchFamily="34" charset="0"/>
              </a:rPr>
              <a:pPr/>
              <a:t>30</a:t>
            </a:fld>
            <a:endParaRPr lang="en-US" altLang="en-US">
              <a:latin typeface="Arial" panose="020B0604020202020204" pitchFamily="34" charset="0"/>
            </a:endParaRPr>
          </a:p>
        </p:txBody>
      </p:sp>
      <p:sp>
        <p:nvSpPr>
          <p:cNvPr id="62467" name="Rectangle 2">
            <a:extLst>
              <a:ext uri="{FF2B5EF4-FFF2-40B4-BE49-F238E27FC236}">
                <a16:creationId xmlns:a16="http://schemas.microsoft.com/office/drawing/2014/main" id="{1078C846-0B10-4267-B7C5-E686BEE474EC}"/>
              </a:ext>
            </a:extLst>
          </p:cNvPr>
          <p:cNvSpPr>
            <a:spLocks noGrp="1" noChangeArrowheads="1"/>
          </p:cNvSpPr>
          <p:nvPr>
            <p:ph type="title"/>
          </p:nvPr>
        </p:nvSpPr>
        <p:spPr>
          <a:xfrm>
            <a:off x="457200" y="354013"/>
            <a:ext cx="8229600" cy="620712"/>
          </a:xfrm>
        </p:spPr>
        <p:txBody>
          <a:bodyPr/>
          <a:lstStyle/>
          <a:p>
            <a:pPr eaLnBrk="1" hangingPunct="1"/>
            <a:r>
              <a:rPr lang="en-US" altLang="en-US" sz="3500"/>
              <a:t>Các bước thiết kế</a:t>
            </a:r>
          </a:p>
        </p:txBody>
      </p:sp>
      <p:graphicFrame>
        <p:nvGraphicFramePr>
          <p:cNvPr id="2" name="Diagram 1">
            <a:extLst>
              <a:ext uri="{FF2B5EF4-FFF2-40B4-BE49-F238E27FC236}">
                <a16:creationId xmlns:a16="http://schemas.microsoft.com/office/drawing/2014/main" id="{04859CE5-9E5F-051C-30FD-47E4F2CF38E2}"/>
              </a:ext>
            </a:extLst>
          </p:cNvPr>
          <p:cNvGraphicFramePr/>
          <p:nvPr>
            <p:extLst>
              <p:ext uri="{D42A27DB-BD31-4B8C-83A1-F6EECF244321}">
                <p14:modId xmlns:p14="http://schemas.microsoft.com/office/powerpoint/2010/main" val="526105557"/>
              </p:ext>
            </p:extLst>
          </p:nvPr>
        </p:nvGraphicFramePr>
        <p:xfrm>
          <a:off x="76200" y="1397000"/>
          <a:ext cx="89916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F6DDD5F-CFA5-42EC-82C9-AB4E0FFE3745}"/>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64514" name="Slide Number Placeholder 5">
            <a:extLst>
              <a:ext uri="{FF2B5EF4-FFF2-40B4-BE49-F238E27FC236}">
                <a16:creationId xmlns:a16="http://schemas.microsoft.com/office/drawing/2014/main" id="{630F6F51-9E48-4962-95F6-8946B59BD53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554DDF6D-42D0-44BF-AAFC-FA0B18D29944}" type="slidenum">
              <a:rPr lang="en-US" altLang="en-US">
                <a:latin typeface="Arial" panose="020B0604020202020204" pitchFamily="34" charset="0"/>
              </a:rPr>
              <a:pPr/>
              <a:t>31</a:t>
            </a:fld>
            <a:endParaRPr lang="en-US" altLang="en-US">
              <a:latin typeface="Arial" panose="020B0604020202020204" pitchFamily="34" charset="0"/>
            </a:endParaRPr>
          </a:p>
        </p:txBody>
      </p:sp>
      <p:sp>
        <p:nvSpPr>
          <p:cNvPr id="64515" name="Rectangle 2">
            <a:extLst>
              <a:ext uri="{FF2B5EF4-FFF2-40B4-BE49-F238E27FC236}">
                <a16:creationId xmlns:a16="http://schemas.microsoft.com/office/drawing/2014/main" id="{3D45F4D2-E3EE-4631-818F-42A4F79233EF}"/>
              </a:ext>
            </a:extLst>
          </p:cNvPr>
          <p:cNvSpPr>
            <a:spLocks noGrp="1" noChangeArrowheads="1"/>
          </p:cNvSpPr>
          <p:nvPr>
            <p:ph type="title"/>
          </p:nvPr>
        </p:nvSpPr>
        <p:spPr>
          <a:xfrm>
            <a:off x="457200" y="354013"/>
            <a:ext cx="8229600" cy="620712"/>
          </a:xfrm>
        </p:spPr>
        <p:txBody>
          <a:bodyPr/>
          <a:lstStyle/>
          <a:p>
            <a:pPr eaLnBrk="1" hangingPunct="1"/>
            <a:r>
              <a:rPr lang="en-US" altLang="en-US" sz="3500"/>
              <a:t>Qui tắc thiết kế</a:t>
            </a:r>
          </a:p>
        </p:txBody>
      </p:sp>
      <p:sp>
        <p:nvSpPr>
          <p:cNvPr id="64516" name="Rectangle 3">
            <a:extLst>
              <a:ext uri="{FF2B5EF4-FFF2-40B4-BE49-F238E27FC236}">
                <a16:creationId xmlns:a16="http://schemas.microsoft.com/office/drawing/2014/main" id="{A2D37613-D3B3-4196-BF00-92B31661932D}"/>
              </a:ext>
            </a:extLst>
          </p:cNvPr>
          <p:cNvSpPr>
            <a:spLocks noGrp="1" noChangeArrowheads="1"/>
          </p:cNvSpPr>
          <p:nvPr>
            <p:ph type="body" idx="1"/>
          </p:nvPr>
        </p:nvSpPr>
        <p:spPr>
          <a:xfrm>
            <a:off x="457200" y="1295400"/>
            <a:ext cx="8229600" cy="4835525"/>
          </a:xfrm>
        </p:spPr>
        <p:txBody>
          <a:bodyPr/>
          <a:lstStyle/>
          <a:p>
            <a:pPr marL="514350" indent="-514350" eaLnBrk="1" hangingPunct="1">
              <a:lnSpc>
                <a:spcPct val="150000"/>
              </a:lnSpc>
              <a:buFont typeface="+mj-lt"/>
              <a:buAutoNum type="arabicPeriod"/>
            </a:pPr>
            <a:r>
              <a:rPr lang="en-US" altLang="en-US"/>
              <a:t>Chính xác</a:t>
            </a:r>
          </a:p>
          <a:p>
            <a:pPr marL="514350" indent="-514350" eaLnBrk="1" hangingPunct="1">
              <a:lnSpc>
                <a:spcPct val="150000"/>
              </a:lnSpc>
              <a:buFont typeface="+mj-lt"/>
              <a:buAutoNum type="arabicPeriod"/>
            </a:pPr>
            <a:r>
              <a:rPr lang="en-US" altLang="en-US"/>
              <a:t>Tránh trùng lắp</a:t>
            </a:r>
          </a:p>
          <a:p>
            <a:pPr marL="514350" indent="-514350" eaLnBrk="1" hangingPunct="1">
              <a:lnSpc>
                <a:spcPct val="150000"/>
              </a:lnSpc>
              <a:buFont typeface="+mj-lt"/>
              <a:buAutoNum type="arabicPeriod"/>
            </a:pPr>
            <a:r>
              <a:rPr lang="en-US" altLang="en-US"/>
              <a:t>Dễ hiểu</a:t>
            </a:r>
          </a:p>
          <a:p>
            <a:pPr marL="514350" indent="-514350" eaLnBrk="1" hangingPunct="1">
              <a:lnSpc>
                <a:spcPct val="150000"/>
              </a:lnSpc>
              <a:buFont typeface="+mj-lt"/>
              <a:buAutoNum type="arabicPeriod"/>
            </a:pPr>
            <a:r>
              <a:rPr lang="en-US" altLang="en-US"/>
              <a:t>Chọn đúng mối quan hệ</a:t>
            </a:r>
          </a:p>
          <a:p>
            <a:pPr marL="514350" indent="-514350" eaLnBrk="1" hangingPunct="1">
              <a:lnSpc>
                <a:spcPct val="150000"/>
              </a:lnSpc>
              <a:buFont typeface="+mj-lt"/>
              <a:buAutoNum type="arabicPeriod"/>
            </a:pPr>
            <a:r>
              <a:rPr lang="en-US" altLang="en-US"/>
              <a:t>Chọn đúng kiểu thuộc tính</a:t>
            </a:r>
          </a:p>
          <a:p>
            <a:pPr marL="514350" indent="-514350" eaLnBrk="1" hangingPunct="1">
              <a:lnSpc>
                <a:spcPct val="150000"/>
              </a:lnSpc>
              <a:buFont typeface="+mj-lt"/>
              <a:buAutoNum type="arabicPeriod"/>
            </a:pPr>
            <a:endParaRPr lang="en-US"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D23ABAD-C59D-46E2-AC0F-4F1F7798E9C8}"/>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66562" name="Slide Number Placeholder 5">
            <a:extLst>
              <a:ext uri="{FF2B5EF4-FFF2-40B4-BE49-F238E27FC236}">
                <a16:creationId xmlns:a16="http://schemas.microsoft.com/office/drawing/2014/main" id="{502B0449-C294-4E96-B9F1-C87B1AC0E6D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DF8DA146-44B1-4406-8FB5-AFFFEE01EA3D}" type="slidenum">
              <a:rPr lang="en-US" altLang="en-US">
                <a:latin typeface="Arial" panose="020B0604020202020204" pitchFamily="34" charset="0"/>
              </a:rPr>
              <a:pPr/>
              <a:t>32</a:t>
            </a:fld>
            <a:endParaRPr lang="en-US" altLang="en-US">
              <a:latin typeface="Arial" panose="020B0604020202020204" pitchFamily="34" charset="0"/>
            </a:endParaRPr>
          </a:p>
        </p:txBody>
      </p:sp>
      <p:sp>
        <p:nvSpPr>
          <p:cNvPr id="66563" name="Rectangle 2">
            <a:extLst>
              <a:ext uri="{FF2B5EF4-FFF2-40B4-BE49-F238E27FC236}">
                <a16:creationId xmlns:a16="http://schemas.microsoft.com/office/drawing/2014/main" id="{CD17783D-91BD-4CB0-8007-1287F1AE8573}"/>
              </a:ext>
            </a:extLst>
          </p:cNvPr>
          <p:cNvSpPr>
            <a:spLocks noGrp="1" noChangeArrowheads="1"/>
          </p:cNvSpPr>
          <p:nvPr>
            <p:ph type="title"/>
          </p:nvPr>
        </p:nvSpPr>
        <p:spPr>
          <a:xfrm>
            <a:off x="457200" y="354013"/>
            <a:ext cx="8229600" cy="620712"/>
          </a:xfrm>
        </p:spPr>
        <p:txBody>
          <a:bodyPr/>
          <a:lstStyle/>
          <a:p>
            <a:pPr eaLnBrk="1" hangingPunct="1"/>
            <a:r>
              <a:rPr lang="en-US" altLang="en-US" sz="3500"/>
              <a:t>Nội dung chi tiết</a:t>
            </a:r>
          </a:p>
        </p:txBody>
      </p:sp>
      <p:sp>
        <p:nvSpPr>
          <p:cNvPr id="66564" name="Rectangle 3">
            <a:extLst>
              <a:ext uri="{FF2B5EF4-FFF2-40B4-BE49-F238E27FC236}">
                <a16:creationId xmlns:a16="http://schemas.microsoft.com/office/drawing/2014/main" id="{D9520022-B460-4957-A279-E5148CD5D498}"/>
              </a:ext>
            </a:extLst>
          </p:cNvPr>
          <p:cNvSpPr>
            <a:spLocks noGrp="1" noChangeArrowheads="1"/>
          </p:cNvSpPr>
          <p:nvPr>
            <p:ph type="body" idx="1"/>
          </p:nvPr>
        </p:nvSpPr>
        <p:spPr>
          <a:xfrm>
            <a:off x="457200" y="1295400"/>
            <a:ext cx="8229600" cy="4835525"/>
          </a:xfrm>
        </p:spPr>
        <p:txBody>
          <a:bodyPr/>
          <a:lstStyle/>
          <a:p>
            <a:pPr eaLnBrk="1" hangingPunct="1"/>
            <a:r>
              <a:rPr lang="en-US" altLang="en-US">
                <a:solidFill>
                  <a:srgbClr val="777777"/>
                </a:solidFill>
              </a:rPr>
              <a:t>Quá trình thiết kế CSDL</a:t>
            </a:r>
          </a:p>
          <a:p>
            <a:pPr eaLnBrk="1" hangingPunct="1"/>
            <a:r>
              <a:rPr lang="en-US" altLang="en-US">
                <a:solidFill>
                  <a:srgbClr val="777777"/>
                </a:solidFill>
              </a:rPr>
              <a:t>Mô hình thực thể - kết hợp</a:t>
            </a:r>
          </a:p>
          <a:p>
            <a:pPr eaLnBrk="1" hangingPunct="1"/>
            <a:r>
              <a:rPr lang="en-US" altLang="en-US">
                <a:solidFill>
                  <a:srgbClr val="777777"/>
                </a:solidFill>
              </a:rPr>
              <a:t>Thiết kế</a:t>
            </a:r>
          </a:p>
          <a:p>
            <a:pPr eaLnBrk="1" hangingPunct="1"/>
            <a:r>
              <a:rPr lang="en-US" altLang="en-US" b="1"/>
              <a:t>Ví dụ</a:t>
            </a:r>
          </a:p>
          <a:p>
            <a:pPr lvl="1" eaLnBrk="1" hangingPunct="1"/>
            <a:r>
              <a:rPr lang="en-US" altLang="en-US"/>
              <a:t>Quản lý điểm sinh viên</a:t>
            </a:r>
          </a:p>
          <a:p>
            <a:pPr lvl="1" eaLnBrk="1" hangingPunct="1"/>
            <a:r>
              <a:rPr lang="en-US" altLang="en-US"/>
              <a:t>Quản lý đề án công ty</a:t>
            </a:r>
          </a:p>
          <a:p>
            <a:pPr eaLnBrk="1" hangingPunct="1"/>
            <a:endParaRPr lang="en-US" altLang="en-US" b="1"/>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E67BE258-AA5D-47BA-9B5A-5D1C5DDF28F2}"/>
              </a:ext>
            </a:extLst>
          </p:cNvPr>
          <p:cNvSpPr>
            <a:spLocks noGrp="1" noChangeArrowheads="1"/>
          </p:cNvSpPr>
          <p:nvPr>
            <p:ph type="title"/>
          </p:nvPr>
        </p:nvSpPr>
        <p:spPr>
          <a:xfrm>
            <a:off x="457200" y="354013"/>
            <a:ext cx="8382000" cy="788987"/>
          </a:xfrm>
        </p:spPr>
        <p:txBody>
          <a:bodyPr/>
          <a:lstStyle/>
          <a:p>
            <a:pPr eaLnBrk="1" hangingPunct="1"/>
            <a:r>
              <a:rPr lang="en-US" altLang="en-US"/>
              <a:t>VD1 ‘Quản lý điểm sinh viên’</a:t>
            </a:r>
          </a:p>
        </p:txBody>
      </p:sp>
      <p:sp>
        <p:nvSpPr>
          <p:cNvPr id="70658" name="Content Placeholder 2">
            <a:extLst>
              <a:ext uri="{FF2B5EF4-FFF2-40B4-BE49-F238E27FC236}">
                <a16:creationId xmlns:a16="http://schemas.microsoft.com/office/drawing/2014/main" id="{0E852609-E3D7-49BD-A7FB-E1F82857E274}"/>
              </a:ext>
            </a:extLst>
          </p:cNvPr>
          <p:cNvSpPr>
            <a:spLocks noGrp="1" noChangeArrowheads="1"/>
          </p:cNvSpPr>
          <p:nvPr>
            <p:ph idx="1"/>
          </p:nvPr>
        </p:nvSpPr>
        <p:spPr/>
        <p:txBody>
          <a:bodyPr/>
          <a:lstStyle/>
          <a:p>
            <a:r>
              <a:rPr lang="en-US" altLang="en-US" b="1" dirty="0" err="1"/>
              <a:t>Mô</a:t>
            </a:r>
            <a:r>
              <a:rPr lang="en-US" altLang="en-US" b="1" dirty="0"/>
              <a:t> </a:t>
            </a:r>
            <a:r>
              <a:rPr lang="en-US" altLang="en-US" b="1" dirty="0" err="1"/>
              <a:t>tả</a:t>
            </a:r>
            <a:r>
              <a:rPr lang="en-US" altLang="en-US" b="1" dirty="0"/>
              <a:t>:</a:t>
            </a:r>
            <a:r>
              <a:rPr lang="en-US" altLang="en-US" dirty="0"/>
              <a:t> </a:t>
            </a:r>
            <a:r>
              <a:rPr lang="en-US" altLang="en-US" dirty="0" err="1"/>
              <a:t>Một</a:t>
            </a:r>
            <a:r>
              <a:rPr lang="en-US" altLang="en-US" dirty="0"/>
              <a:t> </a:t>
            </a:r>
            <a:r>
              <a:rPr lang="en-US" altLang="en-US" dirty="0" err="1"/>
              <a:t>hệ</a:t>
            </a:r>
            <a:r>
              <a:rPr lang="en-US" altLang="en-US" dirty="0"/>
              <a:t> </a:t>
            </a:r>
            <a:r>
              <a:rPr lang="en-US" altLang="en-US" dirty="0" err="1"/>
              <a:t>thống</a:t>
            </a:r>
            <a:r>
              <a:rPr lang="en-US" altLang="en-US" dirty="0"/>
              <a:t> </a:t>
            </a:r>
            <a:r>
              <a:rPr lang="en-US" altLang="en-US" dirty="0" err="1"/>
              <a:t>quản</a:t>
            </a:r>
            <a:r>
              <a:rPr lang="en-US" altLang="en-US" dirty="0"/>
              <a:t> </a:t>
            </a:r>
            <a:r>
              <a:rPr lang="en-US" altLang="en-US" dirty="0" err="1"/>
              <a:t>lý</a:t>
            </a:r>
            <a:r>
              <a:rPr lang="en-US" altLang="en-US" dirty="0"/>
              <a:t> </a:t>
            </a:r>
            <a:r>
              <a:rPr lang="en-US" altLang="en-US" dirty="0" err="1"/>
              <a:t>điểm</a:t>
            </a:r>
            <a:r>
              <a:rPr lang="en-US" altLang="en-US" dirty="0"/>
              <a:t> </a:t>
            </a:r>
            <a:r>
              <a:rPr lang="en-US" altLang="en-US" dirty="0" err="1"/>
              <a:t>sinh</a:t>
            </a:r>
            <a:r>
              <a:rPr lang="en-US" altLang="en-US" dirty="0"/>
              <a:t> </a:t>
            </a:r>
            <a:r>
              <a:rPr lang="en-US" altLang="en-US" dirty="0" err="1"/>
              <a:t>viên</a:t>
            </a:r>
            <a:r>
              <a:rPr lang="en-US" altLang="en-US" dirty="0"/>
              <a:t> </a:t>
            </a:r>
            <a:r>
              <a:rPr lang="en-US" altLang="en-US" dirty="0" err="1"/>
              <a:t>của</a:t>
            </a:r>
            <a:r>
              <a:rPr lang="en-US" altLang="en-US" dirty="0"/>
              <a:t> </a:t>
            </a:r>
            <a:r>
              <a:rPr lang="en-US" altLang="en-US" dirty="0" err="1"/>
              <a:t>các</a:t>
            </a:r>
            <a:r>
              <a:rPr lang="en-US" altLang="en-US" dirty="0"/>
              <a:t> khoa ở </a:t>
            </a:r>
            <a:r>
              <a:rPr lang="en-US" altLang="en-US" dirty="0" err="1"/>
              <a:t>một</a:t>
            </a:r>
            <a:r>
              <a:rPr lang="en-US" altLang="en-US" dirty="0"/>
              <a:t> </a:t>
            </a:r>
            <a:r>
              <a:rPr lang="en-US" altLang="en-US" dirty="0" err="1"/>
              <a:t>trường</a:t>
            </a:r>
            <a:r>
              <a:rPr lang="en-US" altLang="en-US" dirty="0"/>
              <a:t> </a:t>
            </a:r>
            <a:r>
              <a:rPr lang="en-US" altLang="en-US" dirty="0" err="1"/>
              <a:t>đại</a:t>
            </a:r>
            <a:r>
              <a:rPr lang="en-US" altLang="en-US" dirty="0"/>
              <a:t> </a:t>
            </a:r>
            <a:r>
              <a:rPr lang="en-US" altLang="en-US" dirty="0" err="1"/>
              <a:t>học</a:t>
            </a:r>
            <a:r>
              <a:rPr lang="en-US" altLang="en-US" dirty="0"/>
              <a:t>. </a:t>
            </a:r>
            <a:r>
              <a:rPr lang="en-US" altLang="en-US" dirty="0" err="1"/>
              <a:t>Biết</a:t>
            </a:r>
            <a:r>
              <a:rPr lang="en-US" altLang="en-US" dirty="0"/>
              <a:t> </a:t>
            </a:r>
            <a:r>
              <a:rPr lang="en-US" altLang="en-US" dirty="0" err="1"/>
              <a:t>rằng</a:t>
            </a:r>
            <a:r>
              <a:rPr lang="en-US" altLang="en-US" dirty="0"/>
              <a:t> </a:t>
            </a:r>
            <a:r>
              <a:rPr lang="en-US" altLang="en-US" dirty="0" err="1"/>
              <a:t>trường</a:t>
            </a:r>
            <a:r>
              <a:rPr lang="en-US" altLang="en-US" dirty="0"/>
              <a:t> </a:t>
            </a:r>
            <a:r>
              <a:rPr lang="en-US" altLang="en-US" dirty="0" err="1"/>
              <a:t>có</a:t>
            </a:r>
            <a:r>
              <a:rPr lang="en-US" altLang="en-US" dirty="0"/>
              <a:t> </a:t>
            </a:r>
            <a:r>
              <a:rPr lang="en-US" altLang="en-US" dirty="0" err="1"/>
              <a:t>nhiều</a:t>
            </a:r>
            <a:r>
              <a:rPr lang="en-US" altLang="en-US" dirty="0"/>
              <a:t> khoa, </a:t>
            </a:r>
            <a:r>
              <a:rPr lang="en-US" altLang="en-US" dirty="0" err="1"/>
              <a:t>mỗi</a:t>
            </a:r>
            <a:r>
              <a:rPr lang="en-US" altLang="en-US" dirty="0"/>
              <a:t> khoa </a:t>
            </a:r>
            <a:r>
              <a:rPr lang="en-US" altLang="en-US" dirty="0" err="1"/>
              <a:t>có</a:t>
            </a:r>
            <a:r>
              <a:rPr lang="en-US" altLang="en-US" dirty="0"/>
              <a:t> </a:t>
            </a:r>
            <a:r>
              <a:rPr lang="en-US" altLang="en-US" dirty="0" err="1"/>
              <a:t>ít</a:t>
            </a:r>
            <a:r>
              <a:rPr lang="en-US" altLang="en-US" dirty="0"/>
              <a:t> </a:t>
            </a:r>
            <a:r>
              <a:rPr lang="en-US" altLang="en-US" dirty="0" err="1"/>
              <a:t>nhất</a:t>
            </a:r>
            <a:r>
              <a:rPr lang="en-US" altLang="en-US" dirty="0"/>
              <a:t> </a:t>
            </a:r>
            <a:r>
              <a:rPr lang="en-US" altLang="en-US" dirty="0" err="1"/>
              <a:t>một</a:t>
            </a:r>
            <a:r>
              <a:rPr lang="en-US" altLang="en-US" dirty="0"/>
              <a:t> </a:t>
            </a:r>
            <a:r>
              <a:rPr lang="en-US" altLang="en-US" dirty="0" err="1"/>
              <a:t>lớp</a:t>
            </a:r>
            <a:r>
              <a:rPr lang="en-US" altLang="en-US" dirty="0"/>
              <a:t>, </a:t>
            </a:r>
            <a:r>
              <a:rPr lang="en-US" altLang="en-US" dirty="0" err="1"/>
              <a:t>một</a:t>
            </a:r>
            <a:r>
              <a:rPr lang="en-US" altLang="en-US" dirty="0"/>
              <a:t> </a:t>
            </a:r>
            <a:r>
              <a:rPr lang="en-US" altLang="en-US" dirty="0" err="1"/>
              <a:t>lớp</a:t>
            </a:r>
            <a:r>
              <a:rPr lang="en-US" altLang="en-US" dirty="0"/>
              <a:t> </a:t>
            </a:r>
            <a:r>
              <a:rPr lang="en-US" altLang="en-US" dirty="0" err="1"/>
              <a:t>chỉ</a:t>
            </a:r>
            <a:r>
              <a:rPr lang="en-US" altLang="en-US" dirty="0"/>
              <a:t> </a:t>
            </a:r>
            <a:r>
              <a:rPr lang="en-US" altLang="en-US" dirty="0" err="1"/>
              <a:t>thuộc</a:t>
            </a:r>
            <a:r>
              <a:rPr lang="en-US" altLang="en-US" dirty="0"/>
              <a:t> </a:t>
            </a:r>
            <a:r>
              <a:rPr lang="en-US" altLang="en-US" dirty="0" err="1"/>
              <a:t>một</a:t>
            </a:r>
            <a:r>
              <a:rPr lang="en-US" altLang="en-US" dirty="0"/>
              <a:t> khoa; </a:t>
            </a:r>
            <a:r>
              <a:rPr lang="en-US" altLang="en-US" dirty="0" err="1"/>
              <a:t>Mỗi</a:t>
            </a:r>
            <a:r>
              <a:rPr lang="en-US" altLang="en-US" dirty="0"/>
              <a:t> </a:t>
            </a:r>
            <a:r>
              <a:rPr lang="en-US" altLang="en-US" dirty="0" err="1"/>
              <a:t>sinh</a:t>
            </a:r>
            <a:r>
              <a:rPr lang="en-US" altLang="en-US" dirty="0"/>
              <a:t> </a:t>
            </a:r>
            <a:r>
              <a:rPr lang="en-US" altLang="en-US" dirty="0" err="1"/>
              <a:t>viên</a:t>
            </a:r>
            <a:r>
              <a:rPr lang="en-US" altLang="en-US" dirty="0"/>
              <a:t> </a:t>
            </a:r>
            <a:r>
              <a:rPr lang="en-US" altLang="en-US" dirty="0" err="1"/>
              <a:t>chỉ</a:t>
            </a:r>
            <a:r>
              <a:rPr lang="en-US" altLang="en-US" dirty="0"/>
              <a:t> </a:t>
            </a:r>
            <a:r>
              <a:rPr lang="en-US" altLang="en-US" dirty="0" err="1"/>
              <a:t>thuộc</a:t>
            </a:r>
            <a:r>
              <a:rPr lang="en-US" altLang="en-US" dirty="0"/>
              <a:t> </a:t>
            </a:r>
            <a:r>
              <a:rPr lang="en-US" altLang="en-US" dirty="0" err="1"/>
              <a:t>một</a:t>
            </a:r>
            <a:r>
              <a:rPr lang="en-US" altLang="en-US" dirty="0"/>
              <a:t> </a:t>
            </a:r>
            <a:r>
              <a:rPr lang="en-US" altLang="en-US" dirty="0" err="1"/>
              <a:t>lớp</a:t>
            </a:r>
            <a:r>
              <a:rPr lang="en-US" altLang="en-US" dirty="0"/>
              <a:t>, </a:t>
            </a:r>
            <a:r>
              <a:rPr lang="en-US" altLang="en-US" dirty="0" err="1"/>
              <a:t>một</a:t>
            </a:r>
            <a:r>
              <a:rPr lang="en-US" altLang="en-US" dirty="0"/>
              <a:t> </a:t>
            </a:r>
            <a:r>
              <a:rPr lang="en-US" altLang="en-US" dirty="0" err="1"/>
              <a:t>lớp</a:t>
            </a:r>
            <a:r>
              <a:rPr lang="en-US" altLang="en-US" dirty="0"/>
              <a:t> </a:t>
            </a:r>
            <a:r>
              <a:rPr lang="en-US" altLang="en-US" dirty="0" err="1"/>
              <a:t>có</a:t>
            </a:r>
            <a:r>
              <a:rPr lang="en-US" altLang="en-US" dirty="0"/>
              <a:t> </a:t>
            </a:r>
            <a:r>
              <a:rPr lang="en-US" altLang="en-US" dirty="0" err="1"/>
              <a:t>thể</a:t>
            </a:r>
            <a:r>
              <a:rPr lang="en-US" altLang="en-US" dirty="0"/>
              <a:t> </a:t>
            </a:r>
            <a:r>
              <a:rPr lang="en-US" altLang="en-US" dirty="0" err="1"/>
              <a:t>có</a:t>
            </a:r>
            <a:r>
              <a:rPr lang="en-US" altLang="en-US" dirty="0"/>
              <a:t> </a:t>
            </a:r>
            <a:r>
              <a:rPr lang="en-US" altLang="en-US" dirty="0" err="1"/>
              <a:t>nhiều</a:t>
            </a:r>
            <a:r>
              <a:rPr lang="en-US" altLang="en-US" dirty="0"/>
              <a:t> </a:t>
            </a:r>
            <a:r>
              <a:rPr lang="en-US" altLang="en-US" dirty="0" err="1"/>
              <a:t>sinh</a:t>
            </a:r>
            <a:r>
              <a:rPr lang="en-US" altLang="en-US" dirty="0"/>
              <a:t> </a:t>
            </a:r>
            <a:r>
              <a:rPr lang="en-US" altLang="en-US" dirty="0" err="1"/>
              <a:t>viên</a:t>
            </a:r>
            <a:r>
              <a:rPr lang="en-US" altLang="en-US" dirty="0"/>
              <a:t> </a:t>
            </a:r>
            <a:r>
              <a:rPr lang="en-US" altLang="en-US" dirty="0" err="1"/>
              <a:t>nhưng</a:t>
            </a:r>
            <a:r>
              <a:rPr lang="en-US" altLang="en-US" dirty="0"/>
              <a:t> </a:t>
            </a:r>
            <a:r>
              <a:rPr lang="en-US" altLang="en-US" dirty="0" err="1"/>
              <a:t>tối</a:t>
            </a:r>
            <a:r>
              <a:rPr lang="en-US" altLang="en-US" dirty="0"/>
              <a:t> </a:t>
            </a:r>
            <a:r>
              <a:rPr lang="en-US" altLang="en-US" dirty="0" err="1"/>
              <a:t>thiểu</a:t>
            </a:r>
            <a:r>
              <a:rPr lang="en-US" altLang="en-US" dirty="0"/>
              <a:t> </a:t>
            </a:r>
            <a:r>
              <a:rPr lang="en-US" altLang="en-US" dirty="0" err="1"/>
              <a:t>phải</a:t>
            </a:r>
            <a:r>
              <a:rPr lang="en-US" altLang="en-US" dirty="0"/>
              <a:t> </a:t>
            </a:r>
            <a:r>
              <a:rPr lang="en-US" altLang="en-US" dirty="0" err="1"/>
              <a:t>có</a:t>
            </a:r>
            <a:r>
              <a:rPr lang="en-US" altLang="en-US" dirty="0"/>
              <a:t> </a:t>
            </a:r>
            <a:r>
              <a:rPr lang="en-US" altLang="en-US" dirty="0" err="1"/>
              <a:t>một</a:t>
            </a:r>
            <a:r>
              <a:rPr lang="en-US" altLang="en-US" dirty="0"/>
              <a:t> </a:t>
            </a:r>
            <a:r>
              <a:rPr lang="en-US" altLang="en-US" dirty="0" err="1"/>
              <a:t>sinh</a:t>
            </a:r>
            <a:r>
              <a:rPr lang="en-US" altLang="en-US" dirty="0"/>
              <a:t> </a:t>
            </a:r>
            <a:r>
              <a:rPr lang="en-US" altLang="en-US" dirty="0" err="1"/>
              <a:t>viên</a:t>
            </a:r>
            <a:r>
              <a:rPr lang="en-US" altLang="en-US" dirty="0"/>
              <a:t>.</a:t>
            </a:r>
          </a:p>
          <a:p>
            <a:r>
              <a:rPr lang="en-US" altLang="en-US" b="1" dirty="0" err="1"/>
              <a:t>Thông</a:t>
            </a:r>
            <a:r>
              <a:rPr lang="en-US" altLang="en-US" b="1" dirty="0"/>
              <a:t> tin SV:</a:t>
            </a:r>
            <a:r>
              <a:rPr lang="en-US" altLang="en-US" dirty="0"/>
              <a:t> </a:t>
            </a:r>
            <a:r>
              <a:rPr lang="en-US" altLang="en-US" dirty="0" err="1"/>
              <a:t>mã</a:t>
            </a:r>
            <a:r>
              <a:rPr lang="en-US" altLang="en-US" dirty="0"/>
              <a:t> </a:t>
            </a:r>
            <a:r>
              <a:rPr lang="en-US" altLang="en-US" dirty="0" err="1"/>
              <a:t>sinh</a:t>
            </a:r>
            <a:r>
              <a:rPr lang="en-US" altLang="en-US" dirty="0"/>
              <a:t> </a:t>
            </a:r>
            <a:r>
              <a:rPr lang="en-US" altLang="en-US" dirty="0" err="1"/>
              <a:t>viên</a:t>
            </a:r>
            <a:r>
              <a:rPr lang="en-US" altLang="en-US" dirty="0"/>
              <a:t>, </a:t>
            </a:r>
            <a:r>
              <a:rPr lang="en-US" altLang="en-US" dirty="0" err="1"/>
              <a:t>họ</a:t>
            </a:r>
            <a:r>
              <a:rPr lang="en-US" altLang="en-US" dirty="0"/>
              <a:t> </a:t>
            </a:r>
            <a:r>
              <a:rPr lang="en-US" altLang="en-US" dirty="0" err="1"/>
              <a:t>tên</a:t>
            </a:r>
            <a:r>
              <a:rPr lang="en-US" altLang="en-US" dirty="0"/>
              <a:t>, </a:t>
            </a:r>
            <a:r>
              <a:rPr lang="en-US" altLang="en-US" dirty="0" err="1"/>
              <a:t>ngày</a:t>
            </a:r>
            <a:r>
              <a:rPr lang="en-US" altLang="en-US" dirty="0"/>
              <a:t> </a:t>
            </a:r>
            <a:r>
              <a:rPr lang="en-US" altLang="en-US" dirty="0" err="1"/>
              <a:t>sinh</a:t>
            </a:r>
            <a:r>
              <a:rPr lang="en-US" altLang="en-US" dirty="0"/>
              <a:t>, </a:t>
            </a:r>
            <a:r>
              <a:rPr lang="en-US" altLang="en-US" dirty="0" err="1"/>
              <a:t>giới</a:t>
            </a:r>
            <a:r>
              <a:rPr lang="en-US" altLang="en-US" dirty="0"/>
              <a:t> </a:t>
            </a:r>
            <a:r>
              <a:rPr lang="en-US" altLang="en-US" dirty="0" err="1"/>
              <a:t>tính</a:t>
            </a:r>
            <a:endParaRPr lang="en-US" altLang="en-US" dirty="0"/>
          </a:p>
          <a:p>
            <a:r>
              <a:rPr lang="en-US" altLang="en-US" b="1" dirty="0" err="1"/>
              <a:t>Thông</a:t>
            </a:r>
            <a:r>
              <a:rPr lang="en-US" altLang="en-US" b="1" dirty="0"/>
              <a:t> tin </a:t>
            </a:r>
            <a:r>
              <a:rPr lang="en-US" altLang="en-US" b="1" dirty="0" err="1"/>
              <a:t>Lớp</a:t>
            </a:r>
            <a:r>
              <a:rPr lang="en-US" altLang="en-US" b="1" dirty="0"/>
              <a:t>:</a:t>
            </a:r>
            <a:r>
              <a:rPr lang="en-US" altLang="en-US" dirty="0"/>
              <a:t> mã lớp duy nhất, </a:t>
            </a:r>
            <a:r>
              <a:rPr lang="en-US" altLang="en-US" dirty="0" err="1"/>
              <a:t>tên</a:t>
            </a:r>
            <a:r>
              <a:rPr lang="en-US" altLang="en-US" dirty="0"/>
              <a:t> </a:t>
            </a:r>
            <a:r>
              <a:rPr lang="en-US" altLang="en-US" dirty="0" err="1"/>
              <a:t>lớp</a:t>
            </a:r>
            <a:endParaRPr lang="en-US" altLang="en-US" dirty="0"/>
          </a:p>
          <a:p>
            <a:r>
              <a:rPr lang="en-US" altLang="en-US" b="1" dirty="0" err="1"/>
              <a:t>Thông</a:t>
            </a:r>
            <a:r>
              <a:rPr lang="en-US" altLang="en-US" b="1" dirty="0"/>
              <a:t> tin Khoa:</a:t>
            </a:r>
            <a:r>
              <a:rPr lang="en-US" altLang="en-US" dirty="0"/>
              <a:t> mã khoa duy nhất, </a:t>
            </a:r>
            <a:r>
              <a:rPr lang="en-US" altLang="en-US" dirty="0" err="1"/>
              <a:t>tên</a:t>
            </a:r>
            <a:r>
              <a:rPr lang="en-US" altLang="en-US" dirty="0"/>
              <a:t> khoa duy nhất</a:t>
            </a:r>
            <a:endParaRPr lang="en-US" dirty="0"/>
          </a:p>
        </p:txBody>
      </p:sp>
      <p:sp>
        <p:nvSpPr>
          <p:cNvPr id="4" name="Date Placeholder 3">
            <a:extLst>
              <a:ext uri="{FF2B5EF4-FFF2-40B4-BE49-F238E27FC236}">
                <a16:creationId xmlns:a16="http://schemas.microsoft.com/office/drawing/2014/main" id="{74792455-08AF-4CAA-AF45-AC9092A6AF93}"/>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0660" name="Slide Number Placeholder 4">
            <a:extLst>
              <a:ext uri="{FF2B5EF4-FFF2-40B4-BE49-F238E27FC236}">
                <a16:creationId xmlns:a16="http://schemas.microsoft.com/office/drawing/2014/main" id="{C27E5F84-E5A5-48EE-84DE-547C2E78536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6507A40-93BB-4C99-8A06-CE22A41F308C}" type="slidenum">
              <a:rPr lang="en-US" altLang="en-US">
                <a:latin typeface="Arial" panose="020B0604020202020204" pitchFamily="34" charset="0"/>
              </a:rPr>
              <a:pPr/>
              <a:t>33</a:t>
            </a:fld>
            <a:endParaRPr lang="en-US" altLang="en-US">
              <a:latin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E67BE258-AA5D-47BA-9B5A-5D1C5DDF28F2}"/>
              </a:ext>
            </a:extLst>
          </p:cNvPr>
          <p:cNvSpPr>
            <a:spLocks noGrp="1" noChangeArrowheads="1"/>
          </p:cNvSpPr>
          <p:nvPr>
            <p:ph type="title"/>
          </p:nvPr>
        </p:nvSpPr>
        <p:spPr>
          <a:xfrm>
            <a:off x="457200" y="354013"/>
            <a:ext cx="8382000" cy="788987"/>
          </a:xfrm>
        </p:spPr>
        <p:txBody>
          <a:bodyPr/>
          <a:lstStyle/>
          <a:p>
            <a:pPr eaLnBrk="1" hangingPunct="1"/>
            <a:r>
              <a:rPr lang="en-US" altLang="en-US"/>
              <a:t>VD1 ‘Quản lý điểm sinh viên’</a:t>
            </a:r>
          </a:p>
        </p:txBody>
      </p:sp>
      <p:sp>
        <p:nvSpPr>
          <p:cNvPr id="70658" name="Content Placeholder 2">
            <a:extLst>
              <a:ext uri="{FF2B5EF4-FFF2-40B4-BE49-F238E27FC236}">
                <a16:creationId xmlns:a16="http://schemas.microsoft.com/office/drawing/2014/main" id="{0E852609-E3D7-49BD-A7FB-E1F82857E274}"/>
              </a:ext>
            </a:extLst>
          </p:cNvPr>
          <p:cNvSpPr>
            <a:spLocks noGrp="1" noChangeArrowheads="1"/>
          </p:cNvSpPr>
          <p:nvPr>
            <p:ph idx="1"/>
          </p:nvPr>
        </p:nvSpPr>
        <p:spPr>
          <a:xfrm>
            <a:off x="457200" y="1752600"/>
            <a:ext cx="8229600" cy="4643438"/>
          </a:xfrm>
        </p:spPr>
        <p:txBody>
          <a:bodyPr/>
          <a:lstStyle/>
          <a:p>
            <a:r>
              <a:rPr lang="en-US" altLang="en-US" b="1" dirty="0" err="1"/>
              <a:t>Mô</a:t>
            </a:r>
            <a:r>
              <a:rPr lang="en-US" altLang="en-US" b="1" dirty="0"/>
              <a:t> </a:t>
            </a:r>
            <a:r>
              <a:rPr lang="en-US" altLang="en-US" b="1" dirty="0" err="1"/>
              <a:t>tả</a:t>
            </a:r>
            <a:r>
              <a:rPr lang="en-US" altLang="en-US" b="1" dirty="0"/>
              <a:t>:</a:t>
            </a:r>
            <a:r>
              <a:rPr lang="en-US" altLang="en-US" dirty="0"/>
              <a:t> </a:t>
            </a:r>
            <a:r>
              <a:rPr lang="en-US" altLang="en-US" dirty="0" err="1"/>
              <a:t>Một</a:t>
            </a:r>
            <a:r>
              <a:rPr lang="en-US" altLang="en-US" dirty="0"/>
              <a:t> </a:t>
            </a:r>
            <a:r>
              <a:rPr lang="en-US" altLang="en-US" dirty="0" err="1"/>
              <a:t>hệ</a:t>
            </a:r>
            <a:r>
              <a:rPr lang="en-US" altLang="en-US" dirty="0"/>
              <a:t> </a:t>
            </a:r>
            <a:r>
              <a:rPr lang="en-US" altLang="en-US" dirty="0" err="1"/>
              <a:t>thống</a:t>
            </a:r>
            <a:r>
              <a:rPr lang="en-US" altLang="en-US" dirty="0"/>
              <a:t> </a:t>
            </a:r>
            <a:r>
              <a:rPr lang="en-US" altLang="en-US" dirty="0" err="1"/>
              <a:t>quản</a:t>
            </a:r>
            <a:r>
              <a:rPr lang="en-US" altLang="en-US" dirty="0"/>
              <a:t> </a:t>
            </a:r>
            <a:r>
              <a:rPr lang="en-US" altLang="en-US" dirty="0" err="1"/>
              <a:t>lý</a:t>
            </a:r>
            <a:r>
              <a:rPr lang="en-US" altLang="en-US" dirty="0"/>
              <a:t> </a:t>
            </a:r>
            <a:r>
              <a:rPr lang="en-US" altLang="en-US" dirty="0" err="1"/>
              <a:t>điểm</a:t>
            </a:r>
            <a:r>
              <a:rPr lang="en-US" altLang="en-US" dirty="0"/>
              <a:t> </a:t>
            </a:r>
            <a:r>
              <a:rPr lang="en-US" altLang="en-US" dirty="0" err="1"/>
              <a:t>sinh</a:t>
            </a:r>
            <a:r>
              <a:rPr lang="en-US" altLang="en-US" dirty="0"/>
              <a:t> </a:t>
            </a:r>
            <a:r>
              <a:rPr lang="en-US" altLang="en-US" dirty="0" err="1"/>
              <a:t>viên</a:t>
            </a:r>
            <a:r>
              <a:rPr lang="en-US" altLang="en-US" dirty="0"/>
              <a:t> </a:t>
            </a:r>
            <a:r>
              <a:rPr lang="en-US" altLang="en-US" dirty="0" err="1"/>
              <a:t>của</a:t>
            </a:r>
            <a:r>
              <a:rPr lang="en-US" altLang="en-US" dirty="0"/>
              <a:t> </a:t>
            </a:r>
            <a:r>
              <a:rPr lang="en-US" altLang="en-US" dirty="0" err="1"/>
              <a:t>các</a:t>
            </a:r>
            <a:r>
              <a:rPr lang="en-US" altLang="en-US" dirty="0"/>
              <a:t> khoa ở </a:t>
            </a:r>
            <a:r>
              <a:rPr lang="en-US" altLang="en-US" dirty="0" err="1"/>
              <a:t>một</a:t>
            </a:r>
            <a:r>
              <a:rPr lang="en-US" altLang="en-US" dirty="0"/>
              <a:t> </a:t>
            </a:r>
            <a:r>
              <a:rPr lang="en-US" altLang="en-US" dirty="0" err="1"/>
              <a:t>trường</a:t>
            </a:r>
            <a:r>
              <a:rPr lang="en-US" altLang="en-US" dirty="0"/>
              <a:t> </a:t>
            </a:r>
            <a:r>
              <a:rPr lang="en-US" altLang="en-US" dirty="0" err="1"/>
              <a:t>đại</a:t>
            </a:r>
            <a:r>
              <a:rPr lang="en-US" altLang="en-US" dirty="0"/>
              <a:t> </a:t>
            </a:r>
            <a:r>
              <a:rPr lang="en-US" altLang="en-US" dirty="0" err="1"/>
              <a:t>học</a:t>
            </a:r>
            <a:r>
              <a:rPr lang="en-US" altLang="en-US" dirty="0"/>
              <a:t>. </a:t>
            </a:r>
            <a:r>
              <a:rPr lang="en-US" altLang="en-US" dirty="0" err="1"/>
              <a:t>Biết</a:t>
            </a:r>
            <a:r>
              <a:rPr lang="en-US" altLang="en-US" dirty="0"/>
              <a:t> </a:t>
            </a:r>
            <a:r>
              <a:rPr lang="en-US" altLang="en-US" dirty="0" err="1"/>
              <a:t>rằng</a:t>
            </a:r>
            <a:r>
              <a:rPr lang="en-US" altLang="en-US" dirty="0"/>
              <a:t> </a:t>
            </a:r>
            <a:r>
              <a:rPr lang="en-US" altLang="en-US" dirty="0" err="1"/>
              <a:t>trường</a:t>
            </a:r>
            <a:r>
              <a:rPr lang="en-US" altLang="en-US" dirty="0"/>
              <a:t> </a:t>
            </a:r>
            <a:r>
              <a:rPr lang="en-US" altLang="en-US" dirty="0" err="1"/>
              <a:t>có</a:t>
            </a:r>
            <a:r>
              <a:rPr lang="en-US" altLang="en-US" dirty="0"/>
              <a:t> </a:t>
            </a:r>
            <a:r>
              <a:rPr lang="en-US" altLang="en-US" dirty="0" err="1"/>
              <a:t>nhiều</a:t>
            </a:r>
            <a:r>
              <a:rPr lang="en-US" altLang="en-US" dirty="0"/>
              <a:t> </a:t>
            </a:r>
            <a:r>
              <a:rPr lang="en-US" altLang="en-US" dirty="0">
                <a:solidFill>
                  <a:srgbClr val="FF0000"/>
                </a:solidFill>
              </a:rPr>
              <a:t>khoa</a:t>
            </a:r>
            <a:r>
              <a:rPr lang="en-US" altLang="en-US" dirty="0"/>
              <a:t>, </a:t>
            </a:r>
            <a:r>
              <a:rPr lang="en-US" altLang="en-US" dirty="0" err="1"/>
              <a:t>mỗi</a:t>
            </a:r>
            <a:r>
              <a:rPr lang="en-US" altLang="en-US" dirty="0"/>
              <a:t> khoa </a:t>
            </a:r>
            <a:r>
              <a:rPr lang="en-US" altLang="en-US" dirty="0" err="1"/>
              <a:t>có</a:t>
            </a:r>
            <a:r>
              <a:rPr lang="en-US" altLang="en-US" dirty="0"/>
              <a:t> </a:t>
            </a:r>
            <a:r>
              <a:rPr lang="en-US" altLang="en-US" dirty="0" err="1"/>
              <a:t>ít</a:t>
            </a:r>
            <a:r>
              <a:rPr lang="en-US" altLang="en-US" dirty="0"/>
              <a:t> </a:t>
            </a:r>
            <a:r>
              <a:rPr lang="en-US" altLang="en-US" dirty="0" err="1"/>
              <a:t>nhất</a:t>
            </a:r>
            <a:r>
              <a:rPr lang="en-US" altLang="en-US" dirty="0"/>
              <a:t> </a:t>
            </a:r>
            <a:r>
              <a:rPr lang="en-US" altLang="en-US" dirty="0" err="1"/>
              <a:t>một</a:t>
            </a:r>
            <a:r>
              <a:rPr lang="en-US" altLang="en-US" dirty="0"/>
              <a:t> </a:t>
            </a:r>
            <a:r>
              <a:rPr lang="en-US" altLang="en-US" dirty="0" err="1">
                <a:solidFill>
                  <a:srgbClr val="FF0000"/>
                </a:solidFill>
              </a:rPr>
              <a:t>lớp</a:t>
            </a:r>
            <a:r>
              <a:rPr lang="en-US" altLang="en-US" dirty="0"/>
              <a:t>, </a:t>
            </a:r>
            <a:r>
              <a:rPr lang="en-US" altLang="en-US" dirty="0" err="1"/>
              <a:t>một</a:t>
            </a:r>
            <a:r>
              <a:rPr lang="en-US" altLang="en-US" dirty="0"/>
              <a:t> </a:t>
            </a:r>
            <a:r>
              <a:rPr lang="en-US" altLang="en-US" dirty="0" err="1"/>
              <a:t>lớp</a:t>
            </a:r>
            <a:r>
              <a:rPr lang="en-US" altLang="en-US" dirty="0"/>
              <a:t> </a:t>
            </a:r>
            <a:r>
              <a:rPr lang="en-US" altLang="en-US" dirty="0" err="1"/>
              <a:t>chỉ</a:t>
            </a:r>
            <a:r>
              <a:rPr lang="en-US" altLang="en-US" dirty="0"/>
              <a:t> </a:t>
            </a:r>
            <a:r>
              <a:rPr lang="en-US" altLang="en-US" dirty="0" err="1"/>
              <a:t>thuộc</a:t>
            </a:r>
            <a:r>
              <a:rPr lang="en-US" altLang="en-US" dirty="0"/>
              <a:t> </a:t>
            </a:r>
            <a:r>
              <a:rPr lang="en-US" altLang="en-US" dirty="0" err="1"/>
              <a:t>một</a:t>
            </a:r>
            <a:r>
              <a:rPr lang="en-US" altLang="en-US" dirty="0"/>
              <a:t> khoa; </a:t>
            </a:r>
            <a:r>
              <a:rPr lang="en-US" altLang="en-US" dirty="0" err="1"/>
              <a:t>Mỗi</a:t>
            </a:r>
            <a:r>
              <a:rPr lang="en-US" altLang="en-US" dirty="0"/>
              <a:t> </a:t>
            </a:r>
            <a:r>
              <a:rPr lang="en-US" altLang="en-US" dirty="0" err="1">
                <a:solidFill>
                  <a:srgbClr val="FF0000"/>
                </a:solidFill>
              </a:rPr>
              <a:t>sinh</a:t>
            </a:r>
            <a:r>
              <a:rPr lang="en-US" altLang="en-US" dirty="0">
                <a:solidFill>
                  <a:srgbClr val="FF0000"/>
                </a:solidFill>
              </a:rPr>
              <a:t> </a:t>
            </a:r>
            <a:r>
              <a:rPr lang="en-US" altLang="en-US" dirty="0" err="1">
                <a:solidFill>
                  <a:srgbClr val="FF0000"/>
                </a:solidFill>
              </a:rPr>
              <a:t>viên</a:t>
            </a:r>
            <a:r>
              <a:rPr lang="en-US" altLang="en-US" dirty="0"/>
              <a:t> </a:t>
            </a:r>
            <a:r>
              <a:rPr lang="en-US" altLang="en-US" dirty="0" err="1"/>
              <a:t>chỉ</a:t>
            </a:r>
            <a:r>
              <a:rPr lang="en-US" altLang="en-US" dirty="0"/>
              <a:t> </a:t>
            </a:r>
            <a:r>
              <a:rPr lang="en-US" altLang="en-US" dirty="0" err="1"/>
              <a:t>thuộc</a:t>
            </a:r>
            <a:r>
              <a:rPr lang="en-US" altLang="en-US" dirty="0"/>
              <a:t> </a:t>
            </a:r>
            <a:r>
              <a:rPr lang="en-US" altLang="en-US" dirty="0" err="1"/>
              <a:t>một</a:t>
            </a:r>
            <a:r>
              <a:rPr lang="en-US" altLang="en-US" dirty="0"/>
              <a:t> </a:t>
            </a:r>
            <a:r>
              <a:rPr lang="en-US" altLang="en-US" dirty="0" err="1"/>
              <a:t>lớp</a:t>
            </a:r>
            <a:r>
              <a:rPr lang="en-US" altLang="en-US" dirty="0"/>
              <a:t>, </a:t>
            </a:r>
            <a:r>
              <a:rPr lang="en-US" altLang="en-US" dirty="0" err="1"/>
              <a:t>một</a:t>
            </a:r>
            <a:r>
              <a:rPr lang="en-US" altLang="en-US" dirty="0"/>
              <a:t> </a:t>
            </a:r>
            <a:r>
              <a:rPr lang="en-US" altLang="en-US" dirty="0" err="1"/>
              <a:t>lớp</a:t>
            </a:r>
            <a:r>
              <a:rPr lang="en-US" altLang="en-US" dirty="0"/>
              <a:t> </a:t>
            </a:r>
            <a:r>
              <a:rPr lang="en-US" altLang="en-US" dirty="0" err="1"/>
              <a:t>có</a:t>
            </a:r>
            <a:r>
              <a:rPr lang="en-US" altLang="en-US" dirty="0"/>
              <a:t> </a:t>
            </a:r>
            <a:r>
              <a:rPr lang="en-US" altLang="en-US" dirty="0" err="1"/>
              <a:t>thể</a:t>
            </a:r>
            <a:r>
              <a:rPr lang="en-US" altLang="en-US" dirty="0"/>
              <a:t> </a:t>
            </a:r>
            <a:r>
              <a:rPr lang="en-US" altLang="en-US" dirty="0" err="1"/>
              <a:t>có</a:t>
            </a:r>
            <a:r>
              <a:rPr lang="en-US" altLang="en-US" dirty="0"/>
              <a:t> </a:t>
            </a:r>
            <a:r>
              <a:rPr lang="en-US" altLang="en-US" dirty="0" err="1"/>
              <a:t>nhiều</a:t>
            </a:r>
            <a:r>
              <a:rPr lang="en-US" altLang="en-US" dirty="0"/>
              <a:t> </a:t>
            </a:r>
            <a:r>
              <a:rPr lang="en-US" altLang="en-US" dirty="0" err="1"/>
              <a:t>sinh</a:t>
            </a:r>
            <a:r>
              <a:rPr lang="en-US" altLang="en-US" dirty="0"/>
              <a:t> </a:t>
            </a:r>
            <a:r>
              <a:rPr lang="en-US" altLang="en-US" dirty="0" err="1"/>
              <a:t>viên</a:t>
            </a:r>
            <a:r>
              <a:rPr lang="en-US" altLang="en-US" dirty="0"/>
              <a:t> </a:t>
            </a:r>
            <a:r>
              <a:rPr lang="en-US" altLang="en-US" dirty="0" err="1"/>
              <a:t>nhưng</a:t>
            </a:r>
            <a:r>
              <a:rPr lang="en-US" altLang="en-US" dirty="0"/>
              <a:t> </a:t>
            </a:r>
            <a:r>
              <a:rPr lang="en-US" altLang="en-US" dirty="0" err="1"/>
              <a:t>tối</a:t>
            </a:r>
            <a:r>
              <a:rPr lang="en-US" altLang="en-US" dirty="0"/>
              <a:t> </a:t>
            </a:r>
            <a:r>
              <a:rPr lang="en-US" altLang="en-US" dirty="0" err="1"/>
              <a:t>thiểu</a:t>
            </a:r>
            <a:r>
              <a:rPr lang="en-US" altLang="en-US" dirty="0"/>
              <a:t> </a:t>
            </a:r>
            <a:r>
              <a:rPr lang="en-US" altLang="en-US" dirty="0" err="1"/>
              <a:t>phải</a:t>
            </a:r>
            <a:r>
              <a:rPr lang="en-US" altLang="en-US" dirty="0"/>
              <a:t> </a:t>
            </a:r>
            <a:r>
              <a:rPr lang="en-US" altLang="en-US" dirty="0" err="1"/>
              <a:t>có</a:t>
            </a:r>
            <a:r>
              <a:rPr lang="en-US" altLang="en-US" dirty="0"/>
              <a:t> </a:t>
            </a:r>
            <a:r>
              <a:rPr lang="en-US" altLang="en-US" dirty="0" err="1"/>
              <a:t>một</a:t>
            </a:r>
            <a:r>
              <a:rPr lang="en-US" altLang="en-US" dirty="0"/>
              <a:t> </a:t>
            </a:r>
            <a:r>
              <a:rPr lang="en-US" altLang="en-US" dirty="0" err="1"/>
              <a:t>sinh</a:t>
            </a:r>
            <a:r>
              <a:rPr lang="en-US" altLang="en-US" dirty="0"/>
              <a:t> </a:t>
            </a:r>
            <a:r>
              <a:rPr lang="en-US" altLang="en-US" dirty="0" err="1"/>
              <a:t>viên</a:t>
            </a:r>
            <a:r>
              <a:rPr lang="en-US" altLang="en-US" dirty="0"/>
              <a:t>.</a:t>
            </a:r>
          </a:p>
          <a:p>
            <a:r>
              <a:rPr lang="en-US" altLang="en-US" b="1" dirty="0" err="1"/>
              <a:t>Thông</a:t>
            </a:r>
            <a:r>
              <a:rPr lang="en-US" altLang="en-US" b="1" dirty="0"/>
              <a:t> tin SV:</a:t>
            </a:r>
            <a:r>
              <a:rPr lang="en-US" altLang="en-US" dirty="0"/>
              <a:t> </a:t>
            </a:r>
            <a:r>
              <a:rPr lang="en-US" altLang="en-US" dirty="0" err="1"/>
              <a:t>mã</a:t>
            </a:r>
            <a:r>
              <a:rPr lang="en-US" altLang="en-US" dirty="0"/>
              <a:t> </a:t>
            </a:r>
            <a:r>
              <a:rPr lang="en-US" altLang="en-US" dirty="0" err="1"/>
              <a:t>sinh</a:t>
            </a:r>
            <a:r>
              <a:rPr lang="en-US" altLang="en-US" dirty="0"/>
              <a:t> </a:t>
            </a:r>
            <a:r>
              <a:rPr lang="en-US" altLang="en-US" dirty="0" err="1"/>
              <a:t>viên</a:t>
            </a:r>
            <a:r>
              <a:rPr lang="en-US" altLang="en-US" dirty="0"/>
              <a:t>, </a:t>
            </a:r>
            <a:r>
              <a:rPr lang="en-US" altLang="en-US" dirty="0" err="1"/>
              <a:t>họ</a:t>
            </a:r>
            <a:r>
              <a:rPr lang="en-US" altLang="en-US" dirty="0"/>
              <a:t> </a:t>
            </a:r>
            <a:r>
              <a:rPr lang="en-US" altLang="en-US" dirty="0" err="1"/>
              <a:t>tên</a:t>
            </a:r>
            <a:r>
              <a:rPr lang="en-US" altLang="en-US" dirty="0"/>
              <a:t>, </a:t>
            </a:r>
            <a:r>
              <a:rPr lang="en-US" altLang="en-US" dirty="0" err="1"/>
              <a:t>ngày</a:t>
            </a:r>
            <a:r>
              <a:rPr lang="en-US" altLang="en-US" dirty="0"/>
              <a:t> </a:t>
            </a:r>
            <a:r>
              <a:rPr lang="en-US" altLang="en-US" dirty="0" err="1"/>
              <a:t>sinh</a:t>
            </a:r>
            <a:r>
              <a:rPr lang="en-US" altLang="en-US" dirty="0"/>
              <a:t>, </a:t>
            </a:r>
            <a:r>
              <a:rPr lang="en-US" altLang="en-US" dirty="0" err="1"/>
              <a:t>giới</a:t>
            </a:r>
            <a:r>
              <a:rPr lang="en-US" altLang="en-US" dirty="0"/>
              <a:t> </a:t>
            </a:r>
            <a:r>
              <a:rPr lang="en-US" altLang="en-US" dirty="0" err="1"/>
              <a:t>tính</a:t>
            </a:r>
            <a:endParaRPr lang="en-US" altLang="en-US" dirty="0"/>
          </a:p>
          <a:p>
            <a:r>
              <a:rPr lang="en-US" altLang="en-US" b="1" dirty="0" err="1"/>
              <a:t>Thông</a:t>
            </a:r>
            <a:r>
              <a:rPr lang="en-US" altLang="en-US" b="1" dirty="0"/>
              <a:t> tin </a:t>
            </a:r>
            <a:r>
              <a:rPr lang="en-US" altLang="en-US" b="1" dirty="0" err="1"/>
              <a:t>Lớp</a:t>
            </a:r>
            <a:r>
              <a:rPr lang="en-US" altLang="en-US" b="1" dirty="0"/>
              <a:t>:</a:t>
            </a:r>
            <a:r>
              <a:rPr lang="en-US" altLang="en-US" dirty="0"/>
              <a:t> mã lớp duy nhất, </a:t>
            </a:r>
            <a:r>
              <a:rPr lang="en-US" altLang="en-US" dirty="0" err="1"/>
              <a:t>tên</a:t>
            </a:r>
            <a:r>
              <a:rPr lang="en-US" altLang="en-US" dirty="0"/>
              <a:t> </a:t>
            </a:r>
            <a:r>
              <a:rPr lang="en-US" altLang="en-US" dirty="0" err="1"/>
              <a:t>lớp</a:t>
            </a:r>
            <a:endParaRPr lang="en-US" altLang="en-US" dirty="0"/>
          </a:p>
          <a:p>
            <a:r>
              <a:rPr lang="en-US" altLang="en-US" b="1" dirty="0" err="1"/>
              <a:t>Thông</a:t>
            </a:r>
            <a:r>
              <a:rPr lang="en-US" altLang="en-US" b="1" dirty="0"/>
              <a:t> tin Khoa:</a:t>
            </a:r>
            <a:r>
              <a:rPr lang="en-US" altLang="en-US" dirty="0"/>
              <a:t> mã khoa duy nhất, </a:t>
            </a:r>
            <a:r>
              <a:rPr lang="en-US" altLang="en-US" dirty="0" err="1"/>
              <a:t>tên</a:t>
            </a:r>
            <a:r>
              <a:rPr lang="en-US" altLang="en-US" dirty="0"/>
              <a:t> khoa duy nhất</a:t>
            </a:r>
            <a:endParaRPr lang="en-US" dirty="0"/>
          </a:p>
        </p:txBody>
      </p:sp>
      <p:sp>
        <p:nvSpPr>
          <p:cNvPr id="4" name="Date Placeholder 3">
            <a:extLst>
              <a:ext uri="{FF2B5EF4-FFF2-40B4-BE49-F238E27FC236}">
                <a16:creationId xmlns:a16="http://schemas.microsoft.com/office/drawing/2014/main" id="{74792455-08AF-4CAA-AF45-AC9092A6AF93}"/>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0660" name="Slide Number Placeholder 4">
            <a:extLst>
              <a:ext uri="{FF2B5EF4-FFF2-40B4-BE49-F238E27FC236}">
                <a16:creationId xmlns:a16="http://schemas.microsoft.com/office/drawing/2014/main" id="{C27E5F84-E5A5-48EE-84DE-547C2E78536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6507A40-93BB-4C99-8A06-CE22A41F308C}" type="slidenum">
              <a:rPr lang="en-US" altLang="en-US">
                <a:latin typeface="Arial" panose="020B0604020202020204" pitchFamily="34" charset="0"/>
              </a:rPr>
              <a:pPr/>
              <a:t>34</a:t>
            </a:fld>
            <a:endParaRPr lang="en-US" altLang="en-US">
              <a:latin typeface="Arial" panose="020B0604020202020204" pitchFamily="34" charset="0"/>
            </a:endParaRPr>
          </a:p>
        </p:txBody>
      </p:sp>
      <p:sp>
        <p:nvSpPr>
          <p:cNvPr id="2" name="TextBox 1">
            <a:extLst>
              <a:ext uri="{FF2B5EF4-FFF2-40B4-BE49-F238E27FC236}">
                <a16:creationId xmlns:a16="http://schemas.microsoft.com/office/drawing/2014/main" id="{26FE97B1-EC8D-D32B-8E2F-7112EBBDC840}"/>
              </a:ext>
            </a:extLst>
          </p:cNvPr>
          <p:cNvSpPr txBox="1"/>
          <p:nvPr/>
        </p:nvSpPr>
        <p:spPr>
          <a:xfrm>
            <a:off x="457200" y="1143000"/>
            <a:ext cx="8229600" cy="430887"/>
          </a:xfrm>
          <a:prstGeom prst="rect">
            <a:avLst/>
          </a:prstGeom>
          <a:noFill/>
        </p:spPr>
        <p:txBody>
          <a:bodyPr wrap="square" rtlCol="0">
            <a:spAutoFit/>
          </a:bodyPr>
          <a:lstStyle/>
          <a:p>
            <a:pPr algn="ctr"/>
            <a:r>
              <a:rPr lang="en-US" sz="2200" b="1" i="1">
                <a:solidFill>
                  <a:srgbClr val="FF0000"/>
                </a:solidFill>
              </a:rPr>
              <a:t>Bước 1: Xác định tập thực thể</a:t>
            </a:r>
          </a:p>
        </p:txBody>
      </p:sp>
    </p:spTree>
    <p:extLst>
      <p:ext uri="{BB962C8B-B14F-4D97-AF65-F5344CB8AC3E}">
        <p14:creationId xmlns:p14="http://schemas.microsoft.com/office/powerpoint/2010/main" val="1185919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E67BE258-AA5D-47BA-9B5A-5D1C5DDF28F2}"/>
              </a:ext>
            </a:extLst>
          </p:cNvPr>
          <p:cNvSpPr>
            <a:spLocks noGrp="1" noChangeArrowheads="1"/>
          </p:cNvSpPr>
          <p:nvPr>
            <p:ph type="title"/>
          </p:nvPr>
        </p:nvSpPr>
        <p:spPr>
          <a:xfrm>
            <a:off x="457200" y="354013"/>
            <a:ext cx="8382000" cy="788987"/>
          </a:xfrm>
        </p:spPr>
        <p:txBody>
          <a:bodyPr/>
          <a:lstStyle/>
          <a:p>
            <a:pPr eaLnBrk="1" hangingPunct="1"/>
            <a:r>
              <a:rPr lang="en-US" altLang="en-US"/>
              <a:t>VD1 ‘Quản lý điểm sinh viên’</a:t>
            </a:r>
          </a:p>
        </p:txBody>
      </p:sp>
      <p:sp>
        <p:nvSpPr>
          <p:cNvPr id="4" name="Date Placeholder 3">
            <a:extLst>
              <a:ext uri="{FF2B5EF4-FFF2-40B4-BE49-F238E27FC236}">
                <a16:creationId xmlns:a16="http://schemas.microsoft.com/office/drawing/2014/main" id="{74792455-08AF-4CAA-AF45-AC9092A6AF93}"/>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0660" name="Slide Number Placeholder 4">
            <a:extLst>
              <a:ext uri="{FF2B5EF4-FFF2-40B4-BE49-F238E27FC236}">
                <a16:creationId xmlns:a16="http://schemas.microsoft.com/office/drawing/2014/main" id="{C27E5F84-E5A5-48EE-84DE-547C2E78536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6507A40-93BB-4C99-8A06-CE22A41F308C}" type="slidenum">
              <a:rPr lang="en-US" altLang="en-US">
                <a:latin typeface="Arial" panose="020B0604020202020204" pitchFamily="34" charset="0"/>
              </a:rPr>
              <a:pPr/>
              <a:t>35</a:t>
            </a:fld>
            <a:endParaRPr lang="en-US" altLang="en-US">
              <a:latin typeface="Arial" panose="020B0604020202020204" pitchFamily="34" charset="0"/>
            </a:endParaRPr>
          </a:p>
        </p:txBody>
      </p:sp>
      <p:sp>
        <p:nvSpPr>
          <p:cNvPr id="2" name="TextBox 1">
            <a:extLst>
              <a:ext uri="{FF2B5EF4-FFF2-40B4-BE49-F238E27FC236}">
                <a16:creationId xmlns:a16="http://schemas.microsoft.com/office/drawing/2014/main" id="{26FE97B1-EC8D-D32B-8E2F-7112EBBDC840}"/>
              </a:ext>
            </a:extLst>
          </p:cNvPr>
          <p:cNvSpPr txBox="1"/>
          <p:nvPr/>
        </p:nvSpPr>
        <p:spPr>
          <a:xfrm>
            <a:off x="457200" y="1143000"/>
            <a:ext cx="8229600" cy="430887"/>
          </a:xfrm>
          <a:prstGeom prst="rect">
            <a:avLst/>
          </a:prstGeom>
          <a:noFill/>
        </p:spPr>
        <p:txBody>
          <a:bodyPr wrap="square" rtlCol="0">
            <a:spAutoFit/>
          </a:bodyPr>
          <a:lstStyle/>
          <a:p>
            <a:pPr algn="ctr"/>
            <a:r>
              <a:rPr lang="en-US" sz="2200" b="1" i="1">
                <a:solidFill>
                  <a:srgbClr val="FF0000"/>
                </a:solidFill>
              </a:rPr>
              <a:t>Bước 1: Xác định tập thực thể</a:t>
            </a:r>
          </a:p>
        </p:txBody>
      </p:sp>
      <p:pic>
        <p:nvPicPr>
          <p:cNvPr id="6" name="Picture 5">
            <a:extLst>
              <a:ext uri="{FF2B5EF4-FFF2-40B4-BE49-F238E27FC236}">
                <a16:creationId xmlns:a16="http://schemas.microsoft.com/office/drawing/2014/main" id="{8D2229A1-417B-E454-6B9C-F834268D52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1150" y="2286000"/>
            <a:ext cx="5981700" cy="3898900"/>
          </a:xfrm>
          <a:prstGeom prst="rect">
            <a:avLst/>
          </a:prstGeom>
        </p:spPr>
      </p:pic>
    </p:spTree>
    <p:extLst>
      <p:ext uri="{BB962C8B-B14F-4D97-AF65-F5344CB8AC3E}">
        <p14:creationId xmlns:p14="http://schemas.microsoft.com/office/powerpoint/2010/main" val="27696654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E67BE258-AA5D-47BA-9B5A-5D1C5DDF28F2}"/>
              </a:ext>
            </a:extLst>
          </p:cNvPr>
          <p:cNvSpPr>
            <a:spLocks noGrp="1" noChangeArrowheads="1"/>
          </p:cNvSpPr>
          <p:nvPr>
            <p:ph type="title"/>
          </p:nvPr>
        </p:nvSpPr>
        <p:spPr>
          <a:xfrm>
            <a:off x="457200" y="354013"/>
            <a:ext cx="8382000" cy="788987"/>
          </a:xfrm>
        </p:spPr>
        <p:txBody>
          <a:bodyPr/>
          <a:lstStyle/>
          <a:p>
            <a:pPr eaLnBrk="1" hangingPunct="1"/>
            <a:r>
              <a:rPr lang="en-US" altLang="en-US"/>
              <a:t>VD1 ‘Quản lý điểm sinh viên’</a:t>
            </a:r>
          </a:p>
        </p:txBody>
      </p:sp>
      <p:sp>
        <p:nvSpPr>
          <p:cNvPr id="70658" name="Content Placeholder 2">
            <a:extLst>
              <a:ext uri="{FF2B5EF4-FFF2-40B4-BE49-F238E27FC236}">
                <a16:creationId xmlns:a16="http://schemas.microsoft.com/office/drawing/2014/main" id="{0E852609-E3D7-49BD-A7FB-E1F82857E274}"/>
              </a:ext>
            </a:extLst>
          </p:cNvPr>
          <p:cNvSpPr>
            <a:spLocks noGrp="1" noChangeArrowheads="1"/>
          </p:cNvSpPr>
          <p:nvPr>
            <p:ph idx="1"/>
          </p:nvPr>
        </p:nvSpPr>
        <p:spPr>
          <a:xfrm>
            <a:off x="457200" y="1752600"/>
            <a:ext cx="8229600" cy="4643438"/>
          </a:xfrm>
        </p:spPr>
        <p:txBody>
          <a:bodyPr/>
          <a:lstStyle/>
          <a:p>
            <a:r>
              <a:rPr lang="en-US" altLang="en-US" b="1" dirty="0" err="1"/>
              <a:t>Mô</a:t>
            </a:r>
            <a:r>
              <a:rPr lang="en-US" altLang="en-US" b="1" dirty="0"/>
              <a:t> </a:t>
            </a:r>
            <a:r>
              <a:rPr lang="en-US" altLang="en-US" b="1" dirty="0" err="1"/>
              <a:t>tả</a:t>
            </a:r>
            <a:r>
              <a:rPr lang="en-US" altLang="en-US" b="1" dirty="0"/>
              <a:t>:</a:t>
            </a:r>
            <a:r>
              <a:rPr lang="en-US" altLang="en-US" dirty="0"/>
              <a:t> </a:t>
            </a:r>
            <a:r>
              <a:rPr lang="en-US" altLang="en-US" dirty="0" err="1"/>
              <a:t>Một</a:t>
            </a:r>
            <a:r>
              <a:rPr lang="en-US" altLang="en-US" dirty="0"/>
              <a:t> </a:t>
            </a:r>
            <a:r>
              <a:rPr lang="en-US" altLang="en-US" dirty="0" err="1"/>
              <a:t>hệ</a:t>
            </a:r>
            <a:r>
              <a:rPr lang="en-US" altLang="en-US" dirty="0"/>
              <a:t> </a:t>
            </a:r>
            <a:r>
              <a:rPr lang="en-US" altLang="en-US" dirty="0" err="1"/>
              <a:t>thống</a:t>
            </a:r>
            <a:r>
              <a:rPr lang="en-US" altLang="en-US" dirty="0"/>
              <a:t> </a:t>
            </a:r>
            <a:r>
              <a:rPr lang="en-US" altLang="en-US" dirty="0" err="1"/>
              <a:t>quản</a:t>
            </a:r>
            <a:r>
              <a:rPr lang="en-US" altLang="en-US" dirty="0"/>
              <a:t> </a:t>
            </a:r>
            <a:r>
              <a:rPr lang="en-US" altLang="en-US" dirty="0" err="1"/>
              <a:t>lý</a:t>
            </a:r>
            <a:r>
              <a:rPr lang="en-US" altLang="en-US" dirty="0"/>
              <a:t> </a:t>
            </a:r>
            <a:r>
              <a:rPr lang="en-US" altLang="en-US" dirty="0" err="1"/>
              <a:t>điểm</a:t>
            </a:r>
            <a:r>
              <a:rPr lang="en-US" altLang="en-US" dirty="0"/>
              <a:t> </a:t>
            </a:r>
            <a:r>
              <a:rPr lang="en-US" altLang="en-US" dirty="0" err="1"/>
              <a:t>sinh</a:t>
            </a:r>
            <a:r>
              <a:rPr lang="en-US" altLang="en-US" dirty="0"/>
              <a:t> </a:t>
            </a:r>
            <a:r>
              <a:rPr lang="en-US" altLang="en-US" dirty="0" err="1"/>
              <a:t>viên</a:t>
            </a:r>
            <a:r>
              <a:rPr lang="en-US" altLang="en-US" dirty="0"/>
              <a:t> </a:t>
            </a:r>
            <a:r>
              <a:rPr lang="en-US" altLang="en-US" dirty="0" err="1"/>
              <a:t>của</a:t>
            </a:r>
            <a:r>
              <a:rPr lang="en-US" altLang="en-US" dirty="0"/>
              <a:t> </a:t>
            </a:r>
            <a:r>
              <a:rPr lang="en-US" altLang="en-US" dirty="0" err="1"/>
              <a:t>các</a:t>
            </a:r>
            <a:r>
              <a:rPr lang="en-US" altLang="en-US" dirty="0"/>
              <a:t> khoa ở </a:t>
            </a:r>
            <a:r>
              <a:rPr lang="en-US" altLang="en-US" dirty="0" err="1"/>
              <a:t>một</a:t>
            </a:r>
            <a:r>
              <a:rPr lang="en-US" altLang="en-US" dirty="0"/>
              <a:t> </a:t>
            </a:r>
            <a:r>
              <a:rPr lang="en-US" altLang="en-US" dirty="0" err="1"/>
              <a:t>trường</a:t>
            </a:r>
            <a:r>
              <a:rPr lang="en-US" altLang="en-US" dirty="0"/>
              <a:t> </a:t>
            </a:r>
            <a:r>
              <a:rPr lang="en-US" altLang="en-US" dirty="0" err="1"/>
              <a:t>đại</a:t>
            </a:r>
            <a:r>
              <a:rPr lang="en-US" altLang="en-US" dirty="0"/>
              <a:t> </a:t>
            </a:r>
            <a:r>
              <a:rPr lang="en-US" altLang="en-US" dirty="0" err="1"/>
              <a:t>học</a:t>
            </a:r>
            <a:r>
              <a:rPr lang="en-US" altLang="en-US" dirty="0"/>
              <a:t>. </a:t>
            </a:r>
            <a:r>
              <a:rPr lang="en-US" altLang="en-US" dirty="0" err="1"/>
              <a:t>Biết</a:t>
            </a:r>
            <a:r>
              <a:rPr lang="en-US" altLang="en-US" dirty="0"/>
              <a:t> </a:t>
            </a:r>
            <a:r>
              <a:rPr lang="en-US" altLang="en-US" dirty="0" err="1"/>
              <a:t>rằng</a:t>
            </a:r>
            <a:r>
              <a:rPr lang="en-US" altLang="en-US" dirty="0"/>
              <a:t> </a:t>
            </a:r>
            <a:r>
              <a:rPr lang="en-US" altLang="en-US" dirty="0" err="1"/>
              <a:t>trường</a:t>
            </a:r>
            <a:r>
              <a:rPr lang="en-US" altLang="en-US" dirty="0"/>
              <a:t> </a:t>
            </a:r>
            <a:r>
              <a:rPr lang="en-US" altLang="en-US" dirty="0" err="1"/>
              <a:t>có</a:t>
            </a:r>
            <a:r>
              <a:rPr lang="en-US" altLang="en-US" dirty="0"/>
              <a:t> </a:t>
            </a:r>
            <a:r>
              <a:rPr lang="en-US" altLang="en-US" dirty="0" err="1"/>
              <a:t>nhiều</a:t>
            </a:r>
            <a:r>
              <a:rPr lang="en-US" altLang="en-US" dirty="0"/>
              <a:t> </a:t>
            </a:r>
            <a:r>
              <a:rPr lang="en-US" altLang="en-US" dirty="0">
                <a:solidFill>
                  <a:srgbClr val="FF0000"/>
                </a:solidFill>
              </a:rPr>
              <a:t>khoa</a:t>
            </a:r>
            <a:r>
              <a:rPr lang="en-US" altLang="en-US" dirty="0"/>
              <a:t>, </a:t>
            </a:r>
            <a:r>
              <a:rPr lang="en-US" altLang="en-US" dirty="0" err="1"/>
              <a:t>mỗi</a:t>
            </a:r>
            <a:r>
              <a:rPr lang="en-US" altLang="en-US" dirty="0"/>
              <a:t> khoa </a:t>
            </a:r>
            <a:r>
              <a:rPr lang="en-US" altLang="en-US" dirty="0" err="1">
                <a:solidFill>
                  <a:srgbClr val="FFC000"/>
                </a:solidFill>
              </a:rPr>
              <a:t>có</a:t>
            </a:r>
            <a:r>
              <a:rPr lang="en-US" altLang="en-US" dirty="0"/>
              <a:t> </a:t>
            </a:r>
            <a:r>
              <a:rPr lang="en-US" altLang="en-US" dirty="0" err="1"/>
              <a:t>ít</a:t>
            </a:r>
            <a:r>
              <a:rPr lang="en-US" altLang="en-US" dirty="0"/>
              <a:t> </a:t>
            </a:r>
            <a:r>
              <a:rPr lang="en-US" altLang="en-US" dirty="0" err="1"/>
              <a:t>nhất</a:t>
            </a:r>
            <a:r>
              <a:rPr lang="en-US" altLang="en-US" dirty="0"/>
              <a:t> </a:t>
            </a:r>
            <a:r>
              <a:rPr lang="en-US" altLang="en-US" dirty="0" err="1"/>
              <a:t>một</a:t>
            </a:r>
            <a:r>
              <a:rPr lang="en-US" altLang="en-US" dirty="0"/>
              <a:t> </a:t>
            </a:r>
            <a:r>
              <a:rPr lang="en-US" altLang="en-US" dirty="0" err="1">
                <a:solidFill>
                  <a:srgbClr val="FF0000"/>
                </a:solidFill>
              </a:rPr>
              <a:t>lớp</a:t>
            </a:r>
            <a:r>
              <a:rPr lang="en-US" altLang="en-US" dirty="0"/>
              <a:t>, </a:t>
            </a:r>
            <a:r>
              <a:rPr lang="en-US" altLang="en-US" dirty="0" err="1"/>
              <a:t>một</a:t>
            </a:r>
            <a:r>
              <a:rPr lang="en-US" altLang="en-US" dirty="0"/>
              <a:t> </a:t>
            </a:r>
            <a:r>
              <a:rPr lang="en-US" altLang="en-US" dirty="0" err="1"/>
              <a:t>lớp</a:t>
            </a:r>
            <a:r>
              <a:rPr lang="en-US" altLang="en-US" dirty="0"/>
              <a:t> </a:t>
            </a:r>
            <a:r>
              <a:rPr lang="en-US" altLang="en-US" dirty="0" err="1"/>
              <a:t>chỉ</a:t>
            </a:r>
            <a:r>
              <a:rPr lang="en-US" altLang="en-US" dirty="0"/>
              <a:t> </a:t>
            </a:r>
            <a:r>
              <a:rPr lang="en-US" altLang="en-US" dirty="0" err="1">
                <a:solidFill>
                  <a:srgbClr val="FFC000"/>
                </a:solidFill>
              </a:rPr>
              <a:t>thuộc</a:t>
            </a:r>
            <a:r>
              <a:rPr lang="en-US" altLang="en-US" dirty="0"/>
              <a:t> </a:t>
            </a:r>
            <a:r>
              <a:rPr lang="en-US" altLang="en-US" dirty="0" err="1"/>
              <a:t>một</a:t>
            </a:r>
            <a:r>
              <a:rPr lang="en-US" altLang="en-US" dirty="0"/>
              <a:t> khoa; </a:t>
            </a:r>
            <a:r>
              <a:rPr lang="en-US" altLang="en-US" dirty="0" err="1"/>
              <a:t>Mỗi</a:t>
            </a:r>
            <a:r>
              <a:rPr lang="en-US" altLang="en-US" dirty="0"/>
              <a:t> </a:t>
            </a:r>
            <a:r>
              <a:rPr lang="en-US" altLang="en-US" dirty="0" err="1">
                <a:solidFill>
                  <a:srgbClr val="FF0000"/>
                </a:solidFill>
              </a:rPr>
              <a:t>sinh</a:t>
            </a:r>
            <a:r>
              <a:rPr lang="en-US" altLang="en-US" dirty="0">
                <a:solidFill>
                  <a:srgbClr val="FF0000"/>
                </a:solidFill>
              </a:rPr>
              <a:t> </a:t>
            </a:r>
            <a:r>
              <a:rPr lang="en-US" altLang="en-US" dirty="0" err="1">
                <a:solidFill>
                  <a:srgbClr val="FF0000"/>
                </a:solidFill>
              </a:rPr>
              <a:t>viên</a:t>
            </a:r>
            <a:r>
              <a:rPr lang="en-US" altLang="en-US" dirty="0"/>
              <a:t> </a:t>
            </a:r>
            <a:r>
              <a:rPr lang="en-US" altLang="en-US" dirty="0" err="1"/>
              <a:t>chỉ</a:t>
            </a:r>
            <a:r>
              <a:rPr lang="en-US" altLang="en-US" dirty="0"/>
              <a:t> </a:t>
            </a:r>
            <a:r>
              <a:rPr lang="en-US" altLang="en-US" dirty="0" err="1">
                <a:solidFill>
                  <a:srgbClr val="FFC000"/>
                </a:solidFill>
              </a:rPr>
              <a:t>thuộc</a:t>
            </a:r>
            <a:r>
              <a:rPr lang="en-US" altLang="en-US" dirty="0"/>
              <a:t> </a:t>
            </a:r>
            <a:r>
              <a:rPr lang="en-US" altLang="en-US" dirty="0" err="1"/>
              <a:t>một</a:t>
            </a:r>
            <a:r>
              <a:rPr lang="en-US" altLang="en-US" dirty="0"/>
              <a:t> </a:t>
            </a:r>
            <a:r>
              <a:rPr lang="en-US" altLang="en-US" dirty="0" err="1"/>
              <a:t>lớp</a:t>
            </a:r>
            <a:r>
              <a:rPr lang="en-US" altLang="en-US" dirty="0"/>
              <a:t>, </a:t>
            </a:r>
            <a:r>
              <a:rPr lang="en-US" altLang="en-US" dirty="0" err="1"/>
              <a:t>một</a:t>
            </a:r>
            <a:r>
              <a:rPr lang="en-US" altLang="en-US" dirty="0"/>
              <a:t> </a:t>
            </a:r>
            <a:r>
              <a:rPr lang="en-US" altLang="en-US" dirty="0" err="1"/>
              <a:t>lớp</a:t>
            </a:r>
            <a:r>
              <a:rPr lang="en-US" altLang="en-US" dirty="0"/>
              <a:t> </a:t>
            </a:r>
            <a:r>
              <a:rPr lang="en-US" altLang="en-US" dirty="0" err="1"/>
              <a:t>có</a:t>
            </a:r>
            <a:r>
              <a:rPr lang="en-US" altLang="en-US" dirty="0"/>
              <a:t> </a:t>
            </a:r>
            <a:r>
              <a:rPr lang="en-US" altLang="en-US" dirty="0" err="1"/>
              <a:t>thể</a:t>
            </a:r>
            <a:r>
              <a:rPr lang="en-US" altLang="en-US" dirty="0"/>
              <a:t> </a:t>
            </a:r>
            <a:r>
              <a:rPr lang="en-US" altLang="en-US" dirty="0" err="1">
                <a:solidFill>
                  <a:srgbClr val="FFC000"/>
                </a:solidFill>
              </a:rPr>
              <a:t>có</a:t>
            </a:r>
            <a:r>
              <a:rPr lang="en-US" altLang="en-US" dirty="0"/>
              <a:t> </a:t>
            </a:r>
            <a:r>
              <a:rPr lang="en-US" altLang="en-US" dirty="0" err="1"/>
              <a:t>nhiều</a:t>
            </a:r>
            <a:r>
              <a:rPr lang="en-US" altLang="en-US" dirty="0"/>
              <a:t> </a:t>
            </a:r>
            <a:r>
              <a:rPr lang="en-US" altLang="en-US" dirty="0" err="1"/>
              <a:t>sinh</a:t>
            </a:r>
            <a:r>
              <a:rPr lang="en-US" altLang="en-US" dirty="0"/>
              <a:t> </a:t>
            </a:r>
            <a:r>
              <a:rPr lang="en-US" altLang="en-US" dirty="0" err="1"/>
              <a:t>viên</a:t>
            </a:r>
            <a:r>
              <a:rPr lang="en-US" altLang="en-US" dirty="0"/>
              <a:t> </a:t>
            </a:r>
            <a:r>
              <a:rPr lang="en-US" altLang="en-US" dirty="0" err="1"/>
              <a:t>nhưng</a:t>
            </a:r>
            <a:r>
              <a:rPr lang="en-US" altLang="en-US" dirty="0"/>
              <a:t> </a:t>
            </a:r>
            <a:r>
              <a:rPr lang="en-US" altLang="en-US" dirty="0" err="1"/>
              <a:t>tối</a:t>
            </a:r>
            <a:r>
              <a:rPr lang="en-US" altLang="en-US" dirty="0"/>
              <a:t> </a:t>
            </a:r>
            <a:r>
              <a:rPr lang="en-US" altLang="en-US" dirty="0" err="1"/>
              <a:t>thiểu</a:t>
            </a:r>
            <a:r>
              <a:rPr lang="en-US" altLang="en-US" dirty="0"/>
              <a:t> </a:t>
            </a:r>
            <a:r>
              <a:rPr lang="en-US" altLang="en-US" dirty="0" err="1"/>
              <a:t>phải</a:t>
            </a:r>
            <a:r>
              <a:rPr lang="en-US" altLang="en-US" dirty="0"/>
              <a:t> </a:t>
            </a:r>
            <a:r>
              <a:rPr lang="en-US" altLang="en-US" dirty="0" err="1">
                <a:solidFill>
                  <a:srgbClr val="FFC000"/>
                </a:solidFill>
              </a:rPr>
              <a:t>có</a:t>
            </a:r>
            <a:r>
              <a:rPr lang="en-US" altLang="en-US" dirty="0"/>
              <a:t> </a:t>
            </a:r>
            <a:r>
              <a:rPr lang="en-US" altLang="en-US" dirty="0" err="1"/>
              <a:t>một</a:t>
            </a:r>
            <a:r>
              <a:rPr lang="en-US" altLang="en-US" dirty="0"/>
              <a:t> </a:t>
            </a:r>
            <a:r>
              <a:rPr lang="en-US" altLang="en-US" dirty="0" err="1"/>
              <a:t>sinh</a:t>
            </a:r>
            <a:r>
              <a:rPr lang="en-US" altLang="en-US" dirty="0"/>
              <a:t> </a:t>
            </a:r>
            <a:r>
              <a:rPr lang="en-US" altLang="en-US" dirty="0" err="1"/>
              <a:t>viên</a:t>
            </a:r>
            <a:r>
              <a:rPr lang="en-US" altLang="en-US" dirty="0"/>
              <a:t>.</a:t>
            </a:r>
          </a:p>
          <a:p>
            <a:r>
              <a:rPr lang="en-US" altLang="en-US" b="1" dirty="0" err="1"/>
              <a:t>Thông</a:t>
            </a:r>
            <a:r>
              <a:rPr lang="en-US" altLang="en-US" b="1" dirty="0"/>
              <a:t> tin SV:</a:t>
            </a:r>
            <a:r>
              <a:rPr lang="en-US" altLang="en-US" dirty="0"/>
              <a:t> </a:t>
            </a:r>
            <a:r>
              <a:rPr lang="en-US" altLang="en-US" dirty="0" err="1"/>
              <a:t>mã</a:t>
            </a:r>
            <a:r>
              <a:rPr lang="en-US" altLang="en-US" dirty="0"/>
              <a:t> </a:t>
            </a:r>
            <a:r>
              <a:rPr lang="en-US" altLang="en-US" dirty="0" err="1"/>
              <a:t>sinh</a:t>
            </a:r>
            <a:r>
              <a:rPr lang="en-US" altLang="en-US" dirty="0"/>
              <a:t> </a:t>
            </a:r>
            <a:r>
              <a:rPr lang="en-US" altLang="en-US" dirty="0" err="1"/>
              <a:t>viên</a:t>
            </a:r>
            <a:r>
              <a:rPr lang="en-US" altLang="en-US" dirty="0"/>
              <a:t>, </a:t>
            </a:r>
            <a:r>
              <a:rPr lang="en-US" altLang="en-US" dirty="0" err="1"/>
              <a:t>họ</a:t>
            </a:r>
            <a:r>
              <a:rPr lang="en-US" altLang="en-US" dirty="0"/>
              <a:t> </a:t>
            </a:r>
            <a:r>
              <a:rPr lang="en-US" altLang="en-US" dirty="0" err="1"/>
              <a:t>tên</a:t>
            </a:r>
            <a:r>
              <a:rPr lang="en-US" altLang="en-US" dirty="0"/>
              <a:t>, </a:t>
            </a:r>
            <a:r>
              <a:rPr lang="en-US" altLang="en-US" dirty="0" err="1"/>
              <a:t>ngày</a:t>
            </a:r>
            <a:r>
              <a:rPr lang="en-US" altLang="en-US" dirty="0"/>
              <a:t> </a:t>
            </a:r>
            <a:r>
              <a:rPr lang="en-US" altLang="en-US" dirty="0" err="1"/>
              <a:t>sinh</a:t>
            </a:r>
            <a:r>
              <a:rPr lang="en-US" altLang="en-US" dirty="0"/>
              <a:t>, </a:t>
            </a:r>
            <a:r>
              <a:rPr lang="en-US" altLang="en-US" dirty="0" err="1"/>
              <a:t>giới</a:t>
            </a:r>
            <a:r>
              <a:rPr lang="en-US" altLang="en-US" dirty="0"/>
              <a:t> </a:t>
            </a:r>
            <a:r>
              <a:rPr lang="en-US" altLang="en-US" dirty="0" err="1"/>
              <a:t>tính</a:t>
            </a:r>
            <a:endParaRPr lang="en-US" altLang="en-US" dirty="0"/>
          </a:p>
          <a:p>
            <a:r>
              <a:rPr lang="en-US" altLang="en-US" b="1" dirty="0" err="1"/>
              <a:t>Thông</a:t>
            </a:r>
            <a:r>
              <a:rPr lang="en-US" altLang="en-US" b="1" dirty="0"/>
              <a:t> tin </a:t>
            </a:r>
            <a:r>
              <a:rPr lang="en-US" altLang="en-US" b="1" dirty="0" err="1"/>
              <a:t>Lớp</a:t>
            </a:r>
            <a:r>
              <a:rPr lang="en-US" altLang="en-US" b="1" dirty="0"/>
              <a:t>:</a:t>
            </a:r>
            <a:r>
              <a:rPr lang="en-US" altLang="en-US" dirty="0"/>
              <a:t> mã lớp duy nhất, </a:t>
            </a:r>
            <a:r>
              <a:rPr lang="en-US" altLang="en-US" dirty="0" err="1"/>
              <a:t>tên</a:t>
            </a:r>
            <a:r>
              <a:rPr lang="en-US" altLang="en-US" dirty="0"/>
              <a:t> </a:t>
            </a:r>
            <a:r>
              <a:rPr lang="en-US" altLang="en-US" dirty="0" err="1"/>
              <a:t>lớp</a:t>
            </a:r>
            <a:endParaRPr lang="en-US" altLang="en-US" dirty="0"/>
          </a:p>
          <a:p>
            <a:r>
              <a:rPr lang="en-US" altLang="en-US" b="1" dirty="0" err="1"/>
              <a:t>Thông</a:t>
            </a:r>
            <a:r>
              <a:rPr lang="en-US" altLang="en-US" b="1" dirty="0"/>
              <a:t> tin Khoa:</a:t>
            </a:r>
            <a:r>
              <a:rPr lang="en-US" altLang="en-US" dirty="0"/>
              <a:t> mã khoa duy nhất, </a:t>
            </a:r>
            <a:r>
              <a:rPr lang="en-US" altLang="en-US" dirty="0" err="1"/>
              <a:t>tên</a:t>
            </a:r>
            <a:r>
              <a:rPr lang="en-US" altLang="en-US" dirty="0"/>
              <a:t> khoa duy nhất</a:t>
            </a:r>
            <a:endParaRPr lang="en-US" dirty="0"/>
          </a:p>
        </p:txBody>
      </p:sp>
      <p:sp>
        <p:nvSpPr>
          <p:cNvPr id="4" name="Date Placeholder 3">
            <a:extLst>
              <a:ext uri="{FF2B5EF4-FFF2-40B4-BE49-F238E27FC236}">
                <a16:creationId xmlns:a16="http://schemas.microsoft.com/office/drawing/2014/main" id="{74792455-08AF-4CAA-AF45-AC9092A6AF93}"/>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0660" name="Slide Number Placeholder 4">
            <a:extLst>
              <a:ext uri="{FF2B5EF4-FFF2-40B4-BE49-F238E27FC236}">
                <a16:creationId xmlns:a16="http://schemas.microsoft.com/office/drawing/2014/main" id="{C27E5F84-E5A5-48EE-84DE-547C2E78536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6507A40-93BB-4C99-8A06-CE22A41F308C}" type="slidenum">
              <a:rPr lang="en-US" altLang="en-US">
                <a:latin typeface="Arial" panose="020B0604020202020204" pitchFamily="34" charset="0"/>
              </a:rPr>
              <a:pPr/>
              <a:t>36</a:t>
            </a:fld>
            <a:endParaRPr lang="en-US" altLang="en-US">
              <a:latin typeface="Arial" panose="020B0604020202020204" pitchFamily="34" charset="0"/>
            </a:endParaRPr>
          </a:p>
        </p:txBody>
      </p:sp>
      <p:sp>
        <p:nvSpPr>
          <p:cNvPr id="2" name="TextBox 1">
            <a:extLst>
              <a:ext uri="{FF2B5EF4-FFF2-40B4-BE49-F238E27FC236}">
                <a16:creationId xmlns:a16="http://schemas.microsoft.com/office/drawing/2014/main" id="{26FE97B1-EC8D-D32B-8E2F-7112EBBDC840}"/>
              </a:ext>
            </a:extLst>
          </p:cNvPr>
          <p:cNvSpPr txBox="1"/>
          <p:nvPr/>
        </p:nvSpPr>
        <p:spPr>
          <a:xfrm>
            <a:off x="457200" y="1143000"/>
            <a:ext cx="8229600" cy="430887"/>
          </a:xfrm>
          <a:prstGeom prst="rect">
            <a:avLst/>
          </a:prstGeom>
          <a:noFill/>
        </p:spPr>
        <p:txBody>
          <a:bodyPr wrap="square" rtlCol="0">
            <a:spAutoFit/>
          </a:bodyPr>
          <a:lstStyle/>
          <a:p>
            <a:pPr algn="ctr"/>
            <a:r>
              <a:rPr lang="en-US" sz="2200" b="1" i="1">
                <a:solidFill>
                  <a:srgbClr val="FFC000"/>
                </a:solidFill>
              </a:rPr>
              <a:t>Bước 2: Xác định mối quan hệ</a:t>
            </a:r>
          </a:p>
        </p:txBody>
      </p:sp>
    </p:spTree>
    <p:extLst>
      <p:ext uri="{BB962C8B-B14F-4D97-AF65-F5344CB8AC3E}">
        <p14:creationId xmlns:p14="http://schemas.microsoft.com/office/powerpoint/2010/main" val="38917707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E67BE258-AA5D-47BA-9B5A-5D1C5DDF28F2}"/>
              </a:ext>
            </a:extLst>
          </p:cNvPr>
          <p:cNvSpPr>
            <a:spLocks noGrp="1" noChangeArrowheads="1"/>
          </p:cNvSpPr>
          <p:nvPr>
            <p:ph type="title"/>
          </p:nvPr>
        </p:nvSpPr>
        <p:spPr>
          <a:xfrm>
            <a:off x="457200" y="354013"/>
            <a:ext cx="8382000" cy="788987"/>
          </a:xfrm>
        </p:spPr>
        <p:txBody>
          <a:bodyPr/>
          <a:lstStyle/>
          <a:p>
            <a:pPr eaLnBrk="1" hangingPunct="1"/>
            <a:r>
              <a:rPr lang="en-US" altLang="en-US"/>
              <a:t>VD1 ‘Quản lý điểm sinh viên’</a:t>
            </a:r>
          </a:p>
        </p:txBody>
      </p:sp>
      <p:sp>
        <p:nvSpPr>
          <p:cNvPr id="4" name="Date Placeholder 3">
            <a:extLst>
              <a:ext uri="{FF2B5EF4-FFF2-40B4-BE49-F238E27FC236}">
                <a16:creationId xmlns:a16="http://schemas.microsoft.com/office/drawing/2014/main" id="{74792455-08AF-4CAA-AF45-AC9092A6AF93}"/>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0660" name="Slide Number Placeholder 4">
            <a:extLst>
              <a:ext uri="{FF2B5EF4-FFF2-40B4-BE49-F238E27FC236}">
                <a16:creationId xmlns:a16="http://schemas.microsoft.com/office/drawing/2014/main" id="{C27E5F84-E5A5-48EE-84DE-547C2E78536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6507A40-93BB-4C99-8A06-CE22A41F308C}" type="slidenum">
              <a:rPr lang="en-US" altLang="en-US">
                <a:latin typeface="Arial" panose="020B0604020202020204" pitchFamily="34" charset="0"/>
              </a:rPr>
              <a:pPr/>
              <a:t>37</a:t>
            </a:fld>
            <a:endParaRPr lang="en-US" altLang="en-US">
              <a:latin typeface="Arial" panose="020B0604020202020204" pitchFamily="34" charset="0"/>
            </a:endParaRPr>
          </a:p>
        </p:txBody>
      </p:sp>
      <p:sp>
        <p:nvSpPr>
          <p:cNvPr id="2" name="TextBox 1">
            <a:extLst>
              <a:ext uri="{FF2B5EF4-FFF2-40B4-BE49-F238E27FC236}">
                <a16:creationId xmlns:a16="http://schemas.microsoft.com/office/drawing/2014/main" id="{26FE97B1-EC8D-D32B-8E2F-7112EBBDC840}"/>
              </a:ext>
            </a:extLst>
          </p:cNvPr>
          <p:cNvSpPr txBox="1"/>
          <p:nvPr/>
        </p:nvSpPr>
        <p:spPr>
          <a:xfrm>
            <a:off x="457200" y="1143000"/>
            <a:ext cx="8229600" cy="430887"/>
          </a:xfrm>
          <a:prstGeom prst="rect">
            <a:avLst/>
          </a:prstGeom>
          <a:noFill/>
        </p:spPr>
        <p:txBody>
          <a:bodyPr wrap="square" rtlCol="0">
            <a:spAutoFit/>
          </a:bodyPr>
          <a:lstStyle/>
          <a:p>
            <a:pPr algn="ctr"/>
            <a:r>
              <a:rPr lang="en-US" sz="2200" b="1" i="1">
                <a:solidFill>
                  <a:srgbClr val="FFC000"/>
                </a:solidFill>
              </a:rPr>
              <a:t>Bước 2: Xác định mối quan hệ</a:t>
            </a:r>
          </a:p>
        </p:txBody>
      </p:sp>
      <p:pic>
        <p:nvPicPr>
          <p:cNvPr id="6" name="Picture 5" descr="A diagram of a company&#10;&#10;Description automatically generated">
            <a:extLst>
              <a:ext uri="{FF2B5EF4-FFF2-40B4-BE49-F238E27FC236}">
                <a16:creationId xmlns:a16="http://schemas.microsoft.com/office/drawing/2014/main" id="{00B8D287-D4D8-A1A8-0C6D-1137193C09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1950" y="2118638"/>
            <a:ext cx="5880100" cy="3860800"/>
          </a:xfrm>
          <a:prstGeom prst="rect">
            <a:avLst/>
          </a:prstGeom>
        </p:spPr>
      </p:pic>
    </p:spTree>
    <p:extLst>
      <p:ext uri="{BB962C8B-B14F-4D97-AF65-F5344CB8AC3E}">
        <p14:creationId xmlns:p14="http://schemas.microsoft.com/office/powerpoint/2010/main" val="6552967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E67BE258-AA5D-47BA-9B5A-5D1C5DDF28F2}"/>
              </a:ext>
            </a:extLst>
          </p:cNvPr>
          <p:cNvSpPr>
            <a:spLocks noGrp="1" noChangeArrowheads="1"/>
          </p:cNvSpPr>
          <p:nvPr>
            <p:ph type="title"/>
          </p:nvPr>
        </p:nvSpPr>
        <p:spPr>
          <a:xfrm>
            <a:off x="457200" y="354013"/>
            <a:ext cx="8382000" cy="788987"/>
          </a:xfrm>
        </p:spPr>
        <p:txBody>
          <a:bodyPr/>
          <a:lstStyle/>
          <a:p>
            <a:pPr eaLnBrk="1" hangingPunct="1"/>
            <a:r>
              <a:rPr lang="en-US" altLang="en-US"/>
              <a:t>VD1 ‘Quản lý điểm sinh viên’</a:t>
            </a:r>
          </a:p>
        </p:txBody>
      </p:sp>
      <p:sp>
        <p:nvSpPr>
          <p:cNvPr id="70658" name="Content Placeholder 2">
            <a:extLst>
              <a:ext uri="{FF2B5EF4-FFF2-40B4-BE49-F238E27FC236}">
                <a16:creationId xmlns:a16="http://schemas.microsoft.com/office/drawing/2014/main" id="{0E852609-E3D7-49BD-A7FB-E1F82857E274}"/>
              </a:ext>
            </a:extLst>
          </p:cNvPr>
          <p:cNvSpPr>
            <a:spLocks noGrp="1" noChangeArrowheads="1"/>
          </p:cNvSpPr>
          <p:nvPr>
            <p:ph idx="1"/>
          </p:nvPr>
        </p:nvSpPr>
        <p:spPr>
          <a:xfrm>
            <a:off x="457200" y="1752600"/>
            <a:ext cx="8229600" cy="4643438"/>
          </a:xfrm>
        </p:spPr>
        <p:txBody>
          <a:bodyPr/>
          <a:lstStyle/>
          <a:p>
            <a:r>
              <a:rPr lang="en-US" altLang="en-US" b="1" dirty="0" err="1"/>
              <a:t>Mô</a:t>
            </a:r>
            <a:r>
              <a:rPr lang="en-US" altLang="en-US" b="1" dirty="0"/>
              <a:t> </a:t>
            </a:r>
            <a:r>
              <a:rPr lang="en-US" altLang="en-US" b="1" dirty="0" err="1"/>
              <a:t>tả</a:t>
            </a:r>
            <a:r>
              <a:rPr lang="en-US" altLang="en-US" b="1" dirty="0"/>
              <a:t>:</a:t>
            </a:r>
            <a:r>
              <a:rPr lang="en-US" altLang="en-US" dirty="0"/>
              <a:t> </a:t>
            </a:r>
            <a:r>
              <a:rPr lang="en-US" altLang="en-US" dirty="0" err="1"/>
              <a:t>Một</a:t>
            </a:r>
            <a:r>
              <a:rPr lang="en-US" altLang="en-US" dirty="0"/>
              <a:t> </a:t>
            </a:r>
            <a:r>
              <a:rPr lang="en-US" altLang="en-US" dirty="0" err="1"/>
              <a:t>hệ</a:t>
            </a:r>
            <a:r>
              <a:rPr lang="en-US" altLang="en-US" dirty="0"/>
              <a:t> </a:t>
            </a:r>
            <a:r>
              <a:rPr lang="en-US" altLang="en-US" dirty="0" err="1"/>
              <a:t>thống</a:t>
            </a:r>
            <a:r>
              <a:rPr lang="en-US" altLang="en-US" dirty="0"/>
              <a:t> </a:t>
            </a:r>
            <a:r>
              <a:rPr lang="en-US" altLang="en-US" dirty="0" err="1"/>
              <a:t>quản</a:t>
            </a:r>
            <a:r>
              <a:rPr lang="en-US" altLang="en-US" dirty="0"/>
              <a:t> </a:t>
            </a:r>
            <a:r>
              <a:rPr lang="en-US" altLang="en-US" dirty="0" err="1"/>
              <a:t>lý</a:t>
            </a:r>
            <a:r>
              <a:rPr lang="en-US" altLang="en-US" dirty="0"/>
              <a:t> </a:t>
            </a:r>
            <a:r>
              <a:rPr lang="en-US" altLang="en-US" dirty="0" err="1"/>
              <a:t>điểm</a:t>
            </a:r>
            <a:r>
              <a:rPr lang="en-US" altLang="en-US" dirty="0"/>
              <a:t> </a:t>
            </a:r>
            <a:r>
              <a:rPr lang="en-US" altLang="en-US" dirty="0" err="1"/>
              <a:t>sinh</a:t>
            </a:r>
            <a:r>
              <a:rPr lang="en-US" altLang="en-US" dirty="0"/>
              <a:t> </a:t>
            </a:r>
            <a:r>
              <a:rPr lang="en-US" altLang="en-US" dirty="0" err="1"/>
              <a:t>viên</a:t>
            </a:r>
            <a:r>
              <a:rPr lang="en-US" altLang="en-US" dirty="0"/>
              <a:t> </a:t>
            </a:r>
            <a:r>
              <a:rPr lang="en-US" altLang="en-US" dirty="0" err="1"/>
              <a:t>của</a:t>
            </a:r>
            <a:r>
              <a:rPr lang="en-US" altLang="en-US" dirty="0"/>
              <a:t> </a:t>
            </a:r>
            <a:r>
              <a:rPr lang="en-US" altLang="en-US" dirty="0" err="1"/>
              <a:t>các</a:t>
            </a:r>
            <a:r>
              <a:rPr lang="en-US" altLang="en-US" dirty="0"/>
              <a:t> khoa ở </a:t>
            </a:r>
            <a:r>
              <a:rPr lang="en-US" altLang="en-US" dirty="0" err="1"/>
              <a:t>một</a:t>
            </a:r>
            <a:r>
              <a:rPr lang="en-US" altLang="en-US" dirty="0"/>
              <a:t> </a:t>
            </a:r>
            <a:r>
              <a:rPr lang="en-US" altLang="en-US" dirty="0" err="1"/>
              <a:t>trường</a:t>
            </a:r>
            <a:r>
              <a:rPr lang="en-US" altLang="en-US" dirty="0"/>
              <a:t> </a:t>
            </a:r>
            <a:r>
              <a:rPr lang="en-US" altLang="en-US" dirty="0" err="1"/>
              <a:t>đại</a:t>
            </a:r>
            <a:r>
              <a:rPr lang="en-US" altLang="en-US" dirty="0"/>
              <a:t> </a:t>
            </a:r>
            <a:r>
              <a:rPr lang="en-US" altLang="en-US" dirty="0" err="1"/>
              <a:t>học</a:t>
            </a:r>
            <a:r>
              <a:rPr lang="en-US" altLang="en-US" dirty="0"/>
              <a:t>. </a:t>
            </a:r>
            <a:r>
              <a:rPr lang="en-US" altLang="en-US" dirty="0" err="1"/>
              <a:t>Biết</a:t>
            </a:r>
            <a:r>
              <a:rPr lang="en-US" altLang="en-US" dirty="0"/>
              <a:t> </a:t>
            </a:r>
            <a:r>
              <a:rPr lang="en-US" altLang="en-US" dirty="0" err="1"/>
              <a:t>rằng</a:t>
            </a:r>
            <a:r>
              <a:rPr lang="en-US" altLang="en-US" dirty="0"/>
              <a:t> </a:t>
            </a:r>
            <a:r>
              <a:rPr lang="en-US" altLang="en-US" dirty="0" err="1"/>
              <a:t>trường</a:t>
            </a:r>
            <a:r>
              <a:rPr lang="en-US" altLang="en-US" dirty="0"/>
              <a:t> </a:t>
            </a:r>
            <a:r>
              <a:rPr lang="en-US" altLang="en-US" dirty="0" err="1"/>
              <a:t>có</a:t>
            </a:r>
            <a:r>
              <a:rPr lang="en-US" altLang="en-US" dirty="0"/>
              <a:t> </a:t>
            </a:r>
            <a:r>
              <a:rPr lang="en-US" altLang="en-US" dirty="0" err="1"/>
              <a:t>nhiều</a:t>
            </a:r>
            <a:r>
              <a:rPr lang="en-US" altLang="en-US" dirty="0"/>
              <a:t> </a:t>
            </a:r>
            <a:r>
              <a:rPr lang="en-US" altLang="en-US" dirty="0">
                <a:solidFill>
                  <a:srgbClr val="FF0000"/>
                </a:solidFill>
              </a:rPr>
              <a:t>khoa</a:t>
            </a:r>
            <a:r>
              <a:rPr lang="en-US" altLang="en-US" dirty="0"/>
              <a:t>, </a:t>
            </a:r>
            <a:r>
              <a:rPr lang="en-US" altLang="en-US" dirty="0" err="1">
                <a:solidFill>
                  <a:srgbClr val="92D050"/>
                </a:solidFill>
              </a:rPr>
              <a:t>mỗi</a:t>
            </a:r>
            <a:r>
              <a:rPr lang="en-US" altLang="en-US" dirty="0"/>
              <a:t> khoa </a:t>
            </a:r>
            <a:r>
              <a:rPr lang="en-US" altLang="en-US" dirty="0" err="1">
                <a:solidFill>
                  <a:srgbClr val="FFC000"/>
                </a:solidFill>
              </a:rPr>
              <a:t>có</a:t>
            </a:r>
            <a:r>
              <a:rPr lang="en-US" altLang="en-US" dirty="0"/>
              <a:t> </a:t>
            </a:r>
            <a:r>
              <a:rPr lang="en-US" altLang="en-US" dirty="0" err="1">
                <a:solidFill>
                  <a:srgbClr val="92D050"/>
                </a:solidFill>
              </a:rPr>
              <a:t>ít</a:t>
            </a:r>
            <a:r>
              <a:rPr lang="en-US" altLang="en-US" dirty="0">
                <a:solidFill>
                  <a:srgbClr val="92D050"/>
                </a:solidFill>
              </a:rPr>
              <a:t> </a:t>
            </a:r>
            <a:r>
              <a:rPr lang="en-US" altLang="en-US" dirty="0" err="1">
                <a:solidFill>
                  <a:srgbClr val="92D050"/>
                </a:solidFill>
              </a:rPr>
              <a:t>nhất</a:t>
            </a:r>
            <a:r>
              <a:rPr lang="en-US" altLang="en-US" dirty="0">
                <a:solidFill>
                  <a:srgbClr val="92D050"/>
                </a:solidFill>
              </a:rPr>
              <a:t> </a:t>
            </a:r>
            <a:r>
              <a:rPr lang="en-US" altLang="en-US" dirty="0" err="1">
                <a:solidFill>
                  <a:srgbClr val="92D050"/>
                </a:solidFill>
              </a:rPr>
              <a:t>một</a:t>
            </a:r>
            <a:r>
              <a:rPr lang="en-US" altLang="en-US" dirty="0"/>
              <a:t> </a:t>
            </a:r>
            <a:r>
              <a:rPr lang="en-US" altLang="en-US" dirty="0" err="1">
                <a:solidFill>
                  <a:srgbClr val="FF0000"/>
                </a:solidFill>
              </a:rPr>
              <a:t>lớp</a:t>
            </a:r>
            <a:r>
              <a:rPr lang="en-US" altLang="en-US" dirty="0"/>
              <a:t>, </a:t>
            </a:r>
            <a:r>
              <a:rPr lang="en-US" altLang="en-US" dirty="0" err="1">
                <a:solidFill>
                  <a:srgbClr val="92D050"/>
                </a:solidFill>
              </a:rPr>
              <a:t>một</a:t>
            </a:r>
            <a:r>
              <a:rPr lang="en-US" altLang="en-US" dirty="0"/>
              <a:t> </a:t>
            </a:r>
            <a:r>
              <a:rPr lang="en-US" altLang="en-US" dirty="0" err="1"/>
              <a:t>lớp</a:t>
            </a:r>
            <a:r>
              <a:rPr lang="en-US" altLang="en-US" dirty="0"/>
              <a:t> </a:t>
            </a:r>
            <a:r>
              <a:rPr lang="en-US" altLang="en-US" dirty="0" err="1"/>
              <a:t>chỉ</a:t>
            </a:r>
            <a:r>
              <a:rPr lang="en-US" altLang="en-US" dirty="0"/>
              <a:t> </a:t>
            </a:r>
            <a:r>
              <a:rPr lang="en-US" altLang="en-US" dirty="0" err="1">
                <a:solidFill>
                  <a:srgbClr val="FFC000"/>
                </a:solidFill>
              </a:rPr>
              <a:t>thuộc</a:t>
            </a:r>
            <a:r>
              <a:rPr lang="en-US" altLang="en-US" dirty="0"/>
              <a:t> </a:t>
            </a:r>
            <a:r>
              <a:rPr lang="en-US" altLang="en-US" dirty="0" err="1">
                <a:solidFill>
                  <a:srgbClr val="92D050"/>
                </a:solidFill>
              </a:rPr>
              <a:t>một</a:t>
            </a:r>
            <a:r>
              <a:rPr lang="en-US" altLang="en-US" dirty="0"/>
              <a:t> khoa; </a:t>
            </a:r>
            <a:r>
              <a:rPr lang="en-US" altLang="en-US" dirty="0" err="1">
                <a:solidFill>
                  <a:srgbClr val="92D050"/>
                </a:solidFill>
              </a:rPr>
              <a:t>Mỗi</a:t>
            </a:r>
            <a:r>
              <a:rPr lang="en-US" altLang="en-US" dirty="0"/>
              <a:t> </a:t>
            </a:r>
            <a:r>
              <a:rPr lang="en-US" altLang="en-US" dirty="0" err="1">
                <a:solidFill>
                  <a:srgbClr val="FF0000"/>
                </a:solidFill>
              </a:rPr>
              <a:t>sinh</a:t>
            </a:r>
            <a:r>
              <a:rPr lang="en-US" altLang="en-US" dirty="0">
                <a:solidFill>
                  <a:srgbClr val="FF0000"/>
                </a:solidFill>
              </a:rPr>
              <a:t> </a:t>
            </a:r>
            <a:r>
              <a:rPr lang="en-US" altLang="en-US" dirty="0" err="1">
                <a:solidFill>
                  <a:srgbClr val="FF0000"/>
                </a:solidFill>
              </a:rPr>
              <a:t>viên</a:t>
            </a:r>
            <a:r>
              <a:rPr lang="en-US" altLang="en-US" dirty="0"/>
              <a:t> </a:t>
            </a:r>
            <a:r>
              <a:rPr lang="en-US" altLang="en-US" dirty="0" err="1"/>
              <a:t>chỉ</a:t>
            </a:r>
            <a:r>
              <a:rPr lang="en-US" altLang="en-US" dirty="0"/>
              <a:t> </a:t>
            </a:r>
            <a:r>
              <a:rPr lang="en-US" altLang="en-US" dirty="0" err="1">
                <a:solidFill>
                  <a:srgbClr val="FFC000"/>
                </a:solidFill>
              </a:rPr>
              <a:t>thuộc</a:t>
            </a:r>
            <a:r>
              <a:rPr lang="en-US" altLang="en-US" dirty="0"/>
              <a:t> </a:t>
            </a:r>
            <a:r>
              <a:rPr lang="en-US" altLang="en-US" dirty="0" err="1">
                <a:solidFill>
                  <a:srgbClr val="92D050"/>
                </a:solidFill>
              </a:rPr>
              <a:t>một</a:t>
            </a:r>
            <a:r>
              <a:rPr lang="en-US" altLang="en-US" dirty="0"/>
              <a:t> </a:t>
            </a:r>
            <a:r>
              <a:rPr lang="en-US" altLang="en-US" dirty="0" err="1"/>
              <a:t>lớp</a:t>
            </a:r>
            <a:r>
              <a:rPr lang="en-US" altLang="en-US" dirty="0"/>
              <a:t>, </a:t>
            </a:r>
            <a:r>
              <a:rPr lang="en-US" altLang="en-US" dirty="0" err="1">
                <a:solidFill>
                  <a:srgbClr val="92D050"/>
                </a:solidFill>
              </a:rPr>
              <a:t>một</a:t>
            </a:r>
            <a:r>
              <a:rPr lang="en-US" altLang="en-US" dirty="0"/>
              <a:t> </a:t>
            </a:r>
            <a:r>
              <a:rPr lang="en-US" altLang="en-US" dirty="0" err="1"/>
              <a:t>lớp</a:t>
            </a:r>
            <a:r>
              <a:rPr lang="en-US" altLang="en-US" dirty="0"/>
              <a:t> </a:t>
            </a:r>
            <a:r>
              <a:rPr lang="en-US" altLang="en-US" dirty="0" err="1"/>
              <a:t>có</a:t>
            </a:r>
            <a:r>
              <a:rPr lang="en-US" altLang="en-US" dirty="0"/>
              <a:t> </a:t>
            </a:r>
            <a:r>
              <a:rPr lang="en-US" altLang="en-US" dirty="0" err="1"/>
              <a:t>thể</a:t>
            </a:r>
            <a:r>
              <a:rPr lang="en-US" altLang="en-US" dirty="0"/>
              <a:t> </a:t>
            </a:r>
            <a:r>
              <a:rPr lang="en-US" altLang="en-US" dirty="0" err="1">
                <a:solidFill>
                  <a:srgbClr val="FFC000"/>
                </a:solidFill>
              </a:rPr>
              <a:t>có</a:t>
            </a:r>
            <a:r>
              <a:rPr lang="en-US" altLang="en-US" dirty="0"/>
              <a:t> </a:t>
            </a:r>
            <a:r>
              <a:rPr lang="en-US" altLang="en-US" dirty="0" err="1">
                <a:solidFill>
                  <a:srgbClr val="92D050"/>
                </a:solidFill>
              </a:rPr>
              <a:t>nhiều</a:t>
            </a:r>
            <a:r>
              <a:rPr lang="en-US" altLang="en-US" dirty="0"/>
              <a:t> </a:t>
            </a:r>
            <a:r>
              <a:rPr lang="en-US" altLang="en-US" dirty="0" err="1"/>
              <a:t>sinh</a:t>
            </a:r>
            <a:r>
              <a:rPr lang="en-US" altLang="en-US" dirty="0"/>
              <a:t> </a:t>
            </a:r>
            <a:r>
              <a:rPr lang="en-US" altLang="en-US" dirty="0" err="1"/>
              <a:t>viên</a:t>
            </a:r>
            <a:r>
              <a:rPr lang="en-US" altLang="en-US" dirty="0"/>
              <a:t> </a:t>
            </a:r>
            <a:r>
              <a:rPr lang="en-US" altLang="en-US" dirty="0" err="1"/>
              <a:t>nhưng</a:t>
            </a:r>
            <a:r>
              <a:rPr lang="en-US" altLang="en-US" dirty="0"/>
              <a:t> </a:t>
            </a:r>
            <a:r>
              <a:rPr lang="en-US" altLang="en-US" dirty="0" err="1">
                <a:solidFill>
                  <a:srgbClr val="92D050"/>
                </a:solidFill>
              </a:rPr>
              <a:t>tối</a:t>
            </a:r>
            <a:r>
              <a:rPr lang="en-US" altLang="en-US" dirty="0">
                <a:solidFill>
                  <a:srgbClr val="92D050"/>
                </a:solidFill>
              </a:rPr>
              <a:t> </a:t>
            </a:r>
            <a:r>
              <a:rPr lang="en-US" altLang="en-US" dirty="0" err="1">
                <a:solidFill>
                  <a:srgbClr val="92D050"/>
                </a:solidFill>
              </a:rPr>
              <a:t>thiểu</a:t>
            </a:r>
            <a:r>
              <a:rPr lang="en-US" altLang="en-US" dirty="0">
                <a:solidFill>
                  <a:srgbClr val="92D050"/>
                </a:solidFill>
              </a:rPr>
              <a:t> </a:t>
            </a:r>
            <a:r>
              <a:rPr lang="en-US" altLang="en-US" dirty="0" err="1"/>
              <a:t>phải</a:t>
            </a:r>
            <a:r>
              <a:rPr lang="en-US" altLang="en-US" dirty="0"/>
              <a:t> </a:t>
            </a:r>
            <a:r>
              <a:rPr lang="en-US" altLang="en-US" dirty="0" err="1">
                <a:solidFill>
                  <a:srgbClr val="FFC000"/>
                </a:solidFill>
              </a:rPr>
              <a:t>có</a:t>
            </a:r>
            <a:r>
              <a:rPr lang="en-US" altLang="en-US" dirty="0"/>
              <a:t> </a:t>
            </a:r>
            <a:r>
              <a:rPr lang="en-US" altLang="en-US" dirty="0" err="1">
                <a:solidFill>
                  <a:srgbClr val="92D050"/>
                </a:solidFill>
              </a:rPr>
              <a:t>một</a:t>
            </a:r>
            <a:r>
              <a:rPr lang="en-US" altLang="en-US" dirty="0"/>
              <a:t> </a:t>
            </a:r>
            <a:r>
              <a:rPr lang="en-US" altLang="en-US" dirty="0" err="1"/>
              <a:t>sinh</a:t>
            </a:r>
            <a:r>
              <a:rPr lang="en-US" altLang="en-US" dirty="0"/>
              <a:t> </a:t>
            </a:r>
            <a:r>
              <a:rPr lang="en-US" altLang="en-US" dirty="0" err="1"/>
              <a:t>viên</a:t>
            </a:r>
            <a:r>
              <a:rPr lang="en-US" altLang="en-US" dirty="0"/>
              <a:t>.</a:t>
            </a:r>
          </a:p>
          <a:p>
            <a:r>
              <a:rPr lang="en-US" altLang="en-US" b="1" dirty="0" err="1"/>
              <a:t>Thông</a:t>
            </a:r>
            <a:r>
              <a:rPr lang="en-US" altLang="en-US" b="1" dirty="0"/>
              <a:t> tin SV:</a:t>
            </a:r>
            <a:r>
              <a:rPr lang="en-US" altLang="en-US" dirty="0"/>
              <a:t> </a:t>
            </a:r>
            <a:r>
              <a:rPr lang="en-US" altLang="en-US" dirty="0" err="1"/>
              <a:t>mã</a:t>
            </a:r>
            <a:r>
              <a:rPr lang="en-US" altLang="en-US" dirty="0"/>
              <a:t> </a:t>
            </a:r>
            <a:r>
              <a:rPr lang="en-US" altLang="en-US" dirty="0" err="1"/>
              <a:t>sinh</a:t>
            </a:r>
            <a:r>
              <a:rPr lang="en-US" altLang="en-US" dirty="0"/>
              <a:t> </a:t>
            </a:r>
            <a:r>
              <a:rPr lang="en-US" altLang="en-US" dirty="0" err="1"/>
              <a:t>viên</a:t>
            </a:r>
            <a:r>
              <a:rPr lang="en-US" altLang="en-US" dirty="0"/>
              <a:t>, </a:t>
            </a:r>
            <a:r>
              <a:rPr lang="en-US" altLang="en-US" dirty="0" err="1"/>
              <a:t>họ</a:t>
            </a:r>
            <a:r>
              <a:rPr lang="en-US" altLang="en-US" dirty="0"/>
              <a:t> </a:t>
            </a:r>
            <a:r>
              <a:rPr lang="en-US" altLang="en-US" dirty="0" err="1"/>
              <a:t>tên</a:t>
            </a:r>
            <a:r>
              <a:rPr lang="en-US" altLang="en-US" dirty="0"/>
              <a:t>, </a:t>
            </a:r>
            <a:r>
              <a:rPr lang="en-US" altLang="en-US" dirty="0" err="1"/>
              <a:t>ngày</a:t>
            </a:r>
            <a:r>
              <a:rPr lang="en-US" altLang="en-US" dirty="0"/>
              <a:t> </a:t>
            </a:r>
            <a:r>
              <a:rPr lang="en-US" altLang="en-US" dirty="0" err="1"/>
              <a:t>sinh</a:t>
            </a:r>
            <a:r>
              <a:rPr lang="en-US" altLang="en-US" dirty="0"/>
              <a:t>, </a:t>
            </a:r>
            <a:r>
              <a:rPr lang="en-US" altLang="en-US" dirty="0" err="1"/>
              <a:t>giới</a:t>
            </a:r>
            <a:r>
              <a:rPr lang="en-US" altLang="en-US" dirty="0"/>
              <a:t> </a:t>
            </a:r>
            <a:r>
              <a:rPr lang="en-US" altLang="en-US" dirty="0" err="1"/>
              <a:t>tính</a:t>
            </a:r>
            <a:endParaRPr lang="en-US" altLang="en-US" dirty="0"/>
          </a:p>
          <a:p>
            <a:r>
              <a:rPr lang="en-US" altLang="en-US" b="1" dirty="0" err="1"/>
              <a:t>Thông</a:t>
            </a:r>
            <a:r>
              <a:rPr lang="en-US" altLang="en-US" b="1" dirty="0"/>
              <a:t> tin </a:t>
            </a:r>
            <a:r>
              <a:rPr lang="en-US" altLang="en-US" b="1" dirty="0" err="1"/>
              <a:t>Lớp</a:t>
            </a:r>
            <a:r>
              <a:rPr lang="en-US" altLang="en-US" b="1" dirty="0"/>
              <a:t>:</a:t>
            </a:r>
            <a:r>
              <a:rPr lang="en-US" altLang="en-US" dirty="0"/>
              <a:t> mã lớp duy nhất, </a:t>
            </a:r>
            <a:r>
              <a:rPr lang="en-US" altLang="en-US" dirty="0" err="1"/>
              <a:t>tên</a:t>
            </a:r>
            <a:r>
              <a:rPr lang="en-US" altLang="en-US" dirty="0"/>
              <a:t> </a:t>
            </a:r>
            <a:r>
              <a:rPr lang="en-US" altLang="en-US" dirty="0" err="1"/>
              <a:t>lớp</a:t>
            </a:r>
            <a:endParaRPr lang="en-US" altLang="en-US" dirty="0"/>
          </a:p>
          <a:p>
            <a:r>
              <a:rPr lang="en-US" altLang="en-US" b="1" dirty="0" err="1"/>
              <a:t>Thông</a:t>
            </a:r>
            <a:r>
              <a:rPr lang="en-US" altLang="en-US" b="1" dirty="0"/>
              <a:t> tin Khoa:</a:t>
            </a:r>
            <a:r>
              <a:rPr lang="en-US" altLang="en-US" dirty="0"/>
              <a:t> mã khoa duy nhất, </a:t>
            </a:r>
            <a:r>
              <a:rPr lang="en-US" altLang="en-US" dirty="0" err="1"/>
              <a:t>tên</a:t>
            </a:r>
            <a:r>
              <a:rPr lang="en-US" altLang="en-US" dirty="0"/>
              <a:t> khoa duy nhất</a:t>
            </a:r>
            <a:endParaRPr lang="en-US" dirty="0"/>
          </a:p>
        </p:txBody>
      </p:sp>
      <p:sp>
        <p:nvSpPr>
          <p:cNvPr id="4" name="Date Placeholder 3">
            <a:extLst>
              <a:ext uri="{FF2B5EF4-FFF2-40B4-BE49-F238E27FC236}">
                <a16:creationId xmlns:a16="http://schemas.microsoft.com/office/drawing/2014/main" id="{74792455-08AF-4CAA-AF45-AC9092A6AF93}"/>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0660" name="Slide Number Placeholder 4">
            <a:extLst>
              <a:ext uri="{FF2B5EF4-FFF2-40B4-BE49-F238E27FC236}">
                <a16:creationId xmlns:a16="http://schemas.microsoft.com/office/drawing/2014/main" id="{C27E5F84-E5A5-48EE-84DE-547C2E78536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6507A40-93BB-4C99-8A06-CE22A41F308C}" type="slidenum">
              <a:rPr lang="en-US" altLang="en-US">
                <a:latin typeface="Arial" panose="020B0604020202020204" pitchFamily="34" charset="0"/>
              </a:rPr>
              <a:pPr/>
              <a:t>38</a:t>
            </a:fld>
            <a:endParaRPr lang="en-US" altLang="en-US">
              <a:latin typeface="Arial" panose="020B0604020202020204" pitchFamily="34" charset="0"/>
            </a:endParaRPr>
          </a:p>
        </p:txBody>
      </p:sp>
      <p:sp>
        <p:nvSpPr>
          <p:cNvPr id="2" name="TextBox 1">
            <a:extLst>
              <a:ext uri="{FF2B5EF4-FFF2-40B4-BE49-F238E27FC236}">
                <a16:creationId xmlns:a16="http://schemas.microsoft.com/office/drawing/2014/main" id="{26FE97B1-EC8D-D32B-8E2F-7112EBBDC840}"/>
              </a:ext>
            </a:extLst>
          </p:cNvPr>
          <p:cNvSpPr txBox="1"/>
          <p:nvPr/>
        </p:nvSpPr>
        <p:spPr>
          <a:xfrm>
            <a:off x="457200" y="1143000"/>
            <a:ext cx="8229600" cy="430887"/>
          </a:xfrm>
          <a:prstGeom prst="rect">
            <a:avLst/>
          </a:prstGeom>
          <a:noFill/>
        </p:spPr>
        <p:txBody>
          <a:bodyPr wrap="square" rtlCol="0">
            <a:spAutoFit/>
          </a:bodyPr>
          <a:lstStyle/>
          <a:p>
            <a:pPr algn="ctr"/>
            <a:r>
              <a:rPr lang="en-US" sz="2200" b="1" i="1">
                <a:solidFill>
                  <a:srgbClr val="92D050"/>
                </a:solidFill>
              </a:rPr>
              <a:t>Bước 3: Xác định bảng số</a:t>
            </a:r>
          </a:p>
        </p:txBody>
      </p:sp>
    </p:spTree>
    <p:extLst>
      <p:ext uri="{BB962C8B-B14F-4D97-AF65-F5344CB8AC3E}">
        <p14:creationId xmlns:p14="http://schemas.microsoft.com/office/powerpoint/2010/main" val="14835620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E67BE258-AA5D-47BA-9B5A-5D1C5DDF28F2}"/>
              </a:ext>
            </a:extLst>
          </p:cNvPr>
          <p:cNvSpPr>
            <a:spLocks noGrp="1" noChangeArrowheads="1"/>
          </p:cNvSpPr>
          <p:nvPr>
            <p:ph type="title"/>
          </p:nvPr>
        </p:nvSpPr>
        <p:spPr>
          <a:xfrm>
            <a:off x="457200" y="354013"/>
            <a:ext cx="8382000" cy="788987"/>
          </a:xfrm>
        </p:spPr>
        <p:txBody>
          <a:bodyPr/>
          <a:lstStyle/>
          <a:p>
            <a:pPr eaLnBrk="1" hangingPunct="1"/>
            <a:r>
              <a:rPr lang="en-US" altLang="en-US"/>
              <a:t>VD1 ‘Quản lý điểm sinh viên’</a:t>
            </a:r>
          </a:p>
        </p:txBody>
      </p:sp>
      <p:sp>
        <p:nvSpPr>
          <p:cNvPr id="4" name="Date Placeholder 3">
            <a:extLst>
              <a:ext uri="{FF2B5EF4-FFF2-40B4-BE49-F238E27FC236}">
                <a16:creationId xmlns:a16="http://schemas.microsoft.com/office/drawing/2014/main" id="{74792455-08AF-4CAA-AF45-AC9092A6AF93}"/>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0660" name="Slide Number Placeholder 4">
            <a:extLst>
              <a:ext uri="{FF2B5EF4-FFF2-40B4-BE49-F238E27FC236}">
                <a16:creationId xmlns:a16="http://schemas.microsoft.com/office/drawing/2014/main" id="{C27E5F84-E5A5-48EE-84DE-547C2E78536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6507A40-93BB-4C99-8A06-CE22A41F308C}" type="slidenum">
              <a:rPr lang="en-US" altLang="en-US">
                <a:latin typeface="Arial" panose="020B0604020202020204" pitchFamily="34" charset="0"/>
              </a:rPr>
              <a:pPr/>
              <a:t>39</a:t>
            </a:fld>
            <a:endParaRPr lang="en-US" altLang="en-US">
              <a:latin typeface="Arial" panose="020B0604020202020204" pitchFamily="34" charset="0"/>
            </a:endParaRPr>
          </a:p>
        </p:txBody>
      </p:sp>
      <p:sp>
        <p:nvSpPr>
          <p:cNvPr id="2" name="TextBox 1">
            <a:extLst>
              <a:ext uri="{FF2B5EF4-FFF2-40B4-BE49-F238E27FC236}">
                <a16:creationId xmlns:a16="http://schemas.microsoft.com/office/drawing/2014/main" id="{26FE97B1-EC8D-D32B-8E2F-7112EBBDC840}"/>
              </a:ext>
            </a:extLst>
          </p:cNvPr>
          <p:cNvSpPr txBox="1"/>
          <p:nvPr/>
        </p:nvSpPr>
        <p:spPr>
          <a:xfrm>
            <a:off x="457200" y="1143000"/>
            <a:ext cx="8229600" cy="430887"/>
          </a:xfrm>
          <a:prstGeom prst="rect">
            <a:avLst/>
          </a:prstGeom>
          <a:noFill/>
        </p:spPr>
        <p:txBody>
          <a:bodyPr wrap="square" rtlCol="0">
            <a:spAutoFit/>
          </a:bodyPr>
          <a:lstStyle/>
          <a:p>
            <a:pPr algn="ctr"/>
            <a:r>
              <a:rPr lang="en-US" sz="2200" b="1" i="1">
                <a:solidFill>
                  <a:srgbClr val="92D050"/>
                </a:solidFill>
              </a:rPr>
              <a:t>Bước 3: Xác định bảng số</a:t>
            </a:r>
          </a:p>
        </p:txBody>
      </p:sp>
      <p:pic>
        <p:nvPicPr>
          <p:cNvPr id="8" name="Picture 7" descr="A diagram of a block diagram&#10;&#10;Description automatically generated">
            <a:extLst>
              <a:ext uri="{FF2B5EF4-FFF2-40B4-BE49-F238E27FC236}">
                <a16:creationId xmlns:a16="http://schemas.microsoft.com/office/drawing/2014/main" id="{FAE9F015-8765-4EA4-07CC-4319E1AED5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2932" y="1931987"/>
            <a:ext cx="6458135" cy="3965522"/>
          </a:xfrm>
          <a:prstGeom prst="rect">
            <a:avLst/>
          </a:prstGeom>
        </p:spPr>
      </p:pic>
    </p:spTree>
    <p:extLst>
      <p:ext uri="{BB962C8B-B14F-4D97-AF65-F5344CB8AC3E}">
        <p14:creationId xmlns:p14="http://schemas.microsoft.com/office/powerpoint/2010/main" val="19875913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E67BE258-AA5D-47BA-9B5A-5D1C5DDF28F2}"/>
              </a:ext>
            </a:extLst>
          </p:cNvPr>
          <p:cNvSpPr>
            <a:spLocks noGrp="1" noChangeArrowheads="1"/>
          </p:cNvSpPr>
          <p:nvPr>
            <p:ph type="title"/>
          </p:nvPr>
        </p:nvSpPr>
        <p:spPr>
          <a:xfrm>
            <a:off x="457200" y="354013"/>
            <a:ext cx="8382000" cy="788987"/>
          </a:xfrm>
        </p:spPr>
        <p:txBody>
          <a:bodyPr/>
          <a:lstStyle/>
          <a:p>
            <a:pPr eaLnBrk="1" hangingPunct="1"/>
            <a:r>
              <a:rPr lang="en-US" altLang="en-US"/>
              <a:t>VD1 ‘Quản lý điểm sinh viên’</a:t>
            </a:r>
          </a:p>
        </p:txBody>
      </p:sp>
      <p:sp>
        <p:nvSpPr>
          <p:cNvPr id="70658" name="Content Placeholder 2">
            <a:extLst>
              <a:ext uri="{FF2B5EF4-FFF2-40B4-BE49-F238E27FC236}">
                <a16:creationId xmlns:a16="http://schemas.microsoft.com/office/drawing/2014/main" id="{0E852609-E3D7-49BD-A7FB-E1F82857E274}"/>
              </a:ext>
            </a:extLst>
          </p:cNvPr>
          <p:cNvSpPr>
            <a:spLocks noGrp="1" noChangeArrowheads="1"/>
          </p:cNvSpPr>
          <p:nvPr>
            <p:ph idx="1"/>
          </p:nvPr>
        </p:nvSpPr>
        <p:spPr>
          <a:xfrm>
            <a:off x="457200" y="1752600"/>
            <a:ext cx="8229600" cy="4643438"/>
          </a:xfrm>
        </p:spPr>
        <p:txBody>
          <a:bodyPr/>
          <a:lstStyle/>
          <a:p>
            <a:r>
              <a:rPr lang="en-US" altLang="en-US" b="1" dirty="0" err="1"/>
              <a:t>Mô</a:t>
            </a:r>
            <a:r>
              <a:rPr lang="en-US" altLang="en-US" b="1" dirty="0"/>
              <a:t> </a:t>
            </a:r>
            <a:r>
              <a:rPr lang="en-US" altLang="en-US" b="1" dirty="0" err="1"/>
              <a:t>tả</a:t>
            </a:r>
            <a:r>
              <a:rPr lang="en-US" altLang="en-US" b="1" dirty="0"/>
              <a:t>:</a:t>
            </a:r>
            <a:r>
              <a:rPr lang="en-US" altLang="en-US" dirty="0"/>
              <a:t> </a:t>
            </a:r>
            <a:r>
              <a:rPr lang="en-US" altLang="en-US" dirty="0" err="1"/>
              <a:t>Một</a:t>
            </a:r>
            <a:r>
              <a:rPr lang="en-US" altLang="en-US" dirty="0"/>
              <a:t> </a:t>
            </a:r>
            <a:r>
              <a:rPr lang="en-US" altLang="en-US" dirty="0" err="1"/>
              <a:t>hệ</a:t>
            </a:r>
            <a:r>
              <a:rPr lang="en-US" altLang="en-US" dirty="0"/>
              <a:t> </a:t>
            </a:r>
            <a:r>
              <a:rPr lang="en-US" altLang="en-US" dirty="0" err="1"/>
              <a:t>thống</a:t>
            </a:r>
            <a:r>
              <a:rPr lang="en-US" altLang="en-US" dirty="0"/>
              <a:t> </a:t>
            </a:r>
            <a:r>
              <a:rPr lang="en-US" altLang="en-US" dirty="0" err="1"/>
              <a:t>quản</a:t>
            </a:r>
            <a:r>
              <a:rPr lang="en-US" altLang="en-US" dirty="0"/>
              <a:t> </a:t>
            </a:r>
            <a:r>
              <a:rPr lang="en-US" altLang="en-US" dirty="0" err="1"/>
              <a:t>lý</a:t>
            </a:r>
            <a:r>
              <a:rPr lang="en-US" altLang="en-US" dirty="0"/>
              <a:t> </a:t>
            </a:r>
            <a:r>
              <a:rPr lang="en-US" altLang="en-US" dirty="0" err="1"/>
              <a:t>điểm</a:t>
            </a:r>
            <a:r>
              <a:rPr lang="en-US" altLang="en-US" dirty="0"/>
              <a:t> </a:t>
            </a:r>
            <a:r>
              <a:rPr lang="en-US" altLang="en-US" dirty="0" err="1"/>
              <a:t>sinh</a:t>
            </a:r>
            <a:r>
              <a:rPr lang="en-US" altLang="en-US" dirty="0"/>
              <a:t> </a:t>
            </a:r>
            <a:r>
              <a:rPr lang="en-US" altLang="en-US" dirty="0" err="1"/>
              <a:t>viên</a:t>
            </a:r>
            <a:r>
              <a:rPr lang="en-US" altLang="en-US" dirty="0"/>
              <a:t> </a:t>
            </a:r>
            <a:r>
              <a:rPr lang="en-US" altLang="en-US" dirty="0" err="1"/>
              <a:t>của</a:t>
            </a:r>
            <a:r>
              <a:rPr lang="en-US" altLang="en-US" dirty="0"/>
              <a:t> </a:t>
            </a:r>
            <a:r>
              <a:rPr lang="en-US" altLang="en-US" dirty="0" err="1"/>
              <a:t>các</a:t>
            </a:r>
            <a:r>
              <a:rPr lang="en-US" altLang="en-US" dirty="0"/>
              <a:t> khoa ở </a:t>
            </a:r>
            <a:r>
              <a:rPr lang="en-US" altLang="en-US" dirty="0" err="1"/>
              <a:t>một</a:t>
            </a:r>
            <a:r>
              <a:rPr lang="en-US" altLang="en-US" dirty="0"/>
              <a:t> </a:t>
            </a:r>
            <a:r>
              <a:rPr lang="en-US" altLang="en-US" dirty="0" err="1"/>
              <a:t>trường</a:t>
            </a:r>
            <a:r>
              <a:rPr lang="en-US" altLang="en-US" dirty="0"/>
              <a:t> </a:t>
            </a:r>
            <a:r>
              <a:rPr lang="en-US" altLang="en-US" dirty="0" err="1"/>
              <a:t>đại</a:t>
            </a:r>
            <a:r>
              <a:rPr lang="en-US" altLang="en-US" dirty="0"/>
              <a:t> </a:t>
            </a:r>
            <a:r>
              <a:rPr lang="en-US" altLang="en-US" dirty="0" err="1"/>
              <a:t>học</a:t>
            </a:r>
            <a:r>
              <a:rPr lang="en-US" altLang="en-US" dirty="0"/>
              <a:t>. </a:t>
            </a:r>
            <a:r>
              <a:rPr lang="en-US" altLang="en-US" dirty="0" err="1"/>
              <a:t>Biết</a:t>
            </a:r>
            <a:r>
              <a:rPr lang="en-US" altLang="en-US" dirty="0"/>
              <a:t> </a:t>
            </a:r>
            <a:r>
              <a:rPr lang="en-US" altLang="en-US" dirty="0" err="1"/>
              <a:t>rằng</a:t>
            </a:r>
            <a:r>
              <a:rPr lang="en-US" altLang="en-US" dirty="0"/>
              <a:t> </a:t>
            </a:r>
            <a:r>
              <a:rPr lang="en-US" altLang="en-US" dirty="0" err="1"/>
              <a:t>trường</a:t>
            </a:r>
            <a:r>
              <a:rPr lang="en-US" altLang="en-US" dirty="0"/>
              <a:t> </a:t>
            </a:r>
            <a:r>
              <a:rPr lang="en-US" altLang="en-US" dirty="0" err="1"/>
              <a:t>có</a:t>
            </a:r>
            <a:r>
              <a:rPr lang="en-US" altLang="en-US" dirty="0"/>
              <a:t> </a:t>
            </a:r>
            <a:r>
              <a:rPr lang="en-US" altLang="en-US" dirty="0" err="1"/>
              <a:t>nhiều</a:t>
            </a:r>
            <a:r>
              <a:rPr lang="en-US" altLang="en-US" dirty="0"/>
              <a:t> </a:t>
            </a:r>
            <a:r>
              <a:rPr lang="en-US" altLang="en-US" dirty="0">
                <a:solidFill>
                  <a:srgbClr val="FF0000"/>
                </a:solidFill>
              </a:rPr>
              <a:t>khoa</a:t>
            </a:r>
            <a:r>
              <a:rPr lang="en-US" altLang="en-US" dirty="0"/>
              <a:t>, </a:t>
            </a:r>
            <a:r>
              <a:rPr lang="en-US" altLang="en-US" dirty="0" err="1">
                <a:solidFill>
                  <a:srgbClr val="92D050"/>
                </a:solidFill>
              </a:rPr>
              <a:t>mỗi</a:t>
            </a:r>
            <a:r>
              <a:rPr lang="en-US" altLang="en-US" dirty="0"/>
              <a:t> khoa </a:t>
            </a:r>
            <a:r>
              <a:rPr lang="en-US" altLang="en-US" dirty="0" err="1">
                <a:solidFill>
                  <a:srgbClr val="FFC000"/>
                </a:solidFill>
              </a:rPr>
              <a:t>có</a:t>
            </a:r>
            <a:r>
              <a:rPr lang="en-US" altLang="en-US" dirty="0"/>
              <a:t> </a:t>
            </a:r>
            <a:r>
              <a:rPr lang="en-US" altLang="en-US" dirty="0" err="1">
                <a:solidFill>
                  <a:srgbClr val="92D050"/>
                </a:solidFill>
              </a:rPr>
              <a:t>ít</a:t>
            </a:r>
            <a:r>
              <a:rPr lang="en-US" altLang="en-US" dirty="0">
                <a:solidFill>
                  <a:srgbClr val="92D050"/>
                </a:solidFill>
              </a:rPr>
              <a:t> </a:t>
            </a:r>
            <a:r>
              <a:rPr lang="en-US" altLang="en-US" dirty="0" err="1">
                <a:solidFill>
                  <a:srgbClr val="92D050"/>
                </a:solidFill>
              </a:rPr>
              <a:t>nhất</a:t>
            </a:r>
            <a:r>
              <a:rPr lang="en-US" altLang="en-US" dirty="0">
                <a:solidFill>
                  <a:srgbClr val="92D050"/>
                </a:solidFill>
              </a:rPr>
              <a:t> </a:t>
            </a:r>
            <a:r>
              <a:rPr lang="en-US" altLang="en-US" dirty="0" err="1">
                <a:solidFill>
                  <a:srgbClr val="92D050"/>
                </a:solidFill>
              </a:rPr>
              <a:t>một</a:t>
            </a:r>
            <a:r>
              <a:rPr lang="en-US" altLang="en-US" dirty="0"/>
              <a:t> </a:t>
            </a:r>
            <a:r>
              <a:rPr lang="en-US" altLang="en-US" dirty="0" err="1">
                <a:solidFill>
                  <a:srgbClr val="FF0000"/>
                </a:solidFill>
              </a:rPr>
              <a:t>lớp</a:t>
            </a:r>
            <a:r>
              <a:rPr lang="en-US" altLang="en-US" dirty="0"/>
              <a:t>, </a:t>
            </a:r>
            <a:r>
              <a:rPr lang="en-US" altLang="en-US" dirty="0" err="1">
                <a:solidFill>
                  <a:srgbClr val="92D050"/>
                </a:solidFill>
              </a:rPr>
              <a:t>một</a:t>
            </a:r>
            <a:r>
              <a:rPr lang="en-US" altLang="en-US" dirty="0"/>
              <a:t> </a:t>
            </a:r>
            <a:r>
              <a:rPr lang="en-US" altLang="en-US" dirty="0" err="1"/>
              <a:t>lớp</a:t>
            </a:r>
            <a:r>
              <a:rPr lang="en-US" altLang="en-US" dirty="0"/>
              <a:t> </a:t>
            </a:r>
            <a:r>
              <a:rPr lang="en-US" altLang="en-US" dirty="0" err="1"/>
              <a:t>chỉ</a:t>
            </a:r>
            <a:r>
              <a:rPr lang="en-US" altLang="en-US" dirty="0"/>
              <a:t> </a:t>
            </a:r>
            <a:r>
              <a:rPr lang="en-US" altLang="en-US" dirty="0" err="1">
                <a:solidFill>
                  <a:srgbClr val="FFC000"/>
                </a:solidFill>
              </a:rPr>
              <a:t>thuộc</a:t>
            </a:r>
            <a:r>
              <a:rPr lang="en-US" altLang="en-US" dirty="0"/>
              <a:t> </a:t>
            </a:r>
            <a:r>
              <a:rPr lang="en-US" altLang="en-US" dirty="0" err="1">
                <a:solidFill>
                  <a:srgbClr val="92D050"/>
                </a:solidFill>
              </a:rPr>
              <a:t>một</a:t>
            </a:r>
            <a:r>
              <a:rPr lang="en-US" altLang="en-US" dirty="0"/>
              <a:t> khoa; </a:t>
            </a:r>
            <a:r>
              <a:rPr lang="en-US" altLang="en-US" dirty="0" err="1">
                <a:solidFill>
                  <a:srgbClr val="92D050"/>
                </a:solidFill>
              </a:rPr>
              <a:t>Mỗi</a:t>
            </a:r>
            <a:r>
              <a:rPr lang="en-US" altLang="en-US" dirty="0"/>
              <a:t> </a:t>
            </a:r>
            <a:r>
              <a:rPr lang="en-US" altLang="en-US" dirty="0" err="1">
                <a:solidFill>
                  <a:srgbClr val="FF0000"/>
                </a:solidFill>
              </a:rPr>
              <a:t>sinh</a:t>
            </a:r>
            <a:r>
              <a:rPr lang="en-US" altLang="en-US" dirty="0">
                <a:solidFill>
                  <a:srgbClr val="FF0000"/>
                </a:solidFill>
              </a:rPr>
              <a:t> </a:t>
            </a:r>
            <a:r>
              <a:rPr lang="en-US" altLang="en-US" dirty="0" err="1">
                <a:solidFill>
                  <a:srgbClr val="FF0000"/>
                </a:solidFill>
              </a:rPr>
              <a:t>viên</a:t>
            </a:r>
            <a:r>
              <a:rPr lang="en-US" altLang="en-US" dirty="0"/>
              <a:t> </a:t>
            </a:r>
            <a:r>
              <a:rPr lang="en-US" altLang="en-US" dirty="0" err="1"/>
              <a:t>chỉ</a:t>
            </a:r>
            <a:r>
              <a:rPr lang="en-US" altLang="en-US" dirty="0"/>
              <a:t> </a:t>
            </a:r>
            <a:r>
              <a:rPr lang="en-US" altLang="en-US" dirty="0" err="1">
                <a:solidFill>
                  <a:srgbClr val="FFC000"/>
                </a:solidFill>
              </a:rPr>
              <a:t>thuộc</a:t>
            </a:r>
            <a:r>
              <a:rPr lang="en-US" altLang="en-US" dirty="0"/>
              <a:t> </a:t>
            </a:r>
            <a:r>
              <a:rPr lang="en-US" altLang="en-US" dirty="0" err="1">
                <a:solidFill>
                  <a:srgbClr val="92D050"/>
                </a:solidFill>
              </a:rPr>
              <a:t>một</a:t>
            </a:r>
            <a:r>
              <a:rPr lang="en-US" altLang="en-US" dirty="0"/>
              <a:t> </a:t>
            </a:r>
            <a:r>
              <a:rPr lang="en-US" altLang="en-US" dirty="0" err="1"/>
              <a:t>lớp</a:t>
            </a:r>
            <a:r>
              <a:rPr lang="en-US" altLang="en-US" dirty="0"/>
              <a:t>, </a:t>
            </a:r>
            <a:r>
              <a:rPr lang="en-US" altLang="en-US" dirty="0" err="1">
                <a:solidFill>
                  <a:srgbClr val="92D050"/>
                </a:solidFill>
              </a:rPr>
              <a:t>một</a:t>
            </a:r>
            <a:r>
              <a:rPr lang="en-US" altLang="en-US" dirty="0"/>
              <a:t> </a:t>
            </a:r>
            <a:r>
              <a:rPr lang="en-US" altLang="en-US" dirty="0" err="1"/>
              <a:t>lớp</a:t>
            </a:r>
            <a:r>
              <a:rPr lang="en-US" altLang="en-US" dirty="0"/>
              <a:t> </a:t>
            </a:r>
            <a:r>
              <a:rPr lang="en-US" altLang="en-US" dirty="0" err="1"/>
              <a:t>có</a:t>
            </a:r>
            <a:r>
              <a:rPr lang="en-US" altLang="en-US" dirty="0"/>
              <a:t> </a:t>
            </a:r>
            <a:r>
              <a:rPr lang="en-US" altLang="en-US" dirty="0" err="1"/>
              <a:t>thể</a:t>
            </a:r>
            <a:r>
              <a:rPr lang="en-US" altLang="en-US" dirty="0"/>
              <a:t> </a:t>
            </a:r>
            <a:r>
              <a:rPr lang="en-US" altLang="en-US" dirty="0" err="1">
                <a:solidFill>
                  <a:srgbClr val="FFC000"/>
                </a:solidFill>
              </a:rPr>
              <a:t>có</a:t>
            </a:r>
            <a:r>
              <a:rPr lang="en-US" altLang="en-US" dirty="0"/>
              <a:t> </a:t>
            </a:r>
            <a:r>
              <a:rPr lang="en-US" altLang="en-US" dirty="0" err="1">
                <a:solidFill>
                  <a:srgbClr val="92D050"/>
                </a:solidFill>
              </a:rPr>
              <a:t>nhiều</a:t>
            </a:r>
            <a:r>
              <a:rPr lang="en-US" altLang="en-US" dirty="0"/>
              <a:t> </a:t>
            </a:r>
            <a:r>
              <a:rPr lang="en-US" altLang="en-US" dirty="0" err="1"/>
              <a:t>sinh</a:t>
            </a:r>
            <a:r>
              <a:rPr lang="en-US" altLang="en-US" dirty="0"/>
              <a:t> </a:t>
            </a:r>
            <a:r>
              <a:rPr lang="en-US" altLang="en-US" dirty="0" err="1"/>
              <a:t>viên</a:t>
            </a:r>
            <a:r>
              <a:rPr lang="en-US" altLang="en-US" dirty="0"/>
              <a:t> </a:t>
            </a:r>
            <a:r>
              <a:rPr lang="en-US" altLang="en-US" dirty="0" err="1"/>
              <a:t>nhưng</a:t>
            </a:r>
            <a:r>
              <a:rPr lang="en-US" altLang="en-US" dirty="0"/>
              <a:t> </a:t>
            </a:r>
            <a:r>
              <a:rPr lang="en-US" altLang="en-US" dirty="0" err="1">
                <a:solidFill>
                  <a:srgbClr val="92D050"/>
                </a:solidFill>
              </a:rPr>
              <a:t>tối</a:t>
            </a:r>
            <a:r>
              <a:rPr lang="en-US" altLang="en-US" dirty="0">
                <a:solidFill>
                  <a:srgbClr val="92D050"/>
                </a:solidFill>
              </a:rPr>
              <a:t> </a:t>
            </a:r>
            <a:r>
              <a:rPr lang="en-US" altLang="en-US" dirty="0" err="1">
                <a:solidFill>
                  <a:srgbClr val="92D050"/>
                </a:solidFill>
              </a:rPr>
              <a:t>thiểu</a:t>
            </a:r>
            <a:r>
              <a:rPr lang="en-US" altLang="en-US" dirty="0">
                <a:solidFill>
                  <a:srgbClr val="92D050"/>
                </a:solidFill>
              </a:rPr>
              <a:t> </a:t>
            </a:r>
            <a:r>
              <a:rPr lang="en-US" altLang="en-US" dirty="0" err="1"/>
              <a:t>phải</a:t>
            </a:r>
            <a:r>
              <a:rPr lang="en-US" altLang="en-US" dirty="0"/>
              <a:t> </a:t>
            </a:r>
            <a:r>
              <a:rPr lang="en-US" altLang="en-US" dirty="0" err="1">
                <a:solidFill>
                  <a:srgbClr val="FFC000"/>
                </a:solidFill>
              </a:rPr>
              <a:t>có</a:t>
            </a:r>
            <a:r>
              <a:rPr lang="en-US" altLang="en-US" dirty="0"/>
              <a:t> </a:t>
            </a:r>
            <a:r>
              <a:rPr lang="en-US" altLang="en-US" dirty="0" err="1">
                <a:solidFill>
                  <a:srgbClr val="92D050"/>
                </a:solidFill>
              </a:rPr>
              <a:t>một</a:t>
            </a:r>
            <a:r>
              <a:rPr lang="en-US" altLang="en-US" dirty="0"/>
              <a:t> </a:t>
            </a:r>
            <a:r>
              <a:rPr lang="en-US" altLang="en-US" dirty="0" err="1"/>
              <a:t>sinh</a:t>
            </a:r>
            <a:r>
              <a:rPr lang="en-US" altLang="en-US" dirty="0"/>
              <a:t> </a:t>
            </a:r>
            <a:r>
              <a:rPr lang="en-US" altLang="en-US" dirty="0" err="1"/>
              <a:t>viên</a:t>
            </a:r>
            <a:r>
              <a:rPr lang="en-US" altLang="en-US" dirty="0"/>
              <a:t>.</a:t>
            </a:r>
          </a:p>
          <a:p>
            <a:r>
              <a:rPr lang="en-US" altLang="en-US" b="1" dirty="0" err="1"/>
              <a:t>Thông</a:t>
            </a:r>
            <a:r>
              <a:rPr lang="en-US" altLang="en-US" b="1" dirty="0"/>
              <a:t> tin SV:</a:t>
            </a:r>
            <a:r>
              <a:rPr lang="en-US" altLang="en-US" dirty="0"/>
              <a:t> </a:t>
            </a:r>
            <a:r>
              <a:rPr lang="en-US" altLang="en-US" dirty="0" err="1">
                <a:solidFill>
                  <a:srgbClr val="00B0F0"/>
                </a:solidFill>
              </a:rPr>
              <a:t>mã</a:t>
            </a:r>
            <a:r>
              <a:rPr lang="en-US" altLang="en-US" dirty="0">
                <a:solidFill>
                  <a:srgbClr val="00B0F0"/>
                </a:solidFill>
              </a:rPr>
              <a:t> </a:t>
            </a:r>
            <a:r>
              <a:rPr lang="en-US" altLang="en-US" dirty="0" err="1">
                <a:solidFill>
                  <a:srgbClr val="00B0F0"/>
                </a:solidFill>
              </a:rPr>
              <a:t>sinh</a:t>
            </a:r>
            <a:r>
              <a:rPr lang="en-US" altLang="en-US" dirty="0">
                <a:solidFill>
                  <a:srgbClr val="00B0F0"/>
                </a:solidFill>
              </a:rPr>
              <a:t> </a:t>
            </a:r>
            <a:r>
              <a:rPr lang="en-US" altLang="en-US" dirty="0" err="1">
                <a:solidFill>
                  <a:srgbClr val="00B0F0"/>
                </a:solidFill>
              </a:rPr>
              <a:t>viên</a:t>
            </a:r>
            <a:r>
              <a:rPr lang="en-US" altLang="en-US" dirty="0"/>
              <a:t>, </a:t>
            </a:r>
            <a:r>
              <a:rPr lang="en-US" altLang="en-US" dirty="0" err="1">
                <a:solidFill>
                  <a:srgbClr val="00B0F0"/>
                </a:solidFill>
              </a:rPr>
              <a:t>họ</a:t>
            </a:r>
            <a:r>
              <a:rPr lang="en-US" altLang="en-US" dirty="0">
                <a:solidFill>
                  <a:srgbClr val="00B0F0"/>
                </a:solidFill>
              </a:rPr>
              <a:t> </a:t>
            </a:r>
            <a:r>
              <a:rPr lang="en-US" altLang="en-US" dirty="0" err="1">
                <a:solidFill>
                  <a:srgbClr val="00B0F0"/>
                </a:solidFill>
              </a:rPr>
              <a:t>tên</a:t>
            </a:r>
            <a:r>
              <a:rPr lang="en-US" altLang="en-US" dirty="0"/>
              <a:t>, </a:t>
            </a:r>
            <a:r>
              <a:rPr lang="en-US" altLang="en-US" dirty="0" err="1">
                <a:solidFill>
                  <a:srgbClr val="00B0F0"/>
                </a:solidFill>
              </a:rPr>
              <a:t>ngày</a:t>
            </a:r>
            <a:r>
              <a:rPr lang="en-US" altLang="en-US" dirty="0">
                <a:solidFill>
                  <a:srgbClr val="00B0F0"/>
                </a:solidFill>
              </a:rPr>
              <a:t> </a:t>
            </a:r>
            <a:r>
              <a:rPr lang="en-US" altLang="en-US" dirty="0" err="1">
                <a:solidFill>
                  <a:srgbClr val="00B0F0"/>
                </a:solidFill>
              </a:rPr>
              <a:t>sinh</a:t>
            </a:r>
            <a:r>
              <a:rPr lang="en-US" altLang="en-US" dirty="0"/>
              <a:t>, </a:t>
            </a:r>
            <a:r>
              <a:rPr lang="en-US" altLang="en-US" dirty="0" err="1">
                <a:solidFill>
                  <a:srgbClr val="00B0F0"/>
                </a:solidFill>
              </a:rPr>
              <a:t>giới</a:t>
            </a:r>
            <a:r>
              <a:rPr lang="en-US" altLang="en-US" dirty="0">
                <a:solidFill>
                  <a:srgbClr val="00B0F0"/>
                </a:solidFill>
              </a:rPr>
              <a:t> </a:t>
            </a:r>
            <a:r>
              <a:rPr lang="en-US" altLang="en-US" dirty="0" err="1">
                <a:solidFill>
                  <a:srgbClr val="00B0F0"/>
                </a:solidFill>
              </a:rPr>
              <a:t>tính</a:t>
            </a:r>
            <a:endParaRPr lang="en-US" altLang="en-US" dirty="0">
              <a:solidFill>
                <a:srgbClr val="00B0F0"/>
              </a:solidFill>
            </a:endParaRPr>
          </a:p>
          <a:p>
            <a:r>
              <a:rPr lang="en-US" altLang="en-US" b="1" dirty="0" err="1"/>
              <a:t>Thông</a:t>
            </a:r>
            <a:r>
              <a:rPr lang="en-US" altLang="en-US" b="1" dirty="0"/>
              <a:t> tin </a:t>
            </a:r>
            <a:r>
              <a:rPr lang="en-US" altLang="en-US" b="1" dirty="0" err="1"/>
              <a:t>Lớp</a:t>
            </a:r>
            <a:r>
              <a:rPr lang="en-US" altLang="en-US" b="1" dirty="0"/>
              <a:t>:</a:t>
            </a:r>
            <a:r>
              <a:rPr lang="en-US" altLang="en-US" dirty="0"/>
              <a:t> </a:t>
            </a:r>
            <a:r>
              <a:rPr lang="en-US" altLang="en-US" dirty="0">
                <a:solidFill>
                  <a:srgbClr val="00B0F0"/>
                </a:solidFill>
              </a:rPr>
              <a:t>mã lớp</a:t>
            </a:r>
            <a:r>
              <a:rPr lang="en-US" altLang="en-US" dirty="0"/>
              <a:t> duy nhất, </a:t>
            </a:r>
            <a:r>
              <a:rPr lang="en-US" altLang="en-US" dirty="0" err="1">
                <a:solidFill>
                  <a:srgbClr val="00B0F0"/>
                </a:solidFill>
              </a:rPr>
              <a:t>tên</a:t>
            </a:r>
            <a:r>
              <a:rPr lang="en-US" altLang="en-US" dirty="0">
                <a:solidFill>
                  <a:srgbClr val="00B0F0"/>
                </a:solidFill>
              </a:rPr>
              <a:t> </a:t>
            </a:r>
            <a:r>
              <a:rPr lang="en-US" altLang="en-US" dirty="0" err="1">
                <a:solidFill>
                  <a:srgbClr val="00B0F0"/>
                </a:solidFill>
              </a:rPr>
              <a:t>lớp</a:t>
            </a:r>
            <a:endParaRPr lang="en-US" altLang="en-US" dirty="0">
              <a:solidFill>
                <a:srgbClr val="00B0F0"/>
              </a:solidFill>
            </a:endParaRPr>
          </a:p>
          <a:p>
            <a:r>
              <a:rPr lang="en-US" altLang="en-US" b="1" dirty="0" err="1"/>
              <a:t>Thông</a:t>
            </a:r>
            <a:r>
              <a:rPr lang="en-US" altLang="en-US" b="1" dirty="0"/>
              <a:t> tin Khoa:</a:t>
            </a:r>
            <a:r>
              <a:rPr lang="en-US" altLang="en-US" dirty="0"/>
              <a:t> </a:t>
            </a:r>
            <a:r>
              <a:rPr lang="en-US" altLang="en-US" dirty="0">
                <a:solidFill>
                  <a:srgbClr val="00B0F0"/>
                </a:solidFill>
              </a:rPr>
              <a:t>mã khoa </a:t>
            </a:r>
            <a:r>
              <a:rPr lang="en-US" altLang="en-US" dirty="0"/>
              <a:t>duy nhất, </a:t>
            </a:r>
            <a:r>
              <a:rPr lang="en-US" altLang="en-US" dirty="0" err="1">
                <a:solidFill>
                  <a:srgbClr val="00B0F0"/>
                </a:solidFill>
              </a:rPr>
              <a:t>tên</a:t>
            </a:r>
            <a:r>
              <a:rPr lang="en-US" altLang="en-US" dirty="0">
                <a:solidFill>
                  <a:srgbClr val="00B0F0"/>
                </a:solidFill>
              </a:rPr>
              <a:t> khoa </a:t>
            </a:r>
            <a:r>
              <a:rPr lang="en-US" altLang="en-US" dirty="0"/>
              <a:t>duy nhất</a:t>
            </a:r>
            <a:endParaRPr lang="en-US" dirty="0"/>
          </a:p>
        </p:txBody>
      </p:sp>
      <p:sp>
        <p:nvSpPr>
          <p:cNvPr id="4" name="Date Placeholder 3">
            <a:extLst>
              <a:ext uri="{FF2B5EF4-FFF2-40B4-BE49-F238E27FC236}">
                <a16:creationId xmlns:a16="http://schemas.microsoft.com/office/drawing/2014/main" id="{74792455-08AF-4CAA-AF45-AC9092A6AF93}"/>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0660" name="Slide Number Placeholder 4">
            <a:extLst>
              <a:ext uri="{FF2B5EF4-FFF2-40B4-BE49-F238E27FC236}">
                <a16:creationId xmlns:a16="http://schemas.microsoft.com/office/drawing/2014/main" id="{C27E5F84-E5A5-48EE-84DE-547C2E78536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6507A40-93BB-4C99-8A06-CE22A41F308C}" type="slidenum">
              <a:rPr lang="en-US" altLang="en-US">
                <a:latin typeface="Arial" panose="020B0604020202020204" pitchFamily="34" charset="0"/>
              </a:rPr>
              <a:pPr/>
              <a:t>40</a:t>
            </a:fld>
            <a:endParaRPr lang="en-US" altLang="en-US">
              <a:latin typeface="Arial" panose="020B0604020202020204" pitchFamily="34" charset="0"/>
            </a:endParaRPr>
          </a:p>
        </p:txBody>
      </p:sp>
      <p:sp>
        <p:nvSpPr>
          <p:cNvPr id="2" name="TextBox 1">
            <a:extLst>
              <a:ext uri="{FF2B5EF4-FFF2-40B4-BE49-F238E27FC236}">
                <a16:creationId xmlns:a16="http://schemas.microsoft.com/office/drawing/2014/main" id="{26FE97B1-EC8D-D32B-8E2F-7112EBBDC840}"/>
              </a:ext>
            </a:extLst>
          </p:cNvPr>
          <p:cNvSpPr txBox="1"/>
          <p:nvPr/>
        </p:nvSpPr>
        <p:spPr>
          <a:xfrm>
            <a:off x="457200" y="1143000"/>
            <a:ext cx="8229600" cy="430887"/>
          </a:xfrm>
          <a:prstGeom prst="rect">
            <a:avLst/>
          </a:prstGeom>
          <a:noFill/>
        </p:spPr>
        <p:txBody>
          <a:bodyPr wrap="square" rtlCol="0">
            <a:spAutoFit/>
          </a:bodyPr>
          <a:lstStyle/>
          <a:p>
            <a:pPr algn="ctr"/>
            <a:r>
              <a:rPr lang="en-US" sz="2200" b="1" i="1">
                <a:solidFill>
                  <a:srgbClr val="00B0F0"/>
                </a:solidFill>
              </a:rPr>
              <a:t>Bước 4: Xác định thuộc tính</a:t>
            </a:r>
          </a:p>
        </p:txBody>
      </p:sp>
    </p:spTree>
    <p:extLst>
      <p:ext uri="{BB962C8B-B14F-4D97-AF65-F5344CB8AC3E}">
        <p14:creationId xmlns:p14="http://schemas.microsoft.com/office/powerpoint/2010/main" val="7232469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E67BE258-AA5D-47BA-9B5A-5D1C5DDF28F2}"/>
              </a:ext>
            </a:extLst>
          </p:cNvPr>
          <p:cNvSpPr>
            <a:spLocks noGrp="1" noChangeArrowheads="1"/>
          </p:cNvSpPr>
          <p:nvPr>
            <p:ph type="title"/>
          </p:nvPr>
        </p:nvSpPr>
        <p:spPr>
          <a:xfrm>
            <a:off x="457200" y="354013"/>
            <a:ext cx="8382000" cy="788987"/>
          </a:xfrm>
        </p:spPr>
        <p:txBody>
          <a:bodyPr/>
          <a:lstStyle/>
          <a:p>
            <a:pPr eaLnBrk="1" hangingPunct="1"/>
            <a:r>
              <a:rPr lang="en-US" altLang="en-US"/>
              <a:t>VD1 ‘Quản lý điểm sinh viên’</a:t>
            </a:r>
          </a:p>
        </p:txBody>
      </p:sp>
      <p:sp>
        <p:nvSpPr>
          <p:cNvPr id="4" name="Date Placeholder 3">
            <a:extLst>
              <a:ext uri="{FF2B5EF4-FFF2-40B4-BE49-F238E27FC236}">
                <a16:creationId xmlns:a16="http://schemas.microsoft.com/office/drawing/2014/main" id="{74792455-08AF-4CAA-AF45-AC9092A6AF93}"/>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0660" name="Slide Number Placeholder 4">
            <a:extLst>
              <a:ext uri="{FF2B5EF4-FFF2-40B4-BE49-F238E27FC236}">
                <a16:creationId xmlns:a16="http://schemas.microsoft.com/office/drawing/2014/main" id="{C27E5F84-E5A5-48EE-84DE-547C2E78536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6507A40-93BB-4C99-8A06-CE22A41F308C}" type="slidenum">
              <a:rPr lang="en-US" altLang="en-US">
                <a:latin typeface="Arial" panose="020B0604020202020204" pitchFamily="34" charset="0"/>
              </a:rPr>
              <a:pPr/>
              <a:t>41</a:t>
            </a:fld>
            <a:endParaRPr lang="en-US" altLang="en-US">
              <a:latin typeface="Arial" panose="020B0604020202020204" pitchFamily="34" charset="0"/>
            </a:endParaRPr>
          </a:p>
        </p:txBody>
      </p:sp>
      <p:sp>
        <p:nvSpPr>
          <p:cNvPr id="2" name="TextBox 1">
            <a:extLst>
              <a:ext uri="{FF2B5EF4-FFF2-40B4-BE49-F238E27FC236}">
                <a16:creationId xmlns:a16="http://schemas.microsoft.com/office/drawing/2014/main" id="{26FE97B1-EC8D-D32B-8E2F-7112EBBDC840}"/>
              </a:ext>
            </a:extLst>
          </p:cNvPr>
          <p:cNvSpPr txBox="1"/>
          <p:nvPr/>
        </p:nvSpPr>
        <p:spPr>
          <a:xfrm>
            <a:off x="457200" y="1143000"/>
            <a:ext cx="8229600" cy="430887"/>
          </a:xfrm>
          <a:prstGeom prst="rect">
            <a:avLst/>
          </a:prstGeom>
          <a:noFill/>
        </p:spPr>
        <p:txBody>
          <a:bodyPr wrap="square" rtlCol="0">
            <a:spAutoFit/>
          </a:bodyPr>
          <a:lstStyle/>
          <a:p>
            <a:pPr algn="ctr"/>
            <a:r>
              <a:rPr lang="en-US" sz="2200" b="1" i="1">
                <a:solidFill>
                  <a:srgbClr val="00B0F0"/>
                </a:solidFill>
              </a:rPr>
              <a:t>Bước 4: Xác định thuộc tính</a:t>
            </a:r>
          </a:p>
        </p:txBody>
      </p:sp>
      <p:pic>
        <p:nvPicPr>
          <p:cNvPr id="8" name="Picture 7" descr="A diagram of a company&#10;&#10;Description automatically generated">
            <a:extLst>
              <a:ext uri="{FF2B5EF4-FFF2-40B4-BE49-F238E27FC236}">
                <a16:creationId xmlns:a16="http://schemas.microsoft.com/office/drawing/2014/main" id="{77CA274D-3A00-51B2-008A-02A3592C8A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9457" y="1938613"/>
            <a:ext cx="6945085" cy="4572000"/>
          </a:xfrm>
          <a:prstGeom prst="rect">
            <a:avLst/>
          </a:prstGeom>
        </p:spPr>
      </p:pic>
    </p:spTree>
    <p:extLst>
      <p:ext uri="{BB962C8B-B14F-4D97-AF65-F5344CB8AC3E}">
        <p14:creationId xmlns:p14="http://schemas.microsoft.com/office/powerpoint/2010/main" val="7435729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E67BE258-AA5D-47BA-9B5A-5D1C5DDF28F2}"/>
              </a:ext>
            </a:extLst>
          </p:cNvPr>
          <p:cNvSpPr>
            <a:spLocks noGrp="1" noChangeArrowheads="1"/>
          </p:cNvSpPr>
          <p:nvPr>
            <p:ph type="title"/>
          </p:nvPr>
        </p:nvSpPr>
        <p:spPr>
          <a:xfrm>
            <a:off x="457200" y="354013"/>
            <a:ext cx="8382000" cy="788987"/>
          </a:xfrm>
        </p:spPr>
        <p:txBody>
          <a:bodyPr/>
          <a:lstStyle/>
          <a:p>
            <a:pPr eaLnBrk="1" hangingPunct="1"/>
            <a:r>
              <a:rPr lang="en-US" altLang="en-US"/>
              <a:t>VD1 ‘Quản lý điểm sinh viên’</a:t>
            </a:r>
          </a:p>
        </p:txBody>
      </p:sp>
      <p:sp>
        <p:nvSpPr>
          <p:cNvPr id="4" name="Date Placeholder 3">
            <a:extLst>
              <a:ext uri="{FF2B5EF4-FFF2-40B4-BE49-F238E27FC236}">
                <a16:creationId xmlns:a16="http://schemas.microsoft.com/office/drawing/2014/main" id="{74792455-08AF-4CAA-AF45-AC9092A6AF93}"/>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0660" name="Slide Number Placeholder 4">
            <a:extLst>
              <a:ext uri="{FF2B5EF4-FFF2-40B4-BE49-F238E27FC236}">
                <a16:creationId xmlns:a16="http://schemas.microsoft.com/office/drawing/2014/main" id="{C27E5F84-E5A5-48EE-84DE-547C2E78536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6507A40-93BB-4C99-8A06-CE22A41F308C}" type="slidenum">
              <a:rPr lang="en-US" altLang="en-US">
                <a:latin typeface="Arial" panose="020B0604020202020204" pitchFamily="34" charset="0"/>
              </a:rPr>
              <a:pPr/>
              <a:t>42</a:t>
            </a:fld>
            <a:endParaRPr lang="en-US" altLang="en-US">
              <a:latin typeface="Arial" panose="020B0604020202020204" pitchFamily="34" charset="0"/>
            </a:endParaRPr>
          </a:p>
        </p:txBody>
      </p:sp>
      <p:sp>
        <p:nvSpPr>
          <p:cNvPr id="2" name="TextBox 1">
            <a:extLst>
              <a:ext uri="{FF2B5EF4-FFF2-40B4-BE49-F238E27FC236}">
                <a16:creationId xmlns:a16="http://schemas.microsoft.com/office/drawing/2014/main" id="{26FE97B1-EC8D-D32B-8E2F-7112EBBDC840}"/>
              </a:ext>
            </a:extLst>
          </p:cNvPr>
          <p:cNvSpPr txBox="1"/>
          <p:nvPr/>
        </p:nvSpPr>
        <p:spPr>
          <a:xfrm>
            <a:off x="457200" y="1143000"/>
            <a:ext cx="8229600" cy="430887"/>
          </a:xfrm>
          <a:prstGeom prst="rect">
            <a:avLst/>
          </a:prstGeom>
          <a:noFill/>
        </p:spPr>
        <p:txBody>
          <a:bodyPr wrap="square" rtlCol="0">
            <a:spAutoFit/>
          </a:bodyPr>
          <a:lstStyle/>
          <a:p>
            <a:pPr algn="ctr"/>
            <a:r>
              <a:rPr lang="en-US" sz="2200" b="1" i="1">
                <a:solidFill>
                  <a:srgbClr val="0070C0"/>
                </a:solidFill>
              </a:rPr>
              <a:t>Bước 5: Xác định khoá chính</a:t>
            </a:r>
          </a:p>
        </p:txBody>
      </p:sp>
      <p:pic>
        <p:nvPicPr>
          <p:cNvPr id="8" name="Picture 7" descr="A diagram of a company&#10;&#10;Description automatically generated">
            <a:extLst>
              <a:ext uri="{FF2B5EF4-FFF2-40B4-BE49-F238E27FC236}">
                <a16:creationId xmlns:a16="http://schemas.microsoft.com/office/drawing/2014/main" id="{3FFB9AB7-F1E3-8065-6B7B-0FA63FC257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1268" y="1652019"/>
            <a:ext cx="7301464" cy="4822151"/>
          </a:xfrm>
          <a:prstGeom prst="rect">
            <a:avLst/>
          </a:prstGeom>
        </p:spPr>
      </p:pic>
    </p:spTree>
    <p:extLst>
      <p:ext uri="{BB962C8B-B14F-4D97-AF65-F5344CB8AC3E}">
        <p14:creationId xmlns:p14="http://schemas.microsoft.com/office/powerpoint/2010/main" val="30172851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0EC8B-8683-596B-9BEE-71330915381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8A90B0C-D3F0-12BF-43A9-C8616F404E43}"/>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68610" name="Slide Number Placeholder 5">
            <a:extLst>
              <a:ext uri="{FF2B5EF4-FFF2-40B4-BE49-F238E27FC236}">
                <a16:creationId xmlns:a16="http://schemas.microsoft.com/office/drawing/2014/main" id="{08820C5E-A1A0-1F85-53F3-B79946ACF81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D1FB49AE-4D42-4AEF-B4D1-6A9C4954BA6E}" type="slidenum">
              <a:rPr lang="en-US" altLang="en-US">
                <a:latin typeface="Arial" panose="020B0604020202020204" pitchFamily="34" charset="0"/>
              </a:rPr>
              <a:pPr/>
              <a:t>43</a:t>
            </a:fld>
            <a:endParaRPr lang="en-US" altLang="en-US">
              <a:latin typeface="Arial" panose="020B0604020202020204" pitchFamily="34" charset="0"/>
            </a:endParaRPr>
          </a:p>
        </p:txBody>
      </p:sp>
      <p:sp>
        <p:nvSpPr>
          <p:cNvPr id="68611" name="Rectangle 2">
            <a:extLst>
              <a:ext uri="{FF2B5EF4-FFF2-40B4-BE49-F238E27FC236}">
                <a16:creationId xmlns:a16="http://schemas.microsoft.com/office/drawing/2014/main" id="{C737DC77-DF25-D6BE-F248-90CE618F722A}"/>
              </a:ext>
            </a:extLst>
          </p:cNvPr>
          <p:cNvSpPr>
            <a:spLocks noGrp="1" noChangeArrowheads="1"/>
          </p:cNvSpPr>
          <p:nvPr>
            <p:ph type="title"/>
          </p:nvPr>
        </p:nvSpPr>
        <p:spPr>
          <a:xfrm>
            <a:off x="457200" y="354013"/>
            <a:ext cx="8229600" cy="620712"/>
          </a:xfrm>
        </p:spPr>
        <p:txBody>
          <a:bodyPr/>
          <a:lstStyle/>
          <a:p>
            <a:pPr eaLnBrk="1" hangingPunct="1"/>
            <a:r>
              <a:rPr lang="en-US" altLang="en-US" sz="3500"/>
              <a:t>VD2 ‘Quản lý đề án công ty’</a:t>
            </a:r>
          </a:p>
        </p:txBody>
      </p:sp>
      <p:sp>
        <p:nvSpPr>
          <p:cNvPr id="68612" name="Rectangle 3">
            <a:extLst>
              <a:ext uri="{FF2B5EF4-FFF2-40B4-BE49-F238E27FC236}">
                <a16:creationId xmlns:a16="http://schemas.microsoft.com/office/drawing/2014/main" id="{B8242F2B-703C-9B62-BA7A-DACE99F474C8}"/>
              </a:ext>
            </a:extLst>
          </p:cNvPr>
          <p:cNvSpPr>
            <a:spLocks noGrp="1" noChangeArrowheads="1"/>
          </p:cNvSpPr>
          <p:nvPr>
            <p:ph type="body" idx="1"/>
          </p:nvPr>
        </p:nvSpPr>
        <p:spPr>
          <a:xfrm>
            <a:off x="457200" y="1066800"/>
            <a:ext cx="8229600" cy="4975900"/>
          </a:xfrm>
        </p:spPr>
        <p:txBody>
          <a:bodyPr/>
          <a:lstStyle/>
          <a:p>
            <a:pPr marL="339725" lvl="1" eaLnBrk="1" hangingPunct="1"/>
            <a:r>
              <a:rPr lang="en-US" altLang="en-US" sz="2200" dirty="0" err="1"/>
              <a:t>Cty</a:t>
            </a:r>
            <a:r>
              <a:rPr lang="en-US" altLang="en-US" sz="2200" dirty="0"/>
              <a:t> </a:t>
            </a:r>
            <a:r>
              <a:rPr lang="en-US" altLang="en-US" sz="2200" dirty="0" err="1"/>
              <a:t>có</a:t>
            </a:r>
            <a:r>
              <a:rPr lang="en-US" altLang="en-US" sz="2200" dirty="0"/>
              <a:t> </a:t>
            </a:r>
            <a:r>
              <a:rPr lang="en-US" altLang="en-US" sz="2200" dirty="0" err="1"/>
              <a:t>nhiều</a:t>
            </a:r>
            <a:r>
              <a:rPr lang="en-US" altLang="en-US" sz="2200" dirty="0"/>
              <a:t> </a:t>
            </a:r>
            <a:r>
              <a:rPr lang="en-US" altLang="en-US" sz="2200" dirty="0" err="1"/>
              <a:t>phòng</a:t>
            </a:r>
            <a:r>
              <a:rPr lang="en-US" altLang="en-US" sz="2200" dirty="0"/>
              <a:t> ban, </a:t>
            </a:r>
            <a:r>
              <a:rPr lang="en-US" altLang="en-US" sz="2200" dirty="0" err="1"/>
              <a:t>mỗi</a:t>
            </a:r>
            <a:r>
              <a:rPr lang="en-US" altLang="en-US" sz="2200" dirty="0"/>
              <a:t> </a:t>
            </a:r>
            <a:r>
              <a:rPr lang="en-US" altLang="en-US" sz="2200" dirty="0" err="1"/>
              <a:t>phòng</a:t>
            </a:r>
            <a:r>
              <a:rPr lang="en-US" altLang="en-US" sz="2200" dirty="0"/>
              <a:t> ban </a:t>
            </a:r>
            <a:r>
              <a:rPr lang="en-US" altLang="en-US" sz="2200" dirty="0" err="1"/>
              <a:t>có</a:t>
            </a:r>
            <a:r>
              <a:rPr lang="en-US" altLang="en-US" sz="2200" dirty="0"/>
              <a:t> </a:t>
            </a:r>
            <a:r>
              <a:rPr lang="en-US" altLang="en-US" sz="2200" dirty="0" err="1"/>
              <a:t>tên</a:t>
            </a:r>
            <a:r>
              <a:rPr lang="en-US" altLang="en-US" sz="2200" dirty="0"/>
              <a:t> </a:t>
            </a:r>
            <a:r>
              <a:rPr lang="en-US" altLang="en-US" sz="2200" dirty="0" err="1"/>
              <a:t>duy</a:t>
            </a:r>
            <a:r>
              <a:rPr lang="en-US" altLang="en-US" sz="2200" dirty="0"/>
              <a:t> </a:t>
            </a:r>
            <a:r>
              <a:rPr lang="en-US" altLang="en-US" sz="2200" dirty="0" err="1"/>
              <a:t>nhất</a:t>
            </a:r>
            <a:r>
              <a:rPr lang="en-US" altLang="en-US" sz="2200" dirty="0"/>
              <a:t>, </a:t>
            </a:r>
            <a:r>
              <a:rPr lang="en-US" altLang="en-US" sz="2200" dirty="0" err="1"/>
              <a:t>mã</a:t>
            </a:r>
            <a:r>
              <a:rPr lang="en-US" altLang="en-US" sz="2200" dirty="0"/>
              <a:t> </a:t>
            </a:r>
            <a:r>
              <a:rPr lang="en-US" altLang="en-US" sz="2200" dirty="0" err="1"/>
              <a:t>phòng</a:t>
            </a:r>
            <a:r>
              <a:rPr lang="en-US" altLang="en-US" sz="2200" dirty="0"/>
              <a:t> </a:t>
            </a:r>
            <a:r>
              <a:rPr lang="en-US" altLang="en-US" sz="2200" dirty="0" err="1"/>
              <a:t>duy</a:t>
            </a:r>
            <a:r>
              <a:rPr lang="en-US" altLang="en-US" sz="2200" dirty="0"/>
              <a:t> </a:t>
            </a:r>
            <a:r>
              <a:rPr lang="en-US" altLang="en-US" sz="2200" dirty="0" err="1"/>
              <a:t>nhất</a:t>
            </a:r>
            <a:r>
              <a:rPr lang="en-US" altLang="en-US" sz="2200" dirty="0"/>
              <a:t>, </a:t>
            </a:r>
            <a:r>
              <a:rPr lang="en-US" altLang="en-US" sz="2200" dirty="0" err="1"/>
              <a:t>một</a:t>
            </a:r>
            <a:r>
              <a:rPr lang="en-US" altLang="en-US" sz="2200" dirty="0"/>
              <a:t> </a:t>
            </a:r>
            <a:r>
              <a:rPr lang="en-US" altLang="en-US" sz="2200" dirty="0" err="1"/>
              <a:t>trưởng</a:t>
            </a:r>
            <a:r>
              <a:rPr lang="en-US" altLang="en-US" sz="2200" dirty="0"/>
              <a:t> </a:t>
            </a:r>
            <a:r>
              <a:rPr lang="en-US" altLang="en-US" sz="2200" dirty="0" err="1"/>
              <a:t>phòng</a:t>
            </a:r>
            <a:r>
              <a:rPr lang="en-US" altLang="en-US" sz="2200" dirty="0"/>
              <a:t> </a:t>
            </a:r>
            <a:r>
              <a:rPr lang="en-US" altLang="en-US" sz="2200" dirty="0" err="1"/>
              <a:t>và</a:t>
            </a:r>
            <a:r>
              <a:rPr lang="en-US" altLang="en-US" sz="2200" dirty="0"/>
              <a:t> </a:t>
            </a:r>
            <a:r>
              <a:rPr lang="en-US" altLang="en-US" sz="2200" dirty="0" err="1"/>
              <a:t>ngày</a:t>
            </a:r>
            <a:r>
              <a:rPr lang="en-US" altLang="en-US" sz="2200" dirty="0"/>
              <a:t> </a:t>
            </a:r>
            <a:r>
              <a:rPr lang="en-US" altLang="en-US" sz="2200" dirty="0" err="1"/>
              <a:t>nhận</a:t>
            </a:r>
            <a:r>
              <a:rPr lang="en-US" altLang="en-US" sz="2200" dirty="0"/>
              <a:t> chức. </a:t>
            </a:r>
            <a:r>
              <a:rPr lang="en-US" altLang="en-US" sz="2200" dirty="0" err="1"/>
              <a:t>Mỗi</a:t>
            </a:r>
            <a:r>
              <a:rPr lang="en-US" altLang="en-US" sz="2200" dirty="0"/>
              <a:t> </a:t>
            </a:r>
            <a:r>
              <a:rPr lang="en-US" altLang="en-US" sz="2200" dirty="0" err="1"/>
              <a:t>phòng</a:t>
            </a:r>
            <a:r>
              <a:rPr lang="en-US" altLang="en-US" sz="2200" dirty="0"/>
              <a:t> ban </a:t>
            </a:r>
            <a:r>
              <a:rPr lang="en-US" altLang="en-US" sz="2200" dirty="0" err="1"/>
              <a:t>có</a:t>
            </a:r>
            <a:r>
              <a:rPr lang="en-US" altLang="en-US" sz="2200" dirty="0"/>
              <a:t> </a:t>
            </a:r>
            <a:r>
              <a:rPr lang="en-US" altLang="en-US" sz="2200" dirty="0" err="1"/>
              <a:t>thể</a:t>
            </a:r>
            <a:r>
              <a:rPr lang="en-US" altLang="en-US" sz="2200" dirty="0"/>
              <a:t> ở </a:t>
            </a:r>
            <a:r>
              <a:rPr lang="en-US" altLang="en-US" sz="2200" dirty="0" err="1"/>
              <a:t>nhiều</a:t>
            </a:r>
            <a:r>
              <a:rPr lang="en-US" altLang="en-US" sz="2200" dirty="0"/>
              <a:t> </a:t>
            </a:r>
            <a:r>
              <a:rPr lang="en-US" altLang="en-US" sz="2200" dirty="0" err="1"/>
              <a:t>địa</a:t>
            </a:r>
            <a:r>
              <a:rPr lang="en-US" altLang="en-US" sz="2200" dirty="0"/>
              <a:t> </a:t>
            </a:r>
            <a:r>
              <a:rPr lang="en-US" altLang="en-US" sz="2200" dirty="0" err="1"/>
              <a:t>điểm</a:t>
            </a:r>
            <a:r>
              <a:rPr lang="en-US" altLang="en-US" sz="2200" dirty="0"/>
              <a:t> </a:t>
            </a:r>
            <a:r>
              <a:rPr lang="en-US" altLang="en-US" sz="2200" dirty="0" err="1"/>
              <a:t>khác</a:t>
            </a:r>
            <a:r>
              <a:rPr lang="en-US" altLang="en-US" sz="2200" dirty="0"/>
              <a:t> </a:t>
            </a:r>
            <a:r>
              <a:rPr lang="en-US" altLang="en-US" sz="2200" dirty="0" err="1"/>
              <a:t>nhau</a:t>
            </a:r>
            <a:r>
              <a:rPr lang="en-US" altLang="en-US" sz="2200" dirty="0"/>
              <a:t>. </a:t>
            </a:r>
            <a:r>
              <a:rPr lang="en-US" altLang="en-US" sz="2200" dirty="0" err="1"/>
              <a:t>Mỗi</a:t>
            </a:r>
            <a:r>
              <a:rPr lang="en-US" altLang="en-US" sz="2200" dirty="0"/>
              <a:t> </a:t>
            </a:r>
            <a:r>
              <a:rPr lang="en-US" altLang="en-US" sz="2200" dirty="0" err="1"/>
              <a:t>địa</a:t>
            </a:r>
            <a:r>
              <a:rPr lang="en-US" altLang="en-US" sz="2200" dirty="0"/>
              <a:t> </a:t>
            </a:r>
            <a:r>
              <a:rPr lang="en-US" altLang="en-US" sz="2200" dirty="0" err="1"/>
              <a:t>điểm</a:t>
            </a:r>
            <a:r>
              <a:rPr lang="en-US" altLang="en-US" sz="2200" dirty="0"/>
              <a:t> </a:t>
            </a:r>
            <a:r>
              <a:rPr lang="en-US" altLang="en-US" sz="2200" dirty="0" err="1"/>
              <a:t>có</a:t>
            </a:r>
            <a:r>
              <a:rPr lang="en-US" altLang="en-US" sz="2200" dirty="0"/>
              <a:t> </a:t>
            </a:r>
            <a:r>
              <a:rPr lang="en-US" altLang="en-US" sz="2200" dirty="0" err="1"/>
              <a:t>mã</a:t>
            </a:r>
            <a:r>
              <a:rPr lang="en-US" altLang="en-US" sz="2200" dirty="0"/>
              <a:t> </a:t>
            </a:r>
            <a:r>
              <a:rPr lang="en-US" altLang="en-US" sz="2200" dirty="0" err="1"/>
              <a:t>số</a:t>
            </a:r>
            <a:r>
              <a:rPr lang="en-US" altLang="en-US" sz="2200" dirty="0"/>
              <a:t> </a:t>
            </a:r>
            <a:r>
              <a:rPr lang="en-US" altLang="en-US" sz="2200" dirty="0" err="1"/>
              <a:t>duy</a:t>
            </a:r>
            <a:r>
              <a:rPr lang="en-US" altLang="en-US" sz="2200" dirty="0"/>
              <a:t> </a:t>
            </a:r>
            <a:r>
              <a:rPr lang="en-US" altLang="en-US" sz="2200" dirty="0" err="1"/>
              <a:t>nhất</a:t>
            </a:r>
            <a:r>
              <a:rPr lang="en-US" altLang="en-US" sz="2200" dirty="0"/>
              <a:t> </a:t>
            </a:r>
            <a:r>
              <a:rPr lang="en-US" altLang="en-US" sz="2200" dirty="0" err="1"/>
              <a:t>và</a:t>
            </a:r>
            <a:r>
              <a:rPr lang="en-US" altLang="en-US" sz="2200" dirty="0"/>
              <a:t> </a:t>
            </a:r>
            <a:r>
              <a:rPr lang="en-US" altLang="en-US" sz="2200" dirty="0" err="1"/>
              <a:t>tên</a:t>
            </a:r>
            <a:r>
              <a:rPr lang="en-US" altLang="en-US" sz="2200" dirty="0"/>
              <a:t> </a:t>
            </a:r>
            <a:r>
              <a:rPr lang="en-US" altLang="en-US" sz="2200" dirty="0" err="1"/>
              <a:t>địa</a:t>
            </a:r>
            <a:r>
              <a:rPr lang="en-US" altLang="en-US" sz="2200" dirty="0"/>
              <a:t> </a:t>
            </a:r>
            <a:r>
              <a:rPr lang="en-US" altLang="en-US" sz="2200" dirty="0" err="1"/>
              <a:t>điểm</a:t>
            </a:r>
            <a:endParaRPr lang="en-US" altLang="en-US" sz="2200" dirty="0"/>
          </a:p>
          <a:p>
            <a:pPr marL="339725" lvl="1" eaLnBrk="1" hangingPunct="1"/>
            <a:r>
              <a:rPr lang="en-US" altLang="en-US" sz="2200" dirty="0" err="1"/>
              <a:t>Đề</a:t>
            </a:r>
            <a:r>
              <a:rPr lang="en-US" altLang="en-US" sz="2200" dirty="0"/>
              <a:t> </a:t>
            </a:r>
            <a:r>
              <a:rPr lang="en-US" altLang="en-US" sz="2200" dirty="0" err="1"/>
              <a:t>án</a:t>
            </a:r>
            <a:r>
              <a:rPr lang="en-US" altLang="en-US" sz="2200" dirty="0"/>
              <a:t> </a:t>
            </a:r>
            <a:r>
              <a:rPr lang="en-US" altLang="en-US" sz="2200" dirty="0" err="1"/>
              <a:t>có</a:t>
            </a:r>
            <a:r>
              <a:rPr lang="en-US" altLang="en-US" sz="2200" dirty="0"/>
              <a:t> </a:t>
            </a:r>
            <a:r>
              <a:rPr lang="en-US" altLang="en-US" sz="2200" dirty="0" err="1"/>
              <a:t>tên</a:t>
            </a:r>
            <a:r>
              <a:rPr lang="en-US" altLang="en-US" sz="2200" dirty="0"/>
              <a:t> </a:t>
            </a:r>
            <a:r>
              <a:rPr lang="en-US" altLang="en-US" sz="2200" dirty="0" err="1"/>
              <a:t>duy</a:t>
            </a:r>
            <a:r>
              <a:rPr lang="en-US" altLang="en-US" sz="2200" dirty="0"/>
              <a:t> </a:t>
            </a:r>
            <a:r>
              <a:rPr lang="en-US" altLang="en-US" sz="2200" dirty="0" err="1"/>
              <a:t>nhất</a:t>
            </a:r>
            <a:r>
              <a:rPr lang="en-US" altLang="en-US" sz="2200" dirty="0"/>
              <a:t>, </a:t>
            </a:r>
            <a:r>
              <a:rPr lang="en-US" altLang="en-US" sz="2200" dirty="0" err="1"/>
              <a:t>mã</a:t>
            </a:r>
            <a:r>
              <a:rPr lang="en-US" altLang="en-US" sz="2200" dirty="0"/>
              <a:t> </a:t>
            </a:r>
            <a:r>
              <a:rPr lang="en-US" altLang="en-US" sz="2200" dirty="0" err="1"/>
              <a:t>duy</a:t>
            </a:r>
            <a:r>
              <a:rPr lang="en-US" altLang="en-US" sz="2200" dirty="0"/>
              <a:t> </a:t>
            </a:r>
            <a:r>
              <a:rPr lang="en-US" altLang="en-US" sz="2200" dirty="0" err="1"/>
              <a:t>nhất</a:t>
            </a:r>
            <a:r>
              <a:rPr lang="en-US" altLang="en-US" sz="2200" dirty="0"/>
              <a:t>, do 1 </a:t>
            </a:r>
            <a:r>
              <a:rPr lang="en-US" altLang="en-US" sz="2200" dirty="0" err="1"/>
              <a:t>một</a:t>
            </a:r>
            <a:r>
              <a:rPr lang="en-US" altLang="en-US" sz="2200" dirty="0"/>
              <a:t> </a:t>
            </a:r>
            <a:r>
              <a:rPr lang="en-US" altLang="en-US" sz="2200" dirty="0" err="1"/>
              <a:t>phòng</a:t>
            </a:r>
            <a:r>
              <a:rPr lang="en-US" altLang="en-US" sz="2200" dirty="0"/>
              <a:t> ban </a:t>
            </a:r>
            <a:r>
              <a:rPr lang="en-US" altLang="en-US" sz="2200" dirty="0" err="1"/>
              <a:t>chủ</a:t>
            </a:r>
            <a:r>
              <a:rPr lang="en-US" altLang="en-US" sz="2200" dirty="0"/>
              <a:t> </a:t>
            </a:r>
            <a:r>
              <a:rPr lang="en-US" altLang="en-US" sz="2200" dirty="0" err="1"/>
              <a:t>trì</a:t>
            </a:r>
            <a:r>
              <a:rPr lang="en-US" altLang="en-US" sz="2200" dirty="0"/>
              <a:t> </a:t>
            </a:r>
            <a:r>
              <a:rPr lang="en-US" altLang="en-US" sz="2200" dirty="0" err="1"/>
              <a:t>và</a:t>
            </a:r>
            <a:r>
              <a:rPr lang="en-US" altLang="en-US" sz="2200" dirty="0"/>
              <a:t> </a:t>
            </a:r>
            <a:r>
              <a:rPr lang="en-US" altLang="en-US" sz="2200" dirty="0" err="1"/>
              <a:t>được</a:t>
            </a:r>
            <a:r>
              <a:rPr lang="en-US" altLang="en-US" sz="2200" dirty="0"/>
              <a:t> </a:t>
            </a:r>
            <a:r>
              <a:rPr lang="en-US" altLang="en-US" sz="2200" dirty="0" err="1"/>
              <a:t>triển</a:t>
            </a:r>
            <a:r>
              <a:rPr lang="en-US" altLang="en-US" sz="2200" dirty="0"/>
              <a:t> </a:t>
            </a:r>
            <a:r>
              <a:rPr lang="en-US" altLang="en-US" sz="2200" dirty="0" err="1"/>
              <a:t>khai</a:t>
            </a:r>
            <a:r>
              <a:rPr lang="en-US" altLang="en-US" sz="2200" dirty="0"/>
              <a:t> ở 1 </a:t>
            </a:r>
            <a:r>
              <a:rPr lang="en-US" altLang="en-US" sz="2200" dirty="0" err="1"/>
              <a:t>địa</a:t>
            </a:r>
            <a:r>
              <a:rPr lang="en-US" altLang="en-US" sz="2200" dirty="0"/>
              <a:t> </a:t>
            </a:r>
            <a:r>
              <a:rPr lang="en-US" altLang="en-US" sz="2200" dirty="0" err="1"/>
              <a:t>điểm</a:t>
            </a:r>
            <a:endParaRPr lang="en-US" altLang="en-US" sz="2200" dirty="0"/>
          </a:p>
          <a:p>
            <a:pPr marL="339725" lvl="1" eaLnBrk="1" hangingPunct="1"/>
            <a:r>
              <a:rPr lang="en-US" altLang="en-US" sz="2200" dirty="0" err="1"/>
              <a:t>Nhân</a:t>
            </a:r>
            <a:r>
              <a:rPr lang="en-US" altLang="en-US" sz="2200" dirty="0"/>
              <a:t> </a:t>
            </a:r>
            <a:r>
              <a:rPr lang="en-US" altLang="en-US" sz="2200" dirty="0" err="1"/>
              <a:t>viên</a:t>
            </a:r>
            <a:r>
              <a:rPr lang="en-US" altLang="en-US" sz="2200" dirty="0"/>
              <a:t> </a:t>
            </a:r>
            <a:r>
              <a:rPr lang="en-US" altLang="en-US" sz="2200" dirty="0" err="1"/>
              <a:t>có</a:t>
            </a:r>
            <a:r>
              <a:rPr lang="en-US" altLang="en-US" sz="2200" dirty="0"/>
              <a:t> </a:t>
            </a:r>
            <a:r>
              <a:rPr lang="en-US" altLang="en-US" sz="2200" dirty="0" err="1"/>
              <a:t>mã</a:t>
            </a:r>
            <a:r>
              <a:rPr lang="en-US" altLang="en-US" sz="2200" dirty="0"/>
              <a:t> </a:t>
            </a:r>
            <a:r>
              <a:rPr lang="en-US" altLang="en-US" sz="2200" dirty="0" err="1"/>
              <a:t>số</a:t>
            </a:r>
            <a:r>
              <a:rPr lang="en-US" altLang="en-US" sz="2200" dirty="0"/>
              <a:t>, </a:t>
            </a:r>
            <a:r>
              <a:rPr lang="en-US" altLang="en-US" sz="2200" dirty="0" err="1"/>
              <a:t>tên</a:t>
            </a:r>
            <a:r>
              <a:rPr lang="en-US" altLang="en-US" sz="2200" dirty="0"/>
              <a:t>, </a:t>
            </a:r>
            <a:r>
              <a:rPr lang="en-US" altLang="en-US" sz="2200" dirty="0" err="1"/>
              <a:t>địa</a:t>
            </a:r>
            <a:r>
              <a:rPr lang="en-US" altLang="en-US" sz="2200" dirty="0"/>
              <a:t> </a:t>
            </a:r>
            <a:r>
              <a:rPr lang="en-US" altLang="en-US" sz="2200" dirty="0" err="1"/>
              <a:t>chỉ</a:t>
            </a:r>
            <a:r>
              <a:rPr lang="en-US" altLang="en-US" sz="2200" dirty="0"/>
              <a:t>, </a:t>
            </a:r>
            <a:r>
              <a:rPr lang="en-US" altLang="en-US" sz="2200" dirty="0" err="1"/>
              <a:t>ngày</a:t>
            </a:r>
            <a:r>
              <a:rPr lang="en-US" altLang="en-US" sz="2200" dirty="0"/>
              <a:t> </a:t>
            </a:r>
            <a:r>
              <a:rPr lang="en-US" altLang="en-US" sz="2200" dirty="0" err="1"/>
              <a:t>sinh</a:t>
            </a:r>
            <a:r>
              <a:rPr lang="en-US" altLang="en-US" sz="2200" dirty="0"/>
              <a:t>, </a:t>
            </a:r>
            <a:r>
              <a:rPr lang="en-US" altLang="en-US" sz="2200" dirty="0" err="1"/>
              <a:t>phái</a:t>
            </a:r>
            <a:r>
              <a:rPr lang="en-US" altLang="en-US" sz="2200" dirty="0"/>
              <a:t> </a:t>
            </a:r>
            <a:r>
              <a:rPr lang="en-US" altLang="en-US" sz="2200" dirty="0" err="1"/>
              <a:t>và</a:t>
            </a:r>
            <a:r>
              <a:rPr lang="en-US" altLang="en-US" sz="2200" dirty="0"/>
              <a:t> </a:t>
            </a:r>
            <a:r>
              <a:rPr lang="en-US" altLang="en-US" sz="2200" dirty="0" err="1"/>
              <a:t>lương</a:t>
            </a:r>
            <a:r>
              <a:rPr lang="en-US" altLang="en-US" sz="2200" dirty="0"/>
              <a:t>. </a:t>
            </a:r>
            <a:r>
              <a:rPr lang="en-US" altLang="en-US" sz="2200" dirty="0" err="1"/>
              <a:t>Mỗi</a:t>
            </a:r>
            <a:r>
              <a:rPr lang="en-US" altLang="en-US" sz="2200" dirty="0"/>
              <a:t> </a:t>
            </a:r>
            <a:r>
              <a:rPr lang="en-US" altLang="en-US" sz="2200" dirty="0" err="1"/>
              <a:t>nhân</a:t>
            </a:r>
            <a:r>
              <a:rPr lang="en-US" altLang="en-US" sz="2200" dirty="0"/>
              <a:t> </a:t>
            </a:r>
            <a:r>
              <a:rPr lang="en-US" altLang="en-US" sz="2200" dirty="0" err="1"/>
              <a:t>viên</a:t>
            </a:r>
            <a:r>
              <a:rPr lang="en-US" altLang="en-US" sz="2200" dirty="0"/>
              <a:t> </a:t>
            </a:r>
            <a:r>
              <a:rPr lang="en-US" altLang="en-US" sz="2200" dirty="0" err="1"/>
              <a:t>làm</a:t>
            </a:r>
            <a:r>
              <a:rPr lang="en-US" altLang="en-US" sz="2200" dirty="0"/>
              <a:t> </a:t>
            </a:r>
            <a:r>
              <a:rPr lang="en-US" altLang="en-US" sz="2200" dirty="0" err="1"/>
              <a:t>việc</a:t>
            </a:r>
            <a:r>
              <a:rPr lang="en-US" altLang="en-US" sz="2200" dirty="0"/>
              <a:t> ở 1 </a:t>
            </a:r>
            <a:r>
              <a:rPr lang="en-US" altLang="en-US" sz="2200" dirty="0" err="1"/>
              <a:t>phòng</a:t>
            </a:r>
            <a:r>
              <a:rPr lang="en-US" altLang="en-US" sz="2200" dirty="0"/>
              <a:t> ban, </a:t>
            </a:r>
            <a:r>
              <a:rPr lang="en-US" altLang="en-US" sz="2200" dirty="0" err="1"/>
              <a:t>tham</a:t>
            </a:r>
            <a:r>
              <a:rPr lang="en-US" altLang="en-US" sz="2200" dirty="0"/>
              <a:t> </a:t>
            </a:r>
            <a:r>
              <a:rPr lang="en-US" altLang="en-US" sz="2200" dirty="0" err="1"/>
              <a:t>gia</a:t>
            </a:r>
            <a:r>
              <a:rPr lang="en-US" altLang="en-US" sz="2200" dirty="0"/>
              <a:t> </a:t>
            </a:r>
            <a:r>
              <a:rPr lang="en-US" altLang="en-US" sz="2200" dirty="0" err="1"/>
              <a:t>vào</a:t>
            </a:r>
            <a:r>
              <a:rPr lang="en-US" altLang="en-US" sz="2200" dirty="0"/>
              <a:t> </a:t>
            </a:r>
            <a:r>
              <a:rPr lang="en-US" altLang="en-US" sz="2200" dirty="0" err="1"/>
              <a:t>các</a:t>
            </a:r>
            <a:r>
              <a:rPr lang="en-US" altLang="en-US" sz="2200" dirty="0"/>
              <a:t> </a:t>
            </a:r>
            <a:r>
              <a:rPr lang="en-US" altLang="en-US" sz="2200" dirty="0" err="1"/>
              <a:t>đề</a:t>
            </a:r>
            <a:r>
              <a:rPr lang="en-US" altLang="en-US" sz="2200" dirty="0"/>
              <a:t> </a:t>
            </a:r>
            <a:r>
              <a:rPr lang="en-US" altLang="en-US" sz="2200" dirty="0" err="1"/>
              <a:t>án</a:t>
            </a:r>
            <a:r>
              <a:rPr lang="en-US" altLang="en-US" sz="2200" dirty="0"/>
              <a:t> </a:t>
            </a:r>
            <a:r>
              <a:rPr lang="en-US" altLang="en-US" sz="2200" dirty="0" err="1"/>
              <a:t>với</a:t>
            </a:r>
            <a:r>
              <a:rPr lang="en-US" altLang="en-US" sz="2200" dirty="0"/>
              <a:t> </a:t>
            </a:r>
            <a:r>
              <a:rPr lang="en-US" altLang="en-US" sz="2200" dirty="0" err="1"/>
              <a:t>số</a:t>
            </a:r>
            <a:r>
              <a:rPr lang="en-US" altLang="en-US" sz="2200" dirty="0"/>
              <a:t> </a:t>
            </a:r>
            <a:r>
              <a:rPr lang="en-US" altLang="en-US" sz="2200" dirty="0" err="1"/>
              <a:t>giờ</a:t>
            </a:r>
            <a:r>
              <a:rPr lang="en-US" altLang="en-US" sz="2200" dirty="0"/>
              <a:t> </a:t>
            </a:r>
            <a:r>
              <a:rPr lang="en-US" altLang="en-US" sz="2200" dirty="0" err="1"/>
              <a:t>làm</a:t>
            </a:r>
            <a:r>
              <a:rPr lang="en-US" altLang="en-US" sz="2200" dirty="0"/>
              <a:t> </a:t>
            </a:r>
            <a:r>
              <a:rPr lang="en-US" altLang="en-US" sz="2200" dirty="0" err="1"/>
              <a:t>việc</a:t>
            </a:r>
            <a:r>
              <a:rPr lang="en-US" altLang="en-US" sz="2200" dirty="0"/>
              <a:t> </a:t>
            </a:r>
            <a:r>
              <a:rPr lang="en-US" altLang="en-US" sz="2200" dirty="0" err="1"/>
              <a:t>khác</a:t>
            </a:r>
            <a:r>
              <a:rPr lang="en-US" altLang="en-US" sz="2200" dirty="0"/>
              <a:t> </a:t>
            </a:r>
            <a:r>
              <a:rPr lang="en-US" altLang="en-US" sz="2200" dirty="0" err="1"/>
              <a:t>nhau</a:t>
            </a:r>
            <a:r>
              <a:rPr lang="en-US" altLang="en-US" sz="2200" dirty="0"/>
              <a:t>. </a:t>
            </a:r>
            <a:r>
              <a:rPr lang="en-US" altLang="en-US" sz="2200" dirty="0" err="1"/>
              <a:t>Mỗi</a:t>
            </a:r>
            <a:r>
              <a:rPr lang="en-US" altLang="en-US" sz="2200" dirty="0"/>
              <a:t> </a:t>
            </a:r>
            <a:r>
              <a:rPr lang="en-US" altLang="en-US" sz="2200" dirty="0" err="1"/>
              <a:t>nhân</a:t>
            </a:r>
            <a:r>
              <a:rPr lang="en-US" altLang="en-US" sz="2200" dirty="0"/>
              <a:t> </a:t>
            </a:r>
            <a:r>
              <a:rPr lang="en-US" altLang="en-US" sz="2200" dirty="0" err="1"/>
              <a:t>viên</a:t>
            </a:r>
            <a:r>
              <a:rPr lang="en-US" altLang="en-US" sz="2200" dirty="0"/>
              <a:t> </a:t>
            </a:r>
            <a:r>
              <a:rPr lang="en-US" altLang="en-US" sz="2200" dirty="0" err="1"/>
              <a:t>đều</a:t>
            </a:r>
            <a:r>
              <a:rPr lang="en-US" altLang="en-US" sz="2200" dirty="0"/>
              <a:t> </a:t>
            </a:r>
            <a:r>
              <a:rPr lang="en-US" altLang="en-US" sz="2200" dirty="0" err="1"/>
              <a:t>có</a:t>
            </a:r>
            <a:r>
              <a:rPr lang="en-US" altLang="en-US" sz="2200" dirty="0"/>
              <a:t> </a:t>
            </a:r>
            <a:r>
              <a:rPr lang="en-US" altLang="en-US" sz="2200" dirty="0" err="1"/>
              <a:t>một</a:t>
            </a:r>
            <a:r>
              <a:rPr lang="en-US" altLang="en-US" sz="2200" dirty="0"/>
              <a:t> </a:t>
            </a:r>
            <a:r>
              <a:rPr lang="en-US" altLang="en-US" sz="2200" dirty="0" err="1"/>
              <a:t>người</a:t>
            </a:r>
            <a:r>
              <a:rPr lang="en-US" altLang="en-US" sz="2200" dirty="0"/>
              <a:t> </a:t>
            </a:r>
            <a:r>
              <a:rPr lang="en-US" altLang="en-US" sz="2200" dirty="0" err="1"/>
              <a:t>quản</a:t>
            </a:r>
            <a:r>
              <a:rPr lang="en-US" altLang="en-US" sz="2200" dirty="0"/>
              <a:t> </a:t>
            </a:r>
            <a:r>
              <a:rPr lang="en-US" altLang="en-US" sz="2200" dirty="0" err="1"/>
              <a:t>lý</a:t>
            </a:r>
            <a:r>
              <a:rPr lang="en-US" altLang="en-US" sz="2200" dirty="0"/>
              <a:t> </a:t>
            </a:r>
            <a:r>
              <a:rPr lang="en-US" altLang="en-US" sz="2200" dirty="0" err="1"/>
              <a:t>trực</a:t>
            </a:r>
            <a:r>
              <a:rPr lang="en-US" altLang="en-US" sz="2200" dirty="0"/>
              <a:t> </a:t>
            </a:r>
            <a:r>
              <a:rPr lang="en-US" altLang="en-US" sz="2200" dirty="0" err="1"/>
              <a:t>tiếp</a:t>
            </a:r>
            <a:endParaRPr lang="en-US" altLang="en-US" sz="2200" dirty="0"/>
          </a:p>
          <a:p>
            <a:pPr marL="339725" lvl="1" eaLnBrk="1" hangingPunct="1"/>
            <a:r>
              <a:rPr lang="en-US" altLang="en-US" sz="2200" dirty="0" err="1"/>
              <a:t>Một</a:t>
            </a:r>
            <a:r>
              <a:rPr lang="en-US" altLang="en-US" sz="2200" dirty="0"/>
              <a:t> </a:t>
            </a:r>
            <a:r>
              <a:rPr lang="en-US" altLang="en-US" sz="2200" dirty="0" err="1"/>
              <a:t>nhân</a:t>
            </a:r>
            <a:r>
              <a:rPr lang="en-US" altLang="en-US" sz="2200" dirty="0"/>
              <a:t> </a:t>
            </a:r>
            <a:r>
              <a:rPr lang="en-US" altLang="en-US" sz="2200" dirty="0" err="1"/>
              <a:t>viên</a:t>
            </a:r>
            <a:r>
              <a:rPr lang="en-US" altLang="en-US" sz="2200" dirty="0"/>
              <a:t> </a:t>
            </a:r>
            <a:r>
              <a:rPr lang="en-US" altLang="en-US" sz="2200" dirty="0" err="1"/>
              <a:t>có</a:t>
            </a:r>
            <a:r>
              <a:rPr lang="en-US" altLang="en-US" sz="2200" dirty="0"/>
              <a:t> </a:t>
            </a:r>
            <a:r>
              <a:rPr lang="en-US" altLang="en-US" sz="2200" dirty="0" err="1"/>
              <a:t>thể</a:t>
            </a:r>
            <a:r>
              <a:rPr lang="en-US" altLang="en-US" sz="2200" dirty="0"/>
              <a:t> </a:t>
            </a:r>
            <a:r>
              <a:rPr lang="en-US" altLang="en-US" sz="2200" dirty="0" err="1"/>
              <a:t>có</a:t>
            </a:r>
            <a:r>
              <a:rPr lang="en-US" altLang="en-US" sz="2200" dirty="0"/>
              <a:t> </a:t>
            </a:r>
            <a:r>
              <a:rPr lang="en-US" altLang="en-US" sz="2200" dirty="0" err="1"/>
              <a:t>nhiều</a:t>
            </a:r>
            <a:r>
              <a:rPr lang="en-US" altLang="en-US" sz="2200" dirty="0"/>
              <a:t> </a:t>
            </a:r>
            <a:r>
              <a:rPr lang="en-US" altLang="en-US" sz="2200" dirty="0" err="1"/>
              <a:t>thân</a:t>
            </a:r>
            <a:r>
              <a:rPr lang="en-US" altLang="en-US" sz="2200" dirty="0"/>
              <a:t> </a:t>
            </a:r>
            <a:r>
              <a:rPr lang="en-US" altLang="en-US" sz="2200" dirty="0" err="1"/>
              <a:t>nhân làm việc trong cùng công ty</a:t>
            </a:r>
            <a:r>
              <a:rPr lang="en-US" altLang="en-US" sz="2200" dirty="0"/>
              <a:t>. </a:t>
            </a:r>
            <a:r>
              <a:rPr lang="en-US" altLang="en-US" sz="2200" dirty="0" err="1"/>
              <a:t>Mỗi</a:t>
            </a:r>
            <a:r>
              <a:rPr lang="en-US" altLang="en-US" sz="2200" dirty="0"/>
              <a:t> </a:t>
            </a:r>
            <a:r>
              <a:rPr lang="en-US" altLang="en-US" sz="2200" dirty="0" err="1"/>
              <a:t>thân</a:t>
            </a:r>
            <a:r>
              <a:rPr lang="en-US" altLang="en-US" sz="2200" dirty="0"/>
              <a:t> </a:t>
            </a:r>
            <a:r>
              <a:rPr lang="en-US" altLang="en-US" sz="2200" dirty="0" err="1"/>
              <a:t>nhân</a:t>
            </a:r>
            <a:r>
              <a:rPr lang="en-US" altLang="en-US" sz="2200" dirty="0"/>
              <a:t> </a:t>
            </a:r>
            <a:r>
              <a:rPr lang="en-US" altLang="en-US" sz="2200" dirty="0" err="1"/>
              <a:t>có</a:t>
            </a:r>
            <a:r>
              <a:rPr lang="en-US" altLang="en-US" sz="2200" dirty="0"/>
              <a:t> </a:t>
            </a:r>
            <a:r>
              <a:rPr lang="en-US" altLang="en-US" sz="2200" dirty="0" err="1"/>
              <a:t>tên</a:t>
            </a:r>
            <a:r>
              <a:rPr lang="en-US" altLang="en-US" sz="2200" dirty="0"/>
              <a:t>, </a:t>
            </a:r>
            <a:r>
              <a:rPr lang="en-US" altLang="en-US" sz="2200" dirty="0" err="1"/>
              <a:t>phái</a:t>
            </a:r>
            <a:r>
              <a:rPr lang="en-US" altLang="en-US" sz="2200" dirty="0"/>
              <a:t>, </a:t>
            </a:r>
            <a:r>
              <a:rPr lang="en-US" altLang="en-US" sz="2200" dirty="0" err="1"/>
              <a:t>ngày</a:t>
            </a:r>
            <a:r>
              <a:rPr lang="en-US" altLang="en-US" sz="2200" dirty="0"/>
              <a:t> </a:t>
            </a:r>
            <a:r>
              <a:rPr lang="en-US" altLang="en-US" sz="2200" dirty="0" err="1"/>
              <a:t>sinh</a:t>
            </a:r>
            <a:r>
              <a:rPr lang="en-US" altLang="en-US" sz="2200" dirty="0"/>
              <a:t> </a:t>
            </a:r>
            <a:r>
              <a:rPr lang="en-US" altLang="en-US" sz="2200" dirty="0" err="1"/>
              <a:t>và</a:t>
            </a:r>
            <a:r>
              <a:rPr lang="en-US" altLang="en-US" sz="2200" dirty="0"/>
              <a:t> </a:t>
            </a:r>
            <a:r>
              <a:rPr lang="en-US" altLang="en-US" sz="2200" dirty="0" err="1"/>
              <a:t>mối</a:t>
            </a:r>
            <a:r>
              <a:rPr lang="en-US" altLang="en-US" sz="2200" dirty="0"/>
              <a:t> </a:t>
            </a:r>
            <a:r>
              <a:rPr lang="en-US" altLang="en-US" sz="2200" dirty="0" err="1"/>
              <a:t>quan</a:t>
            </a:r>
            <a:r>
              <a:rPr lang="en-US" altLang="en-US" sz="2200" dirty="0"/>
              <a:t> </a:t>
            </a:r>
            <a:r>
              <a:rPr lang="en-US" altLang="en-US" sz="2200" dirty="0" err="1"/>
              <a:t>hệ</a:t>
            </a:r>
            <a:r>
              <a:rPr lang="en-US" altLang="en-US" sz="2200" dirty="0"/>
              <a:t> </a:t>
            </a:r>
            <a:r>
              <a:rPr lang="en-US" altLang="en-US" sz="2200" dirty="0" err="1"/>
              <a:t>với</a:t>
            </a:r>
            <a:r>
              <a:rPr lang="en-US" altLang="en-US" sz="2200" dirty="0"/>
              <a:t> </a:t>
            </a:r>
            <a:r>
              <a:rPr lang="en-US" altLang="en-US" sz="2200" dirty="0" err="1"/>
              <a:t>nhân</a:t>
            </a:r>
            <a:r>
              <a:rPr lang="en-US" altLang="en-US" sz="2200" dirty="0"/>
              <a:t> </a:t>
            </a:r>
            <a:r>
              <a:rPr lang="en-US" altLang="en-US" sz="2200" dirty="0" err="1"/>
              <a:t>viên</a:t>
            </a:r>
            <a:r>
              <a:rPr lang="en-US" altLang="en-US" sz="2200" dirty="0"/>
              <a:t> </a:t>
            </a:r>
            <a:r>
              <a:rPr lang="en-US" altLang="en-US" sz="2200" dirty="0" err="1"/>
              <a:t>đó</a:t>
            </a:r>
          </a:p>
          <a:p>
            <a:pPr marL="14287" lvl="1" indent="0" algn="ctr" eaLnBrk="1" hangingPunct="1">
              <a:buNone/>
            </a:pPr>
            <a:r>
              <a:rPr lang="en-US" altLang="en-US" sz="3000" b="1" dirty="0" err="1">
                <a:solidFill>
                  <a:srgbClr val="FF0000"/>
                </a:solidFill>
              </a:rPr>
              <a:t>Thực hiện các bước như VD1</a:t>
            </a:r>
            <a:endParaRPr lang="en-US" altLang="en-US" sz="3000" b="1" dirty="0">
              <a:solidFill>
                <a:srgbClr val="FF0000"/>
              </a:solidFill>
            </a:endParaRPr>
          </a:p>
        </p:txBody>
      </p:sp>
    </p:spTree>
    <p:extLst>
      <p:ext uri="{BB962C8B-B14F-4D97-AF65-F5344CB8AC3E}">
        <p14:creationId xmlns:p14="http://schemas.microsoft.com/office/powerpoint/2010/main" val="31710367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782D05-4DC5-4381-9A0C-F911841422E3}"/>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68610" name="Slide Number Placeholder 5">
            <a:extLst>
              <a:ext uri="{FF2B5EF4-FFF2-40B4-BE49-F238E27FC236}">
                <a16:creationId xmlns:a16="http://schemas.microsoft.com/office/drawing/2014/main" id="{F3A332CA-330D-4F3E-ABA2-15B39EF8AB9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D1FB49AE-4D42-4AEF-B4D1-6A9C4954BA6E}" type="slidenum">
              <a:rPr lang="en-US" altLang="en-US">
                <a:latin typeface="Arial" panose="020B0604020202020204" pitchFamily="34" charset="0"/>
              </a:rPr>
              <a:pPr/>
              <a:t>44</a:t>
            </a:fld>
            <a:endParaRPr lang="en-US" altLang="en-US">
              <a:latin typeface="Arial" panose="020B0604020202020204" pitchFamily="34" charset="0"/>
            </a:endParaRPr>
          </a:p>
        </p:txBody>
      </p:sp>
      <p:sp>
        <p:nvSpPr>
          <p:cNvPr id="68611" name="Rectangle 2">
            <a:extLst>
              <a:ext uri="{FF2B5EF4-FFF2-40B4-BE49-F238E27FC236}">
                <a16:creationId xmlns:a16="http://schemas.microsoft.com/office/drawing/2014/main" id="{720C0439-4E3C-4341-BA2D-201EA003E72E}"/>
              </a:ext>
            </a:extLst>
          </p:cNvPr>
          <p:cNvSpPr>
            <a:spLocks noGrp="1" noChangeArrowheads="1"/>
          </p:cNvSpPr>
          <p:nvPr>
            <p:ph type="title"/>
          </p:nvPr>
        </p:nvSpPr>
        <p:spPr>
          <a:xfrm>
            <a:off x="457200" y="354013"/>
            <a:ext cx="8229600" cy="620712"/>
          </a:xfrm>
        </p:spPr>
        <p:txBody>
          <a:bodyPr/>
          <a:lstStyle/>
          <a:p>
            <a:pPr eaLnBrk="1" hangingPunct="1"/>
            <a:r>
              <a:rPr lang="en-US" altLang="en-US" sz="3500"/>
              <a:t>VD2 ‘Quản lý đề án công ty’</a:t>
            </a:r>
          </a:p>
        </p:txBody>
      </p:sp>
      <p:sp>
        <p:nvSpPr>
          <p:cNvPr id="68612" name="Rectangle 3">
            <a:extLst>
              <a:ext uri="{FF2B5EF4-FFF2-40B4-BE49-F238E27FC236}">
                <a16:creationId xmlns:a16="http://schemas.microsoft.com/office/drawing/2014/main" id="{41AD67F2-9F84-4002-A91B-5D1DBF366E86}"/>
              </a:ext>
            </a:extLst>
          </p:cNvPr>
          <p:cNvSpPr>
            <a:spLocks noGrp="1" noChangeArrowheads="1"/>
          </p:cNvSpPr>
          <p:nvPr>
            <p:ph type="body" idx="1"/>
          </p:nvPr>
        </p:nvSpPr>
        <p:spPr>
          <a:xfrm>
            <a:off x="457200" y="1653500"/>
            <a:ext cx="8229600" cy="4975900"/>
          </a:xfrm>
        </p:spPr>
        <p:txBody>
          <a:bodyPr/>
          <a:lstStyle/>
          <a:p>
            <a:pPr marL="339725" lvl="1" eaLnBrk="1" hangingPunct="1"/>
            <a:r>
              <a:rPr lang="en-US" altLang="en-US" sz="2200" dirty="0" err="1"/>
              <a:t>Cty</a:t>
            </a:r>
            <a:r>
              <a:rPr lang="en-US" altLang="en-US" sz="2200" dirty="0"/>
              <a:t> </a:t>
            </a:r>
            <a:r>
              <a:rPr lang="en-US" altLang="en-US" sz="2200" dirty="0" err="1"/>
              <a:t>có</a:t>
            </a:r>
            <a:r>
              <a:rPr lang="en-US" altLang="en-US" sz="2200" dirty="0"/>
              <a:t> </a:t>
            </a:r>
            <a:r>
              <a:rPr lang="en-US" altLang="en-US" sz="2200" dirty="0" err="1"/>
              <a:t>nhiều</a:t>
            </a:r>
            <a:r>
              <a:rPr lang="en-US" altLang="en-US" sz="2200" dirty="0"/>
              <a:t> </a:t>
            </a:r>
            <a:r>
              <a:rPr lang="en-US" altLang="en-US" sz="2200" dirty="0" err="1"/>
              <a:t>phòng</a:t>
            </a:r>
            <a:r>
              <a:rPr lang="en-US" altLang="en-US" sz="2200" dirty="0"/>
              <a:t> ban, </a:t>
            </a:r>
            <a:r>
              <a:rPr lang="en-US" altLang="en-US" sz="2200" dirty="0" err="1"/>
              <a:t>mỗi</a:t>
            </a:r>
            <a:r>
              <a:rPr lang="en-US" altLang="en-US" sz="2200" dirty="0"/>
              <a:t> </a:t>
            </a:r>
            <a:r>
              <a:rPr lang="en-US" altLang="en-US" sz="2200" dirty="0" err="1"/>
              <a:t>phòng</a:t>
            </a:r>
            <a:r>
              <a:rPr lang="en-US" altLang="en-US" sz="2200" dirty="0"/>
              <a:t> ban </a:t>
            </a:r>
            <a:r>
              <a:rPr lang="en-US" altLang="en-US" sz="2200" dirty="0" err="1"/>
              <a:t>có</a:t>
            </a:r>
            <a:r>
              <a:rPr lang="en-US" altLang="en-US" sz="2200" dirty="0"/>
              <a:t> </a:t>
            </a:r>
            <a:r>
              <a:rPr lang="en-US" altLang="en-US" sz="2200" dirty="0" err="1"/>
              <a:t>tên</a:t>
            </a:r>
            <a:r>
              <a:rPr lang="en-US" altLang="en-US" sz="2200" dirty="0"/>
              <a:t> </a:t>
            </a:r>
            <a:r>
              <a:rPr lang="en-US" altLang="en-US" sz="2200" dirty="0" err="1"/>
              <a:t>duy</a:t>
            </a:r>
            <a:r>
              <a:rPr lang="en-US" altLang="en-US" sz="2200" dirty="0"/>
              <a:t> </a:t>
            </a:r>
            <a:r>
              <a:rPr lang="en-US" altLang="en-US" sz="2200" dirty="0" err="1"/>
              <a:t>nhất</a:t>
            </a:r>
            <a:r>
              <a:rPr lang="en-US" altLang="en-US" sz="2200" dirty="0"/>
              <a:t>, </a:t>
            </a:r>
            <a:r>
              <a:rPr lang="en-US" altLang="en-US" sz="2200" dirty="0" err="1"/>
              <a:t>mã</a:t>
            </a:r>
            <a:r>
              <a:rPr lang="en-US" altLang="en-US" sz="2200" dirty="0"/>
              <a:t> </a:t>
            </a:r>
            <a:r>
              <a:rPr lang="en-US" altLang="en-US" sz="2200" dirty="0" err="1"/>
              <a:t>phòng</a:t>
            </a:r>
            <a:r>
              <a:rPr lang="en-US" altLang="en-US" sz="2200" dirty="0"/>
              <a:t> </a:t>
            </a:r>
            <a:r>
              <a:rPr lang="en-US" altLang="en-US" sz="2200" dirty="0" err="1"/>
              <a:t>duy</a:t>
            </a:r>
            <a:r>
              <a:rPr lang="en-US" altLang="en-US" sz="2200" dirty="0"/>
              <a:t> </a:t>
            </a:r>
            <a:r>
              <a:rPr lang="en-US" altLang="en-US" sz="2200" dirty="0" err="1"/>
              <a:t>nhất</a:t>
            </a:r>
            <a:r>
              <a:rPr lang="en-US" altLang="en-US" sz="2200" dirty="0"/>
              <a:t>, </a:t>
            </a:r>
            <a:r>
              <a:rPr lang="en-US" altLang="en-US" sz="2200" dirty="0" err="1"/>
              <a:t>một</a:t>
            </a:r>
            <a:r>
              <a:rPr lang="en-US" altLang="en-US" sz="2200" dirty="0"/>
              <a:t> </a:t>
            </a:r>
            <a:r>
              <a:rPr lang="en-US" altLang="en-US" sz="2200" dirty="0" err="1"/>
              <a:t>trưởng</a:t>
            </a:r>
            <a:r>
              <a:rPr lang="en-US" altLang="en-US" sz="2200" dirty="0"/>
              <a:t> </a:t>
            </a:r>
            <a:r>
              <a:rPr lang="en-US" altLang="en-US" sz="2200" dirty="0" err="1"/>
              <a:t>phòng</a:t>
            </a:r>
            <a:r>
              <a:rPr lang="en-US" altLang="en-US" sz="2200" dirty="0"/>
              <a:t> </a:t>
            </a:r>
            <a:r>
              <a:rPr lang="en-US" altLang="en-US" sz="2200" dirty="0" err="1"/>
              <a:t>và</a:t>
            </a:r>
            <a:r>
              <a:rPr lang="en-US" altLang="en-US" sz="2200" dirty="0"/>
              <a:t> </a:t>
            </a:r>
            <a:r>
              <a:rPr lang="en-US" altLang="en-US" sz="2200" dirty="0" err="1"/>
              <a:t>ngày</a:t>
            </a:r>
            <a:r>
              <a:rPr lang="en-US" altLang="en-US" sz="2200" dirty="0"/>
              <a:t> </a:t>
            </a:r>
            <a:r>
              <a:rPr lang="en-US" altLang="en-US" sz="2200" dirty="0" err="1"/>
              <a:t>nhận</a:t>
            </a:r>
            <a:r>
              <a:rPr lang="en-US" altLang="en-US" sz="2200" dirty="0"/>
              <a:t> chức. </a:t>
            </a:r>
            <a:r>
              <a:rPr lang="en-US" altLang="en-US" sz="2200" dirty="0" err="1"/>
              <a:t>Mỗi</a:t>
            </a:r>
            <a:r>
              <a:rPr lang="en-US" altLang="en-US" sz="2200" dirty="0"/>
              <a:t> </a:t>
            </a:r>
            <a:r>
              <a:rPr lang="en-US" altLang="en-US" sz="2200" dirty="0" err="1"/>
              <a:t>phòng</a:t>
            </a:r>
            <a:r>
              <a:rPr lang="en-US" altLang="en-US" sz="2200" dirty="0"/>
              <a:t> ban </a:t>
            </a:r>
            <a:r>
              <a:rPr lang="en-US" altLang="en-US" sz="2200" dirty="0" err="1"/>
              <a:t>có</a:t>
            </a:r>
            <a:r>
              <a:rPr lang="en-US" altLang="en-US" sz="2200" dirty="0"/>
              <a:t> </a:t>
            </a:r>
            <a:r>
              <a:rPr lang="en-US" altLang="en-US" sz="2200" dirty="0" err="1"/>
              <a:t>thể</a:t>
            </a:r>
            <a:r>
              <a:rPr lang="en-US" altLang="en-US" sz="2200" dirty="0"/>
              <a:t> ở </a:t>
            </a:r>
            <a:r>
              <a:rPr lang="en-US" altLang="en-US" sz="2200" dirty="0" err="1"/>
              <a:t>nhiều</a:t>
            </a:r>
            <a:r>
              <a:rPr lang="en-US" altLang="en-US" sz="2200" dirty="0"/>
              <a:t> </a:t>
            </a:r>
            <a:r>
              <a:rPr lang="en-US" altLang="en-US" sz="2200" dirty="0" err="1"/>
              <a:t>địa</a:t>
            </a:r>
            <a:r>
              <a:rPr lang="en-US" altLang="en-US" sz="2200" dirty="0"/>
              <a:t> </a:t>
            </a:r>
            <a:r>
              <a:rPr lang="en-US" altLang="en-US" sz="2200" dirty="0" err="1"/>
              <a:t>điểm</a:t>
            </a:r>
            <a:r>
              <a:rPr lang="en-US" altLang="en-US" sz="2200" dirty="0"/>
              <a:t> </a:t>
            </a:r>
            <a:r>
              <a:rPr lang="en-US" altLang="en-US" sz="2200" dirty="0" err="1"/>
              <a:t>khác</a:t>
            </a:r>
            <a:r>
              <a:rPr lang="en-US" altLang="en-US" sz="2200" dirty="0"/>
              <a:t> </a:t>
            </a:r>
            <a:r>
              <a:rPr lang="en-US" altLang="en-US" sz="2200" dirty="0" err="1"/>
              <a:t>nhau</a:t>
            </a:r>
            <a:r>
              <a:rPr lang="en-US" altLang="en-US" sz="2200" dirty="0"/>
              <a:t>. </a:t>
            </a:r>
            <a:r>
              <a:rPr lang="en-US" altLang="en-US" sz="2200" dirty="0" err="1"/>
              <a:t>Mỗi</a:t>
            </a:r>
            <a:r>
              <a:rPr lang="en-US" altLang="en-US" sz="2200" dirty="0"/>
              <a:t> </a:t>
            </a:r>
            <a:r>
              <a:rPr lang="en-US" altLang="en-US" sz="2200" dirty="0" err="1"/>
              <a:t>địa</a:t>
            </a:r>
            <a:r>
              <a:rPr lang="en-US" altLang="en-US" sz="2200" dirty="0"/>
              <a:t> </a:t>
            </a:r>
            <a:r>
              <a:rPr lang="en-US" altLang="en-US" sz="2200" dirty="0" err="1"/>
              <a:t>điểm</a:t>
            </a:r>
            <a:r>
              <a:rPr lang="en-US" altLang="en-US" sz="2200" dirty="0"/>
              <a:t> </a:t>
            </a:r>
            <a:r>
              <a:rPr lang="en-US" altLang="en-US" sz="2200" dirty="0" err="1"/>
              <a:t>có</a:t>
            </a:r>
            <a:r>
              <a:rPr lang="en-US" altLang="en-US" sz="2200" dirty="0"/>
              <a:t> </a:t>
            </a:r>
            <a:r>
              <a:rPr lang="en-US" altLang="en-US" sz="2200" dirty="0" err="1"/>
              <a:t>mã</a:t>
            </a:r>
            <a:r>
              <a:rPr lang="en-US" altLang="en-US" sz="2200" dirty="0"/>
              <a:t> </a:t>
            </a:r>
            <a:r>
              <a:rPr lang="en-US" altLang="en-US" sz="2200" dirty="0" err="1"/>
              <a:t>số</a:t>
            </a:r>
            <a:r>
              <a:rPr lang="en-US" altLang="en-US" sz="2200" dirty="0"/>
              <a:t> </a:t>
            </a:r>
            <a:r>
              <a:rPr lang="en-US" altLang="en-US" sz="2200" dirty="0" err="1"/>
              <a:t>duy</a:t>
            </a:r>
            <a:r>
              <a:rPr lang="en-US" altLang="en-US" sz="2200" dirty="0"/>
              <a:t> </a:t>
            </a:r>
            <a:r>
              <a:rPr lang="en-US" altLang="en-US" sz="2200" dirty="0" err="1"/>
              <a:t>nhất</a:t>
            </a:r>
            <a:r>
              <a:rPr lang="en-US" altLang="en-US" sz="2200" dirty="0"/>
              <a:t> </a:t>
            </a:r>
            <a:r>
              <a:rPr lang="en-US" altLang="en-US" sz="2200" dirty="0" err="1"/>
              <a:t>và</a:t>
            </a:r>
            <a:r>
              <a:rPr lang="en-US" altLang="en-US" sz="2200" dirty="0"/>
              <a:t> </a:t>
            </a:r>
            <a:r>
              <a:rPr lang="en-US" altLang="en-US" sz="2200" dirty="0" err="1"/>
              <a:t>tên</a:t>
            </a:r>
            <a:r>
              <a:rPr lang="en-US" altLang="en-US" sz="2200" dirty="0"/>
              <a:t> </a:t>
            </a:r>
            <a:r>
              <a:rPr lang="en-US" altLang="en-US" sz="2200" dirty="0" err="1"/>
              <a:t>địa</a:t>
            </a:r>
            <a:r>
              <a:rPr lang="en-US" altLang="en-US" sz="2200" dirty="0"/>
              <a:t> </a:t>
            </a:r>
            <a:r>
              <a:rPr lang="en-US" altLang="en-US" sz="2200" dirty="0" err="1"/>
              <a:t>điểm</a:t>
            </a:r>
            <a:endParaRPr lang="en-US" altLang="en-US" sz="2200" dirty="0"/>
          </a:p>
          <a:p>
            <a:pPr marL="339725" lvl="1" eaLnBrk="1" hangingPunct="1"/>
            <a:r>
              <a:rPr lang="en-US" altLang="en-US" sz="2200" dirty="0" err="1"/>
              <a:t>Đề</a:t>
            </a:r>
            <a:r>
              <a:rPr lang="en-US" altLang="en-US" sz="2200" dirty="0"/>
              <a:t> </a:t>
            </a:r>
            <a:r>
              <a:rPr lang="en-US" altLang="en-US" sz="2200" dirty="0" err="1"/>
              <a:t>án</a:t>
            </a:r>
            <a:r>
              <a:rPr lang="en-US" altLang="en-US" sz="2200" dirty="0"/>
              <a:t> </a:t>
            </a:r>
            <a:r>
              <a:rPr lang="en-US" altLang="en-US" sz="2200" dirty="0" err="1"/>
              <a:t>có</a:t>
            </a:r>
            <a:r>
              <a:rPr lang="en-US" altLang="en-US" sz="2200" dirty="0"/>
              <a:t> </a:t>
            </a:r>
            <a:r>
              <a:rPr lang="en-US" altLang="en-US" sz="2200" dirty="0" err="1"/>
              <a:t>tên</a:t>
            </a:r>
            <a:r>
              <a:rPr lang="en-US" altLang="en-US" sz="2200" dirty="0"/>
              <a:t> </a:t>
            </a:r>
            <a:r>
              <a:rPr lang="en-US" altLang="en-US" sz="2200" dirty="0" err="1"/>
              <a:t>duy</a:t>
            </a:r>
            <a:r>
              <a:rPr lang="en-US" altLang="en-US" sz="2200" dirty="0"/>
              <a:t> </a:t>
            </a:r>
            <a:r>
              <a:rPr lang="en-US" altLang="en-US" sz="2200" dirty="0" err="1"/>
              <a:t>nhất</a:t>
            </a:r>
            <a:r>
              <a:rPr lang="en-US" altLang="en-US" sz="2200" dirty="0"/>
              <a:t>, </a:t>
            </a:r>
            <a:r>
              <a:rPr lang="en-US" altLang="en-US" sz="2200" dirty="0" err="1"/>
              <a:t>mã</a:t>
            </a:r>
            <a:r>
              <a:rPr lang="en-US" altLang="en-US" sz="2200" dirty="0"/>
              <a:t> </a:t>
            </a:r>
            <a:r>
              <a:rPr lang="en-US" altLang="en-US" sz="2200" dirty="0" err="1"/>
              <a:t>duy</a:t>
            </a:r>
            <a:r>
              <a:rPr lang="en-US" altLang="en-US" sz="2200" dirty="0"/>
              <a:t> </a:t>
            </a:r>
            <a:r>
              <a:rPr lang="en-US" altLang="en-US" sz="2200" dirty="0" err="1"/>
              <a:t>nhất</a:t>
            </a:r>
            <a:r>
              <a:rPr lang="en-US" altLang="en-US" sz="2200" dirty="0"/>
              <a:t>, do 1 </a:t>
            </a:r>
            <a:r>
              <a:rPr lang="en-US" altLang="en-US" sz="2200" dirty="0" err="1"/>
              <a:t>một</a:t>
            </a:r>
            <a:r>
              <a:rPr lang="en-US" altLang="en-US" sz="2200" dirty="0"/>
              <a:t> </a:t>
            </a:r>
            <a:r>
              <a:rPr lang="en-US" altLang="en-US" sz="2200" dirty="0" err="1"/>
              <a:t>phòng</a:t>
            </a:r>
            <a:r>
              <a:rPr lang="en-US" altLang="en-US" sz="2200" dirty="0"/>
              <a:t> ban </a:t>
            </a:r>
            <a:r>
              <a:rPr lang="en-US" altLang="en-US" sz="2200" dirty="0" err="1"/>
              <a:t>chủ</a:t>
            </a:r>
            <a:r>
              <a:rPr lang="en-US" altLang="en-US" sz="2200" dirty="0"/>
              <a:t> </a:t>
            </a:r>
            <a:r>
              <a:rPr lang="en-US" altLang="en-US" sz="2200" dirty="0" err="1"/>
              <a:t>trì</a:t>
            </a:r>
            <a:r>
              <a:rPr lang="en-US" altLang="en-US" sz="2200" dirty="0"/>
              <a:t> </a:t>
            </a:r>
            <a:r>
              <a:rPr lang="en-US" altLang="en-US" sz="2200" dirty="0" err="1"/>
              <a:t>và</a:t>
            </a:r>
            <a:r>
              <a:rPr lang="en-US" altLang="en-US" sz="2200" dirty="0"/>
              <a:t> </a:t>
            </a:r>
            <a:r>
              <a:rPr lang="en-US" altLang="en-US" sz="2200" dirty="0" err="1"/>
              <a:t>được</a:t>
            </a:r>
            <a:r>
              <a:rPr lang="en-US" altLang="en-US" sz="2200" dirty="0"/>
              <a:t> </a:t>
            </a:r>
            <a:r>
              <a:rPr lang="en-US" altLang="en-US" sz="2200" dirty="0" err="1"/>
              <a:t>triển</a:t>
            </a:r>
            <a:r>
              <a:rPr lang="en-US" altLang="en-US" sz="2200" dirty="0"/>
              <a:t> </a:t>
            </a:r>
            <a:r>
              <a:rPr lang="en-US" altLang="en-US" sz="2200" dirty="0" err="1"/>
              <a:t>khai</a:t>
            </a:r>
            <a:r>
              <a:rPr lang="en-US" altLang="en-US" sz="2200" dirty="0"/>
              <a:t> ở 1 </a:t>
            </a:r>
            <a:r>
              <a:rPr lang="en-US" altLang="en-US" sz="2200" dirty="0" err="1"/>
              <a:t>địa</a:t>
            </a:r>
            <a:r>
              <a:rPr lang="en-US" altLang="en-US" sz="2200" dirty="0"/>
              <a:t> </a:t>
            </a:r>
            <a:r>
              <a:rPr lang="en-US" altLang="en-US" sz="2200" dirty="0" err="1"/>
              <a:t>điểm</a:t>
            </a:r>
            <a:endParaRPr lang="en-US" altLang="en-US" sz="2200" dirty="0"/>
          </a:p>
          <a:p>
            <a:pPr marL="339725" lvl="1" eaLnBrk="1" hangingPunct="1"/>
            <a:r>
              <a:rPr lang="en-US" altLang="en-US" sz="2200" dirty="0" err="1"/>
              <a:t>Nhân</a:t>
            </a:r>
            <a:r>
              <a:rPr lang="en-US" altLang="en-US" sz="2200" dirty="0"/>
              <a:t> </a:t>
            </a:r>
            <a:r>
              <a:rPr lang="en-US" altLang="en-US" sz="2200" dirty="0" err="1"/>
              <a:t>viên</a:t>
            </a:r>
            <a:r>
              <a:rPr lang="en-US" altLang="en-US" sz="2200" dirty="0"/>
              <a:t> </a:t>
            </a:r>
            <a:r>
              <a:rPr lang="en-US" altLang="en-US" sz="2200" dirty="0" err="1"/>
              <a:t>có</a:t>
            </a:r>
            <a:r>
              <a:rPr lang="en-US" altLang="en-US" sz="2200" dirty="0"/>
              <a:t> </a:t>
            </a:r>
            <a:r>
              <a:rPr lang="en-US" altLang="en-US" sz="2200" dirty="0" err="1"/>
              <a:t>mã</a:t>
            </a:r>
            <a:r>
              <a:rPr lang="en-US" altLang="en-US" sz="2200" dirty="0"/>
              <a:t> </a:t>
            </a:r>
            <a:r>
              <a:rPr lang="en-US" altLang="en-US" sz="2200" dirty="0" err="1"/>
              <a:t>số</a:t>
            </a:r>
            <a:r>
              <a:rPr lang="en-US" altLang="en-US" sz="2200" dirty="0"/>
              <a:t>, </a:t>
            </a:r>
            <a:r>
              <a:rPr lang="en-US" altLang="en-US" sz="2200" dirty="0" err="1"/>
              <a:t>tên</a:t>
            </a:r>
            <a:r>
              <a:rPr lang="en-US" altLang="en-US" sz="2200" dirty="0"/>
              <a:t>, </a:t>
            </a:r>
            <a:r>
              <a:rPr lang="en-US" altLang="en-US" sz="2200" dirty="0" err="1"/>
              <a:t>địa</a:t>
            </a:r>
            <a:r>
              <a:rPr lang="en-US" altLang="en-US" sz="2200" dirty="0"/>
              <a:t> </a:t>
            </a:r>
            <a:r>
              <a:rPr lang="en-US" altLang="en-US" sz="2200" dirty="0" err="1"/>
              <a:t>chỉ</a:t>
            </a:r>
            <a:r>
              <a:rPr lang="en-US" altLang="en-US" sz="2200" dirty="0"/>
              <a:t>, </a:t>
            </a:r>
            <a:r>
              <a:rPr lang="en-US" altLang="en-US" sz="2200" dirty="0" err="1"/>
              <a:t>ngày</a:t>
            </a:r>
            <a:r>
              <a:rPr lang="en-US" altLang="en-US" sz="2200" dirty="0"/>
              <a:t> </a:t>
            </a:r>
            <a:r>
              <a:rPr lang="en-US" altLang="en-US" sz="2200" dirty="0" err="1"/>
              <a:t>sinh</a:t>
            </a:r>
            <a:r>
              <a:rPr lang="en-US" altLang="en-US" sz="2200" dirty="0"/>
              <a:t>, </a:t>
            </a:r>
            <a:r>
              <a:rPr lang="en-US" altLang="en-US" sz="2200" dirty="0" err="1"/>
              <a:t>phái</a:t>
            </a:r>
            <a:r>
              <a:rPr lang="en-US" altLang="en-US" sz="2200" dirty="0"/>
              <a:t> </a:t>
            </a:r>
            <a:r>
              <a:rPr lang="en-US" altLang="en-US" sz="2200" dirty="0" err="1"/>
              <a:t>và</a:t>
            </a:r>
            <a:r>
              <a:rPr lang="en-US" altLang="en-US" sz="2200" dirty="0"/>
              <a:t> </a:t>
            </a:r>
            <a:r>
              <a:rPr lang="en-US" altLang="en-US" sz="2200" dirty="0" err="1"/>
              <a:t>lương</a:t>
            </a:r>
            <a:r>
              <a:rPr lang="en-US" altLang="en-US" sz="2200" dirty="0"/>
              <a:t>. </a:t>
            </a:r>
            <a:r>
              <a:rPr lang="en-US" altLang="en-US" sz="2200" dirty="0" err="1"/>
              <a:t>Mỗi</a:t>
            </a:r>
            <a:r>
              <a:rPr lang="en-US" altLang="en-US" sz="2200" dirty="0"/>
              <a:t> </a:t>
            </a:r>
            <a:r>
              <a:rPr lang="en-US" altLang="en-US" sz="2200" dirty="0" err="1"/>
              <a:t>nhân</a:t>
            </a:r>
            <a:r>
              <a:rPr lang="en-US" altLang="en-US" sz="2200" dirty="0"/>
              <a:t> </a:t>
            </a:r>
            <a:r>
              <a:rPr lang="en-US" altLang="en-US" sz="2200" dirty="0" err="1"/>
              <a:t>viên</a:t>
            </a:r>
            <a:r>
              <a:rPr lang="en-US" altLang="en-US" sz="2200" dirty="0"/>
              <a:t> </a:t>
            </a:r>
            <a:r>
              <a:rPr lang="en-US" altLang="en-US" sz="2200" dirty="0" err="1"/>
              <a:t>làm</a:t>
            </a:r>
            <a:r>
              <a:rPr lang="en-US" altLang="en-US" sz="2200" dirty="0"/>
              <a:t> </a:t>
            </a:r>
            <a:r>
              <a:rPr lang="en-US" altLang="en-US" sz="2200" dirty="0" err="1"/>
              <a:t>việc</a:t>
            </a:r>
            <a:r>
              <a:rPr lang="en-US" altLang="en-US" sz="2200" dirty="0"/>
              <a:t> ở 1 </a:t>
            </a:r>
            <a:r>
              <a:rPr lang="en-US" altLang="en-US" sz="2200" dirty="0" err="1"/>
              <a:t>phòng</a:t>
            </a:r>
            <a:r>
              <a:rPr lang="en-US" altLang="en-US" sz="2200" dirty="0"/>
              <a:t> ban, </a:t>
            </a:r>
            <a:r>
              <a:rPr lang="en-US" altLang="en-US" sz="2200" dirty="0" err="1"/>
              <a:t>tham</a:t>
            </a:r>
            <a:r>
              <a:rPr lang="en-US" altLang="en-US" sz="2200" dirty="0"/>
              <a:t> </a:t>
            </a:r>
            <a:r>
              <a:rPr lang="en-US" altLang="en-US" sz="2200" dirty="0" err="1"/>
              <a:t>gia</a:t>
            </a:r>
            <a:r>
              <a:rPr lang="en-US" altLang="en-US" sz="2200" dirty="0"/>
              <a:t> </a:t>
            </a:r>
            <a:r>
              <a:rPr lang="en-US" altLang="en-US" sz="2200" dirty="0" err="1"/>
              <a:t>vào</a:t>
            </a:r>
            <a:r>
              <a:rPr lang="en-US" altLang="en-US" sz="2200" dirty="0"/>
              <a:t> </a:t>
            </a:r>
            <a:r>
              <a:rPr lang="en-US" altLang="en-US" sz="2200" dirty="0" err="1"/>
              <a:t>các</a:t>
            </a:r>
            <a:r>
              <a:rPr lang="en-US" altLang="en-US" sz="2200" dirty="0"/>
              <a:t> </a:t>
            </a:r>
            <a:r>
              <a:rPr lang="en-US" altLang="en-US" sz="2200" dirty="0" err="1"/>
              <a:t>đề</a:t>
            </a:r>
            <a:r>
              <a:rPr lang="en-US" altLang="en-US" sz="2200" dirty="0"/>
              <a:t> </a:t>
            </a:r>
            <a:r>
              <a:rPr lang="en-US" altLang="en-US" sz="2200" dirty="0" err="1"/>
              <a:t>án</a:t>
            </a:r>
            <a:r>
              <a:rPr lang="en-US" altLang="en-US" sz="2200" dirty="0"/>
              <a:t> </a:t>
            </a:r>
            <a:r>
              <a:rPr lang="en-US" altLang="en-US" sz="2200" dirty="0" err="1"/>
              <a:t>với</a:t>
            </a:r>
            <a:r>
              <a:rPr lang="en-US" altLang="en-US" sz="2200" dirty="0"/>
              <a:t> </a:t>
            </a:r>
            <a:r>
              <a:rPr lang="en-US" altLang="en-US" sz="2200" dirty="0" err="1"/>
              <a:t>số</a:t>
            </a:r>
            <a:r>
              <a:rPr lang="en-US" altLang="en-US" sz="2200" dirty="0"/>
              <a:t> </a:t>
            </a:r>
            <a:r>
              <a:rPr lang="en-US" altLang="en-US" sz="2200" dirty="0" err="1"/>
              <a:t>giờ</a:t>
            </a:r>
            <a:r>
              <a:rPr lang="en-US" altLang="en-US" sz="2200" dirty="0"/>
              <a:t> </a:t>
            </a:r>
            <a:r>
              <a:rPr lang="en-US" altLang="en-US" sz="2200" dirty="0" err="1"/>
              <a:t>làm</a:t>
            </a:r>
            <a:r>
              <a:rPr lang="en-US" altLang="en-US" sz="2200" dirty="0"/>
              <a:t> </a:t>
            </a:r>
            <a:r>
              <a:rPr lang="en-US" altLang="en-US" sz="2200" dirty="0" err="1"/>
              <a:t>việc</a:t>
            </a:r>
            <a:r>
              <a:rPr lang="en-US" altLang="en-US" sz="2200" dirty="0"/>
              <a:t> </a:t>
            </a:r>
            <a:r>
              <a:rPr lang="en-US" altLang="en-US" sz="2200" dirty="0" err="1"/>
              <a:t>khác</a:t>
            </a:r>
            <a:r>
              <a:rPr lang="en-US" altLang="en-US" sz="2200" dirty="0"/>
              <a:t> </a:t>
            </a:r>
            <a:r>
              <a:rPr lang="en-US" altLang="en-US" sz="2200" dirty="0" err="1"/>
              <a:t>nhau</a:t>
            </a:r>
            <a:r>
              <a:rPr lang="en-US" altLang="en-US" sz="2200" dirty="0"/>
              <a:t>. </a:t>
            </a:r>
            <a:r>
              <a:rPr lang="en-US" altLang="en-US" sz="2200" dirty="0" err="1"/>
              <a:t>Mỗi</a:t>
            </a:r>
            <a:r>
              <a:rPr lang="en-US" altLang="en-US" sz="2200" dirty="0"/>
              <a:t> </a:t>
            </a:r>
            <a:r>
              <a:rPr lang="en-US" altLang="en-US" sz="2200" dirty="0" err="1"/>
              <a:t>nhân</a:t>
            </a:r>
            <a:r>
              <a:rPr lang="en-US" altLang="en-US" sz="2200" dirty="0"/>
              <a:t> </a:t>
            </a:r>
            <a:r>
              <a:rPr lang="en-US" altLang="en-US" sz="2200" dirty="0" err="1"/>
              <a:t>viên</a:t>
            </a:r>
            <a:r>
              <a:rPr lang="en-US" altLang="en-US" sz="2200" dirty="0"/>
              <a:t> </a:t>
            </a:r>
            <a:r>
              <a:rPr lang="en-US" altLang="en-US" sz="2200" dirty="0" err="1"/>
              <a:t>đều</a:t>
            </a:r>
            <a:r>
              <a:rPr lang="en-US" altLang="en-US" sz="2200" dirty="0"/>
              <a:t> </a:t>
            </a:r>
            <a:r>
              <a:rPr lang="en-US" altLang="en-US" sz="2200" dirty="0" err="1"/>
              <a:t>có</a:t>
            </a:r>
            <a:r>
              <a:rPr lang="en-US" altLang="en-US" sz="2200" dirty="0"/>
              <a:t> </a:t>
            </a:r>
            <a:r>
              <a:rPr lang="en-US" altLang="en-US" sz="2200" dirty="0" err="1"/>
              <a:t>một</a:t>
            </a:r>
            <a:r>
              <a:rPr lang="en-US" altLang="en-US" sz="2200" dirty="0"/>
              <a:t> </a:t>
            </a:r>
            <a:r>
              <a:rPr lang="en-US" altLang="en-US" sz="2200" dirty="0" err="1"/>
              <a:t>người</a:t>
            </a:r>
            <a:r>
              <a:rPr lang="en-US" altLang="en-US" sz="2200" dirty="0"/>
              <a:t> </a:t>
            </a:r>
            <a:r>
              <a:rPr lang="en-US" altLang="en-US" sz="2200" dirty="0" err="1"/>
              <a:t>quản</a:t>
            </a:r>
            <a:r>
              <a:rPr lang="en-US" altLang="en-US" sz="2200" dirty="0"/>
              <a:t> </a:t>
            </a:r>
            <a:r>
              <a:rPr lang="en-US" altLang="en-US" sz="2200" dirty="0" err="1"/>
              <a:t>lý</a:t>
            </a:r>
            <a:r>
              <a:rPr lang="en-US" altLang="en-US" sz="2200" dirty="0"/>
              <a:t> </a:t>
            </a:r>
            <a:r>
              <a:rPr lang="en-US" altLang="en-US" sz="2200" dirty="0" err="1"/>
              <a:t>trực</a:t>
            </a:r>
            <a:r>
              <a:rPr lang="en-US" altLang="en-US" sz="2200" dirty="0"/>
              <a:t> </a:t>
            </a:r>
            <a:r>
              <a:rPr lang="en-US" altLang="en-US" sz="2200" dirty="0" err="1"/>
              <a:t>tiếp</a:t>
            </a:r>
            <a:endParaRPr lang="en-US" altLang="en-US" sz="2200" dirty="0"/>
          </a:p>
          <a:p>
            <a:pPr marL="339725" lvl="1" eaLnBrk="1" hangingPunct="1"/>
            <a:r>
              <a:rPr lang="en-US" altLang="en-US" sz="2200" dirty="0" err="1"/>
              <a:t>Một</a:t>
            </a:r>
            <a:r>
              <a:rPr lang="en-US" altLang="en-US" sz="2200" dirty="0"/>
              <a:t> </a:t>
            </a:r>
            <a:r>
              <a:rPr lang="en-US" altLang="en-US" sz="2200" dirty="0" err="1"/>
              <a:t>nhân</a:t>
            </a:r>
            <a:r>
              <a:rPr lang="en-US" altLang="en-US" sz="2200" dirty="0"/>
              <a:t> </a:t>
            </a:r>
            <a:r>
              <a:rPr lang="en-US" altLang="en-US" sz="2200" dirty="0" err="1"/>
              <a:t>viên</a:t>
            </a:r>
            <a:r>
              <a:rPr lang="en-US" altLang="en-US" sz="2200" dirty="0"/>
              <a:t> </a:t>
            </a:r>
            <a:r>
              <a:rPr lang="en-US" altLang="en-US" sz="2200" dirty="0" err="1"/>
              <a:t>có</a:t>
            </a:r>
            <a:r>
              <a:rPr lang="en-US" altLang="en-US" sz="2200" dirty="0"/>
              <a:t> </a:t>
            </a:r>
            <a:r>
              <a:rPr lang="en-US" altLang="en-US" sz="2200" dirty="0" err="1"/>
              <a:t>thể</a:t>
            </a:r>
            <a:r>
              <a:rPr lang="en-US" altLang="en-US" sz="2200" dirty="0"/>
              <a:t> </a:t>
            </a:r>
            <a:r>
              <a:rPr lang="en-US" altLang="en-US" sz="2200" dirty="0" err="1"/>
              <a:t>có</a:t>
            </a:r>
            <a:r>
              <a:rPr lang="en-US" altLang="en-US" sz="2200" dirty="0"/>
              <a:t> </a:t>
            </a:r>
            <a:r>
              <a:rPr lang="en-US" altLang="en-US" sz="2200" dirty="0" err="1"/>
              <a:t>nhiều</a:t>
            </a:r>
            <a:r>
              <a:rPr lang="en-US" altLang="en-US" sz="2200" dirty="0"/>
              <a:t> </a:t>
            </a:r>
            <a:r>
              <a:rPr lang="en-US" altLang="en-US" sz="2200" dirty="0" err="1"/>
              <a:t>thân</a:t>
            </a:r>
            <a:r>
              <a:rPr lang="en-US" altLang="en-US" sz="2200" dirty="0"/>
              <a:t> </a:t>
            </a:r>
            <a:r>
              <a:rPr lang="en-US" altLang="en-US" sz="2200" dirty="0" err="1"/>
              <a:t>nhân làm việc trong cùng công ty</a:t>
            </a:r>
            <a:r>
              <a:rPr lang="en-US" altLang="en-US" sz="2200" dirty="0"/>
              <a:t>. </a:t>
            </a:r>
            <a:r>
              <a:rPr lang="en-US" altLang="en-US" sz="2200" dirty="0" err="1"/>
              <a:t>Mỗi</a:t>
            </a:r>
            <a:r>
              <a:rPr lang="en-US" altLang="en-US" sz="2200" dirty="0"/>
              <a:t> </a:t>
            </a:r>
            <a:r>
              <a:rPr lang="en-US" altLang="en-US" sz="2200" dirty="0" err="1"/>
              <a:t>thân</a:t>
            </a:r>
            <a:r>
              <a:rPr lang="en-US" altLang="en-US" sz="2200" dirty="0"/>
              <a:t> </a:t>
            </a:r>
            <a:r>
              <a:rPr lang="en-US" altLang="en-US" sz="2200" dirty="0" err="1"/>
              <a:t>nhân</a:t>
            </a:r>
            <a:r>
              <a:rPr lang="en-US" altLang="en-US" sz="2200" dirty="0"/>
              <a:t> </a:t>
            </a:r>
            <a:r>
              <a:rPr lang="en-US" altLang="en-US" sz="2200" dirty="0" err="1"/>
              <a:t>có</a:t>
            </a:r>
            <a:r>
              <a:rPr lang="en-US" altLang="en-US" sz="2200" dirty="0"/>
              <a:t> </a:t>
            </a:r>
            <a:r>
              <a:rPr lang="en-US" altLang="en-US" sz="2200" dirty="0" err="1"/>
              <a:t>tên</a:t>
            </a:r>
            <a:r>
              <a:rPr lang="en-US" altLang="en-US" sz="2200" dirty="0"/>
              <a:t>, </a:t>
            </a:r>
            <a:r>
              <a:rPr lang="en-US" altLang="en-US" sz="2200" dirty="0" err="1"/>
              <a:t>phái</a:t>
            </a:r>
            <a:r>
              <a:rPr lang="en-US" altLang="en-US" sz="2200" dirty="0"/>
              <a:t>, </a:t>
            </a:r>
            <a:r>
              <a:rPr lang="en-US" altLang="en-US" sz="2200" dirty="0" err="1"/>
              <a:t>ngày</a:t>
            </a:r>
            <a:r>
              <a:rPr lang="en-US" altLang="en-US" sz="2200" dirty="0"/>
              <a:t> </a:t>
            </a:r>
            <a:r>
              <a:rPr lang="en-US" altLang="en-US" sz="2200" dirty="0" err="1"/>
              <a:t>sinh</a:t>
            </a:r>
            <a:r>
              <a:rPr lang="en-US" altLang="en-US" sz="2200" dirty="0"/>
              <a:t> </a:t>
            </a:r>
            <a:r>
              <a:rPr lang="en-US" altLang="en-US" sz="2200" dirty="0" err="1"/>
              <a:t>và</a:t>
            </a:r>
            <a:r>
              <a:rPr lang="en-US" altLang="en-US" sz="2200" dirty="0"/>
              <a:t> </a:t>
            </a:r>
            <a:r>
              <a:rPr lang="en-US" altLang="en-US" sz="2200" dirty="0" err="1"/>
              <a:t>mối</a:t>
            </a:r>
            <a:r>
              <a:rPr lang="en-US" altLang="en-US" sz="2200" dirty="0"/>
              <a:t> </a:t>
            </a:r>
            <a:r>
              <a:rPr lang="en-US" altLang="en-US" sz="2200" dirty="0" err="1"/>
              <a:t>quan</a:t>
            </a:r>
            <a:r>
              <a:rPr lang="en-US" altLang="en-US" sz="2200" dirty="0"/>
              <a:t> </a:t>
            </a:r>
            <a:r>
              <a:rPr lang="en-US" altLang="en-US" sz="2200" dirty="0" err="1"/>
              <a:t>hệ</a:t>
            </a:r>
            <a:r>
              <a:rPr lang="en-US" altLang="en-US" sz="2200" dirty="0"/>
              <a:t> </a:t>
            </a:r>
            <a:r>
              <a:rPr lang="en-US" altLang="en-US" sz="2200" dirty="0" err="1"/>
              <a:t>với</a:t>
            </a:r>
            <a:r>
              <a:rPr lang="en-US" altLang="en-US" sz="2200" dirty="0"/>
              <a:t> </a:t>
            </a:r>
            <a:r>
              <a:rPr lang="en-US" altLang="en-US" sz="2200" dirty="0" err="1"/>
              <a:t>nhân</a:t>
            </a:r>
            <a:r>
              <a:rPr lang="en-US" altLang="en-US" sz="2200" dirty="0"/>
              <a:t> </a:t>
            </a:r>
            <a:r>
              <a:rPr lang="en-US" altLang="en-US" sz="2200" dirty="0" err="1"/>
              <a:t>viên</a:t>
            </a:r>
            <a:r>
              <a:rPr lang="en-US" altLang="en-US" sz="2200" dirty="0"/>
              <a:t> </a:t>
            </a:r>
            <a:r>
              <a:rPr lang="en-US" altLang="en-US" sz="2200" dirty="0" err="1"/>
              <a:t>đó</a:t>
            </a:r>
            <a:endParaRPr lang="en-US" altLang="en-US" sz="2200" dirty="0"/>
          </a:p>
        </p:txBody>
      </p:sp>
      <p:sp>
        <p:nvSpPr>
          <p:cNvPr id="2" name="TextBox 1">
            <a:extLst>
              <a:ext uri="{FF2B5EF4-FFF2-40B4-BE49-F238E27FC236}">
                <a16:creationId xmlns:a16="http://schemas.microsoft.com/office/drawing/2014/main" id="{C3707530-86FB-DE23-CD13-14EE86F75B90}"/>
              </a:ext>
            </a:extLst>
          </p:cNvPr>
          <p:cNvSpPr txBox="1"/>
          <p:nvPr/>
        </p:nvSpPr>
        <p:spPr>
          <a:xfrm>
            <a:off x="457200" y="1093113"/>
            <a:ext cx="8229600" cy="430887"/>
          </a:xfrm>
          <a:prstGeom prst="rect">
            <a:avLst/>
          </a:prstGeom>
          <a:noFill/>
        </p:spPr>
        <p:txBody>
          <a:bodyPr wrap="square" rtlCol="0">
            <a:spAutoFit/>
          </a:bodyPr>
          <a:lstStyle/>
          <a:p>
            <a:pPr algn="ctr"/>
            <a:r>
              <a:rPr lang="en-US" sz="2200" b="1" i="1">
                <a:solidFill>
                  <a:srgbClr val="FF0000"/>
                </a:solidFill>
              </a:rPr>
              <a:t>Bước 1: Xác định tập thực thể?</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E3147-994B-8026-C9D6-5A31AC938124}"/>
            </a:ext>
          </a:extLst>
        </p:cNvPr>
        <p:cNvGrpSpPr/>
        <p:nvPr/>
      </p:nvGrpSpPr>
      <p:grpSpPr>
        <a:xfrm>
          <a:off x="0" y="0"/>
          <a:ext cx="0" cy="0"/>
          <a:chOff x="0" y="0"/>
          <a:chExt cx="0" cy="0"/>
        </a:xfrm>
      </p:grpSpPr>
      <p:sp>
        <p:nvSpPr>
          <p:cNvPr id="70657" name="Title 1">
            <a:extLst>
              <a:ext uri="{FF2B5EF4-FFF2-40B4-BE49-F238E27FC236}">
                <a16:creationId xmlns:a16="http://schemas.microsoft.com/office/drawing/2014/main" id="{8AC8DDDD-9457-B7E7-152B-ABB1EED73139}"/>
              </a:ext>
            </a:extLst>
          </p:cNvPr>
          <p:cNvSpPr>
            <a:spLocks noGrp="1" noChangeArrowheads="1"/>
          </p:cNvSpPr>
          <p:nvPr>
            <p:ph type="title"/>
          </p:nvPr>
        </p:nvSpPr>
        <p:spPr>
          <a:xfrm>
            <a:off x="457200" y="354013"/>
            <a:ext cx="8382000" cy="788987"/>
          </a:xfrm>
        </p:spPr>
        <p:txBody>
          <a:bodyPr/>
          <a:lstStyle/>
          <a:p>
            <a:pPr eaLnBrk="1" hangingPunct="1"/>
            <a:r>
              <a:rPr lang="en-US" altLang="en-US"/>
              <a:t>VD2 ‘Quản lý đề án công ty’</a:t>
            </a:r>
          </a:p>
        </p:txBody>
      </p:sp>
      <p:sp>
        <p:nvSpPr>
          <p:cNvPr id="4" name="Date Placeholder 3">
            <a:extLst>
              <a:ext uri="{FF2B5EF4-FFF2-40B4-BE49-F238E27FC236}">
                <a16:creationId xmlns:a16="http://schemas.microsoft.com/office/drawing/2014/main" id="{7999E01C-3C1B-52F3-02F6-1A5088A7965C}"/>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0660" name="Slide Number Placeholder 4">
            <a:extLst>
              <a:ext uri="{FF2B5EF4-FFF2-40B4-BE49-F238E27FC236}">
                <a16:creationId xmlns:a16="http://schemas.microsoft.com/office/drawing/2014/main" id="{087CE729-4E99-8F23-2BD9-92366352E99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6507A40-93BB-4C99-8A06-CE22A41F308C}" type="slidenum">
              <a:rPr lang="en-US" altLang="en-US">
                <a:latin typeface="Arial" panose="020B0604020202020204" pitchFamily="34" charset="0"/>
              </a:rPr>
              <a:pPr/>
              <a:t>45</a:t>
            </a:fld>
            <a:endParaRPr lang="en-US" altLang="en-US">
              <a:latin typeface="Arial" panose="020B0604020202020204" pitchFamily="34" charset="0"/>
            </a:endParaRPr>
          </a:p>
        </p:txBody>
      </p:sp>
      <p:sp>
        <p:nvSpPr>
          <p:cNvPr id="2" name="TextBox 1">
            <a:extLst>
              <a:ext uri="{FF2B5EF4-FFF2-40B4-BE49-F238E27FC236}">
                <a16:creationId xmlns:a16="http://schemas.microsoft.com/office/drawing/2014/main" id="{20C258C2-B858-042D-2350-31FAA49D7F58}"/>
              </a:ext>
            </a:extLst>
          </p:cNvPr>
          <p:cNvSpPr txBox="1"/>
          <p:nvPr/>
        </p:nvSpPr>
        <p:spPr>
          <a:xfrm>
            <a:off x="457200" y="1143000"/>
            <a:ext cx="8229600" cy="430887"/>
          </a:xfrm>
          <a:prstGeom prst="rect">
            <a:avLst/>
          </a:prstGeom>
          <a:noFill/>
        </p:spPr>
        <p:txBody>
          <a:bodyPr wrap="square" rtlCol="0">
            <a:spAutoFit/>
          </a:bodyPr>
          <a:lstStyle/>
          <a:p>
            <a:pPr algn="ctr"/>
            <a:r>
              <a:rPr lang="en-US" sz="2200" b="1" i="1">
                <a:solidFill>
                  <a:srgbClr val="FF0000"/>
                </a:solidFill>
              </a:rPr>
              <a:t>Bước 1: Xác định tập thực thể</a:t>
            </a:r>
          </a:p>
        </p:txBody>
      </p:sp>
      <p:sp>
        <p:nvSpPr>
          <p:cNvPr id="5" name="TextBox 4">
            <a:extLst>
              <a:ext uri="{FF2B5EF4-FFF2-40B4-BE49-F238E27FC236}">
                <a16:creationId xmlns:a16="http://schemas.microsoft.com/office/drawing/2014/main" id="{F8205D1E-6278-AD03-5834-E96C9286E0D3}"/>
              </a:ext>
            </a:extLst>
          </p:cNvPr>
          <p:cNvSpPr txBox="1"/>
          <p:nvPr/>
        </p:nvSpPr>
        <p:spPr>
          <a:xfrm>
            <a:off x="457200" y="1676400"/>
            <a:ext cx="8229600" cy="4893647"/>
          </a:xfrm>
          <a:prstGeom prst="rect">
            <a:avLst/>
          </a:prstGeom>
          <a:noFill/>
        </p:spPr>
        <p:txBody>
          <a:bodyPr wrap="square">
            <a:spAutoFit/>
          </a:bodyPr>
          <a:lstStyle/>
          <a:p>
            <a:pPr marL="14288" lvl="1" algn="just" eaLnBrk="1" hangingPunct="1"/>
            <a:r>
              <a:rPr lang="en-US" altLang="en-US" sz="2400" dirty="0" err="1"/>
              <a:t>Cty</a:t>
            </a:r>
            <a:r>
              <a:rPr lang="en-US" altLang="en-US" sz="2400" dirty="0"/>
              <a:t> </a:t>
            </a:r>
            <a:r>
              <a:rPr lang="en-US" altLang="en-US" sz="2400" dirty="0" err="1"/>
              <a:t>có</a:t>
            </a:r>
            <a:r>
              <a:rPr lang="en-US" altLang="en-US" sz="2400" dirty="0"/>
              <a:t> </a:t>
            </a:r>
            <a:r>
              <a:rPr lang="en-US" altLang="en-US" sz="2400" dirty="0" err="1"/>
              <a:t>nhiều</a:t>
            </a:r>
            <a:r>
              <a:rPr lang="en-US" altLang="en-US" sz="2400" dirty="0"/>
              <a:t> </a:t>
            </a:r>
            <a:r>
              <a:rPr lang="en-US" altLang="en-US" sz="2400" dirty="0" err="1"/>
              <a:t>phòng</a:t>
            </a:r>
            <a:r>
              <a:rPr lang="en-US" altLang="en-US" sz="2400" dirty="0"/>
              <a:t> ban, </a:t>
            </a:r>
            <a:r>
              <a:rPr lang="en-US" altLang="en-US" sz="2400" dirty="0" err="1"/>
              <a:t>mỗi</a:t>
            </a:r>
            <a:r>
              <a:rPr lang="en-US" altLang="en-US" sz="2400" dirty="0"/>
              <a:t> </a:t>
            </a:r>
            <a:r>
              <a:rPr lang="en-US" altLang="en-US" sz="2400" b="1" dirty="0" err="1">
                <a:solidFill>
                  <a:srgbClr val="FF0000"/>
                </a:solidFill>
              </a:rPr>
              <a:t>phòng</a:t>
            </a:r>
            <a:r>
              <a:rPr lang="en-US" altLang="en-US" sz="2400" b="1" dirty="0">
                <a:solidFill>
                  <a:srgbClr val="FF0000"/>
                </a:solidFill>
              </a:rPr>
              <a:t> ban </a:t>
            </a:r>
            <a:r>
              <a:rPr lang="en-US" altLang="en-US" sz="2400" dirty="0" err="1"/>
              <a:t>có</a:t>
            </a:r>
            <a:r>
              <a:rPr lang="en-US" altLang="en-US" sz="2400" dirty="0"/>
              <a:t> </a:t>
            </a:r>
            <a:r>
              <a:rPr lang="en-US" altLang="en-US" sz="2400" dirty="0" err="1"/>
              <a:t>tên</a:t>
            </a:r>
            <a:r>
              <a:rPr lang="en-US" altLang="en-US" sz="2400" dirty="0"/>
              <a:t> </a:t>
            </a:r>
            <a:r>
              <a:rPr lang="en-US" altLang="en-US" sz="2400" dirty="0" err="1"/>
              <a:t>duy</a:t>
            </a:r>
            <a:r>
              <a:rPr lang="en-US" altLang="en-US" sz="2400" dirty="0"/>
              <a:t> </a:t>
            </a:r>
            <a:r>
              <a:rPr lang="en-US" altLang="en-US" sz="2400" dirty="0" err="1"/>
              <a:t>nhất</a:t>
            </a:r>
            <a:r>
              <a:rPr lang="en-US" altLang="en-US" sz="2400" dirty="0"/>
              <a:t>, </a:t>
            </a:r>
            <a:r>
              <a:rPr lang="en-US" altLang="en-US" sz="2400" dirty="0" err="1"/>
              <a:t>mã</a:t>
            </a:r>
            <a:r>
              <a:rPr lang="en-US" altLang="en-US" sz="2400" dirty="0"/>
              <a:t> </a:t>
            </a:r>
            <a:r>
              <a:rPr lang="en-US" altLang="en-US" sz="2400" dirty="0" err="1"/>
              <a:t>phòng</a:t>
            </a:r>
            <a:r>
              <a:rPr lang="en-US" altLang="en-US" sz="2400" dirty="0"/>
              <a:t> </a:t>
            </a:r>
            <a:r>
              <a:rPr lang="en-US" altLang="en-US" sz="2400" dirty="0" err="1"/>
              <a:t>duy</a:t>
            </a:r>
            <a:r>
              <a:rPr lang="en-US" altLang="en-US" sz="2400" dirty="0"/>
              <a:t> </a:t>
            </a:r>
            <a:r>
              <a:rPr lang="en-US" altLang="en-US" sz="2400" dirty="0" err="1"/>
              <a:t>nhất</a:t>
            </a:r>
            <a:r>
              <a:rPr lang="en-US" altLang="en-US" sz="2400" dirty="0"/>
              <a:t>, </a:t>
            </a:r>
            <a:r>
              <a:rPr lang="en-US" altLang="en-US" sz="2400" dirty="0" err="1"/>
              <a:t>một</a:t>
            </a:r>
            <a:r>
              <a:rPr lang="en-US" altLang="en-US" sz="2400" dirty="0"/>
              <a:t> </a:t>
            </a:r>
            <a:r>
              <a:rPr lang="en-US" altLang="en-US" sz="2400" dirty="0" err="1"/>
              <a:t>trưởng</a:t>
            </a:r>
            <a:r>
              <a:rPr lang="en-US" altLang="en-US" sz="2400" dirty="0"/>
              <a:t> </a:t>
            </a:r>
            <a:r>
              <a:rPr lang="en-US" altLang="en-US" sz="2400" dirty="0" err="1"/>
              <a:t>phòng</a:t>
            </a:r>
            <a:r>
              <a:rPr lang="en-US" altLang="en-US" sz="2400" dirty="0"/>
              <a:t> </a:t>
            </a:r>
            <a:r>
              <a:rPr lang="en-US" altLang="en-US" sz="2400" dirty="0" err="1"/>
              <a:t>và</a:t>
            </a:r>
            <a:r>
              <a:rPr lang="en-US" altLang="en-US" sz="2400" dirty="0"/>
              <a:t> </a:t>
            </a:r>
            <a:r>
              <a:rPr lang="en-US" altLang="en-US" sz="2400" dirty="0" err="1"/>
              <a:t>ngày</a:t>
            </a:r>
            <a:r>
              <a:rPr lang="en-US" altLang="en-US" sz="2400" dirty="0"/>
              <a:t> </a:t>
            </a:r>
            <a:r>
              <a:rPr lang="en-US" altLang="en-US" sz="2400" dirty="0" err="1"/>
              <a:t>nhận</a:t>
            </a:r>
            <a:r>
              <a:rPr lang="en-US" altLang="en-US" sz="2400" dirty="0"/>
              <a:t> chức. </a:t>
            </a:r>
            <a:r>
              <a:rPr lang="en-US" altLang="en-US" sz="2400" dirty="0" err="1"/>
              <a:t>Mỗi</a:t>
            </a:r>
            <a:r>
              <a:rPr lang="en-US" altLang="en-US" sz="2400" dirty="0"/>
              <a:t> </a:t>
            </a:r>
            <a:r>
              <a:rPr lang="en-US" altLang="en-US" sz="2400" dirty="0" err="1"/>
              <a:t>phòng</a:t>
            </a:r>
            <a:r>
              <a:rPr lang="en-US" altLang="en-US" sz="2400" dirty="0"/>
              <a:t> ban </a:t>
            </a:r>
            <a:r>
              <a:rPr lang="en-US" altLang="en-US" sz="2400" dirty="0" err="1"/>
              <a:t>có</a:t>
            </a:r>
            <a:r>
              <a:rPr lang="en-US" altLang="en-US" sz="2400" dirty="0"/>
              <a:t> </a:t>
            </a:r>
            <a:r>
              <a:rPr lang="en-US" altLang="en-US" sz="2400" dirty="0" err="1"/>
              <a:t>thể</a:t>
            </a:r>
            <a:r>
              <a:rPr lang="en-US" altLang="en-US" sz="2400" dirty="0"/>
              <a:t> ở </a:t>
            </a:r>
            <a:r>
              <a:rPr lang="en-US" altLang="en-US" sz="2400" dirty="0" err="1"/>
              <a:t>nhiều</a:t>
            </a:r>
            <a:r>
              <a:rPr lang="en-US" altLang="en-US" sz="2400" dirty="0"/>
              <a:t> </a:t>
            </a:r>
            <a:r>
              <a:rPr lang="en-US" altLang="en-US" sz="2400" dirty="0" err="1"/>
              <a:t>địa</a:t>
            </a:r>
            <a:r>
              <a:rPr lang="en-US" altLang="en-US" sz="2400" dirty="0"/>
              <a:t> </a:t>
            </a:r>
            <a:r>
              <a:rPr lang="en-US" altLang="en-US" sz="2400" dirty="0" err="1"/>
              <a:t>điểm</a:t>
            </a:r>
            <a:r>
              <a:rPr lang="en-US" altLang="en-US" sz="2400" dirty="0"/>
              <a:t> </a:t>
            </a:r>
            <a:r>
              <a:rPr lang="en-US" altLang="en-US" sz="2400" dirty="0" err="1"/>
              <a:t>khác</a:t>
            </a:r>
            <a:r>
              <a:rPr lang="en-US" altLang="en-US" sz="2400" dirty="0"/>
              <a:t> </a:t>
            </a:r>
            <a:r>
              <a:rPr lang="en-US" altLang="en-US" sz="2400" dirty="0" err="1"/>
              <a:t>nhau</a:t>
            </a:r>
            <a:r>
              <a:rPr lang="en-US" altLang="en-US" sz="2400" dirty="0"/>
              <a:t>. </a:t>
            </a:r>
            <a:r>
              <a:rPr lang="en-US" altLang="en-US" sz="2400" dirty="0" err="1"/>
              <a:t>Mỗi</a:t>
            </a:r>
            <a:r>
              <a:rPr lang="en-US" altLang="en-US" sz="2400" dirty="0"/>
              <a:t> </a:t>
            </a:r>
            <a:r>
              <a:rPr lang="en-US" altLang="en-US" sz="2400" b="1" dirty="0" err="1">
                <a:solidFill>
                  <a:srgbClr val="FF0000"/>
                </a:solidFill>
              </a:rPr>
              <a:t>địa</a:t>
            </a:r>
            <a:r>
              <a:rPr lang="en-US" altLang="en-US" sz="2400" b="1" dirty="0">
                <a:solidFill>
                  <a:srgbClr val="FF0000"/>
                </a:solidFill>
              </a:rPr>
              <a:t> </a:t>
            </a:r>
            <a:r>
              <a:rPr lang="en-US" altLang="en-US" sz="2400" b="1" dirty="0" err="1">
                <a:solidFill>
                  <a:srgbClr val="FF0000"/>
                </a:solidFill>
              </a:rPr>
              <a:t>điểm</a:t>
            </a:r>
            <a:r>
              <a:rPr lang="en-US" altLang="en-US" sz="2400" dirty="0"/>
              <a:t> </a:t>
            </a:r>
            <a:r>
              <a:rPr lang="en-US" altLang="en-US" sz="2400" dirty="0" err="1"/>
              <a:t>có</a:t>
            </a:r>
            <a:r>
              <a:rPr lang="en-US" altLang="en-US" sz="2400" dirty="0"/>
              <a:t> </a:t>
            </a:r>
            <a:r>
              <a:rPr lang="en-US" altLang="en-US" sz="2400" dirty="0" err="1"/>
              <a:t>mã</a:t>
            </a:r>
            <a:r>
              <a:rPr lang="en-US" altLang="en-US" sz="2400" dirty="0"/>
              <a:t> </a:t>
            </a:r>
            <a:r>
              <a:rPr lang="en-US" altLang="en-US" sz="2400" dirty="0" err="1"/>
              <a:t>số</a:t>
            </a:r>
            <a:r>
              <a:rPr lang="en-US" altLang="en-US" sz="2400" dirty="0"/>
              <a:t> </a:t>
            </a:r>
            <a:r>
              <a:rPr lang="en-US" altLang="en-US" sz="2400" dirty="0" err="1"/>
              <a:t>duy</a:t>
            </a:r>
            <a:r>
              <a:rPr lang="en-US" altLang="en-US" sz="2400" dirty="0"/>
              <a:t> </a:t>
            </a:r>
            <a:r>
              <a:rPr lang="en-US" altLang="en-US" sz="2400" dirty="0" err="1"/>
              <a:t>nhất</a:t>
            </a:r>
            <a:r>
              <a:rPr lang="en-US" altLang="en-US" sz="2400" dirty="0"/>
              <a:t> </a:t>
            </a:r>
            <a:r>
              <a:rPr lang="en-US" altLang="en-US" sz="2400" dirty="0" err="1"/>
              <a:t>và</a:t>
            </a:r>
            <a:r>
              <a:rPr lang="en-US" altLang="en-US" sz="2400" dirty="0"/>
              <a:t> </a:t>
            </a:r>
            <a:r>
              <a:rPr lang="en-US" altLang="en-US" sz="2400" dirty="0" err="1"/>
              <a:t>tên</a:t>
            </a:r>
            <a:r>
              <a:rPr lang="en-US" altLang="en-US" sz="2400" dirty="0"/>
              <a:t> </a:t>
            </a:r>
            <a:r>
              <a:rPr lang="en-US" altLang="en-US" sz="2400" dirty="0" err="1"/>
              <a:t>địa</a:t>
            </a:r>
            <a:r>
              <a:rPr lang="en-US" altLang="en-US" sz="2400" dirty="0"/>
              <a:t> </a:t>
            </a:r>
            <a:r>
              <a:rPr lang="en-US" altLang="en-US" sz="2400" dirty="0" err="1"/>
              <a:t>điểm</a:t>
            </a:r>
          </a:p>
          <a:p>
            <a:pPr marL="14288" lvl="1" algn="just" eaLnBrk="1" hangingPunct="1"/>
            <a:r>
              <a:rPr lang="en-US" altLang="en-US" sz="2400" b="1" dirty="0" err="1">
                <a:solidFill>
                  <a:srgbClr val="FF0000"/>
                </a:solidFill>
              </a:rPr>
              <a:t>Đề</a:t>
            </a:r>
            <a:r>
              <a:rPr lang="en-US" altLang="en-US" sz="2400" b="1" dirty="0">
                <a:solidFill>
                  <a:srgbClr val="FF0000"/>
                </a:solidFill>
              </a:rPr>
              <a:t> </a:t>
            </a:r>
            <a:r>
              <a:rPr lang="en-US" altLang="en-US" sz="2400" b="1" dirty="0" err="1">
                <a:solidFill>
                  <a:srgbClr val="FF0000"/>
                </a:solidFill>
              </a:rPr>
              <a:t>án</a:t>
            </a:r>
            <a:r>
              <a:rPr lang="en-US" altLang="en-US" sz="2400" b="1" dirty="0">
                <a:solidFill>
                  <a:srgbClr val="FF0000"/>
                </a:solidFill>
              </a:rPr>
              <a:t> </a:t>
            </a:r>
            <a:r>
              <a:rPr lang="en-US" altLang="en-US" sz="2400" dirty="0" err="1"/>
              <a:t>có</a:t>
            </a:r>
            <a:r>
              <a:rPr lang="en-US" altLang="en-US" sz="2400" dirty="0"/>
              <a:t> </a:t>
            </a:r>
            <a:r>
              <a:rPr lang="en-US" altLang="en-US" sz="2400" dirty="0" err="1"/>
              <a:t>tên</a:t>
            </a:r>
            <a:r>
              <a:rPr lang="en-US" altLang="en-US" sz="2400" dirty="0"/>
              <a:t> </a:t>
            </a:r>
            <a:r>
              <a:rPr lang="en-US" altLang="en-US" sz="2400" dirty="0" err="1"/>
              <a:t>duy</a:t>
            </a:r>
            <a:r>
              <a:rPr lang="en-US" altLang="en-US" sz="2400" dirty="0"/>
              <a:t> </a:t>
            </a:r>
            <a:r>
              <a:rPr lang="en-US" altLang="en-US" sz="2400" dirty="0" err="1"/>
              <a:t>nhất</a:t>
            </a:r>
            <a:r>
              <a:rPr lang="en-US" altLang="en-US" sz="2400" dirty="0"/>
              <a:t>, </a:t>
            </a:r>
            <a:r>
              <a:rPr lang="en-US" altLang="en-US" sz="2400" dirty="0" err="1"/>
              <a:t>mã</a:t>
            </a:r>
            <a:r>
              <a:rPr lang="en-US" altLang="en-US" sz="2400" dirty="0"/>
              <a:t> </a:t>
            </a:r>
            <a:r>
              <a:rPr lang="en-US" altLang="en-US" sz="2400" dirty="0" err="1"/>
              <a:t>duy</a:t>
            </a:r>
            <a:r>
              <a:rPr lang="en-US" altLang="en-US" sz="2400" dirty="0"/>
              <a:t> </a:t>
            </a:r>
            <a:r>
              <a:rPr lang="en-US" altLang="en-US" sz="2400" dirty="0" err="1"/>
              <a:t>nhất</a:t>
            </a:r>
            <a:r>
              <a:rPr lang="en-US" altLang="en-US" sz="2400" dirty="0"/>
              <a:t>, do 1 </a:t>
            </a:r>
            <a:r>
              <a:rPr lang="en-US" altLang="en-US" sz="2400" dirty="0" err="1"/>
              <a:t>một</a:t>
            </a:r>
            <a:r>
              <a:rPr lang="en-US" altLang="en-US" sz="2400" dirty="0"/>
              <a:t> </a:t>
            </a:r>
            <a:r>
              <a:rPr lang="en-US" altLang="en-US" sz="2400" dirty="0" err="1"/>
              <a:t>phòng</a:t>
            </a:r>
            <a:r>
              <a:rPr lang="en-US" altLang="en-US" sz="2400" dirty="0"/>
              <a:t> ban </a:t>
            </a:r>
            <a:r>
              <a:rPr lang="en-US" altLang="en-US" sz="2400" dirty="0" err="1"/>
              <a:t>chủ</a:t>
            </a:r>
            <a:r>
              <a:rPr lang="en-US" altLang="en-US" sz="2400" dirty="0"/>
              <a:t> </a:t>
            </a:r>
            <a:r>
              <a:rPr lang="en-US" altLang="en-US" sz="2400" dirty="0" err="1"/>
              <a:t>trì</a:t>
            </a:r>
            <a:r>
              <a:rPr lang="en-US" altLang="en-US" sz="2400" dirty="0"/>
              <a:t> </a:t>
            </a:r>
            <a:r>
              <a:rPr lang="en-US" altLang="en-US" sz="2400" dirty="0" err="1"/>
              <a:t>và</a:t>
            </a:r>
            <a:r>
              <a:rPr lang="en-US" altLang="en-US" sz="2400" dirty="0"/>
              <a:t> </a:t>
            </a:r>
            <a:r>
              <a:rPr lang="en-US" altLang="en-US" sz="2400" dirty="0" err="1"/>
              <a:t>được</a:t>
            </a:r>
            <a:r>
              <a:rPr lang="en-US" altLang="en-US" sz="2400" dirty="0"/>
              <a:t> </a:t>
            </a:r>
            <a:r>
              <a:rPr lang="en-US" altLang="en-US" sz="2400" dirty="0" err="1"/>
              <a:t>triển</a:t>
            </a:r>
            <a:r>
              <a:rPr lang="en-US" altLang="en-US" sz="2400" dirty="0"/>
              <a:t> </a:t>
            </a:r>
            <a:r>
              <a:rPr lang="en-US" altLang="en-US" sz="2400" dirty="0" err="1"/>
              <a:t>khai</a:t>
            </a:r>
            <a:r>
              <a:rPr lang="en-US" altLang="en-US" sz="2400" dirty="0"/>
              <a:t> ở 1 </a:t>
            </a:r>
            <a:r>
              <a:rPr lang="en-US" altLang="en-US" sz="2400" dirty="0" err="1"/>
              <a:t>địa</a:t>
            </a:r>
            <a:r>
              <a:rPr lang="en-US" altLang="en-US" sz="2400" dirty="0"/>
              <a:t> </a:t>
            </a:r>
            <a:r>
              <a:rPr lang="en-US" altLang="en-US" sz="2400" dirty="0" err="1"/>
              <a:t>điểm</a:t>
            </a:r>
          </a:p>
          <a:p>
            <a:pPr marL="14288" lvl="1" algn="just" eaLnBrk="1" hangingPunct="1"/>
            <a:r>
              <a:rPr lang="en-US" altLang="en-US" sz="2400" b="1" dirty="0" err="1">
                <a:solidFill>
                  <a:srgbClr val="FF0000"/>
                </a:solidFill>
              </a:rPr>
              <a:t>Nhân</a:t>
            </a:r>
            <a:r>
              <a:rPr lang="en-US" altLang="en-US" sz="2400" b="1" dirty="0">
                <a:solidFill>
                  <a:srgbClr val="FF0000"/>
                </a:solidFill>
              </a:rPr>
              <a:t> </a:t>
            </a:r>
            <a:r>
              <a:rPr lang="en-US" altLang="en-US" sz="2400" b="1" dirty="0" err="1">
                <a:solidFill>
                  <a:srgbClr val="FF0000"/>
                </a:solidFill>
              </a:rPr>
              <a:t>viên</a:t>
            </a:r>
            <a:r>
              <a:rPr lang="en-US" altLang="en-US" sz="2400" b="1" dirty="0">
                <a:solidFill>
                  <a:srgbClr val="FF0000"/>
                </a:solidFill>
              </a:rPr>
              <a:t> </a:t>
            </a:r>
            <a:r>
              <a:rPr lang="en-US" altLang="en-US" sz="2400" dirty="0" err="1"/>
              <a:t>có</a:t>
            </a:r>
            <a:r>
              <a:rPr lang="en-US" altLang="en-US" sz="2400" dirty="0"/>
              <a:t> </a:t>
            </a:r>
            <a:r>
              <a:rPr lang="en-US" altLang="en-US" sz="2400" dirty="0" err="1"/>
              <a:t>mã</a:t>
            </a:r>
            <a:r>
              <a:rPr lang="en-US" altLang="en-US" sz="2400" dirty="0"/>
              <a:t> </a:t>
            </a:r>
            <a:r>
              <a:rPr lang="en-US" altLang="en-US" sz="2400" dirty="0" err="1"/>
              <a:t>số</a:t>
            </a:r>
            <a:r>
              <a:rPr lang="en-US" altLang="en-US" sz="2400" dirty="0"/>
              <a:t>, </a:t>
            </a:r>
            <a:r>
              <a:rPr lang="en-US" altLang="en-US" sz="2400" dirty="0" err="1"/>
              <a:t>tên</a:t>
            </a:r>
            <a:r>
              <a:rPr lang="en-US" altLang="en-US" sz="2400" dirty="0"/>
              <a:t>, </a:t>
            </a:r>
            <a:r>
              <a:rPr lang="en-US" altLang="en-US" sz="2400" dirty="0" err="1"/>
              <a:t>địa</a:t>
            </a:r>
            <a:r>
              <a:rPr lang="en-US" altLang="en-US" sz="2400" dirty="0"/>
              <a:t> </a:t>
            </a:r>
            <a:r>
              <a:rPr lang="en-US" altLang="en-US" sz="2400" dirty="0" err="1"/>
              <a:t>chỉ</a:t>
            </a:r>
            <a:r>
              <a:rPr lang="en-US" altLang="en-US" sz="2400" dirty="0"/>
              <a:t>, </a:t>
            </a:r>
            <a:r>
              <a:rPr lang="en-US" altLang="en-US" sz="2400" dirty="0" err="1"/>
              <a:t>ngày</a:t>
            </a:r>
            <a:r>
              <a:rPr lang="en-US" altLang="en-US" sz="2400" dirty="0"/>
              <a:t> </a:t>
            </a:r>
            <a:r>
              <a:rPr lang="en-US" altLang="en-US" sz="2400" dirty="0" err="1"/>
              <a:t>sinh</a:t>
            </a:r>
            <a:r>
              <a:rPr lang="en-US" altLang="en-US" sz="2400" dirty="0"/>
              <a:t>, </a:t>
            </a:r>
            <a:r>
              <a:rPr lang="en-US" altLang="en-US" sz="2400" dirty="0" err="1"/>
              <a:t>phái</a:t>
            </a:r>
            <a:r>
              <a:rPr lang="en-US" altLang="en-US" sz="2400" dirty="0"/>
              <a:t> </a:t>
            </a:r>
            <a:r>
              <a:rPr lang="en-US" altLang="en-US" sz="2400" dirty="0" err="1"/>
              <a:t>và</a:t>
            </a:r>
            <a:r>
              <a:rPr lang="en-US" altLang="en-US" sz="2400" dirty="0"/>
              <a:t> </a:t>
            </a:r>
            <a:r>
              <a:rPr lang="en-US" altLang="en-US" sz="2400" dirty="0" err="1"/>
              <a:t>lương</a:t>
            </a:r>
            <a:r>
              <a:rPr lang="en-US" altLang="en-US" sz="2400" dirty="0"/>
              <a:t>. </a:t>
            </a:r>
            <a:r>
              <a:rPr lang="en-US" altLang="en-US" sz="2400" dirty="0" err="1"/>
              <a:t>Mỗi</a:t>
            </a:r>
            <a:r>
              <a:rPr lang="en-US" altLang="en-US" sz="2400" dirty="0"/>
              <a:t> </a:t>
            </a:r>
            <a:r>
              <a:rPr lang="en-US" altLang="en-US" sz="2400" dirty="0" err="1"/>
              <a:t>nhân</a:t>
            </a:r>
            <a:r>
              <a:rPr lang="en-US" altLang="en-US" sz="2400" dirty="0"/>
              <a:t> </a:t>
            </a:r>
            <a:r>
              <a:rPr lang="en-US" altLang="en-US" sz="2400" dirty="0" err="1"/>
              <a:t>viên</a:t>
            </a:r>
            <a:r>
              <a:rPr lang="en-US" altLang="en-US" sz="2400" dirty="0"/>
              <a:t> </a:t>
            </a:r>
            <a:r>
              <a:rPr lang="en-US" altLang="en-US" sz="2400" dirty="0" err="1"/>
              <a:t>làm</a:t>
            </a:r>
            <a:r>
              <a:rPr lang="en-US" altLang="en-US" sz="2400" dirty="0"/>
              <a:t> </a:t>
            </a:r>
            <a:r>
              <a:rPr lang="en-US" altLang="en-US" sz="2400" dirty="0" err="1"/>
              <a:t>việc</a:t>
            </a:r>
            <a:r>
              <a:rPr lang="en-US" altLang="en-US" sz="2400" dirty="0"/>
              <a:t> ở 1 </a:t>
            </a:r>
            <a:r>
              <a:rPr lang="en-US" altLang="en-US" sz="2400" dirty="0" err="1"/>
              <a:t>phòng</a:t>
            </a:r>
            <a:r>
              <a:rPr lang="en-US" altLang="en-US" sz="2400" dirty="0"/>
              <a:t> ban, </a:t>
            </a:r>
            <a:r>
              <a:rPr lang="en-US" altLang="en-US" sz="2400" dirty="0" err="1"/>
              <a:t>tham</a:t>
            </a:r>
            <a:r>
              <a:rPr lang="en-US" altLang="en-US" sz="2400" dirty="0"/>
              <a:t> </a:t>
            </a:r>
            <a:r>
              <a:rPr lang="en-US" altLang="en-US" sz="2400" dirty="0" err="1"/>
              <a:t>gia</a:t>
            </a:r>
            <a:r>
              <a:rPr lang="en-US" altLang="en-US" sz="2400" dirty="0"/>
              <a:t> </a:t>
            </a:r>
            <a:r>
              <a:rPr lang="en-US" altLang="en-US" sz="2400" dirty="0" err="1"/>
              <a:t>vào</a:t>
            </a:r>
            <a:r>
              <a:rPr lang="en-US" altLang="en-US" sz="2400" dirty="0"/>
              <a:t> </a:t>
            </a:r>
            <a:r>
              <a:rPr lang="en-US" altLang="en-US" sz="2400" dirty="0" err="1"/>
              <a:t>các</a:t>
            </a:r>
            <a:r>
              <a:rPr lang="en-US" altLang="en-US" sz="2400" dirty="0"/>
              <a:t> </a:t>
            </a:r>
            <a:r>
              <a:rPr lang="en-US" altLang="en-US" sz="2400" dirty="0" err="1"/>
              <a:t>đề</a:t>
            </a:r>
            <a:r>
              <a:rPr lang="en-US" altLang="en-US" sz="2400" dirty="0"/>
              <a:t> </a:t>
            </a:r>
            <a:r>
              <a:rPr lang="en-US" altLang="en-US" sz="2400" dirty="0" err="1"/>
              <a:t>án</a:t>
            </a:r>
            <a:r>
              <a:rPr lang="en-US" altLang="en-US" sz="2400" dirty="0"/>
              <a:t> </a:t>
            </a:r>
            <a:r>
              <a:rPr lang="en-US" altLang="en-US" sz="2400" dirty="0" err="1"/>
              <a:t>với</a:t>
            </a:r>
            <a:r>
              <a:rPr lang="en-US" altLang="en-US" sz="2400" dirty="0"/>
              <a:t> </a:t>
            </a:r>
            <a:r>
              <a:rPr lang="en-US" altLang="en-US" sz="2400" dirty="0" err="1"/>
              <a:t>số</a:t>
            </a:r>
            <a:r>
              <a:rPr lang="en-US" altLang="en-US" sz="2400" dirty="0"/>
              <a:t> </a:t>
            </a:r>
            <a:r>
              <a:rPr lang="en-US" altLang="en-US" sz="2400" dirty="0" err="1"/>
              <a:t>giờ</a:t>
            </a:r>
            <a:r>
              <a:rPr lang="en-US" altLang="en-US" sz="2400" dirty="0"/>
              <a:t> </a:t>
            </a:r>
            <a:r>
              <a:rPr lang="en-US" altLang="en-US" sz="2400" dirty="0" err="1"/>
              <a:t>làm</a:t>
            </a:r>
            <a:r>
              <a:rPr lang="en-US" altLang="en-US" sz="2400" dirty="0"/>
              <a:t> </a:t>
            </a:r>
            <a:r>
              <a:rPr lang="en-US" altLang="en-US" sz="2400" dirty="0" err="1"/>
              <a:t>việc</a:t>
            </a:r>
            <a:r>
              <a:rPr lang="en-US" altLang="en-US" sz="2400" dirty="0"/>
              <a:t> </a:t>
            </a:r>
            <a:r>
              <a:rPr lang="en-US" altLang="en-US" sz="2400" dirty="0" err="1"/>
              <a:t>khác</a:t>
            </a:r>
            <a:r>
              <a:rPr lang="en-US" altLang="en-US" sz="2400" dirty="0"/>
              <a:t> </a:t>
            </a:r>
            <a:r>
              <a:rPr lang="en-US" altLang="en-US" sz="2400" dirty="0" err="1"/>
              <a:t>nhau</a:t>
            </a:r>
            <a:r>
              <a:rPr lang="en-US" altLang="en-US" sz="2400" dirty="0"/>
              <a:t>. </a:t>
            </a:r>
            <a:r>
              <a:rPr lang="en-US" altLang="en-US" sz="2400" dirty="0" err="1"/>
              <a:t>Mỗi</a:t>
            </a:r>
            <a:r>
              <a:rPr lang="en-US" altLang="en-US" sz="2400" dirty="0"/>
              <a:t> </a:t>
            </a:r>
            <a:r>
              <a:rPr lang="en-US" altLang="en-US" sz="2400" dirty="0" err="1"/>
              <a:t>nhân</a:t>
            </a:r>
            <a:r>
              <a:rPr lang="en-US" altLang="en-US" sz="2400" dirty="0"/>
              <a:t> </a:t>
            </a:r>
            <a:r>
              <a:rPr lang="en-US" altLang="en-US" sz="2400" dirty="0" err="1"/>
              <a:t>viên</a:t>
            </a:r>
            <a:r>
              <a:rPr lang="en-US" altLang="en-US" sz="2400" dirty="0"/>
              <a:t> </a:t>
            </a:r>
            <a:r>
              <a:rPr lang="en-US" altLang="en-US" sz="2400" dirty="0" err="1"/>
              <a:t>đều</a:t>
            </a:r>
            <a:r>
              <a:rPr lang="en-US" altLang="en-US" sz="2400" dirty="0"/>
              <a:t> </a:t>
            </a:r>
            <a:r>
              <a:rPr lang="en-US" altLang="en-US" sz="2400" dirty="0" err="1"/>
              <a:t>có</a:t>
            </a:r>
            <a:r>
              <a:rPr lang="en-US" altLang="en-US" sz="2400" dirty="0"/>
              <a:t> </a:t>
            </a:r>
            <a:r>
              <a:rPr lang="en-US" altLang="en-US" sz="2400" dirty="0" err="1"/>
              <a:t>một</a:t>
            </a:r>
            <a:r>
              <a:rPr lang="en-US" altLang="en-US" sz="2400" dirty="0"/>
              <a:t> </a:t>
            </a:r>
            <a:r>
              <a:rPr lang="en-US" altLang="en-US" sz="2400" dirty="0" err="1"/>
              <a:t>người</a:t>
            </a:r>
            <a:r>
              <a:rPr lang="en-US" altLang="en-US" sz="2400" dirty="0"/>
              <a:t> </a:t>
            </a:r>
            <a:r>
              <a:rPr lang="en-US" altLang="en-US" sz="2400" dirty="0" err="1"/>
              <a:t>quản</a:t>
            </a:r>
            <a:r>
              <a:rPr lang="en-US" altLang="en-US" sz="2400" dirty="0"/>
              <a:t> </a:t>
            </a:r>
            <a:r>
              <a:rPr lang="en-US" altLang="en-US" sz="2400" dirty="0" err="1"/>
              <a:t>lý</a:t>
            </a:r>
            <a:r>
              <a:rPr lang="en-US" altLang="en-US" sz="2400" dirty="0"/>
              <a:t> </a:t>
            </a:r>
            <a:r>
              <a:rPr lang="en-US" altLang="en-US" sz="2400" dirty="0" err="1"/>
              <a:t>trực</a:t>
            </a:r>
            <a:r>
              <a:rPr lang="en-US" altLang="en-US" sz="2400" dirty="0"/>
              <a:t> </a:t>
            </a:r>
            <a:r>
              <a:rPr lang="en-US" altLang="en-US" sz="2400" dirty="0" err="1"/>
              <a:t>tiếp</a:t>
            </a:r>
          </a:p>
          <a:p>
            <a:pPr marL="14288" lvl="1" algn="just" eaLnBrk="1" hangingPunct="1"/>
            <a:r>
              <a:rPr lang="en-US" altLang="en-US" sz="2400" dirty="0" err="1"/>
              <a:t>Một</a:t>
            </a:r>
            <a:r>
              <a:rPr lang="en-US" altLang="en-US" sz="2400" dirty="0"/>
              <a:t> </a:t>
            </a:r>
            <a:r>
              <a:rPr lang="en-US" altLang="en-US" sz="2400" dirty="0" err="1"/>
              <a:t>nhân</a:t>
            </a:r>
            <a:r>
              <a:rPr lang="en-US" altLang="en-US" sz="2400" dirty="0"/>
              <a:t> </a:t>
            </a:r>
            <a:r>
              <a:rPr lang="en-US" altLang="en-US" sz="2400" dirty="0" err="1"/>
              <a:t>viên</a:t>
            </a:r>
            <a:r>
              <a:rPr lang="en-US" altLang="en-US" sz="2400" dirty="0"/>
              <a:t> </a:t>
            </a:r>
            <a:r>
              <a:rPr lang="en-US" altLang="en-US" sz="2400" dirty="0" err="1"/>
              <a:t>có</a:t>
            </a:r>
            <a:r>
              <a:rPr lang="en-US" altLang="en-US" sz="2400" dirty="0"/>
              <a:t> </a:t>
            </a:r>
            <a:r>
              <a:rPr lang="en-US" altLang="en-US" sz="2400" dirty="0" err="1"/>
              <a:t>thể</a:t>
            </a:r>
            <a:r>
              <a:rPr lang="en-US" altLang="en-US" sz="2400" dirty="0"/>
              <a:t> </a:t>
            </a:r>
            <a:r>
              <a:rPr lang="en-US" altLang="en-US" sz="2400" dirty="0" err="1"/>
              <a:t>có</a:t>
            </a:r>
            <a:r>
              <a:rPr lang="en-US" altLang="en-US" sz="2400" dirty="0"/>
              <a:t> </a:t>
            </a:r>
            <a:r>
              <a:rPr lang="en-US" altLang="en-US" sz="2400" dirty="0" err="1"/>
              <a:t>nhiều</a:t>
            </a:r>
            <a:r>
              <a:rPr lang="en-US" altLang="en-US" sz="2400" dirty="0"/>
              <a:t> </a:t>
            </a:r>
            <a:r>
              <a:rPr lang="en-US" altLang="en-US" sz="2400" b="1" dirty="0" err="1">
                <a:solidFill>
                  <a:srgbClr val="FF0000"/>
                </a:solidFill>
              </a:rPr>
              <a:t>thân</a:t>
            </a:r>
            <a:r>
              <a:rPr lang="en-US" altLang="en-US" sz="2400" b="1" dirty="0">
                <a:solidFill>
                  <a:srgbClr val="FF0000"/>
                </a:solidFill>
              </a:rPr>
              <a:t> </a:t>
            </a:r>
            <a:r>
              <a:rPr lang="en-US" altLang="en-US" sz="2400" b="1" dirty="0" err="1">
                <a:solidFill>
                  <a:srgbClr val="FF0000"/>
                </a:solidFill>
              </a:rPr>
              <a:t>nhân</a:t>
            </a:r>
            <a:r>
              <a:rPr lang="en-US" altLang="en-US" sz="2400" dirty="0" err="1"/>
              <a:t> làm việc trong cùng công ty</a:t>
            </a:r>
            <a:r>
              <a:rPr lang="en-US" altLang="en-US" sz="2400" dirty="0"/>
              <a:t>. </a:t>
            </a:r>
            <a:r>
              <a:rPr lang="en-US" altLang="en-US" sz="2400" dirty="0" err="1"/>
              <a:t>Mỗi</a:t>
            </a:r>
            <a:r>
              <a:rPr lang="en-US" altLang="en-US" sz="2400" dirty="0"/>
              <a:t> </a:t>
            </a:r>
            <a:r>
              <a:rPr lang="en-US" altLang="en-US" sz="2400" dirty="0" err="1"/>
              <a:t>thân</a:t>
            </a:r>
            <a:r>
              <a:rPr lang="en-US" altLang="en-US" sz="2400" dirty="0"/>
              <a:t> </a:t>
            </a:r>
            <a:r>
              <a:rPr lang="en-US" altLang="en-US" sz="2400" dirty="0" err="1"/>
              <a:t>nhân</a:t>
            </a:r>
            <a:r>
              <a:rPr lang="en-US" altLang="en-US" sz="2400" dirty="0"/>
              <a:t> </a:t>
            </a:r>
            <a:r>
              <a:rPr lang="en-US" altLang="en-US" sz="2400" dirty="0" err="1"/>
              <a:t>có</a:t>
            </a:r>
            <a:r>
              <a:rPr lang="en-US" altLang="en-US" sz="2400" dirty="0"/>
              <a:t> </a:t>
            </a:r>
            <a:r>
              <a:rPr lang="en-US" altLang="en-US" sz="2400" dirty="0" err="1"/>
              <a:t>tên</a:t>
            </a:r>
            <a:r>
              <a:rPr lang="en-US" altLang="en-US" sz="2400" dirty="0"/>
              <a:t>, </a:t>
            </a:r>
            <a:r>
              <a:rPr lang="en-US" altLang="en-US" sz="2400" dirty="0" err="1"/>
              <a:t>phái</a:t>
            </a:r>
            <a:r>
              <a:rPr lang="en-US" altLang="en-US" sz="2400" dirty="0"/>
              <a:t>, </a:t>
            </a:r>
            <a:r>
              <a:rPr lang="en-US" altLang="en-US" sz="2400" dirty="0" err="1"/>
              <a:t>ngày</a:t>
            </a:r>
            <a:r>
              <a:rPr lang="en-US" altLang="en-US" sz="2400" dirty="0"/>
              <a:t> </a:t>
            </a:r>
            <a:r>
              <a:rPr lang="en-US" altLang="en-US" sz="2400" dirty="0" err="1"/>
              <a:t>sinh</a:t>
            </a:r>
            <a:r>
              <a:rPr lang="en-US" altLang="en-US" sz="2400" dirty="0"/>
              <a:t> </a:t>
            </a:r>
            <a:r>
              <a:rPr lang="en-US" altLang="en-US" sz="2400" dirty="0" err="1"/>
              <a:t>và</a:t>
            </a:r>
            <a:r>
              <a:rPr lang="en-US" altLang="en-US" sz="2400" dirty="0"/>
              <a:t> </a:t>
            </a:r>
            <a:r>
              <a:rPr lang="en-US" altLang="en-US" sz="2400" dirty="0" err="1"/>
              <a:t>mối</a:t>
            </a:r>
            <a:r>
              <a:rPr lang="en-US" altLang="en-US" sz="2400" dirty="0"/>
              <a:t> </a:t>
            </a:r>
            <a:r>
              <a:rPr lang="en-US" altLang="en-US" sz="2400" dirty="0" err="1"/>
              <a:t>quan</a:t>
            </a:r>
            <a:r>
              <a:rPr lang="en-US" altLang="en-US" sz="2400" dirty="0"/>
              <a:t> </a:t>
            </a:r>
            <a:r>
              <a:rPr lang="en-US" altLang="en-US" sz="2400" dirty="0" err="1"/>
              <a:t>hệ</a:t>
            </a:r>
            <a:r>
              <a:rPr lang="en-US" altLang="en-US" sz="2400" dirty="0"/>
              <a:t> </a:t>
            </a:r>
            <a:r>
              <a:rPr lang="en-US" altLang="en-US" sz="2400" dirty="0" err="1"/>
              <a:t>với</a:t>
            </a:r>
            <a:r>
              <a:rPr lang="en-US" altLang="en-US" sz="2400" dirty="0"/>
              <a:t> </a:t>
            </a:r>
            <a:r>
              <a:rPr lang="en-US" altLang="en-US" sz="2400" dirty="0" err="1"/>
              <a:t>nhân</a:t>
            </a:r>
            <a:r>
              <a:rPr lang="en-US" altLang="en-US" sz="2400" dirty="0"/>
              <a:t> </a:t>
            </a:r>
            <a:r>
              <a:rPr lang="en-US" altLang="en-US" sz="2400" dirty="0" err="1"/>
              <a:t>viên</a:t>
            </a:r>
            <a:r>
              <a:rPr lang="en-US" altLang="en-US" sz="2400" dirty="0"/>
              <a:t> </a:t>
            </a:r>
            <a:r>
              <a:rPr lang="en-US" altLang="en-US" sz="2400" dirty="0" err="1"/>
              <a:t>đó</a:t>
            </a:r>
            <a:endParaRPr lang="en-US" altLang="en-US" sz="2400" dirty="0"/>
          </a:p>
        </p:txBody>
      </p:sp>
    </p:spTree>
    <p:extLst>
      <p:ext uri="{BB962C8B-B14F-4D97-AF65-F5344CB8AC3E}">
        <p14:creationId xmlns:p14="http://schemas.microsoft.com/office/powerpoint/2010/main" val="42804748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CC81C-CF55-3C48-7E1D-0643FC63C5A6}"/>
            </a:ext>
          </a:extLst>
        </p:cNvPr>
        <p:cNvGrpSpPr/>
        <p:nvPr/>
      </p:nvGrpSpPr>
      <p:grpSpPr>
        <a:xfrm>
          <a:off x="0" y="0"/>
          <a:ext cx="0" cy="0"/>
          <a:chOff x="0" y="0"/>
          <a:chExt cx="0" cy="0"/>
        </a:xfrm>
      </p:grpSpPr>
      <p:sp>
        <p:nvSpPr>
          <p:cNvPr id="70657" name="Title 1">
            <a:extLst>
              <a:ext uri="{FF2B5EF4-FFF2-40B4-BE49-F238E27FC236}">
                <a16:creationId xmlns:a16="http://schemas.microsoft.com/office/drawing/2014/main" id="{226EDAC5-67C1-BD76-19AA-C430C9104ECC}"/>
              </a:ext>
            </a:extLst>
          </p:cNvPr>
          <p:cNvSpPr>
            <a:spLocks noGrp="1" noChangeArrowheads="1"/>
          </p:cNvSpPr>
          <p:nvPr>
            <p:ph type="title"/>
          </p:nvPr>
        </p:nvSpPr>
        <p:spPr>
          <a:xfrm>
            <a:off x="457200" y="354013"/>
            <a:ext cx="8382000" cy="788987"/>
          </a:xfrm>
        </p:spPr>
        <p:txBody>
          <a:bodyPr/>
          <a:lstStyle/>
          <a:p>
            <a:pPr eaLnBrk="1" hangingPunct="1"/>
            <a:r>
              <a:rPr lang="en-US" altLang="en-US"/>
              <a:t>VD2 ‘Quản lý đề án công ty’</a:t>
            </a:r>
          </a:p>
        </p:txBody>
      </p:sp>
      <p:sp>
        <p:nvSpPr>
          <p:cNvPr id="4" name="Date Placeholder 3">
            <a:extLst>
              <a:ext uri="{FF2B5EF4-FFF2-40B4-BE49-F238E27FC236}">
                <a16:creationId xmlns:a16="http://schemas.microsoft.com/office/drawing/2014/main" id="{74FBA20F-0526-F693-0D1F-765095EB2BB2}"/>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0660" name="Slide Number Placeholder 4">
            <a:extLst>
              <a:ext uri="{FF2B5EF4-FFF2-40B4-BE49-F238E27FC236}">
                <a16:creationId xmlns:a16="http://schemas.microsoft.com/office/drawing/2014/main" id="{8B4F7364-BEE9-DC61-981E-59539817BBD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6507A40-93BB-4C99-8A06-CE22A41F308C}" type="slidenum">
              <a:rPr lang="en-US" altLang="en-US">
                <a:latin typeface="Arial" panose="020B0604020202020204" pitchFamily="34" charset="0"/>
              </a:rPr>
              <a:pPr/>
              <a:t>46</a:t>
            </a:fld>
            <a:endParaRPr lang="en-US" altLang="en-US">
              <a:latin typeface="Arial" panose="020B0604020202020204" pitchFamily="34" charset="0"/>
            </a:endParaRPr>
          </a:p>
        </p:txBody>
      </p:sp>
      <p:sp>
        <p:nvSpPr>
          <p:cNvPr id="2" name="TextBox 1">
            <a:extLst>
              <a:ext uri="{FF2B5EF4-FFF2-40B4-BE49-F238E27FC236}">
                <a16:creationId xmlns:a16="http://schemas.microsoft.com/office/drawing/2014/main" id="{39A72744-FD67-2FA3-D25E-0AC001B84FFF}"/>
              </a:ext>
            </a:extLst>
          </p:cNvPr>
          <p:cNvSpPr txBox="1"/>
          <p:nvPr/>
        </p:nvSpPr>
        <p:spPr>
          <a:xfrm>
            <a:off x="457200" y="1143000"/>
            <a:ext cx="8229600" cy="430887"/>
          </a:xfrm>
          <a:prstGeom prst="rect">
            <a:avLst/>
          </a:prstGeom>
          <a:noFill/>
        </p:spPr>
        <p:txBody>
          <a:bodyPr wrap="square" rtlCol="0">
            <a:spAutoFit/>
          </a:bodyPr>
          <a:lstStyle/>
          <a:p>
            <a:pPr algn="ctr"/>
            <a:r>
              <a:rPr lang="en-US" sz="2200" b="1" i="1">
                <a:solidFill>
                  <a:srgbClr val="FF0000"/>
                </a:solidFill>
              </a:rPr>
              <a:t>Bước 1: Xác định tập thực thể</a:t>
            </a:r>
          </a:p>
        </p:txBody>
      </p:sp>
      <p:pic>
        <p:nvPicPr>
          <p:cNvPr id="6" name="Picture 5" descr="A white background with black text&#10;&#10;AI-generated content may be incorrect.">
            <a:extLst>
              <a:ext uri="{FF2B5EF4-FFF2-40B4-BE49-F238E27FC236}">
                <a16:creationId xmlns:a16="http://schemas.microsoft.com/office/drawing/2014/main" id="{118E617C-9AAF-09A1-5B3E-1B963666E5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646" y="2203207"/>
            <a:ext cx="8903154" cy="2978393"/>
          </a:xfrm>
          <a:prstGeom prst="rect">
            <a:avLst/>
          </a:prstGeom>
        </p:spPr>
      </p:pic>
    </p:spTree>
    <p:extLst>
      <p:ext uri="{BB962C8B-B14F-4D97-AF65-F5344CB8AC3E}">
        <p14:creationId xmlns:p14="http://schemas.microsoft.com/office/powerpoint/2010/main" val="26820410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26038-16B9-1BBF-DD30-EAD89FE3877E}"/>
            </a:ext>
          </a:extLst>
        </p:cNvPr>
        <p:cNvGrpSpPr/>
        <p:nvPr/>
      </p:nvGrpSpPr>
      <p:grpSpPr>
        <a:xfrm>
          <a:off x="0" y="0"/>
          <a:ext cx="0" cy="0"/>
          <a:chOff x="0" y="0"/>
          <a:chExt cx="0" cy="0"/>
        </a:xfrm>
      </p:grpSpPr>
      <p:sp>
        <p:nvSpPr>
          <p:cNvPr id="70657" name="Title 1">
            <a:extLst>
              <a:ext uri="{FF2B5EF4-FFF2-40B4-BE49-F238E27FC236}">
                <a16:creationId xmlns:a16="http://schemas.microsoft.com/office/drawing/2014/main" id="{EFAE1C9A-F10C-33DC-128A-4CBB95283053}"/>
              </a:ext>
            </a:extLst>
          </p:cNvPr>
          <p:cNvSpPr>
            <a:spLocks noGrp="1" noChangeArrowheads="1"/>
          </p:cNvSpPr>
          <p:nvPr>
            <p:ph type="title"/>
          </p:nvPr>
        </p:nvSpPr>
        <p:spPr>
          <a:xfrm>
            <a:off x="457200" y="354013"/>
            <a:ext cx="8382000" cy="788987"/>
          </a:xfrm>
        </p:spPr>
        <p:txBody>
          <a:bodyPr/>
          <a:lstStyle/>
          <a:p>
            <a:pPr eaLnBrk="1" hangingPunct="1"/>
            <a:r>
              <a:rPr lang="en-US" altLang="en-US"/>
              <a:t>VD2 ‘Quản lý đề án công ty’</a:t>
            </a:r>
          </a:p>
        </p:txBody>
      </p:sp>
      <p:sp>
        <p:nvSpPr>
          <p:cNvPr id="4" name="Date Placeholder 3">
            <a:extLst>
              <a:ext uri="{FF2B5EF4-FFF2-40B4-BE49-F238E27FC236}">
                <a16:creationId xmlns:a16="http://schemas.microsoft.com/office/drawing/2014/main" id="{FB2F2422-6011-2FE9-0985-D2C2B038BF8A}"/>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0660" name="Slide Number Placeholder 4">
            <a:extLst>
              <a:ext uri="{FF2B5EF4-FFF2-40B4-BE49-F238E27FC236}">
                <a16:creationId xmlns:a16="http://schemas.microsoft.com/office/drawing/2014/main" id="{CA38258D-7A00-429E-EE76-3F894533E98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6507A40-93BB-4C99-8A06-CE22A41F308C}" type="slidenum">
              <a:rPr lang="en-US" altLang="en-US">
                <a:latin typeface="Arial" panose="020B0604020202020204" pitchFamily="34" charset="0"/>
              </a:rPr>
              <a:pPr/>
              <a:t>47</a:t>
            </a:fld>
            <a:endParaRPr lang="en-US" altLang="en-US">
              <a:latin typeface="Arial" panose="020B0604020202020204" pitchFamily="34" charset="0"/>
            </a:endParaRPr>
          </a:p>
        </p:txBody>
      </p:sp>
      <p:sp>
        <p:nvSpPr>
          <p:cNvPr id="2" name="TextBox 1">
            <a:extLst>
              <a:ext uri="{FF2B5EF4-FFF2-40B4-BE49-F238E27FC236}">
                <a16:creationId xmlns:a16="http://schemas.microsoft.com/office/drawing/2014/main" id="{330332B0-F125-DF1A-2C04-7EE850A5090D}"/>
              </a:ext>
            </a:extLst>
          </p:cNvPr>
          <p:cNvSpPr txBox="1"/>
          <p:nvPr/>
        </p:nvSpPr>
        <p:spPr>
          <a:xfrm>
            <a:off x="457200" y="1143000"/>
            <a:ext cx="8229600" cy="430887"/>
          </a:xfrm>
          <a:prstGeom prst="rect">
            <a:avLst/>
          </a:prstGeom>
          <a:noFill/>
        </p:spPr>
        <p:txBody>
          <a:bodyPr wrap="square" rtlCol="0">
            <a:spAutoFit/>
          </a:bodyPr>
          <a:lstStyle/>
          <a:p>
            <a:pPr algn="ctr"/>
            <a:r>
              <a:rPr lang="en-US" sz="2200" b="1" i="1">
                <a:solidFill>
                  <a:srgbClr val="FFC000"/>
                </a:solidFill>
              </a:rPr>
              <a:t>Bước 2: Xác định mối quan hệ</a:t>
            </a:r>
          </a:p>
        </p:txBody>
      </p:sp>
      <p:sp>
        <p:nvSpPr>
          <p:cNvPr id="3" name="Rectangle 3">
            <a:extLst>
              <a:ext uri="{FF2B5EF4-FFF2-40B4-BE49-F238E27FC236}">
                <a16:creationId xmlns:a16="http://schemas.microsoft.com/office/drawing/2014/main" id="{1EBAC16C-A3A9-FF18-B4A9-F7803DC8638B}"/>
              </a:ext>
            </a:extLst>
          </p:cNvPr>
          <p:cNvSpPr txBox="1">
            <a:spLocks noChangeArrowheads="1"/>
          </p:cNvSpPr>
          <p:nvPr/>
        </p:nvSpPr>
        <p:spPr bwMode="auto">
          <a:xfrm>
            <a:off x="457200" y="1653500"/>
            <a:ext cx="8229600" cy="497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spcBef>
                <a:spcPct val="20000"/>
              </a:spcBef>
              <a:spcAft>
                <a:spcPct val="0"/>
              </a:spcAft>
              <a:buClr>
                <a:srgbClr val="CC0000"/>
              </a:buClr>
              <a:buFont typeface="Wingdings 2" panose="05020102010507070707" pitchFamily="18" charset="2"/>
              <a:buChar char="¡"/>
              <a:defRPr sz="2600" kern="1200">
                <a:solidFill>
                  <a:schemeClr val="tx1"/>
                </a:solidFill>
                <a:latin typeface="+mn-lt"/>
                <a:ea typeface="+mn-ea"/>
                <a:cs typeface="+mn-cs"/>
              </a:defRPr>
            </a:lvl1pPr>
            <a:lvl2pPr marL="669925" indent="-325438" algn="just" rtl="0" eaLnBrk="0" fontAlgn="base" hangingPunct="0">
              <a:spcBef>
                <a:spcPct val="20000"/>
              </a:spcBef>
              <a:spcAft>
                <a:spcPct val="0"/>
              </a:spcAft>
              <a:buClr>
                <a:srgbClr val="CC0000"/>
              </a:buClr>
              <a:buFont typeface="Arial" panose="020B0604020202020204" pitchFamily="34" charset="0"/>
              <a:buChar char="-"/>
              <a:defRPr sz="2300" kern="1200">
                <a:solidFill>
                  <a:schemeClr val="tx1"/>
                </a:solidFill>
                <a:latin typeface="+mn-lt"/>
                <a:ea typeface="+mn-ea"/>
                <a:cs typeface="+mn-cs"/>
              </a:defRPr>
            </a:lvl2pPr>
            <a:lvl3pPr marL="1022350" indent="-350838" algn="just" rtl="0" eaLnBrk="0" fontAlgn="base" hangingPunct="0">
              <a:spcBef>
                <a:spcPct val="20000"/>
              </a:spcBef>
              <a:spcAft>
                <a:spcPct val="0"/>
              </a:spcAft>
              <a:buClr>
                <a:srgbClr val="CC0000"/>
              </a:buClr>
              <a:buFont typeface="Wingdings" panose="05000000000000000000" pitchFamily="2" charset="2"/>
              <a:buChar char=""/>
              <a:defRPr sz="2000" kern="1200">
                <a:solidFill>
                  <a:schemeClr val="tx1"/>
                </a:solidFill>
                <a:latin typeface="+mn-lt"/>
                <a:ea typeface="+mn-ea"/>
                <a:cs typeface="+mn-cs"/>
              </a:defRPr>
            </a:lvl3pPr>
            <a:lvl4pPr marL="1339850" indent="-315913" algn="just" rtl="0" eaLnBrk="0" fontAlgn="base" hangingPunct="0">
              <a:spcBef>
                <a:spcPct val="20000"/>
              </a:spcBef>
              <a:spcAft>
                <a:spcPct val="0"/>
              </a:spcAft>
              <a:buClr>
                <a:srgbClr val="CC0000"/>
              </a:buClr>
              <a:buFont typeface="Symbol" panose="05050102010706020507" pitchFamily="18" charset="2"/>
              <a:buChar char="*"/>
              <a:defRPr sz="1700" kern="1200">
                <a:solidFill>
                  <a:schemeClr val="tx1"/>
                </a:solidFill>
                <a:latin typeface="+mn-lt"/>
                <a:ea typeface="+mn-ea"/>
                <a:cs typeface="+mn-cs"/>
              </a:defRPr>
            </a:lvl4pPr>
            <a:lvl5pPr marL="1681163" indent="-339725" algn="just" rtl="0" eaLnBrk="0" fontAlgn="base" hangingPunct="0">
              <a:spcBef>
                <a:spcPct val="20000"/>
              </a:spcBef>
              <a:spcAft>
                <a:spcPct val="0"/>
              </a:spcAft>
              <a:buClr>
                <a:srgbClr val="CC0000"/>
              </a:buClr>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39725" lvl="1" eaLnBrk="1" hangingPunct="1"/>
            <a:r>
              <a:rPr lang="en-US" altLang="en-US" sz="2200" dirty="0" err="1"/>
              <a:t>Cty</a:t>
            </a:r>
            <a:r>
              <a:rPr lang="en-US" altLang="en-US" sz="2200" dirty="0"/>
              <a:t> </a:t>
            </a:r>
            <a:r>
              <a:rPr lang="en-US" altLang="en-US" sz="2200" dirty="0" err="1"/>
              <a:t>có</a:t>
            </a:r>
            <a:r>
              <a:rPr lang="en-US" altLang="en-US" sz="2200" dirty="0"/>
              <a:t> </a:t>
            </a:r>
            <a:r>
              <a:rPr lang="en-US" altLang="en-US" sz="2200" dirty="0" err="1"/>
              <a:t>nhiều</a:t>
            </a:r>
            <a:r>
              <a:rPr lang="en-US" altLang="en-US" sz="2200" dirty="0"/>
              <a:t> </a:t>
            </a:r>
            <a:r>
              <a:rPr lang="en-US" altLang="en-US" sz="2200" dirty="0" err="1"/>
              <a:t>phòng</a:t>
            </a:r>
            <a:r>
              <a:rPr lang="en-US" altLang="en-US" sz="2200" dirty="0"/>
              <a:t> ban, </a:t>
            </a:r>
            <a:r>
              <a:rPr lang="en-US" altLang="en-US" sz="2200" dirty="0" err="1"/>
              <a:t>mỗi</a:t>
            </a:r>
            <a:r>
              <a:rPr lang="en-US" altLang="en-US" sz="2200" dirty="0"/>
              <a:t> </a:t>
            </a:r>
            <a:r>
              <a:rPr lang="en-US" altLang="en-US" sz="2200" dirty="0" err="1"/>
              <a:t>phòng</a:t>
            </a:r>
            <a:r>
              <a:rPr lang="en-US" altLang="en-US" sz="2200" dirty="0"/>
              <a:t> ban </a:t>
            </a:r>
            <a:r>
              <a:rPr lang="en-US" altLang="en-US" sz="2200" dirty="0" err="1"/>
              <a:t>có</a:t>
            </a:r>
            <a:r>
              <a:rPr lang="en-US" altLang="en-US" sz="2200" dirty="0"/>
              <a:t> </a:t>
            </a:r>
            <a:r>
              <a:rPr lang="en-US" altLang="en-US" sz="2200" dirty="0" err="1"/>
              <a:t>tên</a:t>
            </a:r>
            <a:r>
              <a:rPr lang="en-US" altLang="en-US" sz="2200" dirty="0"/>
              <a:t> </a:t>
            </a:r>
            <a:r>
              <a:rPr lang="en-US" altLang="en-US" sz="2200" dirty="0" err="1"/>
              <a:t>duy</a:t>
            </a:r>
            <a:r>
              <a:rPr lang="en-US" altLang="en-US" sz="2200" dirty="0"/>
              <a:t> </a:t>
            </a:r>
            <a:r>
              <a:rPr lang="en-US" altLang="en-US" sz="2200" dirty="0" err="1"/>
              <a:t>nhất</a:t>
            </a:r>
            <a:r>
              <a:rPr lang="en-US" altLang="en-US" sz="2200" dirty="0"/>
              <a:t>, </a:t>
            </a:r>
            <a:r>
              <a:rPr lang="en-US" altLang="en-US" sz="2200" dirty="0" err="1"/>
              <a:t>mã</a:t>
            </a:r>
            <a:r>
              <a:rPr lang="en-US" altLang="en-US" sz="2200" dirty="0"/>
              <a:t> </a:t>
            </a:r>
            <a:r>
              <a:rPr lang="en-US" altLang="en-US" sz="2200" dirty="0" err="1"/>
              <a:t>phòng</a:t>
            </a:r>
            <a:r>
              <a:rPr lang="en-US" altLang="en-US" sz="2200" dirty="0"/>
              <a:t> </a:t>
            </a:r>
            <a:r>
              <a:rPr lang="en-US" altLang="en-US" sz="2200" dirty="0" err="1"/>
              <a:t>duy</a:t>
            </a:r>
            <a:r>
              <a:rPr lang="en-US" altLang="en-US" sz="2200" dirty="0"/>
              <a:t> </a:t>
            </a:r>
            <a:r>
              <a:rPr lang="en-US" altLang="en-US" sz="2200" dirty="0" err="1"/>
              <a:t>nhất</a:t>
            </a:r>
            <a:r>
              <a:rPr lang="en-US" altLang="en-US" sz="2200" dirty="0"/>
              <a:t>, </a:t>
            </a:r>
            <a:r>
              <a:rPr lang="en-US" altLang="en-US" sz="2200" dirty="0" err="1"/>
              <a:t>một</a:t>
            </a:r>
            <a:r>
              <a:rPr lang="en-US" altLang="en-US" sz="2200" dirty="0"/>
              <a:t> </a:t>
            </a:r>
            <a:r>
              <a:rPr lang="en-US" altLang="en-US" sz="2200" dirty="0" err="1"/>
              <a:t>trưởng</a:t>
            </a:r>
            <a:r>
              <a:rPr lang="en-US" altLang="en-US" sz="2200" dirty="0"/>
              <a:t> </a:t>
            </a:r>
            <a:r>
              <a:rPr lang="en-US" altLang="en-US" sz="2200" dirty="0" err="1"/>
              <a:t>phòng</a:t>
            </a:r>
            <a:r>
              <a:rPr lang="en-US" altLang="en-US" sz="2200" dirty="0"/>
              <a:t> </a:t>
            </a:r>
            <a:r>
              <a:rPr lang="en-US" altLang="en-US" sz="2200" dirty="0" err="1"/>
              <a:t>và</a:t>
            </a:r>
            <a:r>
              <a:rPr lang="en-US" altLang="en-US" sz="2200" dirty="0"/>
              <a:t> </a:t>
            </a:r>
            <a:r>
              <a:rPr lang="en-US" altLang="en-US" sz="2200" dirty="0" err="1"/>
              <a:t>ngày</a:t>
            </a:r>
            <a:r>
              <a:rPr lang="en-US" altLang="en-US" sz="2200" dirty="0"/>
              <a:t> </a:t>
            </a:r>
            <a:r>
              <a:rPr lang="en-US" altLang="en-US" sz="2200" dirty="0" err="1"/>
              <a:t>nhận</a:t>
            </a:r>
            <a:r>
              <a:rPr lang="en-US" altLang="en-US" sz="2200" dirty="0"/>
              <a:t> chức. </a:t>
            </a:r>
            <a:r>
              <a:rPr lang="en-US" altLang="en-US" sz="2200" dirty="0" err="1"/>
              <a:t>Mỗi</a:t>
            </a:r>
            <a:r>
              <a:rPr lang="en-US" altLang="en-US" sz="2200" dirty="0"/>
              <a:t> </a:t>
            </a:r>
            <a:r>
              <a:rPr lang="en-US" altLang="en-US" sz="2200" dirty="0" err="1"/>
              <a:t>phòng</a:t>
            </a:r>
            <a:r>
              <a:rPr lang="en-US" altLang="en-US" sz="2200" dirty="0"/>
              <a:t> ban </a:t>
            </a:r>
            <a:r>
              <a:rPr lang="en-US" altLang="en-US" sz="2200" b="1" dirty="0" err="1">
                <a:solidFill>
                  <a:srgbClr val="FFC000"/>
                </a:solidFill>
              </a:rPr>
              <a:t>có</a:t>
            </a:r>
            <a:r>
              <a:rPr lang="en-US" altLang="en-US" sz="2200" b="1" dirty="0">
                <a:solidFill>
                  <a:srgbClr val="FFC000"/>
                </a:solidFill>
              </a:rPr>
              <a:t> </a:t>
            </a:r>
            <a:r>
              <a:rPr lang="en-US" altLang="en-US" sz="2200" b="1" dirty="0" err="1">
                <a:solidFill>
                  <a:srgbClr val="FFC000"/>
                </a:solidFill>
              </a:rPr>
              <a:t>thể</a:t>
            </a:r>
            <a:r>
              <a:rPr lang="en-US" altLang="en-US" sz="2200" b="1" dirty="0">
                <a:solidFill>
                  <a:srgbClr val="FFC000"/>
                </a:solidFill>
              </a:rPr>
              <a:t> ở</a:t>
            </a:r>
            <a:r>
              <a:rPr lang="en-US" altLang="en-US" sz="2200" dirty="0"/>
              <a:t> </a:t>
            </a:r>
            <a:r>
              <a:rPr lang="en-US" altLang="en-US" sz="2200" dirty="0" err="1"/>
              <a:t>nhiều</a:t>
            </a:r>
            <a:r>
              <a:rPr lang="en-US" altLang="en-US" sz="2200" dirty="0"/>
              <a:t> </a:t>
            </a:r>
            <a:r>
              <a:rPr lang="en-US" altLang="en-US" sz="2200" dirty="0" err="1"/>
              <a:t>địa</a:t>
            </a:r>
            <a:r>
              <a:rPr lang="en-US" altLang="en-US" sz="2200" dirty="0"/>
              <a:t> </a:t>
            </a:r>
            <a:r>
              <a:rPr lang="en-US" altLang="en-US" sz="2200" dirty="0" err="1"/>
              <a:t>điểm</a:t>
            </a:r>
            <a:r>
              <a:rPr lang="en-US" altLang="en-US" sz="2200" dirty="0"/>
              <a:t> </a:t>
            </a:r>
            <a:r>
              <a:rPr lang="en-US" altLang="en-US" sz="2200" dirty="0" err="1"/>
              <a:t>khác</a:t>
            </a:r>
            <a:r>
              <a:rPr lang="en-US" altLang="en-US" sz="2200" dirty="0"/>
              <a:t> </a:t>
            </a:r>
            <a:r>
              <a:rPr lang="en-US" altLang="en-US" sz="2200" dirty="0" err="1"/>
              <a:t>nhau</a:t>
            </a:r>
            <a:r>
              <a:rPr lang="en-US" altLang="en-US" sz="2200" dirty="0"/>
              <a:t>. </a:t>
            </a:r>
            <a:r>
              <a:rPr lang="en-US" altLang="en-US" sz="2200" dirty="0" err="1"/>
              <a:t>Mỗi</a:t>
            </a:r>
            <a:r>
              <a:rPr lang="en-US" altLang="en-US" sz="2200" dirty="0"/>
              <a:t> </a:t>
            </a:r>
            <a:r>
              <a:rPr lang="en-US" altLang="en-US" sz="2200" dirty="0" err="1"/>
              <a:t>địa</a:t>
            </a:r>
            <a:r>
              <a:rPr lang="en-US" altLang="en-US" sz="2200" dirty="0"/>
              <a:t> </a:t>
            </a:r>
            <a:r>
              <a:rPr lang="en-US" altLang="en-US" sz="2200" dirty="0" err="1"/>
              <a:t>điểm</a:t>
            </a:r>
            <a:r>
              <a:rPr lang="en-US" altLang="en-US" sz="2200" dirty="0"/>
              <a:t> </a:t>
            </a:r>
            <a:r>
              <a:rPr lang="en-US" altLang="en-US" sz="2200" dirty="0" err="1"/>
              <a:t>có</a:t>
            </a:r>
            <a:r>
              <a:rPr lang="en-US" altLang="en-US" sz="2200" dirty="0"/>
              <a:t> </a:t>
            </a:r>
            <a:r>
              <a:rPr lang="en-US" altLang="en-US" sz="2200" dirty="0" err="1"/>
              <a:t>mã</a:t>
            </a:r>
            <a:r>
              <a:rPr lang="en-US" altLang="en-US" sz="2200" dirty="0"/>
              <a:t> </a:t>
            </a:r>
            <a:r>
              <a:rPr lang="en-US" altLang="en-US" sz="2200" dirty="0" err="1"/>
              <a:t>số</a:t>
            </a:r>
            <a:r>
              <a:rPr lang="en-US" altLang="en-US" sz="2200" dirty="0"/>
              <a:t> </a:t>
            </a:r>
            <a:r>
              <a:rPr lang="en-US" altLang="en-US" sz="2200" dirty="0" err="1"/>
              <a:t>duy</a:t>
            </a:r>
            <a:r>
              <a:rPr lang="en-US" altLang="en-US" sz="2200" dirty="0"/>
              <a:t> </a:t>
            </a:r>
            <a:r>
              <a:rPr lang="en-US" altLang="en-US" sz="2200" dirty="0" err="1"/>
              <a:t>nhất</a:t>
            </a:r>
            <a:r>
              <a:rPr lang="en-US" altLang="en-US" sz="2200" dirty="0"/>
              <a:t> </a:t>
            </a:r>
            <a:r>
              <a:rPr lang="en-US" altLang="en-US" sz="2200" dirty="0" err="1"/>
              <a:t>và</a:t>
            </a:r>
            <a:r>
              <a:rPr lang="en-US" altLang="en-US" sz="2200" dirty="0"/>
              <a:t> </a:t>
            </a:r>
            <a:r>
              <a:rPr lang="en-US" altLang="en-US" sz="2200" dirty="0" err="1"/>
              <a:t>tên</a:t>
            </a:r>
            <a:r>
              <a:rPr lang="en-US" altLang="en-US" sz="2200" dirty="0"/>
              <a:t> </a:t>
            </a:r>
            <a:r>
              <a:rPr lang="en-US" altLang="en-US" sz="2200" dirty="0" err="1"/>
              <a:t>địa</a:t>
            </a:r>
            <a:r>
              <a:rPr lang="en-US" altLang="en-US" sz="2200" dirty="0"/>
              <a:t> </a:t>
            </a:r>
            <a:r>
              <a:rPr lang="en-US" altLang="en-US" sz="2200" dirty="0" err="1"/>
              <a:t>điểm</a:t>
            </a:r>
            <a:endParaRPr lang="en-US" altLang="en-US" sz="2200" dirty="0"/>
          </a:p>
          <a:p>
            <a:pPr marL="339725" lvl="1" eaLnBrk="1" hangingPunct="1"/>
            <a:r>
              <a:rPr lang="en-US" altLang="en-US" sz="2200" dirty="0" err="1"/>
              <a:t>Đề</a:t>
            </a:r>
            <a:r>
              <a:rPr lang="en-US" altLang="en-US" sz="2200" dirty="0"/>
              <a:t> </a:t>
            </a:r>
            <a:r>
              <a:rPr lang="en-US" altLang="en-US" sz="2200" dirty="0" err="1"/>
              <a:t>án</a:t>
            </a:r>
            <a:r>
              <a:rPr lang="en-US" altLang="en-US" sz="2200" dirty="0"/>
              <a:t> </a:t>
            </a:r>
            <a:r>
              <a:rPr lang="en-US" altLang="en-US" sz="2200" dirty="0" err="1"/>
              <a:t>có</a:t>
            </a:r>
            <a:r>
              <a:rPr lang="en-US" altLang="en-US" sz="2200" dirty="0"/>
              <a:t> </a:t>
            </a:r>
            <a:r>
              <a:rPr lang="en-US" altLang="en-US" sz="2200" dirty="0" err="1"/>
              <a:t>tên</a:t>
            </a:r>
            <a:r>
              <a:rPr lang="en-US" altLang="en-US" sz="2200" dirty="0"/>
              <a:t> </a:t>
            </a:r>
            <a:r>
              <a:rPr lang="en-US" altLang="en-US" sz="2200" dirty="0" err="1"/>
              <a:t>duy</a:t>
            </a:r>
            <a:r>
              <a:rPr lang="en-US" altLang="en-US" sz="2200" dirty="0"/>
              <a:t> </a:t>
            </a:r>
            <a:r>
              <a:rPr lang="en-US" altLang="en-US" sz="2200" dirty="0" err="1"/>
              <a:t>nhất</a:t>
            </a:r>
            <a:r>
              <a:rPr lang="en-US" altLang="en-US" sz="2200" dirty="0"/>
              <a:t>, </a:t>
            </a:r>
            <a:r>
              <a:rPr lang="en-US" altLang="en-US" sz="2200" dirty="0" err="1"/>
              <a:t>mã</a:t>
            </a:r>
            <a:r>
              <a:rPr lang="en-US" altLang="en-US" sz="2200" dirty="0"/>
              <a:t> </a:t>
            </a:r>
            <a:r>
              <a:rPr lang="en-US" altLang="en-US" sz="2200" dirty="0" err="1"/>
              <a:t>duy</a:t>
            </a:r>
            <a:r>
              <a:rPr lang="en-US" altLang="en-US" sz="2200" dirty="0"/>
              <a:t> </a:t>
            </a:r>
            <a:r>
              <a:rPr lang="en-US" altLang="en-US" sz="2200" dirty="0" err="1"/>
              <a:t>nhất</a:t>
            </a:r>
            <a:r>
              <a:rPr lang="en-US" altLang="en-US" sz="2200" dirty="0"/>
              <a:t>, </a:t>
            </a:r>
            <a:r>
              <a:rPr lang="en-US" altLang="en-US" sz="2200" b="1" dirty="0">
                <a:solidFill>
                  <a:srgbClr val="FFC000"/>
                </a:solidFill>
              </a:rPr>
              <a:t>do</a:t>
            </a:r>
            <a:r>
              <a:rPr lang="en-US" altLang="en-US" sz="2200" dirty="0"/>
              <a:t> 1 </a:t>
            </a:r>
            <a:r>
              <a:rPr lang="en-US" altLang="en-US" sz="2200" dirty="0" err="1"/>
              <a:t>một</a:t>
            </a:r>
            <a:r>
              <a:rPr lang="en-US" altLang="en-US" sz="2200" dirty="0"/>
              <a:t> </a:t>
            </a:r>
            <a:r>
              <a:rPr lang="en-US" altLang="en-US" sz="2200" dirty="0" err="1"/>
              <a:t>phòng</a:t>
            </a:r>
            <a:r>
              <a:rPr lang="en-US" altLang="en-US" sz="2200" dirty="0"/>
              <a:t> ban </a:t>
            </a:r>
            <a:r>
              <a:rPr lang="en-US" altLang="en-US" sz="2200" dirty="0" err="1"/>
              <a:t>chủ</a:t>
            </a:r>
            <a:r>
              <a:rPr lang="en-US" altLang="en-US" sz="2200" dirty="0"/>
              <a:t> </a:t>
            </a:r>
            <a:r>
              <a:rPr lang="en-US" altLang="en-US" sz="2200" dirty="0" err="1"/>
              <a:t>trì</a:t>
            </a:r>
            <a:r>
              <a:rPr lang="en-US" altLang="en-US" sz="2200" dirty="0"/>
              <a:t> </a:t>
            </a:r>
            <a:r>
              <a:rPr lang="en-US" altLang="en-US" sz="2200" dirty="0" err="1"/>
              <a:t>và</a:t>
            </a:r>
            <a:r>
              <a:rPr lang="en-US" altLang="en-US" sz="2200" dirty="0"/>
              <a:t> </a:t>
            </a:r>
            <a:r>
              <a:rPr lang="en-US" altLang="en-US" sz="2200" dirty="0" err="1"/>
              <a:t>được</a:t>
            </a:r>
            <a:r>
              <a:rPr lang="en-US" altLang="en-US" sz="2200" dirty="0"/>
              <a:t> </a:t>
            </a:r>
            <a:r>
              <a:rPr lang="en-US" altLang="en-US" sz="2200" dirty="0" err="1"/>
              <a:t>triển</a:t>
            </a:r>
            <a:r>
              <a:rPr lang="en-US" altLang="en-US" sz="2200" dirty="0"/>
              <a:t> </a:t>
            </a:r>
            <a:r>
              <a:rPr lang="en-US" altLang="en-US" sz="2200" dirty="0" err="1"/>
              <a:t>khai</a:t>
            </a:r>
            <a:r>
              <a:rPr lang="en-US" altLang="en-US" sz="2200" dirty="0"/>
              <a:t> ở 1 </a:t>
            </a:r>
            <a:r>
              <a:rPr lang="en-US" altLang="en-US" sz="2200" dirty="0" err="1"/>
              <a:t>địa</a:t>
            </a:r>
            <a:r>
              <a:rPr lang="en-US" altLang="en-US" sz="2200" dirty="0"/>
              <a:t> </a:t>
            </a:r>
            <a:r>
              <a:rPr lang="en-US" altLang="en-US" sz="2200" dirty="0" err="1"/>
              <a:t>điểm</a:t>
            </a:r>
            <a:endParaRPr lang="en-US" altLang="en-US" sz="2200" dirty="0"/>
          </a:p>
          <a:p>
            <a:pPr marL="339725" lvl="1" eaLnBrk="1" hangingPunct="1"/>
            <a:r>
              <a:rPr lang="en-US" altLang="en-US" sz="2200" dirty="0" err="1"/>
              <a:t>Nhân</a:t>
            </a:r>
            <a:r>
              <a:rPr lang="en-US" altLang="en-US" sz="2200" dirty="0"/>
              <a:t> </a:t>
            </a:r>
            <a:r>
              <a:rPr lang="en-US" altLang="en-US" sz="2200" dirty="0" err="1"/>
              <a:t>viên</a:t>
            </a:r>
            <a:r>
              <a:rPr lang="en-US" altLang="en-US" sz="2200" dirty="0"/>
              <a:t> </a:t>
            </a:r>
            <a:r>
              <a:rPr lang="en-US" altLang="en-US" sz="2200" dirty="0" err="1"/>
              <a:t>có</a:t>
            </a:r>
            <a:r>
              <a:rPr lang="en-US" altLang="en-US" sz="2200" dirty="0"/>
              <a:t> </a:t>
            </a:r>
            <a:r>
              <a:rPr lang="en-US" altLang="en-US" sz="2200" dirty="0" err="1"/>
              <a:t>mã</a:t>
            </a:r>
            <a:r>
              <a:rPr lang="en-US" altLang="en-US" sz="2200" dirty="0"/>
              <a:t> </a:t>
            </a:r>
            <a:r>
              <a:rPr lang="en-US" altLang="en-US" sz="2200" dirty="0" err="1"/>
              <a:t>số</a:t>
            </a:r>
            <a:r>
              <a:rPr lang="en-US" altLang="en-US" sz="2200" dirty="0"/>
              <a:t>, </a:t>
            </a:r>
            <a:r>
              <a:rPr lang="en-US" altLang="en-US" sz="2200" dirty="0" err="1"/>
              <a:t>tên</a:t>
            </a:r>
            <a:r>
              <a:rPr lang="en-US" altLang="en-US" sz="2200" dirty="0"/>
              <a:t>, </a:t>
            </a:r>
            <a:r>
              <a:rPr lang="en-US" altLang="en-US" sz="2200" dirty="0" err="1"/>
              <a:t>địa</a:t>
            </a:r>
            <a:r>
              <a:rPr lang="en-US" altLang="en-US" sz="2200" dirty="0"/>
              <a:t> </a:t>
            </a:r>
            <a:r>
              <a:rPr lang="en-US" altLang="en-US" sz="2200" dirty="0" err="1"/>
              <a:t>chỉ</a:t>
            </a:r>
            <a:r>
              <a:rPr lang="en-US" altLang="en-US" sz="2200" dirty="0"/>
              <a:t>, </a:t>
            </a:r>
            <a:r>
              <a:rPr lang="en-US" altLang="en-US" sz="2200" dirty="0" err="1"/>
              <a:t>ngày</a:t>
            </a:r>
            <a:r>
              <a:rPr lang="en-US" altLang="en-US" sz="2200" dirty="0"/>
              <a:t> </a:t>
            </a:r>
            <a:r>
              <a:rPr lang="en-US" altLang="en-US" sz="2200" dirty="0" err="1"/>
              <a:t>sinh</a:t>
            </a:r>
            <a:r>
              <a:rPr lang="en-US" altLang="en-US" sz="2200" dirty="0"/>
              <a:t>, </a:t>
            </a:r>
            <a:r>
              <a:rPr lang="en-US" altLang="en-US" sz="2200" dirty="0" err="1"/>
              <a:t>phái</a:t>
            </a:r>
            <a:r>
              <a:rPr lang="en-US" altLang="en-US" sz="2200" dirty="0"/>
              <a:t> </a:t>
            </a:r>
            <a:r>
              <a:rPr lang="en-US" altLang="en-US" sz="2200" dirty="0" err="1"/>
              <a:t>và</a:t>
            </a:r>
            <a:r>
              <a:rPr lang="en-US" altLang="en-US" sz="2200" dirty="0"/>
              <a:t> </a:t>
            </a:r>
            <a:r>
              <a:rPr lang="en-US" altLang="en-US" sz="2200" dirty="0" err="1"/>
              <a:t>lương</a:t>
            </a:r>
            <a:r>
              <a:rPr lang="en-US" altLang="en-US" sz="2200" dirty="0"/>
              <a:t>. </a:t>
            </a:r>
            <a:r>
              <a:rPr lang="en-US" altLang="en-US" sz="2200" dirty="0" err="1"/>
              <a:t>Mỗi</a:t>
            </a:r>
            <a:r>
              <a:rPr lang="en-US" altLang="en-US" sz="2200" dirty="0"/>
              <a:t> </a:t>
            </a:r>
            <a:r>
              <a:rPr lang="en-US" altLang="en-US" sz="2200" dirty="0" err="1"/>
              <a:t>nhân</a:t>
            </a:r>
            <a:r>
              <a:rPr lang="en-US" altLang="en-US" sz="2200" dirty="0"/>
              <a:t> </a:t>
            </a:r>
            <a:r>
              <a:rPr lang="en-US" altLang="en-US" sz="2200" dirty="0" err="1"/>
              <a:t>viên</a:t>
            </a:r>
            <a:r>
              <a:rPr lang="en-US" altLang="en-US" sz="2200" dirty="0"/>
              <a:t> </a:t>
            </a:r>
            <a:r>
              <a:rPr lang="en-US" altLang="en-US" sz="2200" b="1" dirty="0" err="1">
                <a:solidFill>
                  <a:srgbClr val="FFC000"/>
                </a:solidFill>
              </a:rPr>
              <a:t>làm</a:t>
            </a:r>
            <a:r>
              <a:rPr lang="en-US" altLang="en-US" sz="2200" b="1" dirty="0">
                <a:solidFill>
                  <a:srgbClr val="FFC000"/>
                </a:solidFill>
              </a:rPr>
              <a:t> </a:t>
            </a:r>
            <a:r>
              <a:rPr lang="en-US" altLang="en-US" sz="2200" b="1" dirty="0" err="1">
                <a:solidFill>
                  <a:srgbClr val="FFC000"/>
                </a:solidFill>
              </a:rPr>
              <a:t>việc</a:t>
            </a:r>
            <a:r>
              <a:rPr lang="en-US" altLang="en-US" sz="2200" dirty="0"/>
              <a:t> ở 1 </a:t>
            </a:r>
            <a:r>
              <a:rPr lang="en-US" altLang="en-US" sz="2200" dirty="0" err="1"/>
              <a:t>phòng</a:t>
            </a:r>
            <a:r>
              <a:rPr lang="en-US" altLang="en-US" sz="2200" dirty="0"/>
              <a:t> ban, </a:t>
            </a:r>
            <a:r>
              <a:rPr lang="en-US" altLang="en-US" sz="2200" b="1" dirty="0" err="1">
                <a:solidFill>
                  <a:srgbClr val="FFC000"/>
                </a:solidFill>
              </a:rPr>
              <a:t>tham</a:t>
            </a:r>
            <a:r>
              <a:rPr lang="en-US" altLang="en-US" sz="2200" b="1" dirty="0">
                <a:solidFill>
                  <a:srgbClr val="FFC000"/>
                </a:solidFill>
              </a:rPr>
              <a:t> </a:t>
            </a:r>
            <a:r>
              <a:rPr lang="en-US" altLang="en-US" sz="2200" b="1" dirty="0" err="1">
                <a:solidFill>
                  <a:srgbClr val="FFC000"/>
                </a:solidFill>
              </a:rPr>
              <a:t>gia</a:t>
            </a:r>
            <a:r>
              <a:rPr lang="en-US" altLang="en-US" sz="2200" dirty="0"/>
              <a:t> </a:t>
            </a:r>
            <a:r>
              <a:rPr lang="en-US" altLang="en-US" sz="2200" dirty="0" err="1"/>
              <a:t>vào</a:t>
            </a:r>
            <a:r>
              <a:rPr lang="en-US" altLang="en-US" sz="2200" dirty="0"/>
              <a:t> </a:t>
            </a:r>
            <a:r>
              <a:rPr lang="en-US" altLang="en-US" sz="2200" dirty="0" err="1"/>
              <a:t>các</a:t>
            </a:r>
            <a:r>
              <a:rPr lang="en-US" altLang="en-US" sz="2200" dirty="0"/>
              <a:t> </a:t>
            </a:r>
            <a:r>
              <a:rPr lang="en-US" altLang="en-US" sz="2200" dirty="0" err="1"/>
              <a:t>đề</a:t>
            </a:r>
            <a:r>
              <a:rPr lang="en-US" altLang="en-US" sz="2200" dirty="0"/>
              <a:t> </a:t>
            </a:r>
            <a:r>
              <a:rPr lang="en-US" altLang="en-US" sz="2200" dirty="0" err="1"/>
              <a:t>án</a:t>
            </a:r>
            <a:r>
              <a:rPr lang="en-US" altLang="en-US" sz="2200" dirty="0"/>
              <a:t> </a:t>
            </a:r>
            <a:r>
              <a:rPr lang="en-US" altLang="en-US" sz="2200" dirty="0" err="1"/>
              <a:t>với</a:t>
            </a:r>
            <a:r>
              <a:rPr lang="en-US" altLang="en-US" sz="2200" dirty="0"/>
              <a:t> </a:t>
            </a:r>
            <a:r>
              <a:rPr lang="en-US" altLang="en-US" sz="2200" dirty="0" err="1"/>
              <a:t>số</a:t>
            </a:r>
            <a:r>
              <a:rPr lang="en-US" altLang="en-US" sz="2200" dirty="0"/>
              <a:t> </a:t>
            </a:r>
            <a:r>
              <a:rPr lang="en-US" altLang="en-US" sz="2200" dirty="0" err="1"/>
              <a:t>giờ</a:t>
            </a:r>
            <a:r>
              <a:rPr lang="en-US" altLang="en-US" sz="2200" dirty="0"/>
              <a:t> </a:t>
            </a:r>
            <a:r>
              <a:rPr lang="en-US" altLang="en-US" sz="2200" dirty="0" err="1"/>
              <a:t>làm</a:t>
            </a:r>
            <a:r>
              <a:rPr lang="en-US" altLang="en-US" sz="2200" dirty="0"/>
              <a:t> </a:t>
            </a:r>
            <a:r>
              <a:rPr lang="en-US" altLang="en-US" sz="2200" dirty="0" err="1"/>
              <a:t>việc</a:t>
            </a:r>
            <a:r>
              <a:rPr lang="en-US" altLang="en-US" sz="2200" dirty="0"/>
              <a:t> </a:t>
            </a:r>
            <a:r>
              <a:rPr lang="en-US" altLang="en-US" sz="2200" dirty="0" err="1"/>
              <a:t>khác</a:t>
            </a:r>
            <a:r>
              <a:rPr lang="en-US" altLang="en-US" sz="2200" dirty="0"/>
              <a:t> </a:t>
            </a:r>
            <a:r>
              <a:rPr lang="en-US" altLang="en-US" sz="2200" dirty="0" err="1"/>
              <a:t>nhau</a:t>
            </a:r>
            <a:r>
              <a:rPr lang="en-US" altLang="en-US" sz="2200" dirty="0"/>
              <a:t>. </a:t>
            </a:r>
            <a:r>
              <a:rPr lang="en-US" altLang="en-US" sz="2200" dirty="0" err="1"/>
              <a:t>Mỗi</a:t>
            </a:r>
            <a:r>
              <a:rPr lang="en-US" altLang="en-US" sz="2200" dirty="0"/>
              <a:t> </a:t>
            </a:r>
            <a:r>
              <a:rPr lang="en-US" altLang="en-US" sz="2200" dirty="0" err="1"/>
              <a:t>nhân</a:t>
            </a:r>
            <a:r>
              <a:rPr lang="en-US" altLang="en-US" sz="2200" dirty="0"/>
              <a:t> </a:t>
            </a:r>
            <a:r>
              <a:rPr lang="en-US" altLang="en-US" sz="2200" dirty="0" err="1"/>
              <a:t>viên</a:t>
            </a:r>
            <a:r>
              <a:rPr lang="en-US" altLang="en-US" sz="2200" dirty="0"/>
              <a:t> </a:t>
            </a:r>
            <a:r>
              <a:rPr lang="en-US" altLang="en-US" sz="2200" dirty="0" err="1"/>
              <a:t>đều</a:t>
            </a:r>
            <a:r>
              <a:rPr lang="en-US" altLang="en-US" sz="2200" dirty="0"/>
              <a:t> </a:t>
            </a:r>
            <a:r>
              <a:rPr lang="en-US" altLang="en-US" sz="2200" b="1" dirty="0" err="1">
                <a:solidFill>
                  <a:srgbClr val="FFC000"/>
                </a:solidFill>
              </a:rPr>
              <a:t>có</a:t>
            </a:r>
            <a:r>
              <a:rPr lang="en-US" altLang="en-US" sz="2200" dirty="0"/>
              <a:t> </a:t>
            </a:r>
            <a:r>
              <a:rPr lang="en-US" altLang="en-US" sz="2200" dirty="0" err="1"/>
              <a:t>một</a:t>
            </a:r>
            <a:r>
              <a:rPr lang="en-US" altLang="en-US" sz="2200" dirty="0"/>
              <a:t> </a:t>
            </a:r>
            <a:r>
              <a:rPr lang="en-US" altLang="en-US" sz="2200" dirty="0" err="1"/>
              <a:t>người</a:t>
            </a:r>
            <a:r>
              <a:rPr lang="en-US" altLang="en-US" sz="2200" dirty="0"/>
              <a:t> </a:t>
            </a:r>
            <a:r>
              <a:rPr lang="en-US" altLang="en-US" sz="2200" dirty="0" err="1"/>
              <a:t>quản</a:t>
            </a:r>
            <a:r>
              <a:rPr lang="en-US" altLang="en-US" sz="2200" dirty="0"/>
              <a:t> </a:t>
            </a:r>
            <a:r>
              <a:rPr lang="en-US" altLang="en-US" sz="2200" dirty="0" err="1"/>
              <a:t>lý</a:t>
            </a:r>
            <a:r>
              <a:rPr lang="en-US" altLang="en-US" sz="2200" dirty="0"/>
              <a:t> </a:t>
            </a:r>
            <a:r>
              <a:rPr lang="en-US" altLang="en-US" sz="2200" dirty="0" err="1"/>
              <a:t>trực</a:t>
            </a:r>
            <a:r>
              <a:rPr lang="en-US" altLang="en-US" sz="2200" dirty="0"/>
              <a:t> </a:t>
            </a:r>
            <a:r>
              <a:rPr lang="en-US" altLang="en-US" sz="2200" dirty="0" err="1"/>
              <a:t>tiếp</a:t>
            </a:r>
            <a:endParaRPr lang="en-US" altLang="en-US" sz="2200" dirty="0"/>
          </a:p>
          <a:p>
            <a:pPr marL="339725" lvl="1" eaLnBrk="1" hangingPunct="1"/>
            <a:r>
              <a:rPr lang="en-US" altLang="en-US" sz="2200" dirty="0" err="1"/>
              <a:t>Một</a:t>
            </a:r>
            <a:r>
              <a:rPr lang="en-US" altLang="en-US" sz="2200" dirty="0"/>
              <a:t> </a:t>
            </a:r>
            <a:r>
              <a:rPr lang="en-US" altLang="en-US" sz="2200" dirty="0" err="1"/>
              <a:t>nhân</a:t>
            </a:r>
            <a:r>
              <a:rPr lang="en-US" altLang="en-US" sz="2200" dirty="0"/>
              <a:t> </a:t>
            </a:r>
            <a:r>
              <a:rPr lang="en-US" altLang="en-US" sz="2200" dirty="0" err="1"/>
              <a:t>viên</a:t>
            </a:r>
            <a:r>
              <a:rPr lang="en-US" altLang="en-US" sz="2200" dirty="0"/>
              <a:t> </a:t>
            </a:r>
            <a:r>
              <a:rPr lang="en-US" altLang="en-US" sz="2200" dirty="0" err="1"/>
              <a:t>có</a:t>
            </a:r>
            <a:r>
              <a:rPr lang="en-US" altLang="en-US" sz="2200" dirty="0"/>
              <a:t> </a:t>
            </a:r>
            <a:r>
              <a:rPr lang="en-US" altLang="en-US" sz="2200" dirty="0" err="1"/>
              <a:t>thể</a:t>
            </a:r>
            <a:r>
              <a:rPr lang="en-US" altLang="en-US" sz="2200" dirty="0"/>
              <a:t> </a:t>
            </a:r>
            <a:r>
              <a:rPr lang="en-US" altLang="en-US" sz="2200" b="1" dirty="0" err="1">
                <a:solidFill>
                  <a:srgbClr val="FFC000"/>
                </a:solidFill>
              </a:rPr>
              <a:t>có</a:t>
            </a:r>
            <a:r>
              <a:rPr lang="en-US" altLang="en-US" sz="2200" dirty="0"/>
              <a:t> </a:t>
            </a:r>
            <a:r>
              <a:rPr lang="en-US" altLang="en-US" sz="2200" dirty="0" err="1"/>
              <a:t>nhiều</a:t>
            </a:r>
            <a:r>
              <a:rPr lang="en-US" altLang="en-US" sz="2200" dirty="0"/>
              <a:t> </a:t>
            </a:r>
            <a:r>
              <a:rPr lang="en-US" altLang="en-US" sz="2200" dirty="0" err="1"/>
              <a:t>thân</a:t>
            </a:r>
            <a:r>
              <a:rPr lang="en-US" altLang="en-US" sz="2200" dirty="0"/>
              <a:t> </a:t>
            </a:r>
            <a:r>
              <a:rPr lang="en-US" altLang="en-US" sz="2200" dirty="0" err="1"/>
              <a:t>nhân làm việc trong cùng công ty</a:t>
            </a:r>
            <a:r>
              <a:rPr lang="en-US" altLang="en-US" sz="2200" dirty="0"/>
              <a:t>. </a:t>
            </a:r>
            <a:r>
              <a:rPr lang="en-US" altLang="en-US" sz="2200" dirty="0" err="1"/>
              <a:t>Mỗi</a:t>
            </a:r>
            <a:r>
              <a:rPr lang="en-US" altLang="en-US" sz="2200" dirty="0"/>
              <a:t> </a:t>
            </a:r>
            <a:r>
              <a:rPr lang="en-US" altLang="en-US" sz="2200" dirty="0" err="1"/>
              <a:t>thân</a:t>
            </a:r>
            <a:r>
              <a:rPr lang="en-US" altLang="en-US" sz="2200" dirty="0"/>
              <a:t> </a:t>
            </a:r>
            <a:r>
              <a:rPr lang="en-US" altLang="en-US" sz="2200" dirty="0" err="1"/>
              <a:t>nhân</a:t>
            </a:r>
            <a:r>
              <a:rPr lang="en-US" altLang="en-US" sz="2200" dirty="0"/>
              <a:t> </a:t>
            </a:r>
            <a:r>
              <a:rPr lang="en-US" altLang="en-US" sz="2200" dirty="0" err="1"/>
              <a:t>có</a:t>
            </a:r>
            <a:r>
              <a:rPr lang="en-US" altLang="en-US" sz="2200" dirty="0"/>
              <a:t> </a:t>
            </a:r>
            <a:r>
              <a:rPr lang="en-US" altLang="en-US" sz="2200" dirty="0" err="1"/>
              <a:t>tên</a:t>
            </a:r>
            <a:r>
              <a:rPr lang="en-US" altLang="en-US" sz="2200" dirty="0"/>
              <a:t>, </a:t>
            </a:r>
            <a:r>
              <a:rPr lang="en-US" altLang="en-US" sz="2200" dirty="0" err="1"/>
              <a:t>phái</a:t>
            </a:r>
            <a:r>
              <a:rPr lang="en-US" altLang="en-US" sz="2200" dirty="0"/>
              <a:t>, </a:t>
            </a:r>
            <a:r>
              <a:rPr lang="en-US" altLang="en-US" sz="2200" dirty="0" err="1"/>
              <a:t>ngày</a:t>
            </a:r>
            <a:r>
              <a:rPr lang="en-US" altLang="en-US" sz="2200" dirty="0"/>
              <a:t> </a:t>
            </a:r>
            <a:r>
              <a:rPr lang="en-US" altLang="en-US" sz="2200" dirty="0" err="1"/>
              <a:t>sinh</a:t>
            </a:r>
            <a:r>
              <a:rPr lang="en-US" altLang="en-US" sz="2200" dirty="0"/>
              <a:t> </a:t>
            </a:r>
            <a:r>
              <a:rPr lang="en-US" altLang="en-US" sz="2200" dirty="0" err="1"/>
              <a:t>và</a:t>
            </a:r>
            <a:r>
              <a:rPr lang="en-US" altLang="en-US" sz="2200" dirty="0"/>
              <a:t> </a:t>
            </a:r>
            <a:r>
              <a:rPr lang="en-US" altLang="en-US" sz="2200" dirty="0" err="1"/>
              <a:t>mối</a:t>
            </a:r>
            <a:r>
              <a:rPr lang="en-US" altLang="en-US" sz="2200" dirty="0"/>
              <a:t> </a:t>
            </a:r>
            <a:r>
              <a:rPr lang="en-US" altLang="en-US" sz="2200" dirty="0" err="1"/>
              <a:t>quan</a:t>
            </a:r>
            <a:r>
              <a:rPr lang="en-US" altLang="en-US" sz="2200" dirty="0"/>
              <a:t> </a:t>
            </a:r>
            <a:r>
              <a:rPr lang="en-US" altLang="en-US" sz="2200" dirty="0" err="1"/>
              <a:t>hệ</a:t>
            </a:r>
            <a:r>
              <a:rPr lang="en-US" altLang="en-US" sz="2200" dirty="0"/>
              <a:t> </a:t>
            </a:r>
            <a:r>
              <a:rPr lang="en-US" altLang="en-US" sz="2200" dirty="0" err="1"/>
              <a:t>với</a:t>
            </a:r>
            <a:r>
              <a:rPr lang="en-US" altLang="en-US" sz="2200" dirty="0"/>
              <a:t> </a:t>
            </a:r>
            <a:r>
              <a:rPr lang="en-US" altLang="en-US" sz="2200" dirty="0" err="1"/>
              <a:t>nhân</a:t>
            </a:r>
            <a:r>
              <a:rPr lang="en-US" altLang="en-US" sz="2200" dirty="0"/>
              <a:t> </a:t>
            </a:r>
            <a:r>
              <a:rPr lang="en-US" altLang="en-US" sz="2200" dirty="0" err="1"/>
              <a:t>viên</a:t>
            </a:r>
            <a:r>
              <a:rPr lang="en-US" altLang="en-US" sz="2200" dirty="0"/>
              <a:t> </a:t>
            </a:r>
            <a:r>
              <a:rPr lang="en-US" altLang="en-US" sz="2200" dirty="0" err="1"/>
              <a:t>đó</a:t>
            </a:r>
            <a:endParaRPr lang="en-US" altLang="en-US" sz="2200" dirty="0"/>
          </a:p>
        </p:txBody>
      </p:sp>
    </p:spTree>
    <p:extLst>
      <p:ext uri="{BB962C8B-B14F-4D97-AF65-F5344CB8AC3E}">
        <p14:creationId xmlns:p14="http://schemas.microsoft.com/office/powerpoint/2010/main" val="16601739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D9D8C-7EC7-FBB7-186E-4053C0FF11CE}"/>
            </a:ext>
          </a:extLst>
        </p:cNvPr>
        <p:cNvGrpSpPr/>
        <p:nvPr/>
      </p:nvGrpSpPr>
      <p:grpSpPr>
        <a:xfrm>
          <a:off x="0" y="0"/>
          <a:ext cx="0" cy="0"/>
          <a:chOff x="0" y="0"/>
          <a:chExt cx="0" cy="0"/>
        </a:xfrm>
      </p:grpSpPr>
      <p:sp>
        <p:nvSpPr>
          <p:cNvPr id="70657" name="Title 1">
            <a:extLst>
              <a:ext uri="{FF2B5EF4-FFF2-40B4-BE49-F238E27FC236}">
                <a16:creationId xmlns:a16="http://schemas.microsoft.com/office/drawing/2014/main" id="{CBC09A77-8F7A-6C8E-CECF-93BD8398E113}"/>
              </a:ext>
            </a:extLst>
          </p:cNvPr>
          <p:cNvSpPr>
            <a:spLocks noGrp="1" noChangeArrowheads="1"/>
          </p:cNvSpPr>
          <p:nvPr>
            <p:ph type="title"/>
          </p:nvPr>
        </p:nvSpPr>
        <p:spPr>
          <a:xfrm>
            <a:off x="457200" y="354013"/>
            <a:ext cx="8382000" cy="788987"/>
          </a:xfrm>
        </p:spPr>
        <p:txBody>
          <a:bodyPr/>
          <a:lstStyle/>
          <a:p>
            <a:pPr eaLnBrk="1" hangingPunct="1"/>
            <a:r>
              <a:rPr lang="en-US" altLang="en-US"/>
              <a:t>VD2 ‘Quản lý đề án công ty’</a:t>
            </a:r>
          </a:p>
        </p:txBody>
      </p:sp>
      <p:sp>
        <p:nvSpPr>
          <p:cNvPr id="4" name="Date Placeholder 3">
            <a:extLst>
              <a:ext uri="{FF2B5EF4-FFF2-40B4-BE49-F238E27FC236}">
                <a16:creationId xmlns:a16="http://schemas.microsoft.com/office/drawing/2014/main" id="{1AC7F908-DC7C-8119-D9DF-42204EC61BA9}"/>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0660" name="Slide Number Placeholder 4">
            <a:extLst>
              <a:ext uri="{FF2B5EF4-FFF2-40B4-BE49-F238E27FC236}">
                <a16:creationId xmlns:a16="http://schemas.microsoft.com/office/drawing/2014/main" id="{CDB2EEBB-FBE7-E68D-EFE9-298E1CACCA5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6507A40-93BB-4C99-8A06-CE22A41F308C}" type="slidenum">
              <a:rPr lang="en-US" altLang="en-US">
                <a:latin typeface="Arial" panose="020B0604020202020204" pitchFamily="34" charset="0"/>
              </a:rPr>
              <a:pPr/>
              <a:t>48</a:t>
            </a:fld>
            <a:endParaRPr lang="en-US" altLang="en-US">
              <a:latin typeface="Arial" panose="020B0604020202020204" pitchFamily="34" charset="0"/>
            </a:endParaRPr>
          </a:p>
        </p:txBody>
      </p:sp>
      <p:sp>
        <p:nvSpPr>
          <p:cNvPr id="2" name="TextBox 1">
            <a:extLst>
              <a:ext uri="{FF2B5EF4-FFF2-40B4-BE49-F238E27FC236}">
                <a16:creationId xmlns:a16="http://schemas.microsoft.com/office/drawing/2014/main" id="{6A67FE56-A36F-97F7-C8FF-B8D67D302DC5}"/>
              </a:ext>
            </a:extLst>
          </p:cNvPr>
          <p:cNvSpPr txBox="1"/>
          <p:nvPr/>
        </p:nvSpPr>
        <p:spPr>
          <a:xfrm>
            <a:off x="457200" y="1143000"/>
            <a:ext cx="8229600" cy="430887"/>
          </a:xfrm>
          <a:prstGeom prst="rect">
            <a:avLst/>
          </a:prstGeom>
          <a:noFill/>
        </p:spPr>
        <p:txBody>
          <a:bodyPr wrap="square" rtlCol="0">
            <a:spAutoFit/>
          </a:bodyPr>
          <a:lstStyle/>
          <a:p>
            <a:pPr algn="ctr"/>
            <a:r>
              <a:rPr lang="en-US" sz="2200" b="1" i="1">
                <a:solidFill>
                  <a:srgbClr val="FFC000"/>
                </a:solidFill>
              </a:rPr>
              <a:t>Bước 2: Xác định mối quan hệ</a:t>
            </a:r>
          </a:p>
        </p:txBody>
      </p:sp>
      <p:pic>
        <p:nvPicPr>
          <p:cNvPr id="6" name="Picture 5" descr="A diagram of a company&#10;&#10;AI-generated content may be incorrect.">
            <a:extLst>
              <a:ext uri="{FF2B5EF4-FFF2-40B4-BE49-F238E27FC236}">
                <a16:creationId xmlns:a16="http://schemas.microsoft.com/office/drawing/2014/main" id="{83CC319D-706E-1649-1015-A00E2F2F94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905000"/>
            <a:ext cx="9042010" cy="4114800"/>
          </a:xfrm>
          <a:prstGeom prst="rect">
            <a:avLst/>
          </a:prstGeom>
        </p:spPr>
      </p:pic>
    </p:spTree>
    <p:extLst>
      <p:ext uri="{BB962C8B-B14F-4D97-AF65-F5344CB8AC3E}">
        <p14:creationId xmlns:p14="http://schemas.microsoft.com/office/powerpoint/2010/main" val="9168775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0129A-1566-189C-381B-26F1C986E8E6}"/>
            </a:ext>
          </a:extLst>
        </p:cNvPr>
        <p:cNvGrpSpPr/>
        <p:nvPr/>
      </p:nvGrpSpPr>
      <p:grpSpPr>
        <a:xfrm>
          <a:off x="0" y="0"/>
          <a:ext cx="0" cy="0"/>
          <a:chOff x="0" y="0"/>
          <a:chExt cx="0" cy="0"/>
        </a:xfrm>
      </p:grpSpPr>
      <p:sp>
        <p:nvSpPr>
          <p:cNvPr id="70657" name="Title 1">
            <a:extLst>
              <a:ext uri="{FF2B5EF4-FFF2-40B4-BE49-F238E27FC236}">
                <a16:creationId xmlns:a16="http://schemas.microsoft.com/office/drawing/2014/main" id="{54C0E17D-FA9A-8813-2B3A-D5FFF4069F80}"/>
              </a:ext>
            </a:extLst>
          </p:cNvPr>
          <p:cNvSpPr>
            <a:spLocks noGrp="1" noChangeArrowheads="1"/>
          </p:cNvSpPr>
          <p:nvPr>
            <p:ph type="title"/>
          </p:nvPr>
        </p:nvSpPr>
        <p:spPr>
          <a:xfrm>
            <a:off x="457200" y="354013"/>
            <a:ext cx="8382000" cy="788987"/>
          </a:xfrm>
        </p:spPr>
        <p:txBody>
          <a:bodyPr/>
          <a:lstStyle/>
          <a:p>
            <a:pPr eaLnBrk="1" hangingPunct="1"/>
            <a:r>
              <a:rPr lang="en-US" altLang="en-US"/>
              <a:t>VD2 ‘Quản lý đề án công ty’</a:t>
            </a:r>
          </a:p>
        </p:txBody>
      </p:sp>
      <p:sp>
        <p:nvSpPr>
          <p:cNvPr id="4" name="Date Placeholder 3">
            <a:extLst>
              <a:ext uri="{FF2B5EF4-FFF2-40B4-BE49-F238E27FC236}">
                <a16:creationId xmlns:a16="http://schemas.microsoft.com/office/drawing/2014/main" id="{9E475DEA-8E9D-C88C-92E5-FAF1FAE4D69A}"/>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0660" name="Slide Number Placeholder 4">
            <a:extLst>
              <a:ext uri="{FF2B5EF4-FFF2-40B4-BE49-F238E27FC236}">
                <a16:creationId xmlns:a16="http://schemas.microsoft.com/office/drawing/2014/main" id="{0BA660FE-73A0-8E47-607E-B34EABFDBD0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6507A40-93BB-4C99-8A06-CE22A41F308C}" type="slidenum">
              <a:rPr lang="en-US" altLang="en-US">
                <a:latin typeface="Arial" panose="020B0604020202020204" pitchFamily="34" charset="0"/>
              </a:rPr>
              <a:pPr/>
              <a:t>49</a:t>
            </a:fld>
            <a:endParaRPr lang="en-US" altLang="en-US">
              <a:latin typeface="Arial" panose="020B0604020202020204" pitchFamily="34" charset="0"/>
            </a:endParaRPr>
          </a:p>
        </p:txBody>
      </p:sp>
      <p:sp>
        <p:nvSpPr>
          <p:cNvPr id="2" name="TextBox 1">
            <a:extLst>
              <a:ext uri="{FF2B5EF4-FFF2-40B4-BE49-F238E27FC236}">
                <a16:creationId xmlns:a16="http://schemas.microsoft.com/office/drawing/2014/main" id="{B899637E-8869-6C16-1B76-8D624A6D0D5F}"/>
              </a:ext>
            </a:extLst>
          </p:cNvPr>
          <p:cNvSpPr txBox="1"/>
          <p:nvPr/>
        </p:nvSpPr>
        <p:spPr>
          <a:xfrm>
            <a:off x="457200" y="1143000"/>
            <a:ext cx="8229600" cy="430887"/>
          </a:xfrm>
          <a:prstGeom prst="rect">
            <a:avLst/>
          </a:prstGeom>
          <a:noFill/>
        </p:spPr>
        <p:txBody>
          <a:bodyPr wrap="square" rtlCol="0">
            <a:spAutoFit/>
          </a:bodyPr>
          <a:lstStyle/>
          <a:p>
            <a:pPr algn="ctr"/>
            <a:r>
              <a:rPr lang="en-US" sz="2200" b="1" i="1">
                <a:solidFill>
                  <a:srgbClr val="92D050"/>
                </a:solidFill>
              </a:rPr>
              <a:t>Bước 3: Xác định bảng số</a:t>
            </a:r>
          </a:p>
        </p:txBody>
      </p:sp>
      <p:sp>
        <p:nvSpPr>
          <p:cNvPr id="5" name="Rectangle 3">
            <a:extLst>
              <a:ext uri="{FF2B5EF4-FFF2-40B4-BE49-F238E27FC236}">
                <a16:creationId xmlns:a16="http://schemas.microsoft.com/office/drawing/2014/main" id="{71479EAD-8C58-19BD-43CE-BA7873145AF4}"/>
              </a:ext>
            </a:extLst>
          </p:cNvPr>
          <p:cNvSpPr txBox="1">
            <a:spLocks noChangeArrowheads="1"/>
          </p:cNvSpPr>
          <p:nvPr/>
        </p:nvSpPr>
        <p:spPr bwMode="auto">
          <a:xfrm>
            <a:off x="457200" y="1653500"/>
            <a:ext cx="8229600" cy="497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spcBef>
                <a:spcPct val="20000"/>
              </a:spcBef>
              <a:spcAft>
                <a:spcPct val="0"/>
              </a:spcAft>
              <a:buClr>
                <a:srgbClr val="CC0000"/>
              </a:buClr>
              <a:buFont typeface="Wingdings 2" panose="05020102010507070707" pitchFamily="18" charset="2"/>
              <a:buChar char="¡"/>
              <a:defRPr sz="2600" kern="1200">
                <a:solidFill>
                  <a:schemeClr val="tx1"/>
                </a:solidFill>
                <a:latin typeface="+mn-lt"/>
                <a:ea typeface="+mn-ea"/>
                <a:cs typeface="+mn-cs"/>
              </a:defRPr>
            </a:lvl1pPr>
            <a:lvl2pPr marL="669925" indent="-325438" algn="just" rtl="0" eaLnBrk="0" fontAlgn="base" hangingPunct="0">
              <a:spcBef>
                <a:spcPct val="20000"/>
              </a:spcBef>
              <a:spcAft>
                <a:spcPct val="0"/>
              </a:spcAft>
              <a:buClr>
                <a:srgbClr val="CC0000"/>
              </a:buClr>
              <a:buFont typeface="Arial" panose="020B0604020202020204" pitchFamily="34" charset="0"/>
              <a:buChar char="-"/>
              <a:defRPr sz="2300" kern="1200">
                <a:solidFill>
                  <a:schemeClr val="tx1"/>
                </a:solidFill>
                <a:latin typeface="+mn-lt"/>
                <a:ea typeface="+mn-ea"/>
                <a:cs typeface="+mn-cs"/>
              </a:defRPr>
            </a:lvl2pPr>
            <a:lvl3pPr marL="1022350" indent="-350838" algn="just" rtl="0" eaLnBrk="0" fontAlgn="base" hangingPunct="0">
              <a:spcBef>
                <a:spcPct val="20000"/>
              </a:spcBef>
              <a:spcAft>
                <a:spcPct val="0"/>
              </a:spcAft>
              <a:buClr>
                <a:srgbClr val="CC0000"/>
              </a:buClr>
              <a:buFont typeface="Wingdings" panose="05000000000000000000" pitchFamily="2" charset="2"/>
              <a:buChar char=""/>
              <a:defRPr sz="2000" kern="1200">
                <a:solidFill>
                  <a:schemeClr val="tx1"/>
                </a:solidFill>
                <a:latin typeface="+mn-lt"/>
                <a:ea typeface="+mn-ea"/>
                <a:cs typeface="+mn-cs"/>
              </a:defRPr>
            </a:lvl3pPr>
            <a:lvl4pPr marL="1339850" indent="-315913" algn="just" rtl="0" eaLnBrk="0" fontAlgn="base" hangingPunct="0">
              <a:spcBef>
                <a:spcPct val="20000"/>
              </a:spcBef>
              <a:spcAft>
                <a:spcPct val="0"/>
              </a:spcAft>
              <a:buClr>
                <a:srgbClr val="CC0000"/>
              </a:buClr>
              <a:buFont typeface="Symbol" panose="05050102010706020507" pitchFamily="18" charset="2"/>
              <a:buChar char="*"/>
              <a:defRPr sz="1700" kern="1200">
                <a:solidFill>
                  <a:schemeClr val="tx1"/>
                </a:solidFill>
                <a:latin typeface="+mn-lt"/>
                <a:ea typeface="+mn-ea"/>
                <a:cs typeface="+mn-cs"/>
              </a:defRPr>
            </a:lvl4pPr>
            <a:lvl5pPr marL="1681163" indent="-339725" algn="just" rtl="0" eaLnBrk="0" fontAlgn="base" hangingPunct="0">
              <a:spcBef>
                <a:spcPct val="20000"/>
              </a:spcBef>
              <a:spcAft>
                <a:spcPct val="0"/>
              </a:spcAft>
              <a:buClr>
                <a:srgbClr val="CC0000"/>
              </a:buClr>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39725" lvl="1" eaLnBrk="1" hangingPunct="1"/>
            <a:r>
              <a:rPr lang="en-US" altLang="en-US" sz="2200" dirty="0" err="1"/>
              <a:t>Cty</a:t>
            </a:r>
            <a:r>
              <a:rPr lang="en-US" altLang="en-US" sz="2200" dirty="0"/>
              <a:t> </a:t>
            </a:r>
            <a:r>
              <a:rPr lang="en-US" altLang="en-US" sz="2200" dirty="0" err="1"/>
              <a:t>có</a:t>
            </a:r>
            <a:r>
              <a:rPr lang="en-US" altLang="en-US" sz="2200" dirty="0"/>
              <a:t> </a:t>
            </a:r>
            <a:r>
              <a:rPr lang="en-US" altLang="en-US" sz="2200" dirty="0" err="1"/>
              <a:t>nhiều</a:t>
            </a:r>
            <a:r>
              <a:rPr lang="en-US" altLang="en-US" sz="2200" dirty="0"/>
              <a:t> </a:t>
            </a:r>
            <a:r>
              <a:rPr lang="en-US" altLang="en-US" sz="2200" dirty="0" err="1"/>
              <a:t>phòng</a:t>
            </a:r>
            <a:r>
              <a:rPr lang="en-US" altLang="en-US" sz="2200" dirty="0"/>
              <a:t> ban, </a:t>
            </a:r>
            <a:r>
              <a:rPr lang="en-US" altLang="en-US" sz="2200" dirty="0" err="1"/>
              <a:t>mỗi</a:t>
            </a:r>
            <a:r>
              <a:rPr lang="en-US" altLang="en-US" sz="2200" dirty="0"/>
              <a:t> </a:t>
            </a:r>
            <a:r>
              <a:rPr lang="en-US" altLang="en-US" sz="2200" dirty="0" err="1"/>
              <a:t>phòng</a:t>
            </a:r>
            <a:r>
              <a:rPr lang="en-US" altLang="en-US" sz="2200" dirty="0"/>
              <a:t> ban </a:t>
            </a:r>
            <a:r>
              <a:rPr lang="en-US" altLang="en-US" sz="2200" dirty="0" err="1"/>
              <a:t>có</a:t>
            </a:r>
            <a:r>
              <a:rPr lang="en-US" altLang="en-US" sz="2200" dirty="0"/>
              <a:t> </a:t>
            </a:r>
            <a:r>
              <a:rPr lang="en-US" altLang="en-US" sz="2200" dirty="0" err="1"/>
              <a:t>tên</a:t>
            </a:r>
            <a:r>
              <a:rPr lang="en-US" altLang="en-US" sz="2200" dirty="0"/>
              <a:t> </a:t>
            </a:r>
            <a:r>
              <a:rPr lang="en-US" altLang="en-US" sz="2200" dirty="0" err="1"/>
              <a:t>duy</a:t>
            </a:r>
            <a:r>
              <a:rPr lang="en-US" altLang="en-US" sz="2200" dirty="0"/>
              <a:t> </a:t>
            </a:r>
            <a:r>
              <a:rPr lang="en-US" altLang="en-US" sz="2200" dirty="0" err="1"/>
              <a:t>nhất</a:t>
            </a:r>
            <a:r>
              <a:rPr lang="en-US" altLang="en-US" sz="2200" dirty="0"/>
              <a:t>, </a:t>
            </a:r>
            <a:r>
              <a:rPr lang="en-US" altLang="en-US" sz="2200" dirty="0" err="1"/>
              <a:t>mã</a:t>
            </a:r>
            <a:r>
              <a:rPr lang="en-US" altLang="en-US" sz="2200" dirty="0"/>
              <a:t> </a:t>
            </a:r>
            <a:r>
              <a:rPr lang="en-US" altLang="en-US" sz="2200" dirty="0" err="1"/>
              <a:t>phòng</a:t>
            </a:r>
            <a:r>
              <a:rPr lang="en-US" altLang="en-US" sz="2200" dirty="0"/>
              <a:t> </a:t>
            </a:r>
            <a:r>
              <a:rPr lang="en-US" altLang="en-US" sz="2200" dirty="0" err="1"/>
              <a:t>duy</a:t>
            </a:r>
            <a:r>
              <a:rPr lang="en-US" altLang="en-US" sz="2200" dirty="0"/>
              <a:t> </a:t>
            </a:r>
            <a:r>
              <a:rPr lang="en-US" altLang="en-US" sz="2200" dirty="0" err="1"/>
              <a:t>nhất</a:t>
            </a:r>
            <a:r>
              <a:rPr lang="en-US" altLang="en-US" sz="2200" dirty="0"/>
              <a:t>, </a:t>
            </a:r>
            <a:r>
              <a:rPr lang="en-US" altLang="en-US" sz="2200" dirty="0" err="1"/>
              <a:t>một</a:t>
            </a:r>
            <a:r>
              <a:rPr lang="en-US" altLang="en-US" sz="2200" dirty="0"/>
              <a:t> </a:t>
            </a:r>
            <a:r>
              <a:rPr lang="en-US" altLang="en-US" sz="2200" dirty="0" err="1"/>
              <a:t>trưởng</a:t>
            </a:r>
            <a:r>
              <a:rPr lang="en-US" altLang="en-US" sz="2200" dirty="0"/>
              <a:t> </a:t>
            </a:r>
            <a:r>
              <a:rPr lang="en-US" altLang="en-US" sz="2200" dirty="0" err="1"/>
              <a:t>phòng</a:t>
            </a:r>
            <a:r>
              <a:rPr lang="en-US" altLang="en-US" sz="2200" dirty="0"/>
              <a:t> </a:t>
            </a:r>
            <a:r>
              <a:rPr lang="en-US" altLang="en-US" sz="2200" dirty="0" err="1"/>
              <a:t>và</a:t>
            </a:r>
            <a:r>
              <a:rPr lang="en-US" altLang="en-US" sz="2200" dirty="0"/>
              <a:t> </a:t>
            </a:r>
            <a:r>
              <a:rPr lang="en-US" altLang="en-US" sz="2200" dirty="0" err="1"/>
              <a:t>ngày</a:t>
            </a:r>
            <a:r>
              <a:rPr lang="en-US" altLang="en-US" sz="2200" dirty="0"/>
              <a:t> </a:t>
            </a:r>
            <a:r>
              <a:rPr lang="en-US" altLang="en-US" sz="2200" dirty="0" err="1"/>
              <a:t>nhận</a:t>
            </a:r>
            <a:r>
              <a:rPr lang="en-US" altLang="en-US" sz="2200" dirty="0"/>
              <a:t> chức. </a:t>
            </a:r>
            <a:r>
              <a:rPr lang="en-US" altLang="en-US" sz="2200" dirty="0" err="1"/>
              <a:t>Mỗi</a:t>
            </a:r>
            <a:r>
              <a:rPr lang="en-US" altLang="en-US" sz="2200" dirty="0"/>
              <a:t> </a:t>
            </a:r>
            <a:r>
              <a:rPr lang="en-US" altLang="en-US" sz="2200" dirty="0" err="1"/>
              <a:t>phòng</a:t>
            </a:r>
            <a:r>
              <a:rPr lang="en-US" altLang="en-US" sz="2200" dirty="0"/>
              <a:t> ban </a:t>
            </a:r>
            <a:r>
              <a:rPr lang="en-US" altLang="en-US" sz="2200" dirty="0" err="1">
                <a:solidFill>
                  <a:srgbClr val="00B050"/>
                </a:solidFill>
              </a:rPr>
              <a:t>có</a:t>
            </a:r>
            <a:r>
              <a:rPr lang="en-US" altLang="en-US" sz="2200" dirty="0">
                <a:solidFill>
                  <a:srgbClr val="00B050"/>
                </a:solidFill>
              </a:rPr>
              <a:t> </a:t>
            </a:r>
            <a:r>
              <a:rPr lang="en-US" altLang="en-US" sz="2200" dirty="0" err="1">
                <a:solidFill>
                  <a:srgbClr val="00B050"/>
                </a:solidFill>
              </a:rPr>
              <a:t>thể</a:t>
            </a:r>
            <a:r>
              <a:rPr lang="en-US" altLang="en-US" sz="2200" dirty="0">
                <a:solidFill>
                  <a:srgbClr val="00B050"/>
                </a:solidFill>
              </a:rPr>
              <a:t> ở </a:t>
            </a:r>
            <a:r>
              <a:rPr lang="en-US" altLang="en-US" sz="2200" dirty="0" err="1">
                <a:solidFill>
                  <a:srgbClr val="00B050"/>
                </a:solidFill>
              </a:rPr>
              <a:t>nhiều</a:t>
            </a:r>
            <a:r>
              <a:rPr lang="en-US" altLang="en-US" sz="2200" dirty="0">
                <a:solidFill>
                  <a:srgbClr val="00B050"/>
                </a:solidFill>
              </a:rPr>
              <a:t> </a:t>
            </a:r>
            <a:r>
              <a:rPr lang="en-US" altLang="en-US" sz="2200" dirty="0" err="1">
                <a:solidFill>
                  <a:srgbClr val="00B050"/>
                </a:solidFill>
              </a:rPr>
              <a:t>địa</a:t>
            </a:r>
            <a:r>
              <a:rPr lang="en-US" altLang="en-US" sz="2200" dirty="0">
                <a:solidFill>
                  <a:srgbClr val="00B050"/>
                </a:solidFill>
              </a:rPr>
              <a:t> </a:t>
            </a:r>
            <a:r>
              <a:rPr lang="en-US" altLang="en-US" sz="2200" dirty="0" err="1">
                <a:solidFill>
                  <a:srgbClr val="00B050"/>
                </a:solidFill>
              </a:rPr>
              <a:t>điểm</a:t>
            </a:r>
            <a:r>
              <a:rPr lang="en-US" altLang="en-US" sz="2200" dirty="0">
                <a:solidFill>
                  <a:srgbClr val="00B050"/>
                </a:solidFill>
              </a:rPr>
              <a:t> </a:t>
            </a:r>
            <a:r>
              <a:rPr lang="en-US" altLang="en-US" sz="2200" dirty="0" err="1"/>
              <a:t>khác</a:t>
            </a:r>
            <a:r>
              <a:rPr lang="en-US" altLang="en-US" sz="2200" dirty="0"/>
              <a:t> </a:t>
            </a:r>
            <a:r>
              <a:rPr lang="en-US" altLang="en-US" sz="2200" dirty="0" err="1"/>
              <a:t>nhau</a:t>
            </a:r>
            <a:r>
              <a:rPr lang="en-US" altLang="en-US" sz="2200" dirty="0"/>
              <a:t>. </a:t>
            </a:r>
            <a:r>
              <a:rPr lang="en-US" altLang="en-US" sz="2200" dirty="0" err="1"/>
              <a:t>Mỗi</a:t>
            </a:r>
            <a:r>
              <a:rPr lang="en-US" altLang="en-US" sz="2200" dirty="0"/>
              <a:t> </a:t>
            </a:r>
            <a:r>
              <a:rPr lang="en-US" altLang="en-US" sz="2200" dirty="0" err="1"/>
              <a:t>địa</a:t>
            </a:r>
            <a:r>
              <a:rPr lang="en-US" altLang="en-US" sz="2200" dirty="0"/>
              <a:t> </a:t>
            </a:r>
            <a:r>
              <a:rPr lang="en-US" altLang="en-US" sz="2200" dirty="0" err="1"/>
              <a:t>điểm</a:t>
            </a:r>
            <a:r>
              <a:rPr lang="en-US" altLang="en-US" sz="2200" dirty="0"/>
              <a:t> </a:t>
            </a:r>
            <a:r>
              <a:rPr lang="en-US" altLang="en-US" sz="2200" dirty="0" err="1"/>
              <a:t>có</a:t>
            </a:r>
            <a:r>
              <a:rPr lang="en-US" altLang="en-US" sz="2200" dirty="0"/>
              <a:t> </a:t>
            </a:r>
            <a:r>
              <a:rPr lang="en-US" altLang="en-US" sz="2200" dirty="0" err="1"/>
              <a:t>mã</a:t>
            </a:r>
            <a:r>
              <a:rPr lang="en-US" altLang="en-US" sz="2200" dirty="0"/>
              <a:t> </a:t>
            </a:r>
            <a:r>
              <a:rPr lang="en-US" altLang="en-US" sz="2200" dirty="0" err="1"/>
              <a:t>số</a:t>
            </a:r>
            <a:r>
              <a:rPr lang="en-US" altLang="en-US" sz="2200" dirty="0"/>
              <a:t> </a:t>
            </a:r>
            <a:r>
              <a:rPr lang="en-US" altLang="en-US" sz="2200" dirty="0" err="1"/>
              <a:t>duy</a:t>
            </a:r>
            <a:r>
              <a:rPr lang="en-US" altLang="en-US" sz="2200" dirty="0"/>
              <a:t> </a:t>
            </a:r>
            <a:r>
              <a:rPr lang="en-US" altLang="en-US" sz="2200" dirty="0" err="1"/>
              <a:t>nhất</a:t>
            </a:r>
            <a:r>
              <a:rPr lang="en-US" altLang="en-US" sz="2200" dirty="0"/>
              <a:t> </a:t>
            </a:r>
            <a:r>
              <a:rPr lang="en-US" altLang="en-US" sz="2200" dirty="0" err="1"/>
              <a:t>và</a:t>
            </a:r>
            <a:r>
              <a:rPr lang="en-US" altLang="en-US" sz="2200" dirty="0"/>
              <a:t> </a:t>
            </a:r>
            <a:r>
              <a:rPr lang="en-US" altLang="en-US" sz="2200" dirty="0" err="1"/>
              <a:t>tên</a:t>
            </a:r>
            <a:r>
              <a:rPr lang="en-US" altLang="en-US" sz="2200" dirty="0"/>
              <a:t> </a:t>
            </a:r>
            <a:r>
              <a:rPr lang="en-US" altLang="en-US" sz="2200" dirty="0" err="1"/>
              <a:t>địa</a:t>
            </a:r>
            <a:r>
              <a:rPr lang="en-US" altLang="en-US" sz="2200" dirty="0"/>
              <a:t> </a:t>
            </a:r>
            <a:r>
              <a:rPr lang="en-US" altLang="en-US" sz="2200" dirty="0" err="1"/>
              <a:t>điểm</a:t>
            </a:r>
            <a:endParaRPr lang="en-US" altLang="en-US" sz="2200" dirty="0"/>
          </a:p>
          <a:p>
            <a:pPr marL="339725" lvl="1" eaLnBrk="1" hangingPunct="1"/>
            <a:r>
              <a:rPr lang="en-US" altLang="en-US" sz="2200" dirty="0" err="1"/>
              <a:t>Đề</a:t>
            </a:r>
            <a:r>
              <a:rPr lang="en-US" altLang="en-US" sz="2200" dirty="0"/>
              <a:t> </a:t>
            </a:r>
            <a:r>
              <a:rPr lang="en-US" altLang="en-US" sz="2200" dirty="0" err="1"/>
              <a:t>án</a:t>
            </a:r>
            <a:r>
              <a:rPr lang="en-US" altLang="en-US" sz="2200" dirty="0"/>
              <a:t> </a:t>
            </a:r>
            <a:r>
              <a:rPr lang="en-US" altLang="en-US" sz="2200" dirty="0" err="1"/>
              <a:t>có</a:t>
            </a:r>
            <a:r>
              <a:rPr lang="en-US" altLang="en-US" sz="2200" dirty="0"/>
              <a:t> </a:t>
            </a:r>
            <a:r>
              <a:rPr lang="en-US" altLang="en-US" sz="2200" dirty="0" err="1"/>
              <a:t>tên</a:t>
            </a:r>
            <a:r>
              <a:rPr lang="en-US" altLang="en-US" sz="2200" dirty="0"/>
              <a:t> </a:t>
            </a:r>
            <a:r>
              <a:rPr lang="en-US" altLang="en-US" sz="2200" dirty="0" err="1"/>
              <a:t>duy</a:t>
            </a:r>
            <a:r>
              <a:rPr lang="en-US" altLang="en-US" sz="2200" dirty="0"/>
              <a:t> </a:t>
            </a:r>
            <a:r>
              <a:rPr lang="en-US" altLang="en-US" sz="2200" dirty="0" err="1"/>
              <a:t>nhất</a:t>
            </a:r>
            <a:r>
              <a:rPr lang="en-US" altLang="en-US" sz="2200" dirty="0"/>
              <a:t>, </a:t>
            </a:r>
            <a:r>
              <a:rPr lang="en-US" altLang="en-US" sz="2200" dirty="0" err="1"/>
              <a:t>mã</a:t>
            </a:r>
            <a:r>
              <a:rPr lang="en-US" altLang="en-US" sz="2200" dirty="0"/>
              <a:t> </a:t>
            </a:r>
            <a:r>
              <a:rPr lang="en-US" altLang="en-US" sz="2200" dirty="0" err="1"/>
              <a:t>duy</a:t>
            </a:r>
            <a:r>
              <a:rPr lang="en-US" altLang="en-US" sz="2200" dirty="0"/>
              <a:t> </a:t>
            </a:r>
            <a:r>
              <a:rPr lang="en-US" altLang="en-US" sz="2200" dirty="0" err="1"/>
              <a:t>nhất</a:t>
            </a:r>
            <a:r>
              <a:rPr lang="en-US" altLang="en-US" sz="2200" dirty="0"/>
              <a:t>, do </a:t>
            </a:r>
            <a:r>
              <a:rPr lang="en-US" altLang="en-US" sz="2200" b="1" dirty="0">
                <a:solidFill>
                  <a:srgbClr val="00B050"/>
                </a:solidFill>
              </a:rPr>
              <a:t>1</a:t>
            </a:r>
            <a:r>
              <a:rPr lang="en-US" altLang="en-US" sz="2200" dirty="0"/>
              <a:t> </a:t>
            </a:r>
            <a:r>
              <a:rPr lang="en-US" altLang="en-US" sz="2200" dirty="0" err="1"/>
              <a:t>phòng</a:t>
            </a:r>
            <a:r>
              <a:rPr lang="en-US" altLang="en-US" sz="2200" dirty="0"/>
              <a:t> ban </a:t>
            </a:r>
            <a:r>
              <a:rPr lang="en-US" altLang="en-US" sz="2200" dirty="0" err="1"/>
              <a:t>chủ</a:t>
            </a:r>
            <a:r>
              <a:rPr lang="en-US" altLang="en-US" sz="2200" dirty="0"/>
              <a:t> </a:t>
            </a:r>
            <a:r>
              <a:rPr lang="en-US" altLang="en-US" sz="2200" dirty="0" err="1"/>
              <a:t>trì</a:t>
            </a:r>
            <a:r>
              <a:rPr lang="en-US" altLang="en-US" sz="2200" dirty="0"/>
              <a:t> </a:t>
            </a:r>
            <a:r>
              <a:rPr lang="en-US" altLang="en-US" sz="2200" dirty="0" err="1"/>
              <a:t>và</a:t>
            </a:r>
            <a:r>
              <a:rPr lang="en-US" altLang="en-US" sz="2200" dirty="0"/>
              <a:t> </a:t>
            </a:r>
            <a:r>
              <a:rPr lang="en-US" altLang="en-US" sz="2200" dirty="0" err="1"/>
              <a:t>được</a:t>
            </a:r>
            <a:r>
              <a:rPr lang="en-US" altLang="en-US" sz="2200" dirty="0"/>
              <a:t> </a:t>
            </a:r>
            <a:r>
              <a:rPr lang="en-US" altLang="en-US" sz="2200" dirty="0" err="1"/>
              <a:t>triển</a:t>
            </a:r>
            <a:r>
              <a:rPr lang="en-US" altLang="en-US" sz="2200" dirty="0"/>
              <a:t> </a:t>
            </a:r>
            <a:r>
              <a:rPr lang="en-US" altLang="en-US" sz="2200" dirty="0" err="1"/>
              <a:t>khai</a:t>
            </a:r>
            <a:r>
              <a:rPr lang="en-US" altLang="en-US" sz="2200" dirty="0"/>
              <a:t> ở 1 </a:t>
            </a:r>
            <a:r>
              <a:rPr lang="en-US" altLang="en-US" sz="2200" dirty="0" err="1"/>
              <a:t>địa</a:t>
            </a:r>
            <a:r>
              <a:rPr lang="en-US" altLang="en-US" sz="2200" dirty="0"/>
              <a:t> </a:t>
            </a:r>
            <a:r>
              <a:rPr lang="en-US" altLang="en-US" sz="2200" dirty="0" err="1"/>
              <a:t>điểm</a:t>
            </a:r>
            <a:endParaRPr lang="en-US" altLang="en-US" sz="2200" dirty="0"/>
          </a:p>
          <a:p>
            <a:pPr marL="339725" lvl="1" eaLnBrk="1" hangingPunct="1"/>
            <a:r>
              <a:rPr lang="en-US" altLang="en-US" sz="2200" dirty="0" err="1"/>
              <a:t>Nhân</a:t>
            </a:r>
            <a:r>
              <a:rPr lang="en-US" altLang="en-US" sz="2200" dirty="0"/>
              <a:t> </a:t>
            </a:r>
            <a:r>
              <a:rPr lang="en-US" altLang="en-US" sz="2200" dirty="0" err="1"/>
              <a:t>viên</a:t>
            </a:r>
            <a:r>
              <a:rPr lang="en-US" altLang="en-US" sz="2200" dirty="0"/>
              <a:t> </a:t>
            </a:r>
            <a:r>
              <a:rPr lang="en-US" altLang="en-US" sz="2200" dirty="0" err="1"/>
              <a:t>có</a:t>
            </a:r>
            <a:r>
              <a:rPr lang="en-US" altLang="en-US" sz="2200" dirty="0"/>
              <a:t> </a:t>
            </a:r>
            <a:r>
              <a:rPr lang="en-US" altLang="en-US" sz="2200" dirty="0" err="1"/>
              <a:t>mã</a:t>
            </a:r>
            <a:r>
              <a:rPr lang="en-US" altLang="en-US" sz="2200" dirty="0"/>
              <a:t> </a:t>
            </a:r>
            <a:r>
              <a:rPr lang="en-US" altLang="en-US" sz="2200" dirty="0" err="1"/>
              <a:t>số</a:t>
            </a:r>
            <a:r>
              <a:rPr lang="en-US" altLang="en-US" sz="2200" dirty="0"/>
              <a:t>, </a:t>
            </a:r>
            <a:r>
              <a:rPr lang="en-US" altLang="en-US" sz="2200" dirty="0" err="1"/>
              <a:t>tên</a:t>
            </a:r>
            <a:r>
              <a:rPr lang="en-US" altLang="en-US" sz="2200" dirty="0"/>
              <a:t>, </a:t>
            </a:r>
            <a:r>
              <a:rPr lang="en-US" altLang="en-US" sz="2200" dirty="0" err="1"/>
              <a:t>địa</a:t>
            </a:r>
            <a:r>
              <a:rPr lang="en-US" altLang="en-US" sz="2200" dirty="0"/>
              <a:t> </a:t>
            </a:r>
            <a:r>
              <a:rPr lang="en-US" altLang="en-US" sz="2200" dirty="0" err="1"/>
              <a:t>chỉ</a:t>
            </a:r>
            <a:r>
              <a:rPr lang="en-US" altLang="en-US" sz="2200" dirty="0"/>
              <a:t>, </a:t>
            </a:r>
            <a:r>
              <a:rPr lang="en-US" altLang="en-US" sz="2200" dirty="0" err="1"/>
              <a:t>ngày</a:t>
            </a:r>
            <a:r>
              <a:rPr lang="en-US" altLang="en-US" sz="2200" dirty="0"/>
              <a:t> </a:t>
            </a:r>
            <a:r>
              <a:rPr lang="en-US" altLang="en-US" sz="2200" dirty="0" err="1"/>
              <a:t>sinh</a:t>
            </a:r>
            <a:r>
              <a:rPr lang="en-US" altLang="en-US" sz="2200" dirty="0"/>
              <a:t>, </a:t>
            </a:r>
            <a:r>
              <a:rPr lang="en-US" altLang="en-US" sz="2200" dirty="0" err="1"/>
              <a:t>phái</a:t>
            </a:r>
            <a:r>
              <a:rPr lang="en-US" altLang="en-US" sz="2200" dirty="0"/>
              <a:t> </a:t>
            </a:r>
            <a:r>
              <a:rPr lang="en-US" altLang="en-US" sz="2200" dirty="0" err="1"/>
              <a:t>và</a:t>
            </a:r>
            <a:r>
              <a:rPr lang="en-US" altLang="en-US" sz="2200" dirty="0"/>
              <a:t> </a:t>
            </a:r>
            <a:r>
              <a:rPr lang="en-US" altLang="en-US" sz="2200" dirty="0" err="1"/>
              <a:t>lương</a:t>
            </a:r>
            <a:r>
              <a:rPr lang="en-US" altLang="en-US" sz="2200" dirty="0"/>
              <a:t>. </a:t>
            </a:r>
            <a:r>
              <a:rPr lang="en-US" altLang="en-US" sz="2200" dirty="0" err="1"/>
              <a:t>Mỗi</a:t>
            </a:r>
            <a:r>
              <a:rPr lang="en-US" altLang="en-US" sz="2200" dirty="0"/>
              <a:t> </a:t>
            </a:r>
            <a:r>
              <a:rPr lang="en-US" altLang="en-US" sz="2200" dirty="0" err="1"/>
              <a:t>nhân</a:t>
            </a:r>
            <a:r>
              <a:rPr lang="en-US" altLang="en-US" sz="2200" dirty="0"/>
              <a:t> </a:t>
            </a:r>
            <a:r>
              <a:rPr lang="en-US" altLang="en-US" sz="2200" dirty="0" err="1"/>
              <a:t>viên</a:t>
            </a:r>
            <a:r>
              <a:rPr lang="en-US" altLang="en-US" sz="2200" dirty="0"/>
              <a:t> </a:t>
            </a:r>
            <a:r>
              <a:rPr lang="en-US" altLang="en-US" sz="2200" dirty="0" err="1"/>
              <a:t>làm</a:t>
            </a:r>
            <a:r>
              <a:rPr lang="en-US" altLang="en-US" sz="2200" dirty="0"/>
              <a:t> </a:t>
            </a:r>
            <a:r>
              <a:rPr lang="en-US" altLang="en-US" sz="2200" dirty="0" err="1"/>
              <a:t>việc</a:t>
            </a:r>
            <a:r>
              <a:rPr lang="en-US" altLang="en-US" sz="2200" dirty="0"/>
              <a:t> ở </a:t>
            </a:r>
            <a:r>
              <a:rPr lang="en-US" altLang="en-US" sz="2200" b="1" dirty="0">
                <a:solidFill>
                  <a:srgbClr val="00B050"/>
                </a:solidFill>
              </a:rPr>
              <a:t>1</a:t>
            </a:r>
            <a:r>
              <a:rPr lang="en-US" altLang="en-US" sz="2200" dirty="0"/>
              <a:t> </a:t>
            </a:r>
            <a:r>
              <a:rPr lang="en-US" altLang="en-US" sz="2200" dirty="0" err="1"/>
              <a:t>phòng</a:t>
            </a:r>
            <a:r>
              <a:rPr lang="en-US" altLang="en-US" sz="2200" dirty="0"/>
              <a:t> ban, </a:t>
            </a:r>
            <a:r>
              <a:rPr lang="en-US" altLang="en-US" sz="2200" dirty="0" err="1"/>
              <a:t>tham</a:t>
            </a:r>
            <a:r>
              <a:rPr lang="en-US" altLang="en-US" sz="2200" dirty="0"/>
              <a:t> </a:t>
            </a:r>
            <a:r>
              <a:rPr lang="en-US" altLang="en-US" sz="2200" dirty="0" err="1"/>
              <a:t>gia</a:t>
            </a:r>
            <a:r>
              <a:rPr lang="en-US" altLang="en-US" sz="2200" dirty="0"/>
              <a:t> </a:t>
            </a:r>
            <a:r>
              <a:rPr lang="en-US" altLang="en-US" sz="2200" dirty="0" err="1"/>
              <a:t>vào</a:t>
            </a:r>
            <a:r>
              <a:rPr lang="en-US" altLang="en-US" sz="2200" dirty="0"/>
              <a:t> </a:t>
            </a:r>
            <a:r>
              <a:rPr lang="en-US" altLang="en-US" sz="2200" b="1" dirty="0" err="1">
                <a:solidFill>
                  <a:srgbClr val="00B050"/>
                </a:solidFill>
              </a:rPr>
              <a:t>các</a:t>
            </a:r>
            <a:r>
              <a:rPr lang="en-US" altLang="en-US" sz="2200" dirty="0"/>
              <a:t> </a:t>
            </a:r>
            <a:r>
              <a:rPr lang="en-US" altLang="en-US" sz="2200" dirty="0" err="1"/>
              <a:t>đề</a:t>
            </a:r>
            <a:r>
              <a:rPr lang="en-US" altLang="en-US" sz="2200" dirty="0"/>
              <a:t> </a:t>
            </a:r>
            <a:r>
              <a:rPr lang="en-US" altLang="en-US" sz="2200" dirty="0" err="1"/>
              <a:t>án</a:t>
            </a:r>
            <a:r>
              <a:rPr lang="en-US" altLang="en-US" sz="2200" dirty="0"/>
              <a:t> </a:t>
            </a:r>
            <a:r>
              <a:rPr lang="en-US" altLang="en-US" sz="2200" dirty="0" err="1"/>
              <a:t>với</a:t>
            </a:r>
            <a:r>
              <a:rPr lang="en-US" altLang="en-US" sz="2200" dirty="0"/>
              <a:t> </a:t>
            </a:r>
            <a:r>
              <a:rPr lang="en-US" altLang="en-US" sz="2200" dirty="0" err="1"/>
              <a:t>số</a:t>
            </a:r>
            <a:r>
              <a:rPr lang="en-US" altLang="en-US" sz="2200" dirty="0"/>
              <a:t> </a:t>
            </a:r>
            <a:r>
              <a:rPr lang="en-US" altLang="en-US" sz="2200" dirty="0" err="1"/>
              <a:t>giờ</a:t>
            </a:r>
            <a:r>
              <a:rPr lang="en-US" altLang="en-US" sz="2200" dirty="0"/>
              <a:t> </a:t>
            </a:r>
            <a:r>
              <a:rPr lang="en-US" altLang="en-US" sz="2200" dirty="0" err="1"/>
              <a:t>làm</a:t>
            </a:r>
            <a:r>
              <a:rPr lang="en-US" altLang="en-US" sz="2200" dirty="0"/>
              <a:t> </a:t>
            </a:r>
            <a:r>
              <a:rPr lang="en-US" altLang="en-US" sz="2200" dirty="0" err="1"/>
              <a:t>việc</a:t>
            </a:r>
            <a:r>
              <a:rPr lang="en-US" altLang="en-US" sz="2200" dirty="0"/>
              <a:t> </a:t>
            </a:r>
            <a:r>
              <a:rPr lang="en-US" altLang="en-US" sz="2200" dirty="0" err="1"/>
              <a:t>khác</a:t>
            </a:r>
            <a:r>
              <a:rPr lang="en-US" altLang="en-US" sz="2200" dirty="0"/>
              <a:t> </a:t>
            </a:r>
            <a:r>
              <a:rPr lang="en-US" altLang="en-US" sz="2200" dirty="0" err="1"/>
              <a:t>nhau</a:t>
            </a:r>
            <a:r>
              <a:rPr lang="en-US" altLang="en-US" sz="2200" dirty="0"/>
              <a:t>. </a:t>
            </a:r>
            <a:r>
              <a:rPr lang="en-US" altLang="en-US" sz="2200" dirty="0" err="1"/>
              <a:t>Mỗi</a:t>
            </a:r>
            <a:r>
              <a:rPr lang="en-US" altLang="en-US" sz="2200" dirty="0"/>
              <a:t> </a:t>
            </a:r>
            <a:r>
              <a:rPr lang="en-US" altLang="en-US" sz="2200" dirty="0" err="1"/>
              <a:t>nhân</a:t>
            </a:r>
            <a:r>
              <a:rPr lang="en-US" altLang="en-US" sz="2200" dirty="0"/>
              <a:t> </a:t>
            </a:r>
            <a:r>
              <a:rPr lang="en-US" altLang="en-US" sz="2200" dirty="0" err="1"/>
              <a:t>viên</a:t>
            </a:r>
            <a:r>
              <a:rPr lang="en-US" altLang="en-US" sz="2200" dirty="0"/>
              <a:t> </a:t>
            </a:r>
            <a:r>
              <a:rPr lang="en-US" altLang="en-US" sz="2200" dirty="0" err="1"/>
              <a:t>đều</a:t>
            </a:r>
            <a:r>
              <a:rPr lang="en-US" altLang="en-US" sz="2200" dirty="0"/>
              <a:t> </a:t>
            </a:r>
            <a:r>
              <a:rPr lang="en-US" altLang="en-US" sz="2200" dirty="0" err="1"/>
              <a:t>có</a:t>
            </a:r>
            <a:r>
              <a:rPr lang="en-US" altLang="en-US" sz="2200" dirty="0"/>
              <a:t> </a:t>
            </a:r>
            <a:r>
              <a:rPr lang="en-US" altLang="en-US" sz="2200" b="1" dirty="0" err="1">
                <a:solidFill>
                  <a:srgbClr val="00B050"/>
                </a:solidFill>
              </a:rPr>
              <a:t>một</a:t>
            </a:r>
            <a:r>
              <a:rPr lang="en-US" altLang="en-US" sz="2200" dirty="0"/>
              <a:t> </a:t>
            </a:r>
            <a:r>
              <a:rPr lang="en-US" altLang="en-US" sz="2200" dirty="0" err="1"/>
              <a:t>người</a:t>
            </a:r>
            <a:r>
              <a:rPr lang="en-US" altLang="en-US" sz="2200" dirty="0"/>
              <a:t> </a:t>
            </a:r>
            <a:r>
              <a:rPr lang="en-US" altLang="en-US" sz="2200" dirty="0" err="1"/>
              <a:t>quản</a:t>
            </a:r>
            <a:r>
              <a:rPr lang="en-US" altLang="en-US" sz="2200" dirty="0"/>
              <a:t> </a:t>
            </a:r>
            <a:r>
              <a:rPr lang="en-US" altLang="en-US" sz="2200" dirty="0" err="1"/>
              <a:t>lý</a:t>
            </a:r>
            <a:r>
              <a:rPr lang="en-US" altLang="en-US" sz="2200" dirty="0"/>
              <a:t> </a:t>
            </a:r>
            <a:r>
              <a:rPr lang="en-US" altLang="en-US" sz="2200" dirty="0" err="1"/>
              <a:t>trực</a:t>
            </a:r>
            <a:r>
              <a:rPr lang="en-US" altLang="en-US" sz="2200" dirty="0"/>
              <a:t> </a:t>
            </a:r>
            <a:r>
              <a:rPr lang="en-US" altLang="en-US" sz="2200" dirty="0" err="1"/>
              <a:t>tiếp</a:t>
            </a:r>
            <a:endParaRPr lang="en-US" altLang="en-US" sz="2200" dirty="0"/>
          </a:p>
          <a:p>
            <a:pPr marL="339725" lvl="1" eaLnBrk="1" hangingPunct="1"/>
            <a:r>
              <a:rPr lang="en-US" altLang="en-US" sz="2200" dirty="0" err="1"/>
              <a:t>Một</a:t>
            </a:r>
            <a:r>
              <a:rPr lang="en-US" altLang="en-US" sz="2200" dirty="0"/>
              <a:t> </a:t>
            </a:r>
            <a:r>
              <a:rPr lang="en-US" altLang="en-US" sz="2200" dirty="0" err="1"/>
              <a:t>nhân</a:t>
            </a:r>
            <a:r>
              <a:rPr lang="en-US" altLang="en-US" sz="2200" dirty="0"/>
              <a:t> </a:t>
            </a:r>
            <a:r>
              <a:rPr lang="en-US" altLang="en-US" sz="2200" dirty="0" err="1"/>
              <a:t>viên</a:t>
            </a:r>
            <a:r>
              <a:rPr lang="en-US" altLang="en-US" sz="2200" dirty="0"/>
              <a:t> </a:t>
            </a:r>
            <a:r>
              <a:rPr lang="en-US" altLang="en-US" sz="2200" dirty="0" err="1"/>
              <a:t>có</a:t>
            </a:r>
            <a:r>
              <a:rPr lang="en-US" altLang="en-US" sz="2200" dirty="0"/>
              <a:t> </a:t>
            </a:r>
            <a:r>
              <a:rPr lang="en-US" altLang="en-US" sz="2200" dirty="0" err="1"/>
              <a:t>thể</a:t>
            </a:r>
            <a:r>
              <a:rPr lang="en-US" altLang="en-US" sz="2200" dirty="0"/>
              <a:t> </a:t>
            </a:r>
            <a:r>
              <a:rPr lang="en-US" altLang="en-US" sz="2200" dirty="0" err="1"/>
              <a:t>có</a:t>
            </a:r>
            <a:r>
              <a:rPr lang="en-US" altLang="en-US" sz="2200" dirty="0"/>
              <a:t> </a:t>
            </a:r>
            <a:r>
              <a:rPr lang="en-US" altLang="en-US" sz="2200" b="1" dirty="0" err="1">
                <a:solidFill>
                  <a:srgbClr val="00B050"/>
                </a:solidFill>
              </a:rPr>
              <a:t>nhiều</a:t>
            </a:r>
            <a:r>
              <a:rPr lang="en-US" altLang="en-US" sz="2200" dirty="0"/>
              <a:t> </a:t>
            </a:r>
            <a:r>
              <a:rPr lang="en-US" altLang="en-US" sz="2200" dirty="0" err="1"/>
              <a:t>thân</a:t>
            </a:r>
            <a:r>
              <a:rPr lang="en-US" altLang="en-US" sz="2200" dirty="0"/>
              <a:t> </a:t>
            </a:r>
            <a:r>
              <a:rPr lang="en-US" altLang="en-US" sz="2200" dirty="0" err="1"/>
              <a:t>nhân làm việc trong cùng công ty</a:t>
            </a:r>
            <a:r>
              <a:rPr lang="en-US" altLang="en-US" sz="2200" dirty="0"/>
              <a:t>. </a:t>
            </a:r>
            <a:r>
              <a:rPr lang="en-US" altLang="en-US" sz="2200" dirty="0" err="1"/>
              <a:t>Mỗi</a:t>
            </a:r>
            <a:r>
              <a:rPr lang="en-US" altLang="en-US" sz="2200" dirty="0"/>
              <a:t> </a:t>
            </a:r>
            <a:r>
              <a:rPr lang="en-US" altLang="en-US" sz="2200" dirty="0" err="1"/>
              <a:t>thân</a:t>
            </a:r>
            <a:r>
              <a:rPr lang="en-US" altLang="en-US" sz="2200" dirty="0"/>
              <a:t> </a:t>
            </a:r>
            <a:r>
              <a:rPr lang="en-US" altLang="en-US" sz="2200" dirty="0" err="1"/>
              <a:t>nhân</a:t>
            </a:r>
            <a:r>
              <a:rPr lang="en-US" altLang="en-US" sz="2200" dirty="0"/>
              <a:t> </a:t>
            </a:r>
            <a:r>
              <a:rPr lang="en-US" altLang="en-US" sz="2200" dirty="0" err="1"/>
              <a:t>có</a:t>
            </a:r>
            <a:r>
              <a:rPr lang="en-US" altLang="en-US" sz="2200" dirty="0"/>
              <a:t> </a:t>
            </a:r>
            <a:r>
              <a:rPr lang="en-US" altLang="en-US" sz="2200" dirty="0" err="1"/>
              <a:t>tên</a:t>
            </a:r>
            <a:r>
              <a:rPr lang="en-US" altLang="en-US" sz="2200" dirty="0"/>
              <a:t>, </a:t>
            </a:r>
            <a:r>
              <a:rPr lang="en-US" altLang="en-US" sz="2200" dirty="0" err="1"/>
              <a:t>phái</a:t>
            </a:r>
            <a:r>
              <a:rPr lang="en-US" altLang="en-US" sz="2200" dirty="0"/>
              <a:t>, </a:t>
            </a:r>
            <a:r>
              <a:rPr lang="en-US" altLang="en-US" sz="2200" dirty="0" err="1"/>
              <a:t>ngày</a:t>
            </a:r>
            <a:r>
              <a:rPr lang="en-US" altLang="en-US" sz="2200" dirty="0"/>
              <a:t> </a:t>
            </a:r>
            <a:r>
              <a:rPr lang="en-US" altLang="en-US" sz="2200" dirty="0" err="1"/>
              <a:t>sinh</a:t>
            </a:r>
            <a:r>
              <a:rPr lang="en-US" altLang="en-US" sz="2200" dirty="0"/>
              <a:t> </a:t>
            </a:r>
            <a:r>
              <a:rPr lang="en-US" altLang="en-US" sz="2200" dirty="0" err="1"/>
              <a:t>và</a:t>
            </a:r>
            <a:r>
              <a:rPr lang="en-US" altLang="en-US" sz="2200" dirty="0"/>
              <a:t> </a:t>
            </a:r>
            <a:r>
              <a:rPr lang="en-US" altLang="en-US" sz="2200" dirty="0" err="1"/>
              <a:t>mối</a:t>
            </a:r>
            <a:r>
              <a:rPr lang="en-US" altLang="en-US" sz="2200" dirty="0"/>
              <a:t> </a:t>
            </a:r>
            <a:r>
              <a:rPr lang="en-US" altLang="en-US" sz="2200" dirty="0" err="1"/>
              <a:t>quan</a:t>
            </a:r>
            <a:r>
              <a:rPr lang="en-US" altLang="en-US" sz="2200" dirty="0"/>
              <a:t> </a:t>
            </a:r>
            <a:r>
              <a:rPr lang="en-US" altLang="en-US" sz="2200" dirty="0" err="1"/>
              <a:t>hệ</a:t>
            </a:r>
            <a:r>
              <a:rPr lang="en-US" altLang="en-US" sz="2200" dirty="0"/>
              <a:t> </a:t>
            </a:r>
            <a:r>
              <a:rPr lang="en-US" altLang="en-US" sz="2200" dirty="0" err="1"/>
              <a:t>với</a:t>
            </a:r>
            <a:r>
              <a:rPr lang="en-US" altLang="en-US" sz="2200" dirty="0"/>
              <a:t> </a:t>
            </a:r>
            <a:r>
              <a:rPr lang="en-US" altLang="en-US" sz="2200" dirty="0" err="1"/>
              <a:t>nhân</a:t>
            </a:r>
            <a:r>
              <a:rPr lang="en-US" altLang="en-US" sz="2200" dirty="0"/>
              <a:t> </a:t>
            </a:r>
            <a:r>
              <a:rPr lang="en-US" altLang="en-US" sz="2200" dirty="0" err="1"/>
              <a:t>viên</a:t>
            </a:r>
            <a:r>
              <a:rPr lang="en-US" altLang="en-US" sz="2200" dirty="0"/>
              <a:t> </a:t>
            </a:r>
            <a:r>
              <a:rPr lang="en-US" altLang="en-US" sz="2200" dirty="0" err="1"/>
              <a:t>đó</a:t>
            </a:r>
            <a:endParaRPr lang="en-US" altLang="en-US" sz="2200" dirty="0"/>
          </a:p>
        </p:txBody>
      </p:sp>
    </p:spTree>
    <p:extLst>
      <p:ext uri="{BB962C8B-B14F-4D97-AF65-F5344CB8AC3E}">
        <p14:creationId xmlns:p14="http://schemas.microsoft.com/office/powerpoint/2010/main" val="39797212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B269-B546-059B-6CFB-C79AE44DDE6F}"/>
            </a:ext>
          </a:extLst>
        </p:cNvPr>
        <p:cNvGrpSpPr/>
        <p:nvPr/>
      </p:nvGrpSpPr>
      <p:grpSpPr>
        <a:xfrm>
          <a:off x="0" y="0"/>
          <a:ext cx="0" cy="0"/>
          <a:chOff x="0" y="0"/>
          <a:chExt cx="0" cy="0"/>
        </a:xfrm>
      </p:grpSpPr>
      <p:sp>
        <p:nvSpPr>
          <p:cNvPr id="70657" name="Title 1">
            <a:extLst>
              <a:ext uri="{FF2B5EF4-FFF2-40B4-BE49-F238E27FC236}">
                <a16:creationId xmlns:a16="http://schemas.microsoft.com/office/drawing/2014/main" id="{587AE282-096E-EE0C-29A5-79A563E7C318}"/>
              </a:ext>
            </a:extLst>
          </p:cNvPr>
          <p:cNvSpPr>
            <a:spLocks noGrp="1" noChangeArrowheads="1"/>
          </p:cNvSpPr>
          <p:nvPr>
            <p:ph type="title"/>
          </p:nvPr>
        </p:nvSpPr>
        <p:spPr>
          <a:xfrm>
            <a:off x="457200" y="354013"/>
            <a:ext cx="8382000" cy="788987"/>
          </a:xfrm>
        </p:spPr>
        <p:txBody>
          <a:bodyPr/>
          <a:lstStyle/>
          <a:p>
            <a:pPr eaLnBrk="1" hangingPunct="1"/>
            <a:r>
              <a:rPr lang="en-US" altLang="en-US"/>
              <a:t>VD2 ‘Quản lý đề án công ty’</a:t>
            </a:r>
          </a:p>
        </p:txBody>
      </p:sp>
      <p:sp>
        <p:nvSpPr>
          <p:cNvPr id="4" name="Date Placeholder 3">
            <a:extLst>
              <a:ext uri="{FF2B5EF4-FFF2-40B4-BE49-F238E27FC236}">
                <a16:creationId xmlns:a16="http://schemas.microsoft.com/office/drawing/2014/main" id="{BF0528EF-7150-571E-EC5A-1D53A64305F8}"/>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0660" name="Slide Number Placeholder 4">
            <a:extLst>
              <a:ext uri="{FF2B5EF4-FFF2-40B4-BE49-F238E27FC236}">
                <a16:creationId xmlns:a16="http://schemas.microsoft.com/office/drawing/2014/main" id="{A1F041F5-062B-F3E5-3333-C3C2569BACB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6507A40-93BB-4C99-8A06-CE22A41F308C}" type="slidenum">
              <a:rPr lang="en-US" altLang="en-US">
                <a:latin typeface="Arial" panose="020B0604020202020204" pitchFamily="34" charset="0"/>
              </a:rPr>
              <a:pPr/>
              <a:t>50</a:t>
            </a:fld>
            <a:endParaRPr lang="en-US" altLang="en-US">
              <a:latin typeface="Arial" panose="020B0604020202020204" pitchFamily="34" charset="0"/>
            </a:endParaRPr>
          </a:p>
        </p:txBody>
      </p:sp>
      <p:sp>
        <p:nvSpPr>
          <p:cNvPr id="2" name="TextBox 1">
            <a:extLst>
              <a:ext uri="{FF2B5EF4-FFF2-40B4-BE49-F238E27FC236}">
                <a16:creationId xmlns:a16="http://schemas.microsoft.com/office/drawing/2014/main" id="{C6CC1FC2-721B-D5C4-6ADF-3E40C070CD19}"/>
              </a:ext>
            </a:extLst>
          </p:cNvPr>
          <p:cNvSpPr txBox="1"/>
          <p:nvPr/>
        </p:nvSpPr>
        <p:spPr>
          <a:xfrm>
            <a:off x="457200" y="1143000"/>
            <a:ext cx="8229600" cy="430887"/>
          </a:xfrm>
          <a:prstGeom prst="rect">
            <a:avLst/>
          </a:prstGeom>
          <a:noFill/>
        </p:spPr>
        <p:txBody>
          <a:bodyPr wrap="square" rtlCol="0">
            <a:spAutoFit/>
          </a:bodyPr>
          <a:lstStyle/>
          <a:p>
            <a:pPr algn="ctr"/>
            <a:r>
              <a:rPr lang="en-US" sz="2200" b="1" i="1">
                <a:solidFill>
                  <a:srgbClr val="92D050"/>
                </a:solidFill>
              </a:rPr>
              <a:t>Bước 3: Xác định bảng số</a:t>
            </a:r>
          </a:p>
        </p:txBody>
      </p:sp>
      <p:pic>
        <p:nvPicPr>
          <p:cNvPr id="6" name="Picture 5" descr="A diagram of a machine&#10;&#10;AI-generated content may be incorrect.">
            <a:extLst>
              <a:ext uri="{FF2B5EF4-FFF2-40B4-BE49-F238E27FC236}">
                <a16:creationId xmlns:a16="http://schemas.microsoft.com/office/drawing/2014/main" id="{EFF80E1D-5C96-39AC-7DDD-292FD6702F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17" y="1817661"/>
            <a:ext cx="9119383" cy="4125939"/>
          </a:xfrm>
          <a:prstGeom prst="rect">
            <a:avLst/>
          </a:prstGeom>
        </p:spPr>
      </p:pic>
    </p:spTree>
    <p:extLst>
      <p:ext uri="{BB962C8B-B14F-4D97-AF65-F5344CB8AC3E}">
        <p14:creationId xmlns:p14="http://schemas.microsoft.com/office/powerpoint/2010/main" val="20735890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B7DF0-AC9D-68ED-872A-B05201AB7788}"/>
            </a:ext>
          </a:extLst>
        </p:cNvPr>
        <p:cNvGrpSpPr/>
        <p:nvPr/>
      </p:nvGrpSpPr>
      <p:grpSpPr>
        <a:xfrm>
          <a:off x="0" y="0"/>
          <a:ext cx="0" cy="0"/>
          <a:chOff x="0" y="0"/>
          <a:chExt cx="0" cy="0"/>
        </a:xfrm>
      </p:grpSpPr>
      <p:sp>
        <p:nvSpPr>
          <p:cNvPr id="70657" name="Title 1">
            <a:extLst>
              <a:ext uri="{FF2B5EF4-FFF2-40B4-BE49-F238E27FC236}">
                <a16:creationId xmlns:a16="http://schemas.microsoft.com/office/drawing/2014/main" id="{C2423F92-D956-79C3-4DE4-67DF08D097AA}"/>
              </a:ext>
            </a:extLst>
          </p:cNvPr>
          <p:cNvSpPr>
            <a:spLocks noGrp="1" noChangeArrowheads="1"/>
          </p:cNvSpPr>
          <p:nvPr>
            <p:ph type="title"/>
          </p:nvPr>
        </p:nvSpPr>
        <p:spPr>
          <a:xfrm>
            <a:off x="457200" y="354013"/>
            <a:ext cx="8382000" cy="788987"/>
          </a:xfrm>
        </p:spPr>
        <p:txBody>
          <a:bodyPr/>
          <a:lstStyle/>
          <a:p>
            <a:pPr eaLnBrk="1" hangingPunct="1"/>
            <a:r>
              <a:rPr lang="en-US" altLang="en-US"/>
              <a:t>VD2 ‘Quản lý đề án công ty’</a:t>
            </a:r>
          </a:p>
        </p:txBody>
      </p:sp>
      <p:sp>
        <p:nvSpPr>
          <p:cNvPr id="4" name="Date Placeholder 3">
            <a:extLst>
              <a:ext uri="{FF2B5EF4-FFF2-40B4-BE49-F238E27FC236}">
                <a16:creationId xmlns:a16="http://schemas.microsoft.com/office/drawing/2014/main" id="{775FA8FF-6806-70F4-44D4-95B93FCEF8F3}"/>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0660" name="Slide Number Placeholder 4">
            <a:extLst>
              <a:ext uri="{FF2B5EF4-FFF2-40B4-BE49-F238E27FC236}">
                <a16:creationId xmlns:a16="http://schemas.microsoft.com/office/drawing/2014/main" id="{6637313A-1344-5219-B397-6769F41E977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6507A40-93BB-4C99-8A06-CE22A41F308C}" type="slidenum">
              <a:rPr lang="en-US" altLang="en-US">
                <a:latin typeface="Arial" panose="020B0604020202020204" pitchFamily="34" charset="0"/>
              </a:rPr>
              <a:pPr/>
              <a:t>51</a:t>
            </a:fld>
            <a:endParaRPr lang="en-US" altLang="en-US">
              <a:latin typeface="Arial" panose="020B0604020202020204" pitchFamily="34" charset="0"/>
            </a:endParaRPr>
          </a:p>
        </p:txBody>
      </p:sp>
      <p:sp>
        <p:nvSpPr>
          <p:cNvPr id="2" name="TextBox 1">
            <a:extLst>
              <a:ext uri="{FF2B5EF4-FFF2-40B4-BE49-F238E27FC236}">
                <a16:creationId xmlns:a16="http://schemas.microsoft.com/office/drawing/2014/main" id="{7D59AE53-C9E6-15F3-9A29-A2A3642A4CCD}"/>
              </a:ext>
            </a:extLst>
          </p:cNvPr>
          <p:cNvSpPr txBox="1"/>
          <p:nvPr/>
        </p:nvSpPr>
        <p:spPr>
          <a:xfrm>
            <a:off x="457200" y="1143000"/>
            <a:ext cx="8229600" cy="430887"/>
          </a:xfrm>
          <a:prstGeom prst="rect">
            <a:avLst/>
          </a:prstGeom>
          <a:noFill/>
        </p:spPr>
        <p:txBody>
          <a:bodyPr wrap="square" rtlCol="0">
            <a:spAutoFit/>
          </a:bodyPr>
          <a:lstStyle/>
          <a:p>
            <a:pPr algn="ctr"/>
            <a:r>
              <a:rPr lang="en-US" sz="2200" b="1" i="1">
                <a:solidFill>
                  <a:srgbClr val="00B0F0"/>
                </a:solidFill>
              </a:rPr>
              <a:t>Bước 4: Xác định thuộc tính</a:t>
            </a:r>
          </a:p>
        </p:txBody>
      </p:sp>
      <p:sp>
        <p:nvSpPr>
          <p:cNvPr id="5" name="Rectangle 3">
            <a:extLst>
              <a:ext uri="{FF2B5EF4-FFF2-40B4-BE49-F238E27FC236}">
                <a16:creationId xmlns:a16="http://schemas.microsoft.com/office/drawing/2014/main" id="{91EBE487-EAB0-2168-C1AE-AAFFCB351805}"/>
              </a:ext>
            </a:extLst>
          </p:cNvPr>
          <p:cNvSpPr txBox="1">
            <a:spLocks noChangeArrowheads="1"/>
          </p:cNvSpPr>
          <p:nvPr/>
        </p:nvSpPr>
        <p:spPr bwMode="auto">
          <a:xfrm>
            <a:off x="457200" y="1653500"/>
            <a:ext cx="8229600" cy="497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spcBef>
                <a:spcPct val="20000"/>
              </a:spcBef>
              <a:spcAft>
                <a:spcPct val="0"/>
              </a:spcAft>
              <a:buClr>
                <a:srgbClr val="CC0000"/>
              </a:buClr>
              <a:buFont typeface="Wingdings 2" panose="05020102010507070707" pitchFamily="18" charset="2"/>
              <a:buChar char="¡"/>
              <a:defRPr sz="2600" kern="1200">
                <a:solidFill>
                  <a:schemeClr val="tx1"/>
                </a:solidFill>
                <a:latin typeface="+mn-lt"/>
                <a:ea typeface="+mn-ea"/>
                <a:cs typeface="+mn-cs"/>
              </a:defRPr>
            </a:lvl1pPr>
            <a:lvl2pPr marL="669925" indent="-325438" algn="just" rtl="0" eaLnBrk="0" fontAlgn="base" hangingPunct="0">
              <a:spcBef>
                <a:spcPct val="20000"/>
              </a:spcBef>
              <a:spcAft>
                <a:spcPct val="0"/>
              </a:spcAft>
              <a:buClr>
                <a:srgbClr val="CC0000"/>
              </a:buClr>
              <a:buFont typeface="Arial" panose="020B0604020202020204" pitchFamily="34" charset="0"/>
              <a:buChar char="-"/>
              <a:defRPr sz="2300" kern="1200">
                <a:solidFill>
                  <a:schemeClr val="tx1"/>
                </a:solidFill>
                <a:latin typeface="+mn-lt"/>
                <a:ea typeface="+mn-ea"/>
                <a:cs typeface="+mn-cs"/>
              </a:defRPr>
            </a:lvl2pPr>
            <a:lvl3pPr marL="1022350" indent="-350838" algn="just" rtl="0" eaLnBrk="0" fontAlgn="base" hangingPunct="0">
              <a:spcBef>
                <a:spcPct val="20000"/>
              </a:spcBef>
              <a:spcAft>
                <a:spcPct val="0"/>
              </a:spcAft>
              <a:buClr>
                <a:srgbClr val="CC0000"/>
              </a:buClr>
              <a:buFont typeface="Wingdings" panose="05000000000000000000" pitchFamily="2" charset="2"/>
              <a:buChar char=""/>
              <a:defRPr sz="2000" kern="1200">
                <a:solidFill>
                  <a:schemeClr val="tx1"/>
                </a:solidFill>
                <a:latin typeface="+mn-lt"/>
                <a:ea typeface="+mn-ea"/>
                <a:cs typeface="+mn-cs"/>
              </a:defRPr>
            </a:lvl3pPr>
            <a:lvl4pPr marL="1339850" indent="-315913" algn="just" rtl="0" eaLnBrk="0" fontAlgn="base" hangingPunct="0">
              <a:spcBef>
                <a:spcPct val="20000"/>
              </a:spcBef>
              <a:spcAft>
                <a:spcPct val="0"/>
              </a:spcAft>
              <a:buClr>
                <a:srgbClr val="CC0000"/>
              </a:buClr>
              <a:buFont typeface="Symbol" panose="05050102010706020507" pitchFamily="18" charset="2"/>
              <a:buChar char="*"/>
              <a:defRPr sz="1700" kern="1200">
                <a:solidFill>
                  <a:schemeClr val="tx1"/>
                </a:solidFill>
                <a:latin typeface="+mn-lt"/>
                <a:ea typeface="+mn-ea"/>
                <a:cs typeface="+mn-cs"/>
              </a:defRPr>
            </a:lvl4pPr>
            <a:lvl5pPr marL="1681163" indent="-339725" algn="just" rtl="0" eaLnBrk="0" fontAlgn="base" hangingPunct="0">
              <a:spcBef>
                <a:spcPct val="20000"/>
              </a:spcBef>
              <a:spcAft>
                <a:spcPct val="0"/>
              </a:spcAft>
              <a:buClr>
                <a:srgbClr val="CC0000"/>
              </a:buClr>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39725" lvl="1" eaLnBrk="1" hangingPunct="1"/>
            <a:r>
              <a:rPr lang="en-US" altLang="en-US" sz="2200" dirty="0" err="1"/>
              <a:t>Cty</a:t>
            </a:r>
            <a:r>
              <a:rPr lang="en-US" altLang="en-US" sz="2200" dirty="0"/>
              <a:t> </a:t>
            </a:r>
            <a:r>
              <a:rPr lang="en-US" altLang="en-US" sz="2200" dirty="0" err="1"/>
              <a:t>có</a:t>
            </a:r>
            <a:r>
              <a:rPr lang="en-US" altLang="en-US" sz="2200" dirty="0"/>
              <a:t> </a:t>
            </a:r>
            <a:r>
              <a:rPr lang="en-US" altLang="en-US" sz="2200" dirty="0" err="1"/>
              <a:t>nhiều</a:t>
            </a:r>
            <a:r>
              <a:rPr lang="en-US" altLang="en-US" sz="2200" dirty="0"/>
              <a:t> </a:t>
            </a:r>
            <a:r>
              <a:rPr lang="en-US" altLang="en-US" sz="2200" dirty="0" err="1"/>
              <a:t>phòng</a:t>
            </a:r>
            <a:r>
              <a:rPr lang="en-US" altLang="en-US" sz="2200" dirty="0"/>
              <a:t> ban, </a:t>
            </a:r>
            <a:r>
              <a:rPr lang="en-US" altLang="en-US" sz="2200" dirty="0" err="1"/>
              <a:t>mỗi</a:t>
            </a:r>
            <a:r>
              <a:rPr lang="en-US" altLang="en-US" sz="2200" dirty="0"/>
              <a:t> </a:t>
            </a:r>
            <a:r>
              <a:rPr lang="en-US" altLang="en-US" sz="2200" dirty="0" err="1"/>
              <a:t>phòng</a:t>
            </a:r>
            <a:r>
              <a:rPr lang="en-US" altLang="en-US" sz="2200" dirty="0"/>
              <a:t> ban </a:t>
            </a:r>
            <a:r>
              <a:rPr lang="en-US" altLang="en-US" sz="2200" dirty="0" err="1"/>
              <a:t>có</a:t>
            </a:r>
            <a:r>
              <a:rPr lang="en-US" altLang="en-US" sz="2200" dirty="0"/>
              <a:t> </a:t>
            </a:r>
            <a:r>
              <a:rPr lang="en-US" altLang="en-US" sz="2200" b="1" dirty="0" err="1">
                <a:solidFill>
                  <a:srgbClr val="0070C0"/>
                </a:solidFill>
              </a:rPr>
              <a:t>tên</a:t>
            </a:r>
            <a:r>
              <a:rPr lang="en-US" altLang="en-US" sz="2200" dirty="0"/>
              <a:t> </a:t>
            </a:r>
            <a:r>
              <a:rPr lang="en-US" altLang="en-US" sz="2200" dirty="0" err="1"/>
              <a:t>duy</a:t>
            </a:r>
            <a:r>
              <a:rPr lang="en-US" altLang="en-US" sz="2200" dirty="0"/>
              <a:t> </a:t>
            </a:r>
            <a:r>
              <a:rPr lang="en-US" altLang="en-US" sz="2200" dirty="0" err="1"/>
              <a:t>nhất</a:t>
            </a:r>
            <a:r>
              <a:rPr lang="en-US" altLang="en-US" sz="2200" dirty="0"/>
              <a:t>, </a:t>
            </a:r>
            <a:r>
              <a:rPr lang="en-US" altLang="en-US" sz="2200" b="1" dirty="0" err="1">
                <a:solidFill>
                  <a:srgbClr val="0070C0"/>
                </a:solidFill>
              </a:rPr>
              <a:t>mã</a:t>
            </a:r>
            <a:r>
              <a:rPr lang="en-US" altLang="en-US" sz="2200" b="1" dirty="0">
                <a:solidFill>
                  <a:srgbClr val="0070C0"/>
                </a:solidFill>
              </a:rPr>
              <a:t> </a:t>
            </a:r>
            <a:r>
              <a:rPr lang="en-US" altLang="en-US" sz="2200" b="1" dirty="0" err="1">
                <a:solidFill>
                  <a:srgbClr val="0070C0"/>
                </a:solidFill>
              </a:rPr>
              <a:t>phòng</a:t>
            </a:r>
            <a:r>
              <a:rPr lang="en-US" altLang="en-US" sz="2200" b="1" dirty="0">
                <a:solidFill>
                  <a:srgbClr val="0070C0"/>
                </a:solidFill>
              </a:rPr>
              <a:t> </a:t>
            </a:r>
            <a:r>
              <a:rPr lang="en-US" altLang="en-US" sz="2200" dirty="0" err="1"/>
              <a:t>duy</a:t>
            </a:r>
            <a:r>
              <a:rPr lang="en-US" altLang="en-US" sz="2200" dirty="0"/>
              <a:t> </a:t>
            </a:r>
            <a:r>
              <a:rPr lang="en-US" altLang="en-US" sz="2200" dirty="0" err="1"/>
              <a:t>nhất</a:t>
            </a:r>
            <a:r>
              <a:rPr lang="en-US" altLang="en-US" sz="2200" dirty="0"/>
              <a:t>, </a:t>
            </a:r>
            <a:r>
              <a:rPr lang="en-US" altLang="en-US" sz="2200" dirty="0" err="1"/>
              <a:t>một</a:t>
            </a:r>
            <a:r>
              <a:rPr lang="en-US" altLang="en-US" sz="2200" dirty="0"/>
              <a:t> </a:t>
            </a:r>
            <a:r>
              <a:rPr lang="en-US" altLang="en-US" sz="2200" b="1" dirty="0" err="1">
                <a:solidFill>
                  <a:srgbClr val="0070C0"/>
                </a:solidFill>
              </a:rPr>
              <a:t>trưởng</a:t>
            </a:r>
            <a:r>
              <a:rPr lang="en-US" altLang="en-US" sz="2200" b="1" dirty="0">
                <a:solidFill>
                  <a:srgbClr val="0070C0"/>
                </a:solidFill>
              </a:rPr>
              <a:t> </a:t>
            </a:r>
            <a:r>
              <a:rPr lang="en-US" altLang="en-US" sz="2200" b="1" dirty="0" err="1">
                <a:solidFill>
                  <a:srgbClr val="0070C0"/>
                </a:solidFill>
              </a:rPr>
              <a:t>phòng</a:t>
            </a:r>
            <a:r>
              <a:rPr lang="en-US" altLang="en-US" sz="2200" dirty="0"/>
              <a:t> </a:t>
            </a:r>
            <a:r>
              <a:rPr lang="en-US" altLang="en-US" sz="2200" dirty="0" err="1"/>
              <a:t>và</a:t>
            </a:r>
            <a:r>
              <a:rPr lang="en-US" altLang="en-US" sz="2200" dirty="0"/>
              <a:t> </a:t>
            </a:r>
            <a:r>
              <a:rPr lang="en-US" altLang="en-US" sz="2200" b="1" dirty="0" err="1">
                <a:solidFill>
                  <a:srgbClr val="0070C0"/>
                </a:solidFill>
              </a:rPr>
              <a:t>ngày</a:t>
            </a:r>
            <a:r>
              <a:rPr lang="en-US" altLang="en-US" sz="2200" b="1" dirty="0">
                <a:solidFill>
                  <a:srgbClr val="0070C0"/>
                </a:solidFill>
              </a:rPr>
              <a:t> </a:t>
            </a:r>
            <a:r>
              <a:rPr lang="en-US" altLang="en-US" sz="2200" b="1" dirty="0" err="1">
                <a:solidFill>
                  <a:srgbClr val="0070C0"/>
                </a:solidFill>
              </a:rPr>
              <a:t>nhận</a:t>
            </a:r>
            <a:r>
              <a:rPr lang="en-US" altLang="en-US" sz="2200" b="1" dirty="0">
                <a:solidFill>
                  <a:srgbClr val="0070C0"/>
                </a:solidFill>
              </a:rPr>
              <a:t> chức</a:t>
            </a:r>
            <a:r>
              <a:rPr lang="en-US" altLang="en-US" sz="2200" dirty="0"/>
              <a:t>. </a:t>
            </a:r>
            <a:r>
              <a:rPr lang="en-US" altLang="en-US" sz="2200" dirty="0" err="1"/>
              <a:t>Mỗi</a:t>
            </a:r>
            <a:r>
              <a:rPr lang="en-US" altLang="en-US" sz="2200" dirty="0"/>
              <a:t> </a:t>
            </a:r>
            <a:r>
              <a:rPr lang="en-US" altLang="en-US" sz="2200" dirty="0" err="1"/>
              <a:t>phòng</a:t>
            </a:r>
            <a:r>
              <a:rPr lang="en-US" altLang="en-US" sz="2200" dirty="0"/>
              <a:t> ban </a:t>
            </a:r>
            <a:r>
              <a:rPr lang="en-US" altLang="en-US" sz="2200" dirty="0" err="1"/>
              <a:t>có</a:t>
            </a:r>
            <a:r>
              <a:rPr lang="en-US" altLang="en-US" sz="2200" dirty="0"/>
              <a:t> </a:t>
            </a:r>
            <a:r>
              <a:rPr lang="en-US" altLang="en-US" sz="2200" dirty="0" err="1"/>
              <a:t>thể</a:t>
            </a:r>
            <a:r>
              <a:rPr lang="en-US" altLang="en-US" sz="2200" dirty="0"/>
              <a:t> ở </a:t>
            </a:r>
            <a:r>
              <a:rPr lang="en-US" altLang="en-US" sz="2200" dirty="0" err="1"/>
              <a:t>nhiều</a:t>
            </a:r>
            <a:r>
              <a:rPr lang="en-US" altLang="en-US" sz="2200" dirty="0"/>
              <a:t> </a:t>
            </a:r>
            <a:r>
              <a:rPr lang="en-US" altLang="en-US" sz="2200" dirty="0" err="1"/>
              <a:t>địa</a:t>
            </a:r>
            <a:r>
              <a:rPr lang="en-US" altLang="en-US" sz="2200" dirty="0"/>
              <a:t> </a:t>
            </a:r>
            <a:r>
              <a:rPr lang="en-US" altLang="en-US" sz="2200" dirty="0" err="1"/>
              <a:t>điểm</a:t>
            </a:r>
            <a:r>
              <a:rPr lang="en-US" altLang="en-US" sz="2200" dirty="0"/>
              <a:t> </a:t>
            </a:r>
            <a:r>
              <a:rPr lang="en-US" altLang="en-US" sz="2200" dirty="0" err="1"/>
              <a:t>khác</a:t>
            </a:r>
            <a:r>
              <a:rPr lang="en-US" altLang="en-US" sz="2200" dirty="0"/>
              <a:t> </a:t>
            </a:r>
            <a:r>
              <a:rPr lang="en-US" altLang="en-US" sz="2200" dirty="0" err="1"/>
              <a:t>nhau</a:t>
            </a:r>
            <a:r>
              <a:rPr lang="en-US" altLang="en-US" sz="2200" dirty="0"/>
              <a:t>. </a:t>
            </a:r>
            <a:r>
              <a:rPr lang="en-US" altLang="en-US" sz="2200" dirty="0" err="1"/>
              <a:t>Mỗi</a:t>
            </a:r>
            <a:r>
              <a:rPr lang="en-US" altLang="en-US" sz="2200" dirty="0"/>
              <a:t> </a:t>
            </a:r>
            <a:r>
              <a:rPr lang="en-US" altLang="en-US" sz="2200" dirty="0" err="1"/>
              <a:t>địa</a:t>
            </a:r>
            <a:r>
              <a:rPr lang="en-US" altLang="en-US" sz="2200" dirty="0"/>
              <a:t> </a:t>
            </a:r>
            <a:r>
              <a:rPr lang="en-US" altLang="en-US" sz="2200" dirty="0" err="1"/>
              <a:t>điểm</a:t>
            </a:r>
            <a:r>
              <a:rPr lang="en-US" altLang="en-US" sz="2200" dirty="0"/>
              <a:t> </a:t>
            </a:r>
            <a:r>
              <a:rPr lang="en-US" altLang="en-US" sz="2200" dirty="0" err="1"/>
              <a:t>có</a:t>
            </a:r>
            <a:r>
              <a:rPr lang="en-US" altLang="en-US" sz="2200" dirty="0"/>
              <a:t> </a:t>
            </a:r>
            <a:r>
              <a:rPr lang="en-US" altLang="en-US" sz="2200" b="1" dirty="0" err="1">
                <a:solidFill>
                  <a:srgbClr val="0070C0"/>
                </a:solidFill>
              </a:rPr>
              <a:t>mã</a:t>
            </a:r>
            <a:r>
              <a:rPr lang="en-US" altLang="en-US" sz="2200" b="1" dirty="0">
                <a:solidFill>
                  <a:srgbClr val="0070C0"/>
                </a:solidFill>
              </a:rPr>
              <a:t> </a:t>
            </a:r>
            <a:r>
              <a:rPr lang="en-US" altLang="en-US" sz="2200" b="1" dirty="0" err="1">
                <a:solidFill>
                  <a:srgbClr val="0070C0"/>
                </a:solidFill>
              </a:rPr>
              <a:t>số</a:t>
            </a:r>
            <a:r>
              <a:rPr lang="en-US" altLang="en-US" sz="2200" b="1" dirty="0">
                <a:solidFill>
                  <a:srgbClr val="0070C0"/>
                </a:solidFill>
              </a:rPr>
              <a:t> </a:t>
            </a:r>
            <a:r>
              <a:rPr lang="en-US" altLang="en-US" sz="2200" dirty="0" err="1"/>
              <a:t>duy</a:t>
            </a:r>
            <a:r>
              <a:rPr lang="en-US" altLang="en-US" sz="2200" dirty="0"/>
              <a:t> </a:t>
            </a:r>
            <a:r>
              <a:rPr lang="en-US" altLang="en-US" sz="2200" dirty="0" err="1"/>
              <a:t>nhất</a:t>
            </a:r>
            <a:r>
              <a:rPr lang="en-US" altLang="en-US" sz="2200" dirty="0"/>
              <a:t> </a:t>
            </a:r>
            <a:r>
              <a:rPr lang="en-US" altLang="en-US" sz="2200" dirty="0" err="1"/>
              <a:t>và</a:t>
            </a:r>
            <a:r>
              <a:rPr lang="en-US" altLang="en-US" sz="2200" dirty="0"/>
              <a:t> </a:t>
            </a:r>
            <a:r>
              <a:rPr lang="en-US" altLang="en-US" sz="2200" b="1" dirty="0" err="1">
                <a:solidFill>
                  <a:srgbClr val="0070C0"/>
                </a:solidFill>
              </a:rPr>
              <a:t>tên</a:t>
            </a:r>
            <a:r>
              <a:rPr lang="en-US" altLang="en-US" sz="2200" b="1" dirty="0">
                <a:solidFill>
                  <a:srgbClr val="0070C0"/>
                </a:solidFill>
              </a:rPr>
              <a:t> </a:t>
            </a:r>
            <a:r>
              <a:rPr lang="en-US" altLang="en-US" sz="2200" dirty="0" err="1"/>
              <a:t>địa</a:t>
            </a:r>
            <a:r>
              <a:rPr lang="en-US" altLang="en-US" sz="2200" dirty="0"/>
              <a:t> </a:t>
            </a:r>
            <a:r>
              <a:rPr lang="en-US" altLang="en-US" sz="2200" dirty="0" err="1"/>
              <a:t>điểm</a:t>
            </a:r>
            <a:endParaRPr lang="en-US" altLang="en-US" sz="2200" dirty="0"/>
          </a:p>
          <a:p>
            <a:pPr marL="339725" lvl="1" eaLnBrk="1" hangingPunct="1"/>
            <a:r>
              <a:rPr lang="en-US" altLang="en-US" sz="2200" dirty="0" err="1"/>
              <a:t>Đề</a:t>
            </a:r>
            <a:r>
              <a:rPr lang="en-US" altLang="en-US" sz="2200" dirty="0"/>
              <a:t> </a:t>
            </a:r>
            <a:r>
              <a:rPr lang="en-US" altLang="en-US" sz="2200" dirty="0" err="1"/>
              <a:t>án</a:t>
            </a:r>
            <a:r>
              <a:rPr lang="en-US" altLang="en-US" sz="2200" dirty="0"/>
              <a:t> </a:t>
            </a:r>
            <a:r>
              <a:rPr lang="en-US" altLang="en-US" sz="2200" dirty="0" err="1"/>
              <a:t>có</a:t>
            </a:r>
            <a:r>
              <a:rPr lang="en-US" altLang="en-US" sz="2200" dirty="0"/>
              <a:t> </a:t>
            </a:r>
            <a:r>
              <a:rPr lang="en-US" altLang="en-US" sz="2200" b="1" dirty="0" err="1">
                <a:solidFill>
                  <a:srgbClr val="0070C0"/>
                </a:solidFill>
              </a:rPr>
              <a:t>tên</a:t>
            </a:r>
            <a:r>
              <a:rPr lang="en-US" altLang="en-US" sz="2200" dirty="0"/>
              <a:t> </a:t>
            </a:r>
            <a:r>
              <a:rPr lang="en-US" altLang="en-US" sz="2200" dirty="0" err="1"/>
              <a:t>duy</a:t>
            </a:r>
            <a:r>
              <a:rPr lang="en-US" altLang="en-US" sz="2200" dirty="0"/>
              <a:t> </a:t>
            </a:r>
            <a:r>
              <a:rPr lang="en-US" altLang="en-US" sz="2200" dirty="0" err="1"/>
              <a:t>nhất</a:t>
            </a:r>
            <a:r>
              <a:rPr lang="en-US" altLang="en-US" sz="2200" dirty="0"/>
              <a:t>, </a:t>
            </a:r>
            <a:r>
              <a:rPr lang="en-US" altLang="en-US" sz="2200" b="1" dirty="0" err="1">
                <a:solidFill>
                  <a:srgbClr val="0070C0"/>
                </a:solidFill>
              </a:rPr>
              <a:t>mã</a:t>
            </a:r>
            <a:r>
              <a:rPr lang="en-US" altLang="en-US" sz="2200" dirty="0"/>
              <a:t> </a:t>
            </a:r>
            <a:r>
              <a:rPr lang="en-US" altLang="en-US" sz="2200" dirty="0" err="1"/>
              <a:t>duy</a:t>
            </a:r>
            <a:r>
              <a:rPr lang="en-US" altLang="en-US" sz="2200" dirty="0"/>
              <a:t> </a:t>
            </a:r>
            <a:r>
              <a:rPr lang="en-US" altLang="en-US" sz="2200" dirty="0" err="1"/>
              <a:t>nhất</a:t>
            </a:r>
            <a:r>
              <a:rPr lang="en-US" altLang="en-US" sz="2200" dirty="0"/>
              <a:t>, do 1 </a:t>
            </a:r>
            <a:r>
              <a:rPr lang="en-US" altLang="en-US" sz="2200" dirty="0" err="1"/>
              <a:t>một</a:t>
            </a:r>
            <a:r>
              <a:rPr lang="en-US" altLang="en-US" sz="2200" dirty="0"/>
              <a:t> </a:t>
            </a:r>
            <a:r>
              <a:rPr lang="en-US" altLang="en-US" sz="2200" dirty="0" err="1"/>
              <a:t>phòng</a:t>
            </a:r>
            <a:r>
              <a:rPr lang="en-US" altLang="en-US" sz="2200" dirty="0"/>
              <a:t> ban </a:t>
            </a:r>
            <a:r>
              <a:rPr lang="en-US" altLang="en-US" sz="2200" dirty="0" err="1"/>
              <a:t>chủ</a:t>
            </a:r>
            <a:r>
              <a:rPr lang="en-US" altLang="en-US" sz="2200" dirty="0"/>
              <a:t> </a:t>
            </a:r>
            <a:r>
              <a:rPr lang="en-US" altLang="en-US" sz="2200" dirty="0" err="1"/>
              <a:t>trì</a:t>
            </a:r>
            <a:r>
              <a:rPr lang="en-US" altLang="en-US" sz="2200" dirty="0"/>
              <a:t> </a:t>
            </a:r>
            <a:r>
              <a:rPr lang="en-US" altLang="en-US" sz="2200" dirty="0" err="1"/>
              <a:t>và</a:t>
            </a:r>
            <a:r>
              <a:rPr lang="en-US" altLang="en-US" sz="2200" dirty="0"/>
              <a:t> </a:t>
            </a:r>
            <a:r>
              <a:rPr lang="en-US" altLang="en-US" sz="2200" dirty="0" err="1"/>
              <a:t>được</a:t>
            </a:r>
            <a:r>
              <a:rPr lang="en-US" altLang="en-US" sz="2200" dirty="0"/>
              <a:t> </a:t>
            </a:r>
            <a:r>
              <a:rPr lang="en-US" altLang="en-US" sz="2200" dirty="0" err="1"/>
              <a:t>triển</a:t>
            </a:r>
            <a:r>
              <a:rPr lang="en-US" altLang="en-US" sz="2200" dirty="0"/>
              <a:t> </a:t>
            </a:r>
            <a:r>
              <a:rPr lang="en-US" altLang="en-US" sz="2200" dirty="0" err="1"/>
              <a:t>khai</a:t>
            </a:r>
            <a:r>
              <a:rPr lang="en-US" altLang="en-US" sz="2200" dirty="0"/>
              <a:t> ở 1 </a:t>
            </a:r>
            <a:r>
              <a:rPr lang="en-US" altLang="en-US" sz="2200" b="1" dirty="0" err="1">
                <a:solidFill>
                  <a:srgbClr val="0070C0"/>
                </a:solidFill>
              </a:rPr>
              <a:t>địa</a:t>
            </a:r>
            <a:r>
              <a:rPr lang="en-US" altLang="en-US" sz="2200" b="1" dirty="0">
                <a:solidFill>
                  <a:srgbClr val="0070C0"/>
                </a:solidFill>
              </a:rPr>
              <a:t> </a:t>
            </a:r>
            <a:r>
              <a:rPr lang="en-US" altLang="en-US" sz="2200" b="1" dirty="0" err="1">
                <a:solidFill>
                  <a:srgbClr val="0070C0"/>
                </a:solidFill>
              </a:rPr>
              <a:t>điểm</a:t>
            </a:r>
            <a:endParaRPr lang="en-US" altLang="en-US" sz="2200" b="1" dirty="0">
              <a:solidFill>
                <a:srgbClr val="0070C0"/>
              </a:solidFill>
            </a:endParaRPr>
          </a:p>
          <a:p>
            <a:pPr marL="339725" lvl="1" eaLnBrk="1" hangingPunct="1"/>
            <a:r>
              <a:rPr lang="en-US" altLang="en-US" sz="2200" dirty="0" err="1"/>
              <a:t>Nhân</a:t>
            </a:r>
            <a:r>
              <a:rPr lang="en-US" altLang="en-US" sz="2200" dirty="0"/>
              <a:t> </a:t>
            </a:r>
            <a:r>
              <a:rPr lang="en-US" altLang="en-US" sz="2200" dirty="0" err="1"/>
              <a:t>viên</a:t>
            </a:r>
            <a:r>
              <a:rPr lang="en-US" altLang="en-US" sz="2200" dirty="0"/>
              <a:t> </a:t>
            </a:r>
            <a:r>
              <a:rPr lang="en-US" altLang="en-US" sz="2200" dirty="0" err="1"/>
              <a:t>có</a:t>
            </a:r>
            <a:r>
              <a:rPr lang="en-US" altLang="en-US" sz="2200" dirty="0"/>
              <a:t> </a:t>
            </a:r>
            <a:r>
              <a:rPr lang="en-US" altLang="en-US" sz="2200" b="1" dirty="0" err="1">
                <a:solidFill>
                  <a:srgbClr val="0070C0"/>
                </a:solidFill>
              </a:rPr>
              <a:t>mã</a:t>
            </a:r>
            <a:r>
              <a:rPr lang="en-US" altLang="en-US" sz="2200" b="1" dirty="0">
                <a:solidFill>
                  <a:srgbClr val="0070C0"/>
                </a:solidFill>
              </a:rPr>
              <a:t> </a:t>
            </a:r>
            <a:r>
              <a:rPr lang="en-US" altLang="en-US" sz="2200" b="1" dirty="0" err="1">
                <a:solidFill>
                  <a:srgbClr val="0070C0"/>
                </a:solidFill>
              </a:rPr>
              <a:t>số</a:t>
            </a:r>
            <a:r>
              <a:rPr lang="en-US" altLang="en-US" sz="2200" dirty="0"/>
              <a:t>, </a:t>
            </a:r>
            <a:r>
              <a:rPr lang="en-US" altLang="en-US" sz="2200" b="1" dirty="0" err="1">
                <a:solidFill>
                  <a:srgbClr val="0070C0"/>
                </a:solidFill>
              </a:rPr>
              <a:t>tên</a:t>
            </a:r>
            <a:r>
              <a:rPr lang="en-US" altLang="en-US" sz="2200" dirty="0"/>
              <a:t>, </a:t>
            </a:r>
            <a:r>
              <a:rPr lang="en-US" altLang="en-US" sz="2200" b="1" dirty="0" err="1">
                <a:solidFill>
                  <a:srgbClr val="0070C0"/>
                </a:solidFill>
              </a:rPr>
              <a:t>địa</a:t>
            </a:r>
            <a:r>
              <a:rPr lang="en-US" altLang="en-US" sz="2200" b="1" dirty="0">
                <a:solidFill>
                  <a:srgbClr val="0070C0"/>
                </a:solidFill>
              </a:rPr>
              <a:t> </a:t>
            </a:r>
            <a:r>
              <a:rPr lang="en-US" altLang="en-US" sz="2200" b="1" dirty="0" err="1">
                <a:solidFill>
                  <a:srgbClr val="0070C0"/>
                </a:solidFill>
              </a:rPr>
              <a:t>chỉ</a:t>
            </a:r>
            <a:r>
              <a:rPr lang="en-US" altLang="en-US" sz="2200" dirty="0"/>
              <a:t>, </a:t>
            </a:r>
            <a:r>
              <a:rPr lang="en-US" altLang="en-US" sz="2200" b="1" dirty="0" err="1">
                <a:solidFill>
                  <a:srgbClr val="0070C0"/>
                </a:solidFill>
              </a:rPr>
              <a:t>ngày</a:t>
            </a:r>
            <a:r>
              <a:rPr lang="en-US" altLang="en-US" sz="2200" b="1" dirty="0">
                <a:solidFill>
                  <a:srgbClr val="0070C0"/>
                </a:solidFill>
              </a:rPr>
              <a:t> </a:t>
            </a:r>
            <a:r>
              <a:rPr lang="en-US" altLang="en-US" sz="2200" b="1" dirty="0" err="1">
                <a:solidFill>
                  <a:srgbClr val="0070C0"/>
                </a:solidFill>
              </a:rPr>
              <a:t>sinh</a:t>
            </a:r>
            <a:r>
              <a:rPr lang="en-US" altLang="en-US" sz="2200" dirty="0"/>
              <a:t>, </a:t>
            </a:r>
            <a:r>
              <a:rPr lang="en-US" altLang="en-US" sz="2200" b="1" dirty="0" err="1">
                <a:solidFill>
                  <a:srgbClr val="0070C0"/>
                </a:solidFill>
              </a:rPr>
              <a:t>phái</a:t>
            </a:r>
            <a:r>
              <a:rPr lang="en-US" altLang="en-US" sz="2200" dirty="0"/>
              <a:t> </a:t>
            </a:r>
            <a:r>
              <a:rPr lang="en-US" altLang="en-US" sz="2200" dirty="0" err="1"/>
              <a:t>và</a:t>
            </a:r>
            <a:r>
              <a:rPr lang="en-US" altLang="en-US" sz="2200" dirty="0"/>
              <a:t> </a:t>
            </a:r>
            <a:r>
              <a:rPr lang="en-US" altLang="en-US" sz="2200" b="1" dirty="0" err="1">
                <a:solidFill>
                  <a:srgbClr val="0070C0"/>
                </a:solidFill>
              </a:rPr>
              <a:t>lương</a:t>
            </a:r>
            <a:r>
              <a:rPr lang="en-US" altLang="en-US" sz="2200" dirty="0"/>
              <a:t>. </a:t>
            </a:r>
            <a:r>
              <a:rPr lang="en-US" altLang="en-US" sz="2200" dirty="0" err="1"/>
              <a:t>Mỗi</a:t>
            </a:r>
            <a:r>
              <a:rPr lang="en-US" altLang="en-US" sz="2200" dirty="0"/>
              <a:t> </a:t>
            </a:r>
            <a:r>
              <a:rPr lang="en-US" altLang="en-US" sz="2200" dirty="0" err="1"/>
              <a:t>nhân</a:t>
            </a:r>
            <a:r>
              <a:rPr lang="en-US" altLang="en-US" sz="2200" dirty="0"/>
              <a:t> </a:t>
            </a:r>
            <a:r>
              <a:rPr lang="en-US" altLang="en-US" sz="2200" dirty="0" err="1"/>
              <a:t>viên</a:t>
            </a:r>
            <a:r>
              <a:rPr lang="en-US" altLang="en-US" sz="2200" dirty="0"/>
              <a:t> </a:t>
            </a:r>
            <a:r>
              <a:rPr lang="en-US" altLang="en-US" sz="2200" dirty="0" err="1"/>
              <a:t>làm</a:t>
            </a:r>
            <a:r>
              <a:rPr lang="en-US" altLang="en-US" sz="2200" dirty="0"/>
              <a:t> </a:t>
            </a:r>
            <a:r>
              <a:rPr lang="en-US" altLang="en-US" sz="2200" dirty="0" err="1"/>
              <a:t>việc</a:t>
            </a:r>
            <a:r>
              <a:rPr lang="en-US" altLang="en-US" sz="2200" dirty="0"/>
              <a:t> ở 1 </a:t>
            </a:r>
            <a:r>
              <a:rPr lang="en-US" altLang="en-US" sz="2200" dirty="0" err="1"/>
              <a:t>phòng</a:t>
            </a:r>
            <a:r>
              <a:rPr lang="en-US" altLang="en-US" sz="2200" dirty="0"/>
              <a:t> ban, </a:t>
            </a:r>
            <a:r>
              <a:rPr lang="en-US" altLang="en-US" sz="2200" dirty="0" err="1"/>
              <a:t>tham</a:t>
            </a:r>
            <a:r>
              <a:rPr lang="en-US" altLang="en-US" sz="2200" dirty="0"/>
              <a:t> </a:t>
            </a:r>
            <a:r>
              <a:rPr lang="en-US" altLang="en-US" sz="2200" dirty="0" err="1"/>
              <a:t>gia</a:t>
            </a:r>
            <a:r>
              <a:rPr lang="en-US" altLang="en-US" sz="2200" dirty="0"/>
              <a:t> </a:t>
            </a:r>
            <a:r>
              <a:rPr lang="en-US" altLang="en-US" sz="2200" dirty="0" err="1"/>
              <a:t>vào</a:t>
            </a:r>
            <a:r>
              <a:rPr lang="en-US" altLang="en-US" sz="2200" dirty="0"/>
              <a:t> </a:t>
            </a:r>
            <a:r>
              <a:rPr lang="en-US" altLang="en-US" sz="2200" dirty="0" err="1"/>
              <a:t>các</a:t>
            </a:r>
            <a:r>
              <a:rPr lang="en-US" altLang="en-US" sz="2200" dirty="0"/>
              <a:t> </a:t>
            </a:r>
            <a:r>
              <a:rPr lang="en-US" altLang="en-US" sz="2200" dirty="0" err="1"/>
              <a:t>đề</a:t>
            </a:r>
            <a:r>
              <a:rPr lang="en-US" altLang="en-US" sz="2200" dirty="0"/>
              <a:t> </a:t>
            </a:r>
            <a:r>
              <a:rPr lang="en-US" altLang="en-US" sz="2200" dirty="0" err="1"/>
              <a:t>án</a:t>
            </a:r>
            <a:r>
              <a:rPr lang="en-US" altLang="en-US" sz="2200" dirty="0"/>
              <a:t> </a:t>
            </a:r>
            <a:r>
              <a:rPr lang="en-US" altLang="en-US" sz="2200" dirty="0" err="1"/>
              <a:t>với</a:t>
            </a:r>
            <a:r>
              <a:rPr lang="en-US" altLang="en-US" sz="2200" dirty="0"/>
              <a:t> </a:t>
            </a:r>
            <a:r>
              <a:rPr lang="en-US" altLang="en-US" sz="2200" b="1" dirty="0" err="1">
                <a:solidFill>
                  <a:srgbClr val="0070C0"/>
                </a:solidFill>
              </a:rPr>
              <a:t>số</a:t>
            </a:r>
            <a:r>
              <a:rPr lang="en-US" altLang="en-US" sz="2200" b="1" dirty="0">
                <a:solidFill>
                  <a:srgbClr val="0070C0"/>
                </a:solidFill>
              </a:rPr>
              <a:t> </a:t>
            </a:r>
            <a:r>
              <a:rPr lang="en-US" altLang="en-US" sz="2200" b="1" dirty="0" err="1">
                <a:solidFill>
                  <a:srgbClr val="0070C0"/>
                </a:solidFill>
              </a:rPr>
              <a:t>giờ</a:t>
            </a:r>
            <a:r>
              <a:rPr lang="en-US" altLang="en-US" sz="2200" b="1" dirty="0">
                <a:solidFill>
                  <a:srgbClr val="0070C0"/>
                </a:solidFill>
              </a:rPr>
              <a:t> </a:t>
            </a:r>
            <a:r>
              <a:rPr lang="en-US" altLang="en-US" sz="2200" dirty="0" err="1"/>
              <a:t>làm</a:t>
            </a:r>
            <a:r>
              <a:rPr lang="en-US" altLang="en-US" sz="2200" dirty="0"/>
              <a:t> </a:t>
            </a:r>
            <a:r>
              <a:rPr lang="en-US" altLang="en-US" sz="2200" dirty="0" err="1"/>
              <a:t>việc</a:t>
            </a:r>
            <a:r>
              <a:rPr lang="en-US" altLang="en-US" sz="2200" dirty="0"/>
              <a:t> </a:t>
            </a:r>
            <a:r>
              <a:rPr lang="en-US" altLang="en-US" sz="2200" dirty="0" err="1"/>
              <a:t>khác</a:t>
            </a:r>
            <a:r>
              <a:rPr lang="en-US" altLang="en-US" sz="2200" dirty="0"/>
              <a:t> </a:t>
            </a:r>
            <a:r>
              <a:rPr lang="en-US" altLang="en-US" sz="2200" dirty="0" err="1"/>
              <a:t>nhau</a:t>
            </a:r>
            <a:r>
              <a:rPr lang="en-US" altLang="en-US" sz="2200" dirty="0"/>
              <a:t>. </a:t>
            </a:r>
            <a:r>
              <a:rPr lang="en-US" altLang="en-US" sz="2200" dirty="0" err="1"/>
              <a:t>Mỗi</a:t>
            </a:r>
            <a:r>
              <a:rPr lang="en-US" altLang="en-US" sz="2200" dirty="0"/>
              <a:t> </a:t>
            </a:r>
            <a:r>
              <a:rPr lang="en-US" altLang="en-US" sz="2200" dirty="0" err="1"/>
              <a:t>nhân</a:t>
            </a:r>
            <a:r>
              <a:rPr lang="en-US" altLang="en-US" sz="2200" dirty="0"/>
              <a:t> </a:t>
            </a:r>
            <a:r>
              <a:rPr lang="en-US" altLang="en-US" sz="2200" dirty="0" err="1"/>
              <a:t>viên</a:t>
            </a:r>
            <a:r>
              <a:rPr lang="en-US" altLang="en-US" sz="2200" dirty="0"/>
              <a:t> </a:t>
            </a:r>
            <a:r>
              <a:rPr lang="en-US" altLang="en-US" sz="2200" dirty="0" err="1"/>
              <a:t>đều</a:t>
            </a:r>
            <a:r>
              <a:rPr lang="en-US" altLang="en-US" sz="2200" dirty="0"/>
              <a:t> </a:t>
            </a:r>
            <a:r>
              <a:rPr lang="en-US" altLang="en-US" sz="2200" dirty="0" err="1"/>
              <a:t>có</a:t>
            </a:r>
            <a:r>
              <a:rPr lang="en-US" altLang="en-US" sz="2200" dirty="0"/>
              <a:t> </a:t>
            </a:r>
            <a:r>
              <a:rPr lang="en-US" altLang="en-US" sz="2200" dirty="0" err="1"/>
              <a:t>một</a:t>
            </a:r>
            <a:r>
              <a:rPr lang="en-US" altLang="en-US" sz="2200" dirty="0"/>
              <a:t> </a:t>
            </a:r>
            <a:r>
              <a:rPr lang="en-US" altLang="en-US" sz="2200" dirty="0" err="1"/>
              <a:t>người</a:t>
            </a:r>
            <a:r>
              <a:rPr lang="en-US" altLang="en-US" sz="2200" dirty="0"/>
              <a:t> </a:t>
            </a:r>
            <a:r>
              <a:rPr lang="en-US" altLang="en-US" sz="2200" dirty="0" err="1"/>
              <a:t>quản</a:t>
            </a:r>
            <a:r>
              <a:rPr lang="en-US" altLang="en-US" sz="2200" dirty="0"/>
              <a:t> </a:t>
            </a:r>
            <a:r>
              <a:rPr lang="en-US" altLang="en-US" sz="2200" dirty="0" err="1"/>
              <a:t>lý</a:t>
            </a:r>
            <a:r>
              <a:rPr lang="en-US" altLang="en-US" sz="2200" dirty="0"/>
              <a:t> </a:t>
            </a:r>
            <a:r>
              <a:rPr lang="en-US" altLang="en-US" sz="2200" dirty="0" err="1"/>
              <a:t>trực</a:t>
            </a:r>
            <a:r>
              <a:rPr lang="en-US" altLang="en-US" sz="2200" dirty="0"/>
              <a:t> </a:t>
            </a:r>
            <a:r>
              <a:rPr lang="en-US" altLang="en-US" sz="2200" dirty="0" err="1"/>
              <a:t>tiếp</a:t>
            </a:r>
            <a:endParaRPr lang="en-US" altLang="en-US" sz="2200" dirty="0"/>
          </a:p>
          <a:p>
            <a:pPr marL="339725" lvl="1" eaLnBrk="1" hangingPunct="1"/>
            <a:r>
              <a:rPr lang="en-US" altLang="en-US" sz="2200" dirty="0" err="1"/>
              <a:t>Một</a:t>
            </a:r>
            <a:r>
              <a:rPr lang="en-US" altLang="en-US" sz="2200" dirty="0"/>
              <a:t> </a:t>
            </a:r>
            <a:r>
              <a:rPr lang="en-US" altLang="en-US" sz="2200" dirty="0" err="1"/>
              <a:t>nhân</a:t>
            </a:r>
            <a:r>
              <a:rPr lang="en-US" altLang="en-US" sz="2200" dirty="0"/>
              <a:t> </a:t>
            </a:r>
            <a:r>
              <a:rPr lang="en-US" altLang="en-US" sz="2200" dirty="0" err="1"/>
              <a:t>viên</a:t>
            </a:r>
            <a:r>
              <a:rPr lang="en-US" altLang="en-US" sz="2200" dirty="0"/>
              <a:t> </a:t>
            </a:r>
            <a:r>
              <a:rPr lang="en-US" altLang="en-US" sz="2200" dirty="0" err="1"/>
              <a:t>có</a:t>
            </a:r>
            <a:r>
              <a:rPr lang="en-US" altLang="en-US" sz="2200" dirty="0"/>
              <a:t> </a:t>
            </a:r>
            <a:r>
              <a:rPr lang="en-US" altLang="en-US" sz="2200" dirty="0" err="1"/>
              <a:t>thể</a:t>
            </a:r>
            <a:r>
              <a:rPr lang="en-US" altLang="en-US" sz="2200" dirty="0"/>
              <a:t> </a:t>
            </a:r>
            <a:r>
              <a:rPr lang="en-US" altLang="en-US" sz="2200" dirty="0" err="1"/>
              <a:t>có</a:t>
            </a:r>
            <a:r>
              <a:rPr lang="en-US" altLang="en-US" sz="2200" dirty="0"/>
              <a:t> </a:t>
            </a:r>
            <a:r>
              <a:rPr lang="en-US" altLang="en-US" sz="2200" dirty="0" err="1"/>
              <a:t>nhiều</a:t>
            </a:r>
            <a:r>
              <a:rPr lang="en-US" altLang="en-US" sz="2200" dirty="0"/>
              <a:t> </a:t>
            </a:r>
            <a:r>
              <a:rPr lang="en-US" altLang="en-US" sz="2200" dirty="0" err="1"/>
              <a:t>thân</a:t>
            </a:r>
            <a:r>
              <a:rPr lang="en-US" altLang="en-US" sz="2200" dirty="0"/>
              <a:t> </a:t>
            </a:r>
            <a:r>
              <a:rPr lang="en-US" altLang="en-US" sz="2200" dirty="0" err="1"/>
              <a:t>nhân làm việc trong cùng công ty</a:t>
            </a:r>
            <a:r>
              <a:rPr lang="en-US" altLang="en-US" sz="2200" dirty="0"/>
              <a:t>. </a:t>
            </a:r>
            <a:r>
              <a:rPr lang="en-US" altLang="en-US" sz="2200" dirty="0" err="1"/>
              <a:t>Mỗi</a:t>
            </a:r>
            <a:r>
              <a:rPr lang="en-US" altLang="en-US" sz="2200" dirty="0"/>
              <a:t> </a:t>
            </a:r>
            <a:r>
              <a:rPr lang="en-US" altLang="en-US" sz="2200" dirty="0" err="1"/>
              <a:t>thân</a:t>
            </a:r>
            <a:r>
              <a:rPr lang="en-US" altLang="en-US" sz="2200" dirty="0"/>
              <a:t> </a:t>
            </a:r>
            <a:r>
              <a:rPr lang="en-US" altLang="en-US" sz="2200" dirty="0" err="1"/>
              <a:t>nhân</a:t>
            </a:r>
            <a:r>
              <a:rPr lang="en-US" altLang="en-US" sz="2200" dirty="0"/>
              <a:t> </a:t>
            </a:r>
            <a:r>
              <a:rPr lang="en-US" altLang="en-US" sz="2200" dirty="0" err="1"/>
              <a:t>có</a:t>
            </a:r>
            <a:r>
              <a:rPr lang="en-US" altLang="en-US" sz="2200" dirty="0"/>
              <a:t> </a:t>
            </a:r>
            <a:r>
              <a:rPr lang="en-US" altLang="en-US" sz="2200" b="1" dirty="0" err="1">
                <a:solidFill>
                  <a:srgbClr val="0070C0"/>
                </a:solidFill>
              </a:rPr>
              <a:t>tên</a:t>
            </a:r>
            <a:r>
              <a:rPr lang="en-US" altLang="en-US" sz="2200" dirty="0"/>
              <a:t>, </a:t>
            </a:r>
            <a:r>
              <a:rPr lang="en-US" altLang="en-US" sz="2200" b="1" dirty="0" err="1">
                <a:solidFill>
                  <a:srgbClr val="0070C0"/>
                </a:solidFill>
              </a:rPr>
              <a:t>phái</a:t>
            </a:r>
            <a:r>
              <a:rPr lang="en-US" altLang="en-US" sz="2200" dirty="0"/>
              <a:t>, </a:t>
            </a:r>
            <a:r>
              <a:rPr lang="en-US" altLang="en-US" sz="2200" b="1" dirty="0" err="1">
                <a:solidFill>
                  <a:srgbClr val="0070C0"/>
                </a:solidFill>
              </a:rPr>
              <a:t>ngày</a:t>
            </a:r>
            <a:r>
              <a:rPr lang="en-US" altLang="en-US" sz="2200" b="1" dirty="0">
                <a:solidFill>
                  <a:srgbClr val="0070C0"/>
                </a:solidFill>
              </a:rPr>
              <a:t> </a:t>
            </a:r>
            <a:r>
              <a:rPr lang="en-US" altLang="en-US" sz="2200" b="1" dirty="0" err="1">
                <a:solidFill>
                  <a:srgbClr val="0070C0"/>
                </a:solidFill>
              </a:rPr>
              <a:t>sinh</a:t>
            </a:r>
            <a:r>
              <a:rPr lang="en-US" altLang="en-US" sz="2200" b="1" dirty="0">
                <a:solidFill>
                  <a:srgbClr val="0070C0"/>
                </a:solidFill>
              </a:rPr>
              <a:t> </a:t>
            </a:r>
            <a:r>
              <a:rPr lang="en-US" altLang="en-US" sz="2200" dirty="0" err="1"/>
              <a:t>và</a:t>
            </a:r>
            <a:r>
              <a:rPr lang="en-US" altLang="en-US" sz="2200" dirty="0"/>
              <a:t> </a:t>
            </a:r>
            <a:r>
              <a:rPr lang="en-US" altLang="en-US" sz="2200" b="1" dirty="0" err="1">
                <a:solidFill>
                  <a:srgbClr val="0070C0"/>
                </a:solidFill>
              </a:rPr>
              <a:t>mối</a:t>
            </a:r>
            <a:r>
              <a:rPr lang="en-US" altLang="en-US" sz="2200" b="1" dirty="0">
                <a:solidFill>
                  <a:srgbClr val="0070C0"/>
                </a:solidFill>
              </a:rPr>
              <a:t> </a:t>
            </a:r>
            <a:r>
              <a:rPr lang="en-US" altLang="en-US" sz="2200" b="1" dirty="0" err="1">
                <a:solidFill>
                  <a:srgbClr val="0070C0"/>
                </a:solidFill>
              </a:rPr>
              <a:t>quan</a:t>
            </a:r>
            <a:r>
              <a:rPr lang="en-US" altLang="en-US" sz="2200" b="1" dirty="0">
                <a:solidFill>
                  <a:srgbClr val="0070C0"/>
                </a:solidFill>
              </a:rPr>
              <a:t> </a:t>
            </a:r>
            <a:r>
              <a:rPr lang="en-US" altLang="en-US" sz="2200" b="1" dirty="0" err="1">
                <a:solidFill>
                  <a:srgbClr val="0070C0"/>
                </a:solidFill>
              </a:rPr>
              <a:t>hệ</a:t>
            </a:r>
            <a:r>
              <a:rPr lang="en-US" altLang="en-US" sz="2200" dirty="0"/>
              <a:t> </a:t>
            </a:r>
            <a:r>
              <a:rPr lang="en-US" altLang="en-US" sz="2200" dirty="0" err="1"/>
              <a:t>với</a:t>
            </a:r>
            <a:r>
              <a:rPr lang="en-US" altLang="en-US" sz="2200" dirty="0"/>
              <a:t> </a:t>
            </a:r>
            <a:r>
              <a:rPr lang="en-US" altLang="en-US" sz="2200" dirty="0" err="1"/>
              <a:t>nhân</a:t>
            </a:r>
            <a:r>
              <a:rPr lang="en-US" altLang="en-US" sz="2200" dirty="0"/>
              <a:t> </a:t>
            </a:r>
            <a:r>
              <a:rPr lang="en-US" altLang="en-US" sz="2200" dirty="0" err="1"/>
              <a:t>viên</a:t>
            </a:r>
            <a:r>
              <a:rPr lang="en-US" altLang="en-US" sz="2200" dirty="0"/>
              <a:t> </a:t>
            </a:r>
            <a:r>
              <a:rPr lang="en-US" altLang="en-US" sz="2200" dirty="0" err="1"/>
              <a:t>đó</a:t>
            </a:r>
            <a:endParaRPr lang="en-US" altLang="en-US" sz="2200" dirty="0"/>
          </a:p>
        </p:txBody>
      </p:sp>
    </p:spTree>
    <p:extLst>
      <p:ext uri="{BB962C8B-B14F-4D97-AF65-F5344CB8AC3E}">
        <p14:creationId xmlns:p14="http://schemas.microsoft.com/office/powerpoint/2010/main" val="7701482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7C677-CD45-269A-8C01-B28DF4235CE9}"/>
            </a:ext>
          </a:extLst>
        </p:cNvPr>
        <p:cNvGrpSpPr/>
        <p:nvPr/>
      </p:nvGrpSpPr>
      <p:grpSpPr>
        <a:xfrm>
          <a:off x="0" y="0"/>
          <a:ext cx="0" cy="0"/>
          <a:chOff x="0" y="0"/>
          <a:chExt cx="0" cy="0"/>
        </a:xfrm>
      </p:grpSpPr>
      <p:sp>
        <p:nvSpPr>
          <p:cNvPr id="70657" name="Title 1">
            <a:extLst>
              <a:ext uri="{FF2B5EF4-FFF2-40B4-BE49-F238E27FC236}">
                <a16:creationId xmlns:a16="http://schemas.microsoft.com/office/drawing/2014/main" id="{7444BFE4-DA65-991B-61DB-6A9A88652B26}"/>
              </a:ext>
            </a:extLst>
          </p:cNvPr>
          <p:cNvSpPr>
            <a:spLocks noGrp="1" noChangeArrowheads="1"/>
          </p:cNvSpPr>
          <p:nvPr>
            <p:ph type="title"/>
          </p:nvPr>
        </p:nvSpPr>
        <p:spPr>
          <a:xfrm>
            <a:off x="457200" y="354013"/>
            <a:ext cx="8382000" cy="788987"/>
          </a:xfrm>
        </p:spPr>
        <p:txBody>
          <a:bodyPr/>
          <a:lstStyle/>
          <a:p>
            <a:pPr eaLnBrk="1" hangingPunct="1"/>
            <a:r>
              <a:rPr lang="en-US" altLang="en-US"/>
              <a:t>VD2 ‘Quản lý đề án công ty’</a:t>
            </a:r>
          </a:p>
        </p:txBody>
      </p:sp>
      <p:sp>
        <p:nvSpPr>
          <p:cNvPr id="4" name="Date Placeholder 3">
            <a:extLst>
              <a:ext uri="{FF2B5EF4-FFF2-40B4-BE49-F238E27FC236}">
                <a16:creationId xmlns:a16="http://schemas.microsoft.com/office/drawing/2014/main" id="{982C500A-00E6-355D-4DAD-DD221D25DA63}"/>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0660" name="Slide Number Placeholder 4">
            <a:extLst>
              <a:ext uri="{FF2B5EF4-FFF2-40B4-BE49-F238E27FC236}">
                <a16:creationId xmlns:a16="http://schemas.microsoft.com/office/drawing/2014/main" id="{89BA5405-AD53-FD0B-9BA3-D41350514DD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6507A40-93BB-4C99-8A06-CE22A41F308C}" type="slidenum">
              <a:rPr lang="en-US" altLang="en-US">
                <a:latin typeface="Arial" panose="020B0604020202020204" pitchFamily="34" charset="0"/>
              </a:rPr>
              <a:pPr/>
              <a:t>52</a:t>
            </a:fld>
            <a:endParaRPr lang="en-US" altLang="en-US">
              <a:latin typeface="Arial" panose="020B0604020202020204" pitchFamily="34" charset="0"/>
            </a:endParaRPr>
          </a:p>
        </p:txBody>
      </p:sp>
      <p:sp>
        <p:nvSpPr>
          <p:cNvPr id="2" name="TextBox 1">
            <a:extLst>
              <a:ext uri="{FF2B5EF4-FFF2-40B4-BE49-F238E27FC236}">
                <a16:creationId xmlns:a16="http://schemas.microsoft.com/office/drawing/2014/main" id="{BB8DD701-6F54-4211-304D-CCA97644EB60}"/>
              </a:ext>
            </a:extLst>
          </p:cNvPr>
          <p:cNvSpPr txBox="1"/>
          <p:nvPr/>
        </p:nvSpPr>
        <p:spPr>
          <a:xfrm>
            <a:off x="457200" y="1143000"/>
            <a:ext cx="8229600" cy="430887"/>
          </a:xfrm>
          <a:prstGeom prst="rect">
            <a:avLst/>
          </a:prstGeom>
          <a:noFill/>
        </p:spPr>
        <p:txBody>
          <a:bodyPr wrap="square" rtlCol="0">
            <a:spAutoFit/>
          </a:bodyPr>
          <a:lstStyle/>
          <a:p>
            <a:pPr algn="ctr"/>
            <a:r>
              <a:rPr lang="en-US" sz="2200" b="1" i="1">
                <a:solidFill>
                  <a:srgbClr val="00B0F0"/>
                </a:solidFill>
              </a:rPr>
              <a:t>Bước 4: Xác định thuộc tính</a:t>
            </a:r>
          </a:p>
        </p:txBody>
      </p:sp>
      <p:pic>
        <p:nvPicPr>
          <p:cNvPr id="6" name="Picture 5" descr="A diagram of a company&#10;&#10;AI-generated content may be incorrect.">
            <a:extLst>
              <a:ext uri="{FF2B5EF4-FFF2-40B4-BE49-F238E27FC236}">
                <a16:creationId xmlns:a16="http://schemas.microsoft.com/office/drawing/2014/main" id="{01DB2D37-5755-CE9A-E52A-05DDBD7E18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56" y="1676400"/>
            <a:ext cx="9158656" cy="4564697"/>
          </a:xfrm>
          <a:prstGeom prst="rect">
            <a:avLst/>
          </a:prstGeom>
        </p:spPr>
      </p:pic>
    </p:spTree>
    <p:extLst>
      <p:ext uri="{BB962C8B-B14F-4D97-AF65-F5344CB8AC3E}">
        <p14:creationId xmlns:p14="http://schemas.microsoft.com/office/powerpoint/2010/main" val="6969411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9D7B3-FB5B-614C-A10A-CAD74E6E7D3F}"/>
            </a:ext>
          </a:extLst>
        </p:cNvPr>
        <p:cNvGrpSpPr/>
        <p:nvPr/>
      </p:nvGrpSpPr>
      <p:grpSpPr>
        <a:xfrm>
          <a:off x="0" y="0"/>
          <a:ext cx="0" cy="0"/>
          <a:chOff x="0" y="0"/>
          <a:chExt cx="0" cy="0"/>
        </a:xfrm>
      </p:grpSpPr>
      <p:sp>
        <p:nvSpPr>
          <p:cNvPr id="70657" name="Title 1">
            <a:extLst>
              <a:ext uri="{FF2B5EF4-FFF2-40B4-BE49-F238E27FC236}">
                <a16:creationId xmlns:a16="http://schemas.microsoft.com/office/drawing/2014/main" id="{E5E3490D-3F94-3206-55C7-13591B13BBA9}"/>
              </a:ext>
            </a:extLst>
          </p:cNvPr>
          <p:cNvSpPr>
            <a:spLocks noGrp="1" noChangeArrowheads="1"/>
          </p:cNvSpPr>
          <p:nvPr>
            <p:ph type="title"/>
          </p:nvPr>
        </p:nvSpPr>
        <p:spPr>
          <a:xfrm>
            <a:off x="457200" y="354013"/>
            <a:ext cx="8382000" cy="788987"/>
          </a:xfrm>
        </p:spPr>
        <p:txBody>
          <a:bodyPr/>
          <a:lstStyle/>
          <a:p>
            <a:pPr eaLnBrk="1" hangingPunct="1"/>
            <a:r>
              <a:rPr lang="en-US" altLang="en-US"/>
              <a:t>VD2 ‘Quản lý đề án công ty’</a:t>
            </a:r>
          </a:p>
        </p:txBody>
      </p:sp>
      <p:sp>
        <p:nvSpPr>
          <p:cNvPr id="4" name="Date Placeholder 3">
            <a:extLst>
              <a:ext uri="{FF2B5EF4-FFF2-40B4-BE49-F238E27FC236}">
                <a16:creationId xmlns:a16="http://schemas.microsoft.com/office/drawing/2014/main" id="{A8DAB71C-6B33-7836-6091-81ED2F475F79}"/>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0660" name="Slide Number Placeholder 4">
            <a:extLst>
              <a:ext uri="{FF2B5EF4-FFF2-40B4-BE49-F238E27FC236}">
                <a16:creationId xmlns:a16="http://schemas.microsoft.com/office/drawing/2014/main" id="{5800C91C-21D7-0A36-4B0E-F964C699778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6507A40-93BB-4C99-8A06-CE22A41F308C}" type="slidenum">
              <a:rPr lang="en-US" altLang="en-US">
                <a:latin typeface="Arial" panose="020B0604020202020204" pitchFamily="34" charset="0"/>
              </a:rPr>
              <a:pPr/>
              <a:t>53</a:t>
            </a:fld>
            <a:endParaRPr lang="en-US" altLang="en-US">
              <a:latin typeface="Arial" panose="020B0604020202020204" pitchFamily="34" charset="0"/>
            </a:endParaRPr>
          </a:p>
        </p:txBody>
      </p:sp>
      <p:sp>
        <p:nvSpPr>
          <p:cNvPr id="2" name="TextBox 1">
            <a:extLst>
              <a:ext uri="{FF2B5EF4-FFF2-40B4-BE49-F238E27FC236}">
                <a16:creationId xmlns:a16="http://schemas.microsoft.com/office/drawing/2014/main" id="{9304CFC6-D210-E5C0-33D6-AED4A911F536}"/>
              </a:ext>
            </a:extLst>
          </p:cNvPr>
          <p:cNvSpPr txBox="1"/>
          <p:nvPr/>
        </p:nvSpPr>
        <p:spPr>
          <a:xfrm>
            <a:off x="457200" y="1143000"/>
            <a:ext cx="8229600" cy="430887"/>
          </a:xfrm>
          <a:prstGeom prst="rect">
            <a:avLst/>
          </a:prstGeom>
          <a:noFill/>
        </p:spPr>
        <p:txBody>
          <a:bodyPr wrap="square" rtlCol="0">
            <a:spAutoFit/>
          </a:bodyPr>
          <a:lstStyle/>
          <a:p>
            <a:pPr algn="ctr"/>
            <a:r>
              <a:rPr lang="en-US" sz="2200" b="1" i="1">
                <a:solidFill>
                  <a:srgbClr val="0070C0"/>
                </a:solidFill>
              </a:rPr>
              <a:t>Bước 5: Xác định khoá chính</a:t>
            </a:r>
          </a:p>
        </p:txBody>
      </p:sp>
      <p:pic>
        <p:nvPicPr>
          <p:cNvPr id="3" name="Picture 2" descr="A diagram of a company&#10;&#10;AI-generated content may be incorrect.">
            <a:extLst>
              <a:ext uri="{FF2B5EF4-FFF2-40B4-BE49-F238E27FC236}">
                <a16:creationId xmlns:a16="http://schemas.microsoft.com/office/drawing/2014/main" id="{7D7DFE6D-9622-8F86-8BF8-30215EF589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828801"/>
            <a:ext cx="9144002" cy="4571999"/>
          </a:xfrm>
          <a:prstGeom prst="rect">
            <a:avLst/>
          </a:prstGeom>
          <a:noFill/>
        </p:spPr>
      </p:pic>
    </p:spTree>
    <p:extLst>
      <p:ext uri="{BB962C8B-B14F-4D97-AF65-F5344CB8AC3E}">
        <p14:creationId xmlns:p14="http://schemas.microsoft.com/office/powerpoint/2010/main" val="12764250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id="{118A3789-E4EC-4B2F-A0F8-4357475B67D6}"/>
              </a:ext>
            </a:extLst>
          </p:cNvPr>
          <p:cNvSpPr>
            <a:spLocks noGrp="1" noChangeArrowheads="1"/>
          </p:cNvSpPr>
          <p:nvPr>
            <p:ph type="title"/>
          </p:nvPr>
        </p:nvSpPr>
        <p:spPr/>
        <p:txBody>
          <a:bodyPr/>
          <a:lstStyle/>
          <a:p>
            <a:pPr eaLnBrk="1" hangingPunct="1"/>
            <a:r>
              <a:rPr lang="en-US" altLang="en-US"/>
              <a:t>Bài tập 1</a:t>
            </a:r>
          </a:p>
        </p:txBody>
      </p:sp>
      <p:sp>
        <p:nvSpPr>
          <p:cNvPr id="71682" name="Content Placeholder 2">
            <a:extLst>
              <a:ext uri="{FF2B5EF4-FFF2-40B4-BE49-F238E27FC236}">
                <a16:creationId xmlns:a16="http://schemas.microsoft.com/office/drawing/2014/main" id="{4D062F8A-3BEA-402E-A1DC-3C51F4F27696}"/>
              </a:ext>
            </a:extLst>
          </p:cNvPr>
          <p:cNvSpPr>
            <a:spLocks noGrp="1" noChangeArrowheads="1"/>
          </p:cNvSpPr>
          <p:nvPr>
            <p:ph idx="1"/>
          </p:nvPr>
        </p:nvSpPr>
        <p:spPr/>
        <p:txBody>
          <a:bodyPr/>
          <a:lstStyle/>
          <a:p>
            <a:pPr marL="0" indent="0" eaLnBrk="1" hangingPunct="1">
              <a:buNone/>
            </a:pPr>
            <a:r>
              <a:rPr lang="en-US" altLang="en-US"/>
              <a:t>Mô tả: Một công ty có một số nhân viên. Thuộc tính của nhân viên gồm có mã nhân viên, họ tên nhân viên, địa chỉ, giới tính và ngày tháng năm sinh. Hiện công ty thực hiện một vài dự án. Thông tin về dự án gồm có mã dự án, tên dự án và ngày bắt đầu. Một nhân viên có thể không tham gia hoặc tham gia nhiều dự án. Một dự án phải có ít nhất một nhân viên. Tiền lương tham gia dự án của mỗi nhân viên sẽ khác nhau theo từng dự án. Công ty cần lưu số tiền này và ngày thực hiện cho nhân viên mỗi khi phân công nhân viên vào dự án.</a:t>
            </a:r>
          </a:p>
          <a:p>
            <a:pPr eaLnBrk="1" hangingPunct="1"/>
            <a:endParaRPr lang="en-US" altLang="en-US"/>
          </a:p>
        </p:txBody>
      </p:sp>
      <p:sp>
        <p:nvSpPr>
          <p:cNvPr id="4" name="Date Placeholder 3">
            <a:extLst>
              <a:ext uri="{FF2B5EF4-FFF2-40B4-BE49-F238E27FC236}">
                <a16:creationId xmlns:a16="http://schemas.microsoft.com/office/drawing/2014/main" id="{506130A7-7C16-4E50-89AC-0C791B6E5843}"/>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1684" name="Slide Number Placeholder 4">
            <a:extLst>
              <a:ext uri="{FF2B5EF4-FFF2-40B4-BE49-F238E27FC236}">
                <a16:creationId xmlns:a16="http://schemas.microsoft.com/office/drawing/2014/main" id="{D92036FC-33F2-4AD9-9B06-EFD29F6A2CE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6B3F9BBA-23E0-416E-84BF-31C9C9ECC5F3}" type="slidenum">
              <a:rPr lang="en-US" altLang="en-US">
                <a:latin typeface="Arial" panose="020B0604020202020204" pitchFamily="34" charset="0"/>
              </a:rPr>
              <a:pPr/>
              <a:t>54</a:t>
            </a:fld>
            <a:endParaRPr lang="en-US" altLang="en-US">
              <a:latin typeface="Arial" panose="020B060402020202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61313361-06B2-4EB3-A257-1AEBB5C63520}"/>
              </a:ext>
            </a:extLst>
          </p:cNvPr>
          <p:cNvSpPr>
            <a:spLocks noGrp="1" noChangeArrowheads="1"/>
          </p:cNvSpPr>
          <p:nvPr>
            <p:ph type="title"/>
          </p:nvPr>
        </p:nvSpPr>
        <p:spPr/>
        <p:txBody>
          <a:bodyPr/>
          <a:lstStyle/>
          <a:p>
            <a:pPr eaLnBrk="1" hangingPunct="1"/>
            <a:r>
              <a:rPr lang="en-US" altLang="en-US"/>
              <a:t>Bài tập 2</a:t>
            </a:r>
          </a:p>
        </p:txBody>
      </p:sp>
      <p:sp>
        <p:nvSpPr>
          <p:cNvPr id="72706" name="Content Placeholder 2">
            <a:extLst>
              <a:ext uri="{FF2B5EF4-FFF2-40B4-BE49-F238E27FC236}">
                <a16:creationId xmlns:a16="http://schemas.microsoft.com/office/drawing/2014/main" id="{32114BB1-2BD7-4546-A0E3-D28C180DA6A9}"/>
              </a:ext>
            </a:extLst>
          </p:cNvPr>
          <p:cNvSpPr>
            <a:spLocks noGrp="1" noChangeArrowheads="1"/>
          </p:cNvSpPr>
          <p:nvPr>
            <p:ph idx="1"/>
          </p:nvPr>
        </p:nvSpPr>
        <p:spPr/>
        <p:txBody>
          <a:bodyPr/>
          <a:lstStyle/>
          <a:p>
            <a:pPr marL="0" indent="0" eaLnBrk="1" hangingPunct="1">
              <a:buNone/>
            </a:pPr>
            <a:r>
              <a:rPr lang="en-US" altLang="en-US" sz="2400"/>
              <a:t>Một phòng thí nghiệm có một số nhà hóa học, mỗi nhà hóa học tham gia vào một hoặc nhiều dự án. Các nhà hóa học sử dụng một số thiết bị cho các dự án. Thông tin về nhà hóa học cần lưu trữ là mã số, ngày tháng năm sinh, giới tính, họ tên và số điện thoại. Thông tin về dự án gồm mã số, tên dự án và ngày bắt đầu. Thông tin về thiết bị gồm số thứ tự, tên thiết bị và giá thành. Hệ thống cần lưu thông tin về ngày giao thiết bị: thiết bị nào được giao cho nhà hóa học nào và để sử dụng vào dự án nào. Một nhà hóa học phải tham gia ít nhất một dự án và có ít nhất một thiết bị. Một thiết bị có thể chưa được sử dụng đến. Một dự án có thể chưa có nhà hóa học nào tham gia và do đó cũng chưa sử dụng một thiết bị nào.</a:t>
            </a:r>
          </a:p>
        </p:txBody>
      </p:sp>
      <p:sp>
        <p:nvSpPr>
          <p:cNvPr id="4" name="Date Placeholder 3">
            <a:extLst>
              <a:ext uri="{FF2B5EF4-FFF2-40B4-BE49-F238E27FC236}">
                <a16:creationId xmlns:a16="http://schemas.microsoft.com/office/drawing/2014/main" id="{F34A4B55-4299-45A2-BE71-812EF8843A8E}"/>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2708" name="Slide Number Placeholder 4">
            <a:extLst>
              <a:ext uri="{FF2B5EF4-FFF2-40B4-BE49-F238E27FC236}">
                <a16:creationId xmlns:a16="http://schemas.microsoft.com/office/drawing/2014/main" id="{0D799AC2-DA3D-42A0-9189-EB88740A4FE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3B16C34-DAB9-4BE9-95EE-CAC2F8447EF9}" type="slidenum">
              <a:rPr lang="en-US" altLang="en-US">
                <a:latin typeface="Arial" panose="020B0604020202020204" pitchFamily="34" charset="0"/>
              </a:rPr>
              <a:pPr/>
              <a:t>55</a:t>
            </a:fld>
            <a:endParaRPr lang="en-US" altLang="en-US">
              <a:latin typeface="Arial" panose="020B060402020202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1">
            <a:extLst>
              <a:ext uri="{FF2B5EF4-FFF2-40B4-BE49-F238E27FC236}">
                <a16:creationId xmlns:a16="http://schemas.microsoft.com/office/drawing/2014/main" id="{72FD4397-7A45-46FE-B2EC-2648BDA4AA68}"/>
              </a:ext>
            </a:extLst>
          </p:cNvPr>
          <p:cNvSpPr>
            <a:spLocks noGrp="1" noChangeArrowheads="1"/>
          </p:cNvSpPr>
          <p:nvPr>
            <p:ph type="title"/>
          </p:nvPr>
        </p:nvSpPr>
        <p:spPr/>
        <p:txBody>
          <a:bodyPr/>
          <a:lstStyle/>
          <a:p>
            <a:pPr eaLnBrk="1" hangingPunct="1"/>
            <a:r>
              <a:rPr lang="en-US" altLang="en-US"/>
              <a:t>Bài tập 3</a:t>
            </a:r>
          </a:p>
        </p:txBody>
      </p:sp>
      <p:sp>
        <p:nvSpPr>
          <p:cNvPr id="73730" name="Content Placeholder 2">
            <a:extLst>
              <a:ext uri="{FF2B5EF4-FFF2-40B4-BE49-F238E27FC236}">
                <a16:creationId xmlns:a16="http://schemas.microsoft.com/office/drawing/2014/main" id="{4B2FEFD3-0174-489D-963F-B451540D190A}"/>
              </a:ext>
            </a:extLst>
          </p:cNvPr>
          <p:cNvSpPr>
            <a:spLocks noGrp="1" noChangeArrowheads="1"/>
          </p:cNvSpPr>
          <p:nvPr>
            <p:ph idx="1"/>
          </p:nvPr>
        </p:nvSpPr>
        <p:spPr/>
        <p:txBody>
          <a:bodyPr/>
          <a:lstStyle/>
          <a:p>
            <a:pPr marL="0" indent="0" eaLnBrk="1" hangingPunct="1">
              <a:buNone/>
            </a:pPr>
            <a:r>
              <a:rPr lang="en-US" altLang="en-US"/>
              <a:t>Một bệnh viện có rất nhiều bác sĩ. Thuộc tính của bác sĩ gồm mã bác sĩ và chuyên môn. Các bệnh nhân được nhận vào bệnh viện thông qua các bác sĩ. Thuộc tính của bệnh nhân gồm mã bệnh nhân và tên bệnh nhân. Một bệnh nhân do một (và chỉ một) bác sĩ nhận vào bệnh viện. Một bác sĩ có thể nhận nhiều bệnh nhân. Khi đã được nhận vào bệnh viện, một bệnh nhân sẽ được điều trị bởi ít nhất là một bác sĩ. Một bác sĩ có thể không điều trị cho bệnh nhân nào hoặc điều trị nhiều bệnh nhân. Bệnh viện cần lưu chi tiết về mỗi lần một bác sĩ điều trị cho một bệnh nhân. Chi tiết điều trị bao gồm, ngày điều trị, thời gian điều trị và kết quả.</a:t>
            </a:r>
          </a:p>
          <a:p>
            <a:pPr eaLnBrk="1" hangingPunct="1"/>
            <a:endParaRPr lang="en-US" altLang="en-US"/>
          </a:p>
        </p:txBody>
      </p:sp>
      <p:sp>
        <p:nvSpPr>
          <p:cNvPr id="4" name="Date Placeholder 3">
            <a:extLst>
              <a:ext uri="{FF2B5EF4-FFF2-40B4-BE49-F238E27FC236}">
                <a16:creationId xmlns:a16="http://schemas.microsoft.com/office/drawing/2014/main" id="{C45598AE-BA50-4CA9-A0CE-48CFC07BE41F}"/>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3732" name="Slide Number Placeholder 4">
            <a:extLst>
              <a:ext uri="{FF2B5EF4-FFF2-40B4-BE49-F238E27FC236}">
                <a16:creationId xmlns:a16="http://schemas.microsoft.com/office/drawing/2014/main" id="{F8FF3903-99C3-4BB7-8988-37331C88900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345BEC4-BFD9-4219-B31B-AFFE958CBB11}" type="slidenum">
              <a:rPr lang="en-US" altLang="en-US">
                <a:latin typeface="Arial" panose="020B0604020202020204" pitchFamily="34" charset="0"/>
              </a:rPr>
              <a:pPr/>
              <a:t>56</a:t>
            </a:fld>
            <a:endParaRPr lang="en-US" altLang="en-US">
              <a:latin typeface="Arial" panose="020B0604020202020204"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Date Placeholder 3">
            <a:extLst>
              <a:ext uri="{FF2B5EF4-FFF2-40B4-BE49-F238E27FC236}">
                <a16:creationId xmlns:a16="http://schemas.microsoft.com/office/drawing/2014/main" id="{7E089A24-B662-4458-BF68-D72851B2D2D7}"/>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74754" name="Slide Number Placeholder 5">
            <a:extLst>
              <a:ext uri="{FF2B5EF4-FFF2-40B4-BE49-F238E27FC236}">
                <a16:creationId xmlns:a16="http://schemas.microsoft.com/office/drawing/2014/main" id="{EB1A90EC-ECE1-46CE-928B-8F5B0717191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B742150C-126C-413F-B19F-A279053D869D}" type="slidenum">
              <a:rPr lang="en-US" altLang="en-US">
                <a:latin typeface="Arial" panose="020B0604020202020204" pitchFamily="34" charset="0"/>
              </a:rPr>
              <a:pPr/>
              <a:t>57</a:t>
            </a:fld>
            <a:endParaRPr lang="en-US" altLang="en-US">
              <a:latin typeface="Arial" panose="020B0604020202020204" pitchFamily="34" charset="0"/>
            </a:endParaRPr>
          </a:p>
        </p:txBody>
      </p:sp>
      <p:grpSp>
        <p:nvGrpSpPr>
          <p:cNvPr id="74755" name="Group 17">
            <a:extLst>
              <a:ext uri="{FF2B5EF4-FFF2-40B4-BE49-F238E27FC236}">
                <a16:creationId xmlns:a16="http://schemas.microsoft.com/office/drawing/2014/main" id="{A42C0BF4-C4C6-4061-9CCA-E5DBC66F62C3}"/>
              </a:ext>
            </a:extLst>
          </p:cNvPr>
          <p:cNvGrpSpPr>
            <a:grpSpLocks/>
          </p:cNvGrpSpPr>
          <p:nvPr/>
        </p:nvGrpSpPr>
        <p:grpSpPr bwMode="auto">
          <a:xfrm>
            <a:off x="3505200" y="1219200"/>
            <a:ext cx="1857375" cy="3995738"/>
            <a:chOff x="2208" y="768"/>
            <a:chExt cx="1170" cy="2517"/>
          </a:xfrm>
        </p:grpSpPr>
        <p:sp>
          <p:nvSpPr>
            <p:cNvPr id="74756" name="AutoShape 7">
              <a:extLst>
                <a:ext uri="{FF2B5EF4-FFF2-40B4-BE49-F238E27FC236}">
                  <a16:creationId xmlns:a16="http://schemas.microsoft.com/office/drawing/2014/main" id="{B1633CDC-3B46-47EE-B8CC-3053BEBC9466}"/>
                </a:ext>
              </a:extLst>
            </p:cNvPr>
            <p:cNvSpPr>
              <a:spLocks noChangeAspect="1" noChangeArrowheads="1" noTextEdit="1"/>
            </p:cNvSpPr>
            <p:nvPr/>
          </p:nvSpPr>
          <p:spPr bwMode="auto">
            <a:xfrm>
              <a:off x="2208" y="768"/>
              <a:ext cx="1170" cy="2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4757" name="Freeform 8">
              <a:extLst>
                <a:ext uri="{FF2B5EF4-FFF2-40B4-BE49-F238E27FC236}">
                  <a16:creationId xmlns:a16="http://schemas.microsoft.com/office/drawing/2014/main" id="{C0679AA3-84A7-4456-8FF8-D39D5AEE522E}"/>
                </a:ext>
              </a:extLst>
            </p:cNvPr>
            <p:cNvSpPr>
              <a:spLocks/>
            </p:cNvSpPr>
            <p:nvPr/>
          </p:nvSpPr>
          <p:spPr bwMode="auto">
            <a:xfrm>
              <a:off x="2582" y="1093"/>
              <a:ext cx="457" cy="507"/>
            </a:xfrm>
            <a:custGeom>
              <a:avLst/>
              <a:gdLst>
                <a:gd name="T0" fmla="*/ 238 w 457"/>
                <a:gd name="T1" fmla="*/ 117 h 507"/>
                <a:gd name="T2" fmla="*/ 198 w 457"/>
                <a:gd name="T3" fmla="*/ 65 h 507"/>
                <a:gd name="T4" fmla="*/ 142 w 457"/>
                <a:gd name="T5" fmla="*/ 26 h 507"/>
                <a:gd name="T6" fmla="*/ 92 w 457"/>
                <a:gd name="T7" fmla="*/ 0 h 507"/>
                <a:gd name="T8" fmla="*/ 52 w 457"/>
                <a:gd name="T9" fmla="*/ 7 h 507"/>
                <a:gd name="T10" fmla="*/ 23 w 457"/>
                <a:gd name="T11" fmla="*/ 36 h 507"/>
                <a:gd name="T12" fmla="*/ 0 w 457"/>
                <a:gd name="T13" fmla="*/ 124 h 507"/>
                <a:gd name="T14" fmla="*/ 9 w 457"/>
                <a:gd name="T15" fmla="*/ 225 h 507"/>
                <a:gd name="T16" fmla="*/ 33 w 457"/>
                <a:gd name="T17" fmla="*/ 322 h 507"/>
                <a:gd name="T18" fmla="*/ 59 w 457"/>
                <a:gd name="T19" fmla="*/ 397 h 507"/>
                <a:gd name="T20" fmla="*/ 109 w 457"/>
                <a:gd name="T21" fmla="*/ 475 h 507"/>
                <a:gd name="T22" fmla="*/ 152 w 457"/>
                <a:gd name="T23" fmla="*/ 507 h 507"/>
                <a:gd name="T24" fmla="*/ 211 w 457"/>
                <a:gd name="T25" fmla="*/ 507 h 507"/>
                <a:gd name="T26" fmla="*/ 271 w 457"/>
                <a:gd name="T27" fmla="*/ 485 h 507"/>
                <a:gd name="T28" fmla="*/ 301 w 457"/>
                <a:gd name="T29" fmla="*/ 429 h 507"/>
                <a:gd name="T30" fmla="*/ 317 w 457"/>
                <a:gd name="T31" fmla="*/ 358 h 507"/>
                <a:gd name="T32" fmla="*/ 311 w 457"/>
                <a:gd name="T33" fmla="*/ 270 h 507"/>
                <a:gd name="T34" fmla="*/ 450 w 457"/>
                <a:gd name="T35" fmla="*/ 280 h 507"/>
                <a:gd name="T36" fmla="*/ 457 w 457"/>
                <a:gd name="T37" fmla="*/ 241 h 507"/>
                <a:gd name="T38" fmla="*/ 298 w 457"/>
                <a:gd name="T39" fmla="*/ 225 h 507"/>
                <a:gd name="T40" fmla="*/ 258 w 457"/>
                <a:gd name="T41" fmla="*/ 134 h 507"/>
                <a:gd name="T42" fmla="*/ 238 w 457"/>
                <a:gd name="T43" fmla="*/ 117 h 50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57" h="507">
                  <a:moveTo>
                    <a:pt x="238" y="117"/>
                  </a:moveTo>
                  <a:lnTo>
                    <a:pt x="198" y="65"/>
                  </a:lnTo>
                  <a:lnTo>
                    <a:pt x="142" y="26"/>
                  </a:lnTo>
                  <a:lnTo>
                    <a:pt x="92" y="0"/>
                  </a:lnTo>
                  <a:lnTo>
                    <a:pt x="52" y="7"/>
                  </a:lnTo>
                  <a:lnTo>
                    <a:pt x="23" y="36"/>
                  </a:lnTo>
                  <a:lnTo>
                    <a:pt x="0" y="124"/>
                  </a:lnTo>
                  <a:lnTo>
                    <a:pt x="9" y="225"/>
                  </a:lnTo>
                  <a:lnTo>
                    <a:pt x="33" y="322"/>
                  </a:lnTo>
                  <a:lnTo>
                    <a:pt x="59" y="397"/>
                  </a:lnTo>
                  <a:lnTo>
                    <a:pt x="109" y="475"/>
                  </a:lnTo>
                  <a:lnTo>
                    <a:pt x="152" y="507"/>
                  </a:lnTo>
                  <a:lnTo>
                    <a:pt x="211" y="507"/>
                  </a:lnTo>
                  <a:lnTo>
                    <a:pt x="271" y="485"/>
                  </a:lnTo>
                  <a:lnTo>
                    <a:pt x="301" y="429"/>
                  </a:lnTo>
                  <a:lnTo>
                    <a:pt x="317" y="358"/>
                  </a:lnTo>
                  <a:lnTo>
                    <a:pt x="311" y="270"/>
                  </a:lnTo>
                  <a:lnTo>
                    <a:pt x="450" y="280"/>
                  </a:lnTo>
                  <a:lnTo>
                    <a:pt x="457" y="241"/>
                  </a:lnTo>
                  <a:lnTo>
                    <a:pt x="298" y="225"/>
                  </a:lnTo>
                  <a:lnTo>
                    <a:pt x="258" y="134"/>
                  </a:lnTo>
                  <a:lnTo>
                    <a:pt x="238" y="117"/>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758" name="Freeform 9">
              <a:extLst>
                <a:ext uri="{FF2B5EF4-FFF2-40B4-BE49-F238E27FC236}">
                  <a16:creationId xmlns:a16="http://schemas.microsoft.com/office/drawing/2014/main" id="{0C3BA68C-7657-4A1F-B8ED-EF3748B87014}"/>
                </a:ext>
              </a:extLst>
            </p:cNvPr>
            <p:cNvSpPr>
              <a:spLocks/>
            </p:cNvSpPr>
            <p:nvPr/>
          </p:nvSpPr>
          <p:spPr bwMode="auto">
            <a:xfrm>
              <a:off x="2210" y="963"/>
              <a:ext cx="526" cy="813"/>
            </a:xfrm>
            <a:custGeom>
              <a:avLst/>
              <a:gdLst>
                <a:gd name="T0" fmla="*/ 307 w 526"/>
                <a:gd name="T1" fmla="*/ 19 h 813"/>
                <a:gd name="T2" fmla="*/ 373 w 526"/>
                <a:gd name="T3" fmla="*/ 0 h 813"/>
                <a:gd name="T4" fmla="*/ 426 w 526"/>
                <a:gd name="T5" fmla="*/ 3 h 813"/>
                <a:gd name="T6" fmla="*/ 466 w 526"/>
                <a:gd name="T7" fmla="*/ 32 h 813"/>
                <a:gd name="T8" fmla="*/ 493 w 526"/>
                <a:gd name="T9" fmla="*/ 78 h 813"/>
                <a:gd name="T10" fmla="*/ 483 w 526"/>
                <a:gd name="T11" fmla="*/ 126 h 813"/>
                <a:gd name="T12" fmla="*/ 446 w 526"/>
                <a:gd name="T13" fmla="*/ 126 h 813"/>
                <a:gd name="T14" fmla="*/ 456 w 526"/>
                <a:gd name="T15" fmla="*/ 87 h 813"/>
                <a:gd name="T16" fmla="*/ 426 w 526"/>
                <a:gd name="T17" fmla="*/ 52 h 813"/>
                <a:gd name="T18" fmla="*/ 397 w 526"/>
                <a:gd name="T19" fmla="*/ 39 h 813"/>
                <a:gd name="T20" fmla="*/ 347 w 526"/>
                <a:gd name="T21" fmla="*/ 52 h 813"/>
                <a:gd name="T22" fmla="*/ 367 w 526"/>
                <a:gd name="T23" fmla="*/ 91 h 813"/>
                <a:gd name="T24" fmla="*/ 373 w 526"/>
                <a:gd name="T25" fmla="*/ 126 h 813"/>
                <a:gd name="T26" fmla="*/ 367 w 526"/>
                <a:gd name="T27" fmla="*/ 156 h 813"/>
                <a:gd name="T28" fmla="*/ 317 w 526"/>
                <a:gd name="T29" fmla="*/ 169 h 813"/>
                <a:gd name="T30" fmla="*/ 264 w 526"/>
                <a:gd name="T31" fmla="*/ 159 h 813"/>
                <a:gd name="T32" fmla="*/ 254 w 526"/>
                <a:gd name="T33" fmla="*/ 136 h 813"/>
                <a:gd name="T34" fmla="*/ 198 w 526"/>
                <a:gd name="T35" fmla="*/ 198 h 813"/>
                <a:gd name="T36" fmla="*/ 165 w 526"/>
                <a:gd name="T37" fmla="*/ 266 h 813"/>
                <a:gd name="T38" fmla="*/ 119 w 526"/>
                <a:gd name="T39" fmla="*/ 354 h 813"/>
                <a:gd name="T40" fmla="*/ 89 w 526"/>
                <a:gd name="T41" fmla="*/ 432 h 813"/>
                <a:gd name="T42" fmla="*/ 76 w 526"/>
                <a:gd name="T43" fmla="*/ 507 h 813"/>
                <a:gd name="T44" fmla="*/ 86 w 526"/>
                <a:gd name="T45" fmla="*/ 546 h 813"/>
                <a:gd name="T46" fmla="*/ 139 w 526"/>
                <a:gd name="T47" fmla="*/ 595 h 813"/>
                <a:gd name="T48" fmla="*/ 248 w 526"/>
                <a:gd name="T49" fmla="*/ 637 h 813"/>
                <a:gd name="T50" fmla="*/ 307 w 526"/>
                <a:gd name="T51" fmla="*/ 656 h 813"/>
                <a:gd name="T52" fmla="*/ 367 w 526"/>
                <a:gd name="T53" fmla="*/ 666 h 813"/>
                <a:gd name="T54" fmla="*/ 456 w 526"/>
                <a:gd name="T55" fmla="*/ 702 h 813"/>
                <a:gd name="T56" fmla="*/ 522 w 526"/>
                <a:gd name="T57" fmla="*/ 725 h 813"/>
                <a:gd name="T58" fmla="*/ 526 w 526"/>
                <a:gd name="T59" fmla="*/ 770 h 813"/>
                <a:gd name="T60" fmla="*/ 493 w 526"/>
                <a:gd name="T61" fmla="*/ 803 h 813"/>
                <a:gd name="T62" fmla="*/ 453 w 526"/>
                <a:gd name="T63" fmla="*/ 813 h 813"/>
                <a:gd name="T64" fmla="*/ 393 w 526"/>
                <a:gd name="T65" fmla="*/ 783 h 813"/>
                <a:gd name="T66" fmla="*/ 254 w 526"/>
                <a:gd name="T67" fmla="*/ 712 h 813"/>
                <a:gd name="T68" fmla="*/ 139 w 526"/>
                <a:gd name="T69" fmla="*/ 663 h 813"/>
                <a:gd name="T70" fmla="*/ 59 w 526"/>
                <a:gd name="T71" fmla="*/ 608 h 813"/>
                <a:gd name="T72" fmla="*/ 6 w 526"/>
                <a:gd name="T73" fmla="*/ 559 h 813"/>
                <a:gd name="T74" fmla="*/ 0 w 526"/>
                <a:gd name="T75" fmla="*/ 500 h 813"/>
                <a:gd name="T76" fmla="*/ 29 w 526"/>
                <a:gd name="T77" fmla="*/ 422 h 813"/>
                <a:gd name="T78" fmla="*/ 89 w 526"/>
                <a:gd name="T79" fmla="*/ 305 h 813"/>
                <a:gd name="T80" fmla="*/ 145 w 526"/>
                <a:gd name="T81" fmla="*/ 208 h 813"/>
                <a:gd name="T82" fmla="*/ 215 w 526"/>
                <a:gd name="T83" fmla="*/ 107 h 813"/>
                <a:gd name="T84" fmla="*/ 268 w 526"/>
                <a:gd name="T85" fmla="*/ 48 h 813"/>
                <a:gd name="T86" fmla="*/ 334 w 526"/>
                <a:gd name="T87" fmla="*/ 19 h 813"/>
                <a:gd name="T88" fmla="*/ 307 w 526"/>
                <a:gd name="T89" fmla="*/ 19 h 81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526" h="813">
                  <a:moveTo>
                    <a:pt x="307" y="19"/>
                  </a:moveTo>
                  <a:lnTo>
                    <a:pt x="373" y="0"/>
                  </a:lnTo>
                  <a:lnTo>
                    <a:pt x="426" y="3"/>
                  </a:lnTo>
                  <a:lnTo>
                    <a:pt x="466" y="32"/>
                  </a:lnTo>
                  <a:lnTo>
                    <a:pt x="493" y="78"/>
                  </a:lnTo>
                  <a:lnTo>
                    <a:pt x="483" y="126"/>
                  </a:lnTo>
                  <a:lnTo>
                    <a:pt x="446" y="126"/>
                  </a:lnTo>
                  <a:lnTo>
                    <a:pt x="456" y="87"/>
                  </a:lnTo>
                  <a:lnTo>
                    <a:pt x="426" y="52"/>
                  </a:lnTo>
                  <a:lnTo>
                    <a:pt x="397" y="39"/>
                  </a:lnTo>
                  <a:lnTo>
                    <a:pt x="347" y="52"/>
                  </a:lnTo>
                  <a:lnTo>
                    <a:pt x="367" y="91"/>
                  </a:lnTo>
                  <a:lnTo>
                    <a:pt x="373" y="126"/>
                  </a:lnTo>
                  <a:lnTo>
                    <a:pt x="367" y="156"/>
                  </a:lnTo>
                  <a:lnTo>
                    <a:pt x="317" y="169"/>
                  </a:lnTo>
                  <a:lnTo>
                    <a:pt x="264" y="159"/>
                  </a:lnTo>
                  <a:lnTo>
                    <a:pt x="254" y="136"/>
                  </a:lnTo>
                  <a:lnTo>
                    <a:pt x="198" y="198"/>
                  </a:lnTo>
                  <a:lnTo>
                    <a:pt x="165" y="266"/>
                  </a:lnTo>
                  <a:lnTo>
                    <a:pt x="119" y="354"/>
                  </a:lnTo>
                  <a:lnTo>
                    <a:pt x="89" y="432"/>
                  </a:lnTo>
                  <a:lnTo>
                    <a:pt x="76" y="507"/>
                  </a:lnTo>
                  <a:lnTo>
                    <a:pt x="86" y="546"/>
                  </a:lnTo>
                  <a:lnTo>
                    <a:pt x="139" y="595"/>
                  </a:lnTo>
                  <a:lnTo>
                    <a:pt x="248" y="637"/>
                  </a:lnTo>
                  <a:lnTo>
                    <a:pt x="307" y="656"/>
                  </a:lnTo>
                  <a:lnTo>
                    <a:pt x="367" y="666"/>
                  </a:lnTo>
                  <a:lnTo>
                    <a:pt x="456" y="702"/>
                  </a:lnTo>
                  <a:lnTo>
                    <a:pt x="522" y="725"/>
                  </a:lnTo>
                  <a:lnTo>
                    <a:pt x="526" y="770"/>
                  </a:lnTo>
                  <a:lnTo>
                    <a:pt x="493" y="803"/>
                  </a:lnTo>
                  <a:lnTo>
                    <a:pt x="453" y="813"/>
                  </a:lnTo>
                  <a:lnTo>
                    <a:pt x="393" y="783"/>
                  </a:lnTo>
                  <a:lnTo>
                    <a:pt x="254" y="712"/>
                  </a:lnTo>
                  <a:lnTo>
                    <a:pt x="139" y="663"/>
                  </a:lnTo>
                  <a:lnTo>
                    <a:pt x="59" y="608"/>
                  </a:lnTo>
                  <a:lnTo>
                    <a:pt x="6" y="559"/>
                  </a:lnTo>
                  <a:lnTo>
                    <a:pt x="0" y="500"/>
                  </a:lnTo>
                  <a:lnTo>
                    <a:pt x="29" y="422"/>
                  </a:lnTo>
                  <a:lnTo>
                    <a:pt x="89" y="305"/>
                  </a:lnTo>
                  <a:lnTo>
                    <a:pt x="145" y="208"/>
                  </a:lnTo>
                  <a:lnTo>
                    <a:pt x="215" y="107"/>
                  </a:lnTo>
                  <a:lnTo>
                    <a:pt x="268" y="48"/>
                  </a:lnTo>
                  <a:lnTo>
                    <a:pt x="334" y="19"/>
                  </a:lnTo>
                  <a:lnTo>
                    <a:pt x="307" y="19"/>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759" name="Freeform 10">
              <a:extLst>
                <a:ext uri="{FF2B5EF4-FFF2-40B4-BE49-F238E27FC236}">
                  <a16:creationId xmlns:a16="http://schemas.microsoft.com/office/drawing/2014/main" id="{BB932180-E4E7-4FFE-9BA4-08B5270AE156}"/>
                </a:ext>
              </a:extLst>
            </p:cNvPr>
            <p:cNvSpPr>
              <a:spLocks/>
            </p:cNvSpPr>
            <p:nvPr/>
          </p:nvSpPr>
          <p:spPr bwMode="auto">
            <a:xfrm>
              <a:off x="2706" y="1637"/>
              <a:ext cx="275" cy="763"/>
            </a:xfrm>
            <a:custGeom>
              <a:avLst/>
              <a:gdLst>
                <a:gd name="T0" fmla="*/ 17 w 275"/>
                <a:gd name="T1" fmla="*/ 59 h 763"/>
                <a:gd name="T2" fmla="*/ 27 w 275"/>
                <a:gd name="T3" fmla="*/ 20 h 763"/>
                <a:gd name="T4" fmla="*/ 70 w 275"/>
                <a:gd name="T5" fmla="*/ 0 h 763"/>
                <a:gd name="T6" fmla="*/ 109 w 275"/>
                <a:gd name="T7" fmla="*/ 0 h 763"/>
                <a:gd name="T8" fmla="*/ 159 w 275"/>
                <a:gd name="T9" fmla="*/ 29 h 763"/>
                <a:gd name="T10" fmla="*/ 206 w 275"/>
                <a:gd name="T11" fmla="*/ 98 h 763"/>
                <a:gd name="T12" fmla="*/ 239 w 275"/>
                <a:gd name="T13" fmla="*/ 169 h 763"/>
                <a:gd name="T14" fmla="*/ 255 w 275"/>
                <a:gd name="T15" fmla="*/ 266 h 763"/>
                <a:gd name="T16" fmla="*/ 269 w 275"/>
                <a:gd name="T17" fmla="*/ 380 h 763"/>
                <a:gd name="T18" fmla="*/ 275 w 275"/>
                <a:gd name="T19" fmla="*/ 490 h 763"/>
                <a:gd name="T20" fmla="*/ 275 w 275"/>
                <a:gd name="T21" fmla="*/ 633 h 763"/>
                <a:gd name="T22" fmla="*/ 255 w 275"/>
                <a:gd name="T23" fmla="*/ 721 h 763"/>
                <a:gd name="T24" fmla="*/ 219 w 275"/>
                <a:gd name="T25" fmla="*/ 753 h 763"/>
                <a:gd name="T26" fmla="*/ 156 w 275"/>
                <a:gd name="T27" fmla="*/ 763 h 763"/>
                <a:gd name="T28" fmla="*/ 90 w 275"/>
                <a:gd name="T29" fmla="*/ 760 h 763"/>
                <a:gd name="T30" fmla="*/ 56 w 275"/>
                <a:gd name="T31" fmla="*/ 721 h 763"/>
                <a:gd name="T32" fmla="*/ 37 w 275"/>
                <a:gd name="T33" fmla="*/ 653 h 763"/>
                <a:gd name="T34" fmla="*/ 20 w 275"/>
                <a:gd name="T35" fmla="*/ 585 h 763"/>
                <a:gd name="T36" fmla="*/ 7 w 275"/>
                <a:gd name="T37" fmla="*/ 461 h 763"/>
                <a:gd name="T38" fmla="*/ 0 w 275"/>
                <a:gd name="T39" fmla="*/ 322 h 763"/>
                <a:gd name="T40" fmla="*/ 0 w 275"/>
                <a:gd name="T41" fmla="*/ 159 h 763"/>
                <a:gd name="T42" fmla="*/ 17 w 275"/>
                <a:gd name="T43" fmla="*/ 88 h 763"/>
                <a:gd name="T44" fmla="*/ 17 w 275"/>
                <a:gd name="T45" fmla="*/ 59 h 7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75" h="763">
                  <a:moveTo>
                    <a:pt x="17" y="59"/>
                  </a:moveTo>
                  <a:lnTo>
                    <a:pt x="27" y="20"/>
                  </a:lnTo>
                  <a:lnTo>
                    <a:pt x="70" y="0"/>
                  </a:lnTo>
                  <a:lnTo>
                    <a:pt x="109" y="0"/>
                  </a:lnTo>
                  <a:lnTo>
                    <a:pt x="159" y="29"/>
                  </a:lnTo>
                  <a:lnTo>
                    <a:pt x="206" y="98"/>
                  </a:lnTo>
                  <a:lnTo>
                    <a:pt x="239" y="169"/>
                  </a:lnTo>
                  <a:lnTo>
                    <a:pt x="255" y="266"/>
                  </a:lnTo>
                  <a:lnTo>
                    <a:pt x="269" y="380"/>
                  </a:lnTo>
                  <a:lnTo>
                    <a:pt x="275" y="490"/>
                  </a:lnTo>
                  <a:lnTo>
                    <a:pt x="275" y="633"/>
                  </a:lnTo>
                  <a:lnTo>
                    <a:pt x="255" y="721"/>
                  </a:lnTo>
                  <a:lnTo>
                    <a:pt x="219" y="753"/>
                  </a:lnTo>
                  <a:lnTo>
                    <a:pt x="156" y="763"/>
                  </a:lnTo>
                  <a:lnTo>
                    <a:pt x="90" y="760"/>
                  </a:lnTo>
                  <a:lnTo>
                    <a:pt x="56" y="721"/>
                  </a:lnTo>
                  <a:lnTo>
                    <a:pt x="37" y="653"/>
                  </a:lnTo>
                  <a:lnTo>
                    <a:pt x="20" y="585"/>
                  </a:lnTo>
                  <a:lnTo>
                    <a:pt x="7" y="461"/>
                  </a:lnTo>
                  <a:lnTo>
                    <a:pt x="0" y="322"/>
                  </a:lnTo>
                  <a:lnTo>
                    <a:pt x="0" y="159"/>
                  </a:lnTo>
                  <a:lnTo>
                    <a:pt x="17" y="88"/>
                  </a:lnTo>
                  <a:lnTo>
                    <a:pt x="17" y="59"/>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760" name="Freeform 11">
              <a:extLst>
                <a:ext uri="{FF2B5EF4-FFF2-40B4-BE49-F238E27FC236}">
                  <a16:creationId xmlns:a16="http://schemas.microsoft.com/office/drawing/2014/main" id="{B86BB67D-5C8E-44C0-AC9A-938ECAF139BE}"/>
                </a:ext>
              </a:extLst>
            </p:cNvPr>
            <p:cNvSpPr>
              <a:spLocks/>
            </p:cNvSpPr>
            <p:nvPr/>
          </p:nvSpPr>
          <p:spPr bwMode="auto">
            <a:xfrm>
              <a:off x="2833" y="1658"/>
              <a:ext cx="420" cy="586"/>
            </a:xfrm>
            <a:custGeom>
              <a:avLst/>
              <a:gdLst>
                <a:gd name="T0" fmla="*/ 23 w 420"/>
                <a:gd name="T1" fmla="*/ 0 h 586"/>
                <a:gd name="T2" fmla="*/ 109 w 420"/>
                <a:gd name="T3" fmla="*/ 10 h 586"/>
                <a:gd name="T4" fmla="*/ 198 w 420"/>
                <a:gd name="T5" fmla="*/ 26 h 586"/>
                <a:gd name="T6" fmla="*/ 291 w 420"/>
                <a:gd name="T7" fmla="*/ 78 h 586"/>
                <a:gd name="T8" fmla="*/ 357 w 420"/>
                <a:gd name="T9" fmla="*/ 117 h 586"/>
                <a:gd name="T10" fmla="*/ 400 w 420"/>
                <a:gd name="T11" fmla="*/ 173 h 586"/>
                <a:gd name="T12" fmla="*/ 420 w 420"/>
                <a:gd name="T13" fmla="*/ 205 h 586"/>
                <a:gd name="T14" fmla="*/ 380 w 420"/>
                <a:gd name="T15" fmla="*/ 300 h 586"/>
                <a:gd name="T16" fmla="*/ 317 w 420"/>
                <a:gd name="T17" fmla="*/ 358 h 586"/>
                <a:gd name="T18" fmla="*/ 241 w 420"/>
                <a:gd name="T19" fmla="*/ 400 h 586"/>
                <a:gd name="T20" fmla="*/ 201 w 420"/>
                <a:gd name="T21" fmla="*/ 426 h 586"/>
                <a:gd name="T22" fmla="*/ 132 w 420"/>
                <a:gd name="T23" fmla="*/ 439 h 586"/>
                <a:gd name="T24" fmla="*/ 129 w 420"/>
                <a:gd name="T25" fmla="*/ 465 h 586"/>
                <a:gd name="T26" fmla="*/ 182 w 420"/>
                <a:gd name="T27" fmla="*/ 488 h 586"/>
                <a:gd name="T28" fmla="*/ 258 w 420"/>
                <a:gd name="T29" fmla="*/ 508 h 586"/>
                <a:gd name="T30" fmla="*/ 330 w 420"/>
                <a:gd name="T31" fmla="*/ 547 h 586"/>
                <a:gd name="T32" fmla="*/ 301 w 420"/>
                <a:gd name="T33" fmla="*/ 576 h 586"/>
                <a:gd name="T34" fmla="*/ 271 w 420"/>
                <a:gd name="T35" fmla="*/ 586 h 586"/>
                <a:gd name="T36" fmla="*/ 228 w 420"/>
                <a:gd name="T37" fmla="*/ 543 h 586"/>
                <a:gd name="T38" fmla="*/ 162 w 420"/>
                <a:gd name="T39" fmla="*/ 517 h 586"/>
                <a:gd name="T40" fmla="*/ 109 w 420"/>
                <a:gd name="T41" fmla="*/ 498 h 586"/>
                <a:gd name="T42" fmla="*/ 109 w 420"/>
                <a:gd name="T43" fmla="*/ 459 h 586"/>
                <a:gd name="T44" fmla="*/ 119 w 420"/>
                <a:gd name="T45" fmla="*/ 417 h 586"/>
                <a:gd name="T46" fmla="*/ 152 w 420"/>
                <a:gd name="T47" fmla="*/ 400 h 586"/>
                <a:gd name="T48" fmla="*/ 258 w 420"/>
                <a:gd name="T49" fmla="*/ 358 h 586"/>
                <a:gd name="T50" fmla="*/ 317 w 420"/>
                <a:gd name="T51" fmla="*/ 293 h 586"/>
                <a:gd name="T52" fmla="*/ 360 w 420"/>
                <a:gd name="T53" fmla="*/ 225 h 586"/>
                <a:gd name="T54" fmla="*/ 350 w 420"/>
                <a:gd name="T55" fmla="*/ 192 h 586"/>
                <a:gd name="T56" fmla="*/ 317 w 420"/>
                <a:gd name="T57" fmla="*/ 153 h 586"/>
                <a:gd name="T58" fmla="*/ 238 w 420"/>
                <a:gd name="T59" fmla="*/ 98 h 586"/>
                <a:gd name="T60" fmla="*/ 142 w 420"/>
                <a:gd name="T61" fmla="*/ 78 h 586"/>
                <a:gd name="T62" fmla="*/ 79 w 420"/>
                <a:gd name="T63" fmla="*/ 75 h 586"/>
                <a:gd name="T64" fmla="*/ 23 w 420"/>
                <a:gd name="T65" fmla="*/ 75 h 586"/>
                <a:gd name="T66" fmla="*/ 0 w 420"/>
                <a:gd name="T67" fmla="*/ 39 h 586"/>
                <a:gd name="T68" fmla="*/ 23 w 420"/>
                <a:gd name="T69" fmla="*/ 0 h 58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420" h="586">
                  <a:moveTo>
                    <a:pt x="23" y="0"/>
                  </a:moveTo>
                  <a:lnTo>
                    <a:pt x="109" y="10"/>
                  </a:lnTo>
                  <a:lnTo>
                    <a:pt x="198" y="26"/>
                  </a:lnTo>
                  <a:lnTo>
                    <a:pt x="291" y="78"/>
                  </a:lnTo>
                  <a:lnTo>
                    <a:pt x="357" y="117"/>
                  </a:lnTo>
                  <a:lnTo>
                    <a:pt x="400" y="173"/>
                  </a:lnTo>
                  <a:lnTo>
                    <a:pt x="420" y="205"/>
                  </a:lnTo>
                  <a:lnTo>
                    <a:pt x="380" y="300"/>
                  </a:lnTo>
                  <a:lnTo>
                    <a:pt x="317" y="358"/>
                  </a:lnTo>
                  <a:lnTo>
                    <a:pt x="241" y="400"/>
                  </a:lnTo>
                  <a:lnTo>
                    <a:pt x="201" y="426"/>
                  </a:lnTo>
                  <a:lnTo>
                    <a:pt x="132" y="439"/>
                  </a:lnTo>
                  <a:lnTo>
                    <a:pt x="129" y="465"/>
                  </a:lnTo>
                  <a:lnTo>
                    <a:pt x="182" y="488"/>
                  </a:lnTo>
                  <a:lnTo>
                    <a:pt x="258" y="508"/>
                  </a:lnTo>
                  <a:lnTo>
                    <a:pt x="330" y="547"/>
                  </a:lnTo>
                  <a:lnTo>
                    <a:pt x="301" y="576"/>
                  </a:lnTo>
                  <a:lnTo>
                    <a:pt x="271" y="586"/>
                  </a:lnTo>
                  <a:lnTo>
                    <a:pt x="228" y="543"/>
                  </a:lnTo>
                  <a:lnTo>
                    <a:pt x="162" y="517"/>
                  </a:lnTo>
                  <a:lnTo>
                    <a:pt x="109" y="498"/>
                  </a:lnTo>
                  <a:lnTo>
                    <a:pt x="109" y="459"/>
                  </a:lnTo>
                  <a:lnTo>
                    <a:pt x="119" y="417"/>
                  </a:lnTo>
                  <a:lnTo>
                    <a:pt x="152" y="400"/>
                  </a:lnTo>
                  <a:lnTo>
                    <a:pt x="258" y="358"/>
                  </a:lnTo>
                  <a:lnTo>
                    <a:pt x="317" y="293"/>
                  </a:lnTo>
                  <a:lnTo>
                    <a:pt x="360" y="225"/>
                  </a:lnTo>
                  <a:lnTo>
                    <a:pt x="350" y="192"/>
                  </a:lnTo>
                  <a:lnTo>
                    <a:pt x="317" y="153"/>
                  </a:lnTo>
                  <a:lnTo>
                    <a:pt x="238" y="98"/>
                  </a:lnTo>
                  <a:lnTo>
                    <a:pt x="142" y="78"/>
                  </a:lnTo>
                  <a:lnTo>
                    <a:pt x="79" y="75"/>
                  </a:lnTo>
                  <a:lnTo>
                    <a:pt x="23" y="75"/>
                  </a:lnTo>
                  <a:lnTo>
                    <a:pt x="0" y="39"/>
                  </a:lnTo>
                  <a:lnTo>
                    <a:pt x="23"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761" name="Freeform 12">
              <a:extLst>
                <a:ext uri="{FF2B5EF4-FFF2-40B4-BE49-F238E27FC236}">
                  <a16:creationId xmlns:a16="http://schemas.microsoft.com/office/drawing/2014/main" id="{76CB1218-6496-48AF-9BD5-1F5AFF389B9C}"/>
                </a:ext>
              </a:extLst>
            </p:cNvPr>
            <p:cNvSpPr>
              <a:spLocks/>
            </p:cNvSpPr>
            <p:nvPr/>
          </p:nvSpPr>
          <p:spPr bwMode="auto">
            <a:xfrm>
              <a:off x="2866" y="2322"/>
              <a:ext cx="511" cy="947"/>
            </a:xfrm>
            <a:custGeom>
              <a:avLst/>
              <a:gdLst>
                <a:gd name="T0" fmla="*/ 59 w 511"/>
                <a:gd name="T1" fmla="*/ 0 h 947"/>
                <a:gd name="T2" fmla="*/ 13 w 511"/>
                <a:gd name="T3" fmla="*/ 0 h 947"/>
                <a:gd name="T4" fmla="*/ 0 w 511"/>
                <a:gd name="T5" fmla="*/ 68 h 947"/>
                <a:gd name="T6" fmla="*/ 33 w 511"/>
                <a:gd name="T7" fmla="*/ 108 h 947"/>
                <a:gd name="T8" fmla="*/ 139 w 511"/>
                <a:gd name="T9" fmla="*/ 202 h 947"/>
                <a:gd name="T10" fmla="*/ 232 w 511"/>
                <a:gd name="T11" fmla="*/ 322 h 947"/>
                <a:gd name="T12" fmla="*/ 292 w 511"/>
                <a:gd name="T13" fmla="*/ 446 h 947"/>
                <a:gd name="T14" fmla="*/ 301 w 511"/>
                <a:gd name="T15" fmla="*/ 527 h 947"/>
                <a:gd name="T16" fmla="*/ 298 w 511"/>
                <a:gd name="T17" fmla="*/ 586 h 947"/>
                <a:gd name="T18" fmla="*/ 272 w 511"/>
                <a:gd name="T19" fmla="*/ 719 h 947"/>
                <a:gd name="T20" fmla="*/ 238 w 511"/>
                <a:gd name="T21" fmla="*/ 827 h 947"/>
                <a:gd name="T22" fmla="*/ 209 w 511"/>
                <a:gd name="T23" fmla="*/ 889 h 947"/>
                <a:gd name="T24" fmla="*/ 202 w 511"/>
                <a:gd name="T25" fmla="*/ 928 h 947"/>
                <a:gd name="T26" fmla="*/ 232 w 511"/>
                <a:gd name="T27" fmla="*/ 928 h 947"/>
                <a:gd name="T28" fmla="*/ 278 w 511"/>
                <a:gd name="T29" fmla="*/ 915 h 947"/>
                <a:gd name="T30" fmla="*/ 292 w 511"/>
                <a:gd name="T31" fmla="*/ 918 h 947"/>
                <a:gd name="T32" fmla="*/ 388 w 511"/>
                <a:gd name="T33" fmla="*/ 924 h 947"/>
                <a:gd name="T34" fmla="*/ 461 w 511"/>
                <a:gd name="T35" fmla="*/ 947 h 947"/>
                <a:gd name="T36" fmla="*/ 487 w 511"/>
                <a:gd name="T37" fmla="*/ 934 h 947"/>
                <a:gd name="T38" fmla="*/ 511 w 511"/>
                <a:gd name="T39" fmla="*/ 885 h 947"/>
                <a:gd name="T40" fmla="*/ 487 w 511"/>
                <a:gd name="T41" fmla="*/ 859 h 947"/>
                <a:gd name="T42" fmla="*/ 378 w 511"/>
                <a:gd name="T43" fmla="*/ 856 h 947"/>
                <a:gd name="T44" fmla="*/ 301 w 511"/>
                <a:gd name="T45" fmla="*/ 866 h 947"/>
                <a:gd name="T46" fmla="*/ 262 w 511"/>
                <a:gd name="T47" fmla="*/ 885 h 947"/>
                <a:gd name="T48" fmla="*/ 268 w 511"/>
                <a:gd name="T49" fmla="*/ 840 h 947"/>
                <a:gd name="T50" fmla="*/ 308 w 511"/>
                <a:gd name="T51" fmla="*/ 771 h 947"/>
                <a:gd name="T52" fmla="*/ 341 w 511"/>
                <a:gd name="T53" fmla="*/ 664 h 947"/>
                <a:gd name="T54" fmla="*/ 368 w 511"/>
                <a:gd name="T55" fmla="*/ 573 h 947"/>
                <a:gd name="T56" fmla="*/ 348 w 511"/>
                <a:gd name="T57" fmla="*/ 469 h 947"/>
                <a:gd name="T58" fmla="*/ 318 w 511"/>
                <a:gd name="T59" fmla="*/ 358 h 947"/>
                <a:gd name="T60" fmla="*/ 258 w 511"/>
                <a:gd name="T61" fmla="*/ 231 h 947"/>
                <a:gd name="T62" fmla="*/ 172 w 511"/>
                <a:gd name="T63" fmla="*/ 114 h 947"/>
                <a:gd name="T64" fmla="*/ 99 w 511"/>
                <a:gd name="T65" fmla="*/ 29 h 947"/>
                <a:gd name="T66" fmla="*/ 59 w 511"/>
                <a:gd name="T67" fmla="*/ 0 h 94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511" h="947">
                  <a:moveTo>
                    <a:pt x="59" y="0"/>
                  </a:moveTo>
                  <a:lnTo>
                    <a:pt x="13" y="0"/>
                  </a:lnTo>
                  <a:lnTo>
                    <a:pt x="0" y="68"/>
                  </a:lnTo>
                  <a:lnTo>
                    <a:pt x="33" y="108"/>
                  </a:lnTo>
                  <a:lnTo>
                    <a:pt x="139" y="202"/>
                  </a:lnTo>
                  <a:lnTo>
                    <a:pt x="232" y="322"/>
                  </a:lnTo>
                  <a:lnTo>
                    <a:pt x="292" y="446"/>
                  </a:lnTo>
                  <a:lnTo>
                    <a:pt x="301" y="527"/>
                  </a:lnTo>
                  <a:lnTo>
                    <a:pt x="298" y="586"/>
                  </a:lnTo>
                  <a:lnTo>
                    <a:pt x="272" y="719"/>
                  </a:lnTo>
                  <a:lnTo>
                    <a:pt x="238" y="827"/>
                  </a:lnTo>
                  <a:lnTo>
                    <a:pt x="209" y="889"/>
                  </a:lnTo>
                  <a:lnTo>
                    <a:pt x="202" y="928"/>
                  </a:lnTo>
                  <a:lnTo>
                    <a:pt x="232" y="928"/>
                  </a:lnTo>
                  <a:lnTo>
                    <a:pt x="278" y="915"/>
                  </a:lnTo>
                  <a:lnTo>
                    <a:pt x="292" y="918"/>
                  </a:lnTo>
                  <a:lnTo>
                    <a:pt x="388" y="924"/>
                  </a:lnTo>
                  <a:lnTo>
                    <a:pt x="461" y="947"/>
                  </a:lnTo>
                  <a:lnTo>
                    <a:pt x="487" y="934"/>
                  </a:lnTo>
                  <a:lnTo>
                    <a:pt x="511" y="885"/>
                  </a:lnTo>
                  <a:lnTo>
                    <a:pt x="487" y="859"/>
                  </a:lnTo>
                  <a:lnTo>
                    <a:pt x="378" y="856"/>
                  </a:lnTo>
                  <a:lnTo>
                    <a:pt x="301" y="866"/>
                  </a:lnTo>
                  <a:lnTo>
                    <a:pt x="262" y="885"/>
                  </a:lnTo>
                  <a:lnTo>
                    <a:pt x="268" y="840"/>
                  </a:lnTo>
                  <a:lnTo>
                    <a:pt x="308" y="771"/>
                  </a:lnTo>
                  <a:lnTo>
                    <a:pt x="341" y="664"/>
                  </a:lnTo>
                  <a:lnTo>
                    <a:pt x="368" y="573"/>
                  </a:lnTo>
                  <a:lnTo>
                    <a:pt x="348" y="469"/>
                  </a:lnTo>
                  <a:lnTo>
                    <a:pt x="318" y="358"/>
                  </a:lnTo>
                  <a:lnTo>
                    <a:pt x="258" y="231"/>
                  </a:lnTo>
                  <a:lnTo>
                    <a:pt x="172" y="114"/>
                  </a:lnTo>
                  <a:lnTo>
                    <a:pt x="99" y="29"/>
                  </a:lnTo>
                  <a:lnTo>
                    <a:pt x="59"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762" name="Freeform 13">
              <a:extLst>
                <a:ext uri="{FF2B5EF4-FFF2-40B4-BE49-F238E27FC236}">
                  <a16:creationId xmlns:a16="http://schemas.microsoft.com/office/drawing/2014/main" id="{C93A2BBE-5680-4C11-B2CA-9B9F4AA58009}"/>
                </a:ext>
              </a:extLst>
            </p:cNvPr>
            <p:cNvSpPr>
              <a:spLocks/>
            </p:cNvSpPr>
            <p:nvPr/>
          </p:nvSpPr>
          <p:spPr bwMode="auto">
            <a:xfrm>
              <a:off x="2545" y="2320"/>
              <a:ext cx="344" cy="965"/>
            </a:xfrm>
            <a:custGeom>
              <a:avLst/>
              <a:gdLst>
                <a:gd name="T0" fmla="*/ 238 w 344"/>
                <a:gd name="T1" fmla="*/ 0 h 965"/>
                <a:gd name="T2" fmla="*/ 195 w 344"/>
                <a:gd name="T3" fmla="*/ 91 h 965"/>
                <a:gd name="T4" fmla="*/ 165 w 344"/>
                <a:gd name="T5" fmla="*/ 224 h 965"/>
                <a:gd name="T6" fmla="*/ 129 w 344"/>
                <a:gd name="T7" fmla="*/ 371 h 965"/>
                <a:gd name="T8" fmla="*/ 96 w 344"/>
                <a:gd name="T9" fmla="*/ 520 h 965"/>
                <a:gd name="T10" fmla="*/ 96 w 344"/>
                <a:gd name="T11" fmla="*/ 575 h 965"/>
                <a:gd name="T12" fmla="*/ 129 w 344"/>
                <a:gd name="T13" fmla="*/ 673 h 965"/>
                <a:gd name="T14" fmla="*/ 175 w 344"/>
                <a:gd name="T15" fmla="*/ 725 h 965"/>
                <a:gd name="T16" fmla="*/ 218 w 344"/>
                <a:gd name="T17" fmla="*/ 790 h 965"/>
                <a:gd name="T18" fmla="*/ 248 w 344"/>
                <a:gd name="T19" fmla="*/ 838 h 965"/>
                <a:gd name="T20" fmla="*/ 235 w 344"/>
                <a:gd name="T21" fmla="*/ 861 h 965"/>
                <a:gd name="T22" fmla="*/ 159 w 344"/>
                <a:gd name="T23" fmla="*/ 871 h 965"/>
                <a:gd name="T24" fmla="*/ 36 w 344"/>
                <a:gd name="T25" fmla="*/ 890 h 965"/>
                <a:gd name="T26" fmla="*/ 0 w 344"/>
                <a:gd name="T27" fmla="*/ 920 h 965"/>
                <a:gd name="T28" fmla="*/ 30 w 344"/>
                <a:gd name="T29" fmla="*/ 946 h 965"/>
                <a:gd name="T30" fmla="*/ 99 w 344"/>
                <a:gd name="T31" fmla="*/ 965 h 965"/>
                <a:gd name="T32" fmla="*/ 179 w 344"/>
                <a:gd name="T33" fmla="*/ 926 h 965"/>
                <a:gd name="T34" fmla="*/ 238 w 344"/>
                <a:gd name="T35" fmla="*/ 900 h 965"/>
                <a:gd name="T36" fmla="*/ 314 w 344"/>
                <a:gd name="T37" fmla="*/ 890 h 965"/>
                <a:gd name="T38" fmla="*/ 344 w 344"/>
                <a:gd name="T39" fmla="*/ 881 h 965"/>
                <a:gd name="T40" fmla="*/ 334 w 344"/>
                <a:gd name="T41" fmla="*/ 848 h 965"/>
                <a:gd name="T42" fmla="*/ 248 w 344"/>
                <a:gd name="T43" fmla="*/ 764 h 965"/>
                <a:gd name="T44" fmla="*/ 198 w 344"/>
                <a:gd name="T45" fmla="*/ 676 h 965"/>
                <a:gd name="T46" fmla="*/ 155 w 344"/>
                <a:gd name="T47" fmla="*/ 617 h 965"/>
                <a:gd name="T48" fmla="*/ 149 w 344"/>
                <a:gd name="T49" fmla="*/ 559 h 965"/>
                <a:gd name="T50" fmla="*/ 169 w 344"/>
                <a:gd name="T51" fmla="*/ 462 h 965"/>
                <a:gd name="T52" fmla="*/ 215 w 344"/>
                <a:gd name="T53" fmla="*/ 361 h 965"/>
                <a:gd name="T54" fmla="*/ 265 w 344"/>
                <a:gd name="T55" fmla="*/ 189 h 965"/>
                <a:gd name="T56" fmla="*/ 308 w 344"/>
                <a:gd name="T57" fmla="*/ 88 h 965"/>
                <a:gd name="T58" fmla="*/ 304 w 344"/>
                <a:gd name="T59" fmla="*/ 29 h 965"/>
                <a:gd name="T60" fmla="*/ 265 w 344"/>
                <a:gd name="T61" fmla="*/ 0 h 965"/>
                <a:gd name="T62" fmla="*/ 238 w 344"/>
                <a:gd name="T63" fmla="*/ 0 h 96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44" h="965">
                  <a:moveTo>
                    <a:pt x="238" y="0"/>
                  </a:moveTo>
                  <a:lnTo>
                    <a:pt x="195" y="91"/>
                  </a:lnTo>
                  <a:lnTo>
                    <a:pt x="165" y="224"/>
                  </a:lnTo>
                  <a:lnTo>
                    <a:pt x="129" y="371"/>
                  </a:lnTo>
                  <a:lnTo>
                    <a:pt x="96" y="520"/>
                  </a:lnTo>
                  <a:lnTo>
                    <a:pt x="96" y="575"/>
                  </a:lnTo>
                  <a:lnTo>
                    <a:pt x="129" y="673"/>
                  </a:lnTo>
                  <a:lnTo>
                    <a:pt x="175" y="725"/>
                  </a:lnTo>
                  <a:lnTo>
                    <a:pt x="218" y="790"/>
                  </a:lnTo>
                  <a:lnTo>
                    <a:pt x="248" y="838"/>
                  </a:lnTo>
                  <a:lnTo>
                    <a:pt x="235" y="861"/>
                  </a:lnTo>
                  <a:lnTo>
                    <a:pt x="159" y="871"/>
                  </a:lnTo>
                  <a:lnTo>
                    <a:pt x="36" y="890"/>
                  </a:lnTo>
                  <a:lnTo>
                    <a:pt x="0" y="920"/>
                  </a:lnTo>
                  <a:lnTo>
                    <a:pt x="30" y="946"/>
                  </a:lnTo>
                  <a:lnTo>
                    <a:pt x="99" y="965"/>
                  </a:lnTo>
                  <a:lnTo>
                    <a:pt x="179" y="926"/>
                  </a:lnTo>
                  <a:lnTo>
                    <a:pt x="238" y="900"/>
                  </a:lnTo>
                  <a:lnTo>
                    <a:pt x="314" y="890"/>
                  </a:lnTo>
                  <a:lnTo>
                    <a:pt x="344" y="881"/>
                  </a:lnTo>
                  <a:lnTo>
                    <a:pt x="334" y="848"/>
                  </a:lnTo>
                  <a:lnTo>
                    <a:pt x="248" y="764"/>
                  </a:lnTo>
                  <a:lnTo>
                    <a:pt x="198" y="676"/>
                  </a:lnTo>
                  <a:lnTo>
                    <a:pt x="155" y="617"/>
                  </a:lnTo>
                  <a:lnTo>
                    <a:pt x="149" y="559"/>
                  </a:lnTo>
                  <a:lnTo>
                    <a:pt x="169" y="462"/>
                  </a:lnTo>
                  <a:lnTo>
                    <a:pt x="215" y="361"/>
                  </a:lnTo>
                  <a:lnTo>
                    <a:pt x="265" y="189"/>
                  </a:lnTo>
                  <a:lnTo>
                    <a:pt x="308" y="88"/>
                  </a:lnTo>
                  <a:lnTo>
                    <a:pt x="304" y="29"/>
                  </a:lnTo>
                  <a:lnTo>
                    <a:pt x="265" y="0"/>
                  </a:lnTo>
                  <a:lnTo>
                    <a:pt x="238"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763" name="Freeform 15">
              <a:extLst>
                <a:ext uri="{FF2B5EF4-FFF2-40B4-BE49-F238E27FC236}">
                  <a16:creationId xmlns:a16="http://schemas.microsoft.com/office/drawing/2014/main" id="{10B42FE3-94FD-4EB1-899C-62B0376B200F}"/>
                </a:ext>
              </a:extLst>
            </p:cNvPr>
            <p:cNvSpPr>
              <a:spLocks/>
            </p:cNvSpPr>
            <p:nvPr/>
          </p:nvSpPr>
          <p:spPr bwMode="auto">
            <a:xfrm>
              <a:off x="2954" y="770"/>
              <a:ext cx="170" cy="198"/>
            </a:xfrm>
            <a:custGeom>
              <a:avLst/>
              <a:gdLst>
                <a:gd name="T0" fmla="*/ 20 w 170"/>
                <a:gd name="T1" fmla="*/ 9 h 198"/>
                <a:gd name="T2" fmla="*/ 66 w 170"/>
                <a:gd name="T3" fmla="*/ 0 h 198"/>
                <a:gd name="T4" fmla="*/ 110 w 170"/>
                <a:gd name="T5" fmla="*/ 3 h 198"/>
                <a:gd name="T6" fmla="*/ 150 w 170"/>
                <a:gd name="T7" fmla="*/ 22 h 198"/>
                <a:gd name="T8" fmla="*/ 170 w 170"/>
                <a:gd name="T9" fmla="*/ 58 h 198"/>
                <a:gd name="T10" fmla="*/ 170 w 170"/>
                <a:gd name="T11" fmla="*/ 87 h 198"/>
                <a:gd name="T12" fmla="*/ 150 w 170"/>
                <a:gd name="T13" fmla="*/ 126 h 198"/>
                <a:gd name="T14" fmla="*/ 116 w 170"/>
                <a:gd name="T15" fmla="*/ 149 h 198"/>
                <a:gd name="T16" fmla="*/ 66 w 170"/>
                <a:gd name="T17" fmla="*/ 149 h 198"/>
                <a:gd name="T18" fmla="*/ 36 w 170"/>
                <a:gd name="T19" fmla="*/ 168 h 198"/>
                <a:gd name="T20" fmla="*/ 26 w 170"/>
                <a:gd name="T21" fmla="*/ 198 h 198"/>
                <a:gd name="T22" fmla="*/ 0 w 170"/>
                <a:gd name="T23" fmla="*/ 188 h 198"/>
                <a:gd name="T24" fmla="*/ 10 w 170"/>
                <a:gd name="T25" fmla="*/ 149 h 198"/>
                <a:gd name="T26" fmla="*/ 46 w 170"/>
                <a:gd name="T27" fmla="*/ 126 h 198"/>
                <a:gd name="T28" fmla="*/ 106 w 170"/>
                <a:gd name="T29" fmla="*/ 120 h 198"/>
                <a:gd name="T30" fmla="*/ 130 w 170"/>
                <a:gd name="T31" fmla="*/ 97 h 198"/>
                <a:gd name="T32" fmla="*/ 136 w 170"/>
                <a:gd name="T33" fmla="*/ 61 h 198"/>
                <a:gd name="T34" fmla="*/ 110 w 170"/>
                <a:gd name="T35" fmla="*/ 29 h 198"/>
                <a:gd name="T36" fmla="*/ 70 w 170"/>
                <a:gd name="T37" fmla="*/ 29 h 198"/>
                <a:gd name="T38" fmla="*/ 26 w 170"/>
                <a:gd name="T39" fmla="*/ 39 h 198"/>
                <a:gd name="T40" fmla="*/ 10 w 170"/>
                <a:gd name="T41" fmla="*/ 29 h 198"/>
                <a:gd name="T42" fmla="*/ 20 w 170"/>
                <a:gd name="T43" fmla="*/ 9 h 19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0" h="198">
                  <a:moveTo>
                    <a:pt x="20" y="9"/>
                  </a:moveTo>
                  <a:lnTo>
                    <a:pt x="66" y="0"/>
                  </a:lnTo>
                  <a:lnTo>
                    <a:pt x="110" y="3"/>
                  </a:lnTo>
                  <a:lnTo>
                    <a:pt x="150" y="22"/>
                  </a:lnTo>
                  <a:lnTo>
                    <a:pt x="170" y="58"/>
                  </a:lnTo>
                  <a:lnTo>
                    <a:pt x="170" y="87"/>
                  </a:lnTo>
                  <a:lnTo>
                    <a:pt x="150" y="126"/>
                  </a:lnTo>
                  <a:lnTo>
                    <a:pt x="116" y="149"/>
                  </a:lnTo>
                  <a:lnTo>
                    <a:pt x="66" y="149"/>
                  </a:lnTo>
                  <a:lnTo>
                    <a:pt x="36" y="168"/>
                  </a:lnTo>
                  <a:lnTo>
                    <a:pt x="26" y="198"/>
                  </a:lnTo>
                  <a:lnTo>
                    <a:pt x="0" y="188"/>
                  </a:lnTo>
                  <a:lnTo>
                    <a:pt x="10" y="149"/>
                  </a:lnTo>
                  <a:lnTo>
                    <a:pt x="46" y="126"/>
                  </a:lnTo>
                  <a:lnTo>
                    <a:pt x="106" y="120"/>
                  </a:lnTo>
                  <a:lnTo>
                    <a:pt x="130" y="97"/>
                  </a:lnTo>
                  <a:lnTo>
                    <a:pt x="136" y="61"/>
                  </a:lnTo>
                  <a:lnTo>
                    <a:pt x="110" y="29"/>
                  </a:lnTo>
                  <a:lnTo>
                    <a:pt x="70" y="29"/>
                  </a:lnTo>
                  <a:lnTo>
                    <a:pt x="26" y="39"/>
                  </a:lnTo>
                  <a:lnTo>
                    <a:pt x="10" y="29"/>
                  </a:lnTo>
                  <a:lnTo>
                    <a:pt x="20" y="9"/>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764" name="Freeform 16">
              <a:extLst>
                <a:ext uri="{FF2B5EF4-FFF2-40B4-BE49-F238E27FC236}">
                  <a16:creationId xmlns:a16="http://schemas.microsoft.com/office/drawing/2014/main" id="{45051F23-9AB2-4FE9-9BF0-4233F01EA9AE}"/>
                </a:ext>
              </a:extLst>
            </p:cNvPr>
            <p:cNvSpPr>
              <a:spLocks/>
            </p:cNvSpPr>
            <p:nvPr/>
          </p:nvSpPr>
          <p:spPr bwMode="auto">
            <a:xfrm>
              <a:off x="2913" y="1001"/>
              <a:ext cx="53" cy="54"/>
            </a:xfrm>
            <a:custGeom>
              <a:avLst/>
              <a:gdLst>
                <a:gd name="T0" fmla="*/ 53 w 53"/>
                <a:gd name="T1" fmla="*/ 3 h 54"/>
                <a:gd name="T2" fmla="*/ 26 w 53"/>
                <a:gd name="T3" fmla="*/ 0 h 54"/>
                <a:gd name="T4" fmla="*/ 8 w 53"/>
                <a:gd name="T5" fmla="*/ 20 h 54"/>
                <a:gd name="T6" fmla="*/ 0 w 53"/>
                <a:gd name="T7" fmla="*/ 51 h 54"/>
                <a:gd name="T8" fmla="*/ 26 w 53"/>
                <a:gd name="T9" fmla="*/ 54 h 54"/>
                <a:gd name="T10" fmla="*/ 48 w 53"/>
                <a:gd name="T11" fmla="*/ 40 h 54"/>
                <a:gd name="T12" fmla="*/ 53 w 53"/>
                <a:gd name="T13" fmla="*/ 3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3" h="54">
                  <a:moveTo>
                    <a:pt x="53" y="3"/>
                  </a:moveTo>
                  <a:lnTo>
                    <a:pt x="26" y="0"/>
                  </a:lnTo>
                  <a:lnTo>
                    <a:pt x="8" y="20"/>
                  </a:lnTo>
                  <a:lnTo>
                    <a:pt x="0" y="51"/>
                  </a:lnTo>
                  <a:lnTo>
                    <a:pt x="26" y="54"/>
                  </a:lnTo>
                  <a:lnTo>
                    <a:pt x="48" y="40"/>
                  </a:lnTo>
                  <a:lnTo>
                    <a:pt x="53" y="3"/>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cSld>
  <p:clrMapOvr>
    <a:masterClrMapping/>
  </p:clrMapOvr>
</p:sld>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1800" b="0" i="0" u="none" strike="noStrike" cap="none" normalizeH="0" baseline="0" smtClean="0">
            <a:ln>
              <a:noFill/>
            </a:ln>
            <a:solidFill>
              <a:schemeClr val="tx1"/>
            </a:solidFill>
            <a:effectLst/>
            <a:latin typeface="Tahoma" panose="020B0604030504040204"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1800" b="0" i="0" u="none" strike="noStrike" cap="none" normalizeH="0" baseline="0" smtClean="0">
            <a:ln>
              <a:noFill/>
            </a:ln>
            <a:solidFill>
              <a:schemeClr val="tx1"/>
            </a:solidFill>
            <a:effectLst/>
            <a:latin typeface="Tahoma" panose="020B0604030504040204"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A476E08983BAD419130078E0A4D7CDC" ma:contentTypeVersion="2" ma:contentTypeDescription="Create a new document." ma:contentTypeScope="" ma:versionID="cfde902959a8f335a9f9131167589e68">
  <xsd:schema xmlns:xsd="http://www.w3.org/2001/XMLSchema" xmlns:xs="http://www.w3.org/2001/XMLSchema" xmlns:p="http://schemas.microsoft.com/office/2006/metadata/properties" xmlns:ns2="03beee07-be85-4858-810d-711279ada858" targetNamespace="http://schemas.microsoft.com/office/2006/metadata/properties" ma:root="true" ma:fieldsID="ad092cc1af911ec022986e121596ce8e" ns2:_="">
    <xsd:import namespace="03beee07-be85-4858-810d-711279ada858"/>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3beee07-be85-4858-810d-711279ada85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501C3AF-FE85-45B4-B38D-48D8C5C7141D}">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F163F13-2695-4690-88A5-9A31F0CFE48A}">
  <ds:schemaRefs>
    <ds:schemaRef ds:uri="http://schemas.microsoft.com/sharepoint/v3/contenttype/forms"/>
  </ds:schemaRefs>
</ds:datastoreItem>
</file>

<file path=customXml/itemProps3.xml><?xml version="1.0" encoding="utf-8"?>
<ds:datastoreItem xmlns:ds="http://schemas.openxmlformats.org/officeDocument/2006/customXml" ds:itemID="{B376C618-0AD5-4A18-A9A0-EDF5E9BB58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3beee07-be85-4858-810d-711279ada85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Edge</Template>
  <TotalTime>3391</TotalTime>
  <Words>5038</Words>
  <Application>Microsoft Macintosh PowerPoint</Application>
  <PresentationFormat>On-screen Show (4:3)</PresentationFormat>
  <Paragraphs>595</Paragraphs>
  <Slides>57</Slides>
  <Notes>30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57</vt:i4>
      </vt:variant>
    </vt:vector>
  </HeadingPairs>
  <TitlesOfParts>
    <vt:vector size="64" baseType="lpstr">
      <vt:lpstr>Arial</vt:lpstr>
      <vt:lpstr>Symbol</vt:lpstr>
      <vt:lpstr>Tahoma</vt:lpstr>
      <vt:lpstr>Verdana</vt:lpstr>
      <vt:lpstr>Wingdings</vt:lpstr>
      <vt:lpstr>Wingdings 2</vt:lpstr>
      <vt:lpstr>Edge</vt:lpstr>
      <vt:lpstr>Chương 04</vt:lpstr>
      <vt:lpstr>Nội dung chi tiết</vt:lpstr>
      <vt:lpstr>Quá trình thiết kế CSDL</vt:lpstr>
      <vt:lpstr>Quá trình thiết kế CSDL (tt)</vt:lpstr>
      <vt:lpstr>Nội dung chi tiết</vt:lpstr>
      <vt:lpstr>Mô hình thực thể kết hợp</vt:lpstr>
      <vt:lpstr>Tập thực thể</vt:lpstr>
      <vt:lpstr>Tập thực thể (tt)</vt:lpstr>
      <vt:lpstr>Tập thực thể - VD</vt:lpstr>
      <vt:lpstr>Tập thực thể - VD (tt)</vt:lpstr>
      <vt:lpstr>Thuộc tính</vt:lpstr>
      <vt:lpstr>Tập thuộc tính – VD (tt)</vt:lpstr>
      <vt:lpstr>Mối quan hệ</vt:lpstr>
      <vt:lpstr>Lược đồ E/R</vt:lpstr>
      <vt:lpstr>VD lược đồ E/R</vt:lpstr>
      <vt:lpstr>Thể hiện của lược đồ E/R</vt:lpstr>
      <vt:lpstr>Thể hiện của mối quan hệ</vt:lpstr>
      <vt:lpstr>Mối quan hệ - Multiplicity</vt:lpstr>
      <vt:lpstr>Mối quan hệ - Multiplicity (tt)</vt:lpstr>
      <vt:lpstr>Mối quan hệ - Multiplicity (tt)</vt:lpstr>
      <vt:lpstr>Mối quan hệ - Multiplicity (tt)</vt:lpstr>
      <vt:lpstr>Mối quan hệ - Vai trò</vt:lpstr>
      <vt:lpstr>Thuộc tính trên mối quan hệ</vt:lpstr>
      <vt:lpstr>Grow’s foot notation</vt:lpstr>
      <vt:lpstr>Thuộc tính khóa</vt:lpstr>
      <vt:lpstr>Ví dụ thuộc tính khóa </vt:lpstr>
      <vt:lpstr>Tập thực thể yếu</vt:lpstr>
      <vt:lpstr>Tập thực thể yếu (tt)</vt:lpstr>
      <vt:lpstr>Nội dung chi tiết</vt:lpstr>
      <vt:lpstr>Các bước thiết kế</vt:lpstr>
      <vt:lpstr>Qui tắc thiết kế</vt:lpstr>
      <vt:lpstr>Nội dung chi tiết</vt:lpstr>
      <vt:lpstr>VD1 ‘Quản lý điểm sinh viên’</vt:lpstr>
      <vt:lpstr>VD1 ‘Quản lý điểm sinh viên’</vt:lpstr>
      <vt:lpstr>VD1 ‘Quản lý điểm sinh viên’</vt:lpstr>
      <vt:lpstr>VD1 ‘Quản lý điểm sinh viên’</vt:lpstr>
      <vt:lpstr>VD1 ‘Quản lý điểm sinh viên’</vt:lpstr>
      <vt:lpstr>VD1 ‘Quản lý điểm sinh viên’</vt:lpstr>
      <vt:lpstr>VD1 ‘Quản lý điểm sinh viên’</vt:lpstr>
      <vt:lpstr>VD1 ‘Quản lý điểm sinh viên’</vt:lpstr>
      <vt:lpstr>VD1 ‘Quản lý điểm sinh viên’</vt:lpstr>
      <vt:lpstr>VD1 ‘Quản lý điểm sinh viên’</vt:lpstr>
      <vt:lpstr>VD2 ‘Quản lý đề án công ty’</vt:lpstr>
      <vt:lpstr>VD2 ‘Quản lý đề án công ty’</vt:lpstr>
      <vt:lpstr>VD2 ‘Quản lý đề án công ty’</vt:lpstr>
      <vt:lpstr>VD2 ‘Quản lý đề án công ty’</vt:lpstr>
      <vt:lpstr>VD2 ‘Quản lý đề án công ty’</vt:lpstr>
      <vt:lpstr>VD2 ‘Quản lý đề án công ty’</vt:lpstr>
      <vt:lpstr>VD2 ‘Quản lý đề án công ty’</vt:lpstr>
      <vt:lpstr>VD2 ‘Quản lý đề án công ty’</vt:lpstr>
      <vt:lpstr>VD2 ‘Quản lý đề án công ty’</vt:lpstr>
      <vt:lpstr>VD2 ‘Quản lý đề án công ty’</vt:lpstr>
      <vt:lpstr>VD2 ‘Quản lý đề án công ty’</vt:lpstr>
      <vt:lpstr>Bài tập 1</vt:lpstr>
      <vt:lpstr>Bài tập 2</vt:lpstr>
      <vt:lpstr>Bài tập 3</vt:lpstr>
      <vt:lpstr>PowerPoint Presentation</vt:lpstr>
    </vt:vector>
  </TitlesOfParts>
  <Company>SRDC METU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Semantics of Web Services</dc:title>
  <dc:creator>Asuman Dogac</dc:creator>
  <cp:lastModifiedBy>Minh Thai Tran</cp:lastModifiedBy>
  <cp:revision>359</cp:revision>
  <dcterms:created xsi:type="dcterms:W3CDTF">2003-05-25T12:47:52Z</dcterms:created>
  <dcterms:modified xsi:type="dcterms:W3CDTF">2025-03-16T14:07:33Z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0x0101004A476E08983BAD419130078E0A4D7CDC</vt:lpwstr>
  </property>
</Properties>
</file>