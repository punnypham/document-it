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4"/>
  </p:sldMasterIdLst>
  <p:notesMasterIdLst>
    <p:notesMasterId r:id="rId59"/>
  </p:notesMasterIdLst>
  <p:sldIdLst>
    <p:sldId id="256" r:id="rId5"/>
    <p:sldId id="258" r:id="rId6"/>
    <p:sldId id="489" r:id="rId7"/>
    <p:sldId id="490" r:id="rId8"/>
    <p:sldId id="491" r:id="rId9"/>
    <p:sldId id="492" r:id="rId10"/>
    <p:sldId id="493" r:id="rId11"/>
    <p:sldId id="494" r:id="rId12"/>
    <p:sldId id="495" r:id="rId13"/>
    <p:sldId id="496" r:id="rId14"/>
    <p:sldId id="447" r:id="rId15"/>
    <p:sldId id="445" r:id="rId16"/>
    <p:sldId id="297" r:id="rId17"/>
    <p:sldId id="298" r:id="rId18"/>
    <p:sldId id="469" r:id="rId19"/>
    <p:sldId id="448" r:id="rId20"/>
    <p:sldId id="306" r:id="rId21"/>
    <p:sldId id="305" r:id="rId22"/>
    <p:sldId id="307" r:id="rId23"/>
    <p:sldId id="308" r:id="rId24"/>
    <p:sldId id="309" r:id="rId25"/>
    <p:sldId id="501" r:id="rId26"/>
    <p:sldId id="310" r:id="rId27"/>
    <p:sldId id="311" r:id="rId28"/>
    <p:sldId id="497" r:id="rId29"/>
    <p:sldId id="470" r:id="rId30"/>
    <p:sldId id="435" r:id="rId31"/>
    <p:sldId id="312" r:id="rId32"/>
    <p:sldId id="316" r:id="rId33"/>
    <p:sldId id="317" r:id="rId34"/>
    <p:sldId id="314" r:id="rId35"/>
    <p:sldId id="318" r:id="rId36"/>
    <p:sldId id="502" r:id="rId37"/>
    <p:sldId id="449" r:id="rId38"/>
    <p:sldId id="450" r:id="rId39"/>
    <p:sldId id="451" r:id="rId40"/>
    <p:sldId id="452" r:id="rId41"/>
    <p:sldId id="453" r:id="rId42"/>
    <p:sldId id="454" r:id="rId43"/>
    <p:sldId id="455" r:id="rId44"/>
    <p:sldId id="498" r:id="rId45"/>
    <p:sldId id="503" r:id="rId46"/>
    <p:sldId id="457" r:id="rId47"/>
    <p:sldId id="458" r:id="rId48"/>
    <p:sldId id="459" r:id="rId49"/>
    <p:sldId id="460" r:id="rId50"/>
    <p:sldId id="471" r:id="rId51"/>
    <p:sldId id="461" r:id="rId52"/>
    <p:sldId id="472" r:id="rId53"/>
    <p:sldId id="499" r:id="rId54"/>
    <p:sldId id="463" r:id="rId55"/>
    <p:sldId id="464" r:id="rId56"/>
    <p:sldId id="500" r:id="rId57"/>
    <p:sldId id="465" r:id="rId5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777777"/>
    <a:srgbClr val="FF3333"/>
    <a:srgbClr val="CC0000"/>
    <a:srgbClr val="FF3300"/>
    <a:srgbClr val="FFFF99"/>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61" autoAdjust="0"/>
    <p:restoredTop sz="91134" autoAdjust="0"/>
  </p:normalViewPr>
  <p:slideViewPr>
    <p:cSldViewPr>
      <p:cViewPr varScale="1">
        <p:scale>
          <a:sx n="79" d="100"/>
          <a:sy n="79" d="100"/>
        </p:scale>
        <p:origin x="2288" y="5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Thai Tran" userId="996740aabe1fc7dc" providerId="LiveId" clId="{4473FE43-0311-C348-B614-08953D703CE0}"/>
    <pc:docChg chg="modSld">
      <pc:chgData name="Minh Thai Tran" userId="996740aabe1fc7dc" providerId="LiveId" clId="{4473FE43-0311-C348-B614-08953D703CE0}" dt="2025-02-09T14:21:59.125" v="13" actId="20577"/>
      <pc:docMkLst>
        <pc:docMk/>
      </pc:docMkLst>
      <pc:sldChg chg="modSp mod">
        <pc:chgData name="Minh Thai Tran" userId="996740aabe1fc7dc" providerId="LiveId" clId="{4473FE43-0311-C348-B614-08953D703CE0}" dt="2025-02-09T14:12:49.907" v="7" actId="20577"/>
        <pc:sldMkLst>
          <pc:docMk/>
          <pc:sldMk cId="0" sldId="256"/>
        </pc:sldMkLst>
        <pc:spChg chg="mod">
          <ac:chgData name="Minh Thai Tran" userId="996740aabe1fc7dc" providerId="LiveId" clId="{4473FE43-0311-C348-B614-08953D703CE0}" dt="2025-02-09T14:12:49.907" v="7" actId="20577"/>
          <ac:spMkLst>
            <pc:docMk/>
            <pc:sldMk cId="0" sldId="256"/>
            <ac:spMk id="4100" creationId="{0583E417-2BA2-4416-96D8-7A795EA0F63A}"/>
          </ac:spMkLst>
        </pc:spChg>
      </pc:sldChg>
      <pc:sldChg chg="modSp mod">
        <pc:chgData name="Minh Thai Tran" userId="996740aabe1fc7dc" providerId="LiveId" clId="{4473FE43-0311-C348-B614-08953D703CE0}" dt="2025-02-09T14:21:59.125" v="13" actId="20577"/>
        <pc:sldMkLst>
          <pc:docMk/>
          <pc:sldMk cId="0" sldId="308"/>
        </pc:sldMkLst>
        <pc:spChg chg="mod">
          <ac:chgData name="Minh Thai Tran" userId="996740aabe1fc7dc" providerId="LiveId" clId="{4473FE43-0311-C348-B614-08953D703CE0}" dt="2025-02-09T14:21:59.125" v="13" actId="20577"/>
          <ac:spMkLst>
            <pc:docMk/>
            <pc:sldMk cId="0" sldId="308"/>
            <ac:spMk id="22533" creationId="{B3FF2927-1567-4D7B-8856-EB83CD9A39AE}"/>
          </ac:spMkLst>
        </pc:spChg>
      </pc:sldChg>
    </pc:docChg>
  </pc:docChgLst>
  <pc:docChgLst>
    <pc:chgData name="Minh Thai Tran" userId="996740aabe1fc7dc" providerId="LiveId" clId="{4D0063AC-F45A-564F-A7BA-E08016B7CDA0}"/>
    <pc:docChg chg="custSel addSld delSld modSld">
      <pc:chgData name="Minh Thai Tran" userId="996740aabe1fc7dc" providerId="LiveId" clId="{4D0063AC-F45A-564F-A7BA-E08016B7CDA0}" dt="2023-02-22T00:14:27.428" v="372" actId="1076"/>
      <pc:docMkLst>
        <pc:docMk/>
      </pc:docMkLst>
      <pc:sldChg chg="modSp mod">
        <pc:chgData name="Minh Thai Tran" userId="996740aabe1fc7dc" providerId="LiveId" clId="{4D0063AC-F45A-564F-A7BA-E08016B7CDA0}" dt="2023-02-07T08:27:59.343" v="22" actId="20577"/>
        <pc:sldMkLst>
          <pc:docMk/>
          <pc:sldMk cId="0" sldId="256"/>
        </pc:sldMkLst>
      </pc:sldChg>
      <pc:sldChg chg="modSp mod">
        <pc:chgData name="Minh Thai Tran" userId="996740aabe1fc7dc" providerId="LiveId" clId="{4D0063AC-F45A-564F-A7BA-E08016B7CDA0}" dt="2023-02-14T03:20:37.646" v="106" actId="20577"/>
        <pc:sldMkLst>
          <pc:docMk/>
          <pc:sldMk cId="0" sldId="258"/>
        </pc:sldMkLst>
      </pc:sldChg>
      <pc:sldChg chg="modSp mod">
        <pc:chgData name="Minh Thai Tran" userId="996740aabe1fc7dc" providerId="LiveId" clId="{4D0063AC-F45A-564F-A7BA-E08016B7CDA0}" dt="2023-02-14T03:20:57.722" v="108" actId="2710"/>
        <pc:sldMkLst>
          <pc:docMk/>
          <pc:sldMk cId="0" sldId="297"/>
        </pc:sldMkLst>
      </pc:sldChg>
      <pc:sldChg chg="modSp mod">
        <pc:chgData name="Minh Thai Tran" userId="996740aabe1fc7dc" providerId="LiveId" clId="{4D0063AC-F45A-564F-A7BA-E08016B7CDA0}" dt="2023-02-13T08:16:51.790" v="97" actId="20577"/>
        <pc:sldMkLst>
          <pc:docMk/>
          <pc:sldMk cId="0" sldId="298"/>
        </pc:sldMkLst>
      </pc:sldChg>
      <pc:sldChg chg="addSp delSp modSp mod modAnim">
        <pc:chgData name="Minh Thai Tran" userId="996740aabe1fc7dc" providerId="LiveId" clId="{4D0063AC-F45A-564F-A7BA-E08016B7CDA0}" dt="2023-02-14T08:36:05.153" v="202"/>
        <pc:sldMkLst>
          <pc:docMk/>
          <pc:sldMk cId="0" sldId="448"/>
        </pc:sldMkLst>
      </pc:sldChg>
      <pc:sldChg chg="modSp mod">
        <pc:chgData name="Minh Thai Tran" userId="996740aabe1fc7dc" providerId="LiveId" clId="{4D0063AC-F45A-564F-A7BA-E08016B7CDA0}" dt="2023-02-13T08:17:47.466" v="104" actId="20577"/>
        <pc:sldMkLst>
          <pc:docMk/>
          <pc:sldMk cId="0" sldId="459"/>
        </pc:sldMkLst>
      </pc:sldChg>
      <pc:sldChg chg="add">
        <pc:chgData name="Minh Thai Tran" userId="996740aabe1fc7dc" providerId="LiveId" clId="{4D0063AC-F45A-564F-A7BA-E08016B7CDA0}" dt="2023-02-15T02:37:29.708" v="204"/>
        <pc:sldMkLst>
          <pc:docMk/>
          <pc:sldMk cId="186113304" sldId="470"/>
        </pc:sldMkLst>
      </pc:sldChg>
      <pc:sldChg chg="del">
        <pc:chgData name="Minh Thai Tran" userId="996740aabe1fc7dc" providerId="LiveId" clId="{4D0063AC-F45A-564F-A7BA-E08016B7CDA0}" dt="2023-02-15T02:37:20.773" v="203" actId="2696"/>
        <pc:sldMkLst>
          <pc:docMk/>
          <pc:sldMk cId="3483474326" sldId="470"/>
        </pc:sldMkLst>
      </pc:sldChg>
      <pc:sldChg chg="modSp mod">
        <pc:chgData name="Minh Thai Tran" userId="996740aabe1fc7dc" providerId="LiveId" clId="{4D0063AC-F45A-564F-A7BA-E08016B7CDA0}" dt="2023-02-13T08:13:28.413" v="51" actId="114"/>
        <pc:sldMkLst>
          <pc:docMk/>
          <pc:sldMk cId="3711532220" sldId="490"/>
        </pc:sldMkLst>
      </pc:sldChg>
      <pc:sldChg chg="modSp mod">
        <pc:chgData name="Minh Thai Tran" userId="996740aabe1fc7dc" providerId="LiveId" clId="{4D0063AC-F45A-564F-A7BA-E08016B7CDA0}" dt="2023-02-13T08:14:25.988" v="66" actId="14100"/>
        <pc:sldMkLst>
          <pc:docMk/>
          <pc:sldMk cId="1419948148" sldId="491"/>
        </pc:sldMkLst>
      </pc:sldChg>
      <pc:sldChg chg="modSp mod">
        <pc:chgData name="Minh Thai Tran" userId="996740aabe1fc7dc" providerId="LiveId" clId="{4D0063AC-F45A-564F-A7BA-E08016B7CDA0}" dt="2023-02-13T08:14:35.276" v="67" actId="20577"/>
        <pc:sldMkLst>
          <pc:docMk/>
          <pc:sldMk cId="1889841801" sldId="493"/>
        </pc:sldMkLst>
      </pc:sldChg>
      <pc:sldChg chg="modSp mod">
        <pc:chgData name="Minh Thai Tran" userId="996740aabe1fc7dc" providerId="LiveId" clId="{4D0063AC-F45A-564F-A7BA-E08016B7CDA0}" dt="2023-02-07T08:26:43.426" v="1" actId="20577"/>
        <pc:sldMkLst>
          <pc:docMk/>
          <pc:sldMk cId="2313002032" sldId="494"/>
        </pc:sldMkLst>
      </pc:sldChg>
      <pc:sldChg chg="delSp modSp add mod">
        <pc:chgData name="Minh Thai Tran" userId="996740aabe1fc7dc" providerId="LiveId" clId="{4D0063AC-F45A-564F-A7BA-E08016B7CDA0}" dt="2023-02-15T02:39:08.282" v="340" actId="1038"/>
        <pc:sldMkLst>
          <pc:docMk/>
          <pc:sldMk cId="3205832614" sldId="502"/>
        </pc:sldMkLst>
      </pc:sldChg>
      <pc:sldChg chg="addSp delSp modSp new mod">
        <pc:chgData name="Minh Thai Tran" userId="996740aabe1fc7dc" providerId="LiveId" clId="{4D0063AC-F45A-564F-A7BA-E08016B7CDA0}" dt="2023-02-22T00:14:27.428" v="372" actId="1076"/>
        <pc:sldMkLst>
          <pc:docMk/>
          <pc:sldMk cId="1457060603" sldId="503"/>
        </pc:sldMkLst>
      </pc:sldChg>
    </pc:docChg>
  </pc:docChgLst>
  <pc:docChgLst>
    <pc:chgData name="Minh Thai Tran" userId="996740aabe1fc7dc" providerId="LiveId" clId="{AB5A8C67-6937-824D-BF23-D78216E7BAA8}"/>
    <pc:docChg chg="delSld modSld">
      <pc:chgData name="Minh Thai Tran" userId="996740aabe1fc7dc" providerId="LiveId" clId="{AB5A8C67-6937-824D-BF23-D78216E7BAA8}" dt="2024-01-19T08:14:08.166" v="208" actId="14100"/>
      <pc:docMkLst>
        <pc:docMk/>
      </pc:docMkLst>
      <pc:sldChg chg="modSp mod">
        <pc:chgData name="Minh Thai Tran" userId="996740aabe1fc7dc" providerId="LiveId" clId="{AB5A8C67-6937-824D-BF23-D78216E7BAA8}" dt="2024-01-15T04:21:20.069" v="10" actId="207"/>
        <pc:sldMkLst>
          <pc:docMk/>
          <pc:sldMk cId="0" sldId="452"/>
        </pc:sldMkLst>
      </pc:sldChg>
      <pc:sldChg chg="del">
        <pc:chgData name="Minh Thai Tran" userId="996740aabe1fc7dc" providerId="LiveId" clId="{AB5A8C67-6937-824D-BF23-D78216E7BAA8}" dt="2024-01-19T08:12:19.315" v="120" actId="2696"/>
        <pc:sldMkLst>
          <pc:docMk/>
          <pc:sldMk cId="0" sldId="456"/>
        </pc:sldMkLst>
      </pc:sldChg>
      <pc:sldChg chg="modSp">
        <pc:chgData name="Minh Thai Tran" userId="996740aabe1fc7dc" providerId="LiveId" clId="{AB5A8C67-6937-824D-BF23-D78216E7BAA8}" dt="2024-01-19T08:08:28.563" v="21" actId="1036"/>
        <pc:sldMkLst>
          <pc:docMk/>
          <pc:sldMk cId="0" sldId="457"/>
        </pc:sldMkLst>
      </pc:sldChg>
      <pc:sldChg chg="modSp mod">
        <pc:chgData name="Minh Thai Tran" userId="996740aabe1fc7dc" providerId="LiveId" clId="{AB5A8C67-6937-824D-BF23-D78216E7BAA8}" dt="2024-01-19T08:08:39.119" v="22" actId="20577"/>
        <pc:sldMkLst>
          <pc:docMk/>
          <pc:sldMk cId="0" sldId="458"/>
        </pc:sldMkLst>
      </pc:sldChg>
      <pc:sldChg chg="del">
        <pc:chgData name="Minh Thai Tran" userId="996740aabe1fc7dc" providerId="LiveId" clId="{AB5A8C67-6937-824D-BF23-D78216E7BAA8}" dt="2024-01-19T08:13:30.226" v="144" actId="2696"/>
        <pc:sldMkLst>
          <pc:docMk/>
          <pc:sldMk cId="0" sldId="462"/>
        </pc:sldMkLst>
      </pc:sldChg>
      <pc:sldChg chg="modSp mod">
        <pc:chgData name="Minh Thai Tran" userId="996740aabe1fc7dc" providerId="LiveId" clId="{AB5A8C67-6937-824D-BF23-D78216E7BAA8}" dt="2024-01-15T02:23:38.912" v="7" actId="20577"/>
        <pc:sldMkLst>
          <pc:docMk/>
          <pc:sldMk cId="3181011980" sldId="497"/>
        </pc:sldMkLst>
      </pc:sldChg>
      <pc:sldChg chg="modSp mod">
        <pc:chgData name="Minh Thai Tran" userId="996740aabe1fc7dc" providerId="LiveId" clId="{AB5A8C67-6937-824D-BF23-D78216E7BAA8}" dt="2024-01-19T08:13:36.459" v="161" actId="20577"/>
        <pc:sldMkLst>
          <pc:docMk/>
          <pc:sldMk cId="4189261759" sldId="499"/>
        </pc:sldMkLst>
      </pc:sldChg>
      <pc:sldChg chg="modSp mod">
        <pc:chgData name="Minh Thai Tran" userId="996740aabe1fc7dc" providerId="LiveId" clId="{AB5A8C67-6937-824D-BF23-D78216E7BAA8}" dt="2024-01-19T08:13:46.152" v="186" actId="20577"/>
        <pc:sldMkLst>
          <pc:docMk/>
          <pc:sldMk cId="441904260" sldId="500"/>
        </pc:sldMkLst>
      </pc:sldChg>
      <pc:sldChg chg="addSp modSp mod">
        <pc:chgData name="Minh Thai Tran" userId="996740aabe1fc7dc" providerId="LiveId" clId="{AB5A8C67-6937-824D-BF23-D78216E7BAA8}" dt="2024-01-19T08:14:08.166" v="208" actId="14100"/>
        <pc:sldMkLst>
          <pc:docMk/>
          <pc:sldMk cId="1457060603" sldId="503"/>
        </pc:sldMkLst>
      </pc:sldChg>
    </pc:docChg>
  </pc:docChgLst>
  <pc:docChgLst>
    <pc:chgData name="Minh Thai Tran" userId="996740aabe1fc7dc" providerId="LiveId" clId="{A220A983-3E58-C241-A18F-4AFC2DBB7FFA}"/>
    <pc:docChg chg="undo custSel addSld modSld">
      <pc:chgData name="Minh Thai Tran" userId="996740aabe1fc7dc" providerId="LiveId" clId="{A220A983-3E58-C241-A18F-4AFC2DBB7FFA}" dt="2022-03-11T04:15:17.469" v="276" actId="20577"/>
      <pc:docMkLst>
        <pc:docMk/>
      </pc:docMkLst>
      <pc:sldChg chg="modSp mod">
        <pc:chgData name="Minh Thai Tran" userId="996740aabe1fc7dc" providerId="LiveId" clId="{A220A983-3E58-C241-A18F-4AFC2DBB7FFA}" dt="2022-03-11T04:15:17.469" v="276" actId="20577"/>
        <pc:sldMkLst>
          <pc:docMk/>
          <pc:sldMk cId="0" sldId="256"/>
        </pc:sldMkLst>
      </pc:sldChg>
      <pc:sldChg chg="addSp modSp mod">
        <pc:chgData name="Minh Thai Tran" userId="996740aabe1fc7dc" providerId="LiveId" clId="{A220A983-3E58-C241-A18F-4AFC2DBB7FFA}" dt="2022-03-11T04:14:52.449" v="247" actId="122"/>
        <pc:sldMkLst>
          <pc:docMk/>
          <pc:sldMk cId="0" sldId="452"/>
        </pc:sldMkLst>
      </pc:sldChg>
      <pc:sldChg chg="addSp modSp mod modClrScheme chgLayout">
        <pc:chgData name="Minh Thai Tran" userId="996740aabe1fc7dc" providerId="LiveId" clId="{A220A983-3E58-C241-A18F-4AFC2DBB7FFA}" dt="2022-03-11T04:07:32.865" v="239" actId="14100"/>
        <pc:sldMkLst>
          <pc:docMk/>
          <pc:sldMk cId="1419948148" sldId="491"/>
        </pc:sldMkLst>
      </pc:sldChg>
      <pc:sldChg chg="addSp modSp add mod modClrScheme chgLayout">
        <pc:chgData name="Minh Thai Tran" userId="996740aabe1fc7dc" providerId="LiveId" clId="{A220A983-3E58-C241-A18F-4AFC2DBB7FFA}" dt="2022-03-11T04:04:11.221" v="209" actId="14100"/>
        <pc:sldMkLst>
          <pc:docMk/>
          <pc:sldMk cId="2313002032" sldId="494"/>
        </pc:sldMkLst>
      </pc:sldChg>
      <pc:sldChg chg="addSp modSp add mod modClrScheme chgLayout">
        <pc:chgData name="Minh Thai Tran" userId="996740aabe1fc7dc" providerId="LiveId" clId="{A220A983-3E58-C241-A18F-4AFC2DBB7FFA}" dt="2022-03-11T04:04:36.518" v="220" actId="255"/>
        <pc:sldMkLst>
          <pc:docMk/>
          <pc:sldMk cId="207919977" sldId="495"/>
        </pc:sldMkLst>
      </pc:sldChg>
      <pc:sldChg chg="addSp modSp add mod modClrScheme chgLayout">
        <pc:chgData name="Minh Thai Tran" userId="996740aabe1fc7dc" providerId="LiveId" clId="{A220A983-3E58-C241-A18F-4AFC2DBB7FFA}" dt="2022-03-11T04:05:03.151" v="226" actId="14100"/>
        <pc:sldMkLst>
          <pc:docMk/>
          <pc:sldMk cId="3761483788" sldId="496"/>
        </pc:sldMkLst>
      </pc:sldChg>
    </pc:docChg>
  </pc:docChgLst>
  <pc:docChgLst>
    <pc:chgData name="Minh Thai Tran" userId="996740aabe1fc7dc" providerId="LiveId" clId="{985F738E-5674-0F48-A257-A51ACAF74D1B}"/>
    <pc:docChg chg="custSel modSld">
      <pc:chgData name="Minh Thai Tran" userId="996740aabe1fc7dc" providerId="LiveId" clId="{985F738E-5674-0F48-A257-A51ACAF74D1B}" dt="2024-01-07T15:43:43.625" v="181" actId="20577"/>
      <pc:docMkLst>
        <pc:docMk/>
      </pc:docMkLst>
      <pc:sldChg chg="modSp">
        <pc:chgData name="Minh Thai Tran" userId="996740aabe1fc7dc" providerId="LiveId" clId="{985F738E-5674-0F48-A257-A51ACAF74D1B}" dt="2024-01-07T15:43:43.625" v="181" actId="20577"/>
        <pc:sldMkLst>
          <pc:docMk/>
          <pc:sldMk cId="0" sldId="256"/>
        </pc:sldMkLst>
      </pc:sldChg>
      <pc:sldChg chg="addSp modSp mod modClrScheme chgLayout">
        <pc:chgData name="Minh Thai Tran" userId="996740aabe1fc7dc" providerId="LiveId" clId="{985F738E-5674-0F48-A257-A51ACAF74D1B}" dt="2024-01-07T15:33:56.740" v="163" actId="20577"/>
        <pc:sldMkLst>
          <pc:docMk/>
          <pc:sldMk cId="0" sldId="297"/>
        </pc:sldMkLst>
      </pc:sldChg>
      <pc:sldChg chg="modSp">
        <pc:chgData name="Minh Thai Tran" userId="996740aabe1fc7dc" providerId="LiveId" clId="{985F738E-5674-0F48-A257-A51ACAF74D1B}" dt="2024-01-07T15:39:45.314" v="166" actId="20577"/>
        <pc:sldMkLst>
          <pc:docMk/>
          <pc:sldMk cId="0" sldId="458"/>
        </pc:sldMkLst>
      </pc:sldChg>
    </pc:docChg>
  </pc:docChgLst>
  <pc:docChgLst>
    <pc:chgData name="Minh Thai Tran" userId="996740aabe1fc7dc" providerId="LiveId" clId="{3C27F63A-6CAE-4677-8DB9-35A9268DEF08}"/>
    <pc:docChg chg="custSel addSld modSld">
      <pc:chgData name="Minh Thai Tran" userId="996740aabe1fc7dc" providerId="LiveId" clId="{3C27F63A-6CAE-4677-8DB9-35A9268DEF08}" dt="2023-02-14T15:19:48.890" v="1518" actId="20577"/>
      <pc:docMkLst>
        <pc:docMk/>
      </pc:docMkLst>
      <pc:sldChg chg="addSp modSp mod">
        <pc:chgData name="Minh Thai Tran" userId="996740aabe1fc7dc" providerId="LiveId" clId="{3C27F63A-6CAE-4677-8DB9-35A9268DEF08}" dt="2023-02-14T15:08:47.245" v="1282"/>
        <pc:sldMkLst>
          <pc:docMk/>
          <pc:sldMk cId="0" sldId="305"/>
        </pc:sldMkLst>
      </pc:sldChg>
      <pc:sldChg chg="addSp modSp mod">
        <pc:chgData name="Minh Thai Tran" userId="996740aabe1fc7dc" providerId="LiveId" clId="{3C27F63A-6CAE-4677-8DB9-35A9268DEF08}" dt="2023-02-14T15:08:31.596" v="1274" actId="14100"/>
        <pc:sldMkLst>
          <pc:docMk/>
          <pc:sldMk cId="0" sldId="308"/>
        </pc:sldMkLst>
      </pc:sldChg>
      <pc:sldChg chg="addSp delSp modSp mod modAnim">
        <pc:chgData name="Minh Thai Tran" userId="996740aabe1fc7dc" providerId="LiveId" clId="{3C27F63A-6CAE-4677-8DB9-35A9268DEF08}" dt="2023-02-14T15:10:40.958" v="1308" actId="1076"/>
        <pc:sldMkLst>
          <pc:docMk/>
          <pc:sldMk cId="0" sldId="309"/>
        </pc:sldMkLst>
      </pc:sldChg>
      <pc:sldChg chg="modSp">
        <pc:chgData name="Minh Thai Tran" userId="996740aabe1fc7dc" providerId="LiveId" clId="{3C27F63A-6CAE-4677-8DB9-35A9268DEF08}" dt="2023-02-14T15:14:41.298" v="1408" actId="20577"/>
        <pc:sldMkLst>
          <pc:docMk/>
          <pc:sldMk cId="0" sldId="310"/>
        </pc:sldMkLst>
      </pc:sldChg>
      <pc:sldChg chg="modSp">
        <pc:chgData name="Minh Thai Tran" userId="996740aabe1fc7dc" providerId="LiveId" clId="{3C27F63A-6CAE-4677-8DB9-35A9268DEF08}" dt="2023-02-14T15:16:07.599" v="1426" actId="6549"/>
        <pc:sldMkLst>
          <pc:docMk/>
          <pc:sldMk cId="0" sldId="311"/>
        </pc:sldMkLst>
      </pc:sldChg>
      <pc:sldChg chg="modSp mod">
        <pc:chgData name="Minh Thai Tran" userId="996740aabe1fc7dc" providerId="LiveId" clId="{3C27F63A-6CAE-4677-8DB9-35A9268DEF08}" dt="2023-02-14T15:18:30.443" v="1495"/>
        <pc:sldMkLst>
          <pc:docMk/>
          <pc:sldMk cId="0" sldId="317"/>
        </pc:sldMkLst>
      </pc:sldChg>
      <pc:sldChg chg="modSp mod">
        <pc:chgData name="Minh Thai Tran" userId="996740aabe1fc7dc" providerId="LiveId" clId="{3C27F63A-6CAE-4677-8DB9-35A9268DEF08}" dt="2023-02-14T15:18:56.582" v="1516" actId="20577"/>
        <pc:sldMkLst>
          <pc:docMk/>
          <pc:sldMk cId="0" sldId="318"/>
        </pc:sldMkLst>
      </pc:sldChg>
      <pc:sldChg chg="modSp mod">
        <pc:chgData name="Minh Thai Tran" userId="996740aabe1fc7dc" providerId="LiveId" clId="{3C27F63A-6CAE-4677-8DB9-35A9268DEF08}" dt="2023-02-14T15:19:48.890" v="1518" actId="20577"/>
        <pc:sldMkLst>
          <pc:docMk/>
          <pc:sldMk cId="0" sldId="452"/>
        </pc:sldMkLst>
      </pc:sldChg>
      <pc:sldChg chg="addSp modSp new mod">
        <pc:chgData name="Minh Thai Tran" userId="996740aabe1fc7dc" providerId="LiveId" clId="{3C27F63A-6CAE-4677-8DB9-35A9268DEF08}" dt="2023-02-14T15:03:49.882" v="1246" actId="6549"/>
        <pc:sldMkLst>
          <pc:docMk/>
          <pc:sldMk cId="3181011980" sldId="497"/>
        </pc:sldMkLst>
      </pc:sldChg>
      <pc:sldChg chg="addSp modSp new mod">
        <pc:chgData name="Minh Thai Tran" userId="996740aabe1fc7dc" providerId="LiveId" clId="{3C27F63A-6CAE-4677-8DB9-35A9268DEF08}" dt="2023-02-14T15:03:20.645" v="1211"/>
        <pc:sldMkLst>
          <pc:docMk/>
          <pc:sldMk cId="2663982986" sldId="498"/>
        </pc:sldMkLst>
      </pc:sldChg>
      <pc:sldChg chg="modSp new mod">
        <pc:chgData name="Minh Thai Tran" userId="996740aabe1fc7dc" providerId="LiveId" clId="{3C27F63A-6CAE-4677-8DB9-35A9268DEF08}" dt="2023-02-14T15:03:03.784" v="1207" actId="20577"/>
        <pc:sldMkLst>
          <pc:docMk/>
          <pc:sldMk cId="4189261759" sldId="499"/>
        </pc:sldMkLst>
      </pc:sldChg>
      <pc:sldChg chg="addSp modSp new mod">
        <pc:chgData name="Minh Thai Tran" userId="996740aabe1fc7dc" providerId="LiveId" clId="{3C27F63A-6CAE-4677-8DB9-35A9268DEF08}" dt="2023-02-14T15:02:47.701" v="1205"/>
        <pc:sldMkLst>
          <pc:docMk/>
          <pc:sldMk cId="441904260" sldId="500"/>
        </pc:sldMkLst>
      </pc:sldChg>
      <pc:sldChg chg="addSp delSp modSp add mod modAnim">
        <pc:chgData name="Minh Thai Tran" userId="996740aabe1fc7dc" providerId="LiveId" clId="{3C27F63A-6CAE-4677-8DB9-35A9268DEF08}" dt="2023-02-14T15:14:20.664" v="1407" actId="20577"/>
        <pc:sldMkLst>
          <pc:docMk/>
          <pc:sldMk cId="1173425690" sldId="5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734EB9F-497E-4EF1-A549-E2AE73A7215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87" name="Rectangle 3">
            <a:extLst>
              <a:ext uri="{FF2B5EF4-FFF2-40B4-BE49-F238E27FC236}">
                <a16:creationId xmlns:a16="http://schemas.microsoft.com/office/drawing/2014/main" id="{76958C42-75D6-41D6-902C-05DBB26E0CA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charset="0"/>
              </a:defRPr>
            </a:lvl1pPr>
          </a:lstStyle>
          <a:p>
            <a:pPr>
              <a:defRPr/>
            </a:pPr>
            <a:endParaRPr lang="en-US"/>
          </a:p>
        </p:txBody>
      </p:sp>
      <p:sp>
        <p:nvSpPr>
          <p:cNvPr id="3076" name="Rectangle 4">
            <a:extLst>
              <a:ext uri="{FF2B5EF4-FFF2-40B4-BE49-F238E27FC236}">
                <a16:creationId xmlns:a16="http://schemas.microsoft.com/office/drawing/2014/main" id="{FC14DA4E-3459-49C6-A31C-FD2F490787A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3266D365-3F5A-48EF-852F-A305742AF94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a:extLst>
              <a:ext uri="{FF2B5EF4-FFF2-40B4-BE49-F238E27FC236}">
                <a16:creationId xmlns:a16="http://schemas.microsoft.com/office/drawing/2014/main" id="{C34AFDE2-FD04-45C2-B76C-36462B0BFD9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91" name="Rectangle 7">
            <a:extLst>
              <a:ext uri="{FF2B5EF4-FFF2-40B4-BE49-F238E27FC236}">
                <a16:creationId xmlns:a16="http://schemas.microsoft.com/office/drawing/2014/main" id="{8E54DB8A-9AF4-4621-AC4C-7DAECA19C71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2DC946D0-D8A6-46F5-B404-0836CE51550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B128F48C-01CC-4012-91F3-ADA08F91F9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CFCAD9-3CDC-4AE5-9EDC-CA5AF8ED087F}" type="slidenum">
              <a:rPr lang="en-US" altLang="en-US"/>
              <a:pPr>
                <a:spcBef>
                  <a:spcPct val="0"/>
                </a:spcBef>
              </a:pPr>
              <a:t>2</a:t>
            </a:fld>
            <a:endParaRPr lang="en-US" altLang="en-US"/>
          </a:p>
        </p:txBody>
      </p:sp>
      <p:sp>
        <p:nvSpPr>
          <p:cNvPr id="6147" name="Rectangle 2">
            <a:extLst>
              <a:ext uri="{FF2B5EF4-FFF2-40B4-BE49-F238E27FC236}">
                <a16:creationId xmlns:a16="http://schemas.microsoft.com/office/drawing/2014/main" id="{2F6AA321-39BB-43EB-A34E-7FA19AC735AE}"/>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86355EF9-49BD-4543-8F4E-7C1DE057B3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8712167-3918-45E4-932A-D194E429A2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362555A-A8AD-41E8-8121-5D386088CF3D}" type="slidenum">
              <a:rPr lang="en-US" altLang="en-US"/>
              <a:pPr>
                <a:spcBef>
                  <a:spcPct val="0"/>
                </a:spcBef>
              </a:pPr>
              <a:t>13</a:t>
            </a:fld>
            <a:endParaRPr lang="en-US" altLang="en-US"/>
          </a:p>
        </p:txBody>
      </p:sp>
      <p:sp>
        <p:nvSpPr>
          <p:cNvPr id="10243" name="Rectangle 2">
            <a:extLst>
              <a:ext uri="{FF2B5EF4-FFF2-40B4-BE49-F238E27FC236}">
                <a16:creationId xmlns:a16="http://schemas.microsoft.com/office/drawing/2014/main" id="{310BCDE5-F10E-4127-A1DF-E4A9DBA28A8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F89624E7-B34E-4E4B-A9E4-66BF85E448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0F18C90C-0750-4366-922C-6E66060CF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1B20514-117C-4FB7-9B9B-99797E64520C}" type="slidenum">
              <a:rPr lang="en-US" altLang="en-US"/>
              <a:pPr>
                <a:spcBef>
                  <a:spcPct val="0"/>
                </a:spcBef>
              </a:pPr>
              <a:t>14</a:t>
            </a:fld>
            <a:endParaRPr lang="en-US" altLang="en-US"/>
          </a:p>
        </p:txBody>
      </p:sp>
      <p:sp>
        <p:nvSpPr>
          <p:cNvPr id="12291" name="Rectangle 2">
            <a:extLst>
              <a:ext uri="{FF2B5EF4-FFF2-40B4-BE49-F238E27FC236}">
                <a16:creationId xmlns:a16="http://schemas.microsoft.com/office/drawing/2014/main" id="{EA3D1966-9F43-4C9E-AF8E-4BC52A244BDD}"/>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88BABD13-EEC8-45AA-803C-E4C5168B07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0F18C90C-0750-4366-922C-6E66060CF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1B20514-117C-4FB7-9B9B-99797E64520C}" type="slidenum">
              <a:rPr lang="en-US" altLang="en-US"/>
              <a:pPr>
                <a:spcBef>
                  <a:spcPct val="0"/>
                </a:spcBef>
              </a:pPr>
              <a:t>15</a:t>
            </a:fld>
            <a:endParaRPr lang="en-US" altLang="en-US"/>
          </a:p>
        </p:txBody>
      </p:sp>
      <p:sp>
        <p:nvSpPr>
          <p:cNvPr id="12291" name="Rectangle 2">
            <a:extLst>
              <a:ext uri="{FF2B5EF4-FFF2-40B4-BE49-F238E27FC236}">
                <a16:creationId xmlns:a16="http://schemas.microsoft.com/office/drawing/2014/main" id="{EA3D1966-9F43-4C9E-AF8E-4BC52A244BDD}"/>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88BABD13-EEC8-45AA-803C-E4C5168B07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79900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1E212D5-4237-4A40-A1F0-33D72BCF2C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C5644A-3C32-48A2-9908-645805AA3837}" type="slidenum">
              <a:rPr lang="en-US" altLang="en-US"/>
              <a:pPr>
                <a:spcBef>
                  <a:spcPct val="0"/>
                </a:spcBef>
              </a:pPr>
              <a:t>17</a:t>
            </a:fld>
            <a:endParaRPr lang="en-US" altLang="en-US"/>
          </a:p>
        </p:txBody>
      </p:sp>
      <p:sp>
        <p:nvSpPr>
          <p:cNvPr id="17411" name="Rectangle 2">
            <a:extLst>
              <a:ext uri="{FF2B5EF4-FFF2-40B4-BE49-F238E27FC236}">
                <a16:creationId xmlns:a16="http://schemas.microsoft.com/office/drawing/2014/main" id="{19FB983A-0D49-424C-BE15-F13B5519B0C8}"/>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EFF7CC4B-AF52-451F-A02E-2F05EEE27D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F56D0179-DE4E-46EE-ACB6-7C850D98E4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9593307-6484-472F-83BE-1DD1E8716562}" type="slidenum">
              <a:rPr lang="en-US" altLang="en-US"/>
              <a:pPr>
                <a:spcBef>
                  <a:spcPct val="0"/>
                </a:spcBef>
              </a:pPr>
              <a:t>18</a:t>
            </a:fld>
            <a:endParaRPr lang="en-US" altLang="en-US"/>
          </a:p>
        </p:txBody>
      </p:sp>
      <p:sp>
        <p:nvSpPr>
          <p:cNvPr id="19459" name="Rectangle 2">
            <a:extLst>
              <a:ext uri="{FF2B5EF4-FFF2-40B4-BE49-F238E27FC236}">
                <a16:creationId xmlns:a16="http://schemas.microsoft.com/office/drawing/2014/main" id="{A322EB36-186C-44F5-B061-3B5188B1A16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26808C-C88B-4D69-BEF7-B41C3F7CDB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04D749D5-A6D6-4971-9F21-92B2DF37DD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C8ED7B9-8A91-43D7-AF13-C637D0B11E5D}" type="slidenum">
              <a:rPr lang="en-US" altLang="en-US"/>
              <a:pPr>
                <a:spcBef>
                  <a:spcPct val="0"/>
                </a:spcBef>
              </a:pPr>
              <a:t>19</a:t>
            </a:fld>
            <a:endParaRPr lang="en-US" altLang="en-US"/>
          </a:p>
        </p:txBody>
      </p:sp>
      <p:sp>
        <p:nvSpPr>
          <p:cNvPr id="21507" name="Rectangle 2">
            <a:extLst>
              <a:ext uri="{FF2B5EF4-FFF2-40B4-BE49-F238E27FC236}">
                <a16:creationId xmlns:a16="http://schemas.microsoft.com/office/drawing/2014/main" id="{52CEB49E-A56D-4AB8-A7D8-CBBA7636C8A5}"/>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9F8CDE1B-9483-4F71-B477-7F26E1D386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AAA20FB-D1FD-482D-9915-BC9C3E3198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48290CD-4FF5-4194-A359-25291A652FCF}" type="slidenum">
              <a:rPr lang="en-US" altLang="en-US"/>
              <a:pPr>
                <a:spcBef>
                  <a:spcPct val="0"/>
                </a:spcBef>
              </a:pPr>
              <a:t>20</a:t>
            </a:fld>
            <a:endParaRPr lang="en-US" altLang="en-US"/>
          </a:p>
        </p:txBody>
      </p:sp>
      <p:sp>
        <p:nvSpPr>
          <p:cNvPr id="23555" name="Rectangle 2">
            <a:extLst>
              <a:ext uri="{FF2B5EF4-FFF2-40B4-BE49-F238E27FC236}">
                <a16:creationId xmlns:a16="http://schemas.microsoft.com/office/drawing/2014/main" id="{14EC79F9-0342-4F40-8B7A-ECBAB41CE345}"/>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90DA518E-9E1D-4DC5-BA61-FBFE081D5F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5D1588F2-361A-4785-8DBA-203271E1FC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F32951-3ED1-41C1-BCF2-70CA9A474082}" type="slidenum">
              <a:rPr lang="en-US" altLang="en-US"/>
              <a:pPr>
                <a:spcBef>
                  <a:spcPct val="0"/>
                </a:spcBef>
              </a:pPr>
              <a:t>21</a:t>
            </a:fld>
            <a:endParaRPr lang="en-US" altLang="en-US"/>
          </a:p>
        </p:txBody>
      </p:sp>
      <p:sp>
        <p:nvSpPr>
          <p:cNvPr id="25603" name="Rectangle 2">
            <a:extLst>
              <a:ext uri="{FF2B5EF4-FFF2-40B4-BE49-F238E27FC236}">
                <a16:creationId xmlns:a16="http://schemas.microsoft.com/office/drawing/2014/main" id="{E45078B5-B4F5-412B-BACA-252F1DB29431}"/>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53D50B94-C7D5-4B20-A466-66B425E39B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5D1588F2-361A-4785-8DBA-203271E1FC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F32951-3ED1-41C1-BCF2-70CA9A474082}" type="slidenum">
              <a:rPr lang="en-US" altLang="en-US"/>
              <a:pPr>
                <a:spcBef>
                  <a:spcPct val="0"/>
                </a:spcBef>
              </a:pPr>
              <a:t>22</a:t>
            </a:fld>
            <a:endParaRPr lang="en-US" altLang="en-US"/>
          </a:p>
        </p:txBody>
      </p:sp>
      <p:sp>
        <p:nvSpPr>
          <p:cNvPr id="25603" name="Rectangle 2">
            <a:extLst>
              <a:ext uri="{FF2B5EF4-FFF2-40B4-BE49-F238E27FC236}">
                <a16:creationId xmlns:a16="http://schemas.microsoft.com/office/drawing/2014/main" id="{E45078B5-B4F5-412B-BACA-252F1DB29431}"/>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53D50B94-C7D5-4B20-A466-66B425E39B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73528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E26BA02-933C-4EDF-8152-FCFE4D55E7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FA117B-6795-4790-98FC-C1EE4B482E0F}" type="slidenum">
              <a:rPr lang="en-US" altLang="en-US"/>
              <a:pPr>
                <a:spcBef>
                  <a:spcPct val="0"/>
                </a:spcBef>
              </a:pPr>
              <a:t>23</a:t>
            </a:fld>
            <a:endParaRPr lang="en-US" altLang="en-US"/>
          </a:p>
        </p:txBody>
      </p:sp>
      <p:sp>
        <p:nvSpPr>
          <p:cNvPr id="27651" name="Rectangle 2">
            <a:extLst>
              <a:ext uri="{FF2B5EF4-FFF2-40B4-BE49-F238E27FC236}">
                <a16:creationId xmlns:a16="http://schemas.microsoft.com/office/drawing/2014/main" id="{B769322F-8414-4457-9366-2E1A2C97A6AB}"/>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3B43D50D-2CE4-47F1-9A5C-681CE08100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3E53A2FB-202D-44FB-92D8-8F20F40EB7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28B408-6DE8-4B84-BEE2-6FFE8A0E7E0D}" type="slidenum">
              <a:rPr lang="en-US" altLang="en-US"/>
              <a:pPr>
                <a:spcBef>
                  <a:spcPct val="0"/>
                </a:spcBef>
              </a:pPr>
              <a:t>24</a:t>
            </a:fld>
            <a:endParaRPr lang="en-US" altLang="en-US"/>
          </a:p>
        </p:txBody>
      </p:sp>
      <p:sp>
        <p:nvSpPr>
          <p:cNvPr id="29699" name="Rectangle 2">
            <a:extLst>
              <a:ext uri="{FF2B5EF4-FFF2-40B4-BE49-F238E27FC236}">
                <a16:creationId xmlns:a16="http://schemas.microsoft.com/office/drawing/2014/main" id="{EC9C5481-64CF-416D-AD77-8656DE1821BF}"/>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FA890D56-21EC-4547-89C9-26FF826040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1A1471ED-E144-4F10-BAFB-4A58EAAB46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C6B490B-36C9-4BC4-B9DA-282814147703}" type="slidenum">
              <a:rPr lang="en-US" altLang="en-US"/>
              <a:pPr>
                <a:spcBef>
                  <a:spcPct val="0"/>
                </a:spcBef>
              </a:pPr>
              <a:t>27</a:t>
            </a:fld>
            <a:endParaRPr lang="en-US" altLang="en-US"/>
          </a:p>
        </p:txBody>
      </p:sp>
      <p:sp>
        <p:nvSpPr>
          <p:cNvPr id="31747" name="Rectangle 2">
            <a:extLst>
              <a:ext uri="{FF2B5EF4-FFF2-40B4-BE49-F238E27FC236}">
                <a16:creationId xmlns:a16="http://schemas.microsoft.com/office/drawing/2014/main" id="{0C856A0B-F9C1-4D10-9802-EBACB158268D}"/>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68E26596-9A1B-480A-ACEE-E07441E28D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C3F28A7-76D9-48C7-96F2-7111E2EC93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BC963C5-ABF5-4147-9E5E-05C5A1FB609A}" type="slidenum">
              <a:rPr lang="en-US" altLang="en-US"/>
              <a:pPr>
                <a:spcBef>
                  <a:spcPct val="0"/>
                </a:spcBef>
              </a:pPr>
              <a:t>28</a:t>
            </a:fld>
            <a:endParaRPr lang="en-US" altLang="en-US"/>
          </a:p>
        </p:txBody>
      </p:sp>
      <p:sp>
        <p:nvSpPr>
          <p:cNvPr id="33795" name="Rectangle 2">
            <a:extLst>
              <a:ext uri="{FF2B5EF4-FFF2-40B4-BE49-F238E27FC236}">
                <a16:creationId xmlns:a16="http://schemas.microsoft.com/office/drawing/2014/main" id="{92AB72A1-8207-4609-95B7-D1941901D21E}"/>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24B28441-2A44-44FF-883F-614574690B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F5CA441-EE87-498B-95D5-E0BF3927F9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05429FE-98CF-4B2B-A437-3571967065F5}" type="slidenum">
              <a:rPr lang="en-US" altLang="en-US"/>
              <a:pPr>
                <a:spcBef>
                  <a:spcPct val="0"/>
                </a:spcBef>
              </a:pPr>
              <a:t>29</a:t>
            </a:fld>
            <a:endParaRPr lang="en-US" altLang="en-US"/>
          </a:p>
        </p:txBody>
      </p:sp>
      <p:sp>
        <p:nvSpPr>
          <p:cNvPr id="35843" name="Rectangle 2">
            <a:extLst>
              <a:ext uri="{FF2B5EF4-FFF2-40B4-BE49-F238E27FC236}">
                <a16:creationId xmlns:a16="http://schemas.microsoft.com/office/drawing/2014/main" id="{435BBA0A-E472-4363-8276-448BEDA0003A}"/>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F9CBEA08-FAE9-4530-9024-E87D624F5E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B480B5FB-9458-4195-BFC5-7735A5DA01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AC1C62-1064-4262-A826-00C20D65D1D3}" type="slidenum">
              <a:rPr lang="en-US" altLang="en-US"/>
              <a:pPr>
                <a:spcBef>
                  <a:spcPct val="0"/>
                </a:spcBef>
              </a:pPr>
              <a:t>30</a:t>
            </a:fld>
            <a:endParaRPr lang="en-US" altLang="en-US"/>
          </a:p>
        </p:txBody>
      </p:sp>
      <p:sp>
        <p:nvSpPr>
          <p:cNvPr id="37891" name="Rectangle 2">
            <a:extLst>
              <a:ext uri="{FF2B5EF4-FFF2-40B4-BE49-F238E27FC236}">
                <a16:creationId xmlns:a16="http://schemas.microsoft.com/office/drawing/2014/main" id="{BEACB5D4-2C9C-4C97-B5FB-33075EEE928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DA80D8BE-9D9A-4392-ACF3-D229A23A1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CB495BE-B9D5-49FD-AF5D-DAD9AF3CDF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A0DE8B4-F89B-49B8-B26C-E2876503015E}" type="slidenum">
              <a:rPr lang="en-US" altLang="en-US"/>
              <a:pPr>
                <a:spcBef>
                  <a:spcPct val="0"/>
                </a:spcBef>
              </a:pPr>
              <a:t>31</a:t>
            </a:fld>
            <a:endParaRPr lang="en-US" altLang="en-US"/>
          </a:p>
        </p:txBody>
      </p:sp>
      <p:sp>
        <p:nvSpPr>
          <p:cNvPr id="39939" name="Rectangle 2">
            <a:extLst>
              <a:ext uri="{FF2B5EF4-FFF2-40B4-BE49-F238E27FC236}">
                <a16:creationId xmlns:a16="http://schemas.microsoft.com/office/drawing/2014/main" id="{5F116933-C0F4-4F06-B3AA-7C5E04F04DBB}"/>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9CA7BBD1-8732-4A91-B50E-6CC2B2C380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812E244-4CE5-4051-85E6-43209C0C09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8D71B5-B79A-4A0A-B714-31097EC1143A}" type="slidenum">
              <a:rPr lang="en-US" altLang="en-US"/>
              <a:pPr>
                <a:spcBef>
                  <a:spcPct val="0"/>
                </a:spcBef>
              </a:pPr>
              <a:t>32</a:t>
            </a:fld>
            <a:endParaRPr lang="en-US" altLang="en-US"/>
          </a:p>
        </p:txBody>
      </p:sp>
      <p:sp>
        <p:nvSpPr>
          <p:cNvPr id="41987" name="Rectangle 2">
            <a:extLst>
              <a:ext uri="{FF2B5EF4-FFF2-40B4-BE49-F238E27FC236}">
                <a16:creationId xmlns:a16="http://schemas.microsoft.com/office/drawing/2014/main" id="{239BE77D-9431-4ECD-AB21-52A4A95638E0}"/>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41607A54-71C2-47CB-BA4D-94A07057B0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05D6004-D701-4C9A-A9ED-6AD6A87C9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BCDA38-CDE8-4AF9-8A43-FB771DD6C474}" type="slidenum">
              <a:rPr lang="en-US" altLang="en-US"/>
              <a:pPr>
                <a:spcBef>
                  <a:spcPct val="0"/>
                </a:spcBef>
              </a:pPr>
              <a:t>34</a:t>
            </a:fld>
            <a:endParaRPr lang="en-US" altLang="en-US"/>
          </a:p>
        </p:txBody>
      </p:sp>
      <p:sp>
        <p:nvSpPr>
          <p:cNvPr id="44035" name="Rectangle 2">
            <a:extLst>
              <a:ext uri="{FF2B5EF4-FFF2-40B4-BE49-F238E27FC236}">
                <a16:creationId xmlns:a16="http://schemas.microsoft.com/office/drawing/2014/main" id="{07D38251-4A91-443B-B5E3-FB0B1CE52A3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5F170523-B105-4733-ABB6-9A03C3A8FD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B9720690-9B71-4B16-B5B9-063A68DD8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FE32AB-D87A-466D-B861-7ACE05742F76}" type="slidenum">
              <a:rPr lang="en-US" altLang="en-US"/>
              <a:pPr>
                <a:spcBef>
                  <a:spcPct val="0"/>
                </a:spcBef>
              </a:pPr>
              <a:t>35</a:t>
            </a:fld>
            <a:endParaRPr lang="en-US" altLang="en-US"/>
          </a:p>
        </p:txBody>
      </p:sp>
      <p:sp>
        <p:nvSpPr>
          <p:cNvPr id="46083" name="Rectangle 2">
            <a:extLst>
              <a:ext uri="{FF2B5EF4-FFF2-40B4-BE49-F238E27FC236}">
                <a16:creationId xmlns:a16="http://schemas.microsoft.com/office/drawing/2014/main" id="{A7F756CF-B0D7-4661-B1A3-5F8A6FA3E508}"/>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75B392E8-E2A4-4039-98D4-3DD4790900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26C991B7-40C9-487E-9C90-B02270D146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283370E-CFC2-4A2F-91E3-4D0B73738A3F}" type="slidenum">
              <a:rPr lang="en-US" altLang="en-US"/>
              <a:pPr>
                <a:spcBef>
                  <a:spcPct val="0"/>
                </a:spcBef>
              </a:pPr>
              <a:t>36</a:t>
            </a:fld>
            <a:endParaRPr lang="en-US" altLang="en-US"/>
          </a:p>
        </p:txBody>
      </p:sp>
      <p:sp>
        <p:nvSpPr>
          <p:cNvPr id="48131" name="Rectangle 2">
            <a:extLst>
              <a:ext uri="{FF2B5EF4-FFF2-40B4-BE49-F238E27FC236}">
                <a16:creationId xmlns:a16="http://schemas.microsoft.com/office/drawing/2014/main" id="{D0941805-2552-4207-BF10-C65C46AC9AD1}"/>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DE24121F-A1C2-4E30-A6C8-0C5D041FE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950495C-F9EB-4ECA-B4B1-9FBA2D72DD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C225CF8-B7EE-4DE0-BFE9-DB068836EA3A}" type="slidenum">
              <a:rPr lang="en-US" altLang="en-US"/>
              <a:pPr>
                <a:spcBef>
                  <a:spcPct val="0"/>
                </a:spcBef>
              </a:pPr>
              <a:t>37</a:t>
            </a:fld>
            <a:endParaRPr lang="en-US" altLang="en-US"/>
          </a:p>
        </p:txBody>
      </p:sp>
      <p:sp>
        <p:nvSpPr>
          <p:cNvPr id="50179" name="Rectangle 2">
            <a:extLst>
              <a:ext uri="{FF2B5EF4-FFF2-40B4-BE49-F238E27FC236}">
                <a16:creationId xmlns:a16="http://schemas.microsoft.com/office/drawing/2014/main" id="{00F1C5BF-1CD5-46DC-9B39-EC0371794859}"/>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4ED5E07A-D98E-4B3E-98AC-396209224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E59EAB5-1D9C-4465-88CF-857B6D4ECC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BBE7F38-E4C9-4E36-AD53-27363CFE8224}" type="slidenum">
              <a:rPr lang="en-US" altLang="en-US"/>
              <a:pPr>
                <a:spcBef>
                  <a:spcPct val="0"/>
                </a:spcBef>
              </a:pPr>
              <a:t>38</a:t>
            </a:fld>
            <a:endParaRPr lang="en-US" altLang="en-US"/>
          </a:p>
        </p:txBody>
      </p:sp>
      <p:sp>
        <p:nvSpPr>
          <p:cNvPr id="52227" name="Rectangle 2">
            <a:extLst>
              <a:ext uri="{FF2B5EF4-FFF2-40B4-BE49-F238E27FC236}">
                <a16:creationId xmlns:a16="http://schemas.microsoft.com/office/drawing/2014/main" id="{D24EE880-2700-42D2-9E45-989F22CAE80C}"/>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7363D9EE-EC54-4E92-A564-667F58E9FB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12DE3EF7-DB2F-4A4E-BCD4-33CCC5E15C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F93A9D2-8CE7-4BF9-8E83-2C4680E29979}" type="slidenum">
              <a:rPr lang="en-US" altLang="en-US"/>
              <a:pPr>
                <a:spcBef>
                  <a:spcPct val="0"/>
                </a:spcBef>
              </a:pPr>
              <a:t>39</a:t>
            </a:fld>
            <a:endParaRPr lang="en-US" altLang="en-US"/>
          </a:p>
        </p:txBody>
      </p:sp>
      <p:sp>
        <p:nvSpPr>
          <p:cNvPr id="54275" name="Rectangle 2">
            <a:extLst>
              <a:ext uri="{FF2B5EF4-FFF2-40B4-BE49-F238E27FC236}">
                <a16:creationId xmlns:a16="http://schemas.microsoft.com/office/drawing/2014/main" id="{6E288FF1-82E7-48D7-8822-DD649F97273C}"/>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5C3420D6-E7BF-478C-86B2-5C372CA265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1D6D8DE-85E4-415A-987F-7F8206C986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116DFFF-889C-4E82-BECC-A3C148B011FB}" type="slidenum">
              <a:rPr lang="en-US" altLang="en-US"/>
              <a:pPr>
                <a:spcBef>
                  <a:spcPct val="0"/>
                </a:spcBef>
              </a:pPr>
              <a:t>40</a:t>
            </a:fld>
            <a:endParaRPr lang="en-US" altLang="en-US"/>
          </a:p>
        </p:txBody>
      </p:sp>
      <p:sp>
        <p:nvSpPr>
          <p:cNvPr id="56323" name="Rectangle 2">
            <a:extLst>
              <a:ext uri="{FF2B5EF4-FFF2-40B4-BE49-F238E27FC236}">
                <a16:creationId xmlns:a16="http://schemas.microsoft.com/office/drawing/2014/main" id="{45B16F11-BA89-405B-A5F9-19B488A37166}"/>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BEA65137-D08B-4DD6-B1BD-1749776FEB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912703EF-B760-495E-8C8A-31469CEAF6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F627ADA-7C68-4E83-B65F-6A65EA30205F}" type="slidenum">
              <a:rPr lang="en-US" altLang="en-US"/>
              <a:pPr>
                <a:spcBef>
                  <a:spcPct val="0"/>
                </a:spcBef>
              </a:pPr>
              <a:t>43</a:t>
            </a:fld>
            <a:endParaRPr lang="en-US" altLang="en-US"/>
          </a:p>
        </p:txBody>
      </p:sp>
      <p:sp>
        <p:nvSpPr>
          <p:cNvPr id="60419" name="Rectangle 2">
            <a:extLst>
              <a:ext uri="{FF2B5EF4-FFF2-40B4-BE49-F238E27FC236}">
                <a16:creationId xmlns:a16="http://schemas.microsoft.com/office/drawing/2014/main" id="{B59B72A5-FC2E-4476-AFD2-4303D13BF927}"/>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5F40E45A-4478-4DF3-BCF7-7AFF6F8DA0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C8FB4DB7-8C99-499C-804F-974EF4404A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8399F7F-4CE3-4EE9-A7BD-29230C35904D}" type="slidenum">
              <a:rPr lang="en-US" altLang="en-US"/>
              <a:pPr>
                <a:spcBef>
                  <a:spcPct val="0"/>
                </a:spcBef>
              </a:pPr>
              <a:t>44</a:t>
            </a:fld>
            <a:endParaRPr lang="en-US" altLang="en-US"/>
          </a:p>
        </p:txBody>
      </p:sp>
      <p:sp>
        <p:nvSpPr>
          <p:cNvPr id="62467" name="Rectangle 2">
            <a:extLst>
              <a:ext uri="{FF2B5EF4-FFF2-40B4-BE49-F238E27FC236}">
                <a16:creationId xmlns:a16="http://schemas.microsoft.com/office/drawing/2014/main" id="{39CF8559-6D05-47C2-9ED8-EE0EFE4DC2FB}"/>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9FC719E5-920D-42F4-95EC-370750C866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B1EE7464-1FB1-415A-B4A8-6DA8549E27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78D91E3-F6BB-4FC2-9E7E-C973D1FBB300}" type="slidenum">
              <a:rPr lang="en-US" altLang="en-US"/>
              <a:pPr>
                <a:spcBef>
                  <a:spcPct val="0"/>
                </a:spcBef>
              </a:pPr>
              <a:t>45</a:t>
            </a:fld>
            <a:endParaRPr lang="en-US" altLang="en-US"/>
          </a:p>
        </p:txBody>
      </p:sp>
      <p:sp>
        <p:nvSpPr>
          <p:cNvPr id="64515" name="Rectangle 2">
            <a:extLst>
              <a:ext uri="{FF2B5EF4-FFF2-40B4-BE49-F238E27FC236}">
                <a16:creationId xmlns:a16="http://schemas.microsoft.com/office/drawing/2014/main" id="{A675B776-0AB6-4CEE-8C52-D433225C68D6}"/>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37C02125-ECC8-441C-854D-D8F6708FE4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82D9C04-0284-4D8B-B269-D6E4A6642C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A972E33-CA3E-4254-BCC2-7B73C615CCEF}" type="slidenum">
              <a:rPr lang="en-US" altLang="en-US"/>
              <a:pPr>
                <a:spcBef>
                  <a:spcPct val="0"/>
                </a:spcBef>
              </a:pPr>
              <a:t>46</a:t>
            </a:fld>
            <a:endParaRPr lang="en-US" altLang="en-US"/>
          </a:p>
        </p:txBody>
      </p:sp>
      <p:sp>
        <p:nvSpPr>
          <p:cNvPr id="66563" name="Rectangle 2">
            <a:extLst>
              <a:ext uri="{FF2B5EF4-FFF2-40B4-BE49-F238E27FC236}">
                <a16:creationId xmlns:a16="http://schemas.microsoft.com/office/drawing/2014/main" id="{7465650B-AF22-4412-8118-137A0D09273A}"/>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6E20A85-2803-4903-9E2A-9DCE871E38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82D9C04-0284-4D8B-B269-D6E4A6642C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A972E33-CA3E-4254-BCC2-7B73C615CCEF}" type="slidenum">
              <a:rPr lang="en-US" altLang="en-US"/>
              <a:pPr>
                <a:spcBef>
                  <a:spcPct val="0"/>
                </a:spcBef>
              </a:pPr>
              <a:t>47</a:t>
            </a:fld>
            <a:endParaRPr lang="en-US" altLang="en-US"/>
          </a:p>
        </p:txBody>
      </p:sp>
      <p:sp>
        <p:nvSpPr>
          <p:cNvPr id="66563" name="Rectangle 2">
            <a:extLst>
              <a:ext uri="{FF2B5EF4-FFF2-40B4-BE49-F238E27FC236}">
                <a16:creationId xmlns:a16="http://schemas.microsoft.com/office/drawing/2014/main" id="{7465650B-AF22-4412-8118-137A0D09273A}"/>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6E20A85-2803-4903-9E2A-9DCE871E38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D5D0D771-3712-427F-A26A-B5D087C94D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59E799-5C23-477B-A009-A06793530FF6}" type="slidenum">
              <a:rPr lang="en-US" altLang="en-US"/>
              <a:pPr>
                <a:spcBef>
                  <a:spcPct val="0"/>
                </a:spcBef>
              </a:pPr>
              <a:t>48</a:t>
            </a:fld>
            <a:endParaRPr lang="en-US" altLang="en-US"/>
          </a:p>
        </p:txBody>
      </p:sp>
      <p:sp>
        <p:nvSpPr>
          <p:cNvPr id="68611" name="Rectangle 2">
            <a:extLst>
              <a:ext uri="{FF2B5EF4-FFF2-40B4-BE49-F238E27FC236}">
                <a16:creationId xmlns:a16="http://schemas.microsoft.com/office/drawing/2014/main" id="{46766608-7A42-422B-9967-D0F2F31633DE}"/>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C0A6D47D-9C20-475A-AACE-0DB7061529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D5D0D771-3712-427F-A26A-B5D087C94D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59E799-5C23-477B-A009-A06793530FF6}" type="slidenum">
              <a:rPr lang="en-US" altLang="en-US"/>
              <a:pPr>
                <a:spcBef>
                  <a:spcPct val="0"/>
                </a:spcBef>
              </a:pPr>
              <a:t>49</a:t>
            </a:fld>
            <a:endParaRPr lang="en-US" altLang="en-US"/>
          </a:p>
        </p:txBody>
      </p:sp>
      <p:sp>
        <p:nvSpPr>
          <p:cNvPr id="68611" name="Rectangle 2">
            <a:extLst>
              <a:ext uri="{FF2B5EF4-FFF2-40B4-BE49-F238E27FC236}">
                <a16:creationId xmlns:a16="http://schemas.microsoft.com/office/drawing/2014/main" id="{46766608-7A42-422B-9967-D0F2F31633DE}"/>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C0A6D47D-9C20-475A-AACE-0DB7061529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843F4D9-24AD-419A-AC02-026B62F300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B3E5CB7-D4D1-4CB7-96AB-A29C15994903}" type="slidenum">
              <a:rPr lang="en-US" altLang="en-US"/>
              <a:pPr>
                <a:spcBef>
                  <a:spcPct val="0"/>
                </a:spcBef>
              </a:pPr>
              <a:t>51</a:t>
            </a:fld>
            <a:endParaRPr lang="en-US" altLang="en-US"/>
          </a:p>
        </p:txBody>
      </p:sp>
      <p:sp>
        <p:nvSpPr>
          <p:cNvPr id="72707" name="Rectangle 2">
            <a:extLst>
              <a:ext uri="{FF2B5EF4-FFF2-40B4-BE49-F238E27FC236}">
                <a16:creationId xmlns:a16="http://schemas.microsoft.com/office/drawing/2014/main" id="{87E147C6-131D-4F82-B6D4-BB646074BD07}"/>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B0D5787C-F59B-40C2-B617-B6E5799956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E9C5D6E-DAB6-4608-BC7F-261F4121C0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652359-315A-4488-9A48-6B140C8CD738}" type="slidenum">
              <a:rPr lang="en-US" altLang="en-US"/>
              <a:pPr>
                <a:spcBef>
                  <a:spcPct val="0"/>
                </a:spcBef>
              </a:pPr>
              <a:t>52</a:t>
            </a:fld>
            <a:endParaRPr lang="en-US" altLang="en-US"/>
          </a:p>
        </p:txBody>
      </p:sp>
      <p:sp>
        <p:nvSpPr>
          <p:cNvPr id="74755" name="Rectangle 2">
            <a:extLst>
              <a:ext uri="{FF2B5EF4-FFF2-40B4-BE49-F238E27FC236}">
                <a16:creationId xmlns:a16="http://schemas.microsoft.com/office/drawing/2014/main" id="{522BD063-C42A-4A18-8D2F-4178F8E96BA0}"/>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E882616-95F6-4B58-9CA4-C2B067B2BE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691DF5F0-F98F-415F-8963-AF24488229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904459-9179-46E9-A3D9-EC414F9162DC}" type="slidenum">
              <a:rPr lang="en-US" altLang="en-US"/>
              <a:pPr>
                <a:spcBef>
                  <a:spcPct val="0"/>
                </a:spcBef>
              </a:pPr>
              <a:t>54</a:t>
            </a:fld>
            <a:endParaRPr lang="en-US" altLang="en-US"/>
          </a:p>
        </p:txBody>
      </p:sp>
      <p:sp>
        <p:nvSpPr>
          <p:cNvPr id="76803" name="Rectangle 2">
            <a:extLst>
              <a:ext uri="{FF2B5EF4-FFF2-40B4-BE49-F238E27FC236}">
                <a16:creationId xmlns:a16="http://schemas.microsoft.com/office/drawing/2014/main" id="{41490503-BBDD-45E0-80CC-CE3D4F222E71}"/>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A86EA35C-8AF4-4FE8-A005-836ADBF2C3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8A1A24DE-261C-4E77-B93C-79716AC9B12C}"/>
              </a:ext>
            </a:extLst>
          </p:cNvPr>
          <p:cNvSpPr>
            <a:spLocks noChangeArrowheads="1"/>
          </p:cNvSpPr>
          <p:nvPr/>
        </p:nvSpPr>
        <p:spPr bwMode="auto">
          <a:xfrm>
            <a:off x="609600" y="17526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7AA642FD-8C82-4030-883B-117446EE0377}"/>
              </a:ext>
            </a:extLst>
          </p:cNvPr>
          <p:cNvSpPr>
            <a:spLocks noChangeShapeType="1"/>
          </p:cNvSpPr>
          <p:nvPr/>
        </p:nvSpPr>
        <p:spPr bwMode="auto">
          <a:xfrm>
            <a:off x="1219200" y="5029200"/>
            <a:ext cx="6511925" cy="0"/>
          </a:xfrm>
          <a:prstGeom prst="line">
            <a:avLst/>
          </a:prstGeom>
          <a:noFill/>
          <a:ln w="3175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 name="Rectangle 2"/>
          <p:cNvSpPr>
            <a:spLocks noGrp="1" noChangeArrowheads="1"/>
          </p:cNvSpPr>
          <p:nvPr>
            <p:ph type="ctrTitle"/>
          </p:nvPr>
        </p:nvSpPr>
        <p:spPr>
          <a:xfrm>
            <a:off x="914400" y="2057400"/>
            <a:ext cx="7620000" cy="1752600"/>
          </a:xfrm>
        </p:spPr>
        <p:txBody>
          <a:bodyPr/>
          <a:lstStyle>
            <a:lvl1pPr>
              <a:defRPr sz="4800" b="0"/>
            </a:lvl1pPr>
          </a:lstStyle>
          <a:p>
            <a:r>
              <a:rPr lang="en-US" altLang="en-US"/>
              <a:t>Click to edit Master title style</a:t>
            </a:r>
          </a:p>
        </p:txBody>
      </p:sp>
      <p:sp>
        <p:nvSpPr>
          <p:cNvPr id="14339" name="Rectangle 3"/>
          <p:cNvSpPr>
            <a:spLocks noGrp="1" noChangeArrowheads="1"/>
          </p:cNvSpPr>
          <p:nvPr>
            <p:ph type="subTitle" idx="1"/>
          </p:nvPr>
        </p:nvSpPr>
        <p:spPr>
          <a:xfrm>
            <a:off x="1219200" y="5029200"/>
            <a:ext cx="6553200" cy="1752600"/>
          </a:xfrm>
        </p:spPr>
        <p:txBody>
          <a:bodyPr/>
          <a:lstStyle>
            <a:lvl1pPr marL="0" indent="0">
              <a:buFont typeface="Wingdings 2" pitchFamily="18" charset="2"/>
              <a:buNone/>
              <a:defRPr sz="2400"/>
            </a:lvl1pPr>
          </a:lstStyle>
          <a:p>
            <a:r>
              <a:rPr lang="en-US" altLang="en-US"/>
              <a:t>Click to edit Master subtitle style</a:t>
            </a:r>
          </a:p>
        </p:txBody>
      </p:sp>
      <p:sp>
        <p:nvSpPr>
          <p:cNvPr id="6" name="Rectangle 4">
            <a:extLst>
              <a:ext uri="{FF2B5EF4-FFF2-40B4-BE49-F238E27FC236}">
                <a16:creationId xmlns:a16="http://schemas.microsoft.com/office/drawing/2014/main" id="{A6A07071-F17C-4A98-8126-CA4983F97CED}"/>
              </a:ext>
            </a:extLst>
          </p:cNvPr>
          <p:cNvSpPr>
            <a:spLocks noGrp="1" noChangeArrowheads="1"/>
          </p:cNvSpPr>
          <p:nvPr>
            <p:ph type="dt" sz="half" idx="10"/>
          </p:nvPr>
        </p:nvSpPr>
        <p:spPr>
          <a:xfrm>
            <a:off x="457200" y="6400800"/>
            <a:ext cx="2133600" cy="457200"/>
          </a:xfrm>
        </p:spPr>
        <p:txBody>
          <a:bodyPr/>
          <a:lstStyle>
            <a:lvl1pPr>
              <a:defRPr sz="1200"/>
            </a:lvl1pPr>
          </a:lstStyle>
          <a:p>
            <a:pPr>
              <a:defRPr/>
            </a:pPr>
            <a:r>
              <a:rPr lang="en-US"/>
              <a:t>Cơ sở dữ liệu - Bộ môn Hệ thống Thông tin</a:t>
            </a:r>
            <a:endParaRPr lang="en-US" altLang="en-US"/>
          </a:p>
        </p:txBody>
      </p:sp>
      <p:sp>
        <p:nvSpPr>
          <p:cNvPr id="7" name="Rectangle 5">
            <a:extLst>
              <a:ext uri="{FF2B5EF4-FFF2-40B4-BE49-F238E27FC236}">
                <a16:creationId xmlns:a16="http://schemas.microsoft.com/office/drawing/2014/main" id="{F306D6B5-C5A4-480D-9D51-95B88B27EBA4}"/>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7AD47414-C378-4250-B88D-D89D11FBF637}"/>
              </a:ext>
            </a:extLst>
          </p:cNvPr>
          <p:cNvSpPr>
            <a:spLocks noGrp="1" noChangeArrowheads="1"/>
          </p:cNvSpPr>
          <p:nvPr>
            <p:ph type="sldNum" sz="quarter" idx="12"/>
          </p:nvPr>
        </p:nvSpPr>
        <p:spPr>
          <a:xfrm>
            <a:off x="6553200" y="6400800"/>
            <a:ext cx="2133600" cy="457200"/>
          </a:xfrm>
        </p:spPr>
        <p:txBody>
          <a:bodyPr/>
          <a:lstStyle>
            <a:lvl1pPr>
              <a:defRPr/>
            </a:lvl1pPr>
          </a:lstStyle>
          <a:p>
            <a:fld id="{9F2F0A69-8627-4965-9723-934F60630DF3}" type="slidenum">
              <a:rPr lang="en-US" altLang="en-US"/>
              <a:pPr/>
              <a:t>‹#›</a:t>
            </a:fld>
            <a:endParaRPr lang="en-US" altLang="en-US"/>
          </a:p>
        </p:txBody>
      </p:sp>
    </p:spTree>
    <p:extLst>
      <p:ext uri="{BB962C8B-B14F-4D97-AF65-F5344CB8AC3E}">
        <p14:creationId xmlns:p14="http://schemas.microsoft.com/office/powerpoint/2010/main" val="348998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4729887-CA1A-44EC-8DC9-53DB7369D9A6}"/>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D88F05FA-122D-4CB4-8FD2-110D6423B4E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D09537F-CEC4-416D-A154-C49AB1068DC0}"/>
              </a:ext>
            </a:extLst>
          </p:cNvPr>
          <p:cNvSpPr>
            <a:spLocks noGrp="1" noChangeArrowheads="1"/>
          </p:cNvSpPr>
          <p:nvPr>
            <p:ph type="sldNum" sz="quarter" idx="12"/>
          </p:nvPr>
        </p:nvSpPr>
        <p:spPr>
          <a:ln/>
        </p:spPr>
        <p:txBody>
          <a:bodyPr/>
          <a:lstStyle>
            <a:lvl1pPr>
              <a:defRPr/>
            </a:lvl1pPr>
          </a:lstStyle>
          <a:p>
            <a:fld id="{BC6CB274-F3ED-4F22-9D3A-C5E5218A09E0}" type="slidenum">
              <a:rPr lang="en-US" altLang="en-US"/>
              <a:pPr/>
              <a:t>‹#›</a:t>
            </a:fld>
            <a:endParaRPr lang="en-US" altLang="en-US"/>
          </a:p>
        </p:txBody>
      </p:sp>
    </p:spTree>
    <p:extLst>
      <p:ext uri="{BB962C8B-B14F-4D97-AF65-F5344CB8AC3E}">
        <p14:creationId xmlns:p14="http://schemas.microsoft.com/office/powerpoint/2010/main" val="92418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D85DC5C-D323-4335-9439-93F2B6200D54}"/>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869429FA-D45C-471A-92E5-C1C4DEA4613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E9793A03-94FD-4613-ADA6-CAA5170396B0}"/>
              </a:ext>
            </a:extLst>
          </p:cNvPr>
          <p:cNvSpPr>
            <a:spLocks noGrp="1" noChangeArrowheads="1"/>
          </p:cNvSpPr>
          <p:nvPr>
            <p:ph type="sldNum" sz="quarter" idx="12"/>
          </p:nvPr>
        </p:nvSpPr>
        <p:spPr>
          <a:ln/>
        </p:spPr>
        <p:txBody>
          <a:bodyPr/>
          <a:lstStyle>
            <a:lvl1pPr>
              <a:defRPr/>
            </a:lvl1pPr>
          </a:lstStyle>
          <a:p>
            <a:fld id="{05231CC8-B8FF-4D10-A3C0-EDE1D40E06E7}" type="slidenum">
              <a:rPr lang="en-US" altLang="en-US"/>
              <a:pPr/>
              <a:t>‹#›</a:t>
            </a:fld>
            <a:endParaRPr lang="en-US" altLang="en-US"/>
          </a:p>
        </p:txBody>
      </p:sp>
    </p:spTree>
    <p:extLst>
      <p:ext uri="{BB962C8B-B14F-4D97-AF65-F5344CB8AC3E}">
        <p14:creationId xmlns:p14="http://schemas.microsoft.com/office/powerpoint/2010/main" val="224178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19200"/>
            <a:ext cx="40386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B326174-C330-4937-9890-6EF4F007C6DA}"/>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6" name="Rectangle 5">
            <a:extLst>
              <a:ext uri="{FF2B5EF4-FFF2-40B4-BE49-F238E27FC236}">
                <a16:creationId xmlns:a16="http://schemas.microsoft.com/office/drawing/2014/main" id="{0978F93B-026D-45B8-ADEE-2655FE088BD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35AE5C9E-F0AD-45FA-8F0F-5C7F4AB15D12}"/>
              </a:ext>
            </a:extLst>
          </p:cNvPr>
          <p:cNvSpPr>
            <a:spLocks noGrp="1" noChangeArrowheads="1"/>
          </p:cNvSpPr>
          <p:nvPr>
            <p:ph type="sldNum" sz="quarter" idx="12"/>
          </p:nvPr>
        </p:nvSpPr>
        <p:spPr>
          <a:ln/>
        </p:spPr>
        <p:txBody>
          <a:bodyPr/>
          <a:lstStyle>
            <a:lvl1pPr>
              <a:defRPr/>
            </a:lvl1pPr>
          </a:lstStyle>
          <a:p>
            <a:fld id="{6C2E5B04-F56F-4139-A68F-FD043BEC4E1E}" type="slidenum">
              <a:rPr lang="en-US" altLang="en-US"/>
              <a:pPr/>
              <a:t>‹#›</a:t>
            </a:fld>
            <a:endParaRPr lang="en-US" altLang="en-US"/>
          </a:p>
        </p:txBody>
      </p:sp>
    </p:spTree>
    <p:extLst>
      <p:ext uri="{BB962C8B-B14F-4D97-AF65-F5344CB8AC3E}">
        <p14:creationId xmlns:p14="http://schemas.microsoft.com/office/powerpoint/2010/main" val="1557960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8ACF4BF-0E4F-4915-ACFA-DFB351BD4410}"/>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8" name="Rectangle 5">
            <a:extLst>
              <a:ext uri="{FF2B5EF4-FFF2-40B4-BE49-F238E27FC236}">
                <a16:creationId xmlns:a16="http://schemas.microsoft.com/office/drawing/2014/main" id="{CC10476A-A870-434A-8C9F-696CD3EA9ED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4EF3779-F0AB-4A28-83A6-4E1606879A41}"/>
              </a:ext>
            </a:extLst>
          </p:cNvPr>
          <p:cNvSpPr>
            <a:spLocks noGrp="1" noChangeArrowheads="1"/>
          </p:cNvSpPr>
          <p:nvPr>
            <p:ph type="sldNum" sz="quarter" idx="12"/>
          </p:nvPr>
        </p:nvSpPr>
        <p:spPr>
          <a:ln/>
        </p:spPr>
        <p:txBody>
          <a:bodyPr/>
          <a:lstStyle>
            <a:lvl1pPr>
              <a:defRPr/>
            </a:lvl1pPr>
          </a:lstStyle>
          <a:p>
            <a:fld id="{4B1116EC-6A31-40EC-8CDA-93A335FE0188}" type="slidenum">
              <a:rPr lang="en-US" altLang="en-US"/>
              <a:pPr/>
              <a:t>‹#›</a:t>
            </a:fld>
            <a:endParaRPr lang="en-US" altLang="en-US"/>
          </a:p>
        </p:txBody>
      </p:sp>
    </p:spTree>
    <p:extLst>
      <p:ext uri="{BB962C8B-B14F-4D97-AF65-F5344CB8AC3E}">
        <p14:creationId xmlns:p14="http://schemas.microsoft.com/office/powerpoint/2010/main" val="2598798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DF9DF0A-73EE-4ACD-A897-FB714365D7BF}"/>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4" name="Rectangle 5">
            <a:extLst>
              <a:ext uri="{FF2B5EF4-FFF2-40B4-BE49-F238E27FC236}">
                <a16:creationId xmlns:a16="http://schemas.microsoft.com/office/drawing/2014/main" id="{5A9272B8-A67A-4B20-92A8-56E02E6F791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6568E2D-CAAE-44B1-8FB9-B38347392C68}"/>
              </a:ext>
            </a:extLst>
          </p:cNvPr>
          <p:cNvSpPr>
            <a:spLocks noGrp="1" noChangeArrowheads="1"/>
          </p:cNvSpPr>
          <p:nvPr>
            <p:ph type="sldNum" sz="quarter" idx="12"/>
          </p:nvPr>
        </p:nvSpPr>
        <p:spPr>
          <a:ln/>
        </p:spPr>
        <p:txBody>
          <a:bodyPr/>
          <a:lstStyle>
            <a:lvl1pPr>
              <a:defRPr/>
            </a:lvl1pPr>
          </a:lstStyle>
          <a:p>
            <a:fld id="{C8A7163E-44D2-4C51-928F-3FB8DC5E4708}" type="slidenum">
              <a:rPr lang="en-US" altLang="en-US"/>
              <a:pPr/>
              <a:t>‹#›</a:t>
            </a:fld>
            <a:endParaRPr lang="en-US" altLang="en-US"/>
          </a:p>
        </p:txBody>
      </p:sp>
    </p:spTree>
    <p:extLst>
      <p:ext uri="{BB962C8B-B14F-4D97-AF65-F5344CB8AC3E}">
        <p14:creationId xmlns:p14="http://schemas.microsoft.com/office/powerpoint/2010/main" val="659907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7F7B328-8FCF-4DE1-9278-979C147E82EA}"/>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3" name="Rectangle 5">
            <a:extLst>
              <a:ext uri="{FF2B5EF4-FFF2-40B4-BE49-F238E27FC236}">
                <a16:creationId xmlns:a16="http://schemas.microsoft.com/office/drawing/2014/main" id="{3C96EB0F-EAE2-4C28-B909-0BB9BDBD945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2E9E62C7-54A3-4EDD-BC78-ADC4FF478296}"/>
              </a:ext>
            </a:extLst>
          </p:cNvPr>
          <p:cNvSpPr>
            <a:spLocks noGrp="1" noChangeArrowheads="1"/>
          </p:cNvSpPr>
          <p:nvPr>
            <p:ph type="sldNum" sz="quarter" idx="12"/>
          </p:nvPr>
        </p:nvSpPr>
        <p:spPr>
          <a:ln/>
        </p:spPr>
        <p:txBody>
          <a:bodyPr/>
          <a:lstStyle>
            <a:lvl1pPr>
              <a:defRPr/>
            </a:lvl1pPr>
          </a:lstStyle>
          <a:p>
            <a:fld id="{CE7B1F57-2047-4D37-92A4-252F5D687F99}" type="slidenum">
              <a:rPr lang="en-US" altLang="en-US"/>
              <a:pPr/>
              <a:t>‹#›</a:t>
            </a:fld>
            <a:endParaRPr lang="en-US" altLang="en-US"/>
          </a:p>
        </p:txBody>
      </p:sp>
    </p:spTree>
    <p:extLst>
      <p:ext uri="{BB962C8B-B14F-4D97-AF65-F5344CB8AC3E}">
        <p14:creationId xmlns:p14="http://schemas.microsoft.com/office/powerpoint/2010/main" val="3453885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A88B36F-C623-4E7C-9896-2C37F844D552}"/>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6" name="Rectangle 5">
            <a:extLst>
              <a:ext uri="{FF2B5EF4-FFF2-40B4-BE49-F238E27FC236}">
                <a16:creationId xmlns:a16="http://schemas.microsoft.com/office/drawing/2014/main" id="{BFCD33DB-78DD-4DC1-B0BD-34D89F967FD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5C45F605-8B8D-4E7E-ACA5-69AC45B5848F}"/>
              </a:ext>
            </a:extLst>
          </p:cNvPr>
          <p:cNvSpPr>
            <a:spLocks noGrp="1" noChangeArrowheads="1"/>
          </p:cNvSpPr>
          <p:nvPr>
            <p:ph type="sldNum" sz="quarter" idx="12"/>
          </p:nvPr>
        </p:nvSpPr>
        <p:spPr>
          <a:ln/>
        </p:spPr>
        <p:txBody>
          <a:bodyPr/>
          <a:lstStyle>
            <a:lvl1pPr>
              <a:defRPr/>
            </a:lvl1pPr>
          </a:lstStyle>
          <a:p>
            <a:fld id="{C9B6875C-886B-45DB-AEE1-490BB55375BD}" type="slidenum">
              <a:rPr lang="en-US" altLang="en-US"/>
              <a:pPr/>
              <a:t>‹#›</a:t>
            </a:fld>
            <a:endParaRPr lang="en-US" altLang="en-US"/>
          </a:p>
        </p:txBody>
      </p:sp>
    </p:spTree>
    <p:extLst>
      <p:ext uri="{BB962C8B-B14F-4D97-AF65-F5344CB8AC3E}">
        <p14:creationId xmlns:p14="http://schemas.microsoft.com/office/powerpoint/2010/main" val="3818803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26329B2-316B-402E-8F55-62AE7C97F143}"/>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6" name="Rectangle 5">
            <a:extLst>
              <a:ext uri="{FF2B5EF4-FFF2-40B4-BE49-F238E27FC236}">
                <a16:creationId xmlns:a16="http://schemas.microsoft.com/office/drawing/2014/main" id="{D06345A7-5975-48F5-AFFF-39D6C4D012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B72B358E-DC50-40A4-B689-9E413CF85E99}"/>
              </a:ext>
            </a:extLst>
          </p:cNvPr>
          <p:cNvSpPr>
            <a:spLocks noGrp="1" noChangeArrowheads="1"/>
          </p:cNvSpPr>
          <p:nvPr>
            <p:ph type="sldNum" sz="quarter" idx="12"/>
          </p:nvPr>
        </p:nvSpPr>
        <p:spPr>
          <a:ln/>
        </p:spPr>
        <p:txBody>
          <a:bodyPr/>
          <a:lstStyle>
            <a:lvl1pPr>
              <a:defRPr/>
            </a:lvl1pPr>
          </a:lstStyle>
          <a:p>
            <a:fld id="{8E42440F-575E-4542-9216-4A46DDC0F6F6}" type="slidenum">
              <a:rPr lang="en-US" altLang="en-US"/>
              <a:pPr/>
              <a:t>‹#›</a:t>
            </a:fld>
            <a:endParaRPr lang="en-US" altLang="en-US"/>
          </a:p>
        </p:txBody>
      </p:sp>
    </p:spTree>
    <p:extLst>
      <p:ext uri="{BB962C8B-B14F-4D97-AF65-F5344CB8AC3E}">
        <p14:creationId xmlns:p14="http://schemas.microsoft.com/office/powerpoint/2010/main" val="158116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BCC8B39-3A33-49A2-BAFE-9346949CCCC2}"/>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D0C438C0-89C1-41DC-AF9E-601934A4678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B9BBFE0-4A7C-41A1-9B9E-89ACDE0FD36B}"/>
              </a:ext>
            </a:extLst>
          </p:cNvPr>
          <p:cNvSpPr>
            <a:spLocks noGrp="1" noChangeArrowheads="1"/>
          </p:cNvSpPr>
          <p:nvPr>
            <p:ph type="sldNum" sz="quarter" idx="12"/>
          </p:nvPr>
        </p:nvSpPr>
        <p:spPr>
          <a:ln/>
        </p:spPr>
        <p:txBody>
          <a:bodyPr/>
          <a:lstStyle>
            <a:lvl1pPr>
              <a:defRPr/>
            </a:lvl1pPr>
          </a:lstStyle>
          <a:p>
            <a:fld id="{C7CDE488-C479-4695-869C-B2CBF9DE4A0C}" type="slidenum">
              <a:rPr lang="en-US" altLang="en-US"/>
              <a:pPr/>
              <a:t>‹#›</a:t>
            </a:fld>
            <a:endParaRPr lang="en-US" altLang="en-US"/>
          </a:p>
        </p:txBody>
      </p:sp>
    </p:spTree>
    <p:extLst>
      <p:ext uri="{BB962C8B-B14F-4D97-AF65-F5344CB8AC3E}">
        <p14:creationId xmlns:p14="http://schemas.microsoft.com/office/powerpoint/2010/main" val="3233332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54013"/>
            <a:ext cx="2057400" cy="57769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54013"/>
            <a:ext cx="6019800" cy="5776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67C2D9F-CFB3-43CB-981B-45C1CF32C502}"/>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D492CBA8-CDC9-49AB-8A57-335F3CF4AB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5BE2DDA-DE22-4499-93E3-2DBF3245D85E}"/>
              </a:ext>
            </a:extLst>
          </p:cNvPr>
          <p:cNvSpPr>
            <a:spLocks noGrp="1" noChangeArrowheads="1"/>
          </p:cNvSpPr>
          <p:nvPr>
            <p:ph type="sldNum" sz="quarter" idx="12"/>
          </p:nvPr>
        </p:nvSpPr>
        <p:spPr>
          <a:ln/>
        </p:spPr>
        <p:txBody>
          <a:bodyPr/>
          <a:lstStyle>
            <a:lvl1pPr>
              <a:defRPr/>
            </a:lvl1pPr>
          </a:lstStyle>
          <a:p>
            <a:fld id="{006A34BB-C9E2-4800-A376-3A0F11EF0B51}" type="slidenum">
              <a:rPr lang="en-US" altLang="en-US"/>
              <a:pPr/>
              <a:t>‹#›</a:t>
            </a:fld>
            <a:endParaRPr lang="en-US" altLang="en-US"/>
          </a:p>
        </p:txBody>
      </p:sp>
    </p:spTree>
    <p:extLst>
      <p:ext uri="{BB962C8B-B14F-4D97-AF65-F5344CB8AC3E}">
        <p14:creationId xmlns:p14="http://schemas.microsoft.com/office/powerpoint/2010/main" val="1391326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54013"/>
            <a:ext cx="8229600" cy="788987"/>
          </a:xfrm>
        </p:spPr>
        <p:txBody>
          <a:bodyPr/>
          <a:lstStyle/>
          <a:p>
            <a:r>
              <a:rPr lang="en-US"/>
              <a:t>Click to edit Master title style</a:t>
            </a:r>
          </a:p>
        </p:txBody>
      </p:sp>
      <p:sp>
        <p:nvSpPr>
          <p:cNvPr id="3" name="Table Placeholder 2"/>
          <p:cNvSpPr>
            <a:spLocks noGrp="1"/>
          </p:cNvSpPr>
          <p:nvPr>
            <p:ph type="tbl" idx="1"/>
          </p:nvPr>
        </p:nvSpPr>
        <p:spPr>
          <a:xfrm>
            <a:off x="457200" y="1219200"/>
            <a:ext cx="8229600" cy="4911725"/>
          </a:xfrm>
        </p:spPr>
        <p:txBody>
          <a:bodyPr/>
          <a:lstStyle/>
          <a:p>
            <a:pPr lvl="0"/>
            <a:endParaRPr lang="en-US" noProof="0"/>
          </a:p>
        </p:txBody>
      </p:sp>
      <p:sp>
        <p:nvSpPr>
          <p:cNvPr id="4" name="Rectangle 4">
            <a:extLst>
              <a:ext uri="{FF2B5EF4-FFF2-40B4-BE49-F238E27FC236}">
                <a16:creationId xmlns:a16="http://schemas.microsoft.com/office/drawing/2014/main" id="{3FAE8110-85EF-4E2C-B949-9439C550807B}"/>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A9D926CC-012E-4FE1-B12C-3DBE01D929F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3A8AC68-6279-4725-831B-9619D72B1481}"/>
              </a:ext>
            </a:extLst>
          </p:cNvPr>
          <p:cNvSpPr>
            <a:spLocks noGrp="1" noChangeArrowheads="1"/>
          </p:cNvSpPr>
          <p:nvPr>
            <p:ph type="sldNum" sz="quarter" idx="12"/>
          </p:nvPr>
        </p:nvSpPr>
        <p:spPr>
          <a:ln/>
        </p:spPr>
        <p:txBody>
          <a:bodyPr/>
          <a:lstStyle>
            <a:lvl1pPr>
              <a:defRPr/>
            </a:lvl1pPr>
          </a:lstStyle>
          <a:p>
            <a:fld id="{435C83B3-DA0A-4F57-B6E8-CE131B0A6C33}" type="slidenum">
              <a:rPr lang="en-US" altLang="en-US"/>
              <a:pPr/>
              <a:t>‹#›</a:t>
            </a:fld>
            <a:endParaRPr lang="en-US" altLang="en-US"/>
          </a:p>
        </p:txBody>
      </p:sp>
    </p:spTree>
    <p:extLst>
      <p:ext uri="{BB962C8B-B14F-4D97-AF65-F5344CB8AC3E}">
        <p14:creationId xmlns:p14="http://schemas.microsoft.com/office/powerpoint/2010/main" val="3041386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158D88F-8938-413E-9602-872FD8A989EB}"/>
              </a:ext>
            </a:extLst>
          </p:cNvPr>
          <p:cNvSpPr>
            <a:spLocks noGrp="1" noChangeArrowheads="1"/>
          </p:cNvSpPr>
          <p:nvPr>
            <p:ph type="title"/>
          </p:nvPr>
        </p:nvSpPr>
        <p:spPr bwMode="auto">
          <a:xfrm>
            <a:off x="457200" y="354013"/>
            <a:ext cx="82296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48F6CB2-AFB9-4E8B-B6EE-B77EB233003F}"/>
              </a:ext>
            </a:extLst>
          </p:cNvPr>
          <p:cNvSpPr>
            <a:spLocks noGrp="1" noChangeArrowheads="1"/>
          </p:cNvSpPr>
          <p:nvPr>
            <p:ph type="body" idx="1"/>
          </p:nvPr>
        </p:nvSpPr>
        <p:spPr bwMode="auto">
          <a:xfrm>
            <a:off x="457200" y="1219200"/>
            <a:ext cx="822960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316" name="Rectangle 4">
            <a:extLst>
              <a:ext uri="{FF2B5EF4-FFF2-40B4-BE49-F238E27FC236}">
                <a16:creationId xmlns:a16="http://schemas.microsoft.com/office/drawing/2014/main" id="{1FEB0535-7F68-4F09-A495-E5D1AF447CAA}"/>
              </a:ext>
            </a:extLst>
          </p:cNvPr>
          <p:cNvSpPr>
            <a:spLocks noGrp="1" noChangeArrowheads="1"/>
          </p:cNvSpPr>
          <p:nvPr>
            <p:ph type="dt" sz="half" idx="2"/>
          </p:nvPr>
        </p:nvSpPr>
        <p:spPr bwMode="auto">
          <a:xfrm>
            <a:off x="457200" y="6396038"/>
            <a:ext cx="5562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000">
                <a:latin typeface="+mn-lt"/>
              </a:defRPr>
            </a:lvl1pPr>
          </a:lstStyle>
          <a:p>
            <a:pPr>
              <a:defRPr/>
            </a:pPr>
            <a:r>
              <a:rPr lang="en-US"/>
              <a:t>Cơ sở dữ liệu - Bộ môn Hệ thống Thông tin</a:t>
            </a:r>
            <a:endParaRPr lang="en-US" altLang="en-US"/>
          </a:p>
        </p:txBody>
      </p:sp>
      <p:sp>
        <p:nvSpPr>
          <p:cNvPr id="13317" name="Rectangle 5">
            <a:extLst>
              <a:ext uri="{FF2B5EF4-FFF2-40B4-BE49-F238E27FC236}">
                <a16:creationId xmlns:a16="http://schemas.microsoft.com/office/drawing/2014/main" id="{D054680B-DABB-4F89-89E9-48F088F05079}"/>
              </a:ext>
            </a:extLst>
          </p:cNvPr>
          <p:cNvSpPr>
            <a:spLocks noGrp="1" noChangeArrowheads="1"/>
          </p:cNvSpPr>
          <p:nvPr>
            <p:ph type="ftr" sz="quarter" idx="3"/>
          </p:nvPr>
        </p:nvSpPr>
        <p:spPr bwMode="auto">
          <a:xfrm>
            <a:off x="3124200" y="64008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000">
                <a:latin typeface="+mn-lt"/>
              </a:defRPr>
            </a:lvl1pPr>
          </a:lstStyle>
          <a:p>
            <a:pPr>
              <a:defRPr/>
            </a:pPr>
            <a:endParaRPr lang="en-US" altLang="en-US"/>
          </a:p>
        </p:txBody>
      </p:sp>
      <p:sp>
        <p:nvSpPr>
          <p:cNvPr id="13318" name="Rectangle 6">
            <a:extLst>
              <a:ext uri="{FF2B5EF4-FFF2-40B4-BE49-F238E27FC236}">
                <a16:creationId xmlns:a16="http://schemas.microsoft.com/office/drawing/2014/main" id="{9E31F570-D4F4-49FF-A840-EDFA8D425C9C}"/>
              </a:ext>
            </a:extLst>
          </p:cNvPr>
          <p:cNvSpPr>
            <a:spLocks noGrp="1" noChangeArrowheads="1"/>
          </p:cNvSpPr>
          <p:nvPr>
            <p:ph type="sldNum" sz="quarter" idx="4"/>
          </p:nvPr>
        </p:nvSpPr>
        <p:spPr bwMode="auto">
          <a:xfrm>
            <a:off x="6553200" y="63960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panose="020B0604020202020204" pitchFamily="34" charset="0"/>
              </a:defRPr>
            </a:lvl1pPr>
          </a:lstStyle>
          <a:p>
            <a:fld id="{432C1057-4A77-4076-AA32-8B691A064166}" type="slidenum">
              <a:rPr lang="en-US" altLang="en-US"/>
              <a:pPr/>
              <a:t>‹#›</a:t>
            </a:fld>
            <a:endParaRPr lang="en-US" altLang="en-US"/>
          </a:p>
        </p:txBody>
      </p:sp>
      <p:sp>
        <p:nvSpPr>
          <p:cNvPr id="1031" name="Freeform 7">
            <a:extLst>
              <a:ext uri="{FF2B5EF4-FFF2-40B4-BE49-F238E27FC236}">
                <a16:creationId xmlns:a16="http://schemas.microsoft.com/office/drawing/2014/main" id="{00B418EC-974A-43BE-AC2E-3F882126C720}"/>
              </a:ext>
            </a:extLst>
          </p:cNvPr>
          <p:cNvSpPr>
            <a:spLocks noChangeArrowheads="1"/>
          </p:cNvSpPr>
          <p:nvPr/>
        </p:nvSpPr>
        <p:spPr bwMode="auto">
          <a:xfrm>
            <a:off x="381000" y="3048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79310396-CD1D-45DA-8D97-FD865B95CF15}"/>
              </a:ext>
            </a:extLst>
          </p:cNvPr>
          <p:cNvSpPr>
            <a:spLocks noChangeShapeType="1"/>
          </p:cNvSpPr>
          <p:nvPr/>
        </p:nvSpPr>
        <p:spPr bwMode="auto">
          <a:xfrm>
            <a:off x="457200" y="6553200"/>
            <a:ext cx="82296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17"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hf hdr="0" ftr="0"/>
  <p:txStyles>
    <p:titleStyle>
      <a:lvl1pPr algn="l" rtl="0" eaLnBrk="0" fontAlgn="base" hangingPunct="0">
        <a:spcBef>
          <a:spcPct val="0"/>
        </a:spcBef>
        <a:spcAft>
          <a:spcPct val="0"/>
        </a:spcAft>
        <a:defRPr sz="3900" b="1">
          <a:solidFill>
            <a:schemeClr val="tx1"/>
          </a:solidFill>
          <a:latin typeface="+mj-lt"/>
          <a:ea typeface="+mj-ea"/>
          <a:cs typeface="+mj-cs"/>
        </a:defRPr>
      </a:lvl1pPr>
      <a:lvl2pPr algn="l" rtl="0" eaLnBrk="0" fontAlgn="base" hangingPunct="0">
        <a:spcBef>
          <a:spcPct val="0"/>
        </a:spcBef>
        <a:spcAft>
          <a:spcPct val="0"/>
        </a:spcAft>
        <a:defRPr sz="3900" b="1">
          <a:solidFill>
            <a:schemeClr val="tx1"/>
          </a:solidFill>
          <a:latin typeface="Verdana" pitchFamily="34" charset="0"/>
        </a:defRPr>
      </a:lvl2pPr>
      <a:lvl3pPr algn="l" rtl="0" eaLnBrk="0" fontAlgn="base" hangingPunct="0">
        <a:spcBef>
          <a:spcPct val="0"/>
        </a:spcBef>
        <a:spcAft>
          <a:spcPct val="0"/>
        </a:spcAft>
        <a:defRPr sz="3900" b="1">
          <a:solidFill>
            <a:schemeClr val="tx1"/>
          </a:solidFill>
          <a:latin typeface="Verdana" pitchFamily="34" charset="0"/>
        </a:defRPr>
      </a:lvl3pPr>
      <a:lvl4pPr algn="l" rtl="0" eaLnBrk="0" fontAlgn="base" hangingPunct="0">
        <a:spcBef>
          <a:spcPct val="0"/>
        </a:spcBef>
        <a:spcAft>
          <a:spcPct val="0"/>
        </a:spcAft>
        <a:defRPr sz="3900" b="1">
          <a:solidFill>
            <a:schemeClr val="tx1"/>
          </a:solidFill>
          <a:latin typeface="Verdana" pitchFamily="34" charset="0"/>
        </a:defRPr>
      </a:lvl4pPr>
      <a:lvl5pPr algn="l" rtl="0" eaLnBrk="0" fontAlgn="base" hangingPunct="0">
        <a:spcBef>
          <a:spcPct val="0"/>
        </a:spcBef>
        <a:spcAft>
          <a:spcPct val="0"/>
        </a:spcAft>
        <a:defRPr sz="3900" b="1">
          <a:solidFill>
            <a:schemeClr val="tx1"/>
          </a:solidFill>
          <a:latin typeface="Verdana" pitchFamily="34" charset="0"/>
        </a:defRPr>
      </a:lvl5pPr>
      <a:lvl6pPr marL="457200" algn="l" rtl="0" fontAlgn="base">
        <a:spcBef>
          <a:spcPct val="0"/>
        </a:spcBef>
        <a:spcAft>
          <a:spcPct val="0"/>
        </a:spcAft>
        <a:defRPr sz="3900" b="1">
          <a:solidFill>
            <a:schemeClr val="tx1"/>
          </a:solidFill>
          <a:latin typeface="Verdana" pitchFamily="34" charset="0"/>
        </a:defRPr>
      </a:lvl6pPr>
      <a:lvl7pPr marL="914400" algn="l" rtl="0" fontAlgn="base">
        <a:spcBef>
          <a:spcPct val="0"/>
        </a:spcBef>
        <a:spcAft>
          <a:spcPct val="0"/>
        </a:spcAft>
        <a:defRPr sz="3900" b="1">
          <a:solidFill>
            <a:schemeClr val="tx1"/>
          </a:solidFill>
          <a:latin typeface="Verdana" pitchFamily="34" charset="0"/>
        </a:defRPr>
      </a:lvl7pPr>
      <a:lvl8pPr marL="1371600" algn="l" rtl="0" fontAlgn="base">
        <a:spcBef>
          <a:spcPct val="0"/>
        </a:spcBef>
        <a:spcAft>
          <a:spcPct val="0"/>
        </a:spcAft>
        <a:defRPr sz="3900" b="1">
          <a:solidFill>
            <a:schemeClr val="tx1"/>
          </a:solidFill>
          <a:latin typeface="Verdana" pitchFamily="34" charset="0"/>
        </a:defRPr>
      </a:lvl8pPr>
      <a:lvl9pPr marL="1828800" algn="l" rtl="0" fontAlgn="base">
        <a:spcBef>
          <a:spcPct val="0"/>
        </a:spcBef>
        <a:spcAft>
          <a:spcPct val="0"/>
        </a:spcAft>
        <a:defRPr sz="3900" b="1">
          <a:solidFill>
            <a:schemeClr val="tx1"/>
          </a:solidFill>
          <a:latin typeface="Verdana" pitchFamily="34" charset="0"/>
        </a:defRPr>
      </a:lvl9pPr>
    </p:titleStyle>
    <p:body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a:solidFill>
            <a:schemeClr val="tx1"/>
          </a:solidFill>
          <a:latin typeface="+mn-lt"/>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a:solidFill>
            <a:schemeClr val="tx1"/>
          </a:solidFill>
          <a:latin typeface="+mn-lt"/>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a:solidFill>
            <a:schemeClr val="tx1"/>
          </a:solidFill>
          <a:latin typeface="+mn-lt"/>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mn-lt"/>
        </a:defRPr>
      </a:lvl5pPr>
      <a:lvl6pPr marL="21383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6pPr>
      <a:lvl7pPr marL="25955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7pPr>
      <a:lvl8pPr marL="30527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8pPr>
      <a:lvl9pPr marL="35099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thai@hufli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9AB579A-0E5A-4FC3-A724-4F496C7EAEED}"/>
              </a:ext>
            </a:extLst>
          </p:cNvPr>
          <p:cNvSpPr>
            <a:spLocks noGrp="1" noChangeArrowheads="1"/>
          </p:cNvSpPr>
          <p:nvPr>
            <p:ph type="ctrTitle"/>
          </p:nvPr>
        </p:nvSpPr>
        <p:spPr>
          <a:xfrm>
            <a:off x="914400" y="2362200"/>
            <a:ext cx="7239000" cy="914400"/>
          </a:xfrm>
        </p:spPr>
        <p:txBody>
          <a:bodyPr/>
          <a:lstStyle/>
          <a:p>
            <a:pPr algn="ctr" eaLnBrk="1" hangingPunct="1">
              <a:defRPr/>
            </a:pPr>
            <a:r>
              <a:rPr lang="en-US" sz="4400" dirty="0" err="1">
                <a:effectLst>
                  <a:outerShdw blurRad="38100" dist="38100" dir="2700000" algn="tl">
                    <a:srgbClr val="C0C0C0"/>
                  </a:outerShdw>
                </a:effectLst>
              </a:rPr>
              <a:t>Chương 2</a:t>
            </a:r>
            <a:endParaRPr lang="en-US" sz="4400" dirty="0">
              <a:effectLst>
                <a:outerShdw blurRad="38100" dist="38100" dir="2700000" algn="tl">
                  <a:srgbClr val="C0C0C0"/>
                </a:outerShdw>
              </a:effectLst>
            </a:endParaRPr>
          </a:p>
        </p:txBody>
      </p:sp>
      <p:sp>
        <p:nvSpPr>
          <p:cNvPr id="2053" name="Rectangle 5">
            <a:extLst>
              <a:ext uri="{FF2B5EF4-FFF2-40B4-BE49-F238E27FC236}">
                <a16:creationId xmlns:a16="http://schemas.microsoft.com/office/drawing/2014/main" id="{1A643D74-5FC8-47DA-879D-F138997FA2B6}"/>
              </a:ext>
            </a:extLst>
          </p:cNvPr>
          <p:cNvSpPr>
            <a:spLocks noChangeArrowheads="1"/>
          </p:cNvSpPr>
          <p:nvPr/>
        </p:nvSpPr>
        <p:spPr bwMode="auto">
          <a:xfrm>
            <a:off x="762000" y="3276600"/>
            <a:ext cx="7620000" cy="990600"/>
          </a:xfrm>
          <a:prstGeom prst="rect">
            <a:avLst/>
          </a:prstGeom>
          <a:noFill/>
          <a:ln w="9525">
            <a:noFill/>
            <a:miter lim="800000"/>
            <a:headEnd/>
            <a:tailEnd/>
          </a:ln>
          <a:effectLst/>
        </p:spPr>
        <p:txBody>
          <a:bodyPr/>
          <a:lstStyle/>
          <a:p>
            <a:pPr algn="ctr" eaLnBrk="1" hangingPunct="1">
              <a:defRPr/>
            </a:pPr>
            <a:r>
              <a:rPr lang="en-US" sz="4400" dirty="0" err="1">
                <a:effectLst>
                  <a:outerShdw blurRad="38100" dist="38100" dir="2700000" algn="tl">
                    <a:srgbClr val="C0C0C0"/>
                  </a:outerShdw>
                </a:effectLst>
                <a:latin typeface="Verdana" pitchFamily="34" charset="0"/>
              </a:rPr>
              <a:t>Quản lý CSDL</a:t>
            </a:r>
            <a:endParaRPr lang="en-US" sz="3200" dirty="0">
              <a:effectLst>
                <a:outerShdw blurRad="38100" dist="38100" dir="2700000" algn="tl">
                  <a:srgbClr val="C0C0C0"/>
                </a:outerShdw>
              </a:effectLst>
              <a:latin typeface="Verdana" pitchFamily="34" charset="0"/>
            </a:endParaRPr>
          </a:p>
        </p:txBody>
      </p:sp>
      <p:sp>
        <p:nvSpPr>
          <p:cNvPr id="4100" name="Rectangle 6">
            <a:extLst>
              <a:ext uri="{FF2B5EF4-FFF2-40B4-BE49-F238E27FC236}">
                <a16:creationId xmlns:a16="http://schemas.microsoft.com/office/drawing/2014/main" id="{0583E417-2BA2-4416-96D8-7A795EA0F63A}"/>
              </a:ext>
            </a:extLst>
          </p:cNvPr>
          <p:cNvSpPr>
            <a:spLocks noGrp="1" noChangeArrowheads="1"/>
          </p:cNvSpPr>
          <p:nvPr>
            <p:ph type="subTitle" idx="1"/>
          </p:nvPr>
        </p:nvSpPr>
        <p:spPr>
          <a:xfrm>
            <a:off x="1219200" y="5029200"/>
            <a:ext cx="7162800" cy="1752600"/>
          </a:xfrm>
        </p:spPr>
        <p:txBody>
          <a:bodyPr/>
          <a:lstStyle/>
          <a:p>
            <a:pPr eaLnBrk="1" hangingPunct="1"/>
            <a:r>
              <a:rPr lang="en-US" altLang="en-US" dirty="0"/>
              <a:t>GV: TS. Trần Minh Thái – </a:t>
            </a:r>
            <a:r>
              <a:rPr lang="en-US" altLang="en-US" dirty="0">
                <a:hlinkClick r:id="rId2"/>
              </a:rPr>
              <a:t>thaitm@huflit.edu.vn</a:t>
            </a:r>
            <a:endParaRPr lang="en-US" altLang="en-US" dirty="0"/>
          </a:p>
          <a:p>
            <a:pPr eaLnBrk="1" hangingPunct="1"/>
            <a:r>
              <a:rPr lang="en-US" altLang="en-US" dirty="0"/>
              <a:t>Cập nhật: </a:t>
            </a:r>
            <a:r>
              <a:rPr lang="vi-VN" altLang="en-US" dirty="0"/>
              <a:t>10/02/</a:t>
            </a:r>
            <a:r>
              <a:rPr lang="en-US" altLang="en-US" dirty="0"/>
              <a:t>202</a:t>
            </a:r>
            <a:r>
              <a:rPr lang="vi-VN" altLang="en-US" dirty="0"/>
              <a:t>5</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wipe(down)">
                                      <p:cBhvr>
                                        <p:cTn id="7" dur="580">
                                          <p:stCondLst>
                                            <p:cond delay="0"/>
                                          </p:stCondLst>
                                        </p:cTn>
                                        <p:tgtEl>
                                          <p:spTgt spid="2053"/>
                                        </p:tgtEl>
                                      </p:cBhvr>
                                    </p:animEffect>
                                    <p:anim calcmode="lin" valueType="num">
                                      <p:cBhvr>
                                        <p:cTn id="8" dur="1822" tmFilter="0,0; 0.14,0.36; 0.43,0.73; 0.71,0.91; 1.0,1.0">
                                          <p:stCondLst>
                                            <p:cond delay="0"/>
                                          </p:stCondLst>
                                        </p:cTn>
                                        <p:tgtEl>
                                          <p:spTgt spid="20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53"/>
                                        </p:tgtEl>
                                        <p:attrNameLst>
                                          <p:attrName>ppt_y</p:attrName>
                                        </p:attrNameLst>
                                      </p:cBhvr>
                                      <p:tavLst>
                                        <p:tav tm="0" fmla="#ppt_y-sin(pi*$)/81">
                                          <p:val>
                                            <p:fltVal val="0"/>
                                          </p:val>
                                        </p:tav>
                                        <p:tav tm="100000">
                                          <p:val>
                                            <p:fltVal val="1"/>
                                          </p:val>
                                        </p:tav>
                                      </p:tavLst>
                                    </p:anim>
                                    <p:animScale>
                                      <p:cBhvr>
                                        <p:cTn id="13" dur="26">
                                          <p:stCondLst>
                                            <p:cond delay="650"/>
                                          </p:stCondLst>
                                        </p:cTn>
                                        <p:tgtEl>
                                          <p:spTgt spid="2053"/>
                                        </p:tgtEl>
                                      </p:cBhvr>
                                      <p:to x="100000" y="60000"/>
                                    </p:animScale>
                                    <p:animScale>
                                      <p:cBhvr>
                                        <p:cTn id="14" dur="166" decel="50000">
                                          <p:stCondLst>
                                            <p:cond delay="676"/>
                                          </p:stCondLst>
                                        </p:cTn>
                                        <p:tgtEl>
                                          <p:spTgt spid="2053"/>
                                        </p:tgtEl>
                                      </p:cBhvr>
                                      <p:to x="100000" y="100000"/>
                                    </p:animScale>
                                    <p:animScale>
                                      <p:cBhvr>
                                        <p:cTn id="15" dur="26">
                                          <p:stCondLst>
                                            <p:cond delay="1312"/>
                                          </p:stCondLst>
                                        </p:cTn>
                                        <p:tgtEl>
                                          <p:spTgt spid="2053"/>
                                        </p:tgtEl>
                                      </p:cBhvr>
                                      <p:to x="100000" y="80000"/>
                                    </p:animScale>
                                    <p:animScale>
                                      <p:cBhvr>
                                        <p:cTn id="16" dur="166" decel="50000">
                                          <p:stCondLst>
                                            <p:cond delay="1338"/>
                                          </p:stCondLst>
                                        </p:cTn>
                                        <p:tgtEl>
                                          <p:spTgt spid="2053"/>
                                        </p:tgtEl>
                                      </p:cBhvr>
                                      <p:to x="100000" y="100000"/>
                                    </p:animScale>
                                    <p:animScale>
                                      <p:cBhvr>
                                        <p:cTn id="17" dur="26">
                                          <p:stCondLst>
                                            <p:cond delay="1642"/>
                                          </p:stCondLst>
                                        </p:cTn>
                                        <p:tgtEl>
                                          <p:spTgt spid="2053"/>
                                        </p:tgtEl>
                                      </p:cBhvr>
                                      <p:to x="100000" y="90000"/>
                                    </p:animScale>
                                    <p:animScale>
                                      <p:cBhvr>
                                        <p:cTn id="18" dur="166" decel="50000">
                                          <p:stCondLst>
                                            <p:cond delay="1668"/>
                                          </p:stCondLst>
                                        </p:cTn>
                                        <p:tgtEl>
                                          <p:spTgt spid="2053"/>
                                        </p:tgtEl>
                                      </p:cBhvr>
                                      <p:to x="100000" y="100000"/>
                                    </p:animScale>
                                    <p:animScale>
                                      <p:cBhvr>
                                        <p:cTn id="19" dur="26">
                                          <p:stCondLst>
                                            <p:cond delay="1808"/>
                                          </p:stCondLst>
                                        </p:cTn>
                                        <p:tgtEl>
                                          <p:spTgt spid="2053"/>
                                        </p:tgtEl>
                                      </p:cBhvr>
                                      <p:to x="100000" y="95000"/>
                                    </p:animScale>
                                    <p:animScale>
                                      <p:cBhvr>
                                        <p:cTn id="20" dur="166" decel="50000">
                                          <p:stCondLst>
                                            <p:cond delay="1834"/>
                                          </p:stCondLst>
                                        </p:cTn>
                                        <p:tgtEl>
                                          <p:spTgt spid="205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wipe(down)">
                                      <p:cBhvr>
                                        <p:cTn id="23" dur="580">
                                          <p:stCondLst>
                                            <p:cond delay="0"/>
                                          </p:stCondLst>
                                        </p:cTn>
                                        <p:tgtEl>
                                          <p:spTgt spid="2050"/>
                                        </p:tgtEl>
                                      </p:cBhvr>
                                    </p:animEffect>
                                    <p:anim calcmode="lin" valueType="num">
                                      <p:cBhvr>
                                        <p:cTn id="24"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29" dur="26">
                                          <p:stCondLst>
                                            <p:cond delay="650"/>
                                          </p:stCondLst>
                                        </p:cTn>
                                        <p:tgtEl>
                                          <p:spTgt spid="2050"/>
                                        </p:tgtEl>
                                      </p:cBhvr>
                                      <p:to x="100000" y="60000"/>
                                    </p:animScale>
                                    <p:animScale>
                                      <p:cBhvr>
                                        <p:cTn id="30" dur="166" decel="50000">
                                          <p:stCondLst>
                                            <p:cond delay="676"/>
                                          </p:stCondLst>
                                        </p:cTn>
                                        <p:tgtEl>
                                          <p:spTgt spid="2050"/>
                                        </p:tgtEl>
                                      </p:cBhvr>
                                      <p:to x="100000" y="100000"/>
                                    </p:animScale>
                                    <p:animScale>
                                      <p:cBhvr>
                                        <p:cTn id="31" dur="26">
                                          <p:stCondLst>
                                            <p:cond delay="1312"/>
                                          </p:stCondLst>
                                        </p:cTn>
                                        <p:tgtEl>
                                          <p:spTgt spid="2050"/>
                                        </p:tgtEl>
                                      </p:cBhvr>
                                      <p:to x="100000" y="80000"/>
                                    </p:animScale>
                                    <p:animScale>
                                      <p:cBhvr>
                                        <p:cTn id="32" dur="166" decel="50000">
                                          <p:stCondLst>
                                            <p:cond delay="1338"/>
                                          </p:stCondLst>
                                        </p:cTn>
                                        <p:tgtEl>
                                          <p:spTgt spid="2050"/>
                                        </p:tgtEl>
                                      </p:cBhvr>
                                      <p:to x="100000" y="100000"/>
                                    </p:animScale>
                                    <p:animScale>
                                      <p:cBhvr>
                                        <p:cTn id="33" dur="26">
                                          <p:stCondLst>
                                            <p:cond delay="1642"/>
                                          </p:stCondLst>
                                        </p:cTn>
                                        <p:tgtEl>
                                          <p:spTgt spid="2050"/>
                                        </p:tgtEl>
                                      </p:cBhvr>
                                      <p:to x="100000" y="90000"/>
                                    </p:animScale>
                                    <p:animScale>
                                      <p:cBhvr>
                                        <p:cTn id="34" dur="166" decel="50000">
                                          <p:stCondLst>
                                            <p:cond delay="1668"/>
                                          </p:stCondLst>
                                        </p:cTn>
                                        <p:tgtEl>
                                          <p:spTgt spid="2050"/>
                                        </p:tgtEl>
                                      </p:cBhvr>
                                      <p:to x="100000" y="100000"/>
                                    </p:animScale>
                                    <p:animScale>
                                      <p:cBhvr>
                                        <p:cTn id="35" dur="26">
                                          <p:stCondLst>
                                            <p:cond delay="1808"/>
                                          </p:stCondLst>
                                        </p:cTn>
                                        <p:tgtEl>
                                          <p:spTgt spid="2050"/>
                                        </p:tgtEl>
                                      </p:cBhvr>
                                      <p:to x="100000" y="95000"/>
                                    </p:animScale>
                                    <p:animScale>
                                      <p:cBhvr>
                                        <p:cTn id="36" dur="166" decel="50000">
                                          <p:stCondLst>
                                            <p:cond delay="1834"/>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D37B689-55A0-42FC-9848-8A7881CFAF6E}"/>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123" name="Slide Number Placeholder 5">
            <a:extLst>
              <a:ext uri="{FF2B5EF4-FFF2-40B4-BE49-F238E27FC236}">
                <a16:creationId xmlns:a16="http://schemas.microsoft.com/office/drawing/2014/main" id="{6CDC4106-D391-4429-8D5C-D84B7CE926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A0164CA-FF9E-4801-90E8-C30D4B501066}" type="slidenum">
              <a:rPr lang="en-US" altLang="en-US" sz="1000"/>
              <a:pPr algn="r">
                <a:spcBef>
                  <a:spcPct val="0"/>
                </a:spcBef>
                <a:buClrTx/>
                <a:buFontTx/>
                <a:buNone/>
              </a:pPr>
              <a:t>2</a:t>
            </a:fld>
            <a:endParaRPr lang="en-US" altLang="en-US" sz="1000"/>
          </a:p>
        </p:txBody>
      </p:sp>
      <p:sp>
        <p:nvSpPr>
          <p:cNvPr id="5124" name="Rectangle 2">
            <a:extLst>
              <a:ext uri="{FF2B5EF4-FFF2-40B4-BE49-F238E27FC236}">
                <a16:creationId xmlns:a16="http://schemas.microsoft.com/office/drawing/2014/main" id="{B2BAD851-1477-4C76-9007-93BE4FAA13CB}"/>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a:t>
            </a:r>
          </a:p>
        </p:txBody>
      </p:sp>
      <p:sp>
        <p:nvSpPr>
          <p:cNvPr id="5125" name="Rectangle 3">
            <a:extLst>
              <a:ext uri="{FF2B5EF4-FFF2-40B4-BE49-F238E27FC236}">
                <a16:creationId xmlns:a16="http://schemas.microsoft.com/office/drawing/2014/main" id="{E15FEFFD-78F5-41AA-9E80-6B65804A27A7}"/>
              </a:ext>
            </a:extLst>
          </p:cNvPr>
          <p:cNvSpPr>
            <a:spLocks noGrp="1" noChangeArrowheads="1"/>
          </p:cNvSpPr>
          <p:nvPr>
            <p:ph type="body" idx="1"/>
          </p:nvPr>
        </p:nvSpPr>
        <p:spPr>
          <a:xfrm>
            <a:off x="457200" y="1295400"/>
            <a:ext cx="8229600" cy="4835525"/>
          </a:xfrm>
        </p:spPr>
        <p:txBody>
          <a:bodyPr/>
          <a:lstStyle/>
          <a:p>
            <a:pPr marL="514350" indent="-514350">
              <a:buFont typeface="+mj-lt"/>
              <a:buAutoNum type="arabicPeriod"/>
            </a:pPr>
            <a:r>
              <a:rPr lang="en-US"/>
              <a:t>Giới thiệu hệ quản trị CSDL SQL Server </a:t>
            </a:r>
            <a:endParaRPr lang="en-VN"/>
          </a:p>
          <a:p>
            <a:pPr marL="514350" indent="-514350">
              <a:buFont typeface="+mj-lt"/>
              <a:buAutoNum type="arabicPeriod"/>
            </a:pPr>
            <a:r>
              <a:rPr lang="en-US"/>
              <a:t>Các kiểu dữ liệu</a:t>
            </a:r>
            <a:endParaRPr lang="en-VN"/>
          </a:p>
          <a:p>
            <a:pPr marL="514350" indent="-514350">
              <a:buFont typeface="+mj-lt"/>
              <a:buAutoNum type="arabicPeriod"/>
            </a:pPr>
            <a:r>
              <a:rPr lang="en-US"/>
              <a:t>Ngôn ngữ định nghĩa dữ liệu</a:t>
            </a:r>
            <a:endParaRPr lang="en-VN"/>
          </a:p>
          <a:p>
            <a:pPr marL="514350" indent="-514350">
              <a:buFont typeface="+mj-lt"/>
              <a:buAutoNum type="arabicPeriod"/>
            </a:pPr>
            <a:r>
              <a:rPr lang="en-US"/>
              <a:t>Các lệnh ràng buộc dữ liệu trên miền giá trị, khóa, duy nhất</a:t>
            </a:r>
            <a:endParaRPr lang="en-VN"/>
          </a:p>
          <a:p>
            <a:pPr marL="514350" indent="-514350">
              <a:buFont typeface="+mj-lt"/>
              <a:buAutoNum type="arabicPeriod"/>
            </a:pPr>
            <a:r>
              <a:rPr lang="en-US"/>
              <a:t>Các lệnh thao tác/ cập nhật dữ liệu</a:t>
            </a:r>
            <a:endParaRPr lang="en-VN"/>
          </a:p>
          <a:p>
            <a:pPr marL="514350" indent="-514350">
              <a:buFont typeface="+mj-lt"/>
              <a:buAutoNum type="arabicPeriod"/>
            </a:pPr>
            <a:r>
              <a:rPr lang="en-US"/>
              <a:t>Nguyên tắc thực hiện thao tác CSDL quan hệ</a:t>
            </a:r>
            <a:endParaRPr lang="en-VN"/>
          </a:p>
          <a:p>
            <a:pPr marL="514350" indent="-514350">
              <a:buFont typeface="+mj-lt"/>
              <a:buAutoNum type="arabicPeriod"/>
            </a:pPr>
            <a:r>
              <a:rPr lang="en-US"/>
              <a:t>Các lỗi thường gặp khi thao tác dữ liệu</a:t>
            </a:r>
            <a:endParaRPr lang="en-VN"/>
          </a:p>
          <a:p>
            <a:pPr marL="514350" indent="-514350">
              <a:buFont typeface="+mj-lt"/>
              <a:buAutoNum type="arabicPeriod"/>
            </a:pPr>
            <a:r>
              <a:rPr lang="en-US"/>
              <a:t>Bài tập</a:t>
            </a:r>
            <a:r>
              <a:rPr lang="en-VN">
                <a:effectLst/>
              </a:rPr>
              <a:t> </a:t>
            </a:r>
            <a:endParaRPr lang="en-US" altLang="en-US"/>
          </a:p>
          <a:p>
            <a:pPr eaLnBrk="1" hangingPunct="1"/>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6A57-39DB-3045-8B53-403D05A0E68A}"/>
              </a:ext>
            </a:extLst>
          </p:cNvPr>
          <p:cNvSpPr>
            <a:spLocks noGrp="1"/>
          </p:cNvSpPr>
          <p:nvPr>
            <p:ph type="title"/>
          </p:nvPr>
        </p:nvSpPr>
        <p:spPr/>
        <p:txBody>
          <a:bodyPr/>
          <a:lstStyle/>
          <a:p>
            <a:r>
              <a:rPr lang="en-US" sz="3200"/>
              <a:t>1. Giới thiệu HQT CSDL SQL Server</a:t>
            </a:r>
          </a:p>
        </p:txBody>
      </p:sp>
      <p:sp>
        <p:nvSpPr>
          <p:cNvPr id="3" name="Content Placeholder 2">
            <a:extLst>
              <a:ext uri="{FF2B5EF4-FFF2-40B4-BE49-F238E27FC236}">
                <a16:creationId xmlns:a16="http://schemas.microsoft.com/office/drawing/2014/main" id="{DE53114C-BEDF-4A41-8FA2-ED30E099CA55}"/>
              </a:ext>
            </a:extLst>
          </p:cNvPr>
          <p:cNvSpPr>
            <a:spLocks noGrp="1"/>
          </p:cNvSpPr>
          <p:nvPr>
            <p:ph idx="1"/>
          </p:nvPr>
        </p:nvSpPr>
        <p:spPr/>
        <p:txBody>
          <a:bodyPr/>
          <a:lstStyle/>
          <a:p>
            <a:pPr marL="514350" indent="-514350">
              <a:buFont typeface="+mj-lt"/>
              <a:buAutoNum type="arabicPeriod"/>
            </a:pPr>
            <a:r>
              <a:rPr lang="vi-VN"/>
              <a:t>HQT CSDL là gì?</a:t>
            </a:r>
          </a:p>
          <a:p>
            <a:pPr marL="514350" indent="-514350">
              <a:buFont typeface="+mj-lt"/>
              <a:buAutoNum type="arabicPeriod"/>
            </a:pPr>
            <a:r>
              <a:rPr lang="vi-VN"/>
              <a:t>Các HQT CSDL phổ biến?</a:t>
            </a:r>
          </a:p>
          <a:p>
            <a:pPr marL="514350" indent="-514350">
              <a:buFont typeface="+mj-lt"/>
              <a:buAutoNum type="arabicPeriod"/>
            </a:pPr>
            <a:r>
              <a:rPr lang="vi-VN"/>
              <a:t>Các mô hình CSDL?</a:t>
            </a:r>
          </a:p>
        </p:txBody>
      </p:sp>
      <p:sp>
        <p:nvSpPr>
          <p:cNvPr id="4" name="Date Placeholder 3">
            <a:extLst>
              <a:ext uri="{FF2B5EF4-FFF2-40B4-BE49-F238E27FC236}">
                <a16:creationId xmlns:a16="http://schemas.microsoft.com/office/drawing/2014/main" id="{3D301C7F-165A-9B41-A33B-17D9FB083B63}"/>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7FBAC5E2-AAA7-5241-8BB2-7AB90D1E1F10}"/>
              </a:ext>
            </a:extLst>
          </p:cNvPr>
          <p:cNvSpPr>
            <a:spLocks noGrp="1"/>
          </p:cNvSpPr>
          <p:nvPr>
            <p:ph type="sldNum" sz="quarter" idx="12"/>
          </p:nvPr>
        </p:nvSpPr>
        <p:spPr/>
        <p:txBody>
          <a:bodyPr/>
          <a:lstStyle/>
          <a:p>
            <a:fld id="{BC6CB274-F3ED-4F22-9D3A-C5E5218A09E0}" type="slidenum">
              <a:rPr lang="en-US" altLang="en-US"/>
              <a:pPr/>
              <a:t>3</a:t>
            </a:fld>
            <a:endParaRPr lang="en-US" altLang="en-US"/>
          </a:p>
        </p:txBody>
      </p:sp>
    </p:spTree>
    <p:extLst>
      <p:ext uri="{BB962C8B-B14F-4D97-AF65-F5344CB8AC3E}">
        <p14:creationId xmlns:p14="http://schemas.microsoft.com/office/powerpoint/2010/main" val="2631445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6A57-39DB-3045-8B53-403D05A0E68A}"/>
              </a:ext>
            </a:extLst>
          </p:cNvPr>
          <p:cNvSpPr>
            <a:spLocks noGrp="1"/>
          </p:cNvSpPr>
          <p:nvPr>
            <p:ph type="title"/>
          </p:nvPr>
        </p:nvSpPr>
        <p:spPr/>
        <p:txBody>
          <a:bodyPr/>
          <a:lstStyle/>
          <a:p>
            <a:r>
              <a:rPr lang="en-US" sz="3200"/>
              <a:t>1. Giới thiệu HQT CSDL SQL Server</a:t>
            </a:r>
          </a:p>
        </p:txBody>
      </p:sp>
      <p:sp>
        <p:nvSpPr>
          <p:cNvPr id="3" name="Content Placeholder 2">
            <a:extLst>
              <a:ext uri="{FF2B5EF4-FFF2-40B4-BE49-F238E27FC236}">
                <a16:creationId xmlns:a16="http://schemas.microsoft.com/office/drawing/2014/main" id="{DE53114C-BEDF-4A41-8FA2-ED30E099CA55}"/>
              </a:ext>
            </a:extLst>
          </p:cNvPr>
          <p:cNvSpPr>
            <a:spLocks noGrp="1"/>
          </p:cNvSpPr>
          <p:nvPr>
            <p:ph idx="1"/>
          </p:nvPr>
        </p:nvSpPr>
        <p:spPr>
          <a:xfrm>
            <a:off x="457200" y="1219200"/>
            <a:ext cx="8229600" cy="5284787"/>
          </a:xfrm>
        </p:spPr>
        <p:txBody>
          <a:bodyPr/>
          <a:lstStyle/>
          <a:p>
            <a:r>
              <a:rPr lang="vi-VN"/>
              <a:t>HQT CSDL (Database Management System - DBMS): Là một HT PM cho phép tạo lập CSDL và điều khiển mọi truy nhập đối với CSDL</a:t>
            </a:r>
          </a:p>
          <a:p>
            <a:r>
              <a:rPr lang="vi-VN"/>
              <a:t>Các HQT CSDL phổ biến: </a:t>
            </a:r>
          </a:p>
          <a:p>
            <a:pPr lvl="1"/>
            <a:r>
              <a:rPr lang="vi-VN" i="1"/>
              <a:t>Microsoft Access</a:t>
            </a:r>
          </a:p>
          <a:p>
            <a:pPr lvl="1"/>
            <a:r>
              <a:rPr lang="vi-VN" i="1"/>
              <a:t>Foxpro</a:t>
            </a:r>
          </a:p>
          <a:p>
            <a:pPr lvl="1"/>
            <a:r>
              <a:rPr lang="vi-VN" i="1"/>
              <a:t>DB2</a:t>
            </a:r>
          </a:p>
          <a:p>
            <a:pPr lvl="1"/>
            <a:r>
              <a:rPr lang="vi-VN" i="1"/>
              <a:t>SQL Server</a:t>
            </a:r>
          </a:p>
          <a:p>
            <a:pPr lvl="1"/>
            <a:r>
              <a:rPr lang="vi-VN" i="1"/>
              <a:t>Oracle </a:t>
            </a:r>
          </a:p>
          <a:p>
            <a:r>
              <a:rPr lang="vi-VN"/>
              <a:t>HQT CSDL quan hệ (Relation Database Management System - RDBMS) là một HQT CSDL theo mô hình quan hệ </a:t>
            </a:r>
          </a:p>
          <a:p>
            <a:endParaRPr lang="en-US"/>
          </a:p>
        </p:txBody>
      </p:sp>
      <p:sp>
        <p:nvSpPr>
          <p:cNvPr id="4" name="Date Placeholder 3">
            <a:extLst>
              <a:ext uri="{FF2B5EF4-FFF2-40B4-BE49-F238E27FC236}">
                <a16:creationId xmlns:a16="http://schemas.microsoft.com/office/drawing/2014/main" id="{3D301C7F-165A-9B41-A33B-17D9FB083B63}"/>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7FBAC5E2-AAA7-5241-8BB2-7AB90D1E1F10}"/>
              </a:ext>
            </a:extLst>
          </p:cNvPr>
          <p:cNvSpPr>
            <a:spLocks noGrp="1"/>
          </p:cNvSpPr>
          <p:nvPr>
            <p:ph type="sldNum" sz="quarter" idx="12"/>
          </p:nvPr>
        </p:nvSpPr>
        <p:spPr/>
        <p:txBody>
          <a:bodyPr/>
          <a:lstStyle/>
          <a:p>
            <a:fld id="{BC6CB274-F3ED-4F22-9D3A-C5E5218A09E0}" type="slidenum">
              <a:rPr lang="en-US" altLang="en-US"/>
              <a:pPr/>
              <a:t>4</a:t>
            </a:fld>
            <a:endParaRPr lang="en-US" altLang="en-US"/>
          </a:p>
        </p:txBody>
      </p:sp>
    </p:spTree>
    <p:extLst>
      <p:ext uri="{BB962C8B-B14F-4D97-AF65-F5344CB8AC3E}">
        <p14:creationId xmlns:p14="http://schemas.microsoft.com/office/powerpoint/2010/main" val="3711532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6A57-39DB-3045-8B53-403D05A0E68A}"/>
              </a:ext>
            </a:extLst>
          </p:cNvPr>
          <p:cNvSpPr>
            <a:spLocks noGrp="1"/>
          </p:cNvSpPr>
          <p:nvPr>
            <p:ph type="title"/>
          </p:nvPr>
        </p:nvSpPr>
        <p:spPr>
          <a:xfrm>
            <a:off x="457200" y="354013"/>
            <a:ext cx="8229600" cy="788987"/>
          </a:xfrm>
        </p:spPr>
        <p:txBody>
          <a:bodyPr wrap="square" anchor="t">
            <a:normAutofit/>
          </a:bodyPr>
          <a:lstStyle/>
          <a:p>
            <a:pPr>
              <a:lnSpc>
                <a:spcPct val="90000"/>
              </a:lnSpc>
            </a:pPr>
            <a:r>
              <a:rPr lang="en-US" sz="2700"/>
              <a:t>1. Giới thiệu HQT CSDL SQL Server (tt)</a:t>
            </a:r>
          </a:p>
        </p:txBody>
      </p:sp>
      <p:pic>
        <p:nvPicPr>
          <p:cNvPr id="1026" name="Picture 2" descr="Cài Đặt Và Cấu Hình Microsoft SQL Server 2014 Express — STDIO">
            <a:extLst>
              <a:ext uri="{FF2B5EF4-FFF2-40B4-BE49-F238E27FC236}">
                <a16:creationId xmlns:a16="http://schemas.microsoft.com/office/drawing/2014/main" id="{93AFC25B-E14E-AC4C-B2B7-8655955D240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82" y="2647110"/>
            <a:ext cx="4038600" cy="2271712"/>
          </a:xfrm>
          <a:prstGeom prst="rect">
            <a:avLst/>
          </a:prstGeom>
          <a:solidFill>
            <a:srgbClr val="FFFFFF"/>
          </a:solidFill>
        </p:spPr>
      </p:pic>
      <p:sp>
        <p:nvSpPr>
          <p:cNvPr id="3" name="Content Placeholder 2">
            <a:extLst>
              <a:ext uri="{FF2B5EF4-FFF2-40B4-BE49-F238E27FC236}">
                <a16:creationId xmlns:a16="http://schemas.microsoft.com/office/drawing/2014/main" id="{DE53114C-BEDF-4A41-8FA2-ED30E099CA55}"/>
              </a:ext>
            </a:extLst>
          </p:cNvPr>
          <p:cNvSpPr>
            <a:spLocks noGrp="1"/>
          </p:cNvSpPr>
          <p:nvPr>
            <p:ph sz="half" idx="2"/>
          </p:nvPr>
        </p:nvSpPr>
        <p:spPr>
          <a:xfrm>
            <a:off x="3124200" y="1143000"/>
            <a:ext cx="5791200" cy="5253038"/>
          </a:xfrm>
        </p:spPr>
        <p:txBody>
          <a:bodyPr wrap="square" anchor="t">
            <a:noAutofit/>
          </a:bodyPr>
          <a:lstStyle/>
          <a:p>
            <a:pPr>
              <a:lnSpc>
                <a:spcPct val="90000"/>
              </a:lnSpc>
            </a:pPr>
            <a:r>
              <a:rPr lang="vi-VN" sz="2400"/>
              <a:t>Do Microsoft phát triển</a:t>
            </a:r>
          </a:p>
          <a:p>
            <a:pPr>
              <a:lnSpc>
                <a:spcPct val="90000"/>
              </a:lnSpc>
            </a:pPr>
            <a:r>
              <a:rPr lang="vi-VN" sz="2400"/>
              <a:t>Là một Database Server</a:t>
            </a:r>
          </a:p>
          <a:p>
            <a:pPr>
              <a:lnSpc>
                <a:spcPct val="90000"/>
              </a:lnSpc>
            </a:pPr>
            <a:r>
              <a:rPr lang="vi-VN" sz="2400"/>
              <a:t>Nhiều phiên bản nhằm vào các đối tượng khác nhau và cho khối lượng công việc khác nhau</a:t>
            </a:r>
          </a:p>
          <a:p>
            <a:pPr>
              <a:lnSpc>
                <a:spcPct val="90000"/>
              </a:lnSpc>
            </a:pPr>
            <a:r>
              <a:rPr lang="vi-VN" sz="2400"/>
              <a:t>Sử dụng câu lệnh SQL (</a:t>
            </a:r>
            <a:r>
              <a:rPr lang="vi-VN" sz="2400" b="1"/>
              <a:t>Transact-SQL) </a:t>
            </a:r>
            <a:r>
              <a:rPr lang="vi-VN" sz="2400"/>
              <a:t>để trao đổi dữ liệu giữa máy Client và máy cài SQL Server. </a:t>
            </a:r>
          </a:p>
          <a:p>
            <a:pPr>
              <a:lnSpc>
                <a:spcPct val="90000"/>
              </a:lnSpc>
            </a:pPr>
            <a:r>
              <a:rPr lang="vi-VN" sz="2400"/>
              <a:t>Một RDBMS bao gồm databases, database engine và các ứng dụng dùng để quản lý dữ liệu và các bộ phận khác nhau trong RDBMS</a:t>
            </a:r>
            <a:endParaRPr lang="en-US" sz="2400"/>
          </a:p>
        </p:txBody>
      </p:sp>
      <p:sp>
        <p:nvSpPr>
          <p:cNvPr id="4" name="Date Placeholder 3">
            <a:extLst>
              <a:ext uri="{FF2B5EF4-FFF2-40B4-BE49-F238E27FC236}">
                <a16:creationId xmlns:a16="http://schemas.microsoft.com/office/drawing/2014/main" id="{3D301C7F-165A-9B41-A33B-17D9FB083B63}"/>
              </a:ext>
            </a:extLst>
          </p:cNvPr>
          <p:cNvSpPr>
            <a:spLocks noGrp="1"/>
          </p:cNvSpPr>
          <p:nvPr>
            <p:ph type="dt" sz="half" idx="10"/>
          </p:nvPr>
        </p:nvSpPr>
        <p:spPr>
          <a:xfrm>
            <a:off x="457200" y="6396038"/>
            <a:ext cx="5562600" cy="457200"/>
          </a:xfrm>
        </p:spPr>
        <p:txBody>
          <a:bodyPr wrap="square" anchor="b">
            <a:normAutofit/>
          </a:bodyPr>
          <a:lstStyle/>
          <a:p>
            <a:pPr>
              <a:spcAft>
                <a:spcPts val="600"/>
              </a:spcAft>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7FBAC5E2-AAA7-5241-8BB2-7AB90D1E1F10}"/>
              </a:ext>
            </a:extLst>
          </p:cNvPr>
          <p:cNvSpPr>
            <a:spLocks noGrp="1"/>
          </p:cNvSpPr>
          <p:nvPr>
            <p:ph type="sldNum" sz="quarter" idx="12"/>
          </p:nvPr>
        </p:nvSpPr>
        <p:spPr>
          <a:xfrm>
            <a:off x="6553200" y="6396038"/>
            <a:ext cx="2133600" cy="457200"/>
          </a:xfrm>
        </p:spPr>
        <p:txBody>
          <a:bodyPr wrap="square" anchor="b">
            <a:normAutofit/>
          </a:bodyPr>
          <a:lstStyle/>
          <a:p>
            <a:pPr>
              <a:spcAft>
                <a:spcPts val="600"/>
              </a:spcAft>
            </a:pPr>
            <a:fld id="{BC6CB274-F3ED-4F22-9D3A-C5E5218A09E0}" type="slidenum">
              <a:rPr lang="en-US" altLang="en-US"/>
              <a:pPr>
                <a:spcAft>
                  <a:spcPts val="600"/>
                </a:spcAft>
              </a:pPr>
              <a:t>5</a:t>
            </a:fld>
            <a:endParaRPr lang="en-US" altLang="en-US"/>
          </a:p>
        </p:txBody>
      </p:sp>
    </p:spTree>
    <p:extLst>
      <p:ext uri="{BB962C8B-B14F-4D97-AF65-F5344CB8AC3E}">
        <p14:creationId xmlns:p14="http://schemas.microsoft.com/office/powerpoint/2010/main" val="1419948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5F73-4E78-C94A-9311-045334F4E849}"/>
              </a:ext>
            </a:extLst>
          </p:cNvPr>
          <p:cNvSpPr>
            <a:spLocks noGrp="1"/>
          </p:cNvSpPr>
          <p:nvPr>
            <p:ph type="title"/>
          </p:nvPr>
        </p:nvSpPr>
        <p:spPr>
          <a:xfrm>
            <a:off x="457200" y="354013"/>
            <a:ext cx="8534400" cy="788987"/>
          </a:xfrm>
        </p:spPr>
        <p:txBody>
          <a:bodyPr/>
          <a:lstStyle/>
          <a:p>
            <a:r>
              <a:rPr lang="en-US" sz="3000"/>
              <a:t>1. Giới thiệu HQT CSDL SQL Server (tt)</a:t>
            </a:r>
          </a:p>
        </p:txBody>
      </p:sp>
      <p:sp>
        <p:nvSpPr>
          <p:cNvPr id="3" name="Content Placeholder 2">
            <a:extLst>
              <a:ext uri="{FF2B5EF4-FFF2-40B4-BE49-F238E27FC236}">
                <a16:creationId xmlns:a16="http://schemas.microsoft.com/office/drawing/2014/main" id="{A5B885C8-4E04-0041-8C2E-8561759CCCAC}"/>
              </a:ext>
            </a:extLst>
          </p:cNvPr>
          <p:cNvSpPr>
            <a:spLocks noGrp="1"/>
          </p:cNvSpPr>
          <p:nvPr>
            <p:ph idx="1"/>
          </p:nvPr>
        </p:nvSpPr>
        <p:spPr/>
        <p:txBody>
          <a:bodyPr/>
          <a:lstStyle/>
          <a:p>
            <a:r>
              <a:rPr lang="vi-VN"/>
              <a:t>1989: Dự án MS SQL Server cho OS/2 bởi Sybase, Ashton-Tate và Microsoft</a:t>
            </a:r>
          </a:p>
          <a:p>
            <a:r>
              <a:rPr lang="vi-VN"/>
              <a:t>1993: SQL Server 4.2 cho Windows NT</a:t>
            </a:r>
          </a:p>
          <a:p>
            <a:r>
              <a:rPr lang="vi-VN"/>
              <a:t>1995: SQL Server 6.0</a:t>
            </a:r>
          </a:p>
          <a:p>
            <a:r>
              <a:rPr lang="vi-VN"/>
              <a:t>1998: SQL Server 7.0 (chuyển đổi mã nguồn từ C sang C ++)</a:t>
            </a:r>
          </a:p>
          <a:p>
            <a:r>
              <a:rPr lang="vi-VN"/>
              <a:t>2005: SQL Server 2005 sửa đổi hoàn chỉnh mã Sybase cũ thành mã Microsoft.</a:t>
            </a:r>
          </a:p>
          <a:p>
            <a:r>
              <a:rPr lang="vi-VN"/>
              <a:t>2012: SQL Server 2012 bổ sung thêm tính năng lưu trữ trong bộ nhớ dạng cột hay còn gọi là xVelocity</a:t>
            </a:r>
          </a:p>
          <a:p>
            <a:r>
              <a:rPr lang="vi-VN"/>
              <a:t>2017: SQL Server 2017 bổ sung hỗ trợ Linux</a:t>
            </a:r>
          </a:p>
          <a:p>
            <a:r>
              <a:rPr lang="vi-VN"/>
              <a:t>2019…</a:t>
            </a:r>
            <a:endParaRPr lang="en-US"/>
          </a:p>
        </p:txBody>
      </p:sp>
      <p:sp>
        <p:nvSpPr>
          <p:cNvPr id="4" name="Date Placeholder 3">
            <a:extLst>
              <a:ext uri="{FF2B5EF4-FFF2-40B4-BE49-F238E27FC236}">
                <a16:creationId xmlns:a16="http://schemas.microsoft.com/office/drawing/2014/main" id="{D9620DA8-F279-AA40-9325-19AA628D57F1}"/>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3259AEA3-73D2-6143-BFCD-6273CE938B27}"/>
              </a:ext>
            </a:extLst>
          </p:cNvPr>
          <p:cNvSpPr>
            <a:spLocks noGrp="1"/>
          </p:cNvSpPr>
          <p:nvPr>
            <p:ph type="sldNum" sz="quarter" idx="12"/>
          </p:nvPr>
        </p:nvSpPr>
        <p:spPr/>
        <p:txBody>
          <a:bodyPr/>
          <a:lstStyle/>
          <a:p>
            <a:fld id="{BC6CB274-F3ED-4F22-9D3A-C5E5218A09E0}" type="slidenum">
              <a:rPr lang="en-US" altLang="en-US"/>
              <a:pPr/>
              <a:t>6</a:t>
            </a:fld>
            <a:endParaRPr lang="en-US" altLang="en-US"/>
          </a:p>
        </p:txBody>
      </p:sp>
    </p:spTree>
    <p:extLst>
      <p:ext uri="{BB962C8B-B14F-4D97-AF65-F5344CB8AC3E}">
        <p14:creationId xmlns:p14="http://schemas.microsoft.com/office/powerpoint/2010/main" val="390513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231B-1868-094B-8FBC-4AC76026DE1C}"/>
              </a:ext>
            </a:extLst>
          </p:cNvPr>
          <p:cNvSpPr>
            <a:spLocks noGrp="1"/>
          </p:cNvSpPr>
          <p:nvPr>
            <p:ph type="title"/>
          </p:nvPr>
        </p:nvSpPr>
        <p:spPr>
          <a:xfrm>
            <a:off x="457200" y="354013"/>
            <a:ext cx="8686800" cy="788987"/>
          </a:xfrm>
        </p:spPr>
        <p:txBody>
          <a:bodyPr/>
          <a:lstStyle/>
          <a:p>
            <a:r>
              <a:rPr lang="en-US" sz="3000"/>
              <a:t>1. Giới thiệu HQT CSDL SQL Server (tt)</a:t>
            </a:r>
            <a:br>
              <a:rPr lang="en-US" sz="3000"/>
            </a:br>
            <a:r>
              <a:rPr lang="en-US" sz="3000"/>
              <a:t>Các phiên bản</a:t>
            </a:r>
          </a:p>
        </p:txBody>
      </p:sp>
      <p:sp>
        <p:nvSpPr>
          <p:cNvPr id="3" name="Content Placeholder 2">
            <a:extLst>
              <a:ext uri="{FF2B5EF4-FFF2-40B4-BE49-F238E27FC236}">
                <a16:creationId xmlns:a16="http://schemas.microsoft.com/office/drawing/2014/main" id="{117F4441-5EB7-4849-94D2-9EF2199E3FAC}"/>
              </a:ext>
            </a:extLst>
          </p:cNvPr>
          <p:cNvSpPr>
            <a:spLocks noGrp="1"/>
          </p:cNvSpPr>
          <p:nvPr>
            <p:ph idx="1"/>
          </p:nvPr>
        </p:nvSpPr>
        <p:spPr>
          <a:xfrm>
            <a:off x="457200" y="1412875"/>
            <a:ext cx="8229600" cy="4911725"/>
          </a:xfrm>
        </p:spPr>
        <p:txBody>
          <a:bodyPr/>
          <a:lstStyle/>
          <a:p>
            <a:r>
              <a:rPr lang="vi-VN" b="1"/>
              <a:t>SQL Server Enterprise Edition </a:t>
            </a:r>
            <a:r>
              <a:rPr lang="vi-VN"/>
              <a:t>bao gồm cả công cụ CSDL cốt lõi và các dịch vụ bổ sung, với một loạt các công cụ để tạo và quản lý một cụm SQL Server</a:t>
            </a:r>
          </a:p>
          <a:p>
            <a:r>
              <a:rPr lang="vi-VN" b="1"/>
              <a:t>SQL Server Standard </a:t>
            </a:r>
            <a:r>
              <a:rPr lang="vi-VN"/>
              <a:t>bao gồm công cụ CSDL cốt lõi, cùng với các dịch vụ độc lập</a:t>
            </a:r>
          </a:p>
          <a:p>
            <a:r>
              <a:rPr lang="vi-VN" b="1"/>
              <a:t>SQL Server Web Edition</a:t>
            </a:r>
            <a:r>
              <a:rPr lang="vi-VN"/>
              <a:t> là một tùy chọn chi phí thấp để lưu trữ Web.</a:t>
            </a:r>
          </a:p>
          <a:p>
            <a:r>
              <a:rPr lang="en-US" b="1"/>
              <a:t>Business Intelligence</a:t>
            </a:r>
          </a:p>
          <a:p>
            <a:r>
              <a:rPr lang="vi-VN" b="1"/>
              <a:t>SQL Server Express Edition </a:t>
            </a:r>
            <a:r>
              <a:rPr lang="vi-VN"/>
              <a:t>là phiên bản SQL Server miễn phí được thu nhỏ lại, bao gồm công cụ CSDL cốt lõi</a:t>
            </a:r>
            <a:endParaRPr lang="en-US"/>
          </a:p>
        </p:txBody>
      </p:sp>
      <p:sp>
        <p:nvSpPr>
          <p:cNvPr id="4" name="Date Placeholder 3">
            <a:extLst>
              <a:ext uri="{FF2B5EF4-FFF2-40B4-BE49-F238E27FC236}">
                <a16:creationId xmlns:a16="http://schemas.microsoft.com/office/drawing/2014/main" id="{A9A2E065-0D1D-8747-B3F6-F0387773EB5F}"/>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2EA772DA-B75D-CB42-8A41-6A2A00D52E59}"/>
              </a:ext>
            </a:extLst>
          </p:cNvPr>
          <p:cNvSpPr>
            <a:spLocks noGrp="1"/>
          </p:cNvSpPr>
          <p:nvPr>
            <p:ph type="sldNum" sz="quarter" idx="12"/>
          </p:nvPr>
        </p:nvSpPr>
        <p:spPr/>
        <p:txBody>
          <a:bodyPr/>
          <a:lstStyle/>
          <a:p>
            <a:fld id="{BC6CB274-F3ED-4F22-9D3A-C5E5218A09E0}" type="slidenum">
              <a:rPr lang="en-US" altLang="en-US"/>
              <a:pPr/>
              <a:t>7</a:t>
            </a:fld>
            <a:endParaRPr lang="en-US" altLang="en-US"/>
          </a:p>
        </p:txBody>
      </p:sp>
    </p:spTree>
    <p:extLst>
      <p:ext uri="{BB962C8B-B14F-4D97-AF65-F5344CB8AC3E}">
        <p14:creationId xmlns:p14="http://schemas.microsoft.com/office/powerpoint/2010/main" val="1889841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231B-1868-094B-8FBC-4AC76026DE1C}"/>
              </a:ext>
            </a:extLst>
          </p:cNvPr>
          <p:cNvSpPr>
            <a:spLocks noGrp="1"/>
          </p:cNvSpPr>
          <p:nvPr>
            <p:ph type="title"/>
          </p:nvPr>
        </p:nvSpPr>
        <p:spPr>
          <a:xfrm>
            <a:off x="457200" y="354013"/>
            <a:ext cx="8229600" cy="788987"/>
          </a:xfrm>
        </p:spPr>
        <p:txBody>
          <a:bodyPr wrap="square" anchor="t">
            <a:normAutofit/>
          </a:bodyPr>
          <a:lstStyle/>
          <a:p>
            <a:pPr>
              <a:lnSpc>
                <a:spcPct val="90000"/>
              </a:lnSpc>
            </a:pPr>
            <a:r>
              <a:rPr lang="en-US" sz="2400"/>
              <a:t>1. Giới thiệu HQT CSDL SQL Server (tt)</a:t>
            </a:r>
            <a:br>
              <a:rPr lang="en-US" sz="2400"/>
            </a:br>
            <a:r>
              <a:rPr lang="en-US" sz="2400"/>
              <a:t>Các thành phần</a:t>
            </a:r>
          </a:p>
        </p:txBody>
      </p:sp>
      <p:pic>
        <p:nvPicPr>
          <p:cNvPr id="2050" name="Picture 2" descr="Phần 1: Tổng quan về SQL Server – Ngọc' Blog">
            <a:extLst>
              <a:ext uri="{FF2B5EF4-FFF2-40B4-BE49-F238E27FC236}">
                <a16:creationId xmlns:a16="http://schemas.microsoft.com/office/drawing/2014/main" id="{CF8B1ACA-FCAC-7F40-9B64-3F2F0E4805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200" y="1864656"/>
            <a:ext cx="4038600" cy="3620813"/>
          </a:xfrm>
          <a:prstGeom prst="rect">
            <a:avLst/>
          </a:prstGeom>
          <a:solidFill>
            <a:srgbClr val="FFFFFF"/>
          </a:solidFill>
        </p:spPr>
      </p:pic>
      <p:sp>
        <p:nvSpPr>
          <p:cNvPr id="3" name="Content Placeholder 2">
            <a:extLst>
              <a:ext uri="{FF2B5EF4-FFF2-40B4-BE49-F238E27FC236}">
                <a16:creationId xmlns:a16="http://schemas.microsoft.com/office/drawing/2014/main" id="{117F4441-5EB7-4849-94D2-9EF2199E3FAC}"/>
              </a:ext>
            </a:extLst>
          </p:cNvPr>
          <p:cNvSpPr>
            <a:spLocks noGrp="1"/>
          </p:cNvSpPr>
          <p:nvPr>
            <p:ph sz="half" idx="2"/>
          </p:nvPr>
        </p:nvSpPr>
        <p:spPr>
          <a:xfrm>
            <a:off x="4191000" y="838200"/>
            <a:ext cx="4648200" cy="5665787"/>
          </a:xfrm>
        </p:spPr>
        <p:txBody>
          <a:bodyPr wrap="square" anchor="t">
            <a:noAutofit/>
          </a:bodyPr>
          <a:lstStyle/>
          <a:p>
            <a:pPr>
              <a:lnSpc>
                <a:spcPct val="90000"/>
              </a:lnSpc>
            </a:pPr>
            <a:r>
              <a:rPr lang="vi-VN" sz="2200" b="1"/>
              <a:t>Database Engine</a:t>
            </a:r>
            <a:endParaRPr lang="vi-VN" sz="2200"/>
          </a:p>
          <a:p>
            <a:pPr marL="344487" lvl="1" indent="0">
              <a:lnSpc>
                <a:spcPct val="90000"/>
              </a:lnSpc>
              <a:buNone/>
            </a:pPr>
            <a:r>
              <a:rPr lang="vi-VN" sz="2200"/>
              <a:t>Chứa data ở các quy mô khác nhau dưới dạng table và support tất cả các kiểu kết nối (data connection) thông dụng của Microsoft như:</a:t>
            </a:r>
          </a:p>
          <a:p>
            <a:pPr lvl="1">
              <a:lnSpc>
                <a:spcPct val="90000"/>
              </a:lnSpc>
            </a:pPr>
            <a:r>
              <a:rPr lang="vi-VN" sz="2200"/>
              <a:t>ActiveX Data Objects (ADO), OLE DB, and Open Database Connectivity (ODBC)</a:t>
            </a:r>
          </a:p>
          <a:p>
            <a:pPr lvl="1">
              <a:lnSpc>
                <a:spcPct val="90000"/>
              </a:lnSpc>
            </a:pPr>
            <a:r>
              <a:rPr lang="vi-VN" sz="2200"/>
              <a:t>Tự điều chỉnh (tune up) ví dụ như sử dụng thêm các tài nguyên (resource) của máy khi cần và trả lại tài nguyên cho hệ điều hành khi một user log off</a:t>
            </a:r>
          </a:p>
          <a:p>
            <a:pPr>
              <a:lnSpc>
                <a:spcPct val="90000"/>
              </a:lnSpc>
            </a:pPr>
            <a:r>
              <a:rPr lang="vi-VN" sz="2200" b="1"/>
              <a:t>Replication</a:t>
            </a:r>
            <a:endParaRPr lang="vi-VN" sz="2200"/>
          </a:p>
          <a:p>
            <a:pPr lvl="1">
              <a:lnSpc>
                <a:spcPct val="90000"/>
              </a:lnSpc>
            </a:pPr>
            <a:r>
              <a:rPr lang="vi-VN" sz="2200"/>
              <a:t>Cơ chế tạo bản sao (Replica)</a:t>
            </a:r>
          </a:p>
        </p:txBody>
      </p:sp>
      <p:sp>
        <p:nvSpPr>
          <p:cNvPr id="4" name="Date Placeholder 3">
            <a:extLst>
              <a:ext uri="{FF2B5EF4-FFF2-40B4-BE49-F238E27FC236}">
                <a16:creationId xmlns:a16="http://schemas.microsoft.com/office/drawing/2014/main" id="{A9A2E065-0D1D-8747-B3F6-F0387773EB5F}"/>
              </a:ext>
            </a:extLst>
          </p:cNvPr>
          <p:cNvSpPr>
            <a:spLocks noGrp="1"/>
          </p:cNvSpPr>
          <p:nvPr>
            <p:ph type="dt" sz="half" idx="10"/>
          </p:nvPr>
        </p:nvSpPr>
        <p:spPr>
          <a:xfrm>
            <a:off x="457200" y="6396038"/>
            <a:ext cx="5562600" cy="457200"/>
          </a:xfrm>
        </p:spPr>
        <p:txBody>
          <a:bodyPr wrap="square" anchor="b">
            <a:normAutofit/>
          </a:bodyPr>
          <a:lstStyle/>
          <a:p>
            <a:pPr>
              <a:spcAft>
                <a:spcPts val="600"/>
              </a:spcAft>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2EA772DA-B75D-CB42-8A41-6A2A00D52E59}"/>
              </a:ext>
            </a:extLst>
          </p:cNvPr>
          <p:cNvSpPr>
            <a:spLocks noGrp="1"/>
          </p:cNvSpPr>
          <p:nvPr>
            <p:ph type="sldNum" sz="quarter" idx="12"/>
          </p:nvPr>
        </p:nvSpPr>
        <p:spPr>
          <a:xfrm>
            <a:off x="6553200" y="6396038"/>
            <a:ext cx="2133600" cy="457200"/>
          </a:xfrm>
        </p:spPr>
        <p:txBody>
          <a:bodyPr wrap="square" anchor="b">
            <a:normAutofit/>
          </a:bodyPr>
          <a:lstStyle/>
          <a:p>
            <a:pPr>
              <a:spcAft>
                <a:spcPts val="600"/>
              </a:spcAft>
            </a:pPr>
            <a:fld id="{BC6CB274-F3ED-4F22-9D3A-C5E5218A09E0}" type="slidenum">
              <a:rPr lang="en-US" altLang="en-US"/>
              <a:pPr>
                <a:spcAft>
                  <a:spcPts val="600"/>
                </a:spcAft>
              </a:pPr>
              <a:t>8</a:t>
            </a:fld>
            <a:endParaRPr lang="en-US" altLang="en-US"/>
          </a:p>
        </p:txBody>
      </p:sp>
    </p:spTree>
    <p:extLst>
      <p:ext uri="{BB962C8B-B14F-4D97-AF65-F5344CB8AC3E}">
        <p14:creationId xmlns:p14="http://schemas.microsoft.com/office/powerpoint/2010/main" val="2313002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231B-1868-094B-8FBC-4AC76026DE1C}"/>
              </a:ext>
            </a:extLst>
          </p:cNvPr>
          <p:cNvSpPr>
            <a:spLocks noGrp="1"/>
          </p:cNvSpPr>
          <p:nvPr>
            <p:ph type="title"/>
          </p:nvPr>
        </p:nvSpPr>
        <p:spPr>
          <a:xfrm>
            <a:off x="457200" y="354013"/>
            <a:ext cx="8229600" cy="788987"/>
          </a:xfrm>
        </p:spPr>
        <p:txBody>
          <a:bodyPr wrap="square" anchor="t">
            <a:normAutofit/>
          </a:bodyPr>
          <a:lstStyle/>
          <a:p>
            <a:pPr>
              <a:lnSpc>
                <a:spcPct val="90000"/>
              </a:lnSpc>
            </a:pPr>
            <a:r>
              <a:rPr lang="en-US" sz="2400"/>
              <a:t>1. Giới thiệu HQT CSDL SQL Server (tt)</a:t>
            </a:r>
            <a:br>
              <a:rPr lang="en-US" sz="2400"/>
            </a:br>
            <a:r>
              <a:rPr lang="en-US" sz="2400"/>
              <a:t>Các thành phần</a:t>
            </a:r>
          </a:p>
        </p:txBody>
      </p:sp>
      <p:pic>
        <p:nvPicPr>
          <p:cNvPr id="3074" name="Picture 2" descr="Phần 1: Tổng quan về SQL Server – Ngọc' Blog">
            <a:extLst>
              <a:ext uri="{FF2B5EF4-FFF2-40B4-BE49-F238E27FC236}">
                <a16:creationId xmlns:a16="http://schemas.microsoft.com/office/drawing/2014/main" id="{7852FE72-A9F7-2048-AA47-61CE16EF679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200" y="1864656"/>
            <a:ext cx="4038600" cy="3620813"/>
          </a:xfrm>
          <a:prstGeom prst="rect">
            <a:avLst/>
          </a:prstGeom>
          <a:solidFill>
            <a:srgbClr val="FFFFFF"/>
          </a:solidFill>
        </p:spPr>
      </p:pic>
      <p:sp>
        <p:nvSpPr>
          <p:cNvPr id="3" name="Content Placeholder 2">
            <a:extLst>
              <a:ext uri="{FF2B5EF4-FFF2-40B4-BE49-F238E27FC236}">
                <a16:creationId xmlns:a16="http://schemas.microsoft.com/office/drawing/2014/main" id="{117F4441-5EB7-4849-94D2-9EF2199E3FAC}"/>
              </a:ext>
            </a:extLst>
          </p:cNvPr>
          <p:cNvSpPr>
            <a:spLocks noGrp="1"/>
          </p:cNvSpPr>
          <p:nvPr>
            <p:ph sz="half" idx="2"/>
          </p:nvPr>
        </p:nvSpPr>
        <p:spPr>
          <a:xfrm>
            <a:off x="4191000" y="1219200"/>
            <a:ext cx="4724400" cy="5176838"/>
          </a:xfrm>
        </p:spPr>
        <p:txBody>
          <a:bodyPr wrap="square" anchor="t">
            <a:normAutofit/>
          </a:bodyPr>
          <a:lstStyle/>
          <a:p>
            <a:pPr>
              <a:lnSpc>
                <a:spcPct val="90000"/>
              </a:lnSpc>
            </a:pPr>
            <a:r>
              <a:rPr lang="vi-VN" sz="2200" b="1"/>
              <a:t>Integration Services (DTS) </a:t>
            </a:r>
            <a:endParaRPr lang="vi-VN" sz="2200"/>
          </a:p>
          <a:p>
            <a:pPr lvl="1">
              <a:lnSpc>
                <a:spcPct val="90000"/>
              </a:lnSpc>
            </a:pPr>
            <a:r>
              <a:rPr lang="vi-VN" sz="2200"/>
              <a:t>Integration Services là một tập hợp các công cụ đồ họa và các đối tượng lập trình cho việc di chuyển, sao chép và chuyển đổi dữ liệu</a:t>
            </a:r>
          </a:p>
          <a:p>
            <a:pPr lvl="1">
              <a:lnSpc>
                <a:spcPct val="90000"/>
              </a:lnSpc>
            </a:pPr>
            <a:r>
              <a:rPr lang="vi-VN" sz="2200"/>
              <a:t>Chuyển data giữa các server (migrate hay transfer) và định dạng (format) trước khi lưu vào database khác</a:t>
            </a:r>
          </a:p>
          <a:p>
            <a:pPr>
              <a:lnSpc>
                <a:spcPct val="90000"/>
              </a:lnSpc>
            </a:pPr>
            <a:r>
              <a:rPr lang="vi-VN" sz="2200" b="1"/>
              <a:t>Analysis Services</a:t>
            </a:r>
            <a:endParaRPr lang="vi-VN" sz="2200"/>
          </a:p>
          <a:p>
            <a:pPr lvl="1">
              <a:lnSpc>
                <a:spcPct val="90000"/>
              </a:lnSpc>
            </a:pPr>
            <a:r>
              <a:rPr lang="vi-VN" sz="2200"/>
              <a:t>Dịch vụ phân tích dữ liệu</a:t>
            </a:r>
          </a:p>
          <a:p>
            <a:pPr>
              <a:lnSpc>
                <a:spcPct val="90000"/>
              </a:lnSpc>
            </a:pPr>
            <a:r>
              <a:rPr lang="vi-VN" sz="2200" b="1"/>
              <a:t>Notification Services</a:t>
            </a:r>
            <a:endParaRPr lang="vi-VN" sz="2200"/>
          </a:p>
          <a:p>
            <a:pPr lvl="1">
              <a:lnSpc>
                <a:spcPct val="90000"/>
              </a:lnSpc>
            </a:pPr>
            <a:r>
              <a:rPr lang="vi-VN" sz="2200"/>
              <a:t>Dịch vụ thông báo</a:t>
            </a:r>
          </a:p>
        </p:txBody>
      </p:sp>
      <p:sp>
        <p:nvSpPr>
          <p:cNvPr id="4" name="Date Placeholder 3">
            <a:extLst>
              <a:ext uri="{FF2B5EF4-FFF2-40B4-BE49-F238E27FC236}">
                <a16:creationId xmlns:a16="http://schemas.microsoft.com/office/drawing/2014/main" id="{A9A2E065-0D1D-8747-B3F6-F0387773EB5F}"/>
              </a:ext>
            </a:extLst>
          </p:cNvPr>
          <p:cNvSpPr>
            <a:spLocks noGrp="1"/>
          </p:cNvSpPr>
          <p:nvPr>
            <p:ph type="dt" sz="half" idx="10"/>
          </p:nvPr>
        </p:nvSpPr>
        <p:spPr>
          <a:xfrm>
            <a:off x="457200" y="6396038"/>
            <a:ext cx="5562600" cy="457200"/>
          </a:xfrm>
        </p:spPr>
        <p:txBody>
          <a:bodyPr wrap="square" anchor="b">
            <a:normAutofit/>
          </a:bodyPr>
          <a:lstStyle/>
          <a:p>
            <a:pPr>
              <a:spcAft>
                <a:spcPts val="600"/>
              </a:spcAft>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2EA772DA-B75D-CB42-8A41-6A2A00D52E59}"/>
              </a:ext>
            </a:extLst>
          </p:cNvPr>
          <p:cNvSpPr>
            <a:spLocks noGrp="1"/>
          </p:cNvSpPr>
          <p:nvPr>
            <p:ph type="sldNum" sz="quarter" idx="12"/>
          </p:nvPr>
        </p:nvSpPr>
        <p:spPr>
          <a:xfrm>
            <a:off x="6553200" y="6396038"/>
            <a:ext cx="2133600" cy="457200"/>
          </a:xfrm>
        </p:spPr>
        <p:txBody>
          <a:bodyPr wrap="square" anchor="b">
            <a:normAutofit/>
          </a:bodyPr>
          <a:lstStyle/>
          <a:p>
            <a:pPr>
              <a:spcAft>
                <a:spcPts val="600"/>
              </a:spcAft>
            </a:pPr>
            <a:fld id="{BC6CB274-F3ED-4F22-9D3A-C5E5218A09E0}" type="slidenum">
              <a:rPr lang="en-US" altLang="en-US"/>
              <a:pPr>
                <a:spcAft>
                  <a:spcPts val="600"/>
                </a:spcAft>
              </a:pPr>
              <a:t>9</a:t>
            </a:fld>
            <a:endParaRPr lang="en-US" altLang="en-US"/>
          </a:p>
        </p:txBody>
      </p:sp>
    </p:spTree>
    <p:extLst>
      <p:ext uri="{BB962C8B-B14F-4D97-AF65-F5344CB8AC3E}">
        <p14:creationId xmlns:p14="http://schemas.microsoft.com/office/powerpoint/2010/main" val="207919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231B-1868-094B-8FBC-4AC76026DE1C}"/>
              </a:ext>
            </a:extLst>
          </p:cNvPr>
          <p:cNvSpPr>
            <a:spLocks noGrp="1"/>
          </p:cNvSpPr>
          <p:nvPr>
            <p:ph type="title"/>
          </p:nvPr>
        </p:nvSpPr>
        <p:spPr>
          <a:xfrm>
            <a:off x="457200" y="354013"/>
            <a:ext cx="8229600" cy="788987"/>
          </a:xfrm>
        </p:spPr>
        <p:txBody>
          <a:bodyPr wrap="square" anchor="t">
            <a:normAutofit/>
          </a:bodyPr>
          <a:lstStyle/>
          <a:p>
            <a:pPr>
              <a:lnSpc>
                <a:spcPct val="90000"/>
              </a:lnSpc>
            </a:pPr>
            <a:r>
              <a:rPr lang="en-US" sz="2400"/>
              <a:t>1. Giới thiệu HQT CSDL SQL Server (tt)</a:t>
            </a:r>
            <a:br>
              <a:rPr lang="en-US" sz="2400"/>
            </a:br>
            <a:r>
              <a:rPr lang="en-US" sz="2400"/>
              <a:t>Các thành phần</a:t>
            </a:r>
          </a:p>
        </p:txBody>
      </p:sp>
      <p:pic>
        <p:nvPicPr>
          <p:cNvPr id="4098" name="Picture 2" descr="Phần 1: Tổng quan về SQL Server – Ngọc' Blog">
            <a:extLst>
              <a:ext uri="{FF2B5EF4-FFF2-40B4-BE49-F238E27FC236}">
                <a16:creationId xmlns:a16="http://schemas.microsoft.com/office/drawing/2014/main" id="{7EAC730D-48FF-D748-8135-655B296FA6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8600" y="1864655"/>
            <a:ext cx="4038600" cy="3620813"/>
          </a:xfrm>
          <a:prstGeom prst="rect">
            <a:avLst/>
          </a:prstGeom>
          <a:solidFill>
            <a:srgbClr val="FFFFFF"/>
          </a:solidFill>
        </p:spPr>
      </p:pic>
      <p:sp>
        <p:nvSpPr>
          <p:cNvPr id="3" name="Content Placeholder 2">
            <a:extLst>
              <a:ext uri="{FF2B5EF4-FFF2-40B4-BE49-F238E27FC236}">
                <a16:creationId xmlns:a16="http://schemas.microsoft.com/office/drawing/2014/main" id="{117F4441-5EB7-4849-94D2-9EF2199E3FAC}"/>
              </a:ext>
            </a:extLst>
          </p:cNvPr>
          <p:cNvSpPr>
            <a:spLocks noGrp="1"/>
          </p:cNvSpPr>
          <p:nvPr>
            <p:ph sz="half" idx="2"/>
          </p:nvPr>
        </p:nvSpPr>
        <p:spPr>
          <a:xfrm>
            <a:off x="4419600" y="1219200"/>
            <a:ext cx="4495800" cy="4911725"/>
          </a:xfrm>
        </p:spPr>
        <p:txBody>
          <a:bodyPr wrap="square" anchor="t">
            <a:noAutofit/>
          </a:bodyPr>
          <a:lstStyle/>
          <a:p>
            <a:pPr>
              <a:lnSpc>
                <a:spcPct val="90000"/>
              </a:lnSpc>
            </a:pPr>
            <a:r>
              <a:rPr lang="vi-VN" sz="2200" b="1"/>
              <a:t>Reporting  Services</a:t>
            </a:r>
            <a:endParaRPr lang="vi-VN" sz="2200"/>
          </a:p>
          <a:p>
            <a:pPr lvl="1">
              <a:lnSpc>
                <a:spcPct val="90000"/>
              </a:lnSpc>
            </a:pPr>
            <a:r>
              <a:rPr lang="vi-VN" sz="2200"/>
              <a:t>Phát triển và xây dựng các ứng dụng báo cáo</a:t>
            </a:r>
            <a:endParaRPr lang="vi-VN" sz="2200" b="1"/>
          </a:p>
          <a:p>
            <a:pPr>
              <a:lnSpc>
                <a:spcPct val="90000"/>
              </a:lnSpc>
            </a:pPr>
            <a:r>
              <a:rPr lang="vi-VN" sz="2200" b="1"/>
              <a:t>Full Text Search Service</a:t>
            </a:r>
            <a:endParaRPr lang="vi-VN" sz="2200"/>
          </a:p>
          <a:p>
            <a:pPr lvl="1">
              <a:lnSpc>
                <a:spcPct val="90000"/>
              </a:lnSpc>
            </a:pPr>
            <a:r>
              <a:rPr lang="vi-VN" sz="2200"/>
              <a:t>Đánh chỉ mục và truy vấn cho dữ liệu văn bản không cấu trúc được lưu trữ trong các CSDL SQL Server</a:t>
            </a:r>
          </a:p>
          <a:p>
            <a:pPr>
              <a:lnSpc>
                <a:spcPct val="90000"/>
              </a:lnSpc>
            </a:pPr>
            <a:r>
              <a:rPr lang="vi-VN" sz="2200" b="1"/>
              <a:t>Service Broker</a:t>
            </a:r>
            <a:endParaRPr lang="vi-VN" sz="2200"/>
          </a:p>
          <a:p>
            <a:pPr lvl="1">
              <a:lnSpc>
                <a:spcPct val="90000"/>
              </a:lnSpc>
            </a:pPr>
            <a:r>
              <a:rPr lang="vi-VN" sz="2200"/>
              <a:t>Được sử dụng bên trong mỗi Instance, là môi trường lập trình cho việc các ứng dụng giao tiếp giữa các CSDL khác nhau và xây dựng các ứng dụng phân tán</a:t>
            </a:r>
          </a:p>
          <a:p>
            <a:pPr>
              <a:lnSpc>
                <a:spcPct val="90000"/>
              </a:lnSpc>
            </a:pPr>
            <a:endParaRPr lang="vi-VN" sz="2200"/>
          </a:p>
        </p:txBody>
      </p:sp>
      <p:sp>
        <p:nvSpPr>
          <p:cNvPr id="4" name="Date Placeholder 3">
            <a:extLst>
              <a:ext uri="{FF2B5EF4-FFF2-40B4-BE49-F238E27FC236}">
                <a16:creationId xmlns:a16="http://schemas.microsoft.com/office/drawing/2014/main" id="{A9A2E065-0D1D-8747-B3F6-F0387773EB5F}"/>
              </a:ext>
            </a:extLst>
          </p:cNvPr>
          <p:cNvSpPr>
            <a:spLocks noGrp="1"/>
          </p:cNvSpPr>
          <p:nvPr>
            <p:ph type="dt" sz="half" idx="10"/>
          </p:nvPr>
        </p:nvSpPr>
        <p:spPr>
          <a:xfrm>
            <a:off x="457200" y="6396038"/>
            <a:ext cx="5562600" cy="457200"/>
          </a:xfrm>
        </p:spPr>
        <p:txBody>
          <a:bodyPr wrap="square" anchor="b">
            <a:normAutofit/>
          </a:bodyPr>
          <a:lstStyle/>
          <a:p>
            <a:pPr>
              <a:spcAft>
                <a:spcPts val="600"/>
              </a:spcAft>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2EA772DA-B75D-CB42-8A41-6A2A00D52E59}"/>
              </a:ext>
            </a:extLst>
          </p:cNvPr>
          <p:cNvSpPr>
            <a:spLocks noGrp="1"/>
          </p:cNvSpPr>
          <p:nvPr>
            <p:ph type="sldNum" sz="quarter" idx="12"/>
          </p:nvPr>
        </p:nvSpPr>
        <p:spPr>
          <a:xfrm>
            <a:off x="6553200" y="6396038"/>
            <a:ext cx="2133600" cy="457200"/>
          </a:xfrm>
        </p:spPr>
        <p:txBody>
          <a:bodyPr wrap="square" anchor="b">
            <a:normAutofit/>
          </a:bodyPr>
          <a:lstStyle/>
          <a:p>
            <a:pPr>
              <a:spcAft>
                <a:spcPts val="600"/>
              </a:spcAft>
            </a:pPr>
            <a:fld id="{BC6CB274-F3ED-4F22-9D3A-C5E5218A09E0}" type="slidenum">
              <a:rPr lang="en-US" altLang="en-US"/>
              <a:pPr>
                <a:spcAft>
                  <a:spcPts val="600"/>
                </a:spcAft>
              </a:pPr>
              <a:t>10</a:t>
            </a:fld>
            <a:endParaRPr lang="en-US" altLang="en-US"/>
          </a:p>
        </p:txBody>
      </p:sp>
    </p:spTree>
    <p:extLst>
      <p:ext uri="{BB962C8B-B14F-4D97-AF65-F5344CB8AC3E}">
        <p14:creationId xmlns:p14="http://schemas.microsoft.com/office/powerpoint/2010/main" val="376148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Date Placeholder 3">
            <a:extLst>
              <a:ext uri="{FF2B5EF4-FFF2-40B4-BE49-F238E27FC236}">
                <a16:creationId xmlns:a16="http://schemas.microsoft.com/office/drawing/2014/main" id="{293A6682-CE99-4901-A906-CCE5D326FF5C}"/>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3315" name="Slide Number Placeholder 5">
            <a:extLst>
              <a:ext uri="{FF2B5EF4-FFF2-40B4-BE49-F238E27FC236}">
                <a16:creationId xmlns:a16="http://schemas.microsoft.com/office/drawing/2014/main" id="{7CD6F43E-3250-4668-8EB9-8EF0ADFE3F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07B1866F-55E6-4207-8882-B9B04FF41F5D}" type="slidenum">
              <a:rPr lang="en-US" altLang="en-US" sz="1000"/>
              <a:pPr algn="r">
                <a:spcBef>
                  <a:spcPct val="0"/>
                </a:spcBef>
                <a:buClrTx/>
                <a:buFontTx/>
                <a:buNone/>
              </a:pPr>
              <a:t>11</a:t>
            </a:fld>
            <a:endParaRPr lang="en-US" altLang="en-US" sz="1000"/>
          </a:p>
        </p:txBody>
      </p:sp>
      <p:sp>
        <p:nvSpPr>
          <p:cNvPr id="13316" name="Rectangle 54">
            <a:extLst>
              <a:ext uri="{FF2B5EF4-FFF2-40B4-BE49-F238E27FC236}">
                <a16:creationId xmlns:a16="http://schemas.microsoft.com/office/drawing/2014/main" id="{F2345352-7B02-4495-9C6B-1303B100D027}"/>
              </a:ext>
            </a:extLst>
          </p:cNvPr>
          <p:cNvSpPr>
            <a:spLocks noGrp="1" noChangeArrowheads="1"/>
          </p:cNvSpPr>
          <p:nvPr>
            <p:ph type="title"/>
          </p:nvPr>
        </p:nvSpPr>
        <p:spPr/>
        <p:txBody>
          <a:bodyPr/>
          <a:lstStyle/>
          <a:p>
            <a:pPr eaLnBrk="1" hangingPunct="1"/>
            <a:r>
              <a:rPr lang="en-US" altLang="en-US" sz="3400"/>
              <a:t>2. Kiểu dữ liệu trong SQL Server</a:t>
            </a:r>
          </a:p>
        </p:txBody>
      </p:sp>
      <p:graphicFrame>
        <p:nvGraphicFramePr>
          <p:cNvPr id="881668" name="Group 4">
            <a:extLst>
              <a:ext uri="{FF2B5EF4-FFF2-40B4-BE49-F238E27FC236}">
                <a16:creationId xmlns:a16="http://schemas.microsoft.com/office/drawing/2014/main" id="{32DD177B-D6ED-4FD5-A1EA-3C91EDFDD8F7}"/>
              </a:ext>
            </a:extLst>
          </p:cNvPr>
          <p:cNvGraphicFramePr>
            <a:graphicFrameLocks noGrp="1"/>
          </p:cNvGraphicFramePr>
          <p:nvPr>
            <p:ph idx="1"/>
          </p:nvPr>
        </p:nvGraphicFramePr>
        <p:xfrm>
          <a:off x="457200" y="1219200"/>
          <a:ext cx="8229600" cy="4911727"/>
        </p:xfrm>
        <a:graphic>
          <a:graphicData uri="http://schemas.openxmlformats.org/drawingml/2006/table">
            <a:tbl>
              <a:tblPr/>
              <a:tblGrid>
                <a:gridCol w="17081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4902200">
                  <a:extLst>
                    <a:ext uri="{9D8B030D-6E8A-4147-A177-3AD203B41FA5}">
                      <a16:colId xmlns:a16="http://schemas.microsoft.com/office/drawing/2014/main" val="20002"/>
                    </a:ext>
                  </a:extLst>
                </a:gridCol>
              </a:tblGrid>
              <a:tr h="40957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Kiểu dữ liệu</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Kích thước</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Miền giá trị dữ liệu lưu trữ</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7988">
                <a:tc gridSpan="3">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Số nguyên</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0957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rPr>
                        <a:t>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4 bytes</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-2,147,483,648 đến +2,147,483,648</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57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Smallint</a:t>
                      </a: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2 bytes</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-32,768 đến + 32,767</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957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Tinyint</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rPr>
                        <a:t>1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0 đến 255</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7988">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Bit</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rPr>
                        <a:t>1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0,1 hoặc Null</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2913">
                <a:tc gridSpan="3">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Các kiểu dữ liệu dạng số thập phân</a:t>
                      </a: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787400">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Decimal,</a:t>
                      </a:r>
                    </a:p>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Numeric</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17 byte</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-10^38 đến +10^38</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9575">
                <a:tc gridSpan="3">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Các kiểu dữ liệu dạng số thực</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407988">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Float</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8 bytes</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-1.79E + 308 đến +1.79E + 308</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957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Real</a:t>
                      </a:r>
                      <a:r>
                        <a:rPr kumimoji="0" lang="en-US" sz="18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4 bytes</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-1.79E + 308 đến +1.79E + 308</a:t>
                      </a:r>
                      <a:r>
                        <a:rPr kumimoji="0" lang="en-US" sz="1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Date Placeholder 3">
            <a:extLst>
              <a:ext uri="{FF2B5EF4-FFF2-40B4-BE49-F238E27FC236}">
                <a16:creationId xmlns:a16="http://schemas.microsoft.com/office/drawing/2014/main" id="{736AA525-518D-40EF-896D-ECD07508C23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4339" name="Slide Number Placeholder 5">
            <a:extLst>
              <a:ext uri="{FF2B5EF4-FFF2-40B4-BE49-F238E27FC236}">
                <a16:creationId xmlns:a16="http://schemas.microsoft.com/office/drawing/2014/main" id="{6DD41E4E-A090-47B8-B028-940671F676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02E1FA1-7DFC-459A-9265-D11DC9B322E9}" type="slidenum">
              <a:rPr lang="en-US" altLang="en-US" sz="1000"/>
              <a:pPr algn="r">
                <a:spcBef>
                  <a:spcPct val="0"/>
                </a:spcBef>
                <a:buClrTx/>
                <a:buFontTx/>
                <a:buNone/>
              </a:pPr>
              <a:t>12</a:t>
            </a:fld>
            <a:endParaRPr lang="en-US" altLang="en-US" sz="1000"/>
          </a:p>
        </p:txBody>
      </p:sp>
      <p:sp>
        <p:nvSpPr>
          <p:cNvPr id="14340" name="Rectangle 2">
            <a:extLst>
              <a:ext uri="{FF2B5EF4-FFF2-40B4-BE49-F238E27FC236}">
                <a16:creationId xmlns:a16="http://schemas.microsoft.com/office/drawing/2014/main" id="{3696D68F-CA3A-450B-9A16-2C55245001DD}"/>
              </a:ext>
            </a:extLst>
          </p:cNvPr>
          <p:cNvSpPr>
            <a:spLocks noGrp="1" noChangeArrowheads="1"/>
          </p:cNvSpPr>
          <p:nvPr>
            <p:ph type="title"/>
          </p:nvPr>
        </p:nvSpPr>
        <p:spPr/>
        <p:txBody>
          <a:bodyPr/>
          <a:lstStyle/>
          <a:p>
            <a:pPr eaLnBrk="1" hangingPunct="1"/>
            <a:r>
              <a:rPr lang="en-US" altLang="en-US"/>
              <a:t>2. KDL trong SQL Server (tt)</a:t>
            </a:r>
          </a:p>
        </p:txBody>
      </p:sp>
      <p:graphicFrame>
        <p:nvGraphicFramePr>
          <p:cNvPr id="878659" name="Group 67">
            <a:extLst>
              <a:ext uri="{FF2B5EF4-FFF2-40B4-BE49-F238E27FC236}">
                <a16:creationId xmlns:a16="http://schemas.microsoft.com/office/drawing/2014/main" id="{14ADEA3F-26B9-4A6B-91AA-E8DFFACAD023}"/>
              </a:ext>
            </a:extLst>
          </p:cNvPr>
          <p:cNvGraphicFramePr>
            <a:graphicFrameLocks noGrp="1"/>
          </p:cNvGraphicFramePr>
          <p:nvPr>
            <p:ph idx="1"/>
          </p:nvPr>
        </p:nvGraphicFramePr>
        <p:xfrm>
          <a:off x="457200" y="1219200"/>
          <a:ext cx="8229600" cy="5121270"/>
        </p:xfrm>
        <a:graphic>
          <a:graphicData uri="http://schemas.openxmlformats.org/drawingml/2006/table">
            <a:tbl>
              <a:tblPr/>
              <a:tblGrid>
                <a:gridCol w="1706563">
                  <a:extLst>
                    <a:ext uri="{9D8B030D-6E8A-4147-A177-3AD203B41FA5}">
                      <a16:colId xmlns:a16="http://schemas.microsoft.com/office/drawing/2014/main" val="20000"/>
                    </a:ext>
                  </a:extLst>
                </a:gridCol>
                <a:gridCol w="1241425">
                  <a:extLst>
                    <a:ext uri="{9D8B030D-6E8A-4147-A177-3AD203B41FA5}">
                      <a16:colId xmlns:a16="http://schemas.microsoft.com/office/drawing/2014/main" val="20001"/>
                    </a:ext>
                  </a:extLst>
                </a:gridCol>
                <a:gridCol w="182562">
                  <a:extLst>
                    <a:ext uri="{9D8B030D-6E8A-4147-A177-3AD203B41FA5}">
                      <a16:colId xmlns:a16="http://schemas.microsoft.com/office/drawing/2014/main" val="20002"/>
                    </a:ext>
                  </a:extLst>
                </a:gridCol>
                <a:gridCol w="5099050">
                  <a:extLst>
                    <a:ext uri="{9D8B030D-6E8A-4147-A177-3AD203B41FA5}">
                      <a16:colId xmlns:a16="http://schemas.microsoft.com/office/drawing/2014/main" val="20003"/>
                    </a:ext>
                  </a:extLst>
                </a:gridCol>
              </a:tblGrid>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Kiểu dữ liệu</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Kích thước</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Miền giá trị dữ liệu lưu trữ</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05">
                <a:tc gridSpan="4">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Các kiểu dữ liệu dạng chuỗi</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Char</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 bytes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 đến 8,000 ký tự, độ dài cố định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Varchar</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 bytes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 đến 8,000 ký tự, độ dài biến đổi</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3"/>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Text </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 bytes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 đến 2,147,483,647 ký tự</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4"/>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Nchar</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2* n bytes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Unicode, từ 1 đến 4,000 ký tự, mỗi ký tự 2 bytes</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5"/>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Nvarchar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2* n bytes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-10^38 đến +10^38</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6"/>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Ntext </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2* n bytes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 đến 1,073,741,823 ký tự, mỗi ký tự 1 byte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7"/>
                  </a:ext>
                </a:extLst>
              </a:tr>
              <a:tr h="365805">
                <a:tc gridSpan="4">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Các kiểu dữ liệu dạng ngày giờ</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datetime</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8 bytes</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01/01/1753 đến 31/12/9999</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9"/>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smalldatetime</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4 bytes</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01/01/1900 đến 06/06/2079</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10"/>
                  </a:ext>
                </a:extLst>
              </a:tr>
              <a:tr h="365805">
                <a:tc gridSpan="4">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1" i="0" u="none" strike="noStrike" cap="none" normalizeH="0" baseline="0">
                          <a:ln>
                            <a:noFill/>
                          </a:ln>
                          <a:solidFill>
                            <a:schemeClr val="tx1"/>
                          </a:solidFill>
                          <a:effectLst/>
                          <a:latin typeface="Arial" charset="0"/>
                          <a:cs typeface="Times New Roman" pitchFamily="18" charset="0"/>
                        </a:rPr>
                        <a:t>Các kiểu dữ liệu dạng chuỗi nhị phân</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Image</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 byte</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 đến 2,147,483,647 bytes</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12"/>
                  </a:ext>
                </a:extLst>
              </a:tr>
              <a:tr h="365805">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Binary</a:t>
                      </a:r>
                      <a:r>
                        <a:rPr kumimoji="0" lang="en-US" sz="1800" b="0" i="0" u="none" strike="noStrike" cap="none" normalizeH="0" baseline="0">
                          <a:ln>
                            <a:noFill/>
                          </a:ln>
                          <a:solidFill>
                            <a:schemeClr val="tx1"/>
                          </a:solidFill>
                          <a:effectLst/>
                          <a:latin typeface="Arial"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N byte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just"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800" b="0" i="0" u="none" strike="noStrike" cap="none" normalizeH="0" baseline="0">
                          <a:ln>
                            <a:noFill/>
                          </a:ln>
                          <a:solidFill>
                            <a:schemeClr val="tx1"/>
                          </a:solidFill>
                          <a:effectLst/>
                          <a:latin typeface="Arial" charset="0"/>
                          <a:cs typeface="Times New Roman" pitchFamily="18" charset="0"/>
                        </a:rPr>
                        <a:t>Từ 1 đến 8,000</a:t>
                      </a:r>
                      <a:r>
                        <a:rPr kumimoji="0" lang="en-US" sz="1800" b="0" i="0" u="none" strike="noStrike" cap="none" normalizeH="0" baseline="0">
                          <a:ln>
                            <a:noFill/>
                          </a:ln>
                          <a:solidFill>
                            <a:schemeClr val="tx1"/>
                          </a:solidFill>
                          <a:effectLst/>
                          <a:latin typeface="Arial" charset="0"/>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1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a16="http://schemas.microsoft.com/office/drawing/2014/main" id="{96A311DD-72C7-4CAA-AB75-12B09D86BC7E}"/>
              </a:ext>
            </a:extLst>
          </p:cNvPr>
          <p:cNvSpPr>
            <a:spLocks noGrp="1" noChangeArrowheads="1"/>
          </p:cNvSpPr>
          <p:nvPr>
            <p:ph type="title"/>
          </p:nvPr>
        </p:nvSpPr>
        <p:spPr>
          <a:xfrm>
            <a:off x="457200" y="354013"/>
            <a:ext cx="8229600" cy="788987"/>
          </a:xfrm>
        </p:spPr>
        <p:txBody>
          <a:bodyPr wrap="square" anchor="t">
            <a:normAutofit/>
          </a:bodyPr>
          <a:lstStyle/>
          <a:p>
            <a:pPr eaLnBrk="1" hangingPunct="1"/>
            <a:r>
              <a:rPr lang="en-US" altLang="en-US"/>
              <a:t>Ngôn ngữ giao tiếp dữ liệu</a:t>
            </a:r>
          </a:p>
        </p:txBody>
      </p:sp>
      <p:sp>
        <p:nvSpPr>
          <p:cNvPr id="9221" name="Rectangle 3">
            <a:extLst>
              <a:ext uri="{FF2B5EF4-FFF2-40B4-BE49-F238E27FC236}">
                <a16:creationId xmlns:a16="http://schemas.microsoft.com/office/drawing/2014/main" id="{904FDF24-A9C3-489B-9470-6113ACA72AC6}"/>
              </a:ext>
            </a:extLst>
          </p:cNvPr>
          <p:cNvSpPr>
            <a:spLocks noGrp="1" noChangeArrowheads="1"/>
          </p:cNvSpPr>
          <p:nvPr>
            <p:ph sz="half" idx="1"/>
          </p:nvPr>
        </p:nvSpPr>
        <p:spPr>
          <a:xfrm>
            <a:off x="457200" y="1219200"/>
            <a:ext cx="4038600" cy="4911725"/>
          </a:xfrm>
        </p:spPr>
        <p:txBody>
          <a:bodyPr wrap="square" anchor="t">
            <a:normAutofit fontScale="85000" lnSpcReduction="20000"/>
          </a:bodyPr>
          <a:lstStyle/>
          <a:p>
            <a:pPr marL="514350" indent="-514350" eaLnBrk="1" hangingPunct="1">
              <a:buFont typeface="+mj-lt"/>
              <a:buAutoNum type="arabicPeriod"/>
            </a:pPr>
            <a:r>
              <a:rPr lang="en-US" altLang="en-US" dirty="0" err="1"/>
              <a:t>Định</a:t>
            </a:r>
            <a:r>
              <a:rPr lang="en-US" altLang="en-US" dirty="0"/>
              <a:t> </a:t>
            </a:r>
            <a:r>
              <a:rPr lang="en-US" altLang="en-US" dirty="0" err="1"/>
              <a:t>nghĩa</a:t>
            </a:r>
            <a:r>
              <a:rPr lang="en-US" altLang="en-US" dirty="0"/>
              <a:t> dữ liệu (</a:t>
            </a:r>
            <a:r>
              <a:rPr lang="vi-VN" dirty="0"/>
              <a:t>Data </a:t>
            </a:r>
            <a:r>
              <a:rPr lang="vi-VN" dirty="0" err="1"/>
              <a:t>Definition</a:t>
            </a:r>
            <a:r>
              <a:rPr lang="vi-VN" dirty="0"/>
              <a:t> </a:t>
            </a:r>
            <a:r>
              <a:rPr lang="vi-VN" dirty="0" err="1"/>
              <a:t>Language</a:t>
            </a:r>
            <a:r>
              <a:rPr lang="vi-VN" dirty="0"/>
              <a:t> - </a:t>
            </a:r>
            <a:r>
              <a:rPr lang="en-US" altLang="en-US" dirty="0"/>
              <a:t>DDL)</a:t>
            </a:r>
          </a:p>
          <a:p>
            <a:pPr marL="514350" indent="-514350" eaLnBrk="1" hangingPunct="1">
              <a:buFont typeface="+mj-lt"/>
              <a:buAutoNum type="arabicPeriod"/>
            </a:pPr>
            <a:r>
              <a:rPr lang="en-US" altLang="en-US" dirty="0"/>
              <a:t>Thao </a:t>
            </a:r>
            <a:r>
              <a:rPr lang="en-US" altLang="en-US" dirty="0" err="1"/>
              <a:t>tác</a:t>
            </a:r>
            <a:r>
              <a:rPr lang="en-US" altLang="en-US" dirty="0"/>
              <a:t> dữ liệu (</a:t>
            </a:r>
            <a:r>
              <a:rPr lang="vi-VN" dirty="0"/>
              <a:t>Data </a:t>
            </a:r>
            <a:r>
              <a:rPr lang="vi-VN" dirty="0" err="1"/>
              <a:t>Manipulation</a:t>
            </a:r>
            <a:r>
              <a:rPr lang="vi-VN" dirty="0"/>
              <a:t> </a:t>
            </a:r>
            <a:r>
              <a:rPr lang="vi-VN" dirty="0" err="1"/>
              <a:t>Language</a:t>
            </a:r>
            <a:r>
              <a:rPr lang="vi-VN" dirty="0"/>
              <a:t> - </a:t>
            </a:r>
            <a:r>
              <a:rPr lang="en-US" altLang="en-US" dirty="0"/>
              <a:t>DML)</a:t>
            </a:r>
            <a:endParaRPr lang="vi-VN" altLang="en-US" dirty="0"/>
          </a:p>
          <a:p>
            <a:pPr marL="514350" indent="-514350" eaLnBrk="1" hangingPunct="1">
              <a:buFont typeface="+mj-lt"/>
              <a:buAutoNum type="arabicPeriod"/>
            </a:pPr>
            <a:r>
              <a:rPr lang="vi-VN" altLang="en-US" dirty="0"/>
              <a:t>Quản lý giao tác (</a:t>
            </a:r>
            <a:r>
              <a:rPr lang="vi-VN" dirty="0"/>
              <a:t>Transaction Control </a:t>
            </a:r>
            <a:r>
              <a:rPr lang="vi-VN" dirty="0" err="1"/>
              <a:t>Language</a:t>
            </a:r>
            <a:r>
              <a:rPr lang="vi-VN" dirty="0"/>
              <a:t> – TCL)</a:t>
            </a:r>
            <a:endParaRPr lang="en-US" altLang="en-US" dirty="0"/>
          </a:p>
          <a:p>
            <a:pPr marL="514350" indent="-514350" eaLnBrk="1" hangingPunct="1">
              <a:buFont typeface="+mj-lt"/>
              <a:buAutoNum type="arabicPeriod"/>
            </a:pPr>
            <a:r>
              <a:rPr lang="en-US" altLang="en-US" dirty="0" err="1"/>
              <a:t>Truy</a:t>
            </a:r>
            <a:r>
              <a:rPr lang="en-US" altLang="en-US" dirty="0"/>
              <a:t> vấn dữ liệu (</a:t>
            </a:r>
            <a:r>
              <a:rPr lang="vi-VN" dirty="0"/>
              <a:t>Data </a:t>
            </a:r>
            <a:r>
              <a:rPr lang="vi-VN" dirty="0" err="1"/>
              <a:t>Query</a:t>
            </a:r>
            <a:r>
              <a:rPr lang="vi-VN" dirty="0"/>
              <a:t> </a:t>
            </a:r>
            <a:r>
              <a:rPr lang="vi-VN" dirty="0" err="1"/>
              <a:t>Language</a:t>
            </a:r>
            <a:r>
              <a:rPr lang="vi-VN" dirty="0"/>
              <a:t> - </a:t>
            </a:r>
            <a:r>
              <a:rPr lang="vi-VN" altLang="en-US" dirty="0"/>
              <a:t>DQL</a:t>
            </a:r>
            <a:r>
              <a:rPr lang="en-US" altLang="en-US" dirty="0"/>
              <a:t>)</a:t>
            </a:r>
          </a:p>
          <a:p>
            <a:pPr marL="514350" indent="-514350" eaLnBrk="1" hangingPunct="1">
              <a:buFont typeface="+mj-lt"/>
              <a:buAutoNum type="arabicPeriod"/>
            </a:pPr>
            <a:r>
              <a:rPr lang="en-US" altLang="en-US" dirty="0"/>
              <a:t>Quản </a:t>
            </a:r>
            <a:r>
              <a:rPr lang="en-US" altLang="en-US" dirty="0" err="1"/>
              <a:t>lý</a:t>
            </a:r>
            <a:r>
              <a:rPr lang="en-US" altLang="en-US" dirty="0"/>
              <a:t> dữ liệu (</a:t>
            </a:r>
            <a:r>
              <a:rPr lang="vi-VN" dirty="0"/>
              <a:t>Data Control </a:t>
            </a:r>
            <a:r>
              <a:rPr lang="vi-VN" dirty="0" err="1"/>
              <a:t>Language</a:t>
            </a:r>
            <a:r>
              <a:rPr lang="vi-VN" dirty="0"/>
              <a:t> - </a:t>
            </a:r>
            <a:r>
              <a:rPr lang="en-US" altLang="en-US" dirty="0"/>
              <a:t>DCL)</a:t>
            </a:r>
          </a:p>
        </p:txBody>
      </p:sp>
      <p:pic>
        <p:nvPicPr>
          <p:cNvPr id="4" name="Hình ảnh 3">
            <a:extLst>
              <a:ext uri="{FF2B5EF4-FFF2-40B4-BE49-F238E27FC236}">
                <a16:creationId xmlns:a16="http://schemas.microsoft.com/office/drawing/2014/main" id="{D7EA2457-3A19-0C7B-582A-C9D482760C7E}"/>
              </a:ext>
            </a:extLst>
          </p:cNvPr>
          <p:cNvPicPr>
            <a:picLocks noChangeAspect="1"/>
          </p:cNvPicPr>
          <p:nvPr/>
        </p:nvPicPr>
        <p:blipFill>
          <a:blip r:embed="rId3"/>
          <a:stretch>
            <a:fillRect/>
          </a:stretch>
        </p:blipFill>
        <p:spPr>
          <a:xfrm>
            <a:off x="4648202" y="1574812"/>
            <a:ext cx="4417902" cy="3708376"/>
          </a:xfrm>
          <a:prstGeom prst="rect">
            <a:avLst/>
          </a:prstGeom>
          <a:noFill/>
        </p:spPr>
      </p:pic>
      <p:sp>
        <p:nvSpPr>
          <p:cNvPr id="6" name="Date Placeholder 3">
            <a:extLst>
              <a:ext uri="{FF2B5EF4-FFF2-40B4-BE49-F238E27FC236}">
                <a16:creationId xmlns:a16="http://schemas.microsoft.com/office/drawing/2014/main" id="{EBD4E223-178E-4EF9-9538-33A5FBD5A677}"/>
              </a:ext>
            </a:extLst>
          </p:cNvPr>
          <p:cNvSpPr>
            <a:spLocks noGrp="1"/>
          </p:cNvSpPr>
          <p:nvPr>
            <p:ph type="dt" sz="half" idx="10"/>
          </p:nvPr>
        </p:nvSpPr>
        <p:spPr>
          <a:xfrm>
            <a:off x="457200" y="6396038"/>
            <a:ext cx="5562600" cy="457200"/>
          </a:xfrm>
        </p:spPr>
        <p:txBody>
          <a:bodyPr wrap="square" anchor="b">
            <a:normAutofit/>
          </a:bodyPr>
          <a:lstStyle/>
          <a:p>
            <a:pPr>
              <a:spcAft>
                <a:spcPts val="600"/>
              </a:spcAft>
              <a:defRPr/>
            </a:pPr>
            <a:r>
              <a:rPr lang="en-US"/>
              <a:t>Cơ sở dữ liệu - Bộ môn Hệ thống Thông tin</a:t>
            </a:r>
            <a:endParaRPr lang="en-US" altLang="en-US"/>
          </a:p>
        </p:txBody>
      </p:sp>
      <p:sp>
        <p:nvSpPr>
          <p:cNvPr id="9219" name="Slide Number Placeholder 5">
            <a:extLst>
              <a:ext uri="{FF2B5EF4-FFF2-40B4-BE49-F238E27FC236}">
                <a16:creationId xmlns:a16="http://schemas.microsoft.com/office/drawing/2014/main" id="{B00BFFDC-2A52-4941-B98D-6D6184DF9E69}"/>
              </a:ext>
            </a:extLst>
          </p:cNvPr>
          <p:cNvSpPr>
            <a:spLocks noGrp="1"/>
          </p:cNvSpPr>
          <p:nvPr>
            <p:ph type="sldNum" sz="quarter" idx="12"/>
          </p:nvPr>
        </p:nvSpPr>
        <p:spPr>
          <a:xfrm>
            <a:off x="6553200" y="6396038"/>
            <a:ext cx="21336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norm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spcAft>
                <a:spcPts val="600"/>
              </a:spcAft>
              <a:buClrTx/>
              <a:buFontTx/>
              <a:buNone/>
            </a:pPr>
            <a:fld id="{E713B6E8-13E1-4AF0-9FDA-BAB552CB10D0}" type="slidenum">
              <a:rPr lang="en-US" altLang="en-US" sz="1000"/>
              <a:pPr algn="r">
                <a:spcBef>
                  <a:spcPct val="0"/>
                </a:spcBef>
                <a:spcAft>
                  <a:spcPts val="600"/>
                </a:spcAft>
                <a:buClrTx/>
                <a:buFontTx/>
                <a:buNone/>
              </a:pPr>
              <a:t>13</a:t>
            </a:fld>
            <a:endParaRPr lang="en-US"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13873-BBAB-42FA-B7CB-51D96376B64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1267" name="Slide Number Placeholder 5">
            <a:extLst>
              <a:ext uri="{FF2B5EF4-FFF2-40B4-BE49-F238E27FC236}">
                <a16:creationId xmlns:a16="http://schemas.microsoft.com/office/drawing/2014/main" id="{09EAA9AB-8143-478C-8C68-3906E880C0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E36B741-B5C3-4AFE-987F-EB9F8BEA567D}" type="slidenum">
              <a:rPr lang="en-US" altLang="en-US" sz="1000"/>
              <a:pPr algn="r">
                <a:spcBef>
                  <a:spcPct val="0"/>
                </a:spcBef>
                <a:buClrTx/>
                <a:buFontTx/>
                <a:buNone/>
              </a:pPr>
              <a:t>14</a:t>
            </a:fld>
            <a:endParaRPr lang="en-US" altLang="en-US" sz="1000"/>
          </a:p>
        </p:txBody>
      </p:sp>
      <p:sp>
        <p:nvSpPr>
          <p:cNvPr id="11268" name="Rectangle 2">
            <a:extLst>
              <a:ext uri="{FF2B5EF4-FFF2-40B4-BE49-F238E27FC236}">
                <a16:creationId xmlns:a16="http://schemas.microsoft.com/office/drawing/2014/main" id="{7FC62C95-639B-430F-B07E-0861BB5445D2}"/>
              </a:ext>
            </a:extLst>
          </p:cNvPr>
          <p:cNvSpPr>
            <a:spLocks noGrp="1" noChangeArrowheads="1"/>
          </p:cNvSpPr>
          <p:nvPr>
            <p:ph type="title"/>
          </p:nvPr>
        </p:nvSpPr>
        <p:spPr>
          <a:xfrm>
            <a:off x="457200" y="354013"/>
            <a:ext cx="8686800" cy="620712"/>
          </a:xfrm>
        </p:spPr>
        <p:txBody>
          <a:bodyPr/>
          <a:lstStyle/>
          <a:p>
            <a:pPr eaLnBrk="1" hangingPunct="1"/>
            <a:r>
              <a:rPr lang="en-US" altLang="en-US" sz="3400"/>
              <a:t>3. Ngôn ngữ định nghĩa dữ liệu</a:t>
            </a:r>
          </a:p>
        </p:txBody>
      </p:sp>
      <p:sp>
        <p:nvSpPr>
          <p:cNvPr id="11269" name="Rectangle 3">
            <a:extLst>
              <a:ext uri="{FF2B5EF4-FFF2-40B4-BE49-F238E27FC236}">
                <a16:creationId xmlns:a16="http://schemas.microsoft.com/office/drawing/2014/main" id="{6960CD10-E720-490F-AF5B-FFBB6CD146A2}"/>
              </a:ext>
            </a:extLst>
          </p:cNvPr>
          <p:cNvSpPr>
            <a:spLocks noGrp="1" noChangeArrowheads="1"/>
          </p:cNvSpPr>
          <p:nvPr>
            <p:ph type="body" idx="1"/>
          </p:nvPr>
        </p:nvSpPr>
        <p:spPr>
          <a:xfrm>
            <a:off x="457200" y="1295400"/>
            <a:ext cx="8229600" cy="4835525"/>
          </a:xfrm>
        </p:spPr>
        <p:txBody>
          <a:bodyPr/>
          <a:lstStyle/>
          <a:p>
            <a:pPr eaLnBrk="1" hangingPunct="1"/>
            <a:r>
              <a:rPr lang="en-US" altLang="en-US"/>
              <a:t>Lược đồ cho mỗi quan hệ</a:t>
            </a:r>
          </a:p>
          <a:p>
            <a:pPr eaLnBrk="1" hangingPunct="1"/>
            <a:r>
              <a:rPr lang="en-US" altLang="en-US"/>
              <a:t>Miền giá trị tương ứng của từng thuộc tính</a:t>
            </a:r>
          </a:p>
          <a:p>
            <a:pPr eaLnBrk="1" hangingPunct="1"/>
            <a:r>
              <a:rPr lang="en-US" altLang="en-US"/>
              <a:t>Ràng buộc toàn vẹn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13873-BBAB-42FA-B7CB-51D96376B64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1267" name="Slide Number Placeholder 5">
            <a:extLst>
              <a:ext uri="{FF2B5EF4-FFF2-40B4-BE49-F238E27FC236}">
                <a16:creationId xmlns:a16="http://schemas.microsoft.com/office/drawing/2014/main" id="{09EAA9AB-8143-478C-8C68-3906E880C0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E36B741-B5C3-4AFE-987F-EB9F8BEA567D}" type="slidenum">
              <a:rPr lang="en-US" altLang="en-US" sz="1000"/>
              <a:pPr algn="r">
                <a:spcBef>
                  <a:spcPct val="0"/>
                </a:spcBef>
                <a:buClrTx/>
                <a:buFontTx/>
                <a:buNone/>
              </a:pPr>
              <a:t>15</a:t>
            </a:fld>
            <a:endParaRPr lang="en-US" altLang="en-US" sz="1000"/>
          </a:p>
        </p:txBody>
      </p:sp>
      <p:sp>
        <p:nvSpPr>
          <p:cNvPr id="11268" name="Rectangle 2">
            <a:extLst>
              <a:ext uri="{FF2B5EF4-FFF2-40B4-BE49-F238E27FC236}">
                <a16:creationId xmlns:a16="http://schemas.microsoft.com/office/drawing/2014/main" id="{7FC62C95-639B-430F-B07E-0861BB5445D2}"/>
              </a:ext>
            </a:extLst>
          </p:cNvPr>
          <p:cNvSpPr>
            <a:spLocks noGrp="1" noChangeArrowheads="1"/>
          </p:cNvSpPr>
          <p:nvPr>
            <p:ph type="title"/>
          </p:nvPr>
        </p:nvSpPr>
        <p:spPr>
          <a:xfrm>
            <a:off x="457200" y="354013"/>
            <a:ext cx="8686800" cy="620712"/>
          </a:xfrm>
        </p:spPr>
        <p:txBody>
          <a:bodyPr/>
          <a:lstStyle/>
          <a:p>
            <a:pPr eaLnBrk="1" hangingPunct="1"/>
            <a:r>
              <a:rPr lang="en-US" altLang="en-US" sz="3400"/>
              <a:t>3. Ngôn ngữ định nghĩa dữ liệu (tt) </a:t>
            </a:r>
            <a:br>
              <a:rPr lang="en-US" altLang="en-US" sz="3400"/>
            </a:br>
            <a:r>
              <a:rPr lang="en-US" altLang="en-US" sz="3400" i="1" dirty="0" err="1"/>
              <a:t>Các</a:t>
            </a:r>
            <a:r>
              <a:rPr lang="en-US" altLang="en-US" sz="3400" i="1" dirty="0"/>
              <a:t> </a:t>
            </a:r>
            <a:r>
              <a:rPr lang="en-US" altLang="en-US" sz="3400" i="1" dirty="0" err="1"/>
              <a:t>lệnh</a:t>
            </a:r>
            <a:r>
              <a:rPr lang="en-US" altLang="en-US" sz="3400" i="1" dirty="0"/>
              <a:t> c</a:t>
            </a:r>
            <a:r>
              <a:rPr lang="vi-VN" altLang="en-US" sz="3400" i="1" dirty="0"/>
              <a:t>ơ</a:t>
            </a:r>
            <a:r>
              <a:rPr lang="en-US" altLang="en-US" sz="3400" i="1" dirty="0"/>
              <a:t> </a:t>
            </a:r>
            <a:r>
              <a:rPr lang="en-US" altLang="en-US" sz="3400" i="1" dirty="0" err="1"/>
              <a:t>bản</a:t>
            </a:r>
            <a:endParaRPr lang="en-US" altLang="en-US" sz="3400" i="1" dirty="0"/>
          </a:p>
        </p:txBody>
      </p:sp>
      <p:sp>
        <p:nvSpPr>
          <p:cNvPr id="11269" name="Rectangle 3">
            <a:extLst>
              <a:ext uri="{FF2B5EF4-FFF2-40B4-BE49-F238E27FC236}">
                <a16:creationId xmlns:a16="http://schemas.microsoft.com/office/drawing/2014/main" id="{6960CD10-E720-490F-AF5B-FFBB6CD146A2}"/>
              </a:ext>
            </a:extLst>
          </p:cNvPr>
          <p:cNvSpPr>
            <a:spLocks noGrp="1" noChangeArrowheads="1"/>
          </p:cNvSpPr>
          <p:nvPr>
            <p:ph type="body" idx="1"/>
          </p:nvPr>
        </p:nvSpPr>
        <p:spPr>
          <a:xfrm>
            <a:off x="457200" y="1828800"/>
            <a:ext cx="8229600" cy="4302125"/>
          </a:xfrm>
        </p:spPr>
        <p:txBody>
          <a:bodyPr/>
          <a:lstStyle/>
          <a:p>
            <a:pPr marL="514350" indent="-514350" eaLnBrk="1" hangingPunct="1">
              <a:buFont typeface="+mj-lt"/>
              <a:buAutoNum type="arabicPeriod"/>
            </a:pPr>
            <a:r>
              <a:rPr lang="en-US" altLang="en-US" dirty="0" err="1"/>
              <a:t>Tạo</a:t>
            </a:r>
            <a:r>
              <a:rPr lang="en-US" altLang="en-US" dirty="0"/>
              <a:t>/ </a:t>
            </a:r>
            <a:r>
              <a:rPr lang="en-US" altLang="en-US" dirty="0" err="1"/>
              <a:t>xóa</a:t>
            </a:r>
            <a:r>
              <a:rPr lang="en-US" altLang="en-US" dirty="0"/>
              <a:t> Database</a:t>
            </a:r>
          </a:p>
          <a:p>
            <a:pPr marL="514350" indent="-514350" eaLnBrk="1" hangingPunct="1">
              <a:buFont typeface="+mj-lt"/>
              <a:buAutoNum type="arabicPeriod"/>
            </a:pPr>
            <a:r>
              <a:rPr lang="en-US" altLang="en-US" dirty="0" err="1"/>
              <a:t>Tạo</a:t>
            </a:r>
            <a:r>
              <a:rPr lang="en-US" altLang="en-US" dirty="0"/>
              <a:t>/ </a:t>
            </a:r>
            <a:r>
              <a:rPr lang="en-US" altLang="en-US" dirty="0" err="1"/>
              <a:t>xóa</a:t>
            </a:r>
            <a:r>
              <a:rPr lang="en-US" altLang="en-US" dirty="0"/>
              <a:t>/ </a:t>
            </a:r>
            <a:r>
              <a:rPr lang="en-US" altLang="en-US" dirty="0" err="1"/>
              <a:t>sửa</a:t>
            </a:r>
            <a:r>
              <a:rPr lang="en-US" altLang="en-US" dirty="0"/>
              <a:t> Table</a:t>
            </a:r>
          </a:p>
          <a:p>
            <a:pPr marL="514350" indent="-514350" eaLnBrk="1" hangingPunct="1">
              <a:buFont typeface="+mj-lt"/>
              <a:buAutoNum type="arabicPeriod"/>
            </a:pPr>
            <a:r>
              <a:rPr lang="en-US" altLang="en-US" dirty="0" err="1"/>
              <a:t>Thêm</a:t>
            </a:r>
            <a:r>
              <a:rPr lang="en-US" altLang="en-US" dirty="0"/>
              <a:t>/ </a:t>
            </a:r>
            <a:r>
              <a:rPr lang="en-US" altLang="en-US" dirty="0" err="1"/>
              <a:t>xóa</a:t>
            </a:r>
            <a:r>
              <a:rPr lang="en-US" altLang="en-US" dirty="0"/>
              <a:t>/ </a:t>
            </a:r>
            <a:r>
              <a:rPr lang="en-US" altLang="en-US" dirty="0" err="1"/>
              <a:t>sửa</a:t>
            </a:r>
            <a:r>
              <a:rPr lang="en-US" altLang="en-US" dirty="0"/>
              <a:t> </a:t>
            </a:r>
            <a:r>
              <a:rPr lang="en-US" altLang="en-US" dirty="0" err="1"/>
              <a:t>Dữ</a:t>
            </a:r>
            <a:r>
              <a:rPr lang="en-US" altLang="en-US" dirty="0"/>
              <a:t> </a:t>
            </a:r>
            <a:r>
              <a:rPr lang="en-US" altLang="en-US" dirty="0" err="1"/>
              <a:t>liệu</a:t>
            </a:r>
            <a:endParaRPr lang="en-US" altLang="en-US" dirty="0"/>
          </a:p>
        </p:txBody>
      </p:sp>
    </p:spTree>
    <p:extLst>
      <p:ext uri="{BB962C8B-B14F-4D97-AF65-F5344CB8AC3E}">
        <p14:creationId xmlns:p14="http://schemas.microsoft.com/office/powerpoint/2010/main" val="168297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20FBC298-8299-4A4A-89BE-6B5FD0D2FCF8}"/>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5363" name="Slide Number Placeholder 5">
            <a:extLst>
              <a:ext uri="{FF2B5EF4-FFF2-40B4-BE49-F238E27FC236}">
                <a16:creationId xmlns:a16="http://schemas.microsoft.com/office/drawing/2014/main" id="{0CA68AE4-681E-4113-ABD7-D3BCA24F9A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BAA61CE0-F8ED-4834-A95C-21247E0BB200}" type="slidenum">
              <a:rPr lang="en-US" altLang="en-US" sz="1000"/>
              <a:pPr algn="r">
                <a:spcBef>
                  <a:spcPct val="0"/>
                </a:spcBef>
                <a:buClrTx/>
                <a:buFontTx/>
                <a:buNone/>
              </a:pPr>
              <a:t>16</a:t>
            </a:fld>
            <a:endParaRPr lang="en-US" altLang="en-US" sz="1000"/>
          </a:p>
        </p:txBody>
      </p:sp>
      <p:sp>
        <p:nvSpPr>
          <p:cNvPr id="15364" name="Rectangle 2">
            <a:extLst>
              <a:ext uri="{FF2B5EF4-FFF2-40B4-BE49-F238E27FC236}">
                <a16:creationId xmlns:a16="http://schemas.microsoft.com/office/drawing/2014/main" id="{41D28CDF-9127-4791-88E1-5278D1AB8921}"/>
              </a:ext>
            </a:extLst>
          </p:cNvPr>
          <p:cNvSpPr>
            <a:spLocks noGrp="1" noChangeArrowheads="1"/>
          </p:cNvSpPr>
          <p:nvPr>
            <p:ph type="title"/>
          </p:nvPr>
        </p:nvSpPr>
        <p:spPr/>
        <p:txBody>
          <a:bodyPr/>
          <a:lstStyle/>
          <a:p>
            <a:pPr marL="742950" indent="-742950" eaLnBrk="1" hangingPunct="1"/>
            <a:r>
              <a:rPr lang="en-US" altLang="en-US" sz="3500"/>
              <a:t>Các lệnh cơ bản trong database</a:t>
            </a:r>
          </a:p>
        </p:txBody>
      </p:sp>
      <p:sp>
        <p:nvSpPr>
          <p:cNvPr id="883716" name="Text Box 4">
            <a:extLst>
              <a:ext uri="{FF2B5EF4-FFF2-40B4-BE49-F238E27FC236}">
                <a16:creationId xmlns:a16="http://schemas.microsoft.com/office/drawing/2014/main" id="{530EBFA3-367C-4BC4-8F58-4DA5D2099C4A}"/>
              </a:ext>
            </a:extLst>
          </p:cNvPr>
          <p:cNvSpPr txBox="1">
            <a:spLocks noChangeArrowheads="1"/>
          </p:cNvSpPr>
          <p:nvPr/>
        </p:nvSpPr>
        <p:spPr bwMode="auto">
          <a:xfrm>
            <a:off x="1676400" y="1066800"/>
            <a:ext cx="6019800" cy="79216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800100" indent="-34290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lvl="1" algn="ctr" eaLnBrk="1" hangingPunct="1">
              <a:spcBef>
                <a:spcPct val="50000"/>
              </a:spcBef>
              <a:buClrTx/>
              <a:buFontTx/>
              <a:buNone/>
            </a:pPr>
            <a:r>
              <a:rPr lang="en-US" altLang="en-US" sz="1800" b="1" dirty="0">
                <a:solidFill>
                  <a:srgbClr val="FF0000"/>
                </a:solidFill>
                <a:latin typeface="Tahoma" panose="020B0604030504040204" pitchFamily="34" charset="0"/>
              </a:rPr>
              <a:t>Use &lt;</a:t>
            </a:r>
            <a:r>
              <a:rPr lang="en-US" altLang="en-US" sz="1800" b="1" dirty="0" err="1">
                <a:solidFill>
                  <a:srgbClr val="FF0000"/>
                </a:solidFill>
                <a:latin typeface="Tahoma" panose="020B0604030504040204" pitchFamily="34" charset="0"/>
              </a:rPr>
              <a:t>Tên</a:t>
            </a:r>
            <a:r>
              <a:rPr lang="en-US" altLang="en-US" sz="1800" b="1" dirty="0">
                <a:solidFill>
                  <a:srgbClr val="FF0000"/>
                </a:solidFill>
                <a:latin typeface="Tahoma" panose="020B0604030504040204" pitchFamily="34" charset="0"/>
              </a:rPr>
              <a:t> database&gt;</a:t>
            </a:r>
            <a:r>
              <a:rPr lang="en-US" altLang="en-US" sz="1800" dirty="0">
                <a:latin typeface="Tahoma" panose="020B0604030504040204" pitchFamily="34" charset="0"/>
              </a:rPr>
              <a:t>: </a:t>
            </a:r>
            <a:r>
              <a:rPr lang="en-US" altLang="en-US" sz="1800" dirty="0" err="1">
                <a:latin typeface="Tahoma" panose="020B0604030504040204" pitchFamily="34" charset="0"/>
              </a:rPr>
              <a:t>sử</a:t>
            </a:r>
            <a:r>
              <a:rPr lang="en-US" altLang="en-US" sz="1800" dirty="0">
                <a:latin typeface="Tahoma" panose="020B0604030504040204" pitchFamily="34" charset="0"/>
              </a:rPr>
              <a:t> </a:t>
            </a:r>
            <a:r>
              <a:rPr lang="en-US" altLang="en-US" sz="1800" dirty="0" err="1">
                <a:latin typeface="Tahoma" panose="020B0604030504040204" pitchFamily="34" charset="0"/>
              </a:rPr>
              <a:t>dụng</a:t>
            </a:r>
            <a:r>
              <a:rPr lang="en-US" altLang="en-US" sz="1800" dirty="0">
                <a:latin typeface="Tahoma" panose="020B0604030504040204" pitchFamily="34" charset="0"/>
              </a:rPr>
              <a:t> database</a:t>
            </a:r>
          </a:p>
          <a:p>
            <a:pPr algn="ctr" eaLnBrk="1" hangingPunct="1">
              <a:spcBef>
                <a:spcPct val="50000"/>
              </a:spcBef>
              <a:buClrTx/>
              <a:buFontTx/>
              <a:buNone/>
            </a:pPr>
            <a:r>
              <a:rPr lang="en-US" altLang="en-US" sz="1800" dirty="0" err="1">
                <a:latin typeface="Tahoma" panose="020B0604030504040204" pitchFamily="34" charset="0"/>
              </a:rPr>
              <a:t>Ví</a:t>
            </a:r>
            <a:r>
              <a:rPr lang="en-US" altLang="en-US" sz="1800" dirty="0">
                <a:latin typeface="Tahoma" panose="020B0604030504040204" pitchFamily="34" charset="0"/>
              </a:rPr>
              <a:t> </a:t>
            </a:r>
            <a:r>
              <a:rPr lang="en-US" altLang="en-US" sz="1800" dirty="0" err="1">
                <a:latin typeface="Tahoma" panose="020B0604030504040204" pitchFamily="34" charset="0"/>
              </a:rPr>
              <a:t>dụ</a:t>
            </a:r>
            <a:r>
              <a:rPr lang="en-US" altLang="en-US" sz="1800" dirty="0">
                <a:latin typeface="Tahoma" panose="020B0604030504040204" pitchFamily="34" charset="0"/>
              </a:rPr>
              <a:t>: USE </a:t>
            </a:r>
            <a:r>
              <a:rPr lang="en-US" altLang="en-US" sz="1800" dirty="0" err="1">
                <a:latin typeface="Tahoma" panose="020B0604030504040204" pitchFamily="34" charset="0"/>
              </a:rPr>
              <a:t>QuanLyDiem</a:t>
            </a:r>
            <a:endParaRPr lang="en-US" altLang="en-US" sz="1800" dirty="0">
              <a:latin typeface="Tahoma" panose="020B0604030504040204" pitchFamily="34" charset="0"/>
            </a:endParaRPr>
          </a:p>
        </p:txBody>
      </p:sp>
      <p:sp>
        <p:nvSpPr>
          <p:cNvPr id="883717" name="Text Box 5">
            <a:extLst>
              <a:ext uri="{FF2B5EF4-FFF2-40B4-BE49-F238E27FC236}">
                <a16:creationId xmlns:a16="http://schemas.microsoft.com/office/drawing/2014/main" id="{637F14E2-BD40-4816-88BE-D624CE0F5A85}"/>
              </a:ext>
            </a:extLst>
          </p:cNvPr>
          <p:cNvSpPr txBox="1">
            <a:spLocks noChangeArrowheads="1"/>
          </p:cNvSpPr>
          <p:nvPr/>
        </p:nvSpPr>
        <p:spPr bwMode="auto">
          <a:xfrm>
            <a:off x="1676400" y="1981200"/>
            <a:ext cx="6019800" cy="78483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800100" indent="-34290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lvl="1" algn="ctr" eaLnBrk="1" hangingPunct="1">
              <a:spcBef>
                <a:spcPct val="50000"/>
              </a:spcBef>
              <a:buClrTx/>
              <a:buFontTx/>
              <a:buNone/>
            </a:pPr>
            <a:r>
              <a:rPr lang="en-US" altLang="en-US" sz="1800" b="1">
                <a:solidFill>
                  <a:srgbClr val="FF0000"/>
                </a:solidFill>
                <a:latin typeface="Tahoma" panose="020B0604030504040204" pitchFamily="34" charset="0"/>
              </a:rPr>
              <a:t>Create Database &lt;Tên database&gt;</a:t>
            </a:r>
            <a:r>
              <a:rPr lang="en-US" altLang="en-US" sz="1800">
                <a:latin typeface="Tahoma" panose="020B0604030504040204" pitchFamily="34" charset="0"/>
              </a:rPr>
              <a:t>: tạo database</a:t>
            </a:r>
          </a:p>
          <a:p>
            <a:pPr algn="ctr" eaLnBrk="1" hangingPunct="1">
              <a:spcBef>
                <a:spcPct val="50000"/>
              </a:spcBef>
              <a:buClrTx/>
              <a:buFontTx/>
              <a:buNone/>
            </a:pPr>
            <a:r>
              <a:rPr lang="en-US" altLang="en-US" sz="1800">
                <a:latin typeface="Tahoma" panose="020B0604030504040204" pitchFamily="34" charset="0"/>
              </a:rPr>
              <a:t>Ví dụ: CREATE   DATABASE   QuanLyDiem</a:t>
            </a:r>
          </a:p>
        </p:txBody>
      </p:sp>
      <p:sp>
        <p:nvSpPr>
          <p:cNvPr id="883718" name="Text Box 6">
            <a:extLst>
              <a:ext uri="{FF2B5EF4-FFF2-40B4-BE49-F238E27FC236}">
                <a16:creationId xmlns:a16="http://schemas.microsoft.com/office/drawing/2014/main" id="{46FCFA72-1213-4BD4-90FC-39868C40BE61}"/>
              </a:ext>
            </a:extLst>
          </p:cNvPr>
          <p:cNvSpPr txBox="1">
            <a:spLocks noChangeArrowheads="1"/>
          </p:cNvSpPr>
          <p:nvPr/>
        </p:nvSpPr>
        <p:spPr bwMode="auto">
          <a:xfrm>
            <a:off x="1676400" y="2895600"/>
            <a:ext cx="6019800" cy="79216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800100" indent="-34290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lvl="1" algn="ctr" eaLnBrk="1" hangingPunct="1">
              <a:spcBef>
                <a:spcPct val="50000"/>
              </a:spcBef>
              <a:buClrTx/>
              <a:buFontTx/>
              <a:buNone/>
            </a:pPr>
            <a:r>
              <a:rPr lang="en-US" altLang="en-US" sz="1800" b="1">
                <a:solidFill>
                  <a:srgbClr val="FF0000"/>
                </a:solidFill>
                <a:latin typeface="Tahoma" panose="020B0604030504040204" pitchFamily="34" charset="0"/>
              </a:rPr>
              <a:t>Drop Database &lt;Tên database&gt;</a:t>
            </a:r>
            <a:r>
              <a:rPr lang="en-US" altLang="en-US" sz="1800">
                <a:latin typeface="Tahoma" panose="020B0604030504040204" pitchFamily="34" charset="0"/>
              </a:rPr>
              <a:t>: xoá database</a:t>
            </a:r>
          </a:p>
          <a:p>
            <a:pPr algn="ctr" eaLnBrk="1" hangingPunct="1">
              <a:spcBef>
                <a:spcPct val="50000"/>
              </a:spcBef>
              <a:buClrTx/>
              <a:buFontTx/>
              <a:buNone/>
            </a:pPr>
            <a:r>
              <a:rPr lang="en-US" altLang="en-US" sz="1800">
                <a:latin typeface="Tahoma" panose="020B0604030504040204" pitchFamily="34" charset="0"/>
              </a:rPr>
              <a:t>     Ví dụ:  DROP DATABASE   QuanLyDiem</a:t>
            </a:r>
          </a:p>
        </p:txBody>
      </p:sp>
      <p:sp>
        <p:nvSpPr>
          <p:cNvPr id="15368" name="Rectangle 1">
            <a:extLst>
              <a:ext uri="{FF2B5EF4-FFF2-40B4-BE49-F238E27FC236}">
                <a16:creationId xmlns:a16="http://schemas.microsoft.com/office/drawing/2014/main" id="{44D251A7-A080-4157-AF44-84E04CC84593}"/>
              </a:ext>
            </a:extLst>
          </p:cNvPr>
          <p:cNvSpPr>
            <a:spLocks noChangeArrowheads="1"/>
          </p:cNvSpPr>
          <p:nvPr/>
        </p:nvSpPr>
        <p:spPr bwMode="auto">
          <a:xfrm>
            <a:off x="457200" y="3988475"/>
            <a:ext cx="8229600" cy="20313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dirty="0">
                <a:solidFill>
                  <a:srgbClr val="0000CC"/>
                </a:solidFill>
                <a:latin typeface="Consolas" panose="020B0609020204030204" pitchFamily="49" charset="0"/>
              </a:rPr>
              <a:t>use master </a:t>
            </a:r>
          </a:p>
          <a:p>
            <a:r>
              <a:rPr lang="en-US" altLang="en-US" dirty="0">
                <a:solidFill>
                  <a:srgbClr val="0000CC"/>
                </a:solidFill>
                <a:latin typeface="Consolas" panose="020B0609020204030204" pitchFamily="49" charset="0"/>
              </a:rPr>
              <a:t>if exists(select * from </a:t>
            </a:r>
            <a:r>
              <a:rPr lang="en-US" altLang="en-US" dirty="0" err="1">
                <a:solidFill>
                  <a:srgbClr val="0000CC"/>
                </a:solidFill>
                <a:latin typeface="Consolas" panose="020B0609020204030204" pitchFamily="49" charset="0"/>
              </a:rPr>
              <a:t>sysdatabases</a:t>
            </a:r>
            <a:r>
              <a:rPr lang="en-US" altLang="en-US" dirty="0">
                <a:solidFill>
                  <a:srgbClr val="0000CC"/>
                </a:solidFill>
                <a:latin typeface="Consolas" panose="020B0609020204030204" pitchFamily="49" charset="0"/>
              </a:rPr>
              <a:t> where name=‘</a:t>
            </a:r>
            <a:r>
              <a:rPr lang="en-US" altLang="en-US" dirty="0" err="1">
                <a:solidFill>
                  <a:srgbClr val="0000CC"/>
                </a:solidFill>
                <a:latin typeface="Consolas" panose="020B0609020204030204" pitchFamily="49" charset="0"/>
              </a:rPr>
              <a:t>QuanLyDiem</a:t>
            </a:r>
            <a:r>
              <a:rPr lang="en-US" altLang="en-US" dirty="0">
                <a:solidFill>
                  <a:srgbClr val="0000CC"/>
                </a:solidFill>
                <a:latin typeface="Consolas" panose="020B0609020204030204" pitchFamily="49" charset="0"/>
              </a:rPr>
              <a:t>’) </a:t>
            </a:r>
          </a:p>
          <a:p>
            <a:r>
              <a:rPr lang="en-US" altLang="en-US" dirty="0">
                <a:solidFill>
                  <a:srgbClr val="0000CC"/>
                </a:solidFill>
                <a:latin typeface="Consolas" panose="020B0609020204030204" pitchFamily="49" charset="0"/>
              </a:rPr>
              <a:t>	drop database </a:t>
            </a:r>
            <a:r>
              <a:rPr lang="en-US" altLang="en-US" dirty="0" err="1">
                <a:solidFill>
                  <a:srgbClr val="0000CC"/>
                </a:solidFill>
                <a:latin typeface="Consolas" panose="020B0609020204030204" pitchFamily="49" charset="0"/>
              </a:rPr>
              <a:t>QuanLyDiem</a:t>
            </a:r>
            <a:r>
              <a:rPr lang="en-US" altLang="en-US" dirty="0">
                <a:solidFill>
                  <a:srgbClr val="0000CC"/>
                </a:solidFill>
                <a:latin typeface="Consolas" panose="020B0609020204030204" pitchFamily="49" charset="0"/>
              </a:rPr>
              <a:t> </a:t>
            </a:r>
          </a:p>
          <a:p>
            <a:r>
              <a:rPr lang="en-US" altLang="en-US" dirty="0">
                <a:solidFill>
                  <a:srgbClr val="0000CC"/>
                </a:solidFill>
                <a:highlight>
                  <a:srgbClr val="FFFF00"/>
                </a:highlight>
                <a:latin typeface="Consolas" panose="020B0609020204030204" pitchFamily="49" charset="0"/>
              </a:rPr>
              <a:t>go</a:t>
            </a:r>
          </a:p>
          <a:p>
            <a:r>
              <a:rPr lang="en-US" altLang="en-US" dirty="0">
                <a:solidFill>
                  <a:srgbClr val="0000CC"/>
                </a:solidFill>
                <a:latin typeface="Consolas" panose="020B0609020204030204" pitchFamily="49" charset="0"/>
              </a:rPr>
              <a:t>create database </a:t>
            </a:r>
            <a:r>
              <a:rPr lang="en-US" altLang="en-US" dirty="0" err="1">
                <a:solidFill>
                  <a:srgbClr val="0000CC"/>
                </a:solidFill>
                <a:latin typeface="Consolas" panose="020B0609020204030204" pitchFamily="49" charset="0"/>
              </a:rPr>
              <a:t>QuanLyDiem</a:t>
            </a:r>
            <a:r>
              <a:rPr lang="en-US" altLang="en-US" dirty="0">
                <a:solidFill>
                  <a:srgbClr val="0000CC"/>
                </a:solidFill>
                <a:latin typeface="Consolas" panose="020B0609020204030204" pitchFamily="49" charset="0"/>
              </a:rPr>
              <a:t> </a:t>
            </a:r>
          </a:p>
          <a:p>
            <a:r>
              <a:rPr lang="en-US" altLang="en-US" dirty="0">
                <a:solidFill>
                  <a:srgbClr val="0000CC"/>
                </a:solidFill>
                <a:highlight>
                  <a:srgbClr val="FFFF00"/>
                </a:highlight>
                <a:latin typeface="Consolas" panose="020B0609020204030204" pitchFamily="49" charset="0"/>
              </a:rPr>
              <a:t>go</a:t>
            </a:r>
          </a:p>
          <a:p>
            <a:r>
              <a:rPr lang="en-US" altLang="en-US" dirty="0">
                <a:solidFill>
                  <a:srgbClr val="0000CC"/>
                </a:solidFill>
                <a:latin typeface="Consolas" panose="020B0609020204030204" pitchFamily="49" charset="0"/>
              </a:rPr>
              <a:t>use </a:t>
            </a:r>
            <a:r>
              <a:rPr lang="en-US" altLang="en-US" dirty="0" err="1">
                <a:solidFill>
                  <a:srgbClr val="0000CC"/>
                </a:solidFill>
                <a:latin typeface="Consolas" panose="020B0609020204030204" pitchFamily="49" charset="0"/>
              </a:rPr>
              <a:t>QuanLyDiem</a:t>
            </a:r>
            <a:r>
              <a:rPr lang="en-US" altLang="en-US" dirty="0">
                <a:solidFill>
                  <a:srgbClr val="0000CC"/>
                </a:solidFill>
                <a:latin typeface="Consolas" panose="020B0609020204030204" pitchFamily="49" charset="0"/>
              </a:rPr>
              <a:t> </a:t>
            </a:r>
            <a:endParaRPr lang="en-US" altLang="en-US"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3716"/>
                                        </p:tgtEl>
                                        <p:attrNameLst>
                                          <p:attrName>style.visibility</p:attrName>
                                        </p:attrNameLst>
                                      </p:cBhvr>
                                      <p:to>
                                        <p:strVal val="visible"/>
                                      </p:to>
                                    </p:set>
                                    <p:animEffect transition="in" filter="blinds(horizontal)">
                                      <p:cBhvr>
                                        <p:cTn id="7" dur="500"/>
                                        <p:tgtEl>
                                          <p:spTgt spid="883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83717"/>
                                        </p:tgtEl>
                                        <p:attrNameLst>
                                          <p:attrName>style.visibility</p:attrName>
                                        </p:attrNameLst>
                                      </p:cBhvr>
                                      <p:to>
                                        <p:strVal val="visible"/>
                                      </p:to>
                                    </p:set>
                                    <p:animEffect transition="in" filter="blinds(horizontal)">
                                      <p:cBhvr>
                                        <p:cTn id="12" dur="500"/>
                                        <p:tgtEl>
                                          <p:spTgt spid="8837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3718"/>
                                        </p:tgtEl>
                                        <p:attrNameLst>
                                          <p:attrName>style.visibility</p:attrName>
                                        </p:attrNameLst>
                                      </p:cBhvr>
                                      <p:to>
                                        <p:strVal val="visible"/>
                                      </p:to>
                                    </p:set>
                                    <p:animEffect transition="in" filter="blinds(horizontal)">
                                      <p:cBhvr>
                                        <p:cTn id="17" dur="500"/>
                                        <p:tgtEl>
                                          <p:spTgt spid="88371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5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16" grpId="0" animBg="1"/>
      <p:bldP spid="883717" grpId="0" animBg="1"/>
      <p:bldP spid="883718" grpId="0" animBg="1"/>
      <p:bldP spid="1536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C5E21351-028F-492C-AF29-AC90A725A8D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6387" name="Slide Number Placeholder 5">
            <a:extLst>
              <a:ext uri="{FF2B5EF4-FFF2-40B4-BE49-F238E27FC236}">
                <a16:creationId xmlns:a16="http://schemas.microsoft.com/office/drawing/2014/main" id="{1E7493A5-0114-4D0F-ABB7-42B2D1656C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89E69550-8140-45FE-80FA-C3AFCDF10151}" type="slidenum">
              <a:rPr lang="en-US" altLang="en-US" sz="1000"/>
              <a:pPr algn="r">
                <a:spcBef>
                  <a:spcPct val="0"/>
                </a:spcBef>
                <a:buClrTx/>
                <a:buFontTx/>
                <a:buNone/>
              </a:pPr>
              <a:t>17</a:t>
            </a:fld>
            <a:endParaRPr lang="en-US" altLang="en-US" sz="1000"/>
          </a:p>
        </p:txBody>
      </p:sp>
      <p:sp>
        <p:nvSpPr>
          <p:cNvPr id="16388" name="Rectangle 2">
            <a:extLst>
              <a:ext uri="{FF2B5EF4-FFF2-40B4-BE49-F238E27FC236}">
                <a16:creationId xmlns:a16="http://schemas.microsoft.com/office/drawing/2014/main" id="{5F4EA101-4CEA-4312-9763-A5AF15A076E1}"/>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tạo bảng</a:t>
            </a:r>
          </a:p>
        </p:txBody>
      </p:sp>
      <p:sp>
        <p:nvSpPr>
          <p:cNvPr id="16389" name="Rectangle 3">
            <a:extLst>
              <a:ext uri="{FF2B5EF4-FFF2-40B4-BE49-F238E27FC236}">
                <a16:creationId xmlns:a16="http://schemas.microsoft.com/office/drawing/2014/main" id="{F88B8EC4-6611-4A48-AA3D-CC03D0A5CA4D}"/>
              </a:ext>
            </a:extLst>
          </p:cNvPr>
          <p:cNvSpPr>
            <a:spLocks noGrp="1" noChangeArrowheads="1"/>
          </p:cNvSpPr>
          <p:nvPr>
            <p:ph type="body" idx="1"/>
          </p:nvPr>
        </p:nvSpPr>
        <p:spPr>
          <a:xfrm>
            <a:off x="457200" y="1295400"/>
            <a:ext cx="8229600" cy="5105400"/>
          </a:xfrm>
        </p:spPr>
        <p:txBody>
          <a:bodyPr/>
          <a:lstStyle/>
          <a:p>
            <a:pPr eaLnBrk="1" hangingPunct="1"/>
            <a:r>
              <a:rPr lang="en-US" altLang="en-US"/>
              <a:t>Để định nghĩa một bảng</a:t>
            </a:r>
          </a:p>
          <a:p>
            <a:pPr lvl="1" eaLnBrk="1" hangingPunct="1"/>
            <a:r>
              <a:rPr lang="en-US" altLang="en-US"/>
              <a:t>Tên bảng</a:t>
            </a:r>
          </a:p>
          <a:p>
            <a:pPr lvl="1" eaLnBrk="1" hangingPunct="1"/>
            <a:r>
              <a:rPr lang="en-US" altLang="en-US"/>
              <a:t>Các thuộc tính</a:t>
            </a:r>
          </a:p>
          <a:p>
            <a:pPr lvl="2" eaLnBrk="1" hangingPunct="1"/>
            <a:r>
              <a:rPr lang="en-US" altLang="en-US"/>
              <a:t>Tên thuộc tính</a:t>
            </a:r>
          </a:p>
          <a:p>
            <a:pPr lvl="2" eaLnBrk="1" hangingPunct="1"/>
            <a:r>
              <a:rPr lang="en-US" altLang="en-US"/>
              <a:t>Kiểu dữ liệu</a:t>
            </a:r>
          </a:p>
          <a:p>
            <a:pPr lvl="2" eaLnBrk="1" hangingPunct="1"/>
            <a:r>
              <a:rPr lang="en-US" altLang="en-US"/>
              <a:t>Các RBTV trên thuộc tính</a:t>
            </a:r>
          </a:p>
          <a:p>
            <a:pPr eaLnBrk="1" hangingPunct="1"/>
            <a:r>
              <a:rPr lang="en-US" altLang="en-US"/>
              <a:t>Cú pháp</a:t>
            </a:r>
          </a:p>
        </p:txBody>
      </p:sp>
      <p:sp>
        <p:nvSpPr>
          <p:cNvPr id="16390" name="Text Box 4">
            <a:extLst>
              <a:ext uri="{FF2B5EF4-FFF2-40B4-BE49-F238E27FC236}">
                <a16:creationId xmlns:a16="http://schemas.microsoft.com/office/drawing/2014/main" id="{A904A87A-2379-48CB-8240-32F18DF014ED}"/>
              </a:ext>
            </a:extLst>
          </p:cNvPr>
          <p:cNvSpPr txBox="1">
            <a:spLocks noChangeArrowheads="1"/>
          </p:cNvSpPr>
          <p:nvPr/>
        </p:nvSpPr>
        <p:spPr bwMode="auto">
          <a:xfrm>
            <a:off x="1066800" y="4343400"/>
            <a:ext cx="6096000" cy="175260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CREATE TABLE</a:t>
            </a:r>
            <a:r>
              <a:rPr lang="en-US" altLang="en-US" sz="1800">
                <a:latin typeface="Tahoma" panose="020B0604030504040204" pitchFamily="34" charset="0"/>
              </a:rPr>
              <a:t> &lt;Tên_bảng&gt; </a:t>
            </a:r>
            <a:r>
              <a:rPr lang="en-US" altLang="en-US" sz="1800" b="1">
                <a:latin typeface="Tahoma" panose="020B0604030504040204" pitchFamily="34" charset="0"/>
              </a:rPr>
              <a:t>(</a:t>
            </a:r>
            <a:br>
              <a:rPr lang="en-US" altLang="en-US" sz="1800" b="1">
                <a:latin typeface="Tahoma" panose="020B0604030504040204" pitchFamily="34" charset="0"/>
              </a:rPr>
            </a:br>
            <a:r>
              <a:rPr lang="en-US" altLang="en-US" sz="1800" b="1">
                <a:latin typeface="Tahoma" panose="020B0604030504040204" pitchFamily="34" charset="0"/>
              </a:rPr>
              <a:t>	</a:t>
            </a:r>
            <a:r>
              <a:rPr lang="en-US" altLang="en-US" sz="1800">
                <a:latin typeface="Tahoma" panose="020B0604030504040204" pitchFamily="34" charset="0"/>
              </a:rPr>
              <a:t>&lt;Tên_cột&gt; &lt;Kiểu_dữ_liệu&gt; [&lt;RBTV&gt;],</a:t>
            </a:r>
            <a:br>
              <a:rPr lang="en-US" altLang="en-US" sz="1800" b="1">
                <a:latin typeface="Tahoma" panose="020B0604030504040204" pitchFamily="34" charset="0"/>
              </a:rPr>
            </a:br>
            <a:r>
              <a:rPr lang="en-US" altLang="en-US" sz="1800" b="1">
                <a:latin typeface="Tahoma" panose="020B0604030504040204" pitchFamily="34" charset="0"/>
              </a:rPr>
              <a:t>	</a:t>
            </a:r>
            <a:r>
              <a:rPr lang="en-US" altLang="en-US" sz="1800">
                <a:latin typeface="Tahoma" panose="020B0604030504040204" pitchFamily="34" charset="0"/>
              </a:rPr>
              <a:t>&lt;Tên_cột&gt; &lt;Kiểu_dữ_liệu&gt; [&lt;RBTV&gt;],</a:t>
            </a:r>
            <a:br>
              <a:rPr lang="en-US" altLang="en-US" sz="1800" b="1">
                <a:latin typeface="Tahoma" panose="020B0604030504040204" pitchFamily="34" charset="0"/>
              </a:rPr>
            </a:br>
            <a:r>
              <a:rPr lang="en-US" altLang="en-US" sz="1800">
                <a:latin typeface="Tahoma" panose="020B0604030504040204" pitchFamily="34" charset="0"/>
              </a:rPr>
              <a:t>	…</a:t>
            </a:r>
            <a:br>
              <a:rPr lang="en-US" altLang="en-US" sz="1800" b="1">
                <a:latin typeface="Tahoma" panose="020B0604030504040204" pitchFamily="34" charset="0"/>
              </a:rPr>
            </a:br>
            <a:r>
              <a:rPr lang="en-US" altLang="en-US" sz="1800">
                <a:latin typeface="Tahoma" panose="020B0604030504040204" pitchFamily="34" charset="0"/>
              </a:rPr>
              <a:t>	[&lt;RBTV&gt;]</a:t>
            </a:r>
            <a:br>
              <a:rPr lang="en-US" altLang="en-US" sz="1800" b="1">
                <a:latin typeface="Tahoma" panose="020B0604030504040204" pitchFamily="34" charset="0"/>
              </a:rPr>
            </a:br>
            <a:r>
              <a:rPr lang="en-US" altLang="en-US" sz="1800" b="1">
                <a:latin typeface="Tahoma" panose="020B0604030504040204" pitchFamily="34"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38F4F7-BF21-419B-8CDF-C447D5FDE121}"/>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8435" name="Slide Number Placeholder 5">
            <a:extLst>
              <a:ext uri="{FF2B5EF4-FFF2-40B4-BE49-F238E27FC236}">
                <a16:creationId xmlns:a16="http://schemas.microsoft.com/office/drawing/2014/main" id="{CACA67BE-3FCD-48EB-98FE-DD6FA0210C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1B77A06-020A-418E-A2BD-9AEFED85377A}" type="slidenum">
              <a:rPr lang="en-US" altLang="en-US" sz="1000"/>
              <a:pPr algn="r">
                <a:spcBef>
                  <a:spcPct val="0"/>
                </a:spcBef>
                <a:buClrTx/>
                <a:buFontTx/>
                <a:buNone/>
              </a:pPr>
              <a:t>18</a:t>
            </a:fld>
            <a:endParaRPr lang="en-US" altLang="en-US" sz="1000"/>
          </a:p>
        </p:txBody>
      </p:sp>
      <p:sp>
        <p:nvSpPr>
          <p:cNvPr id="18436" name="Rectangle 2">
            <a:extLst>
              <a:ext uri="{FF2B5EF4-FFF2-40B4-BE49-F238E27FC236}">
                <a16:creationId xmlns:a16="http://schemas.microsoft.com/office/drawing/2014/main" id="{438EC84C-03B7-4A6B-AF97-9D9B198A5313}"/>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Tạo bảng</a:t>
            </a:r>
          </a:p>
        </p:txBody>
      </p:sp>
      <p:sp>
        <p:nvSpPr>
          <p:cNvPr id="18437" name="Text Box 9">
            <a:extLst>
              <a:ext uri="{FF2B5EF4-FFF2-40B4-BE49-F238E27FC236}">
                <a16:creationId xmlns:a16="http://schemas.microsoft.com/office/drawing/2014/main" id="{42D8FDA9-F7FB-42CA-ABE6-DF0076876009}"/>
              </a:ext>
            </a:extLst>
          </p:cNvPr>
          <p:cNvSpPr txBox="1">
            <a:spLocks noChangeArrowheads="1"/>
          </p:cNvSpPr>
          <p:nvPr/>
        </p:nvSpPr>
        <p:spPr bwMode="auto">
          <a:xfrm>
            <a:off x="1524000" y="1295400"/>
            <a:ext cx="4267200" cy="493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NHANVIEN (</a:t>
            </a:r>
          </a:p>
          <a:p>
            <a:pPr algn="l" eaLnBrk="1" hangingPunct="1">
              <a:spcBef>
                <a:spcPct val="50000"/>
              </a:spcBef>
              <a:buClrTx/>
              <a:buFontTx/>
              <a:buNone/>
            </a:pPr>
            <a:r>
              <a:rPr lang="en-US" altLang="en-US" sz="1800" dirty="0">
                <a:latin typeface="Tahoma" panose="020B0604030504040204" pitchFamily="34" charset="0"/>
              </a:rPr>
              <a:t>	MANV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HONV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(10),</a:t>
            </a:r>
          </a:p>
          <a:p>
            <a:pPr algn="l" eaLnBrk="1" hangingPunct="1">
              <a:spcBef>
                <a:spcPct val="50000"/>
              </a:spcBef>
              <a:buClrTx/>
              <a:buFontTx/>
              <a:buNone/>
            </a:pPr>
            <a:r>
              <a:rPr lang="en-US" altLang="en-US" sz="1800" dirty="0">
                <a:latin typeface="Tahoma" panose="020B0604030504040204" pitchFamily="34" charset="0"/>
              </a:rPr>
              <a:t>	TENLOT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(20),</a:t>
            </a:r>
          </a:p>
          <a:p>
            <a:pPr algn="l" eaLnBrk="1" hangingPunct="1">
              <a:spcBef>
                <a:spcPct val="50000"/>
              </a:spcBef>
              <a:buClrTx/>
              <a:buFontTx/>
              <a:buNone/>
            </a:pPr>
            <a:r>
              <a:rPr lang="en-US" altLang="en-US" sz="1800" dirty="0">
                <a:latin typeface="Tahoma" panose="020B0604030504040204" pitchFamily="34" charset="0"/>
              </a:rPr>
              <a:t>	TENNV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(10),</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NGAY</a:t>
            </a:r>
            <a:r>
              <a:rPr lang="en-US" altLang="en-US" sz="1800" dirty="0">
                <a:latin typeface="Tahoma" panose="020B0604030504040204" pitchFamily="34" charset="0"/>
              </a:rPr>
              <a:t>SINH </a:t>
            </a:r>
            <a:r>
              <a:rPr lang="en-US" altLang="en-US" sz="1800" dirty="0">
                <a:solidFill>
                  <a:srgbClr val="0000CC"/>
                </a:solidFill>
                <a:latin typeface="Tahoma" panose="020B0604030504040204" pitchFamily="34" charset="0"/>
              </a:rPr>
              <a:t>DATE</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DIA</a:t>
            </a:r>
            <a:r>
              <a:rPr lang="en-US" altLang="en-US" sz="1800" dirty="0">
                <a:latin typeface="Tahoma" panose="020B0604030504040204" pitchFamily="34" charset="0"/>
              </a:rPr>
              <a:t>CHI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(50),</a:t>
            </a:r>
          </a:p>
          <a:p>
            <a:pPr algn="l" eaLnBrk="1" hangingPunct="1">
              <a:spcBef>
                <a:spcPct val="50000"/>
              </a:spcBef>
              <a:buClrTx/>
              <a:buFontTx/>
              <a:buNone/>
            </a:pPr>
            <a:r>
              <a:rPr lang="en-US" altLang="en-US" sz="1800" dirty="0">
                <a:latin typeface="Tahoma" panose="020B0604030504040204" pitchFamily="34" charset="0"/>
              </a:rPr>
              <a:t>	PHAI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(3),</a:t>
            </a:r>
          </a:p>
          <a:p>
            <a:pPr algn="l" eaLnBrk="1" hangingPunct="1">
              <a:spcBef>
                <a:spcPct val="50000"/>
              </a:spcBef>
              <a:buClrTx/>
              <a:buFontTx/>
              <a:buNone/>
            </a:pPr>
            <a:r>
              <a:rPr lang="en-US" altLang="en-US" sz="1800" dirty="0">
                <a:latin typeface="Tahoma" panose="020B0604030504040204" pitchFamily="34" charset="0"/>
              </a:rPr>
              <a:t>	LUONG </a:t>
            </a:r>
            <a:r>
              <a:rPr lang="en-US" altLang="en-US" sz="1800" dirty="0">
                <a:solidFill>
                  <a:srgbClr val="0000CC"/>
                </a:solidFill>
                <a:latin typeface="Tahoma" panose="020B0604030504040204" pitchFamily="34" charset="0"/>
              </a:rPr>
              <a:t>INT</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MANQL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PHG </a:t>
            </a:r>
            <a:r>
              <a:rPr lang="en-US" altLang="en-US" sz="1800" dirty="0">
                <a:solidFill>
                  <a:srgbClr val="0000CC"/>
                </a:solidFill>
                <a:latin typeface="Tahoma" panose="020B0604030504040204" pitchFamily="34" charset="0"/>
              </a:rPr>
              <a:t>INT</a:t>
            </a:r>
          </a:p>
          <a:p>
            <a:pPr algn="l" eaLnBrk="1" hangingPunct="1">
              <a:spcBef>
                <a:spcPct val="50000"/>
              </a:spcBef>
              <a:buClrTx/>
              <a:buFontTx/>
              <a:buNone/>
            </a:pPr>
            <a:r>
              <a:rPr lang="en-US" altLang="en-US" sz="1800" dirty="0">
                <a:latin typeface="Tahoma" panose="020B0604030504040204" pitchFamily="34" charset="0"/>
              </a:rPr>
              <a:t>)</a:t>
            </a:r>
          </a:p>
        </p:txBody>
      </p:sp>
      <p:pic>
        <p:nvPicPr>
          <p:cNvPr id="3" name="Picture 2">
            <a:extLst>
              <a:ext uri="{FF2B5EF4-FFF2-40B4-BE49-F238E27FC236}">
                <a16:creationId xmlns:a16="http://schemas.microsoft.com/office/drawing/2014/main" id="{6129AC51-F8FD-F8B1-39D3-D89DD132A98D}"/>
              </a:ext>
            </a:extLst>
          </p:cNvPr>
          <p:cNvPicPr>
            <a:picLocks noChangeAspect="1"/>
          </p:cNvPicPr>
          <p:nvPr/>
        </p:nvPicPr>
        <p:blipFill>
          <a:blip r:embed="rId3"/>
          <a:stretch>
            <a:fillRect/>
          </a:stretch>
        </p:blipFill>
        <p:spPr>
          <a:xfrm>
            <a:off x="6477000" y="457200"/>
            <a:ext cx="2095792" cy="27626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C56CD105-92B6-4537-B443-9442B75C14C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0483" name="Slide Number Placeholder 5">
            <a:extLst>
              <a:ext uri="{FF2B5EF4-FFF2-40B4-BE49-F238E27FC236}">
                <a16:creationId xmlns:a16="http://schemas.microsoft.com/office/drawing/2014/main" id="{02065757-2CDE-44FD-91D2-BD953ADF62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691F276-FAB4-4A0A-818D-643120247B79}" type="slidenum">
              <a:rPr lang="en-US" altLang="en-US" sz="1000"/>
              <a:pPr algn="r">
                <a:spcBef>
                  <a:spcPct val="0"/>
                </a:spcBef>
                <a:buClrTx/>
                <a:buFontTx/>
                <a:buNone/>
              </a:pPr>
              <a:t>19</a:t>
            </a:fld>
            <a:endParaRPr lang="en-US" altLang="en-US" sz="1000"/>
          </a:p>
        </p:txBody>
      </p:sp>
      <p:sp>
        <p:nvSpPr>
          <p:cNvPr id="20484" name="Rectangle 2">
            <a:extLst>
              <a:ext uri="{FF2B5EF4-FFF2-40B4-BE49-F238E27FC236}">
                <a16:creationId xmlns:a16="http://schemas.microsoft.com/office/drawing/2014/main" id="{CB35CEC8-7930-4C79-839B-0A8D5F668CA1}"/>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tạo bảng (tt)</a:t>
            </a:r>
          </a:p>
        </p:txBody>
      </p:sp>
      <p:sp>
        <p:nvSpPr>
          <p:cNvPr id="20485" name="Rectangle 3">
            <a:extLst>
              <a:ext uri="{FF2B5EF4-FFF2-40B4-BE49-F238E27FC236}">
                <a16:creationId xmlns:a16="http://schemas.microsoft.com/office/drawing/2014/main" id="{64E5D228-7650-4DBA-A1C3-3E83B9E37E48}"/>
              </a:ext>
            </a:extLst>
          </p:cNvPr>
          <p:cNvSpPr>
            <a:spLocks noGrp="1" noChangeArrowheads="1"/>
          </p:cNvSpPr>
          <p:nvPr>
            <p:ph type="body" idx="1"/>
          </p:nvPr>
        </p:nvSpPr>
        <p:spPr>
          <a:xfrm>
            <a:off x="457200" y="1295400"/>
            <a:ext cx="8229600" cy="5105400"/>
          </a:xfrm>
        </p:spPr>
        <p:txBody>
          <a:bodyPr/>
          <a:lstStyle/>
          <a:p>
            <a:pPr eaLnBrk="1" hangingPunct="1"/>
            <a:r>
              <a:rPr lang="en-US" altLang="en-US"/>
              <a:t>&lt;RBTV&gt; </a:t>
            </a:r>
          </a:p>
          <a:p>
            <a:pPr lvl="1" eaLnBrk="1" hangingPunct="1"/>
            <a:r>
              <a:rPr lang="en-US" altLang="en-US"/>
              <a:t>NOT NULL</a:t>
            </a:r>
          </a:p>
          <a:p>
            <a:pPr lvl="1" eaLnBrk="1" hangingPunct="1"/>
            <a:r>
              <a:rPr lang="en-US" altLang="en-US"/>
              <a:t>NULL</a:t>
            </a:r>
          </a:p>
          <a:p>
            <a:pPr lvl="1" eaLnBrk="1" hangingPunct="1"/>
            <a:r>
              <a:rPr lang="en-US" altLang="en-US"/>
              <a:t>UNIQUE</a:t>
            </a:r>
          </a:p>
          <a:p>
            <a:pPr lvl="1" eaLnBrk="1" hangingPunct="1"/>
            <a:r>
              <a:rPr lang="en-US" altLang="en-US"/>
              <a:t>DEFAULT</a:t>
            </a:r>
          </a:p>
          <a:p>
            <a:pPr lvl="1" eaLnBrk="1" hangingPunct="1"/>
            <a:r>
              <a:rPr lang="en-US" altLang="en-US"/>
              <a:t>PRIMARY KEY</a:t>
            </a:r>
          </a:p>
          <a:p>
            <a:pPr lvl="1" eaLnBrk="1" hangingPunct="1"/>
            <a:r>
              <a:rPr lang="en-US" altLang="en-US"/>
              <a:t>FOREIGN KEY / REFERENCES</a:t>
            </a:r>
          </a:p>
          <a:p>
            <a:pPr lvl="1" eaLnBrk="1" hangingPunct="1"/>
            <a:r>
              <a:rPr lang="en-US" altLang="en-US"/>
              <a:t>CHECK</a:t>
            </a:r>
          </a:p>
          <a:p>
            <a:pPr lvl="1" eaLnBrk="1" hangingPunct="1"/>
            <a:endParaRPr lang="en-US" altLang="en-US"/>
          </a:p>
          <a:p>
            <a:pPr eaLnBrk="1" hangingPunct="1"/>
            <a:r>
              <a:rPr lang="en-US" altLang="en-US"/>
              <a:t>Đặt tên cho RBTV</a:t>
            </a:r>
          </a:p>
          <a:p>
            <a:pPr eaLnBrk="1" hangingPunct="1"/>
            <a:endParaRPr lang="en-US" altLang="en-US"/>
          </a:p>
        </p:txBody>
      </p:sp>
      <p:sp>
        <p:nvSpPr>
          <p:cNvPr id="20486" name="Text Box 5">
            <a:extLst>
              <a:ext uri="{FF2B5EF4-FFF2-40B4-BE49-F238E27FC236}">
                <a16:creationId xmlns:a16="http://schemas.microsoft.com/office/drawing/2014/main" id="{99EF2D4B-3B17-4282-A2E6-28793BCDB0C2}"/>
              </a:ext>
            </a:extLst>
          </p:cNvPr>
          <p:cNvSpPr txBox="1">
            <a:spLocks noChangeArrowheads="1"/>
          </p:cNvSpPr>
          <p:nvPr/>
        </p:nvSpPr>
        <p:spPr bwMode="auto">
          <a:xfrm>
            <a:off x="990600" y="5792788"/>
            <a:ext cx="4495800" cy="379412"/>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CONSTRAINT </a:t>
            </a:r>
            <a:r>
              <a:rPr lang="en-US" altLang="en-US" sz="1800">
                <a:latin typeface="Tahoma" panose="020B0604030504040204" pitchFamily="34" charset="0"/>
              </a:rPr>
              <a:t>&lt;Ten_RBTV&gt; &lt;RBTV&gt;</a:t>
            </a:r>
            <a:endParaRPr lang="en-US" altLang="en-US" sz="1800" b="1">
              <a:latin typeface="Tahoma" panose="020B060403050404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D310C4-C9C1-4B49-91B7-477BF188898B}"/>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2531" name="Slide Number Placeholder 5">
            <a:extLst>
              <a:ext uri="{FF2B5EF4-FFF2-40B4-BE49-F238E27FC236}">
                <a16:creationId xmlns:a16="http://schemas.microsoft.com/office/drawing/2014/main" id="{59E3C3E8-3766-4374-8AEA-FB048ABB33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4163EDB-5433-49FC-9188-5CE0342B5CC9}" type="slidenum">
              <a:rPr lang="en-US" altLang="en-US" sz="1000"/>
              <a:pPr algn="r">
                <a:spcBef>
                  <a:spcPct val="0"/>
                </a:spcBef>
                <a:buClrTx/>
                <a:buFontTx/>
                <a:buNone/>
              </a:pPr>
              <a:t>20</a:t>
            </a:fld>
            <a:endParaRPr lang="en-US" altLang="en-US" sz="1000"/>
          </a:p>
        </p:txBody>
      </p:sp>
      <p:sp>
        <p:nvSpPr>
          <p:cNvPr id="22532" name="Rectangle 2">
            <a:extLst>
              <a:ext uri="{FF2B5EF4-FFF2-40B4-BE49-F238E27FC236}">
                <a16:creationId xmlns:a16="http://schemas.microsoft.com/office/drawing/2014/main" id="{6AB26A1B-E139-486E-B82F-7BE2A367FE36}"/>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RBTV</a:t>
            </a:r>
          </a:p>
        </p:txBody>
      </p:sp>
      <p:sp>
        <p:nvSpPr>
          <p:cNvPr id="22533" name="Text Box 5">
            <a:extLst>
              <a:ext uri="{FF2B5EF4-FFF2-40B4-BE49-F238E27FC236}">
                <a16:creationId xmlns:a16="http://schemas.microsoft.com/office/drawing/2014/main" id="{B3FF2927-1567-4D7B-8856-EB83CD9A39AE}"/>
              </a:ext>
            </a:extLst>
          </p:cNvPr>
          <p:cNvSpPr txBox="1">
            <a:spLocks noChangeArrowheads="1"/>
          </p:cNvSpPr>
          <p:nvPr/>
        </p:nvSpPr>
        <p:spPr bwMode="auto">
          <a:xfrm>
            <a:off x="838200" y="1341438"/>
            <a:ext cx="7010400" cy="493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NHANVIEN (</a:t>
            </a:r>
          </a:p>
          <a:p>
            <a:pPr algn="l" eaLnBrk="1" hangingPunct="1">
              <a:spcBef>
                <a:spcPct val="50000"/>
              </a:spcBef>
              <a:buClrTx/>
              <a:buNone/>
            </a:pPr>
            <a:r>
              <a:rPr lang="en-US" altLang="en-US" sz="1800" dirty="0">
                <a:latin typeface="Tahoma" panose="020B0604030504040204" pitchFamily="34" charset="0"/>
              </a:rPr>
              <a:t>	MANV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 </a:t>
            </a:r>
            <a:r>
              <a:rPr lang="en-US" altLang="en-US" sz="1800" dirty="0">
                <a:solidFill>
                  <a:srgbClr val="0000CC"/>
                </a:solidFill>
                <a:latin typeface="Tahoma" panose="020B0604030504040204" pitchFamily="34" charset="0"/>
              </a:rPr>
              <a:t>PRIMARY KEY</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HONV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(10)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TENLOT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(20)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TENNV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(10)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NGSINH 	</a:t>
            </a:r>
            <a:r>
              <a:rPr lang="en-US" altLang="en-US" sz="1800" dirty="0">
                <a:solidFill>
                  <a:srgbClr val="0000CC"/>
                </a:solidFill>
                <a:latin typeface="Tahoma" panose="020B0604030504040204" pitchFamily="34" charset="0"/>
              </a:rPr>
              <a:t>DATE</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DIA</a:t>
            </a:r>
            <a:r>
              <a:rPr lang="en-US" altLang="en-US" sz="1800" dirty="0">
                <a:latin typeface="Tahoma" panose="020B0604030504040204" pitchFamily="34" charset="0"/>
              </a:rPr>
              <a:t>CHI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(50),</a:t>
            </a:r>
          </a:p>
          <a:p>
            <a:pPr algn="l" eaLnBrk="1" hangingPunct="1">
              <a:spcBef>
                <a:spcPct val="50000"/>
              </a:spcBef>
              <a:buClrTx/>
              <a:buFontTx/>
              <a:buNone/>
            </a:pPr>
            <a:r>
              <a:rPr lang="en-US" altLang="en-US" sz="1800" dirty="0">
                <a:latin typeface="Tahoma" panose="020B0604030504040204" pitchFamily="34" charset="0"/>
              </a:rPr>
              <a:t>	PHAI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(3) </a:t>
            </a:r>
            <a:r>
              <a:rPr lang="en-US" altLang="en-US" sz="1800" dirty="0">
                <a:solidFill>
                  <a:srgbClr val="0000CC"/>
                </a:solidFill>
                <a:latin typeface="Tahoma" panose="020B0604030504040204" pitchFamily="34" charset="0"/>
              </a:rPr>
              <a:t>CHECK</a:t>
            </a:r>
            <a:r>
              <a:rPr lang="en-US" altLang="en-US" sz="1800" dirty="0">
                <a:latin typeface="Tahoma" panose="020B0604030504040204" pitchFamily="34" charset="0"/>
              </a:rPr>
              <a:t> (PHAI </a:t>
            </a:r>
            <a:r>
              <a:rPr lang="en-US" altLang="en-US" sz="1800" dirty="0">
                <a:solidFill>
                  <a:srgbClr val="777777"/>
                </a:solidFill>
                <a:latin typeface="Tahoma" panose="020B0604030504040204" pitchFamily="34" charset="0"/>
              </a:rPr>
              <a:t>IN</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‘Nam’</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‘Nu’</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LUONG </a:t>
            </a:r>
            <a:r>
              <a:rPr lang="en-US" altLang="en-US" sz="1800" dirty="0">
                <a:solidFill>
                  <a:srgbClr val="0000CC"/>
                </a:solidFill>
                <a:latin typeface="Tahoma" panose="020B0604030504040204" pitchFamily="34" charset="0"/>
              </a:rPr>
              <a:t>INT DEFAULT </a:t>
            </a:r>
            <a:r>
              <a:rPr lang="en-US" altLang="en-US" sz="1800" dirty="0">
                <a:latin typeface="Tahoma" panose="020B0604030504040204" pitchFamily="34" charset="0"/>
              </a:rPr>
              <a:t>(10000),</a:t>
            </a:r>
          </a:p>
          <a:p>
            <a:pPr algn="l" eaLnBrk="1" hangingPunct="1">
              <a:spcBef>
                <a:spcPct val="50000"/>
              </a:spcBef>
              <a:buClrTx/>
              <a:buFontTx/>
              <a:buNone/>
            </a:pPr>
            <a:r>
              <a:rPr lang="en-US" altLang="en-US" sz="1800" dirty="0">
                <a:latin typeface="Tahoma" panose="020B0604030504040204" pitchFamily="34" charset="0"/>
              </a:rPr>
              <a:t>	MANQL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PHG </a:t>
            </a:r>
            <a:r>
              <a:rPr lang="en-US" altLang="en-US" sz="1800" dirty="0">
                <a:solidFill>
                  <a:srgbClr val="0000CC"/>
                </a:solidFill>
                <a:latin typeface="Tahoma" panose="020B0604030504040204" pitchFamily="34" charset="0"/>
              </a:rPr>
              <a:t>INT</a:t>
            </a:r>
          </a:p>
          <a:p>
            <a:pPr algn="l" eaLnBrk="1" hangingPunct="1">
              <a:spcBef>
                <a:spcPct val="50000"/>
              </a:spcBef>
              <a:buClrTx/>
              <a:buFontTx/>
              <a:buNone/>
            </a:pPr>
            <a:r>
              <a:rPr lang="en-US" altLang="en-US" sz="1800" dirty="0">
                <a:latin typeface="Tahoma" panose="020B0604030504040204" pitchFamily="34" charset="0"/>
              </a:rPr>
              <a:t>)</a:t>
            </a:r>
          </a:p>
        </p:txBody>
      </p:sp>
      <p:pic>
        <p:nvPicPr>
          <p:cNvPr id="3" name="Picture 2">
            <a:extLst>
              <a:ext uri="{FF2B5EF4-FFF2-40B4-BE49-F238E27FC236}">
                <a16:creationId xmlns:a16="http://schemas.microsoft.com/office/drawing/2014/main" id="{E2BFDDA0-EAC7-891B-04CC-FC89FA3E1160}"/>
              </a:ext>
            </a:extLst>
          </p:cNvPr>
          <p:cNvPicPr>
            <a:picLocks noChangeAspect="1"/>
          </p:cNvPicPr>
          <p:nvPr/>
        </p:nvPicPr>
        <p:blipFill>
          <a:blip r:embed="rId3"/>
          <a:stretch>
            <a:fillRect/>
          </a:stretch>
        </p:blipFill>
        <p:spPr>
          <a:xfrm>
            <a:off x="6400800" y="457200"/>
            <a:ext cx="2095792" cy="276263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F3DF7F16-2582-4CEF-9B94-437EA751607A}"/>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4579" name="Slide Number Placeholder 5">
            <a:extLst>
              <a:ext uri="{FF2B5EF4-FFF2-40B4-BE49-F238E27FC236}">
                <a16:creationId xmlns:a16="http://schemas.microsoft.com/office/drawing/2014/main" id="{C979661A-BEE2-48C8-ABCE-338886D91D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DEBAB61-CFCD-4301-8BF2-1A882A5F32F8}" type="slidenum">
              <a:rPr lang="en-US" altLang="en-US" sz="1000"/>
              <a:pPr algn="r">
                <a:spcBef>
                  <a:spcPct val="0"/>
                </a:spcBef>
                <a:buClrTx/>
                <a:buFontTx/>
                <a:buNone/>
              </a:pPr>
              <a:t>21</a:t>
            </a:fld>
            <a:endParaRPr lang="en-US" altLang="en-US" sz="1000"/>
          </a:p>
        </p:txBody>
      </p:sp>
      <p:sp>
        <p:nvSpPr>
          <p:cNvPr id="24580" name="Rectangle 2">
            <a:extLst>
              <a:ext uri="{FF2B5EF4-FFF2-40B4-BE49-F238E27FC236}">
                <a16:creationId xmlns:a16="http://schemas.microsoft.com/office/drawing/2014/main" id="{493C3871-EA3D-45FD-B958-1086EB0E01BF}"/>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RBTV</a:t>
            </a:r>
          </a:p>
        </p:txBody>
      </p:sp>
      <p:sp>
        <p:nvSpPr>
          <p:cNvPr id="577540" name="Text Box 4">
            <a:extLst>
              <a:ext uri="{FF2B5EF4-FFF2-40B4-BE49-F238E27FC236}">
                <a16:creationId xmlns:a16="http://schemas.microsoft.com/office/drawing/2014/main" id="{888462E0-BCC4-4BFB-BDF6-3E9A35506CA5}"/>
              </a:ext>
            </a:extLst>
          </p:cNvPr>
          <p:cNvSpPr txBox="1">
            <a:spLocks noChangeArrowheads="1"/>
          </p:cNvSpPr>
          <p:nvPr/>
        </p:nvSpPr>
        <p:spPr bwMode="auto">
          <a:xfrm>
            <a:off x="1066800" y="2475066"/>
            <a:ext cx="6705600"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PHONGBAN (</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TENPHG</a:t>
            </a: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(20) </a:t>
            </a:r>
            <a:r>
              <a:rPr lang="en-US" altLang="en-US" sz="1800" dirty="0">
                <a:solidFill>
                  <a:srgbClr val="0000CC"/>
                </a:solidFill>
                <a:latin typeface="Tahoma" panose="020B0604030504040204" pitchFamily="34" charset="0"/>
              </a:rPr>
              <a:t>UNIQUE</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MAPHG </a:t>
            </a:r>
            <a:r>
              <a:rPr lang="en-US" altLang="en-US" sz="1800" dirty="0">
                <a:solidFill>
                  <a:srgbClr val="0000CC"/>
                </a:solidFill>
                <a:latin typeface="Tahoma" panose="020B0604030504040204" pitchFamily="34" charset="0"/>
              </a:rPr>
              <a:t>INT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TRUONG</a:t>
            </a:r>
            <a:r>
              <a:rPr lang="en-US" altLang="en-US" sz="1800" dirty="0">
                <a:latin typeface="Tahoma" panose="020B0604030504040204" pitchFamily="34" charset="0"/>
              </a:rPr>
              <a:t>PHG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NGAY</a:t>
            </a:r>
            <a:r>
              <a:rPr lang="en-US" altLang="en-US" sz="1800" dirty="0">
                <a:latin typeface="Tahoma" panose="020B0604030504040204" pitchFamily="34" charset="0"/>
              </a:rPr>
              <a:t>NHANCHUC </a:t>
            </a:r>
            <a:r>
              <a:rPr lang="en-US" altLang="en-US" sz="1800" dirty="0">
                <a:solidFill>
                  <a:srgbClr val="0000CC"/>
                </a:solidFill>
                <a:latin typeface="Tahoma" panose="020B0604030504040204" pitchFamily="34" charset="0"/>
              </a:rPr>
              <a:t>DATE DEFAULT </a:t>
            </a:r>
            <a:r>
              <a:rPr lang="en-US" altLang="en-US" sz="1800" dirty="0">
                <a:latin typeface="Tahoma" panose="020B0604030504040204" pitchFamily="34" charset="0"/>
              </a:rPr>
              <a:t>(</a:t>
            </a:r>
            <a:r>
              <a:rPr lang="en-US" altLang="en-US" sz="1800" dirty="0">
                <a:solidFill>
                  <a:srgbClr val="FF3399"/>
                </a:solidFill>
                <a:latin typeface="Tahoma" panose="020B0604030504040204" pitchFamily="34" charset="0"/>
              </a:rPr>
              <a:t>GETDATE()</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a:t>
            </a:r>
          </a:p>
        </p:txBody>
      </p:sp>
      <p:pic>
        <p:nvPicPr>
          <p:cNvPr id="3" name="Picture 2">
            <a:extLst>
              <a:ext uri="{FF2B5EF4-FFF2-40B4-BE49-F238E27FC236}">
                <a16:creationId xmlns:a16="http://schemas.microsoft.com/office/drawing/2014/main" id="{4D5EDE83-B080-B1EB-6969-E42D8F6BD9B3}"/>
              </a:ext>
            </a:extLst>
          </p:cNvPr>
          <p:cNvPicPr>
            <a:picLocks noChangeAspect="1"/>
          </p:cNvPicPr>
          <p:nvPr/>
        </p:nvPicPr>
        <p:blipFill>
          <a:blip r:embed="rId3"/>
          <a:stretch>
            <a:fillRect/>
          </a:stretch>
        </p:blipFill>
        <p:spPr>
          <a:xfrm>
            <a:off x="6543376" y="1371600"/>
            <a:ext cx="2143424" cy="13908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7540">
                                            <p:txEl>
                                              <p:pRg st="0" end="0"/>
                                            </p:txEl>
                                          </p:spTgt>
                                        </p:tgtEl>
                                        <p:attrNameLst>
                                          <p:attrName>style.visibility</p:attrName>
                                        </p:attrNameLst>
                                      </p:cBhvr>
                                      <p:to>
                                        <p:strVal val="visible"/>
                                      </p:to>
                                    </p:set>
                                    <p:anim calcmode="lin" valueType="num">
                                      <p:cBhvr additive="base">
                                        <p:cTn id="7" dur="500" fill="hold"/>
                                        <p:tgtEl>
                                          <p:spTgt spid="5775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75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7540">
                                            <p:txEl>
                                              <p:pRg st="1" end="1"/>
                                            </p:txEl>
                                          </p:spTgt>
                                        </p:tgtEl>
                                        <p:attrNameLst>
                                          <p:attrName>style.visibility</p:attrName>
                                        </p:attrNameLst>
                                      </p:cBhvr>
                                      <p:to>
                                        <p:strVal val="visible"/>
                                      </p:to>
                                    </p:set>
                                    <p:anim calcmode="lin" valueType="num">
                                      <p:cBhvr additive="base">
                                        <p:cTn id="13" dur="500" fill="hold"/>
                                        <p:tgtEl>
                                          <p:spTgt spid="5775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75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7540">
                                            <p:txEl>
                                              <p:pRg st="2" end="2"/>
                                            </p:txEl>
                                          </p:spTgt>
                                        </p:tgtEl>
                                        <p:attrNameLst>
                                          <p:attrName>style.visibility</p:attrName>
                                        </p:attrNameLst>
                                      </p:cBhvr>
                                      <p:to>
                                        <p:strVal val="visible"/>
                                      </p:to>
                                    </p:set>
                                    <p:anim calcmode="lin" valueType="num">
                                      <p:cBhvr additive="base">
                                        <p:cTn id="19" dur="500" fill="hold"/>
                                        <p:tgtEl>
                                          <p:spTgt spid="5775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75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7540">
                                            <p:txEl>
                                              <p:pRg st="3" end="3"/>
                                            </p:txEl>
                                          </p:spTgt>
                                        </p:tgtEl>
                                        <p:attrNameLst>
                                          <p:attrName>style.visibility</p:attrName>
                                        </p:attrNameLst>
                                      </p:cBhvr>
                                      <p:to>
                                        <p:strVal val="visible"/>
                                      </p:to>
                                    </p:set>
                                    <p:anim calcmode="lin" valueType="num">
                                      <p:cBhvr additive="base">
                                        <p:cTn id="25" dur="500" fill="hold"/>
                                        <p:tgtEl>
                                          <p:spTgt spid="5775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7754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7540">
                                            <p:txEl>
                                              <p:pRg st="4" end="4"/>
                                            </p:txEl>
                                          </p:spTgt>
                                        </p:tgtEl>
                                        <p:attrNameLst>
                                          <p:attrName>style.visibility</p:attrName>
                                        </p:attrNameLst>
                                      </p:cBhvr>
                                      <p:to>
                                        <p:strVal val="visible"/>
                                      </p:to>
                                    </p:set>
                                    <p:anim calcmode="lin" valueType="num">
                                      <p:cBhvr additive="base">
                                        <p:cTn id="31" dur="500" fill="hold"/>
                                        <p:tgtEl>
                                          <p:spTgt spid="57754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754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77540">
                                            <p:txEl>
                                              <p:pRg st="5" end="5"/>
                                            </p:txEl>
                                          </p:spTgt>
                                        </p:tgtEl>
                                        <p:attrNameLst>
                                          <p:attrName>style.visibility</p:attrName>
                                        </p:attrNameLst>
                                      </p:cBhvr>
                                      <p:to>
                                        <p:strVal val="visible"/>
                                      </p:to>
                                    </p:set>
                                    <p:anim calcmode="lin" valueType="num">
                                      <p:cBhvr additive="base">
                                        <p:cTn id="37" dur="500" fill="hold"/>
                                        <p:tgtEl>
                                          <p:spTgt spid="57754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7754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4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F3DF7F16-2582-4CEF-9B94-437EA751607A}"/>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4579" name="Slide Number Placeholder 5">
            <a:extLst>
              <a:ext uri="{FF2B5EF4-FFF2-40B4-BE49-F238E27FC236}">
                <a16:creationId xmlns:a16="http://schemas.microsoft.com/office/drawing/2014/main" id="{C979661A-BEE2-48C8-ABCE-338886D91D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DEBAB61-CFCD-4301-8BF2-1A882A5F32F8}" type="slidenum">
              <a:rPr lang="en-US" altLang="en-US" sz="1000"/>
              <a:pPr algn="r">
                <a:spcBef>
                  <a:spcPct val="0"/>
                </a:spcBef>
                <a:buClrTx/>
                <a:buFontTx/>
                <a:buNone/>
              </a:pPr>
              <a:t>22</a:t>
            </a:fld>
            <a:endParaRPr lang="en-US" altLang="en-US" sz="1000"/>
          </a:p>
        </p:txBody>
      </p:sp>
      <p:sp>
        <p:nvSpPr>
          <p:cNvPr id="24580" name="Rectangle 2">
            <a:extLst>
              <a:ext uri="{FF2B5EF4-FFF2-40B4-BE49-F238E27FC236}">
                <a16:creationId xmlns:a16="http://schemas.microsoft.com/office/drawing/2014/main" id="{493C3871-EA3D-45FD-B958-1086EB0E01BF}"/>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RBTV</a:t>
            </a:r>
          </a:p>
        </p:txBody>
      </p:sp>
      <p:sp>
        <p:nvSpPr>
          <p:cNvPr id="577541" name="Text Box 5">
            <a:extLst>
              <a:ext uri="{FF2B5EF4-FFF2-40B4-BE49-F238E27FC236}">
                <a16:creationId xmlns:a16="http://schemas.microsoft.com/office/drawing/2014/main" id="{EC71E5DC-DA48-4AE4-A943-C420F25B7D78}"/>
              </a:ext>
            </a:extLst>
          </p:cNvPr>
          <p:cNvSpPr txBox="1">
            <a:spLocks noChangeArrowheads="1"/>
          </p:cNvSpPr>
          <p:nvPr/>
        </p:nvSpPr>
        <p:spPr bwMode="auto">
          <a:xfrm>
            <a:off x="76200" y="4217075"/>
            <a:ext cx="89916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PHANCONG (</a:t>
            </a:r>
          </a:p>
          <a:p>
            <a:pPr algn="l" eaLnBrk="1" hangingPunct="1">
              <a:spcBef>
                <a:spcPct val="50000"/>
              </a:spcBef>
              <a:buClrTx/>
              <a:buFontTx/>
              <a:buNone/>
            </a:pPr>
            <a:r>
              <a:rPr lang="vi-VN" altLang="en-US" sz="1800" dirty="0">
                <a:latin typeface="Tahoma" panose="020B0604030504040204" pitchFamily="34" charset="0"/>
              </a:rPr>
              <a:t>	</a:t>
            </a:r>
            <a:r>
              <a:rPr lang="en-US" altLang="en-US" sz="1800" dirty="0">
                <a:latin typeface="Tahoma" panose="020B0604030504040204" pitchFamily="34" charset="0"/>
              </a:rPr>
              <a:t>MANV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 </a:t>
            </a:r>
            <a:r>
              <a:rPr lang="en-US" altLang="en-US" sz="1800" dirty="0">
                <a:solidFill>
                  <a:srgbClr val="0000CC"/>
                </a:solidFill>
                <a:latin typeface="Tahoma" panose="020B0604030504040204" pitchFamily="34" charset="0"/>
              </a:rPr>
              <a:t>FOREIGN KEY</a:t>
            </a:r>
            <a:r>
              <a:rPr lang="en-US" altLang="en-US" sz="1800" dirty="0">
                <a:latin typeface="Tahoma" panose="020B0604030504040204" pitchFamily="34" charset="0"/>
              </a:rPr>
              <a:t> (MANV) </a:t>
            </a:r>
            <a:r>
              <a:rPr lang="en-US" altLang="en-US" sz="1800" dirty="0">
                <a:solidFill>
                  <a:srgbClr val="0000CC"/>
                </a:solidFill>
                <a:latin typeface="Tahoma" panose="020B0604030504040204" pitchFamily="34" charset="0"/>
              </a:rPr>
              <a:t>REFERENCES</a:t>
            </a:r>
            <a:r>
              <a:rPr lang="en-US" altLang="en-US" sz="1800" dirty="0">
                <a:latin typeface="Tahoma" panose="020B0604030504040204" pitchFamily="34" charset="0"/>
              </a:rPr>
              <a:t> NHANVIEN(MANV),</a:t>
            </a:r>
          </a:p>
          <a:p>
            <a:pPr algn="l" eaLnBrk="1" hangingPunct="1">
              <a:spcBef>
                <a:spcPct val="50000"/>
              </a:spcBef>
              <a:buClrTx/>
              <a:buFontTx/>
              <a:buNone/>
            </a:pPr>
            <a:r>
              <a:rPr lang="vi-VN" altLang="en-US" sz="1800" dirty="0">
                <a:latin typeface="Tahoma" panose="020B0604030504040204" pitchFamily="34" charset="0"/>
              </a:rPr>
              <a:t>	</a:t>
            </a:r>
            <a:r>
              <a:rPr lang="en-US" altLang="en-US" sz="1800" dirty="0">
                <a:latin typeface="Tahoma" panose="020B0604030504040204" pitchFamily="34" charset="0"/>
              </a:rPr>
              <a:t>SODA </a:t>
            </a:r>
            <a:r>
              <a:rPr lang="en-US" altLang="en-US" sz="1800" dirty="0">
                <a:solidFill>
                  <a:srgbClr val="0000CC"/>
                </a:solidFill>
                <a:latin typeface="Tahoma" panose="020B0604030504040204" pitchFamily="34" charset="0"/>
              </a:rPr>
              <a:t>INT</a:t>
            </a: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FOREIGN KEY</a:t>
            </a:r>
            <a:r>
              <a:rPr lang="en-US" altLang="en-US" sz="1800" dirty="0">
                <a:latin typeface="Tahoma" panose="020B0604030504040204" pitchFamily="34" charset="0"/>
              </a:rPr>
              <a:t> (</a:t>
            </a:r>
            <a:r>
              <a:rPr lang="vi-VN" altLang="en-US" sz="1800" dirty="0">
                <a:latin typeface="Tahoma" panose="020B0604030504040204" pitchFamily="34" charset="0"/>
              </a:rPr>
              <a:t>SODA</a:t>
            </a: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REFERENCES </a:t>
            </a:r>
            <a:r>
              <a:rPr lang="en-US" altLang="en-US" sz="1800" dirty="0">
                <a:latin typeface="Tahoma" panose="020B0604030504040204" pitchFamily="34" charset="0"/>
              </a:rPr>
              <a:t>DEAN(MADA),</a:t>
            </a:r>
          </a:p>
          <a:p>
            <a:pPr algn="l" eaLnBrk="1" hangingPunct="1">
              <a:spcBef>
                <a:spcPct val="50000"/>
              </a:spcBef>
              <a:buClrTx/>
              <a:buFontTx/>
              <a:buNone/>
            </a:pPr>
            <a:r>
              <a:rPr lang="vi-VN" altLang="en-US" sz="1800" dirty="0">
                <a:latin typeface="Tahoma" panose="020B0604030504040204" pitchFamily="34" charset="0"/>
              </a:rPr>
              <a:t>      	</a:t>
            </a:r>
            <a:r>
              <a:rPr lang="en-US" altLang="en-US" sz="1800" dirty="0">
                <a:latin typeface="Tahoma" panose="020B0604030504040204" pitchFamily="34" charset="0"/>
              </a:rPr>
              <a:t>THOIGIAN </a:t>
            </a:r>
            <a:r>
              <a:rPr lang="en-US" altLang="en-US" sz="1800" dirty="0">
                <a:solidFill>
                  <a:srgbClr val="0000CC"/>
                </a:solidFill>
                <a:latin typeface="Tahoma" panose="020B0604030504040204" pitchFamily="34" charset="0"/>
              </a:rPr>
              <a:t>DECIMAL</a:t>
            </a:r>
            <a:r>
              <a:rPr lang="en-US" altLang="en-US" sz="1800" dirty="0">
                <a:latin typeface="Tahoma" panose="020B0604030504040204" pitchFamily="34" charset="0"/>
              </a:rPr>
              <a:t>(3,1)</a:t>
            </a:r>
          </a:p>
          <a:p>
            <a:pPr algn="l" eaLnBrk="1" hangingPunct="1">
              <a:spcBef>
                <a:spcPct val="50000"/>
              </a:spcBef>
              <a:buClrTx/>
              <a:buFontTx/>
              <a:buNone/>
            </a:pPr>
            <a:r>
              <a:rPr lang="en-US" altLang="en-US" sz="1800" dirty="0">
                <a:latin typeface="Tahoma" panose="020B0604030504040204" pitchFamily="34" charset="0"/>
              </a:rPr>
              <a:t>)</a:t>
            </a:r>
          </a:p>
        </p:txBody>
      </p:sp>
      <p:pic>
        <p:nvPicPr>
          <p:cNvPr id="4" name="Picture 3">
            <a:extLst>
              <a:ext uri="{FF2B5EF4-FFF2-40B4-BE49-F238E27FC236}">
                <a16:creationId xmlns:a16="http://schemas.microsoft.com/office/drawing/2014/main" id="{A8FA4BAA-1054-DBEF-8D92-17768FCA13E7}"/>
              </a:ext>
            </a:extLst>
          </p:cNvPr>
          <p:cNvPicPr>
            <a:picLocks noChangeAspect="1"/>
          </p:cNvPicPr>
          <p:nvPr/>
        </p:nvPicPr>
        <p:blipFill>
          <a:blip r:embed="rId3"/>
          <a:stretch>
            <a:fillRect/>
          </a:stretch>
        </p:blipFill>
        <p:spPr>
          <a:xfrm>
            <a:off x="3799740" y="0"/>
            <a:ext cx="5268060" cy="4515480"/>
          </a:xfrm>
          <a:prstGeom prst="rect">
            <a:avLst/>
          </a:prstGeom>
        </p:spPr>
      </p:pic>
    </p:spTree>
    <p:extLst>
      <p:ext uri="{BB962C8B-B14F-4D97-AF65-F5344CB8AC3E}">
        <p14:creationId xmlns:p14="http://schemas.microsoft.com/office/powerpoint/2010/main" val="11734256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7541"/>
                                        </p:tgtEl>
                                        <p:attrNameLst>
                                          <p:attrName>style.visibility</p:attrName>
                                        </p:attrNameLst>
                                      </p:cBhvr>
                                      <p:to>
                                        <p:strVal val="visible"/>
                                      </p:to>
                                    </p:set>
                                    <p:anim calcmode="lin" valueType="num">
                                      <p:cBhvr additive="base">
                                        <p:cTn id="7" dur="500" fill="hold"/>
                                        <p:tgtEl>
                                          <p:spTgt spid="577541"/>
                                        </p:tgtEl>
                                        <p:attrNameLst>
                                          <p:attrName>ppt_x</p:attrName>
                                        </p:attrNameLst>
                                      </p:cBhvr>
                                      <p:tavLst>
                                        <p:tav tm="0">
                                          <p:val>
                                            <p:strVal val="#ppt_x"/>
                                          </p:val>
                                        </p:tav>
                                        <p:tav tm="100000">
                                          <p:val>
                                            <p:strVal val="#ppt_x"/>
                                          </p:val>
                                        </p:tav>
                                      </p:tavLst>
                                    </p:anim>
                                    <p:anim calcmode="lin" valueType="num">
                                      <p:cBhvr additive="base">
                                        <p:cTn id="8" dur="500" fill="hold"/>
                                        <p:tgtEl>
                                          <p:spTgt spid="5775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4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9EC449A-1FDF-4C59-B8D9-F720E905309B}"/>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6627" name="Slide Number Placeholder 5">
            <a:extLst>
              <a:ext uri="{FF2B5EF4-FFF2-40B4-BE49-F238E27FC236}">
                <a16:creationId xmlns:a16="http://schemas.microsoft.com/office/drawing/2014/main" id="{5EA18B56-B6DE-4E41-871A-FE7E62A744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56102D2-B409-468F-B0AA-83F618FE920A}" type="slidenum">
              <a:rPr lang="en-US" altLang="en-US" sz="1000"/>
              <a:pPr algn="r">
                <a:spcBef>
                  <a:spcPct val="0"/>
                </a:spcBef>
                <a:buClrTx/>
                <a:buFontTx/>
                <a:buNone/>
              </a:pPr>
              <a:t>23</a:t>
            </a:fld>
            <a:endParaRPr lang="en-US" altLang="en-US" sz="1000"/>
          </a:p>
        </p:txBody>
      </p:sp>
      <p:sp>
        <p:nvSpPr>
          <p:cNvPr id="26628" name="Rectangle 2">
            <a:extLst>
              <a:ext uri="{FF2B5EF4-FFF2-40B4-BE49-F238E27FC236}">
                <a16:creationId xmlns:a16="http://schemas.microsoft.com/office/drawing/2014/main" id="{D59FD90A-B0C4-4F4F-B83F-9CF349A8040E}"/>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Đặt tên cho RBTV</a:t>
            </a:r>
          </a:p>
        </p:txBody>
      </p:sp>
      <p:sp>
        <p:nvSpPr>
          <p:cNvPr id="579587" name="Text Box 3">
            <a:extLst>
              <a:ext uri="{FF2B5EF4-FFF2-40B4-BE49-F238E27FC236}">
                <a16:creationId xmlns:a16="http://schemas.microsoft.com/office/drawing/2014/main" id="{E5A20452-DE1A-48A9-A82B-FCBACCC470C2}"/>
              </a:ext>
            </a:extLst>
          </p:cNvPr>
          <p:cNvSpPr txBox="1">
            <a:spLocks noChangeArrowheads="1"/>
          </p:cNvSpPr>
          <p:nvPr/>
        </p:nvSpPr>
        <p:spPr bwMode="auto">
          <a:xfrm>
            <a:off x="533400" y="1219200"/>
            <a:ext cx="8077200" cy="531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NHANVIEN (</a:t>
            </a:r>
          </a:p>
          <a:p>
            <a:pPr algn="l" eaLnBrk="1" hangingPunct="1">
              <a:spcBef>
                <a:spcPct val="50000"/>
              </a:spcBef>
              <a:buClrTx/>
              <a:buFontTx/>
              <a:buNone/>
            </a:pPr>
            <a:r>
              <a:rPr lang="en-US" altLang="en-US" sz="1800" dirty="0">
                <a:latin typeface="Tahoma" panose="020B0604030504040204" pitchFamily="34" charset="0"/>
              </a:rPr>
              <a:t>	HONV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(10)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NV_HONV_NN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TENLOT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(20)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TENNV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(10)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MANV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PK_NHANVIEN </a:t>
            </a:r>
            <a:r>
              <a:rPr lang="en-US" altLang="en-US" sz="1800" dirty="0">
                <a:solidFill>
                  <a:srgbClr val="0000CC"/>
                </a:solidFill>
                <a:latin typeface="Tahoma" panose="020B0604030504040204" pitchFamily="34" charset="0"/>
              </a:rPr>
              <a:t>PRIMARY KEY</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NGSINH 	</a:t>
            </a:r>
            <a:r>
              <a:rPr lang="en-US" altLang="en-US" sz="1800" dirty="0">
                <a:solidFill>
                  <a:srgbClr val="0000CC"/>
                </a:solidFill>
                <a:latin typeface="Tahoma" panose="020B0604030504040204" pitchFamily="34" charset="0"/>
              </a:rPr>
              <a:t>DATETIME</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DCHI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(50),</a:t>
            </a:r>
          </a:p>
          <a:p>
            <a:pPr algn="l" eaLnBrk="1" hangingPunct="1">
              <a:spcBef>
                <a:spcPct val="50000"/>
              </a:spcBef>
              <a:buClrTx/>
              <a:buFontTx/>
              <a:buNone/>
            </a:pPr>
            <a:r>
              <a:rPr lang="en-US" altLang="en-US" sz="1800" dirty="0">
                <a:latin typeface="Tahoma" panose="020B0604030504040204" pitchFamily="34" charset="0"/>
              </a:rPr>
              <a:t>	PHAI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(3)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NV_PHAI_CHK </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CHECK</a:t>
            </a:r>
            <a:r>
              <a:rPr lang="en-US" altLang="en-US" sz="1800" dirty="0">
                <a:latin typeface="Tahoma" panose="020B0604030504040204" pitchFamily="34" charset="0"/>
              </a:rPr>
              <a:t> (PHAI </a:t>
            </a:r>
            <a:r>
              <a:rPr lang="en-US" altLang="en-US" sz="1800" dirty="0">
                <a:solidFill>
                  <a:srgbClr val="777777"/>
                </a:solidFill>
                <a:latin typeface="Tahoma" panose="020B0604030504040204" pitchFamily="34" charset="0"/>
              </a:rPr>
              <a:t>IN</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‘Nam’</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‘Nu’</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LUONG </a:t>
            </a:r>
            <a:r>
              <a:rPr lang="en-US" altLang="en-US" sz="1800" dirty="0">
                <a:solidFill>
                  <a:srgbClr val="0000CC"/>
                </a:solidFill>
                <a:latin typeface="Tahoma" panose="020B0604030504040204" pitchFamily="34" charset="0"/>
              </a:rPr>
              <a:t>INT CONSTRAINT</a:t>
            </a:r>
            <a:r>
              <a:rPr lang="en-US" altLang="en-US" sz="1800" dirty="0">
                <a:latin typeface="Tahoma" panose="020B0604030504040204" pitchFamily="34" charset="0"/>
              </a:rPr>
              <a:t> NV_LUONG_DF </a:t>
            </a:r>
            <a:r>
              <a:rPr lang="en-US" altLang="en-US" sz="1800" dirty="0">
                <a:solidFill>
                  <a:srgbClr val="0000CC"/>
                </a:solidFill>
                <a:latin typeface="Tahoma" panose="020B0604030504040204" pitchFamily="34" charset="0"/>
              </a:rPr>
              <a:t>DEFAULT </a:t>
            </a:r>
            <a:r>
              <a:rPr lang="en-US" altLang="en-US" sz="1800" dirty="0">
                <a:latin typeface="Tahoma" panose="020B0604030504040204" pitchFamily="34" charset="0"/>
              </a:rPr>
              <a:t>(10000),</a:t>
            </a:r>
          </a:p>
          <a:p>
            <a:pPr algn="l" eaLnBrk="1" hangingPunct="1">
              <a:spcBef>
                <a:spcPct val="50000"/>
              </a:spcBef>
              <a:buClrTx/>
              <a:buFontTx/>
              <a:buNone/>
            </a:pPr>
            <a:r>
              <a:rPr lang="en-US" altLang="en-US" sz="1800" dirty="0">
                <a:latin typeface="Tahoma" panose="020B0604030504040204" pitchFamily="34" charset="0"/>
              </a:rPr>
              <a:t>	MANQL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PHG </a:t>
            </a:r>
            <a:r>
              <a:rPr lang="en-US" altLang="en-US" sz="1800" dirty="0">
                <a:solidFill>
                  <a:srgbClr val="0000CC"/>
                </a:solidFill>
                <a:latin typeface="Tahoma" panose="020B0604030504040204" pitchFamily="34" charset="0"/>
              </a:rPr>
              <a:t>INT</a:t>
            </a:r>
          </a:p>
          <a:p>
            <a:pPr algn="l" eaLnBrk="1" hangingPunct="1">
              <a:spcBef>
                <a:spcPct val="50000"/>
              </a:spcBef>
              <a:buClrTx/>
              <a:buFontTx/>
              <a:buNone/>
            </a:pPr>
            <a:r>
              <a:rPr lang="en-US" altLang="en-US" sz="1800" dirty="0">
                <a:latin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9587">
                                            <p:txEl>
                                              <p:pRg st="0" end="0"/>
                                            </p:txEl>
                                          </p:spTgt>
                                        </p:tgtEl>
                                        <p:attrNameLst>
                                          <p:attrName>style.visibility</p:attrName>
                                        </p:attrNameLst>
                                      </p:cBhvr>
                                      <p:to>
                                        <p:strVal val="visible"/>
                                      </p:to>
                                    </p:set>
                                    <p:anim calcmode="lin" valueType="num">
                                      <p:cBhvr additive="base">
                                        <p:cTn id="7" dur="500" fill="hold"/>
                                        <p:tgtEl>
                                          <p:spTgt spid="579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9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9587">
                                            <p:txEl>
                                              <p:pRg st="1" end="1"/>
                                            </p:txEl>
                                          </p:spTgt>
                                        </p:tgtEl>
                                        <p:attrNameLst>
                                          <p:attrName>style.visibility</p:attrName>
                                        </p:attrNameLst>
                                      </p:cBhvr>
                                      <p:to>
                                        <p:strVal val="visible"/>
                                      </p:to>
                                    </p:set>
                                    <p:anim calcmode="lin" valueType="num">
                                      <p:cBhvr additive="base">
                                        <p:cTn id="13" dur="500" fill="hold"/>
                                        <p:tgtEl>
                                          <p:spTgt spid="579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9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9587">
                                            <p:txEl>
                                              <p:pRg st="2" end="2"/>
                                            </p:txEl>
                                          </p:spTgt>
                                        </p:tgtEl>
                                        <p:attrNameLst>
                                          <p:attrName>style.visibility</p:attrName>
                                        </p:attrNameLst>
                                      </p:cBhvr>
                                      <p:to>
                                        <p:strVal val="visible"/>
                                      </p:to>
                                    </p:set>
                                    <p:anim calcmode="lin" valueType="num">
                                      <p:cBhvr additive="base">
                                        <p:cTn id="19" dur="500" fill="hold"/>
                                        <p:tgtEl>
                                          <p:spTgt spid="579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9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9587">
                                            <p:txEl>
                                              <p:pRg st="3" end="3"/>
                                            </p:txEl>
                                          </p:spTgt>
                                        </p:tgtEl>
                                        <p:attrNameLst>
                                          <p:attrName>style.visibility</p:attrName>
                                        </p:attrNameLst>
                                      </p:cBhvr>
                                      <p:to>
                                        <p:strVal val="visible"/>
                                      </p:to>
                                    </p:set>
                                    <p:anim calcmode="lin" valueType="num">
                                      <p:cBhvr additive="base">
                                        <p:cTn id="25" dur="500" fill="hold"/>
                                        <p:tgtEl>
                                          <p:spTgt spid="5795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79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9587">
                                            <p:txEl>
                                              <p:pRg st="4" end="4"/>
                                            </p:txEl>
                                          </p:spTgt>
                                        </p:tgtEl>
                                        <p:attrNameLst>
                                          <p:attrName>style.visibility</p:attrName>
                                        </p:attrNameLst>
                                      </p:cBhvr>
                                      <p:to>
                                        <p:strVal val="visible"/>
                                      </p:to>
                                    </p:set>
                                    <p:anim calcmode="lin" valueType="num">
                                      <p:cBhvr additive="base">
                                        <p:cTn id="31" dur="500" fill="hold"/>
                                        <p:tgtEl>
                                          <p:spTgt spid="5795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9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79587">
                                            <p:txEl>
                                              <p:pRg st="5" end="5"/>
                                            </p:txEl>
                                          </p:spTgt>
                                        </p:tgtEl>
                                        <p:attrNameLst>
                                          <p:attrName>style.visibility</p:attrName>
                                        </p:attrNameLst>
                                      </p:cBhvr>
                                      <p:to>
                                        <p:strVal val="visible"/>
                                      </p:to>
                                    </p:set>
                                    <p:anim calcmode="lin" valueType="num">
                                      <p:cBhvr additive="base">
                                        <p:cTn id="37" dur="500" fill="hold"/>
                                        <p:tgtEl>
                                          <p:spTgt spid="5795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795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79587">
                                            <p:txEl>
                                              <p:pRg st="6" end="6"/>
                                            </p:txEl>
                                          </p:spTgt>
                                        </p:tgtEl>
                                        <p:attrNameLst>
                                          <p:attrName>style.visibility</p:attrName>
                                        </p:attrNameLst>
                                      </p:cBhvr>
                                      <p:to>
                                        <p:strVal val="visible"/>
                                      </p:to>
                                    </p:set>
                                    <p:anim calcmode="lin" valueType="num">
                                      <p:cBhvr additive="base">
                                        <p:cTn id="43" dur="500" fill="hold"/>
                                        <p:tgtEl>
                                          <p:spTgt spid="57958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795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79587">
                                            <p:txEl>
                                              <p:pRg st="7" end="7"/>
                                            </p:txEl>
                                          </p:spTgt>
                                        </p:tgtEl>
                                        <p:attrNameLst>
                                          <p:attrName>style.visibility</p:attrName>
                                        </p:attrNameLst>
                                      </p:cBhvr>
                                      <p:to>
                                        <p:strVal val="visible"/>
                                      </p:to>
                                    </p:set>
                                    <p:anim calcmode="lin" valueType="num">
                                      <p:cBhvr additive="base">
                                        <p:cTn id="49" dur="500" fill="hold"/>
                                        <p:tgtEl>
                                          <p:spTgt spid="57958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7958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79587">
                                            <p:txEl>
                                              <p:pRg st="8" end="8"/>
                                            </p:txEl>
                                          </p:spTgt>
                                        </p:tgtEl>
                                        <p:attrNameLst>
                                          <p:attrName>style.visibility</p:attrName>
                                        </p:attrNameLst>
                                      </p:cBhvr>
                                      <p:to>
                                        <p:strVal val="visible"/>
                                      </p:to>
                                    </p:set>
                                    <p:anim calcmode="lin" valueType="num">
                                      <p:cBhvr additive="base">
                                        <p:cTn id="55" dur="500" fill="hold"/>
                                        <p:tgtEl>
                                          <p:spTgt spid="57958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7958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79587">
                                            <p:txEl>
                                              <p:pRg st="9" end="9"/>
                                            </p:txEl>
                                          </p:spTgt>
                                        </p:tgtEl>
                                        <p:attrNameLst>
                                          <p:attrName>style.visibility</p:attrName>
                                        </p:attrNameLst>
                                      </p:cBhvr>
                                      <p:to>
                                        <p:strVal val="visible"/>
                                      </p:to>
                                    </p:set>
                                    <p:anim calcmode="lin" valueType="num">
                                      <p:cBhvr additive="base">
                                        <p:cTn id="61" dur="500" fill="hold"/>
                                        <p:tgtEl>
                                          <p:spTgt spid="57958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7958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79587">
                                            <p:txEl>
                                              <p:pRg st="10" end="10"/>
                                            </p:txEl>
                                          </p:spTgt>
                                        </p:tgtEl>
                                        <p:attrNameLst>
                                          <p:attrName>style.visibility</p:attrName>
                                        </p:attrNameLst>
                                      </p:cBhvr>
                                      <p:to>
                                        <p:strVal val="visible"/>
                                      </p:to>
                                    </p:set>
                                    <p:anim calcmode="lin" valueType="num">
                                      <p:cBhvr additive="base">
                                        <p:cTn id="67" dur="500" fill="hold"/>
                                        <p:tgtEl>
                                          <p:spTgt spid="579587">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7958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579587">
                                            <p:txEl>
                                              <p:pRg st="11" end="11"/>
                                            </p:txEl>
                                          </p:spTgt>
                                        </p:tgtEl>
                                        <p:attrNameLst>
                                          <p:attrName>style.visibility</p:attrName>
                                        </p:attrNameLst>
                                      </p:cBhvr>
                                      <p:to>
                                        <p:strVal val="visible"/>
                                      </p:to>
                                    </p:set>
                                    <p:anim calcmode="lin" valueType="num">
                                      <p:cBhvr additive="base">
                                        <p:cTn id="73" dur="500" fill="hold"/>
                                        <p:tgtEl>
                                          <p:spTgt spid="579587">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7958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79587">
                                            <p:txEl>
                                              <p:pRg st="12" end="12"/>
                                            </p:txEl>
                                          </p:spTgt>
                                        </p:tgtEl>
                                        <p:attrNameLst>
                                          <p:attrName>style.visibility</p:attrName>
                                        </p:attrNameLst>
                                      </p:cBhvr>
                                      <p:to>
                                        <p:strVal val="visible"/>
                                      </p:to>
                                    </p:set>
                                    <p:anim calcmode="lin" valueType="num">
                                      <p:cBhvr additive="base">
                                        <p:cTn id="79" dur="500" fill="hold"/>
                                        <p:tgtEl>
                                          <p:spTgt spid="579587">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7958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8EEA181-D05D-4DCD-9107-2BAD5913B3C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8675" name="Slide Number Placeholder 5">
            <a:extLst>
              <a:ext uri="{FF2B5EF4-FFF2-40B4-BE49-F238E27FC236}">
                <a16:creationId xmlns:a16="http://schemas.microsoft.com/office/drawing/2014/main" id="{D3032810-DA31-42FF-B779-C2A312942B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CF5261E-1F45-4F99-8BC6-C512FFE8A2C0}" type="slidenum">
              <a:rPr lang="en-US" altLang="en-US" sz="1000"/>
              <a:pPr algn="r">
                <a:spcBef>
                  <a:spcPct val="0"/>
                </a:spcBef>
                <a:buClrTx/>
                <a:buFontTx/>
                <a:buNone/>
              </a:pPr>
              <a:t>24</a:t>
            </a:fld>
            <a:endParaRPr lang="en-US" altLang="en-US" sz="1000"/>
          </a:p>
        </p:txBody>
      </p:sp>
      <p:sp>
        <p:nvSpPr>
          <p:cNvPr id="28676" name="Rectangle 2">
            <a:extLst>
              <a:ext uri="{FF2B5EF4-FFF2-40B4-BE49-F238E27FC236}">
                <a16:creationId xmlns:a16="http://schemas.microsoft.com/office/drawing/2014/main" id="{516F4B9D-FC4A-4DC9-B2DB-056C461CF127}"/>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Đặt tên cho RBTV</a:t>
            </a:r>
          </a:p>
        </p:txBody>
      </p:sp>
      <p:sp>
        <p:nvSpPr>
          <p:cNvPr id="581636" name="Text Box 4">
            <a:extLst>
              <a:ext uri="{FF2B5EF4-FFF2-40B4-BE49-F238E27FC236}">
                <a16:creationId xmlns:a16="http://schemas.microsoft.com/office/drawing/2014/main" id="{46F78884-72F8-455E-92DB-0D6DE9F664A3}"/>
              </a:ext>
            </a:extLst>
          </p:cNvPr>
          <p:cNvSpPr txBox="1">
            <a:spLocks noChangeArrowheads="1"/>
          </p:cNvSpPr>
          <p:nvPr/>
        </p:nvSpPr>
        <p:spPr bwMode="auto">
          <a:xfrm>
            <a:off x="381000" y="1752600"/>
            <a:ext cx="8610600"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PHANCONG (</a:t>
            </a:r>
          </a:p>
          <a:p>
            <a:pPr algn="l" eaLnBrk="1" hangingPunct="1">
              <a:spcBef>
                <a:spcPct val="50000"/>
              </a:spcBef>
              <a:buClrTx/>
              <a:buFontTx/>
              <a:buNone/>
            </a:pPr>
            <a:r>
              <a:rPr lang="en-US" altLang="en-US" sz="1800" dirty="0">
                <a:latin typeface="Tahoma" panose="020B0604030504040204" pitchFamily="34" charset="0"/>
              </a:rPr>
              <a:t>	MANV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SODA </a:t>
            </a:r>
            <a:r>
              <a:rPr lang="en-US" altLang="en-US" sz="1800" dirty="0">
                <a:solidFill>
                  <a:srgbClr val="0000CC"/>
                </a:solidFill>
                <a:latin typeface="Tahoma" panose="020B0604030504040204" pitchFamily="34" charset="0"/>
              </a:rPr>
              <a:t>INT</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THOIGIAN </a:t>
            </a:r>
            <a:r>
              <a:rPr lang="en-US" altLang="en-US" sz="1800" dirty="0">
                <a:solidFill>
                  <a:srgbClr val="0000CC"/>
                </a:solidFill>
                <a:latin typeface="Tahoma" panose="020B0604030504040204" pitchFamily="34" charset="0"/>
              </a:rPr>
              <a:t>DECIMAL</a:t>
            </a:r>
            <a:r>
              <a:rPr lang="en-US" altLang="en-US" sz="1800" dirty="0">
                <a:latin typeface="Tahoma" panose="020B0604030504040204" pitchFamily="34" charset="0"/>
              </a:rPr>
              <a:t>(3,1),</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PC_MANV_SODA_PK </a:t>
            </a:r>
            <a:r>
              <a:rPr lang="en-US" altLang="en-US" sz="1800" dirty="0">
                <a:solidFill>
                  <a:srgbClr val="0000CC"/>
                </a:solidFill>
                <a:latin typeface="Tahoma" panose="020B0604030504040204" pitchFamily="34" charset="0"/>
              </a:rPr>
              <a:t>PRIMARY KEY</a:t>
            </a:r>
            <a:r>
              <a:rPr lang="en-US" altLang="en-US" sz="1800" dirty="0">
                <a:latin typeface="Tahoma" panose="020B0604030504040204" pitchFamily="34" charset="0"/>
              </a:rPr>
              <a:t> (MANV, SODA),</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PC_MANV_FK </a:t>
            </a:r>
            <a:r>
              <a:rPr lang="en-US" altLang="en-US" sz="1800" dirty="0">
                <a:solidFill>
                  <a:srgbClr val="0000CC"/>
                </a:solidFill>
                <a:latin typeface="Tahoma" panose="020B0604030504040204" pitchFamily="34" charset="0"/>
              </a:rPr>
              <a:t>FOREIGN KEY </a:t>
            </a:r>
            <a:r>
              <a:rPr lang="en-US" altLang="en-US" sz="1800" dirty="0">
                <a:latin typeface="Tahoma" panose="020B0604030504040204" pitchFamily="34" charset="0"/>
              </a:rPr>
              <a:t>(MANV) </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REFERENCES</a:t>
            </a:r>
            <a:r>
              <a:rPr lang="en-US" altLang="en-US" sz="1800" dirty="0">
                <a:latin typeface="Tahoma" panose="020B0604030504040204" pitchFamily="34" charset="0"/>
              </a:rPr>
              <a:t> NHANVIEN(MANV),</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PC_SODA_FK </a:t>
            </a:r>
            <a:r>
              <a:rPr lang="en-US" altLang="en-US" sz="1800" dirty="0">
                <a:solidFill>
                  <a:srgbClr val="0000CC"/>
                </a:solidFill>
                <a:latin typeface="Tahoma" panose="020B0604030504040204" pitchFamily="34" charset="0"/>
              </a:rPr>
              <a:t>FOREIGN KEY</a:t>
            </a:r>
            <a:r>
              <a:rPr lang="en-US" altLang="en-US" sz="1800" dirty="0">
                <a:latin typeface="Tahoma" panose="020B0604030504040204" pitchFamily="34" charset="0"/>
              </a:rPr>
              <a:t> (SODA)</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REFERENCES</a:t>
            </a:r>
            <a:r>
              <a:rPr lang="en-US" altLang="en-US" sz="1800" dirty="0">
                <a:latin typeface="Tahoma" panose="020B0604030504040204" pitchFamily="34" charset="0"/>
              </a:rPr>
              <a:t> DEAN(MADA)</a:t>
            </a:r>
          </a:p>
          <a:p>
            <a:pPr algn="l" eaLnBrk="1" hangingPunct="1">
              <a:spcBef>
                <a:spcPct val="50000"/>
              </a:spcBef>
              <a:buClrTx/>
              <a:buFontTx/>
              <a:buNone/>
            </a:pPr>
            <a:r>
              <a:rPr lang="en-US" altLang="en-US" sz="1800" dirty="0">
                <a:latin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1636">
                                            <p:txEl>
                                              <p:pRg st="0" end="0"/>
                                            </p:txEl>
                                          </p:spTgt>
                                        </p:tgtEl>
                                        <p:attrNameLst>
                                          <p:attrName>style.visibility</p:attrName>
                                        </p:attrNameLst>
                                      </p:cBhvr>
                                      <p:to>
                                        <p:strVal val="visible"/>
                                      </p:to>
                                    </p:set>
                                    <p:anim calcmode="lin" valueType="num">
                                      <p:cBhvr additive="base">
                                        <p:cTn id="7" dur="500" fill="hold"/>
                                        <p:tgtEl>
                                          <p:spTgt spid="5816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16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1636">
                                            <p:txEl>
                                              <p:pRg st="1" end="1"/>
                                            </p:txEl>
                                          </p:spTgt>
                                        </p:tgtEl>
                                        <p:attrNameLst>
                                          <p:attrName>style.visibility</p:attrName>
                                        </p:attrNameLst>
                                      </p:cBhvr>
                                      <p:to>
                                        <p:strVal val="visible"/>
                                      </p:to>
                                    </p:set>
                                    <p:anim calcmode="lin" valueType="num">
                                      <p:cBhvr additive="base">
                                        <p:cTn id="13" dur="500" fill="hold"/>
                                        <p:tgtEl>
                                          <p:spTgt spid="5816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16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1636">
                                            <p:txEl>
                                              <p:pRg st="2" end="2"/>
                                            </p:txEl>
                                          </p:spTgt>
                                        </p:tgtEl>
                                        <p:attrNameLst>
                                          <p:attrName>style.visibility</p:attrName>
                                        </p:attrNameLst>
                                      </p:cBhvr>
                                      <p:to>
                                        <p:strVal val="visible"/>
                                      </p:to>
                                    </p:set>
                                    <p:anim calcmode="lin" valueType="num">
                                      <p:cBhvr additive="base">
                                        <p:cTn id="19" dur="500" fill="hold"/>
                                        <p:tgtEl>
                                          <p:spTgt spid="5816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16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1636">
                                            <p:txEl>
                                              <p:pRg st="3" end="3"/>
                                            </p:txEl>
                                          </p:spTgt>
                                        </p:tgtEl>
                                        <p:attrNameLst>
                                          <p:attrName>style.visibility</p:attrName>
                                        </p:attrNameLst>
                                      </p:cBhvr>
                                      <p:to>
                                        <p:strVal val="visible"/>
                                      </p:to>
                                    </p:set>
                                    <p:anim calcmode="lin" valueType="num">
                                      <p:cBhvr additive="base">
                                        <p:cTn id="25" dur="500" fill="hold"/>
                                        <p:tgtEl>
                                          <p:spTgt spid="5816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816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81636">
                                            <p:txEl>
                                              <p:pRg st="4" end="4"/>
                                            </p:txEl>
                                          </p:spTgt>
                                        </p:tgtEl>
                                        <p:attrNameLst>
                                          <p:attrName>style.visibility</p:attrName>
                                        </p:attrNameLst>
                                      </p:cBhvr>
                                      <p:to>
                                        <p:strVal val="visible"/>
                                      </p:to>
                                    </p:set>
                                    <p:anim calcmode="lin" valueType="num">
                                      <p:cBhvr additive="base">
                                        <p:cTn id="31" dur="500" fill="hold"/>
                                        <p:tgtEl>
                                          <p:spTgt spid="58163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8163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81636">
                                            <p:txEl>
                                              <p:pRg st="5" end="5"/>
                                            </p:txEl>
                                          </p:spTgt>
                                        </p:tgtEl>
                                        <p:attrNameLst>
                                          <p:attrName>style.visibility</p:attrName>
                                        </p:attrNameLst>
                                      </p:cBhvr>
                                      <p:to>
                                        <p:strVal val="visible"/>
                                      </p:to>
                                    </p:set>
                                    <p:anim calcmode="lin" valueType="num">
                                      <p:cBhvr additive="base">
                                        <p:cTn id="37" dur="500" fill="hold"/>
                                        <p:tgtEl>
                                          <p:spTgt spid="58163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8163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81636">
                                            <p:txEl>
                                              <p:pRg st="6" end="6"/>
                                            </p:txEl>
                                          </p:spTgt>
                                        </p:tgtEl>
                                        <p:attrNameLst>
                                          <p:attrName>style.visibility</p:attrName>
                                        </p:attrNameLst>
                                      </p:cBhvr>
                                      <p:to>
                                        <p:strVal val="visible"/>
                                      </p:to>
                                    </p:set>
                                    <p:anim calcmode="lin" valueType="num">
                                      <p:cBhvr additive="base">
                                        <p:cTn id="43" dur="500" fill="hold"/>
                                        <p:tgtEl>
                                          <p:spTgt spid="58163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8163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81636">
                                            <p:txEl>
                                              <p:pRg st="7" end="7"/>
                                            </p:txEl>
                                          </p:spTgt>
                                        </p:tgtEl>
                                        <p:attrNameLst>
                                          <p:attrName>style.visibility</p:attrName>
                                        </p:attrNameLst>
                                      </p:cBhvr>
                                      <p:to>
                                        <p:strVal val="visible"/>
                                      </p:to>
                                    </p:set>
                                    <p:anim calcmode="lin" valueType="num">
                                      <p:cBhvr additive="base">
                                        <p:cTn id="49" dur="500" fill="hold"/>
                                        <p:tgtEl>
                                          <p:spTgt spid="58163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8163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81636">
                                            <p:txEl>
                                              <p:pRg st="8" end="8"/>
                                            </p:txEl>
                                          </p:spTgt>
                                        </p:tgtEl>
                                        <p:attrNameLst>
                                          <p:attrName>style.visibility</p:attrName>
                                        </p:attrNameLst>
                                      </p:cBhvr>
                                      <p:to>
                                        <p:strVal val="visible"/>
                                      </p:to>
                                    </p:set>
                                    <p:anim calcmode="lin" valueType="num">
                                      <p:cBhvr additive="base">
                                        <p:cTn id="55" dur="500" fill="hold"/>
                                        <p:tgtEl>
                                          <p:spTgt spid="581636">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8163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81636">
                                            <p:txEl>
                                              <p:pRg st="9" end="9"/>
                                            </p:txEl>
                                          </p:spTgt>
                                        </p:tgtEl>
                                        <p:attrNameLst>
                                          <p:attrName>style.visibility</p:attrName>
                                        </p:attrNameLst>
                                      </p:cBhvr>
                                      <p:to>
                                        <p:strVal val="visible"/>
                                      </p:to>
                                    </p:set>
                                    <p:anim calcmode="lin" valueType="num">
                                      <p:cBhvr additive="base">
                                        <p:cTn id="61" dur="500" fill="hold"/>
                                        <p:tgtEl>
                                          <p:spTgt spid="581636">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8163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4BC3-F001-D4A9-994A-54ED4114C365}"/>
              </a:ext>
            </a:extLst>
          </p:cNvPr>
          <p:cNvSpPr>
            <a:spLocks noGrp="1"/>
          </p:cNvSpPr>
          <p:nvPr>
            <p:ph type="title"/>
          </p:nvPr>
        </p:nvSpPr>
        <p:spPr/>
        <p:txBody>
          <a:bodyPr/>
          <a:lstStyle/>
          <a:p>
            <a:r>
              <a:rPr lang="vi-VN" dirty="0"/>
              <a:t>Bài tập</a:t>
            </a:r>
            <a:endParaRPr lang="en-US" dirty="0"/>
          </a:p>
        </p:txBody>
      </p:sp>
      <p:sp>
        <p:nvSpPr>
          <p:cNvPr id="3" name="Content Placeholder 2">
            <a:extLst>
              <a:ext uri="{FF2B5EF4-FFF2-40B4-BE49-F238E27FC236}">
                <a16:creationId xmlns:a16="http://schemas.microsoft.com/office/drawing/2014/main" id="{88133412-1D00-F3D6-63CC-BF4D02773C18}"/>
              </a:ext>
            </a:extLst>
          </p:cNvPr>
          <p:cNvSpPr>
            <a:spLocks noGrp="1"/>
          </p:cNvSpPr>
          <p:nvPr>
            <p:ph idx="1"/>
          </p:nvPr>
        </p:nvSpPr>
        <p:spPr>
          <a:xfrm>
            <a:off x="152400" y="1219200"/>
            <a:ext cx="8534400" cy="4911725"/>
          </a:xfrm>
        </p:spPr>
        <p:txBody>
          <a:bodyPr/>
          <a:lstStyle/>
          <a:p>
            <a:pPr marL="0" indent="0">
              <a:buNone/>
            </a:pPr>
            <a:r>
              <a:rPr lang="vi-VN" dirty="0"/>
              <a:t>Tạo CSDL QLDiem</a:t>
            </a:r>
            <a:endParaRPr lang="en-US" dirty="0"/>
          </a:p>
        </p:txBody>
      </p:sp>
      <p:sp>
        <p:nvSpPr>
          <p:cNvPr id="4" name="Date Placeholder 3">
            <a:extLst>
              <a:ext uri="{FF2B5EF4-FFF2-40B4-BE49-F238E27FC236}">
                <a16:creationId xmlns:a16="http://schemas.microsoft.com/office/drawing/2014/main" id="{4BD92E9B-EAF0-164F-D28F-A6C0E9CF2475}"/>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4BF77E5C-0CE4-2AA3-3F20-0AF2FC23CE9A}"/>
              </a:ext>
            </a:extLst>
          </p:cNvPr>
          <p:cNvSpPr>
            <a:spLocks noGrp="1"/>
          </p:cNvSpPr>
          <p:nvPr>
            <p:ph type="sldNum" sz="quarter" idx="12"/>
          </p:nvPr>
        </p:nvSpPr>
        <p:spPr/>
        <p:txBody>
          <a:bodyPr/>
          <a:lstStyle/>
          <a:p>
            <a:fld id="{BC6CB274-F3ED-4F22-9D3A-C5E5218A09E0}" type="slidenum">
              <a:rPr lang="en-US" altLang="en-US" smtClean="0"/>
              <a:pPr/>
              <a:t>25</a:t>
            </a:fld>
            <a:endParaRPr lang="en-US" altLang="en-US"/>
          </a:p>
        </p:txBody>
      </p:sp>
      <p:pic>
        <p:nvPicPr>
          <p:cNvPr id="6" name="Picture 5">
            <a:extLst>
              <a:ext uri="{FF2B5EF4-FFF2-40B4-BE49-F238E27FC236}">
                <a16:creationId xmlns:a16="http://schemas.microsoft.com/office/drawing/2014/main" id="{529A9A0C-4D31-5691-8EA8-B46207F3EFF8}"/>
              </a:ext>
            </a:extLst>
          </p:cNvPr>
          <p:cNvPicPr>
            <a:picLocks noChangeAspect="1"/>
          </p:cNvPicPr>
          <p:nvPr/>
        </p:nvPicPr>
        <p:blipFill>
          <a:blip r:embed="rId2"/>
          <a:stretch>
            <a:fillRect/>
          </a:stretch>
        </p:blipFill>
        <p:spPr>
          <a:xfrm>
            <a:off x="152400" y="1661478"/>
            <a:ext cx="5048885" cy="4734560"/>
          </a:xfrm>
          <a:prstGeom prst="rect">
            <a:avLst/>
          </a:prstGeom>
        </p:spPr>
      </p:pic>
      <p:graphicFrame>
        <p:nvGraphicFramePr>
          <p:cNvPr id="7" name="Table 6">
            <a:extLst>
              <a:ext uri="{FF2B5EF4-FFF2-40B4-BE49-F238E27FC236}">
                <a16:creationId xmlns:a16="http://schemas.microsoft.com/office/drawing/2014/main" id="{B32A8961-BABA-20F8-3043-69720EC44634}"/>
              </a:ext>
            </a:extLst>
          </p:cNvPr>
          <p:cNvGraphicFramePr>
            <a:graphicFrameLocks noGrp="1"/>
          </p:cNvGraphicFramePr>
          <p:nvPr>
            <p:extLst>
              <p:ext uri="{D42A27DB-BD31-4B8C-83A1-F6EECF244321}">
                <p14:modId xmlns:p14="http://schemas.microsoft.com/office/powerpoint/2010/main" val="3088118052"/>
              </p:ext>
            </p:extLst>
          </p:nvPr>
        </p:nvGraphicFramePr>
        <p:xfrm>
          <a:off x="5418455" y="381000"/>
          <a:ext cx="3199130" cy="992380"/>
        </p:xfrm>
        <a:graphic>
          <a:graphicData uri="http://schemas.openxmlformats.org/drawingml/2006/table">
            <a:tbl>
              <a:tblPr firstRow="1" bandRow="1">
                <a:tableStyleId>{912C8C85-51F0-491E-9774-3900AFEF0FD7}</a:tableStyleId>
              </a:tblPr>
              <a:tblGrid>
                <a:gridCol w="1287145">
                  <a:extLst>
                    <a:ext uri="{9D8B030D-6E8A-4147-A177-3AD203B41FA5}">
                      <a16:colId xmlns:a16="http://schemas.microsoft.com/office/drawing/2014/main" val="1881476160"/>
                    </a:ext>
                  </a:extLst>
                </a:gridCol>
                <a:gridCol w="955040">
                  <a:extLst>
                    <a:ext uri="{9D8B030D-6E8A-4147-A177-3AD203B41FA5}">
                      <a16:colId xmlns:a16="http://schemas.microsoft.com/office/drawing/2014/main" val="3867229194"/>
                    </a:ext>
                  </a:extLst>
                </a:gridCol>
                <a:gridCol w="956945">
                  <a:extLst>
                    <a:ext uri="{9D8B030D-6E8A-4147-A177-3AD203B41FA5}">
                      <a16:colId xmlns:a16="http://schemas.microsoft.com/office/drawing/2014/main" val="631700405"/>
                    </a:ext>
                  </a:extLst>
                </a:gridCol>
              </a:tblGrid>
              <a:tr h="182245">
                <a:tc gridSpan="3">
                  <a:txBody>
                    <a:bodyPr/>
                    <a:lstStyle/>
                    <a:p>
                      <a:pPr marL="635" algn="ctr">
                        <a:lnSpc>
                          <a:spcPct val="115000"/>
                        </a:lnSpc>
                        <a:spcAft>
                          <a:spcPts val="800"/>
                        </a:spcAft>
                      </a:pPr>
                      <a:r>
                        <a:rPr lang="en-US" sz="1300" dirty="0">
                          <a:effectLst/>
                        </a:rPr>
                        <a:t>KHOA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75371927"/>
                  </a:ext>
                </a:extLst>
              </a:tr>
              <a:tr h="182245">
                <a:tc>
                  <a:txBody>
                    <a:bodyPr/>
                    <a:lstStyle/>
                    <a:p>
                      <a:pPr marL="635" algn="ctr">
                        <a:lnSpc>
                          <a:spcPct val="115000"/>
                        </a:lnSpc>
                        <a:spcAft>
                          <a:spcPts val="800"/>
                        </a:spcAft>
                      </a:pPr>
                      <a:r>
                        <a:rPr lang="en-US" sz="1300" b="1">
                          <a:effectLst/>
                        </a:rPr>
                        <a:t>Column Name</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gn="ctr">
                        <a:lnSpc>
                          <a:spcPct val="115000"/>
                        </a:lnSpc>
                        <a:spcAft>
                          <a:spcPts val="800"/>
                        </a:spcAft>
                      </a:pPr>
                      <a:r>
                        <a:rPr lang="en-US" sz="1300" b="1">
                          <a:effectLst/>
                        </a:rPr>
                        <a:t>Data Type</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635" algn="ctr">
                        <a:lnSpc>
                          <a:spcPct val="115000"/>
                        </a:lnSpc>
                        <a:spcAft>
                          <a:spcPts val="800"/>
                        </a:spcAft>
                      </a:pPr>
                      <a:r>
                        <a:rPr lang="en-US" sz="1300" b="1" dirty="0">
                          <a:effectLst/>
                        </a:rPr>
                        <a:t>Size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828349541"/>
                  </a:ext>
                </a:extLst>
              </a:tr>
              <a:tr h="186055">
                <a:tc>
                  <a:txBody>
                    <a:bodyPr/>
                    <a:lstStyle/>
                    <a:p>
                      <a:pPr marL="635">
                        <a:lnSpc>
                          <a:spcPct val="115000"/>
                        </a:lnSpc>
                        <a:spcAft>
                          <a:spcPts val="800"/>
                        </a:spcAft>
                      </a:pPr>
                      <a:r>
                        <a:rPr lang="en-US" sz="1300" u="sng">
                          <a:effectLst/>
                          <a:uFill>
                            <a:solidFill>
                              <a:srgbClr val="000000"/>
                            </a:solidFill>
                          </a:uFill>
                        </a:rPr>
                        <a:t>MaKhoa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nSpc>
                          <a:spcPct val="115000"/>
                        </a:lnSpc>
                        <a:spcAft>
                          <a:spcPts val="800"/>
                        </a:spcAft>
                      </a:pPr>
                      <a:r>
                        <a:rPr lang="en-US" sz="1300">
                          <a:effectLst/>
                        </a:rPr>
                        <a:t>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1270">
                        <a:lnSpc>
                          <a:spcPct val="115000"/>
                        </a:lnSpc>
                        <a:spcAft>
                          <a:spcPts val="800"/>
                        </a:spcAft>
                      </a:pPr>
                      <a:r>
                        <a:rPr lang="en-US" sz="1300">
                          <a:effectLst/>
                        </a:rPr>
                        <a:t>2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967808776"/>
                  </a:ext>
                </a:extLst>
              </a:tr>
              <a:tr h="184150">
                <a:tc>
                  <a:txBody>
                    <a:bodyPr/>
                    <a:lstStyle/>
                    <a:p>
                      <a:pPr marL="635">
                        <a:lnSpc>
                          <a:spcPct val="115000"/>
                        </a:lnSpc>
                        <a:spcAft>
                          <a:spcPts val="800"/>
                        </a:spcAft>
                      </a:pPr>
                      <a:r>
                        <a:rPr lang="en-US" sz="1300">
                          <a:effectLst/>
                        </a:rPr>
                        <a:t>TenKhoa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635">
                        <a:lnSpc>
                          <a:spcPct val="115000"/>
                        </a:lnSpc>
                        <a:spcAft>
                          <a:spcPts val="800"/>
                        </a:spcAft>
                      </a:pPr>
                      <a:r>
                        <a:rPr lang="en-US" sz="1300">
                          <a:effectLst/>
                        </a:rPr>
                        <a:t>nVarChar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nSpc>
                          <a:spcPct val="115000"/>
                        </a:lnSpc>
                        <a:spcAft>
                          <a:spcPts val="800"/>
                        </a:spcAft>
                      </a:pPr>
                      <a:r>
                        <a:rPr lang="en-US" sz="1300" dirty="0">
                          <a:effectLst/>
                        </a:rPr>
                        <a:t>20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2760029466"/>
                  </a:ext>
                </a:extLst>
              </a:tr>
            </a:tbl>
          </a:graphicData>
        </a:graphic>
      </p:graphicFrame>
      <p:graphicFrame>
        <p:nvGraphicFramePr>
          <p:cNvPr id="8" name="Table 7">
            <a:extLst>
              <a:ext uri="{FF2B5EF4-FFF2-40B4-BE49-F238E27FC236}">
                <a16:creationId xmlns:a16="http://schemas.microsoft.com/office/drawing/2014/main" id="{F7BFC5F1-4D54-4C9F-7ADC-E2948446E05B}"/>
              </a:ext>
            </a:extLst>
          </p:cNvPr>
          <p:cNvGraphicFramePr>
            <a:graphicFrameLocks noGrp="1"/>
          </p:cNvGraphicFramePr>
          <p:nvPr>
            <p:extLst>
              <p:ext uri="{D42A27DB-BD31-4B8C-83A1-F6EECF244321}">
                <p14:modId xmlns:p14="http://schemas.microsoft.com/office/powerpoint/2010/main" val="1810715646"/>
              </p:ext>
            </p:extLst>
          </p:nvPr>
        </p:nvGraphicFramePr>
        <p:xfrm>
          <a:off x="5418455" y="1473135"/>
          <a:ext cx="3199130" cy="1240475"/>
        </p:xfrm>
        <a:graphic>
          <a:graphicData uri="http://schemas.openxmlformats.org/drawingml/2006/table">
            <a:tbl>
              <a:tblPr firstRow="1" bandRow="1">
                <a:tableStyleId>{912C8C85-51F0-491E-9774-3900AFEF0FD7}</a:tableStyleId>
              </a:tblPr>
              <a:tblGrid>
                <a:gridCol w="1298616">
                  <a:extLst>
                    <a:ext uri="{9D8B030D-6E8A-4147-A177-3AD203B41FA5}">
                      <a16:colId xmlns:a16="http://schemas.microsoft.com/office/drawing/2014/main" val="617408169"/>
                    </a:ext>
                  </a:extLst>
                </a:gridCol>
                <a:gridCol w="935041">
                  <a:extLst>
                    <a:ext uri="{9D8B030D-6E8A-4147-A177-3AD203B41FA5}">
                      <a16:colId xmlns:a16="http://schemas.microsoft.com/office/drawing/2014/main" val="1577806919"/>
                    </a:ext>
                  </a:extLst>
                </a:gridCol>
                <a:gridCol w="965473">
                  <a:extLst>
                    <a:ext uri="{9D8B030D-6E8A-4147-A177-3AD203B41FA5}">
                      <a16:colId xmlns:a16="http://schemas.microsoft.com/office/drawing/2014/main" val="1540694626"/>
                    </a:ext>
                  </a:extLst>
                </a:gridCol>
              </a:tblGrid>
              <a:tr h="182245">
                <a:tc gridSpan="3">
                  <a:txBody>
                    <a:bodyPr/>
                    <a:lstStyle/>
                    <a:p>
                      <a:pPr marL="635" algn="ctr">
                        <a:lnSpc>
                          <a:spcPct val="115000"/>
                        </a:lnSpc>
                        <a:spcAft>
                          <a:spcPts val="800"/>
                        </a:spcAft>
                      </a:pPr>
                      <a:r>
                        <a:rPr lang="en-US" sz="1300">
                          <a:effectLst/>
                        </a:rPr>
                        <a:t>MONHOC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61757274"/>
                  </a:ext>
                </a:extLst>
              </a:tr>
              <a:tr h="182245">
                <a:tc>
                  <a:txBody>
                    <a:bodyPr/>
                    <a:lstStyle/>
                    <a:p>
                      <a:pPr marL="635" algn="ctr">
                        <a:lnSpc>
                          <a:spcPct val="115000"/>
                        </a:lnSpc>
                        <a:spcAft>
                          <a:spcPts val="800"/>
                        </a:spcAft>
                      </a:pPr>
                      <a:r>
                        <a:rPr lang="en-US" sz="1300" b="1" dirty="0">
                          <a:effectLst/>
                        </a:rPr>
                        <a:t>Column Name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gn="ctr">
                        <a:lnSpc>
                          <a:spcPct val="115000"/>
                        </a:lnSpc>
                        <a:spcAft>
                          <a:spcPts val="800"/>
                        </a:spcAft>
                      </a:pPr>
                      <a:r>
                        <a:rPr lang="en-US" sz="1300" b="1" dirty="0">
                          <a:effectLst/>
                        </a:rPr>
                        <a:t>Data Type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635" algn="ctr">
                        <a:lnSpc>
                          <a:spcPct val="115000"/>
                        </a:lnSpc>
                        <a:spcAft>
                          <a:spcPts val="800"/>
                        </a:spcAft>
                      </a:pPr>
                      <a:r>
                        <a:rPr lang="en-US" sz="1300" b="1" dirty="0">
                          <a:effectLst/>
                        </a:rPr>
                        <a:t>Size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2343401191"/>
                  </a:ext>
                </a:extLst>
              </a:tr>
              <a:tr h="186055">
                <a:tc>
                  <a:txBody>
                    <a:bodyPr/>
                    <a:lstStyle/>
                    <a:p>
                      <a:pPr marL="635">
                        <a:lnSpc>
                          <a:spcPct val="115000"/>
                        </a:lnSpc>
                        <a:spcAft>
                          <a:spcPts val="800"/>
                        </a:spcAft>
                      </a:pPr>
                      <a:r>
                        <a:rPr lang="en-US" sz="1300" u="sng">
                          <a:effectLst/>
                          <a:uFill>
                            <a:solidFill>
                              <a:srgbClr val="000000"/>
                            </a:solidFill>
                          </a:uFill>
                        </a:rPr>
                        <a:t>MaMH</a:t>
                      </a:r>
                      <a:r>
                        <a:rPr lang="en-US" sz="13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nSpc>
                          <a:spcPct val="115000"/>
                        </a:lnSpc>
                        <a:spcAft>
                          <a:spcPts val="800"/>
                        </a:spcAft>
                      </a:pPr>
                      <a:r>
                        <a:rPr lang="en-US" sz="1300">
                          <a:effectLst/>
                        </a:rPr>
                        <a:t>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1270">
                        <a:lnSpc>
                          <a:spcPct val="115000"/>
                        </a:lnSpc>
                        <a:spcAft>
                          <a:spcPts val="800"/>
                        </a:spcAft>
                      </a:pPr>
                      <a:r>
                        <a:rPr lang="en-US" sz="1300">
                          <a:effectLst/>
                        </a:rPr>
                        <a:t>2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2543161492"/>
                  </a:ext>
                </a:extLst>
              </a:tr>
              <a:tr h="184150">
                <a:tc>
                  <a:txBody>
                    <a:bodyPr/>
                    <a:lstStyle/>
                    <a:p>
                      <a:pPr marL="635">
                        <a:lnSpc>
                          <a:spcPct val="115000"/>
                        </a:lnSpc>
                        <a:spcAft>
                          <a:spcPts val="800"/>
                        </a:spcAft>
                      </a:pPr>
                      <a:r>
                        <a:rPr lang="en-US" sz="1300">
                          <a:effectLst/>
                        </a:rPr>
                        <a:t>TenMH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635">
                        <a:lnSpc>
                          <a:spcPct val="115000"/>
                        </a:lnSpc>
                        <a:spcAft>
                          <a:spcPts val="800"/>
                        </a:spcAft>
                      </a:pPr>
                      <a:r>
                        <a:rPr lang="en-US" sz="1300">
                          <a:effectLst/>
                        </a:rPr>
                        <a:t>nVarchar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nSpc>
                          <a:spcPct val="115000"/>
                        </a:lnSpc>
                        <a:spcAft>
                          <a:spcPts val="800"/>
                        </a:spcAft>
                      </a:pPr>
                      <a:r>
                        <a:rPr lang="en-US" sz="1300">
                          <a:effectLst/>
                        </a:rPr>
                        <a:t>30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1009707164"/>
                  </a:ext>
                </a:extLst>
              </a:tr>
              <a:tr h="184150">
                <a:tc>
                  <a:txBody>
                    <a:bodyPr/>
                    <a:lstStyle/>
                    <a:p>
                      <a:pPr marL="635">
                        <a:lnSpc>
                          <a:spcPct val="115000"/>
                        </a:lnSpc>
                        <a:spcAft>
                          <a:spcPts val="800"/>
                        </a:spcAft>
                      </a:pPr>
                      <a:r>
                        <a:rPr lang="en-US" sz="1300">
                          <a:effectLst/>
                        </a:rPr>
                        <a:t>SoTiet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marL="635">
                        <a:lnSpc>
                          <a:spcPct val="115000"/>
                        </a:lnSpc>
                        <a:spcAft>
                          <a:spcPts val="800"/>
                        </a:spcAft>
                      </a:pPr>
                      <a:r>
                        <a:rPr lang="en-US" sz="1300">
                          <a:effectLst/>
                        </a:rPr>
                        <a:t>Tinyint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tc>
                  <a:txBody>
                    <a:bodyPr/>
                    <a:lstStyle/>
                    <a:p>
                      <a:pPr>
                        <a:lnSpc>
                          <a:spcPct val="115000"/>
                        </a:lnSpc>
                        <a:spcAft>
                          <a:spcPts val="800"/>
                        </a:spcAft>
                      </a:pPr>
                      <a:r>
                        <a:rPr lang="en-US" sz="13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73025" marT="34925" marB="0"/>
                </a:tc>
                <a:extLst>
                  <a:ext uri="{0D108BD9-81ED-4DB2-BD59-A6C34878D82A}">
                    <a16:rowId xmlns:a16="http://schemas.microsoft.com/office/drawing/2014/main" val="1556344040"/>
                  </a:ext>
                </a:extLst>
              </a:tr>
            </a:tbl>
          </a:graphicData>
        </a:graphic>
      </p:graphicFrame>
      <p:graphicFrame>
        <p:nvGraphicFramePr>
          <p:cNvPr id="9" name="Table 8">
            <a:extLst>
              <a:ext uri="{FF2B5EF4-FFF2-40B4-BE49-F238E27FC236}">
                <a16:creationId xmlns:a16="http://schemas.microsoft.com/office/drawing/2014/main" id="{2CE291B8-289B-8231-C494-1033BEFBC19F}"/>
              </a:ext>
            </a:extLst>
          </p:cNvPr>
          <p:cNvGraphicFramePr>
            <a:graphicFrameLocks noGrp="1"/>
          </p:cNvGraphicFramePr>
          <p:nvPr>
            <p:extLst>
              <p:ext uri="{D42A27DB-BD31-4B8C-83A1-F6EECF244321}">
                <p14:modId xmlns:p14="http://schemas.microsoft.com/office/powerpoint/2010/main" val="2853040608"/>
              </p:ext>
            </p:extLst>
          </p:nvPr>
        </p:nvGraphicFramePr>
        <p:xfrm>
          <a:off x="5418455" y="2755818"/>
          <a:ext cx="3199129" cy="2362200"/>
        </p:xfrm>
        <a:graphic>
          <a:graphicData uri="http://schemas.openxmlformats.org/drawingml/2006/table">
            <a:tbl>
              <a:tblPr firstRow="1">
                <a:tableStyleId>{10A1B5D5-9B99-4C35-A422-299274C87663}</a:tableStyleId>
              </a:tblPr>
              <a:tblGrid>
                <a:gridCol w="1267979">
                  <a:extLst>
                    <a:ext uri="{9D8B030D-6E8A-4147-A177-3AD203B41FA5}">
                      <a16:colId xmlns:a16="http://schemas.microsoft.com/office/drawing/2014/main" val="2194739311"/>
                    </a:ext>
                  </a:extLst>
                </a:gridCol>
                <a:gridCol w="964613">
                  <a:extLst>
                    <a:ext uri="{9D8B030D-6E8A-4147-A177-3AD203B41FA5}">
                      <a16:colId xmlns:a16="http://schemas.microsoft.com/office/drawing/2014/main" val="4044498298"/>
                    </a:ext>
                  </a:extLst>
                </a:gridCol>
                <a:gridCol w="966537">
                  <a:extLst>
                    <a:ext uri="{9D8B030D-6E8A-4147-A177-3AD203B41FA5}">
                      <a16:colId xmlns:a16="http://schemas.microsoft.com/office/drawing/2014/main" val="1773524992"/>
                    </a:ext>
                  </a:extLst>
                </a:gridCol>
              </a:tblGrid>
              <a:tr h="184785">
                <a:tc gridSpan="3">
                  <a:txBody>
                    <a:bodyPr/>
                    <a:lstStyle/>
                    <a:p>
                      <a:pPr marL="635" algn="ctr">
                        <a:lnSpc>
                          <a:spcPct val="107000"/>
                        </a:lnSpc>
                        <a:spcAft>
                          <a:spcPts val="800"/>
                        </a:spcAft>
                      </a:pPr>
                      <a:r>
                        <a:rPr lang="en-US" sz="1300">
                          <a:effectLst/>
                        </a:rPr>
                        <a:t>SINHVIEN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3816993"/>
                  </a:ext>
                </a:extLst>
              </a:tr>
              <a:tr h="184785">
                <a:tc>
                  <a:txBody>
                    <a:bodyPr/>
                    <a:lstStyle/>
                    <a:p>
                      <a:pPr marL="635" algn="ctr">
                        <a:lnSpc>
                          <a:spcPct val="107000"/>
                        </a:lnSpc>
                        <a:spcAft>
                          <a:spcPts val="800"/>
                        </a:spcAft>
                      </a:pPr>
                      <a:r>
                        <a:rPr lang="en-US" sz="1300" b="1" dirty="0">
                          <a:effectLst/>
                        </a:rPr>
                        <a:t>Column Name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gn="ctr">
                        <a:lnSpc>
                          <a:spcPct val="107000"/>
                        </a:lnSpc>
                        <a:spcAft>
                          <a:spcPts val="800"/>
                        </a:spcAft>
                      </a:pPr>
                      <a:r>
                        <a:rPr lang="en-US" sz="1300" b="1" dirty="0">
                          <a:effectLst/>
                        </a:rPr>
                        <a:t>Data Type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gn="ctr">
                        <a:lnSpc>
                          <a:spcPct val="107000"/>
                        </a:lnSpc>
                        <a:spcAft>
                          <a:spcPts val="800"/>
                        </a:spcAft>
                      </a:pPr>
                      <a:r>
                        <a:rPr lang="en-US" sz="1300" b="1" dirty="0">
                          <a:effectLst/>
                        </a:rPr>
                        <a:t>Size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2059019698"/>
                  </a:ext>
                </a:extLst>
              </a:tr>
              <a:tr h="184785">
                <a:tc>
                  <a:txBody>
                    <a:bodyPr/>
                    <a:lstStyle/>
                    <a:p>
                      <a:pPr marL="635">
                        <a:lnSpc>
                          <a:spcPct val="107000"/>
                        </a:lnSpc>
                        <a:spcAft>
                          <a:spcPts val="800"/>
                        </a:spcAft>
                      </a:pPr>
                      <a:r>
                        <a:rPr lang="en-US" sz="1300" u="sng">
                          <a:effectLst/>
                          <a:uFill>
                            <a:solidFill>
                              <a:srgbClr val="000000"/>
                            </a:solidFill>
                          </a:uFill>
                        </a:rPr>
                        <a:t>MaSV</a:t>
                      </a:r>
                      <a:r>
                        <a:rPr lang="en-US" sz="13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a:effectLst/>
                        </a:rPr>
                        <a:t>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1270">
                        <a:lnSpc>
                          <a:spcPct val="107000"/>
                        </a:lnSpc>
                        <a:spcAft>
                          <a:spcPts val="800"/>
                        </a:spcAft>
                      </a:pPr>
                      <a:r>
                        <a:rPr lang="en-US" sz="1300">
                          <a:effectLst/>
                        </a:rPr>
                        <a:t>3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2863489512"/>
                  </a:ext>
                </a:extLst>
              </a:tr>
              <a:tr h="183515">
                <a:tc>
                  <a:txBody>
                    <a:bodyPr/>
                    <a:lstStyle/>
                    <a:p>
                      <a:pPr marL="635">
                        <a:lnSpc>
                          <a:spcPct val="107000"/>
                        </a:lnSpc>
                        <a:spcAft>
                          <a:spcPts val="800"/>
                        </a:spcAft>
                      </a:pPr>
                      <a:r>
                        <a:rPr lang="en-US" sz="1300">
                          <a:effectLst/>
                        </a:rPr>
                        <a:t>HoSV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a:effectLst/>
                        </a:rPr>
                        <a:t>nVarchar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a:effectLst/>
                        </a:rPr>
                        <a:t>30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464313594"/>
                  </a:ext>
                </a:extLst>
              </a:tr>
              <a:tr h="185420">
                <a:tc>
                  <a:txBody>
                    <a:bodyPr/>
                    <a:lstStyle/>
                    <a:p>
                      <a:pPr marL="635">
                        <a:lnSpc>
                          <a:spcPct val="107000"/>
                        </a:lnSpc>
                        <a:spcAft>
                          <a:spcPts val="800"/>
                        </a:spcAft>
                      </a:pPr>
                      <a:r>
                        <a:rPr lang="en-US" sz="1300">
                          <a:effectLst/>
                        </a:rPr>
                        <a:t>TenSV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a:effectLst/>
                        </a:rPr>
                        <a:t>nVarChar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dirty="0">
                          <a:effectLst/>
                        </a:rPr>
                        <a:t>10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2645888707"/>
                  </a:ext>
                </a:extLst>
              </a:tr>
              <a:tr h="184150">
                <a:tc>
                  <a:txBody>
                    <a:bodyPr/>
                    <a:lstStyle/>
                    <a:p>
                      <a:pPr marL="635">
                        <a:lnSpc>
                          <a:spcPct val="107000"/>
                        </a:lnSpc>
                        <a:spcAft>
                          <a:spcPts val="800"/>
                        </a:spcAft>
                      </a:pPr>
                      <a:r>
                        <a:rPr lang="en-US" sz="1300">
                          <a:effectLst/>
                        </a:rPr>
                        <a:t>Phai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a:effectLst/>
                        </a:rPr>
                        <a:t>bit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3204209864"/>
                  </a:ext>
                </a:extLst>
              </a:tr>
              <a:tr h="185420">
                <a:tc>
                  <a:txBody>
                    <a:bodyPr/>
                    <a:lstStyle/>
                    <a:p>
                      <a:pPr marL="635" algn="just">
                        <a:lnSpc>
                          <a:spcPct val="107000"/>
                        </a:lnSpc>
                        <a:spcAft>
                          <a:spcPts val="800"/>
                        </a:spcAft>
                      </a:pPr>
                      <a:r>
                        <a:rPr lang="en-US" sz="1300">
                          <a:effectLst/>
                        </a:rPr>
                        <a:t>NgaySinh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dirty="0">
                          <a:effectLst/>
                        </a:rPr>
                        <a:t>Date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1186589726"/>
                  </a:ext>
                </a:extLst>
              </a:tr>
              <a:tr h="183515">
                <a:tc>
                  <a:txBody>
                    <a:bodyPr/>
                    <a:lstStyle/>
                    <a:p>
                      <a:pPr marL="635">
                        <a:lnSpc>
                          <a:spcPct val="107000"/>
                        </a:lnSpc>
                        <a:spcAft>
                          <a:spcPts val="800"/>
                        </a:spcAft>
                      </a:pPr>
                      <a:r>
                        <a:rPr lang="en-US" sz="1300">
                          <a:effectLst/>
                        </a:rPr>
                        <a:t>NoiSinh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a:effectLst/>
                        </a:rPr>
                        <a:t>nVarchar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a:effectLst/>
                        </a:rPr>
                        <a:t>25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2883094612"/>
                  </a:ext>
                </a:extLst>
              </a:tr>
              <a:tr h="184150">
                <a:tc>
                  <a:txBody>
                    <a:bodyPr/>
                    <a:lstStyle/>
                    <a:p>
                      <a:pPr marL="635">
                        <a:lnSpc>
                          <a:spcPct val="107000"/>
                        </a:lnSpc>
                        <a:spcAft>
                          <a:spcPts val="800"/>
                        </a:spcAft>
                      </a:pPr>
                      <a:r>
                        <a:rPr lang="en-US" sz="1300">
                          <a:effectLst/>
                        </a:rPr>
                        <a:t>MaKH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a:effectLst/>
                        </a:rPr>
                        <a:t>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a:effectLst/>
                        </a:rPr>
                        <a:t>2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3957453754"/>
                  </a:ext>
                </a:extLst>
              </a:tr>
              <a:tr h="186055">
                <a:tc>
                  <a:txBody>
                    <a:bodyPr/>
                    <a:lstStyle/>
                    <a:p>
                      <a:pPr marL="635" algn="just">
                        <a:lnSpc>
                          <a:spcPct val="107000"/>
                        </a:lnSpc>
                        <a:spcAft>
                          <a:spcPts val="800"/>
                        </a:spcAft>
                      </a:pPr>
                      <a:r>
                        <a:rPr lang="en-US" sz="1300">
                          <a:effectLst/>
                        </a:rPr>
                        <a:t>HocBong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marL="635">
                        <a:lnSpc>
                          <a:spcPct val="107000"/>
                        </a:lnSpc>
                        <a:spcAft>
                          <a:spcPts val="800"/>
                        </a:spcAft>
                      </a:pPr>
                      <a:r>
                        <a:rPr lang="en-US" sz="1300">
                          <a:effectLst/>
                        </a:rPr>
                        <a:t>int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tc>
                  <a:txBody>
                    <a:bodyPr/>
                    <a:lstStyle/>
                    <a:p>
                      <a:pPr>
                        <a:lnSpc>
                          <a:spcPct val="107000"/>
                        </a:lnSpc>
                        <a:spcAft>
                          <a:spcPts val="800"/>
                        </a:spcAft>
                      </a:pPr>
                      <a:r>
                        <a:rPr lang="en-US" sz="13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4135" marR="41275" marT="34925" marB="0"/>
                </a:tc>
                <a:extLst>
                  <a:ext uri="{0D108BD9-81ED-4DB2-BD59-A6C34878D82A}">
                    <a16:rowId xmlns:a16="http://schemas.microsoft.com/office/drawing/2014/main" val="1314762699"/>
                  </a:ext>
                </a:extLst>
              </a:tr>
            </a:tbl>
          </a:graphicData>
        </a:graphic>
      </p:graphicFrame>
      <p:graphicFrame>
        <p:nvGraphicFramePr>
          <p:cNvPr id="10" name="Table 9">
            <a:extLst>
              <a:ext uri="{FF2B5EF4-FFF2-40B4-BE49-F238E27FC236}">
                <a16:creationId xmlns:a16="http://schemas.microsoft.com/office/drawing/2014/main" id="{26662027-646F-52E7-1104-D0F6876B4D66}"/>
              </a:ext>
            </a:extLst>
          </p:cNvPr>
          <p:cNvGraphicFramePr>
            <a:graphicFrameLocks noGrp="1"/>
          </p:cNvGraphicFramePr>
          <p:nvPr>
            <p:extLst>
              <p:ext uri="{D42A27DB-BD31-4B8C-83A1-F6EECF244321}">
                <p14:modId xmlns:p14="http://schemas.microsoft.com/office/powerpoint/2010/main" val="562496168"/>
              </p:ext>
            </p:extLst>
          </p:nvPr>
        </p:nvGraphicFramePr>
        <p:xfrm>
          <a:off x="5418455" y="5193030"/>
          <a:ext cx="3199129" cy="1207770"/>
        </p:xfrm>
        <a:graphic>
          <a:graphicData uri="http://schemas.openxmlformats.org/drawingml/2006/table">
            <a:tbl>
              <a:tblPr firstRow="1" bandRow="1">
                <a:tableStyleId>{912C8C85-51F0-491E-9774-3900AFEF0FD7}</a:tableStyleId>
              </a:tblPr>
              <a:tblGrid>
                <a:gridCol w="1250892">
                  <a:extLst>
                    <a:ext uri="{9D8B030D-6E8A-4147-A177-3AD203B41FA5}">
                      <a16:colId xmlns:a16="http://schemas.microsoft.com/office/drawing/2014/main" val="1501704919"/>
                    </a:ext>
                  </a:extLst>
                </a:gridCol>
                <a:gridCol w="973148">
                  <a:extLst>
                    <a:ext uri="{9D8B030D-6E8A-4147-A177-3AD203B41FA5}">
                      <a16:colId xmlns:a16="http://schemas.microsoft.com/office/drawing/2014/main" val="1535027728"/>
                    </a:ext>
                  </a:extLst>
                </a:gridCol>
                <a:gridCol w="975089">
                  <a:extLst>
                    <a:ext uri="{9D8B030D-6E8A-4147-A177-3AD203B41FA5}">
                      <a16:colId xmlns:a16="http://schemas.microsoft.com/office/drawing/2014/main" val="49086058"/>
                    </a:ext>
                  </a:extLst>
                </a:gridCol>
              </a:tblGrid>
              <a:tr h="184785">
                <a:tc gridSpan="3">
                  <a:txBody>
                    <a:bodyPr/>
                    <a:lstStyle/>
                    <a:p>
                      <a:pPr marL="635" algn="ctr">
                        <a:lnSpc>
                          <a:spcPct val="107000"/>
                        </a:lnSpc>
                        <a:spcAft>
                          <a:spcPts val="800"/>
                        </a:spcAft>
                      </a:pPr>
                      <a:r>
                        <a:rPr lang="en-US" sz="1300">
                          <a:effectLst/>
                        </a:rPr>
                        <a:t>KETQUA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03863750"/>
                  </a:ext>
                </a:extLst>
              </a:tr>
              <a:tr h="184785">
                <a:tc>
                  <a:txBody>
                    <a:bodyPr/>
                    <a:lstStyle/>
                    <a:p>
                      <a:pPr marL="635" algn="ctr">
                        <a:lnSpc>
                          <a:spcPct val="107000"/>
                        </a:lnSpc>
                        <a:spcAft>
                          <a:spcPts val="800"/>
                        </a:spcAft>
                      </a:pPr>
                      <a:r>
                        <a:rPr lang="en-US" sz="1300" b="1" dirty="0">
                          <a:effectLst/>
                        </a:rPr>
                        <a:t>Column Name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300" b="1">
                          <a:effectLst/>
                        </a:rPr>
                        <a:t>Data Type</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635" algn="ctr">
                        <a:lnSpc>
                          <a:spcPct val="107000"/>
                        </a:lnSpc>
                        <a:spcAft>
                          <a:spcPts val="800"/>
                        </a:spcAft>
                      </a:pPr>
                      <a:r>
                        <a:rPr lang="en-US" sz="1300" b="1" dirty="0">
                          <a:effectLst/>
                        </a:rPr>
                        <a:t>Size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3449856"/>
                  </a:ext>
                </a:extLst>
              </a:tr>
              <a:tr h="185420">
                <a:tc>
                  <a:txBody>
                    <a:bodyPr/>
                    <a:lstStyle/>
                    <a:p>
                      <a:pPr marL="635">
                        <a:lnSpc>
                          <a:spcPct val="107000"/>
                        </a:lnSpc>
                        <a:spcAft>
                          <a:spcPts val="800"/>
                        </a:spcAft>
                      </a:pPr>
                      <a:r>
                        <a:rPr lang="en-US" sz="1300" u="sng">
                          <a:effectLst/>
                          <a:uFill>
                            <a:solidFill>
                              <a:srgbClr val="000000"/>
                            </a:solidFill>
                          </a:uFill>
                        </a:rPr>
                        <a:t>MaSV</a:t>
                      </a:r>
                      <a:r>
                        <a:rPr lang="en-US" sz="13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300">
                          <a:effectLst/>
                        </a:rPr>
                        <a:t>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270">
                        <a:lnSpc>
                          <a:spcPct val="107000"/>
                        </a:lnSpc>
                        <a:spcAft>
                          <a:spcPts val="800"/>
                        </a:spcAft>
                      </a:pPr>
                      <a:r>
                        <a:rPr lang="en-US" sz="1300">
                          <a:effectLst/>
                        </a:rPr>
                        <a:t>3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1264407"/>
                  </a:ext>
                </a:extLst>
              </a:tr>
              <a:tr h="176530">
                <a:tc>
                  <a:txBody>
                    <a:bodyPr/>
                    <a:lstStyle/>
                    <a:p>
                      <a:pPr marL="635">
                        <a:lnSpc>
                          <a:spcPct val="107000"/>
                        </a:lnSpc>
                        <a:spcAft>
                          <a:spcPts val="800"/>
                        </a:spcAft>
                      </a:pPr>
                      <a:r>
                        <a:rPr lang="en-US" sz="1300" u="sng">
                          <a:effectLst/>
                        </a:rPr>
                        <a:t>MaMH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300">
                          <a:effectLst/>
                        </a:rPr>
                        <a:t>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270">
                        <a:lnSpc>
                          <a:spcPct val="107000"/>
                        </a:lnSpc>
                        <a:spcAft>
                          <a:spcPts val="800"/>
                        </a:spcAft>
                      </a:pPr>
                      <a:r>
                        <a:rPr lang="en-US" sz="1300">
                          <a:effectLst/>
                        </a:rPr>
                        <a:t>2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2215229"/>
                  </a:ext>
                </a:extLst>
              </a:tr>
              <a:tr h="184785">
                <a:tc>
                  <a:txBody>
                    <a:bodyPr/>
                    <a:lstStyle/>
                    <a:p>
                      <a:pPr marL="635">
                        <a:lnSpc>
                          <a:spcPct val="107000"/>
                        </a:lnSpc>
                        <a:spcAft>
                          <a:spcPts val="800"/>
                        </a:spcAft>
                      </a:pPr>
                      <a:r>
                        <a:rPr lang="en-US" sz="1300" u="sng">
                          <a:effectLst/>
                        </a:rPr>
                        <a:t>LanThi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300">
                          <a:effectLst/>
                        </a:rPr>
                        <a:t>Tinyint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270">
                        <a:lnSpc>
                          <a:spcPct val="107000"/>
                        </a:lnSpc>
                        <a:spcAft>
                          <a:spcPts val="800"/>
                        </a:spcAft>
                      </a:pPr>
                      <a:r>
                        <a:rPr lang="en-US" sz="13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3760639"/>
                  </a:ext>
                </a:extLst>
              </a:tr>
              <a:tr h="192405">
                <a:tc>
                  <a:txBody>
                    <a:bodyPr/>
                    <a:lstStyle/>
                    <a:p>
                      <a:pPr marL="635">
                        <a:lnSpc>
                          <a:spcPct val="107000"/>
                        </a:lnSpc>
                        <a:spcAft>
                          <a:spcPts val="800"/>
                        </a:spcAft>
                      </a:pPr>
                      <a:r>
                        <a:rPr lang="en-US" sz="1300">
                          <a:effectLst/>
                        </a:rPr>
                        <a:t>Diem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635">
                        <a:lnSpc>
                          <a:spcPct val="107000"/>
                        </a:lnSpc>
                        <a:spcAft>
                          <a:spcPts val="800"/>
                        </a:spcAft>
                      </a:pPr>
                      <a:r>
                        <a:rPr lang="en-US" sz="1300">
                          <a:effectLst/>
                        </a:rPr>
                        <a:t>Decimal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300" dirty="0">
                          <a:effectLst/>
                        </a:rPr>
                        <a:t>4,2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82727361"/>
                  </a:ext>
                </a:extLst>
              </a:tr>
            </a:tbl>
          </a:graphicData>
        </a:graphic>
      </p:graphicFrame>
    </p:spTree>
    <p:extLst>
      <p:ext uri="{BB962C8B-B14F-4D97-AF65-F5344CB8AC3E}">
        <p14:creationId xmlns:p14="http://schemas.microsoft.com/office/powerpoint/2010/main" val="3181011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8F6D-8F3E-4C3D-A23A-37AD5ABA60AF}"/>
              </a:ext>
            </a:extLst>
          </p:cNvPr>
          <p:cNvSpPr>
            <a:spLocks noGrp="1"/>
          </p:cNvSpPr>
          <p:nvPr>
            <p:ph type="title"/>
          </p:nvPr>
        </p:nvSpPr>
        <p:spPr/>
        <p:txBody>
          <a:bodyPr/>
          <a:lstStyle/>
          <a:p>
            <a:r>
              <a:rPr lang="en-US" dirty="0" err="1"/>
              <a:t>Các</a:t>
            </a:r>
            <a:r>
              <a:rPr lang="en-US" dirty="0"/>
              <a:t> </a:t>
            </a:r>
            <a:r>
              <a:rPr lang="en-US" dirty="0" err="1"/>
              <a:t>lệnh</a:t>
            </a:r>
            <a:r>
              <a:rPr lang="en-US" dirty="0"/>
              <a:t> </a:t>
            </a:r>
            <a:r>
              <a:rPr lang="en-US" dirty="0" err="1"/>
              <a:t>kiểm</a:t>
            </a:r>
            <a:r>
              <a:rPr lang="en-US" dirty="0"/>
              <a:t> </a:t>
            </a:r>
            <a:r>
              <a:rPr lang="en-US" dirty="0" err="1"/>
              <a:t>tra</a:t>
            </a:r>
            <a:r>
              <a:rPr lang="en-US" dirty="0"/>
              <a:t> CSDL</a:t>
            </a:r>
          </a:p>
        </p:txBody>
      </p:sp>
      <p:sp>
        <p:nvSpPr>
          <p:cNvPr id="3" name="Content Placeholder 2">
            <a:extLst>
              <a:ext uri="{FF2B5EF4-FFF2-40B4-BE49-F238E27FC236}">
                <a16:creationId xmlns:a16="http://schemas.microsoft.com/office/drawing/2014/main" id="{1C3F5688-CB7E-48BA-ADF5-B6267FF43CFF}"/>
              </a:ext>
            </a:extLst>
          </p:cNvPr>
          <p:cNvSpPr>
            <a:spLocks noGrp="1"/>
          </p:cNvSpPr>
          <p:nvPr>
            <p:ph idx="1"/>
          </p:nvPr>
        </p:nvSpPr>
        <p:spPr>
          <a:xfrm>
            <a:off x="457200" y="1219200"/>
            <a:ext cx="8229600" cy="5284787"/>
          </a:xfrm>
        </p:spPr>
        <p:txBody>
          <a:bodyPr/>
          <a:lstStyle/>
          <a:p>
            <a:pPr>
              <a:spcBef>
                <a:spcPts val="0"/>
              </a:spcBef>
            </a:pPr>
            <a:r>
              <a:rPr lang="en-US" dirty="0" err="1"/>
              <a:t>Xem</a:t>
            </a:r>
            <a:r>
              <a:rPr lang="en-US" dirty="0"/>
              <a:t> </a:t>
            </a:r>
            <a:r>
              <a:rPr lang="en-US" dirty="0" err="1"/>
              <a:t>các</a:t>
            </a:r>
            <a:r>
              <a:rPr lang="en-US" dirty="0"/>
              <a:t> Database </a:t>
            </a:r>
            <a:r>
              <a:rPr lang="en-US" dirty="0" err="1"/>
              <a:t>đang</a:t>
            </a:r>
            <a:r>
              <a:rPr lang="en-US" dirty="0"/>
              <a:t> </a:t>
            </a:r>
            <a:r>
              <a:rPr lang="en-US" dirty="0" err="1"/>
              <a:t>tồn</a:t>
            </a:r>
            <a:r>
              <a:rPr lang="en-US" dirty="0"/>
              <a:t> </a:t>
            </a:r>
            <a:r>
              <a:rPr lang="en-US" dirty="0" err="1"/>
              <a:t>tại</a:t>
            </a:r>
            <a:r>
              <a:rPr lang="en-US" dirty="0"/>
              <a:t> </a:t>
            </a:r>
            <a:r>
              <a:rPr lang="en-US" dirty="0" err="1"/>
              <a:t>trong</a:t>
            </a:r>
            <a:r>
              <a:rPr lang="en-US" dirty="0"/>
              <a:t> SQL Server</a:t>
            </a:r>
          </a:p>
          <a:p>
            <a:pPr marL="0" indent="0">
              <a:spcBef>
                <a:spcPts val="0"/>
              </a:spcBef>
              <a:buNone/>
            </a:pPr>
            <a:r>
              <a:rPr lang="en-US" dirty="0"/>
              <a:t>	</a:t>
            </a:r>
            <a:r>
              <a:rPr lang="en-US" i="1" dirty="0" err="1">
                <a:solidFill>
                  <a:srgbClr val="0000CC"/>
                </a:solidFill>
              </a:rPr>
              <a:t>sp_databases</a:t>
            </a:r>
            <a:endParaRPr lang="en-US" i="1" dirty="0">
              <a:solidFill>
                <a:srgbClr val="0000CC"/>
              </a:solidFill>
            </a:endParaRPr>
          </a:p>
          <a:p>
            <a:pPr>
              <a:spcBef>
                <a:spcPts val="0"/>
              </a:spcBef>
            </a:pPr>
            <a:r>
              <a:rPr lang="en-US" dirty="0" err="1"/>
              <a:t>Xem</a:t>
            </a:r>
            <a:r>
              <a:rPr lang="en-US" dirty="0"/>
              <a:t> </a:t>
            </a:r>
            <a:r>
              <a:rPr lang="en-US" dirty="0" err="1"/>
              <a:t>các</a:t>
            </a:r>
            <a:r>
              <a:rPr lang="en-US" dirty="0"/>
              <a:t> Table </a:t>
            </a:r>
            <a:r>
              <a:rPr lang="en-US" dirty="0" err="1"/>
              <a:t>đã</a:t>
            </a:r>
            <a:r>
              <a:rPr lang="en-US" dirty="0"/>
              <a:t> </a:t>
            </a:r>
            <a:r>
              <a:rPr lang="en-US" dirty="0" err="1"/>
              <a:t>tạo</a:t>
            </a:r>
            <a:r>
              <a:rPr lang="en-US" dirty="0"/>
              <a:t> </a:t>
            </a:r>
            <a:r>
              <a:rPr lang="en-US" dirty="0" err="1"/>
              <a:t>trong</a:t>
            </a:r>
            <a:r>
              <a:rPr lang="en-US" dirty="0"/>
              <a:t> Database</a:t>
            </a:r>
          </a:p>
          <a:p>
            <a:pPr marL="0" indent="0">
              <a:spcBef>
                <a:spcPts val="0"/>
              </a:spcBef>
              <a:buNone/>
            </a:pPr>
            <a:r>
              <a:rPr lang="en-US" dirty="0"/>
              <a:t>	</a:t>
            </a:r>
            <a:r>
              <a:rPr lang="en-US" i="1" dirty="0" err="1">
                <a:solidFill>
                  <a:srgbClr val="0000CC"/>
                </a:solidFill>
              </a:rPr>
              <a:t>sp_tables</a:t>
            </a:r>
            <a:endParaRPr lang="en-US" i="1" dirty="0">
              <a:solidFill>
                <a:srgbClr val="0000CC"/>
              </a:solidFill>
            </a:endParaRPr>
          </a:p>
          <a:p>
            <a:pPr>
              <a:spcBef>
                <a:spcPts val="0"/>
              </a:spcBef>
            </a:pPr>
            <a:r>
              <a:rPr lang="en-US" dirty="0" err="1"/>
              <a:t>Xem</a:t>
            </a:r>
            <a:r>
              <a:rPr lang="en-US" dirty="0"/>
              <a:t> </a:t>
            </a:r>
            <a:r>
              <a:rPr lang="en-US" dirty="0" err="1"/>
              <a:t>các</a:t>
            </a:r>
            <a:r>
              <a:rPr lang="en-US" dirty="0"/>
              <a:t> Attribute </a:t>
            </a:r>
            <a:r>
              <a:rPr lang="en-US" dirty="0" err="1"/>
              <a:t>trong</a:t>
            </a:r>
            <a:r>
              <a:rPr lang="en-US" dirty="0"/>
              <a:t> Table</a:t>
            </a:r>
          </a:p>
          <a:p>
            <a:pPr marL="0" indent="0">
              <a:spcBef>
                <a:spcPts val="0"/>
              </a:spcBef>
              <a:buNone/>
            </a:pPr>
            <a:r>
              <a:rPr lang="en-US" dirty="0"/>
              <a:t>	</a:t>
            </a:r>
            <a:r>
              <a:rPr lang="en-US" i="1" dirty="0" err="1">
                <a:solidFill>
                  <a:srgbClr val="0000CC"/>
                </a:solidFill>
              </a:rPr>
              <a:t>sp_columns</a:t>
            </a:r>
            <a:r>
              <a:rPr lang="en-US" i="1" dirty="0">
                <a:solidFill>
                  <a:srgbClr val="0000CC"/>
                </a:solidFill>
              </a:rPr>
              <a:t> &lt;</a:t>
            </a:r>
            <a:r>
              <a:rPr lang="en-US" i="1" dirty="0" err="1">
                <a:solidFill>
                  <a:srgbClr val="0000CC"/>
                </a:solidFill>
              </a:rPr>
              <a:t>TableName</a:t>
            </a:r>
            <a:r>
              <a:rPr lang="en-US" i="1" dirty="0">
                <a:solidFill>
                  <a:srgbClr val="0000CC"/>
                </a:solidFill>
              </a:rPr>
              <a:t>&gt;</a:t>
            </a:r>
          </a:p>
          <a:p>
            <a:pPr marL="0" indent="0">
              <a:spcBef>
                <a:spcPts val="0"/>
              </a:spcBef>
              <a:buNone/>
            </a:pPr>
            <a:r>
              <a:rPr lang="en-US" i="1" dirty="0">
                <a:solidFill>
                  <a:srgbClr val="0000CC"/>
                </a:solidFill>
              </a:rPr>
              <a:t>	VD: </a:t>
            </a:r>
            <a:r>
              <a:rPr lang="en-US" i="1" dirty="0" err="1">
                <a:solidFill>
                  <a:srgbClr val="0000CC"/>
                </a:solidFill>
              </a:rPr>
              <a:t>sp_columns</a:t>
            </a:r>
            <a:r>
              <a:rPr lang="en-US" i="1" dirty="0">
                <a:solidFill>
                  <a:srgbClr val="0000CC"/>
                </a:solidFill>
              </a:rPr>
              <a:t> </a:t>
            </a:r>
            <a:r>
              <a:rPr lang="en-US" i="1" dirty="0" err="1">
                <a:solidFill>
                  <a:srgbClr val="0000CC"/>
                </a:solidFill>
              </a:rPr>
              <a:t>NhanVien</a:t>
            </a:r>
            <a:endParaRPr lang="en-US" i="1" dirty="0">
              <a:solidFill>
                <a:srgbClr val="0000CC"/>
              </a:solidFill>
            </a:endParaRPr>
          </a:p>
          <a:p>
            <a:pPr>
              <a:spcBef>
                <a:spcPts val="0"/>
              </a:spcBef>
            </a:pPr>
            <a:r>
              <a:rPr lang="en-US" dirty="0" err="1"/>
              <a:t>Xem</a:t>
            </a:r>
            <a:r>
              <a:rPr lang="en-US" dirty="0"/>
              <a:t> </a:t>
            </a:r>
            <a:r>
              <a:rPr lang="en-US" dirty="0" err="1"/>
              <a:t>khóa</a:t>
            </a:r>
            <a:r>
              <a:rPr lang="en-US" dirty="0"/>
              <a:t> </a:t>
            </a:r>
            <a:r>
              <a:rPr lang="en-US" dirty="0" err="1"/>
              <a:t>chính</a:t>
            </a:r>
            <a:r>
              <a:rPr lang="en-US" dirty="0"/>
              <a:t> </a:t>
            </a:r>
            <a:r>
              <a:rPr lang="en-US" dirty="0" err="1"/>
              <a:t>của</a:t>
            </a:r>
            <a:r>
              <a:rPr lang="en-US" dirty="0"/>
              <a:t> Table</a:t>
            </a:r>
          </a:p>
          <a:p>
            <a:pPr marL="0" indent="0">
              <a:spcBef>
                <a:spcPts val="0"/>
              </a:spcBef>
              <a:buNone/>
            </a:pPr>
            <a:r>
              <a:rPr lang="en-US" dirty="0"/>
              <a:t>	</a:t>
            </a:r>
            <a:r>
              <a:rPr lang="en-US" i="1" dirty="0" err="1">
                <a:solidFill>
                  <a:srgbClr val="0000CC"/>
                </a:solidFill>
              </a:rPr>
              <a:t>sp_pkeys</a:t>
            </a:r>
            <a:r>
              <a:rPr lang="en-US" i="1" dirty="0">
                <a:solidFill>
                  <a:srgbClr val="0000CC"/>
                </a:solidFill>
              </a:rPr>
              <a:t> &lt;</a:t>
            </a:r>
            <a:r>
              <a:rPr lang="en-US" i="1" dirty="0" err="1">
                <a:solidFill>
                  <a:srgbClr val="0000CC"/>
                </a:solidFill>
              </a:rPr>
              <a:t>TableName</a:t>
            </a:r>
            <a:r>
              <a:rPr lang="en-US" i="1" dirty="0">
                <a:solidFill>
                  <a:srgbClr val="0000CC"/>
                </a:solidFill>
              </a:rPr>
              <a:t>&gt;</a:t>
            </a:r>
          </a:p>
          <a:p>
            <a:pPr marL="0" indent="0">
              <a:spcBef>
                <a:spcPts val="0"/>
              </a:spcBef>
              <a:buNone/>
            </a:pPr>
            <a:r>
              <a:rPr lang="en-US" i="1" dirty="0">
                <a:solidFill>
                  <a:srgbClr val="0000CC"/>
                </a:solidFill>
              </a:rPr>
              <a:t>	VD: </a:t>
            </a:r>
            <a:r>
              <a:rPr lang="en-US" i="1" dirty="0" err="1">
                <a:solidFill>
                  <a:srgbClr val="0000CC"/>
                </a:solidFill>
              </a:rPr>
              <a:t>sp_pkeys</a:t>
            </a:r>
            <a:r>
              <a:rPr lang="en-US" i="1" dirty="0">
                <a:solidFill>
                  <a:srgbClr val="0000CC"/>
                </a:solidFill>
              </a:rPr>
              <a:t> </a:t>
            </a:r>
            <a:r>
              <a:rPr lang="en-US" i="1" dirty="0" err="1">
                <a:solidFill>
                  <a:srgbClr val="0000CC"/>
                </a:solidFill>
              </a:rPr>
              <a:t>PhanCong</a:t>
            </a:r>
            <a:endParaRPr lang="en-US" i="1" dirty="0">
              <a:solidFill>
                <a:srgbClr val="0000CC"/>
              </a:solidFill>
            </a:endParaRPr>
          </a:p>
          <a:p>
            <a:pPr>
              <a:spcBef>
                <a:spcPts val="0"/>
              </a:spcBef>
            </a:pPr>
            <a:r>
              <a:rPr lang="en-US" dirty="0" err="1"/>
              <a:t>Xem</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trong</a:t>
            </a:r>
            <a:r>
              <a:rPr lang="en-US" dirty="0"/>
              <a:t> Table</a:t>
            </a:r>
          </a:p>
          <a:p>
            <a:pPr marL="0" indent="0">
              <a:spcBef>
                <a:spcPts val="0"/>
              </a:spcBef>
              <a:buNone/>
            </a:pPr>
            <a:r>
              <a:rPr lang="en-US" dirty="0"/>
              <a:t>	</a:t>
            </a:r>
            <a:r>
              <a:rPr lang="en-US" i="1" dirty="0" err="1">
                <a:solidFill>
                  <a:srgbClr val="0000CC"/>
                </a:solidFill>
              </a:rPr>
              <a:t>sp_helpconstraint</a:t>
            </a:r>
            <a:r>
              <a:rPr lang="en-US" i="1" dirty="0">
                <a:solidFill>
                  <a:srgbClr val="0000CC"/>
                </a:solidFill>
              </a:rPr>
              <a:t> &lt;</a:t>
            </a:r>
            <a:r>
              <a:rPr lang="en-US" i="1" dirty="0" err="1">
                <a:solidFill>
                  <a:srgbClr val="0000CC"/>
                </a:solidFill>
              </a:rPr>
              <a:t>TableName</a:t>
            </a:r>
            <a:r>
              <a:rPr lang="en-US" i="1" dirty="0">
                <a:solidFill>
                  <a:srgbClr val="0000CC"/>
                </a:solidFill>
              </a:rPr>
              <a:t>&gt;</a:t>
            </a:r>
          </a:p>
          <a:p>
            <a:pPr marL="0" indent="0">
              <a:spcBef>
                <a:spcPts val="0"/>
              </a:spcBef>
              <a:buNone/>
            </a:pPr>
            <a:r>
              <a:rPr lang="en-US" i="1" dirty="0">
                <a:solidFill>
                  <a:srgbClr val="0000CC"/>
                </a:solidFill>
              </a:rPr>
              <a:t>	VD: </a:t>
            </a:r>
            <a:r>
              <a:rPr lang="en-US" i="1" dirty="0" err="1">
                <a:solidFill>
                  <a:srgbClr val="0000CC"/>
                </a:solidFill>
              </a:rPr>
              <a:t>sp_helpconstraint</a:t>
            </a:r>
            <a:r>
              <a:rPr lang="en-US" i="1" dirty="0">
                <a:solidFill>
                  <a:srgbClr val="0000CC"/>
                </a:solidFill>
              </a:rPr>
              <a:t> </a:t>
            </a:r>
            <a:r>
              <a:rPr lang="en-US" i="1" dirty="0" err="1">
                <a:solidFill>
                  <a:srgbClr val="0000CC"/>
                </a:solidFill>
              </a:rPr>
              <a:t>NhanVien</a:t>
            </a:r>
            <a:endParaRPr lang="en-US" i="1" dirty="0">
              <a:solidFill>
                <a:srgbClr val="0000CC"/>
              </a:solidFill>
            </a:endParaRPr>
          </a:p>
        </p:txBody>
      </p:sp>
      <p:sp>
        <p:nvSpPr>
          <p:cNvPr id="4" name="Date Placeholder 3">
            <a:extLst>
              <a:ext uri="{FF2B5EF4-FFF2-40B4-BE49-F238E27FC236}">
                <a16:creationId xmlns:a16="http://schemas.microsoft.com/office/drawing/2014/main" id="{3B027142-8AE5-4999-B274-3699A0644980}"/>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021AF78E-7C42-487E-A1F3-60B9C64C55FC}"/>
              </a:ext>
            </a:extLst>
          </p:cNvPr>
          <p:cNvSpPr>
            <a:spLocks noGrp="1"/>
          </p:cNvSpPr>
          <p:nvPr>
            <p:ph type="sldNum" sz="quarter" idx="12"/>
          </p:nvPr>
        </p:nvSpPr>
        <p:spPr/>
        <p:txBody>
          <a:bodyPr/>
          <a:lstStyle/>
          <a:p>
            <a:fld id="{BC6CB274-F3ED-4F22-9D3A-C5E5218A09E0}" type="slidenum">
              <a:rPr lang="en-US" altLang="en-US" smtClean="0"/>
              <a:pPr/>
              <a:t>26</a:t>
            </a:fld>
            <a:endParaRPr lang="en-US" altLang="en-US"/>
          </a:p>
        </p:txBody>
      </p:sp>
    </p:spTree>
    <p:extLst>
      <p:ext uri="{BB962C8B-B14F-4D97-AF65-F5344CB8AC3E}">
        <p14:creationId xmlns:p14="http://schemas.microsoft.com/office/powerpoint/2010/main" val="186113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BA3DB09B-F8F1-43F0-9355-2B2C32B0F52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0723" name="Slide Number Placeholder 5">
            <a:extLst>
              <a:ext uri="{FF2B5EF4-FFF2-40B4-BE49-F238E27FC236}">
                <a16:creationId xmlns:a16="http://schemas.microsoft.com/office/drawing/2014/main" id="{0CCD2AE4-FFF0-4634-8454-0EEE6C6F27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8E4BC135-734F-47B7-B651-BE07187E1FF2}" type="slidenum">
              <a:rPr lang="en-US" altLang="en-US" sz="1000"/>
              <a:pPr algn="r">
                <a:spcBef>
                  <a:spcPct val="0"/>
                </a:spcBef>
                <a:buClrTx/>
                <a:buFontTx/>
                <a:buNone/>
              </a:pPr>
              <a:t>27</a:t>
            </a:fld>
            <a:endParaRPr lang="en-US" altLang="en-US" sz="1000"/>
          </a:p>
        </p:txBody>
      </p:sp>
      <p:sp>
        <p:nvSpPr>
          <p:cNvPr id="30724" name="Rectangle 2">
            <a:extLst>
              <a:ext uri="{FF2B5EF4-FFF2-40B4-BE49-F238E27FC236}">
                <a16:creationId xmlns:a16="http://schemas.microsoft.com/office/drawing/2014/main" id="{4844A367-3F5D-4F19-935B-7A97CD03B371}"/>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sửa bảng</a:t>
            </a:r>
          </a:p>
        </p:txBody>
      </p:sp>
      <p:sp>
        <p:nvSpPr>
          <p:cNvPr id="30725" name="Rectangle 3">
            <a:extLst>
              <a:ext uri="{FF2B5EF4-FFF2-40B4-BE49-F238E27FC236}">
                <a16:creationId xmlns:a16="http://schemas.microsoft.com/office/drawing/2014/main" id="{5695AF60-D300-4E39-A29D-DF61457AB6F2}"/>
              </a:ext>
            </a:extLst>
          </p:cNvPr>
          <p:cNvSpPr>
            <a:spLocks noGrp="1" noChangeArrowheads="1"/>
          </p:cNvSpPr>
          <p:nvPr>
            <p:ph type="body" idx="1"/>
          </p:nvPr>
        </p:nvSpPr>
        <p:spPr>
          <a:xfrm>
            <a:off x="457200" y="1219200"/>
            <a:ext cx="8229600" cy="5105400"/>
          </a:xfrm>
        </p:spPr>
        <p:txBody>
          <a:bodyPr/>
          <a:lstStyle/>
          <a:p>
            <a:pPr eaLnBrk="1" hangingPunct="1"/>
            <a:r>
              <a:rPr lang="en-US" altLang="en-US"/>
              <a:t>Được dùng để </a:t>
            </a:r>
          </a:p>
          <a:p>
            <a:pPr lvl="1" eaLnBrk="1" hangingPunct="1"/>
            <a:r>
              <a:rPr lang="en-US" altLang="en-US"/>
              <a:t>Thay đổi cấu trúc bảng </a:t>
            </a:r>
          </a:p>
          <a:p>
            <a:pPr lvl="1" eaLnBrk="1" hangingPunct="1"/>
            <a:r>
              <a:rPr lang="en-US" altLang="en-US"/>
              <a:t>Thay đổi RBTV</a:t>
            </a:r>
          </a:p>
          <a:p>
            <a:pPr lvl="2" eaLnBrk="1" hangingPunct="1"/>
            <a:endParaRPr lang="en-US" altLang="en-US"/>
          </a:p>
          <a:p>
            <a:pPr lvl="2" eaLnBrk="1" hangingPunct="1"/>
            <a:endParaRPr lang="en-US" altLang="en-US"/>
          </a:p>
          <a:p>
            <a:pPr eaLnBrk="1" hangingPunct="1"/>
            <a:r>
              <a:rPr lang="en-US" altLang="en-US"/>
              <a:t>Thêm cột</a:t>
            </a:r>
          </a:p>
          <a:p>
            <a:pPr lvl="2" eaLnBrk="1" hangingPunct="1"/>
            <a:endParaRPr lang="en-US" altLang="en-US"/>
          </a:p>
          <a:p>
            <a:pPr lvl="2" eaLnBrk="1" hangingPunct="1"/>
            <a:endParaRPr lang="en-US" altLang="en-US"/>
          </a:p>
          <a:p>
            <a:pPr eaLnBrk="1" hangingPunct="1"/>
            <a:r>
              <a:rPr lang="en-US" altLang="en-US"/>
              <a:t>Xóa cột</a:t>
            </a:r>
          </a:p>
          <a:p>
            <a:pPr lvl="2" eaLnBrk="1" hangingPunct="1"/>
            <a:endParaRPr lang="en-US" altLang="en-US"/>
          </a:p>
          <a:p>
            <a:pPr lvl="2" eaLnBrk="1" hangingPunct="1"/>
            <a:endParaRPr lang="en-US" altLang="en-US"/>
          </a:p>
          <a:p>
            <a:pPr eaLnBrk="1" hangingPunct="1"/>
            <a:r>
              <a:rPr lang="en-US" altLang="en-US"/>
              <a:t>Mở rộng cột</a:t>
            </a:r>
          </a:p>
        </p:txBody>
      </p:sp>
      <p:sp>
        <p:nvSpPr>
          <p:cNvPr id="30726" name="Text Box 4">
            <a:extLst>
              <a:ext uri="{FF2B5EF4-FFF2-40B4-BE49-F238E27FC236}">
                <a16:creationId xmlns:a16="http://schemas.microsoft.com/office/drawing/2014/main" id="{854DA2B4-EBF3-4A4E-8075-6CB41C2F703F}"/>
              </a:ext>
            </a:extLst>
          </p:cNvPr>
          <p:cNvSpPr txBox="1">
            <a:spLocks noChangeArrowheads="1"/>
          </p:cNvSpPr>
          <p:nvPr/>
        </p:nvSpPr>
        <p:spPr bwMode="auto">
          <a:xfrm>
            <a:off x="2971800" y="3276600"/>
            <a:ext cx="5410200" cy="65405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ALTER TABLE</a:t>
            </a:r>
            <a:r>
              <a:rPr lang="en-US" altLang="en-US" sz="1800">
                <a:latin typeface="Tahoma" panose="020B0604030504040204" pitchFamily="34" charset="0"/>
              </a:rPr>
              <a:t> &lt;Tên_bảng&gt; </a:t>
            </a:r>
            <a:r>
              <a:rPr lang="en-US" altLang="en-US" sz="1800" b="1">
                <a:latin typeface="Tahoma" panose="020B0604030504040204" pitchFamily="34" charset="0"/>
              </a:rPr>
              <a:t>ADD 	</a:t>
            </a:r>
            <a:r>
              <a:rPr lang="en-US" altLang="en-US" sz="1800">
                <a:latin typeface="Tahoma" panose="020B0604030504040204" pitchFamily="34" charset="0"/>
              </a:rPr>
              <a:t>&lt;Tên_cột&gt; &lt;Kiểu_dữ_liệu&gt; [&lt;RBTV&gt;]</a:t>
            </a:r>
          </a:p>
        </p:txBody>
      </p:sp>
      <p:sp>
        <p:nvSpPr>
          <p:cNvPr id="30727" name="Text Box 5">
            <a:extLst>
              <a:ext uri="{FF2B5EF4-FFF2-40B4-BE49-F238E27FC236}">
                <a16:creationId xmlns:a16="http://schemas.microsoft.com/office/drawing/2014/main" id="{4847E300-AEE3-4B0A-90DA-33A55F3BFC77}"/>
              </a:ext>
            </a:extLst>
          </p:cNvPr>
          <p:cNvSpPr txBox="1">
            <a:spLocks noChangeArrowheads="1"/>
          </p:cNvSpPr>
          <p:nvPr/>
        </p:nvSpPr>
        <p:spPr bwMode="auto">
          <a:xfrm>
            <a:off x="2590800" y="4497388"/>
            <a:ext cx="6172200" cy="379412"/>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ALTER TABLE</a:t>
            </a:r>
            <a:r>
              <a:rPr lang="en-US" altLang="en-US" sz="1800">
                <a:latin typeface="Tahoma" panose="020B0604030504040204" pitchFamily="34" charset="0"/>
              </a:rPr>
              <a:t> &lt;Tên_bảng&gt; </a:t>
            </a:r>
            <a:r>
              <a:rPr lang="en-US" altLang="en-US" sz="1800" b="1">
                <a:latin typeface="Tahoma" panose="020B0604030504040204" pitchFamily="34" charset="0"/>
              </a:rPr>
              <a:t>DROP COLUMN </a:t>
            </a:r>
            <a:r>
              <a:rPr lang="en-US" altLang="en-US" sz="1800">
                <a:latin typeface="Tahoma" panose="020B0604030504040204" pitchFamily="34" charset="0"/>
              </a:rPr>
              <a:t>&lt;Tên_cột&gt; </a:t>
            </a:r>
          </a:p>
        </p:txBody>
      </p:sp>
      <p:sp>
        <p:nvSpPr>
          <p:cNvPr id="30728" name="Text Box 6">
            <a:extLst>
              <a:ext uri="{FF2B5EF4-FFF2-40B4-BE49-F238E27FC236}">
                <a16:creationId xmlns:a16="http://schemas.microsoft.com/office/drawing/2014/main" id="{71F73936-2143-4874-82CF-43107F085743}"/>
              </a:ext>
            </a:extLst>
          </p:cNvPr>
          <p:cNvSpPr txBox="1">
            <a:spLocks noChangeArrowheads="1"/>
          </p:cNvSpPr>
          <p:nvPr/>
        </p:nvSpPr>
        <p:spPr bwMode="auto">
          <a:xfrm>
            <a:off x="3048000" y="5562600"/>
            <a:ext cx="5181600" cy="65405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ALTER TABLE</a:t>
            </a:r>
            <a:r>
              <a:rPr lang="en-US" altLang="en-US" sz="1800">
                <a:latin typeface="Tahoma" panose="020B0604030504040204" pitchFamily="34" charset="0"/>
              </a:rPr>
              <a:t> &lt;Tên_bảng&gt; </a:t>
            </a:r>
            <a:r>
              <a:rPr lang="en-US" altLang="en-US" sz="1800" b="1">
                <a:latin typeface="Tahoma" panose="020B0604030504040204" pitchFamily="34" charset="0"/>
              </a:rPr>
              <a:t>ALTER COLUMN</a:t>
            </a:r>
            <a:br>
              <a:rPr lang="en-US" altLang="en-US" sz="1800" b="1">
                <a:latin typeface="Tahoma" panose="020B0604030504040204" pitchFamily="34" charset="0"/>
              </a:rPr>
            </a:br>
            <a:r>
              <a:rPr lang="en-US" altLang="en-US" sz="1800" b="1">
                <a:latin typeface="Tahoma" panose="020B0604030504040204" pitchFamily="34" charset="0"/>
              </a:rPr>
              <a:t>	</a:t>
            </a:r>
            <a:r>
              <a:rPr lang="en-US" altLang="en-US" sz="1800">
                <a:latin typeface="Tahoma" panose="020B0604030504040204" pitchFamily="34" charset="0"/>
              </a:rPr>
              <a:t>&lt;Tên_cột&gt; &lt;Kiểu_dữ_liệu_mới&gt;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0EABCBFA-7C9A-4523-B638-DDEAB0CA0607}"/>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2771" name="Slide Number Placeholder 5">
            <a:extLst>
              <a:ext uri="{FF2B5EF4-FFF2-40B4-BE49-F238E27FC236}">
                <a16:creationId xmlns:a16="http://schemas.microsoft.com/office/drawing/2014/main" id="{9B717286-800C-4AC2-9F1D-060634D750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A7C69B5-9540-4C49-91FD-E655737F49F6}" type="slidenum">
              <a:rPr lang="en-US" altLang="en-US" sz="1000"/>
              <a:pPr algn="r">
                <a:spcBef>
                  <a:spcPct val="0"/>
                </a:spcBef>
                <a:buClrTx/>
                <a:buFontTx/>
                <a:buNone/>
              </a:pPr>
              <a:t>28</a:t>
            </a:fld>
            <a:endParaRPr lang="en-US" altLang="en-US" sz="1000"/>
          </a:p>
        </p:txBody>
      </p:sp>
      <p:sp>
        <p:nvSpPr>
          <p:cNvPr id="32772" name="Rectangle 2">
            <a:extLst>
              <a:ext uri="{FF2B5EF4-FFF2-40B4-BE49-F238E27FC236}">
                <a16:creationId xmlns:a16="http://schemas.microsoft.com/office/drawing/2014/main" id="{71685919-1C14-4B87-BB48-4DAF742E2C99}"/>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sửa bảng (tt)</a:t>
            </a:r>
          </a:p>
        </p:txBody>
      </p:sp>
      <p:sp>
        <p:nvSpPr>
          <p:cNvPr id="32773" name="Rectangle 3">
            <a:extLst>
              <a:ext uri="{FF2B5EF4-FFF2-40B4-BE49-F238E27FC236}">
                <a16:creationId xmlns:a16="http://schemas.microsoft.com/office/drawing/2014/main" id="{C24DCEEA-C59F-46EC-886D-AF2F268289DF}"/>
              </a:ext>
            </a:extLst>
          </p:cNvPr>
          <p:cNvSpPr>
            <a:spLocks noGrp="1" noChangeArrowheads="1"/>
          </p:cNvSpPr>
          <p:nvPr>
            <p:ph type="body" idx="1"/>
          </p:nvPr>
        </p:nvSpPr>
        <p:spPr>
          <a:xfrm>
            <a:off x="457200" y="1295400"/>
            <a:ext cx="8229600" cy="5105400"/>
          </a:xfrm>
        </p:spPr>
        <p:txBody>
          <a:bodyPr/>
          <a:lstStyle/>
          <a:p>
            <a:pPr eaLnBrk="1" hangingPunct="1"/>
            <a:r>
              <a:rPr lang="en-US" altLang="en-US"/>
              <a:t>Thêm RBTV</a:t>
            </a:r>
          </a:p>
          <a:p>
            <a:pPr lvl="2" eaLnBrk="1" hangingPunct="1"/>
            <a:endParaRPr lang="en-US" altLang="en-US"/>
          </a:p>
          <a:p>
            <a:pPr lvl="2" eaLnBrk="1" hangingPunct="1"/>
            <a:endParaRPr lang="en-US" altLang="en-US"/>
          </a:p>
          <a:p>
            <a:pPr lvl="2" eaLnBrk="1" hangingPunct="1"/>
            <a:endParaRPr lang="en-US" altLang="en-US"/>
          </a:p>
          <a:p>
            <a:pPr lvl="2" eaLnBrk="1" hangingPunct="1"/>
            <a:endParaRPr lang="en-US" altLang="en-US"/>
          </a:p>
          <a:p>
            <a:pPr lvl="2" eaLnBrk="1" hangingPunct="1"/>
            <a:endParaRPr lang="en-US" altLang="en-US"/>
          </a:p>
          <a:p>
            <a:pPr eaLnBrk="1" hangingPunct="1"/>
            <a:r>
              <a:rPr lang="en-US" altLang="en-US"/>
              <a:t>Xóa RBTV</a:t>
            </a:r>
          </a:p>
          <a:p>
            <a:pPr lvl="2" eaLnBrk="1" hangingPunct="1"/>
            <a:endParaRPr lang="en-US" altLang="en-US"/>
          </a:p>
          <a:p>
            <a:pPr lvl="2" eaLnBrk="1" hangingPunct="1"/>
            <a:endParaRPr lang="en-US" altLang="en-US"/>
          </a:p>
          <a:p>
            <a:pPr eaLnBrk="1" hangingPunct="1">
              <a:buFont typeface="Wingdings 2" panose="05020102010507070707" pitchFamily="18" charset="2"/>
              <a:buNone/>
            </a:pPr>
            <a:endParaRPr lang="en-US" altLang="en-US"/>
          </a:p>
        </p:txBody>
      </p:sp>
      <p:sp>
        <p:nvSpPr>
          <p:cNvPr id="32774" name="Text Box 4">
            <a:extLst>
              <a:ext uri="{FF2B5EF4-FFF2-40B4-BE49-F238E27FC236}">
                <a16:creationId xmlns:a16="http://schemas.microsoft.com/office/drawing/2014/main" id="{AF338A82-37B3-4FB2-87C3-2FB9ED0BB36F}"/>
              </a:ext>
            </a:extLst>
          </p:cNvPr>
          <p:cNvSpPr txBox="1">
            <a:spLocks noChangeArrowheads="1"/>
          </p:cNvSpPr>
          <p:nvPr/>
        </p:nvSpPr>
        <p:spPr bwMode="auto">
          <a:xfrm>
            <a:off x="1066800" y="1905000"/>
            <a:ext cx="5410200" cy="147955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ALTER TABLE</a:t>
            </a:r>
            <a:r>
              <a:rPr lang="en-US" altLang="en-US" sz="1800">
                <a:latin typeface="Tahoma" panose="020B0604030504040204" pitchFamily="34" charset="0"/>
              </a:rPr>
              <a:t> &lt;Tên_bảng&gt; </a:t>
            </a:r>
            <a:r>
              <a:rPr lang="en-US" altLang="en-US" sz="1800" b="1">
                <a:latin typeface="Tahoma" panose="020B0604030504040204" pitchFamily="34" charset="0"/>
              </a:rPr>
              <a:t>ADD</a:t>
            </a:r>
            <a:br>
              <a:rPr lang="en-US" altLang="en-US" sz="1800" b="1">
                <a:latin typeface="Tahoma" panose="020B0604030504040204" pitchFamily="34" charset="0"/>
              </a:rPr>
            </a:br>
            <a:r>
              <a:rPr lang="en-US" altLang="en-US" sz="1800" b="1">
                <a:latin typeface="Tahoma" panose="020B0604030504040204" pitchFamily="34" charset="0"/>
              </a:rPr>
              <a:t>	CONSTRAINT</a:t>
            </a:r>
            <a:r>
              <a:rPr lang="en-US" altLang="en-US" sz="1800">
                <a:latin typeface="Tahoma" panose="020B0604030504040204" pitchFamily="34" charset="0"/>
              </a:rPr>
              <a:t> &lt;Ten_RBTV&gt; &lt;RBTV&gt;,</a:t>
            </a:r>
          </a:p>
          <a:p>
            <a:pPr algn="l" eaLnBrk="1" hangingPunct="1">
              <a:spcBef>
                <a:spcPct val="50000"/>
              </a:spcBef>
              <a:buClrTx/>
              <a:buFontTx/>
              <a:buNone/>
            </a:pPr>
            <a:r>
              <a:rPr lang="en-US" altLang="en-US" sz="1800">
                <a:latin typeface="Tahoma" panose="020B0604030504040204" pitchFamily="34" charset="0"/>
              </a:rPr>
              <a:t>	</a:t>
            </a:r>
            <a:r>
              <a:rPr lang="en-US" altLang="en-US" sz="1800" b="1">
                <a:latin typeface="Tahoma" panose="020B0604030504040204" pitchFamily="34" charset="0"/>
              </a:rPr>
              <a:t>CONSTRAINT</a:t>
            </a:r>
            <a:r>
              <a:rPr lang="en-US" altLang="en-US" sz="1800">
                <a:latin typeface="Tahoma" panose="020B0604030504040204" pitchFamily="34" charset="0"/>
              </a:rPr>
              <a:t> &lt;Ten_RBTV&gt; &lt;RBTV&gt;,</a:t>
            </a:r>
          </a:p>
          <a:p>
            <a:pPr algn="l" eaLnBrk="1" hangingPunct="1">
              <a:spcBef>
                <a:spcPct val="50000"/>
              </a:spcBef>
              <a:buClrTx/>
              <a:buFontTx/>
              <a:buNone/>
            </a:pPr>
            <a:r>
              <a:rPr lang="en-US" altLang="en-US" sz="1800">
                <a:latin typeface="Tahoma" panose="020B0604030504040204" pitchFamily="34" charset="0"/>
              </a:rPr>
              <a:t>	…</a:t>
            </a:r>
          </a:p>
        </p:txBody>
      </p:sp>
      <p:sp>
        <p:nvSpPr>
          <p:cNvPr id="32775" name="Text Box 5">
            <a:extLst>
              <a:ext uri="{FF2B5EF4-FFF2-40B4-BE49-F238E27FC236}">
                <a16:creationId xmlns:a16="http://schemas.microsoft.com/office/drawing/2014/main" id="{F914DCA6-D5B1-4C8D-BBFB-32A238BC124B}"/>
              </a:ext>
            </a:extLst>
          </p:cNvPr>
          <p:cNvSpPr txBox="1">
            <a:spLocks noChangeArrowheads="1"/>
          </p:cNvSpPr>
          <p:nvPr/>
        </p:nvSpPr>
        <p:spPr bwMode="auto">
          <a:xfrm>
            <a:off x="1066800" y="4267200"/>
            <a:ext cx="5410200" cy="3794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ALTER TABLE</a:t>
            </a:r>
            <a:r>
              <a:rPr lang="en-US" altLang="en-US" sz="1800">
                <a:latin typeface="Tahoma" panose="020B0604030504040204" pitchFamily="34" charset="0"/>
              </a:rPr>
              <a:t> &lt;Tên_bảng&gt; </a:t>
            </a:r>
            <a:r>
              <a:rPr lang="en-US" altLang="en-US" sz="1800" b="1">
                <a:latin typeface="Tahoma" panose="020B0604030504040204" pitchFamily="34" charset="0"/>
              </a:rPr>
              <a:t>DROP </a:t>
            </a:r>
            <a:r>
              <a:rPr lang="en-US" altLang="en-US" sz="1800">
                <a:latin typeface="Tahoma" panose="020B0604030504040204" pitchFamily="34" charset="0"/>
              </a:rPr>
              <a:t>&lt;Tên_RBTV&gt;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C37087D0-05A4-4D36-AC70-EA6CCE37778A}"/>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4819" name="Slide Number Placeholder 5">
            <a:extLst>
              <a:ext uri="{FF2B5EF4-FFF2-40B4-BE49-F238E27FC236}">
                <a16:creationId xmlns:a16="http://schemas.microsoft.com/office/drawing/2014/main" id="{CCF2D977-6DDF-49C7-B960-DC5B7255EE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1709D83-F5E3-4D74-BA89-A0C0BA6F5886}" type="slidenum">
              <a:rPr lang="en-US" altLang="en-US" sz="1000"/>
              <a:pPr algn="r">
                <a:spcBef>
                  <a:spcPct val="0"/>
                </a:spcBef>
                <a:buClrTx/>
                <a:buFontTx/>
                <a:buNone/>
              </a:pPr>
              <a:t>29</a:t>
            </a:fld>
            <a:endParaRPr lang="en-US" altLang="en-US" sz="1000"/>
          </a:p>
        </p:txBody>
      </p:sp>
      <p:sp>
        <p:nvSpPr>
          <p:cNvPr id="34820" name="Rectangle 2">
            <a:extLst>
              <a:ext uri="{FF2B5EF4-FFF2-40B4-BE49-F238E27FC236}">
                <a16:creationId xmlns:a16="http://schemas.microsoft.com/office/drawing/2014/main" id="{D3C593C2-A677-4B8F-8C96-56C72D10F32F}"/>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Thay đổi cấu trúc bảng</a:t>
            </a:r>
          </a:p>
        </p:txBody>
      </p:sp>
      <p:sp>
        <p:nvSpPr>
          <p:cNvPr id="34821" name="Text Box 3">
            <a:extLst>
              <a:ext uri="{FF2B5EF4-FFF2-40B4-BE49-F238E27FC236}">
                <a16:creationId xmlns:a16="http://schemas.microsoft.com/office/drawing/2014/main" id="{624DB594-F7FC-4973-A601-5B822BE04571}"/>
              </a:ext>
            </a:extLst>
          </p:cNvPr>
          <p:cNvSpPr txBox="1">
            <a:spLocks noChangeArrowheads="1"/>
          </p:cNvSpPr>
          <p:nvPr/>
        </p:nvSpPr>
        <p:spPr bwMode="auto">
          <a:xfrm>
            <a:off x="1371600" y="1720850"/>
            <a:ext cx="42672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ALTER TABLE</a:t>
            </a:r>
            <a:r>
              <a:rPr lang="en-US" altLang="en-US" sz="1800">
                <a:latin typeface="Tahoma" panose="020B0604030504040204" pitchFamily="34" charset="0"/>
              </a:rPr>
              <a:t> NHANVIEN </a:t>
            </a:r>
            <a:r>
              <a:rPr lang="en-US" altLang="en-US" sz="1800">
                <a:solidFill>
                  <a:srgbClr val="0000CC"/>
                </a:solidFill>
                <a:latin typeface="Tahoma" panose="020B0604030504040204" pitchFamily="34" charset="0"/>
              </a:rPr>
              <a:t>ADD</a:t>
            </a:r>
          </a:p>
          <a:p>
            <a:pPr algn="l" eaLnBrk="1" hangingPunct="1">
              <a:spcBef>
                <a:spcPct val="50000"/>
              </a:spcBef>
              <a:buClrTx/>
              <a:buFontTx/>
              <a:buNone/>
            </a:pPr>
            <a:r>
              <a:rPr lang="en-US" altLang="en-US" sz="1800">
                <a:latin typeface="Tahoma" panose="020B0604030504040204" pitchFamily="34" charset="0"/>
              </a:rPr>
              <a:t>	NGHENGHIEP </a:t>
            </a:r>
            <a:r>
              <a:rPr lang="en-US" altLang="en-US" sz="1800">
                <a:solidFill>
                  <a:srgbClr val="0000CC"/>
                </a:solidFill>
                <a:latin typeface="Tahoma" panose="020B0604030504040204" pitchFamily="34" charset="0"/>
              </a:rPr>
              <a:t>CHAR</a:t>
            </a:r>
            <a:r>
              <a:rPr lang="en-US" altLang="en-US" sz="1800">
                <a:latin typeface="Tahoma" panose="020B0604030504040204" pitchFamily="34" charset="0"/>
              </a:rPr>
              <a:t>(20)</a:t>
            </a:r>
          </a:p>
        </p:txBody>
      </p:sp>
      <p:sp>
        <p:nvSpPr>
          <p:cNvPr id="34822" name="Text Box 5">
            <a:extLst>
              <a:ext uri="{FF2B5EF4-FFF2-40B4-BE49-F238E27FC236}">
                <a16:creationId xmlns:a16="http://schemas.microsoft.com/office/drawing/2014/main" id="{31591747-B1B2-43ED-8F3C-606432EDE27F}"/>
              </a:ext>
            </a:extLst>
          </p:cNvPr>
          <p:cNvSpPr txBox="1">
            <a:spLocks noChangeArrowheads="1"/>
          </p:cNvSpPr>
          <p:nvPr/>
        </p:nvSpPr>
        <p:spPr bwMode="auto">
          <a:xfrm>
            <a:off x="1371600" y="3214688"/>
            <a:ext cx="594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ALTER TABLE</a:t>
            </a:r>
            <a:r>
              <a:rPr lang="en-US" altLang="en-US" sz="1800">
                <a:latin typeface="Tahoma" panose="020B0604030504040204" pitchFamily="34" charset="0"/>
              </a:rPr>
              <a:t> NHANVIEN </a:t>
            </a:r>
            <a:r>
              <a:rPr lang="en-US" altLang="en-US" sz="1800">
                <a:solidFill>
                  <a:srgbClr val="0000CC"/>
                </a:solidFill>
                <a:latin typeface="Tahoma" panose="020B0604030504040204" pitchFamily="34" charset="0"/>
              </a:rPr>
              <a:t>DROP COLUMN </a:t>
            </a:r>
            <a:r>
              <a:rPr lang="en-US" altLang="en-US" sz="1800">
                <a:latin typeface="Tahoma" panose="020B0604030504040204" pitchFamily="34" charset="0"/>
              </a:rPr>
              <a:t>NGHENGHIEP</a:t>
            </a:r>
          </a:p>
        </p:txBody>
      </p:sp>
      <p:sp>
        <p:nvSpPr>
          <p:cNvPr id="34823" name="Text Box 6">
            <a:extLst>
              <a:ext uri="{FF2B5EF4-FFF2-40B4-BE49-F238E27FC236}">
                <a16:creationId xmlns:a16="http://schemas.microsoft.com/office/drawing/2014/main" id="{28588881-70EF-4A4C-9EDE-B18C37BB2163}"/>
              </a:ext>
            </a:extLst>
          </p:cNvPr>
          <p:cNvSpPr txBox="1">
            <a:spLocks noChangeArrowheads="1"/>
          </p:cNvSpPr>
          <p:nvPr/>
        </p:nvSpPr>
        <p:spPr bwMode="auto">
          <a:xfrm>
            <a:off x="1371600" y="4402138"/>
            <a:ext cx="5029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ALTER TABLE</a:t>
            </a:r>
            <a:r>
              <a:rPr lang="en-US" altLang="en-US" sz="1800">
                <a:latin typeface="Tahoma" panose="020B0604030504040204" pitchFamily="34" charset="0"/>
              </a:rPr>
              <a:t> NHANVIEN </a:t>
            </a:r>
            <a:r>
              <a:rPr lang="en-US" altLang="en-US" sz="1800">
                <a:solidFill>
                  <a:srgbClr val="0000CC"/>
                </a:solidFill>
                <a:latin typeface="Tahoma" panose="020B0604030504040204" pitchFamily="34" charset="0"/>
              </a:rPr>
              <a:t>ALTER COLUMN </a:t>
            </a:r>
          </a:p>
          <a:p>
            <a:pPr algn="l" eaLnBrk="1" hangingPunct="1">
              <a:spcBef>
                <a:spcPct val="50000"/>
              </a:spcBef>
              <a:buClrTx/>
              <a:buFontTx/>
              <a:buNone/>
            </a:pPr>
            <a:r>
              <a:rPr lang="en-US" altLang="en-US" sz="1800">
                <a:solidFill>
                  <a:srgbClr val="0000CC"/>
                </a:solidFill>
                <a:latin typeface="Tahoma" panose="020B0604030504040204" pitchFamily="34" charset="0"/>
              </a:rPr>
              <a:t>	</a:t>
            </a:r>
            <a:r>
              <a:rPr lang="en-US" altLang="en-US" sz="1800">
                <a:latin typeface="Tahoma" panose="020B0604030504040204" pitchFamily="34" charset="0"/>
              </a:rPr>
              <a:t>NGHENGHIEP </a:t>
            </a:r>
            <a:r>
              <a:rPr lang="en-US" altLang="en-US" sz="1800">
                <a:solidFill>
                  <a:srgbClr val="0000CC"/>
                </a:solidFill>
                <a:latin typeface="Tahoma" panose="020B0604030504040204" pitchFamily="34" charset="0"/>
              </a:rPr>
              <a:t>CHAR</a:t>
            </a:r>
            <a:r>
              <a:rPr lang="en-US" altLang="en-US" sz="1800">
                <a:latin typeface="Tahoma" panose="020B0604030504040204" pitchFamily="34" charset="0"/>
              </a:rPr>
              <a:t>(50)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C4D36E47-02BF-42CC-AA47-A67B37C36F9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6867" name="Slide Number Placeholder 5">
            <a:extLst>
              <a:ext uri="{FF2B5EF4-FFF2-40B4-BE49-F238E27FC236}">
                <a16:creationId xmlns:a16="http://schemas.microsoft.com/office/drawing/2014/main" id="{CD3E4A11-C640-4F8B-A0EC-0D670E1480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E397637-A60B-4821-A301-CDEA8924B13D}" type="slidenum">
              <a:rPr lang="en-US" altLang="en-US" sz="1000"/>
              <a:pPr algn="r">
                <a:spcBef>
                  <a:spcPct val="0"/>
                </a:spcBef>
                <a:buClrTx/>
                <a:buFontTx/>
                <a:buNone/>
              </a:pPr>
              <a:t>30</a:t>
            </a:fld>
            <a:endParaRPr lang="en-US" altLang="en-US" sz="1000"/>
          </a:p>
        </p:txBody>
      </p:sp>
      <p:sp>
        <p:nvSpPr>
          <p:cNvPr id="36868" name="Rectangle 2">
            <a:extLst>
              <a:ext uri="{FF2B5EF4-FFF2-40B4-BE49-F238E27FC236}">
                <a16:creationId xmlns:a16="http://schemas.microsoft.com/office/drawing/2014/main" id="{8CD6130B-A81F-4B94-8B66-529B2175CE66}"/>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 Thay đổi RBTV</a:t>
            </a:r>
          </a:p>
        </p:txBody>
      </p:sp>
      <p:sp>
        <p:nvSpPr>
          <p:cNvPr id="593926" name="Text Box 6">
            <a:extLst>
              <a:ext uri="{FF2B5EF4-FFF2-40B4-BE49-F238E27FC236}">
                <a16:creationId xmlns:a16="http://schemas.microsoft.com/office/drawing/2014/main" id="{5D0DA2D9-60CD-4347-A704-7B0A54BA8E9A}"/>
              </a:ext>
            </a:extLst>
          </p:cNvPr>
          <p:cNvSpPr txBox="1">
            <a:spLocks noChangeArrowheads="1"/>
          </p:cNvSpPr>
          <p:nvPr/>
        </p:nvSpPr>
        <p:spPr bwMode="auto">
          <a:xfrm>
            <a:off x="762000" y="1150938"/>
            <a:ext cx="6705600" cy="243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CREATE TABLE</a:t>
            </a:r>
            <a:r>
              <a:rPr lang="en-US" altLang="en-US" sz="1800" dirty="0">
                <a:latin typeface="Tahoma" panose="020B0604030504040204" pitchFamily="34" charset="0"/>
              </a:rPr>
              <a:t> PHONGBAN (</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TENPHG</a:t>
            </a: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VARCHAR</a:t>
            </a:r>
            <a:r>
              <a:rPr lang="en-US" altLang="en-US" sz="1800" dirty="0">
                <a:latin typeface="Tahoma" panose="020B0604030504040204" pitchFamily="34" charset="0"/>
              </a:rPr>
              <a:t>(20),</a:t>
            </a:r>
          </a:p>
          <a:p>
            <a:pPr algn="l" eaLnBrk="1" hangingPunct="1">
              <a:spcBef>
                <a:spcPct val="50000"/>
              </a:spcBef>
              <a:buClrTx/>
              <a:buFontTx/>
              <a:buNone/>
            </a:pPr>
            <a:r>
              <a:rPr lang="en-US" altLang="en-US" sz="1800" dirty="0">
                <a:latin typeface="Tahoma" panose="020B0604030504040204" pitchFamily="34" charset="0"/>
              </a:rPr>
              <a:t>	MAPHG </a:t>
            </a:r>
            <a:r>
              <a:rPr lang="en-US" altLang="en-US" sz="1800" dirty="0">
                <a:solidFill>
                  <a:srgbClr val="0000CC"/>
                </a:solidFill>
                <a:latin typeface="Tahoma" panose="020B0604030504040204" pitchFamily="34" charset="0"/>
              </a:rPr>
              <a:t>INT </a:t>
            </a:r>
            <a:r>
              <a:rPr lang="en-US" altLang="en-US" sz="1800" dirty="0">
                <a:solidFill>
                  <a:srgbClr val="777777"/>
                </a:solidFill>
                <a:latin typeface="Tahoma" panose="020B0604030504040204" pitchFamily="34" charset="0"/>
              </a:rPr>
              <a:t>NOT NULL</a:t>
            </a:r>
            <a:r>
              <a:rPr lang="en-US" altLang="en-US" sz="1800" dirty="0">
                <a:latin typeface="Tahoma" panose="020B0604030504040204" pitchFamily="34" charset="0"/>
              </a:rPr>
              <a:t>,</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TRUONG</a:t>
            </a:r>
            <a:r>
              <a:rPr lang="en-US" altLang="en-US" sz="1800" dirty="0">
                <a:latin typeface="Tahoma" panose="020B0604030504040204" pitchFamily="34" charset="0"/>
              </a:rPr>
              <a:t>PHG </a:t>
            </a:r>
            <a:r>
              <a:rPr lang="en-US" altLang="en-US" sz="1800" dirty="0">
                <a:solidFill>
                  <a:srgbClr val="0000CC"/>
                </a:solidFill>
                <a:latin typeface="Tahoma" panose="020B0604030504040204" pitchFamily="34" charset="0"/>
              </a:rPr>
              <a:t>CHAR</a:t>
            </a:r>
            <a:r>
              <a:rPr lang="en-US" altLang="en-US" sz="1800" dirty="0">
                <a:latin typeface="Tahoma" panose="020B0604030504040204" pitchFamily="34" charset="0"/>
              </a:rPr>
              <a:t>(9),</a:t>
            </a:r>
          </a:p>
          <a:p>
            <a:pPr algn="l" eaLnBrk="1" hangingPunct="1">
              <a:spcBef>
                <a:spcPct val="50000"/>
              </a:spcBef>
              <a:buClrTx/>
              <a:buFontTx/>
              <a:buNone/>
            </a:pPr>
            <a:r>
              <a:rPr lang="en-US" altLang="en-US" sz="1800" dirty="0">
                <a:latin typeface="Tahoma" panose="020B0604030504040204" pitchFamily="34" charset="0"/>
              </a:rPr>
              <a:t>	</a:t>
            </a:r>
            <a:r>
              <a:rPr lang="vi-VN" altLang="en-US" sz="1800" dirty="0">
                <a:latin typeface="Tahoma" panose="020B0604030504040204" pitchFamily="34" charset="0"/>
              </a:rPr>
              <a:t>NGAY</a:t>
            </a:r>
            <a:r>
              <a:rPr lang="en-US" altLang="en-US" sz="1800" dirty="0">
                <a:latin typeface="Tahoma" panose="020B0604030504040204" pitchFamily="34" charset="0"/>
              </a:rPr>
              <a:t>NHANCHUC </a:t>
            </a:r>
            <a:r>
              <a:rPr lang="en-US" altLang="en-US" sz="1800" dirty="0">
                <a:solidFill>
                  <a:srgbClr val="0000CC"/>
                </a:solidFill>
                <a:latin typeface="Tahoma" panose="020B0604030504040204" pitchFamily="34" charset="0"/>
              </a:rPr>
              <a:t>DATETIME</a:t>
            </a:r>
            <a:endParaRPr lang="en-US" altLang="en-US" sz="1800" dirty="0">
              <a:latin typeface="Tahoma" panose="020B0604030504040204" pitchFamily="34" charset="0"/>
            </a:endParaRPr>
          </a:p>
          <a:p>
            <a:pPr algn="l" eaLnBrk="1" hangingPunct="1">
              <a:spcBef>
                <a:spcPct val="50000"/>
              </a:spcBef>
              <a:buClrTx/>
              <a:buFontTx/>
              <a:buNone/>
            </a:pPr>
            <a:r>
              <a:rPr lang="en-US" altLang="en-US" sz="1800" dirty="0">
                <a:latin typeface="Tahoma" panose="020B0604030504040204" pitchFamily="34" charset="0"/>
              </a:rPr>
              <a:t>)</a:t>
            </a:r>
          </a:p>
        </p:txBody>
      </p:sp>
      <p:sp>
        <p:nvSpPr>
          <p:cNvPr id="36870" name="Text Box 7">
            <a:extLst>
              <a:ext uri="{FF2B5EF4-FFF2-40B4-BE49-F238E27FC236}">
                <a16:creationId xmlns:a16="http://schemas.microsoft.com/office/drawing/2014/main" id="{62F31431-C3BA-42D1-806D-E432EEA7D527}"/>
              </a:ext>
            </a:extLst>
          </p:cNvPr>
          <p:cNvSpPr txBox="1">
            <a:spLocks noChangeArrowheads="1"/>
          </p:cNvSpPr>
          <p:nvPr/>
        </p:nvSpPr>
        <p:spPr bwMode="auto">
          <a:xfrm>
            <a:off x="762000" y="3657600"/>
            <a:ext cx="7467600"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ALTER TABLE</a:t>
            </a:r>
            <a:r>
              <a:rPr lang="en-US" altLang="en-US" sz="1800" dirty="0">
                <a:latin typeface="Tahoma" panose="020B0604030504040204" pitchFamily="34" charset="0"/>
              </a:rPr>
              <a:t> PHONGBAN </a:t>
            </a:r>
            <a:r>
              <a:rPr lang="en-US" altLang="en-US" sz="1800" dirty="0">
                <a:solidFill>
                  <a:srgbClr val="0000CC"/>
                </a:solidFill>
                <a:latin typeface="Tahoma" panose="020B0604030504040204" pitchFamily="34" charset="0"/>
              </a:rPr>
              <a:t>ADD</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PB_MAPHG_PK </a:t>
            </a:r>
            <a:r>
              <a:rPr lang="en-US" altLang="en-US" sz="1800" dirty="0">
                <a:solidFill>
                  <a:srgbClr val="0000CC"/>
                </a:solidFill>
                <a:latin typeface="Tahoma" panose="020B0604030504040204" pitchFamily="34" charset="0"/>
              </a:rPr>
              <a:t>PRIMARY KEY</a:t>
            </a:r>
            <a:r>
              <a:rPr lang="en-US" altLang="en-US" sz="1800" dirty="0">
                <a:latin typeface="Tahoma" panose="020B0604030504040204" pitchFamily="34" charset="0"/>
              </a:rPr>
              <a:t> (MAPHG),</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PB_</a:t>
            </a:r>
            <a:r>
              <a:rPr lang="vi-VN" altLang="en-US" sz="1800" dirty="0">
                <a:latin typeface="Tahoma" panose="020B0604030504040204" pitchFamily="34" charset="0"/>
              </a:rPr>
              <a:t>TRUONG</a:t>
            </a:r>
            <a:r>
              <a:rPr lang="en-US" altLang="en-US" sz="1800" dirty="0">
                <a:latin typeface="Tahoma" panose="020B0604030504040204" pitchFamily="34" charset="0"/>
              </a:rPr>
              <a:t>PHG </a:t>
            </a:r>
            <a:r>
              <a:rPr lang="en-US" altLang="en-US" sz="1800" dirty="0">
                <a:solidFill>
                  <a:srgbClr val="0000CC"/>
                </a:solidFill>
                <a:latin typeface="Tahoma" panose="020B0604030504040204" pitchFamily="34" charset="0"/>
              </a:rPr>
              <a:t>FOREIGN KEY</a:t>
            </a:r>
            <a:r>
              <a:rPr lang="en-US" altLang="en-US" sz="1800" dirty="0">
                <a:latin typeface="Tahoma" panose="020B0604030504040204" pitchFamily="34" charset="0"/>
              </a:rPr>
              <a:t> (</a:t>
            </a:r>
            <a:r>
              <a:rPr lang="vi-VN" altLang="en-US" sz="1800" dirty="0">
                <a:latin typeface="Tahoma" panose="020B0604030504040204" pitchFamily="34" charset="0"/>
              </a:rPr>
              <a:t>TRUONG</a:t>
            </a:r>
            <a:r>
              <a:rPr lang="en-US" altLang="en-US" sz="1800" dirty="0">
                <a:latin typeface="Tahoma" panose="020B0604030504040204" pitchFamily="34" charset="0"/>
              </a:rPr>
              <a:t>PHG) </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REFERENCES</a:t>
            </a:r>
            <a:r>
              <a:rPr lang="en-US" altLang="en-US" sz="1800" dirty="0">
                <a:latin typeface="Tahoma" panose="020B0604030504040204" pitchFamily="34" charset="0"/>
              </a:rPr>
              <a:t> NHANVIEN(MANV),</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PB_</a:t>
            </a:r>
            <a:r>
              <a:rPr lang="vi-VN" altLang="en-US" sz="1800" dirty="0">
                <a:latin typeface="Tahoma" panose="020B0604030504040204" pitchFamily="34" charset="0"/>
              </a:rPr>
              <a:t>NGAY</a:t>
            </a:r>
            <a:r>
              <a:rPr lang="en-US" altLang="en-US" sz="1800" dirty="0">
                <a:latin typeface="Tahoma" panose="020B0604030504040204" pitchFamily="34" charset="0"/>
              </a:rPr>
              <a:t>NHANCHUC_DF</a:t>
            </a:r>
            <a:r>
              <a:rPr lang="en-US" altLang="en-US" sz="1800" dirty="0">
                <a:solidFill>
                  <a:srgbClr val="0000CC"/>
                </a:solidFill>
                <a:latin typeface="Tahoma" panose="020B0604030504040204" pitchFamily="34" charset="0"/>
              </a:rPr>
              <a:t> DEFAULT</a:t>
            </a:r>
            <a:r>
              <a:rPr lang="en-US" altLang="en-US" sz="1800" dirty="0">
                <a:latin typeface="Tahoma" panose="020B0604030504040204" pitchFamily="34" charset="0"/>
              </a:rPr>
              <a:t> (</a:t>
            </a:r>
            <a:r>
              <a:rPr lang="en-US" altLang="en-US" sz="1800" dirty="0">
                <a:solidFill>
                  <a:srgbClr val="FF3399"/>
                </a:solidFill>
                <a:latin typeface="Tahoma" panose="020B0604030504040204" pitchFamily="34" charset="0"/>
              </a:rPr>
              <a:t>GETDATE()</a:t>
            </a:r>
            <a:r>
              <a:rPr lang="en-US" altLang="en-US" sz="1800" dirty="0">
                <a:latin typeface="Tahoma" panose="020B0604030504040204" pitchFamily="34" charset="0"/>
              </a:rPr>
              <a:t>) </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FOR</a:t>
            </a:r>
            <a:r>
              <a:rPr lang="en-US" altLang="en-US" sz="1800" dirty="0">
                <a:latin typeface="Tahoma" panose="020B0604030504040204" pitchFamily="34" charset="0"/>
              </a:rPr>
              <a:t> (</a:t>
            </a:r>
            <a:r>
              <a:rPr lang="vi-VN" altLang="en-US" sz="1800" dirty="0">
                <a:latin typeface="Tahoma" panose="020B0604030504040204" pitchFamily="34" charset="0"/>
              </a:rPr>
              <a:t>NGAY</a:t>
            </a:r>
            <a:r>
              <a:rPr lang="en-US" altLang="en-US" sz="1800" dirty="0">
                <a:latin typeface="Tahoma" panose="020B0604030504040204" pitchFamily="34" charset="0"/>
              </a:rPr>
              <a:t>NHANCHUC),</a:t>
            </a:r>
          </a:p>
          <a:p>
            <a:pPr algn="l" eaLnBrk="1" hangingPunct="1">
              <a:spcBef>
                <a:spcPct val="50000"/>
              </a:spcBef>
              <a:buClrTx/>
              <a:buFontTx/>
              <a:buNone/>
            </a:pPr>
            <a:r>
              <a:rPr lang="en-US" altLang="en-US" sz="1800" dirty="0">
                <a:latin typeface="Tahoma" panose="020B0604030504040204" pitchFamily="34" charset="0"/>
              </a:rPr>
              <a:t>	</a:t>
            </a:r>
            <a:r>
              <a:rPr lang="en-US" altLang="en-US" sz="1800" dirty="0">
                <a:solidFill>
                  <a:srgbClr val="0000CC"/>
                </a:solidFill>
                <a:latin typeface="Tahoma" panose="020B0604030504040204" pitchFamily="34" charset="0"/>
              </a:rPr>
              <a:t>CONSTRAINT</a:t>
            </a:r>
            <a:r>
              <a:rPr lang="en-US" altLang="en-US" sz="1800" dirty="0">
                <a:latin typeface="Tahoma" panose="020B0604030504040204" pitchFamily="34" charset="0"/>
              </a:rPr>
              <a:t> PB_</a:t>
            </a:r>
            <a:r>
              <a:rPr lang="vi-VN" altLang="en-US" sz="1800" dirty="0">
                <a:latin typeface="Tahoma" panose="020B0604030504040204" pitchFamily="34" charset="0"/>
              </a:rPr>
              <a:t>TENPHG</a:t>
            </a:r>
            <a:r>
              <a:rPr lang="en-US" altLang="en-US" sz="1800" dirty="0">
                <a:latin typeface="Tahoma" panose="020B0604030504040204" pitchFamily="34" charset="0"/>
              </a:rPr>
              <a:t>_UNI </a:t>
            </a:r>
            <a:r>
              <a:rPr lang="en-US" altLang="en-US" sz="1800" dirty="0">
                <a:solidFill>
                  <a:srgbClr val="0000CC"/>
                </a:solidFill>
                <a:latin typeface="Tahoma" panose="020B0604030504040204" pitchFamily="34" charset="0"/>
              </a:rPr>
              <a:t>UNIQUE</a:t>
            </a:r>
            <a:r>
              <a:rPr lang="en-US" altLang="en-US" sz="1800" dirty="0">
                <a:latin typeface="Tahoma" panose="020B0604030504040204" pitchFamily="34" charset="0"/>
              </a:rPr>
              <a:t> (</a:t>
            </a:r>
            <a:r>
              <a:rPr lang="vi-VN" altLang="en-US" sz="1800" dirty="0">
                <a:latin typeface="Tahoma" panose="020B0604030504040204" pitchFamily="34" charset="0"/>
              </a:rPr>
              <a:t>TENPHG</a:t>
            </a:r>
            <a:r>
              <a:rPr lang="en-US" altLang="en-US" sz="1800" dirty="0">
                <a:latin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593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2812F6D0-45B3-4E7F-8C78-E2DA16BFA2AA}"/>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8915" name="Slide Number Placeholder 5">
            <a:extLst>
              <a:ext uri="{FF2B5EF4-FFF2-40B4-BE49-F238E27FC236}">
                <a16:creationId xmlns:a16="http://schemas.microsoft.com/office/drawing/2014/main" id="{23B533D9-281A-49E9-8E77-A2D6EE453B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C121965-4F57-485B-BEEC-442E5A29CF8A}" type="slidenum">
              <a:rPr lang="en-US" altLang="en-US" sz="1000"/>
              <a:pPr algn="r">
                <a:spcBef>
                  <a:spcPct val="0"/>
                </a:spcBef>
                <a:buClrTx/>
                <a:buFontTx/>
                <a:buNone/>
              </a:pPr>
              <a:t>31</a:t>
            </a:fld>
            <a:endParaRPr lang="en-US" altLang="en-US" sz="1000"/>
          </a:p>
        </p:txBody>
      </p:sp>
      <p:sp>
        <p:nvSpPr>
          <p:cNvPr id="38916" name="Rectangle 2">
            <a:extLst>
              <a:ext uri="{FF2B5EF4-FFF2-40B4-BE49-F238E27FC236}">
                <a16:creationId xmlns:a16="http://schemas.microsoft.com/office/drawing/2014/main" id="{F13C50EC-8B82-493F-B710-A1CBA06B1015}"/>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xóa bảng</a:t>
            </a:r>
          </a:p>
        </p:txBody>
      </p:sp>
      <p:sp>
        <p:nvSpPr>
          <p:cNvPr id="38917" name="Rectangle 3">
            <a:extLst>
              <a:ext uri="{FF2B5EF4-FFF2-40B4-BE49-F238E27FC236}">
                <a16:creationId xmlns:a16="http://schemas.microsoft.com/office/drawing/2014/main" id="{B5791147-C1BD-4524-97A2-36A932840DD2}"/>
              </a:ext>
            </a:extLst>
          </p:cNvPr>
          <p:cNvSpPr>
            <a:spLocks noGrp="1" noChangeArrowheads="1"/>
          </p:cNvSpPr>
          <p:nvPr>
            <p:ph type="body" idx="1"/>
          </p:nvPr>
        </p:nvSpPr>
        <p:spPr>
          <a:xfrm>
            <a:off x="457200" y="1295400"/>
            <a:ext cx="8229600" cy="5105400"/>
          </a:xfrm>
        </p:spPr>
        <p:txBody>
          <a:bodyPr/>
          <a:lstStyle/>
          <a:p>
            <a:pPr eaLnBrk="1" hangingPunct="1"/>
            <a:r>
              <a:rPr lang="en-US" altLang="en-US"/>
              <a:t>Được dùng để xóa cấu trúc bảng</a:t>
            </a:r>
          </a:p>
          <a:p>
            <a:pPr lvl="1" eaLnBrk="1" hangingPunct="1"/>
            <a:r>
              <a:rPr lang="en-US" altLang="en-US"/>
              <a:t>Tất cả dữ liệu của bảng cũng bị xóa</a:t>
            </a:r>
          </a:p>
          <a:p>
            <a:pPr lvl="1" eaLnBrk="1" hangingPunct="1"/>
            <a:endParaRPr lang="en-US" altLang="en-US"/>
          </a:p>
          <a:p>
            <a:pPr eaLnBrk="1" hangingPunct="1"/>
            <a:r>
              <a:rPr lang="en-US" altLang="en-US"/>
              <a:t>Cú pháp</a:t>
            </a:r>
          </a:p>
          <a:p>
            <a:pPr eaLnBrk="1" hangingPunct="1"/>
            <a:endParaRPr lang="en-US" altLang="en-US"/>
          </a:p>
          <a:p>
            <a:pPr eaLnBrk="1" hangingPunct="1"/>
            <a:endParaRPr lang="en-US" altLang="en-US"/>
          </a:p>
          <a:p>
            <a:pPr eaLnBrk="1" hangingPunct="1"/>
            <a:r>
              <a:rPr lang="en-US" altLang="en-US"/>
              <a:t>Ví dụ</a:t>
            </a:r>
          </a:p>
          <a:p>
            <a:pPr eaLnBrk="1" hangingPunct="1">
              <a:buFont typeface="Wingdings 2" panose="05020102010507070707" pitchFamily="18" charset="2"/>
              <a:buNone/>
            </a:pPr>
            <a:endParaRPr lang="en-US" altLang="en-US"/>
          </a:p>
        </p:txBody>
      </p:sp>
      <p:sp>
        <p:nvSpPr>
          <p:cNvPr id="38918" name="Text Box 5">
            <a:extLst>
              <a:ext uri="{FF2B5EF4-FFF2-40B4-BE49-F238E27FC236}">
                <a16:creationId xmlns:a16="http://schemas.microsoft.com/office/drawing/2014/main" id="{7FD33A87-99E9-4EA2-81E3-D9880C0BE982}"/>
              </a:ext>
            </a:extLst>
          </p:cNvPr>
          <p:cNvSpPr txBox="1">
            <a:spLocks noChangeArrowheads="1"/>
          </p:cNvSpPr>
          <p:nvPr/>
        </p:nvSpPr>
        <p:spPr bwMode="auto">
          <a:xfrm>
            <a:off x="1066800" y="3276600"/>
            <a:ext cx="3124200" cy="3794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DROP TABLE</a:t>
            </a:r>
            <a:r>
              <a:rPr lang="en-US" altLang="en-US" sz="1800">
                <a:latin typeface="Tahoma" panose="020B0604030504040204" pitchFamily="34" charset="0"/>
              </a:rPr>
              <a:t> &lt;Tên_bảng&gt;</a:t>
            </a:r>
          </a:p>
        </p:txBody>
      </p:sp>
      <p:sp>
        <p:nvSpPr>
          <p:cNvPr id="38919" name="Text Box 6">
            <a:extLst>
              <a:ext uri="{FF2B5EF4-FFF2-40B4-BE49-F238E27FC236}">
                <a16:creationId xmlns:a16="http://schemas.microsoft.com/office/drawing/2014/main" id="{D2AF25EF-BF9F-46C5-B2AB-4CB95FEFF040}"/>
              </a:ext>
            </a:extLst>
          </p:cNvPr>
          <p:cNvSpPr txBox="1">
            <a:spLocks noChangeArrowheads="1"/>
          </p:cNvSpPr>
          <p:nvPr/>
        </p:nvSpPr>
        <p:spPr bwMode="auto">
          <a:xfrm>
            <a:off x="1066800" y="4600575"/>
            <a:ext cx="312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DROP TABLE</a:t>
            </a:r>
            <a:r>
              <a:rPr lang="en-US" altLang="en-US" sz="1800">
                <a:latin typeface="Tahoma" panose="020B0604030504040204" pitchFamily="34" charset="0"/>
              </a:rPr>
              <a:t> NHANVIEN</a:t>
            </a:r>
          </a:p>
        </p:txBody>
      </p:sp>
      <p:sp>
        <p:nvSpPr>
          <p:cNvPr id="38920" name="Text Box 7">
            <a:extLst>
              <a:ext uri="{FF2B5EF4-FFF2-40B4-BE49-F238E27FC236}">
                <a16:creationId xmlns:a16="http://schemas.microsoft.com/office/drawing/2014/main" id="{699D6658-E879-457D-8D59-010ABB6A0B2D}"/>
              </a:ext>
            </a:extLst>
          </p:cNvPr>
          <p:cNvSpPr txBox="1">
            <a:spLocks noChangeArrowheads="1"/>
          </p:cNvSpPr>
          <p:nvPr/>
        </p:nvSpPr>
        <p:spPr bwMode="auto">
          <a:xfrm>
            <a:off x="1066800" y="5119688"/>
            <a:ext cx="3124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DROP TABLE</a:t>
            </a:r>
            <a:r>
              <a:rPr lang="en-US" altLang="en-US" sz="1800">
                <a:latin typeface="Tahoma" panose="020B0604030504040204" pitchFamily="34" charset="0"/>
              </a:rPr>
              <a:t> PHONGBAN</a:t>
            </a:r>
          </a:p>
        </p:txBody>
      </p:sp>
      <p:sp>
        <p:nvSpPr>
          <p:cNvPr id="38921" name="Text Box 9">
            <a:extLst>
              <a:ext uri="{FF2B5EF4-FFF2-40B4-BE49-F238E27FC236}">
                <a16:creationId xmlns:a16="http://schemas.microsoft.com/office/drawing/2014/main" id="{E9D95F3D-5451-4512-B0FE-F123EA77BD23}"/>
              </a:ext>
            </a:extLst>
          </p:cNvPr>
          <p:cNvSpPr txBox="1">
            <a:spLocks noChangeArrowheads="1"/>
          </p:cNvSpPr>
          <p:nvPr/>
        </p:nvSpPr>
        <p:spPr bwMode="auto">
          <a:xfrm>
            <a:off x="1066800" y="5653088"/>
            <a:ext cx="3124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DROP TABLE</a:t>
            </a:r>
            <a:r>
              <a:rPr lang="en-US" altLang="en-US" sz="1800">
                <a:latin typeface="Tahoma" panose="020B0604030504040204" pitchFamily="34" charset="0"/>
              </a:rPr>
              <a:t> PHANCONG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Date Placeholder 3">
            <a:extLst>
              <a:ext uri="{FF2B5EF4-FFF2-40B4-BE49-F238E27FC236}">
                <a16:creationId xmlns:a16="http://schemas.microsoft.com/office/drawing/2014/main" id="{195A4AF2-657C-4CF0-8E80-E69C3AFB927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0963" name="Slide Number Placeholder 5">
            <a:extLst>
              <a:ext uri="{FF2B5EF4-FFF2-40B4-BE49-F238E27FC236}">
                <a16:creationId xmlns:a16="http://schemas.microsoft.com/office/drawing/2014/main" id="{645D2051-58AB-484D-8273-E1EE0808F7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6521BEC-891B-4AAC-83ED-9CF04C6891D3}" type="slidenum">
              <a:rPr lang="en-US" altLang="en-US" sz="1000"/>
              <a:pPr algn="r">
                <a:spcBef>
                  <a:spcPct val="0"/>
                </a:spcBef>
                <a:buClrTx/>
                <a:buFontTx/>
                <a:buNone/>
              </a:pPr>
              <a:t>32</a:t>
            </a:fld>
            <a:endParaRPr lang="en-US" altLang="en-US" sz="1000"/>
          </a:p>
        </p:txBody>
      </p:sp>
      <p:sp>
        <p:nvSpPr>
          <p:cNvPr id="40964" name="Rectangle 2">
            <a:extLst>
              <a:ext uri="{FF2B5EF4-FFF2-40B4-BE49-F238E27FC236}">
                <a16:creationId xmlns:a16="http://schemas.microsoft.com/office/drawing/2014/main" id="{5138B55A-7878-49DD-967C-BD10A62740C9}"/>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xóa bảng (tt)</a:t>
            </a:r>
          </a:p>
        </p:txBody>
      </p:sp>
      <p:sp>
        <p:nvSpPr>
          <p:cNvPr id="40965" name="Text Box 11">
            <a:extLst>
              <a:ext uri="{FF2B5EF4-FFF2-40B4-BE49-F238E27FC236}">
                <a16:creationId xmlns:a16="http://schemas.microsoft.com/office/drawing/2014/main" id="{2EE16643-5876-4CB5-9B4F-E688842285EC}"/>
              </a:ext>
            </a:extLst>
          </p:cNvPr>
          <p:cNvSpPr txBox="1">
            <a:spLocks noChangeArrowheads="1"/>
          </p:cNvSpPr>
          <p:nvPr/>
        </p:nvSpPr>
        <p:spPr bwMode="auto">
          <a:xfrm>
            <a:off x="914400" y="21336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NHANVIEN</a:t>
            </a:r>
          </a:p>
        </p:txBody>
      </p:sp>
      <p:grpSp>
        <p:nvGrpSpPr>
          <p:cNvPr id="40966" name="Group 34">
            <a:extLst>
              <a:ext uri="{FF2B5EF4-FFF2-40B4-BE49-F238E27FC236}">
                <a16:creationId xmlns:a16="http://schemas.microsoft.com/office/drawing/2014/main" id="{23DE3E19-45E5-40AE-8FE0-F5E35B434DC7}"/>
              </a:ext>
            </a:extLst>
          </p:cNvPr>
          <p:cNvGrpSpPr>
            <a:grpSpLocks/>
          </p:cNvGrpSpPr>
          <p:nvPr/>
        </p:nvGrpSpPr>
        <p:grpSpPr bwMode="auto">
          <a:xfrm>
            <a:off x="914400" y="2514600"/>
            <a:ext cx="7391400" cy="307975"/>
            <a:chOff x="624" y="1776"/>
            <a:chExt cx="4656" cy="194"/>
          </a:xfrm>
        </p:grpSpPr>
        <p:sp>
          <p:nvSpPr>
            <p:cNvPr id="40991" name="Line 9">
              <a:extLst>
                <a:ext uri="{FF2B5EF4-FFF2-40B4-BE49-F238E27FC236}">
                  <a16:creationId xmlns:a16="http://schemas.microsoft.com/office/drawing/2014/main" id="{18761678-5EAC-4D10-8D20-EA901D13F777}"/>
                </a:ext>
              </a:extLst>
            </p:cNvPr>
            <p:cNvSpPr>
              <a:spLocks noChangeShapeType="1"/>
            </p:cNvSpPr>
            <p:nvPr/>
          </p:nvSpPr>
          <p:spPr bwMode="auto">
            <a:xfrm>
              <a:off x="624" y="1776"/>
              <a:ext cx="46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92" name="Line 10">
              <a:extLst>
                <a:ext uri="{FF2B5EF4-FFF2-40B4-BE49-F238E27FC236}">
                  <a16:creationId xmlns:a16="http://schemas.microsoft.com/office/drawing/2014/main" id="{35F0ED89-035F-4E54-BF98-68740B3C42CC}"/>
                </a:ext>
              </a:extLst>
            </p:cNvPr>
            <p:cNvSpPr>
              <a:spLocks noChangeShapeType="1"/>
            </p:cNvSpPr>
            <p:nvPr/>
          </p:nvSpPr>
          <p:spPr bwMode="auto">
            <a:xfrm>
              <a:off x="624" y="1968"/>
              <a:ext cx="46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93" name="Text Box 12">
              <a:extLst>
                <a:ext uri="{FF2B5EF4-FFF2-40B4-BE49-F238E27FC236}">
                  <a16:creationId xmlns:a16="http://schemas.microsoft.com/office/drawing/2014/main" id="{EB040E63-CCA8-4A29-85D5-20413AC9E28E}"/>
                </a:ext>
              </a:extLst>
            </p:cNvPr>
            <p:cNvSpPr txBox="1">
              <a:spLocks noChangeArrowheads="1"/>
            </p:cNvSpPr>
            <p:nvPr/>
          </p:nvSpPr>
          <p:spPr bwMode="auto">
            <a:xfrm>
              <a:off x="1584" y="17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40994" name="Text Box 13">
              <a:extLst>
                <a:ext uri="{FF2B5EF4-FFF2-40B4-BE49-F238E27FC236}">
                  <a16:creationId xmlns:a16="http://schemas.microsoft.com/office/drawing/2014/main" id="{B553C22D-3141-4D7A-AD4C-028615C39062}"/>
                </a:ext>
              </a:extLst>
            </p:cNvPr>
            <p:cNvSpPr txBox="1">
              <a:spLocks noChangeArrowheads="1"/>
            </p:cNvSpPr>
            <p:nvPr/>
          </p:nvSpPr>
          <p:spPr bwMode="auto">
            <a:xfrm>
              <a:off x="624" y="177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40995" name="Text Box 14">
              <a:extLst>
                <a:ext uri="{FF2B5EF4-FFF2-40B4-BE49-F238E27FC236}">
                  <a16:creationId xmlns:a16="http://schemas.microsoft.com/office/drawing/2014/main" id="{F47E79B1-F2B6-4498-B9B5-04CF8B788103}"/>
                </a:ext>
              </a:extLst>
            </p:cNvPr>
            <p:cNvSpPr txBox="1">
              <a:spLocks noChangeArrowheads="1"/>
            </p:cNvSpPr>
            <p:nvPr/>
          </p:nvSpPr>
          <p:spPr bwMode="auto">
            <a:xfrm>
              <a:off x="1056"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TENLOT</a:t>
              </a:r>
            </a:p>
          </p:txBody>
        </p:sp>
        <p:sp>
          <p:nvSpPr>
            <p:cNvPr id="40996" name="Text Box 19">
              <a:extLst>
                <a:ext uri="{FF2B5EF4-FFF2-40B4-BE49-F238E27FC236}">
                  <a16:creationId xmlns:a16="http://schemas.microsoft.com/office/drawing/2014/main" id="{EB31A279-EA4B-4368-AEF8-851162963A5B}"/>
                </a:ext>
              </a:extLst>
            </p:cNvPr>
            <p:cNvSpPr txBox="1">
              <a:spLocks noChangeArrowheads="1"/>
            </p:cNvSpPr>
            <p:nvPr/>
          </p:nvSpPr>
          <p:spPr bwMode="auto">
            <a:xfrm>
              <a:off x="2064" y="177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u="sng">
                  <a:latin typeface="Tahoma" panose="020B0604030504040204" pitchFamily="34" charset="0"/>
                </a:rPr>
                <a:t>MANV</a:t>
              </a:r>
            </a:p>
          </p:txBody>
        </p:sp>
        <p:sp>
          <p:nvSpPr>
            <p:cNvPr id="40997" name="Text Box 20">
              <a:extLst>
                <a:ext uri="{FF2B5EF4-FFF2-40B4-BE49-F238E27FC236}">
                  <a16:creationId xmlns:a16="http://schemas.microsoft.com/office/drawing/2014/main" id="{D342B9D1-E668-4001-A2A9-A58C6C99484B}"/>
                </a:ext>
              </a:extLst>
            </p:cNvPr>
            <p:cNvSpPr txBox="1">
              <a:spLocks noChangeArrowheads="1"/>
            </p:cNvSpPr>
            <p:nvPr/>
          </p:nvSpPr>
          <p:spPr bwMode="auto">
            <a:xfrm>
              <a:off x="2496" y="1776"/>
              <a:ext cx="5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vi-VN" altLang="en-US" sz="1400" dirty="0">
                  <a:latin typeface="Tahoma" panose="020B0604030504040204" pitchFamily="34" charset="0"/>
                </a:rPr>
                <a:t>NG</a:t>
              </a:r>
              <a:r>
                <a:rPr lang="en-US" altLang="en-US" sz="1400" dirty="0">
                  <a:latin typeface="Tahoma" panose="020B0604030504040204" pitchFamily="34" charset="0"/>
                </a:rPr>
                <a:t>SINH</a:t>
              </a:r>
            </a:p>
          </p:txBody>
        </p:sp>
        <p:sp>
          <p:nvSpPr>
            <p:cNvPr id="40998" name="Text Box 22">
              <a:extLst>
                <a:ext uri="{FF2B5EF4-FFF2-40B4-BE49-F238E27FC236}">
                  <a16:creationId xmlns:a16="http://schemas.microsoft.com/office/drawing/2014/main" id="{1B940F3C-80DE-4B08-A6F0-B0C5CDF7A6C4}"/>
                </a:ext>
              </a:extLst>
            </p:cNvPr>
            <p:cNvSpPr txBox="1">
              <a:spLocks noChangeArrowheads="1"/>
            </p:cNvSpPr>
            <p:nvPr/>
          </p:nvSpPr>
          <p:spPr bwMode="auto">
            <a:xfrm>
              <a:off x="3024" y="177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40999" name="Text Box 24">
              <a:extLst>
                <a:ext uri="{FF2B5EF4-FFF2-40B4-BE49-F238E27FC236}">
                  <a16:creationId xmlns:a16="http://schemas.microsoft.com/office/drawing/2014/main" id="{25EFDF32-2D4E-4133-8F2F-2FA87A837231}"/>
                </a:ext>
              </a:extLst>
            </p:cNvPr>
            <p:cNvSpPr txBox="1">
              <a:spLocks noChangeArrowheads="1"/>
            </p:cNvSpPr>
            <p:nvPr/>
          </p:nvSpPr>
          <p:spPr bwMode="auto">
            <a:xfrm>
              <a:off x="3408" y="177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41000" name="Text Box 26">
              <a:extLst>
                <a:ext uri="{FF2B5EF4-FFF2-40B4-BE49-F238E27FC236}">
                  <a16:creationId xmlns:a16="http://schemas.microsoft.com/office/drawing/2014/main" id="{B90A4FD4-3133-4891-83F7-C8317CBC5757}"/>
                </a:ext>
              </a:extLst>
            </p:cNvPr>
            <p:cNvSpPr txBox="1">
              <a:spLocks noChangeArrowheads="1"/>
            </p:cNvSpPr>
            <p:nvPr/>
          </p:nvSpPr>
          <p:spPr bwMode="auto">
            <a:xfrm>
              <a:off x="3792" y="17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41001" name="Text Box 29">
              <a:extLst>
                <a:ext uri="{FF2B5EF4-FFF2-40B4-BE49-F238E27FC236}">
                  <a16:creationId xmlns:a16="http://schemas.microsoft.com/office/drawing/2014/main" id="{C082334A-8582-4CDA-86E9-25B7AE177002}"/>
                </a:ext>
              </a:extLst>
            </p:cNvPr>
            <p:cNvSpPr txBox="1">
              <a:spLocks noChangeArrowheads="1"/>
            </p:cNvSpPr>
            <p:nvPr/>
          </p:nvSpPr>
          <p:spPr bwMode="auto">
            <a:xfrm>
              <a:off x="4272" y="177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MANQL</a:t>
              </a:r>
            </a:p>
          </p:txBody>
        </p:sp>
        <p:sp>
          <p:nvSpPr>
            <p:cNvPr id="41002" name="Text Box 30">
              <a:extLst>
                <a:ext uri="{FF2B5EF4-FFF2-40B4-BE49-F238E27FC236}">
                  <a16:creationId xmlns:a16="http://schemas.microsoft.com/office/drawing/2014/main" id="{63DB5D4B-1941-494E-8491-B26B7AB30F27}"/>
                </a:ext>
              </a:extLst>
            </p:cNvPr>
            <p:cNvSpPr txBox="1">
              <a:spLocks noChangeArrowheads="1"/>
            </p:cNvSpPr>
            <p:nvPr/>
          </p:nvSpPr>
          <p:spPr bwMode="auto">
            <a:xfrm>
              <a:off x="4848" y="177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grpSp>
          <p:nvGrpSpPr>
            <p:cNvPr id="41003" name="Group 33">
              <a:extLst>
                <a:ext uri="{FF2B5EF4-FFF2-40B4-BE49-F238E27FC236}">
                  <a16:creationId xmlns:a16="http://schemas.microsoft.com/office/drawing/2014/main" id="{DAACD24D-276F-4CBD-B40C-E73102238F03}"/>
                </a:ext>
              </a:extLst>
            </p:cNvPr>
            <p:cNvGrpSpPr>
              <a:grpSpLocks/>
            </p:cNvGrpSpPr>
            <p:nvPr/>
          </p:nvGrpSpPr>
          <p:grpSpPr bwMode="auto">
            <a:xfrm>
              <a:off x="624" y="1776"/>
              <a:ext cx="4656" cy="192"/>
              <a:chOff x="192" y="1200"/>
              <a:chExt cx="4656" cy="240"/>
            </a:xfrm>
          </p:grpSpPr>
          <p:sp>
            <p:nvSpPr>
              <p:cNvPr id="41004" name="Line 15">
                <a:extLst>
                  <a:ext uri="{FF2B5EF4-FFF2-40B4-BE49-F238E27FC236}">
                    <a16:creationId xmlns:a16="http://schemas.microsoft.com/office/drawing/2014/main" id="{A83E6849-BC5D-45BF-9656-40BA8A895C4B}"/>
                  </a:ext>
                </a:extLst>
              </p:cNvPr>
              <p:cNvSpPr>
                <a:spLocks noChangeShapeType="1"/>
              </p:cNvSpPr>
              <p:nvPr/>
            </p:nvSpPr>
            <p:spPr bwMode="auto">
              <a:xfrm>
                <a:off x="624"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05" name="Line 16">
                <a:extLst>
                  <a:ext uri="{FF2B5EF4-FFF2-40B4-BE49-F238E27FC236}">
                    <a16:creationId xmlns:a16="http://schemas.microsoft.com/office/drawing/2014/main" id="{5B3DB485-F25E-413A-BDC0-786FF2173851}"/>
                  </a:ext>
                </a:extLst>
              </p:cNvPr>
              <p:cNvSpPr>
                <a:spLocks noChangeShapeType="1"/>
              </p:cNvSpPr>
              <p:nvPr/>
            </p:nvSpPr>
            <p:spPr bwMode="auto">
              <a:xfrm>
                <a:off x="1152"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06" name="Line 17">
                <a:extLst>
                  <a:ext uri="{FF2B5EF4-FFF2-40B4-BE49-F238E27FC236}">
                    <a16:creationId xmlns:a16="http://schemas.microsoft.com/office/drawing/2014/main" id="{0BBED230-CF97-41D8-93D2-A947FD112106}"/>
                  </a:ext>
                </a:extLst>
              </p:cNvPr>
              <p:cNvSpPr>
                <a:spLocks noChangeShapeType="1"/>
              </p:cNvSpPr>
              <p:nvPr/>
            </p:nvSpPr>
            <p:spPr bwMode="auto">
              <a:xfrm>
                <a:off x="1632"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07" name="Line 18">
                <a:extLst>
                  <a:ext uri="{FF2B5EF4-FFF2-40B4-BE49-F238E27FC236}">
                    <a16:creationId xmlns:a16="http://schemas.microsoft.com/office/drawing/2014/main" id="{32624B4C-476F-4DBC-A6E4-23FF14653F6E}"/>
                  </a:ext>
                </a:extLst>
              </p:cNvPr>
              <p:cNvSpPr>
                <a:spLocks noChangeShapeType="1"/>
              </p:cNvSpPr>
              <p:nvPr/>
            </p:nvSpPr>
            <p:spPr bwMode="auto">
              <a:xfrm>
                <a:off x="2064"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08" name="Line 21">
                <a:extLst>
                  <a:ext uri="{FF2B5EF4-FFF2-40B4-BE49-F238E27FC236}">
                    <a16:creationId xmlns:a16="http://schemas.microsoft.com/office/drawing/2014/main" id="{D58C3BD9-43A3-46DF-8242-4C9ABEA25629}"/>
                  </a:ext>
                </a:extLst>
              </p:cNvPr>
              <p:cNvSpPr>
                <a:spLocks noChangeShapeType="1"/>
              </p:cNvSpPr>
              <p:nvPr/>
            </p:nvSpPr>
            <p:spPr bwMode="auto">
              <a:xfrm>
                <a:off x="2592"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09" name="Line 23">
                <a:extLst>
                  <a:ext uri="{FF2B5EF4-FFF2-40B4-BE49-F238E27FC236}">
                    <a16:creationId xmlns:a16="http://schemas.microsoft.com/office/drawing/2014/main" id="{1A7AEA6E-D215-409F-9403-E1D53503711C}"/>
                  </a:ext>
                </a:extLst>
              </p:cNvPr>
              <p:cNvSpPr>
                <a:spLocks noChangeShapeType="1"/>
              </p:cNvSpPr>
              <p:nvPr/>
            </p:nvSpPr>
            <p:spPr bwMode="auto">
              <a:xfrm>
                <a:off x="2976"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10" name="Line 25">
                <a:extLst>
                  <a:ext uri="{FF2B5EF4-FFF2-40B4-BE49-F238E27FC236}">
                    <a16:creationId xmlns:a16="http://schemas.microsoft.com/office/drawing/2014/main" id="{66D64DD4-A02F-4BF7-8C0E-76AD86B6C3E1}"/>
                  </a:ext>
                </a:extLst>
              </p:cNvPr>
              <p:cNvSpPr>
                <a:spLocks noChangeShapeType="1"/>
              </p:cNvSpPr>
              <p:nvPr/>
            </p:nvSpPr>
            <p:spPr bwMode="auto">
              <a:xfrm>
                <a:off x="3360"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11" name="Line 27">
                <a:extLst>
                  <a:ext uri="{FF2B5EF4-FFF2-40B4-BE49-F238E27FC236}">
                    <a16:creationId xmlns:a16="http://schemas.microsoft.com/office/drawing/2014/main" id="{BB7FB297-69E8-4EA1-B64B-BEAED418FA76}"/>
                  </a:ext>
                </a:extLst>
              </p:cNvPr>
              <p:cNvSpPr>
                <a:spLocks noChangeShapeType="1"/>
              </p:cNvSpPr>
              <p:nvPr/>
            </p:nvSpPr>
            <p:spPr bwMode="auto">
              <a:xfrm>
                <a:off x="3840"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12" name="Line 28">
                <a:extLst>
                  <a:ext uri="{FF2B5EF4-FFF2-40B4-BE49-F238E27FC236}">
                    <a16:creationId xmlns:a16="http://schemas.microsoft.com/office/drawing/2014/main" id="{3F1A4B82-DD55-41B3-9ABA-083562F1F769}"/>
                  </a:ext>
                </a:extLst>
              </p:cNvPr>
              <p:cNvSpPr>
                <a:spLocks noChangeShapeType="1"/>
              </p:cNvSpPr>
              <p:nvPr/>
            </p:nvSpPr>
            <p:spPr bwMode="auto">
              <a:xfrm>
                <a:off x="4416"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13" name="Line 31">
                <a:extLst>
                  <a:ext uri="{FF2B5EF4-FFF2-40B4-BE49-F238E27FC236}">
                    <a16:creationId xmlns:a16="http://schemas.microsoft.com/office/drawing/2014/main" id="{8FFB2DC4-6793-4FF5-AD2A-38428267E455}"/>
                  </a:ext>
                </a:extLst>
              </p:cNvPr>
              <p:cNvSpPr>
                <a:spLocks noChangeShapeType="1"/>
              </p:cNvSpPr>
              <p:nvPr/>
            </p:nvSpPr>
            <p:spPr bwMode="auto">
              <a:xfrm>
                <a:off x="4848"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014" name="Line 32">
                <a:extLst>
                  <a:ext uri="{FF2B5EF4-FFF2-40B4-BE49-F238E27FC236}">
                    <a16:creationId xmlns:a16="http://schemas.microsoft.com/office/drawing/2014/main" id="{0444FA8D-3B31-4DA2-8402-DC93E27A7350}"/>
                  </a:ext>
                </a:extLst>
              </p:cNvPr>
              <p:cNvSpPr>
                <a:spLocks noChangeShapeType="1"/>
              </p:cNvSpPr>
              <p:nvPr/>
            </p:nvSpPr>
            <p:spPr bwMode="auto">
              <a:xfrm>
                <a:off x="192" y="1200"/>
                <a:ext cx="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sp>
        <p:nvSpPr>
          <p:cNvPr id="40967" name="Text Box 35">
            <a:extLst>
              <a:ext uri="{FF2B5EF4-FFF2-40B4-BE49-F238E27FC236}">
                <a16:creationId xmlns:a16="http://schemas.microsoft.com/office/drawing/2014/main" id="{ED210B2F-CEB1-4288-ABD5-106EC822B6A4}"/>
              </a:ext>
            </a:extLst>
          </p:cNvPr>
          <p:cNvSpPr txBox="1">
            <a:spLocks noChangeArrowheads="1"/>
          </p:cNvSpPr>
          <p:nvPr/>
        </p:nvSpPr>
        <p:spPr bwMode="auto">
          <a:xfrm>
            <a:off x="990600" y="35814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PHONGBAN</a:t>
            </a:r>
          </a:p>
        </p:txBody>
      </p:sp>
      <p:grpSp>
        <p:nvGrpSpPr>
          <p:cNvPr id="40968" name="Group 61">
            <a:extLst>
              <a:ext uri="{FF2B5EF4-FFF2-40B4-BE49-F238E27FC236}">
                <a16:creationId xmlns:a16="http://schemas.microsoft.com/office/drawing/2014/main" id="{B8EA8E9B-3451-4DDB-8864-4F583A65C814}"/>
              </a:ext>
            </a:extLst>
          </p:cNvPr>
          <p:cNvGrpSpPr>
            <a:grpSpLocks/>
          </p:cNvGrpSpPr>
          <p:nvPr/>
        </p:nvGrpSpPr>
        <p:grpSpPr bwMode="auto">
          <a:xfrm>
            <a:off x="990600" y="3962400"/>
            <a:ext cx="3962400" cy="304800"/>
            <a:chOff x="624" y="2304"/>
            <a:chExt cx="4656" cy="192"/>
          </a:xfrm>
        </p:grpSpPr>
        <p:sp>
          <p:nvSpPr>
            <p:cNvPr id="40989" name="Line 37">
              <a:extLst>
                <a:ext uri="{FF2B5EF4-FFF2-40B4-BE49-F238E27FC236}">
                  <a16:creationId xmlns:a16="http://schemas.microsoft.com/office/drawing/2014/main" id="{24D8FA53-78DA-4C8C-BF4C-62D8F688B19F}"/>
                </a:ext>
              </a:extLst>
            </p:cNvPr>
            <p:cNvSpPr>
              <a:spLocks noChangeShapeType="1"/>
            </p:cNvSpPr>
            <p:nvPr/>
          </p:nvSpPr>
          <p:spPr bwMode="auto">
            <a:xfrm>
              <a:off x="624" y="2304"/>
              <a:ext cx="46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90" name="Line 38">
              <a:extLst>
                <a:ext uri="{FF2B5EF4-FFF2-40B4-BE49-F238E27FC236}">
                  <a16:creationId xmlns:a16="http://schemas.microsoft.com/office/drawing/2014/main" id="{22E064D8-55DF-4D2C-80C4-37F8FEEBB085}"/>
                </a:ext>
              </a:extLst>
            </p:cNvPr>
            <p:cNvSpPr>
              <a:spLocks noChangeShapeType="1"/>
            </p:cNvSpPr>
            <p:nvPr/>
          </p:nvSpPr>
          <p:spPr bwMode="auto">
            <a:xfrm>
              <a:off x="624" y="2496"/>
              <a:ext cx="46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40969" name="Text Box 39">
            <a:extLst>
              <a:ext uri="{FF2B5EF4-FFF2-40B4-BE49-F238E27FC236}">
                <a16:creationId xmlns:a16="http://schemas.microsoft.com/office/drawing/2014/main" id="{D667F6AE-62CC-4BFB-AC92-7EEEB2A46C86}"/>
              </a:ext>
            </a:extLst>
          </p:cNvPr>
          <p:cNvSpPr txBox="1">
            <a:spLocks noChangeArrowheads="1"/>
          </p:cNvSpPr>
          <p:nvPr/>
        </p:nvSpPr>
        <p:spPr bwMode="auto">
          <a:xfrm>
            <a:off x="2743200" y="39624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TRPHG</a:t>
            </a:r>
          </a:p>
        </p:txBody>
      </p:sp>
      <p:sp>
        <p:nvSpPr>
          <p:cNvPr id="40970" name="Text Box 40">
            <a:extLst>
              <a:ext uri="{FF2B5EF4-FFF2-40B4-BE49-F238E27FC236}">
                <a16:creationId xmlns:a16="http://schemas.microsoft.com/office/drawing/2014/main" id="{38910D4E-1264-43D1-B028-4C2CD902AD70}"/>
              </a:ext>
            </a:extLst>
          </p:cNvPr>
          <p:cNvSpPr txBox="1">
            <a:spLocks noChangeArrowheads="1"/>
          </p:cNvSpPr>
          <p:nvPr/>
        </p:nvSpPr>
        <p:spPr bwMode="auto">
          <a:xfrm>
            <a:off x="990600" y="3962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TENPHG</a:t>
            </a:r>
          </a:p>
        </p:txBody>
      </p:sp>
      <p:sp>
        <p:nvSpPr>
          <p:cNvPr id="40971" name="Text Box 41">
            <a:extLst>
              <a:ext uri="{FF2B5EF4-FFF2-40B4-BE49-F238E27FC236}">
                <a16:creationId xmlns:a16="http://schemas.microsoft.com/office/drawing/2014/main" id="{11872D4C-8CF1-4BBC-88B5-BFED16C39646}"/>
              </a:ext>
            </a:extLst>
          </p:cNvPr>
          <p:cNvSpPr txBox="1">
            <a:spLocks noChangeArrowheads="1"/>
          </p:cNvSpPr>
          <p:nvPr/>
        </p:nvSpPr>
        <p:spPr bwMode="auto">
          <a:xfrm>
            <a:off x="1905000" y="3962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u="sng">
                <a:latin typeface="Tahoma" panose="020B0604030504040204" pitchFamily="34" charset="0"/>
              </a:rPr>
              <a:t>MAPHG</a:t>
            </a:r>
          </a:p>
        </p:txBody>
      </p:sp>
      <p:sp>
        <p:nvSpPr>
          <p:cNvPr id="40972" name="Text Box 42">
            <a:extLst>
              <a:ext uri="{FF2B5EF4-FFF2-40B4-BE49-F238E27FC236}">
                <a16:creationId xmlns:a16="http://schemas.microsoft.com/office/drawing/2014/main" id="{8360F701-EB89-486F-8418-9C105F05FFD3}"/>
              </a:ext>
            </a:extLst>
          </p:cNvPr>
          <p:cNvSpPr txBox="1">
            <a:spLocks noChangeArrowheads="1"/>
          </p:cNvSpPr>
          <p:nvPr/>
        </p:nvSpPr>
        <p:spPr bwMode="auto">
          <a:xfrm>
            <a:off x="3505200" y="3962400"/>
            <a:ext cx="152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vi-VN" altLang="en-US" sz="1400" dirty="0">
                <a:latin typeface="Tahoma" panose="020B0604030504040204" pitchFamily="34" charset="0"/>
              </a:rPr>
              <a:t>NG_</a:t>
            </a:r>
            <a:r>
              <a:rPr lang="en-US" altLang="en-US" sz="1400" dirty="0">
                <a:latin typeface="Tahoma" panose="020B0604030504040204" pitchFamily="34" charset="0"/>
              </a:rPr>
              <a:t>NHANCHUC</a:t>
            </a:r>
          </a:p>
        </p:txBody>
      </p:sp>
      <p:sp>
        <p:nvSpPr>
          <p:cNvPr id="40973" name="Line 50">
            <a:extLst>
              <a:ext uri="{FF2B5EF4-FFF2-40B4-BE49-F238E27FC236}">
                <a16:creationId xmlns:a16="http://schemas.microsoft.com/office/drawing/2014/main" id="{6AF2EF53-A934-4362-B544-6C30EF26C52E}"/>
              </a:ext>
            </a:extLst>
          </p:cNvPr>
          <p:cNvSpPr>
            <a:spLocks noChangeShapeType="1"/>
          </p:cNvSpPr>
          <p:nvPr/>
        </p:nvSpPr>
        <p:spPr bwMode="auto">
          <a:xfrm>
            <a:off x="1905000" y="396240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74" name="Line 51">
            <a:extLst>
              <a:ext uri="{FF2B5EF4-FFF2-40B4-BE49-F238E27FC236}">
                <a16:creationId xmlns:a16="http://schemas.microsoft.com/office/drawing/2014/main" id="{603559D6-2A5C-48D5-924E-6E89AC73141B}"/>
              </a:ext>
            </a:extLst>
          </p:cNvPr>
          <p:cNvSpPr>
            <a:spLocks noChangeShapeType="1"/>
          </p:cNvSpPr>
          <p:nvPr/>
        </p:nvSpPr>
        <p:spPr bwMode="auto">
          <a:xfrm>
            <a:off x="2743200" y="396240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75" name="Line 52">
            <a:extLst>
              <a:ext uri="{FF2B5EF4-FFF2-40B4-BE49-F238E27FC236}">
                <a16:creationId xmlns:a16="http://schemas.microsoft.com/office/drawing/2014/main" id="{3898E8B8-DF91-459F-9C0B-C21AFCD71DD3}"/>
              </a:ext>
            </a:extLst>
          </p:cNvPr>
          <p:cNvSpPr>
            <a:spLocks noChangeShapeType="1"/>
          </p:cNvSpPr>
          <p:nvPr/>
        </p:nvSpPr>
        <p:spPr bwMode="auto">
          <a:xfrm>
            <a:off x="3505200" y="396240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76" name="Line 53">
            <a:extLst>
              <a:ext uri="{FF2B5EF4-FFF2-40B4-BE49-F238E27FC236}">
                <a16:creationId xmlns:a16="http://schemas.microsoft.com/office/drawing/2014/main" id="{88565801-76A6-426A-B4F8-FD3ECDBA58E3}"/>
              </a:ext>
            </a:extLst>
          </p:cNvPr>
          <p:cNvSpPr>
            <a:spLocks noChangeShapeType="1"/>
          </p:cNvSpPr>
          <p:nvPr/>
        </p:nvSpPr>
        <p:spPr bwMode="auto">
          <a:xfrm>
            <a:off x="4953000" y="396240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77" name="Line 60">
            <a:extLst>
              <a:ext uri="{FF2B5EF4-FFF2-40B4-BE49-F238E27FC236}">
                <a16:creationId xmlns:a16="http://schemas.microsoft.com/office/drawing/2014/main" id="{2675757F-B0D6-4491-B825-24677D093AC7}"/>
              </a:ext>
            </a:extLst>
          </p:cNvPr>
          <p:cNvSpPr>
            <a:spLocks noChangeShapeType="1"/>
          </p:cNvSpPr>
          <p:nvPr/>
        </p:nvSpPr>
        <p:spPr bwMode="auto">
          <a:xfrm>
            <a:off x="990600" y="396240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0978" name="Line 75">
            <a:extLst>
              <a:ext uri="{FF2B5EF4-FFF2-40B4-BE49-F238E27FC236}">
                <a16:creationId xmlns:a16="http://schemas.microsoft.com/office/drawing/2014/main" id="{97E5440A-2641-4CB5-B1F0-43F59EBD70AB}"/>
              </a:ext>
            </a:extLst>
          </p:cNvPr>
          <p:cNvSpPr>
            <a:spLocks noChangeShapeType="1"/>
          </p:cNvSpPr>
          <p:nvPr/>
        </p:nvSpPr>
        <p:spPr bwMode="auto">
          <a:xfrm flipV="1">
            <a:off x="3200400" y="2819400"/>
            <a:ext cx="381000" cy="1143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0979" name="Freeform 76">
            <a:extLst>
              <a:ext uri="{FF2B5EF4-FFF2-40B4-BE49-F238E27FC236}">
                <a16:creationId xmlns:a16="http://schemas.microsoft.com/office/drawing/2014/main" id="{DFA5E5B1-DBE3-4372-A3D0-5D18A001C780}"/>
              </a:ext>
            </a:extLst>
          </p:cNvPr>
          <p:cNvSpPr>
            <a:spLocks/>
          </p:cNvSpPr>
          <p:nvPr/>
        </p:nvSpPr>
        <p:spPr bwMode="auto">
          <a:xfrm>
            <a:off x="2411413" y="2819400"/>
            <a:ext cx="5513387" cy="1898650"/>
          </a:xfrm>
          <a:custGeom>
            <a:avLst/>
            <a:gdLst>
              <a:gd name="T0" fmla="*/ 2147483646 w 3473"/>
              <a:gd name="T1" fmla="*/ 0 h 1196"/>
              <a:gd name="T2" fmla="*/ 2147483646 w 3473"/>
              <a:gd name="T3" fmla="*/ 2147483646 h 1196"/>
              <a:gd name="T4" fmla="*/ 0 w 3473"/>
              <a:gd name="T5" fmla="*/ 2147483646 h 1196"/>
              <a:gd name="T6" fmla="*/ 0 60000 65536"/>
              <a:gd name="T7" fmla="*/ 0 60000 65536"/>
              <a:gd name="T8" fmla="*/ 0 60000 65536"/>
              <a:gd name="T9" fmla="*/ 0 w 3473"/>
              <a:gd name="T10" fmla="*/ 0 h 1196"/>
              <a:gd name="T11" fmla="*/ 3473 w 3473"/>
              <a:gd name="T12" fmla="*/ 1196 h 1196"/>
            </a:gdLst>
            <a:ahLst/>
            <a:cxnLst>
              <a:cxn ang="T6">
                <a:pos x="T0" y="T1"/>
              </a:cxn>
              <a:cxn ang="T7">
                <a:pos x="T2" y="T3"/>
              </a:cxn>
              <a:cxn ang="T8">
                <a:pos x="T4" y="T5"/>
              </a:cxn>
            </a:cxnLst>
            <a:rect l="T9" t="T10" r="T11" b="T12"/>
            <a:pathLst>
              <a:path w="3473" h="1196">
                <a:moveTo>
                  <a:pt x="3473" y="0"/>
                </a:moveTo>
                <a:cubicBezTo>
                  <a:pt x="3205" y="174"/>
                  <a:pt x="2446" y="890"/>
                  <a:pt x="1867" y="1043"/>
                </a:cubicBezTo>
                <a:cubicBezTo>
                  <a:pt x="1288" y="1196"/>
                  <a:pt x="389" y="946"/>
                  <a:pt x="0" y="921"/>
                </a:cubicBezTo>
              </a:path>
            </a:pathLst>
          </a:custGeom>
          <a:noFill/>
          <a:ln w="12700" cap="flat" cmpd="sng">
            <a:solidFill>
              <a:schemeClr val="tx1"/>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nvGrpSpPr>
          <p:cNvPr id="5" name="Group 77">
            <a:extLst>
              <a:ext uri="{FF2B5EF4-FFF2-40B4-BE49-F238E27FC236}">
                <a16:creationId xmlns:a16="http://schemas.microsoft.com/office/drawing/2014/main" id="{F3C26B67-DF0D-41D6-A786-6E8528ABF6E0}"/>
              </a:ext>
            </a:extLst>
          </p:cNvPr>
          <p:cNvGrpSpPr>
            <a:grpSpLocks/>
          </p:cNvGrpSpPr>
          <p:nvPr/>
        </p:nvGrpSpPr>
        <p:grpSpPr bwMode="auto">
          <a:xfrm>
            <a:off x="3243263" y="3124200"/>
            <a:ext cx="381000" cy="304800"/>
            <a:chOff x="1753" y="2000"/>
            <a:chExt cx="1359" cy="938"/>
          </a:xfrm>
        </p:grpSpPr>
        <p:sp>
          <p:nvSpPr>
            <p:cNvPr id="40987" name="Freeform 78">
              <a:extLst>
                <a:ext uri="{FF2B5EF4-FFF2-40B4-BE49-F238E27FC236}">
                  <a16:creationId xmlns:a16="http://schemas.microsoft.com/office/drawing/2014/main" id="{2CC7C4EF-48AA-416E-AC27-3FBD331F220E}"/>
                </a:ext>
              </a:extLst>
            </p:cNvPr>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 name="T21" fmla="*/ 0 w 1359"/>
                <a:gd name="T22" fmla="*/ 0 h 851"/>
                <a:gd name="T23" fmla="*/ 1359 w 1359"/>
                <a:gd name="T24" fmla="*/ 851 h 8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988" name="Freeform 79">
              <a:extLst>
                <a:ext uri="{FF2B5EF4-FFF2-40B4-BE49-F238E27FC236}">
                  <a16:creationId xmlns:a16="http://schemas.microsoft.com/office/drawing/2014/main" id="{1E14A028-AC8A-49EA-93FC-107068744F2A}"/>
                </a:ext>
              </a:extLst>
            </p:cNvPr>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8"/>
                <a:gd name="T31" fmla="*/ 0 h 792"/>
                <a:gd name="T32" fmla="*/ 1018 w 1018"/>
                <a:gd name="T33" fmla="*/ 792 h 7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6" name="Group 83">
            <a:extLst>
              <a:ext uri="{FF2B5EF4-FFF2-40B4-BE49-F238E27FC236}">
                <a16:creationId xmlns:a16="http://schemas.microsoft.com/office/drawing/2014/main" id="{A61F8925-4713-4512-9F89-0062DB60BAE9}"/>
              </a:ext>
            </a:extLst>
          </p:cNvPr>
          <p:cNvGrpSpPr>
            <a:grpSpLocks/>
          </p:cNvGrpSpPr>
          <p:nvPr/>
        </p:nvGrpSpPr>
        <p:grpSpPr bwMode="auto">
          <a:xfrm>
            <a:off x="3048000" y="2286000"/>
            <a:ext cx="990600" cy="762000"/>
            <a:chOff x="1753" y="2000"/>
            <a:chExt cx="1359" cy="938"/>
          </a:xfrm>
        </p:grpSpPr>
        <p:sp>
          <p:nvSpPr>
            <p:cNvPr id="40985" name="Freeform 84">
              <a:extLst>
                <a:ext uri="{FF2B5EF4-FFF2-40B4-BE49-F238E27FC236}">
                  <a16:creationId xmlns:a16="http://schemas.microsoft.com/office/drawing/2014/main" id="{AF9E0195-AF59-4C2E-B128-5BF39AB9DE98}"/>
                </a:ext>
              </a:extLst>
            </p:cNvPr>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 name="T21" fmla="*/ 0 w 1359"/>
                <a:gd name="T22" fmla="*/ 0 h 851"/>
                <a:gd name="T23" fmla="*/ 1359 w 1359"/>
                <a:gd name="T24" fmla="*/ 851 h 8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986" name="Freeform 85">
              <a:extLst>
                <a:ext uri="{FF2B5EF4-FFF2-40B4-BE49-F238E27FC236}">
                  <a16:creationId xmlns:a16="http://schemas.microsoft.com/office/drawing/2014/main" id="{96C6EE16-D1AB-4895-8EEB-0B72A5FB9707}"/>
                </a:ext>
              </a:extLst>
            </p:cNvPr>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8"/>
                <a:gd name="T31" fmla="*/ 0 h 792"/>
                <a:gd name="T32" fmla="*/ 1018 w 1018"/>
                <a:gd name="T33" fmla="*/ 792 h 7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 name="Group 86">
            <a:extLst>
              <a:ext uri="{FF2B5EF4-FFF2-40B4-BE49-F238E27FC236}">
                <a16:creationId xmlns:a16="http://schemas.microsoft.com/office/drawing/2014/main" id="{05EAEBF6-F5B9-45C8-A7B2-50E98CEEBEF5}"/>
              </a:ext>
            </a:extLst>
          </p:cNvPr>
          <p:cNvGrpSpPr>
            <a:grpSpLocks/>
          </p:cNvGrpSpPr>
          <p:nvPr/>
        </p:nvGrpSpPr>
        <p:grpSpPr bwMode="auto">
          <a:xfrm>
            <a:off x="1828800" y="3733800"/>
            <a:ext cx="990600" cy="762000"/>
            <a:chOff x="1753" y="2000"/>
            <a:chExt cx="1359" cy="938"/>
          </a:xfrm>
        </p:grpSpPr>
        <p:sp>
          <p:nvSpPr>
            <p:cNvPr id="40983" name="Freeform 87">
              <a:extLst>
                <a:ext uri="{FF2B5EF4-FFF2-40B4-BE49-F238E27FC236}">
                  <a16:creationId xmlns:a16="http://schemas.microsoft.com/office/drawing/2014/main" id="{375E0579-F407-46EE-B545-71524B50512D}"/>
                </a:ext>
              </a:extLst>
            </p:cNvPr>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 name="T21" fmla="*/ 0 w 1359"/>
                <a:gd name="T22" fmla="*/ 0 h 851"/>
                <a:gd name="T23" fmla="*/ 1359 w 1359"/>
                <a:gd name="T24" fmla="*/ 851 h 8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984" name="Freeform 88">
              <a:extLst>
                <a:ext uri="{FF2B5EF4-FFF2-40B4-BE49-F238E27FC236}">
                  <a16:creationId xmlns:a16="http://schemas.microsoft.com/office/drawing/2014/main" id="{1046B623-F7B3-4F64-8687-E6E3DEDB63C3}"/>
                </a:ext>
              </a:extLst>
            </p:cNvPr>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8"/>
                <a:gd name="T31" fmla="*/ 0 h 792"/>
                <a:gd name="T32" fmla="*/ 1018 w 1018"/>
                <a:gd name="T33" fmla="*/ 792 h 7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4BC3-F001-D4A9-994A-54ED4114C365}"/>
              </a:ext>
            </a:extLst>
          </p:cNvPr>
          <p:cNvSpPr>
            <a:spLocks noGrp="1"/>
          </p:cNvSpPr>
          <p:nvPr>
            <p:ph type="title"/>
          </p:nvPr>
        </p:nvSpPr>
        <p:spPr/>
        <p:txBody>
          <a:bodyPr/>
          <a:lstStyle/>
          <a:p>
            <a:r>
              <a:rPr lang="vi-VN" dirty="0"/>
              <a:t>Bài tập</a:t>
            </a:r>
            <a:endParaRPr lang="en-US" dirty="0"/>
          </a:p>
        </p:txBody>
      </p:sp>
      <p:sp>
        <p:nvSpPr>
          <p:cNvPr id="3" name="Content Placeholder 2">
            <a:extLst>
              <a:ext uri="{FF2B5EF4-FFF2-40B4-BE49-F238E27FC236}">
                <a16:creationId xmlns:a16="http://schemas.microsoft.com/office/drawing/2014/main" id="{88133412-1D00-F3D6-63CC-BF4D02773C18}"/>
              </a:ext>
            </a:extLst>
          </p:cNvPr>
          <p:cNvSpPr>
            <a:spLocks noGrp="1"/>
          </p:cNvSpPr>
          <p:nvPr>
            <p:ph idx="1"/>
          </p:nvPr>
        </p:nvSpPr>
        <p:spPr>
          <a:xfrm>
            <a:off x="457200" y="1219200"/>
            <a:ext cx="8229600" cy="4911725"/>
          </a:xfrm>
        </p:spPr>
        <p:txBody>
          <a:bodyPr/>
          <a:lstStyle/>
          <a:p>
            <a:pPr marL="0" indent="0">
              <a:buNone/>
            </a:pPr>
            <a:r>
              <a:rPr lang="en-US" dirty="0"/>
              <a:t>Hãy thay đổi kiểu dữ liệu cho mã khoa là char (3) cho CSDL QLDiem</a:t>
            </a:r>
          </a:p>
        </p:txBody>
      </p:sp>
      <p:sp>
        <p:nvSpPr>
          <p:cNvPr id="4" name="Date Placeholder 3">
            <a:extLst>
              <a:ext uri="{FF2B5EF4-FFF2-40B4-BE49-F238E27FC236}">
                <a16:creationId xmlns:a16="http://schemas.microsoft.com/office/drawing/2014/main" id="{4BD92E9B-EAF0-164F-D28F-A6C0E9CF2475}"/>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4BF77E5C-0CE4-2AA3-3F20-0AF2FC23CE9A}"/>
              </a:ext>
            </a:extLst>
          </p:cNvPr>
          <p:cNvSpPr>
            <a:spLocks noGrp="1"/>
          </p:cNvSpPr>
          <p:nvPr>
            <p:ph type="sldNum" sz="quarter" idx="12"/>
          </p:nvPr>
        </p:nvSpPr>
        <p:spPr/>
        <p:txBody>
          <a:bodyPr/>
          <a:lstStyle/>
          <a:p>
            <a:fld id="{BC6CB274-F3ED-4F22-9D3A-C5E5218A09E0}" type="slidenum">
              <a:rPr lang="en-US" altLang="en-US" smtClean="0"/>
              <a:pPr/>
              <a:t>33</a:t>
            </a:fld>
            <a:endParaRPr lang="en-US" altLang="en-US"/>
          </a:p>
        </p:txBody>
      </p:sp>
      <p:pic>
        <p:nvPicPr>
          <p:cNvPr id="6" name="Picture 5">
            <a:extLst>
              <a:ext uri="{FF2B5EF4-FFF2-40B4-BE49-F238E27FC236}">
                <a16:creationId xmlns:a16="http://schemas.microsoft.com/office/drawing/2014/main" id="{529A9A0C-4D31-5691-8EA8-B46207F3EFF8}"/>
              </a:ext>
            </a:extLst>
          </p:cNvPr>
          <p:cNvPicPr>
            <a:picLocks noChangeAspect="1"/>
          </p:cNvPicPr>
          <p:nvPr/>
        </p:nvPicPr>
        <p:blipFill>
          <a:blip r:embed="rId2"/>
          <a:stretch>
            <a:fillRect/>
          </a:stretch>
        </p:blipFill>
        <p:spPr>
          <a:xfrm>
            <a:off x="3180715" y="1742440"/>
            <a:ext cx="5048885" cy="4734560"/>
          </a:xfrm>
          <a:prstGeom prst="rect">
            <a:avLst/>
          </a:prstGeom>
        </p:spPr>
      </p:pic>
    </p:spTree>
    <p:extLst>
      <p:ext uri="{BB962C8B-B14F-4D97-AF65-F5344CB8AC3E}">
        <p14:creationId xmlns:p14="http://schemas.microsoft.com/office/powerpoint/2010/main" val="3205832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B58FD6-9165-4574-8691-D5B1EB2016F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3011" name="Slide Number Placeholder 5">
            <a:extLst>
              <a:ext uri="{FF2B5EF4-FFF2-40B4-BE49-F238E27FC236}">
                <a16:creationId xmlns:a16="http://schemas.microsoft.com/office/drawing/2014/main" id="{CAA4BA56-A40E-4D07-8D82-01CD88C376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2B996E8-3894-4526-83FB-DFAA2AE7DBA4}" type="slidenum">
              <a:rPr lang="en-US" altLang="en-US" sz="1000"/>
              <a:pPr algn="r">
                <a:spcBef>
                  <a:spcPct val="0"/>
                </a:spcBef>
                <a:buClrTx/>
                <a:buFontTx/>
                <a:buNone/>
              </a:pPr>
              <a:t>34</a:t>
            </a:fld>
            <a:endParaRPr lang="en-US" altLang="en-US" sz="1000"/>
          </a:p>
        </p:txBody>
      </p:sp>
      <p:sp>
        <p:nvSpPr>
          <p:cNvPr id="43012" name="Rectangle 2">
            <a:extLst>
              <a:ext uri="{FF2B5EF4-FFF2-40B4-BE49-F238E27FC236}">
                <a16:creationId xmlns:a16="http://schemas.microsoft.com/office/drawing/2014/main" id="{B26464ED-C32F-4E45-AC4F-3710910674D8}"/>
              </a:ext>
            </a:extLst>
          </p:cNvPr>
          <p:cNvSpPr>
            <a:spLocks noGrp="1" noChangeArrowheads="1"/>
          </p:cNvSpPr>
          <p:nvPr>
            <p:ph type="title"/>
          </p:nvPr>
        </p:nvSpPr>
        <p:spPr>
          <a:xfrm>
            <a:off x="457200" y="354013"/>
            <a:ext cx="8229600" cy="620712"/>
          </a:xfrm>
        </p:spPr>
        <p:txBody>
          <a:bodyPr/>
          <a:lstStyle/>
          <a:p>
            <a:pPr eaLnBrk="1" hangingPunct="1"/>
            <a:r>
              <a:rPr lang="en-US" altLang="en-US" sz="3500"/>
              <a:t>Cập nhật dữ liệu</a:t>
            </a:r>
          </a:p>
        </p:txBody>
      </p:sp>
      <p:sp>
        <p:nvSpPr>
          <p:cNvPr id="43013" name="Rectangle 3">
            <a:extLst>
              <a:ext uri="{FF2B5EF4-FFF2-40B4-BE49-F238E27FC236}">
                <a16:creationId xmlns:a16="http://schemas.microsoft.com/office/drawing/2014/main" id="{E891EE35-CE90-4D6E-8766-B87D893544E9}"/>
              </a:ext>
            </a:extLst>
          </p:cNvPr>
          <p:cNvSpPr>
            <a:spLocks noGrp="1" noChangeArrowheads="1"/>
          </p:cNvSpPr>
          <p:nvPr>
            <p:ph type="body" idx="1"/>
          </p:nvPr>
        </p:nvSpPr>
        <p:spPr>
          <a:xfrm>
            <a:off x="457200" y="1295400"/>
            <a:ext cx="8229600" cy="5029200"/>
          </a:xfrm>
        </p:spPr>
        <p:txBody>
          <a:bodyPr/>
          <a:lstStyle/>
          <a:p>
            <a:pPr marL="514350" indent="-514350" eaLnBrk="1" hangingPunct="1">
              <a:buFont typeface="+mj-lt"/>
              <a:buAutoNum type="arabicPeriod"/>
            </a:pPr>
            <a:r>
              <a:rPr lang="en-US" altLang="en-US" dirty="0" err="1"/>
              <a:t>Thêm</a:t>
            </a:r>
            <a:r>
              <a:rPr lang="en-US" altLang="en-US" dirty="0"/>
              <a:t> (insert)</a:t>
            </a:r>
          </a:p>
          <a:p>
            <a:pPr marL="514350" indent="-514350" eaLnBrk="1" hangingPunct="1">
              <a:buFont typeface="+mj-lt"/>
              <a:buAutoNum type="arabicPeriod"/>
            </a:pPr>
            <a:r>
              <a:rPr lang="en-US" altLang="en-US" dirty="0" err="1"/>
              <a:t>Xóa</a:t>
            </a:r>
            <a:r>
              <a:rPr lang="en-US" altLang="en-US" dirty="0"/>
              <a:t> (delete)</a:t>
            </a:r>
          </a:p>
          <a:p>
            <a:pPr marL="514350" indent="-514350" eaLnBrk="1" hangingPunct="1">
              <a:buFont typeface="+mj-lt"/>
              <a:buAutoNum type="arabicPeriod"/>
            </a:pPr>
            <a:r>
              <a:rPr lang="en-US" altLang="en-US" dirty="0" err="1"/>
              <a:t>Sửa</a:t>
            </a:r>
            <a:r>
              <a:rPr lang="en-US" altLang="en-US" dirty="0"/>
              <a:t> (update)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20CD961-9253-44BC-9119-D423970A855A}"/>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5059" name="Slide Number Placeholder 5">
            <a:extLst>
              <a:ext uri="{FF2B5EF4-FFF2-40B4-BE49-F238E27FC236}">
                <a16:creationId xmlns:a16="http://schemas.microsoft.com/office/drawing/2014/main" id="{E580A971-92CA-48D0-84CF-55F21B0AC2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8E9446B-9EF8-47DA-8D0E-71B1A4B9269C}" type="slidenum">
              <a:rPr lang="en-US" altLang="en-US" sz="1000"/>
              <a:pPr algn="r">
                <a:spcBef>
                  <a:spcPct val="0"/>
                </a:spcBef>
                <a:buClrTx/>
                <a:buFontTx/>
                <a:buNone/>
              </a:pPr>
              <a:t>35</a:t>
            </a:fld>
            <a:endParaRPr lang="en-US" altLang="en-US" sz="1000"/>
          </a:p>
        </p:txBody>
      </p:sp>
      <p:sp>
        <p:nvSpPr>
          <p:cNvPr id="45060" name="Rectangle 2">
            <a:extLst>
              <a:ext uri="{FF2B5EF4-FFF2-40B4-BE49-F238E27FC236}">
                <a16:creationId xmlns:a16="http://schemas.microsoft.com/office/drawing/2014/main" id="{A92DF9FC-F253-40F5-A84E-9DAD2CD71333}"/>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INSERT</a:t>
            </a:r>
          </a:p>
        </p:txBody>
      </p:sp>
      <p:sp>
        <p:nvSpPr>
          <p:cNvPr id="45061" name="Rectangle 3">
            <a:extLst>
              <a:ext uri="{FF2B5EF4-FFF2-40B4-BE49-F238E27FC236}">
                <a16:creationId xmlns:a16="http://schemas.microsoft.com/office/drawing/2014/main" id="{63DE3B84-D655-48D6-B495-212CCFA195F2}"/>
              </a:ext>
            </a:extLst>
          </p:cNvPr>
          <p:cNvSpPr>
            <a:spLocks noGrp="1" noChangeArrowheads="1"/>
          </p:cNvSpPr>
          <p:nvPr>
            <p:ph type="body" idx="1"/>
          </p:nvPr>
        </p:nvSpPr>
        <p:spPr>
          <a:xfrm>
            <a:off x="457200" y="1295400"/>
            <a:ext cx="8229600" cy="5029200"/>
          </a:xfrm>
        </p:spPr>
        <p:txBody>
          <a:bodyPr/>
          <a:lstStyle/>
          <a:p>
            <a:pPr eaLnBrk="1" hangingPunct="1"/>
            <a:r>
              <a:rPr lang="en-US" altLang="en-US"/>
              <a:t>Dùng để thêm 1 hay nhiều dòng vào bảng</a:t>
            </a:r>
          </a:p>
          <a:p>
            <a:pPr eaLnBrk="1" hangingPunct="1"/>
            <a:endParaRPr lang="en-US" altLang="en-US"/>
          </a:p>
          <a:p>
            <a:pPr eaLnBrk="1" hangingPunct="1"/>
            <a:r>
              <a:rPr lang="en-US" altLang="en-US"/>
              <a:t>Để thêm dữ liệu</a:t>
            </a:r>
          </a:p>
          <a:p>
            <a:pPr lvl="1" eaLnBrk="1" hangingPunct="1"/>
            <a:r>
              <a:rPr lang="en-US" altLang="en-US"/>
              <a:t>Tên quan hệ</a:t>
            </a:r>
          </a:p>
          <a:p>
            <a:pPr lvl="1" eaLnBrk="1" hangingPunct="1"/>
            <a:r>
              <a:rPr lang="en-US" altLang="en-US"/>
              <a:t>Danh sách các thuộc tính cần thêm dữ liệu</a:t>
            </a:r>
          </a:p>
          <a:p>
            <a:pPr lvl="1" eaLnBrk="1" hangingPunct="1"/>
            <a:r>
              <a:rPr lang="en-US" altLang="en-US"/>
              <a:t>Danh sách các giá trị tương ứng</a:t>
            </a:r>
          </a:p>
          <a:p>
            <a:pPr lvl="1" eaLnBrk="1" hangingPunct="1"/>
            <a:endParaRPr lang="en-US" altLang="en-US"/>
          </a:p>
          <a:p>
            <a:pPr eaLnBrk="1" hangingPunct="1"/>
            <a:endParaRPr lang="en-US" altLang="en-US">
              <a:solidFill>
                <a:srgbClr val="777777"/>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CACC9E0A-9276-42D3-8195-B91667FCEDBB}"/>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7107" name="Slide Number Placeholder 5">
            <a:extLst>
              <a:ext uri="{FF2B5EF4-FFF2-40B4-BE49-F238E27FC236}">
                <a16:creationId xmlns:a16="http://schemas.microsoft.com/office/drawing/2014/main" id="{4EE52C70-A492-480C-ADAD-D81D2F7B71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091FCC4-96B1-47A6-8E78-B658475B408B}" type="slidenum">
              <a:rPr lang="en-US" altLang="en-US" sz="1000"/>
              <a:pPr algn="r">
                <a:spcBef>
                  <a:spcPct val="0"/>
                </a:spcBef>
                <a:buClrTx/>
                <a:buFontTx/>
                <a:buNone/>
              </a:pPr>
              <a:t>36</a:t>
            </a:fld>
            <a:endParaRPr lang="en-US" altLang="en-US" sz="1000"/>
          </a:p>
        </p:txBody>
      </p:sp>
      <p:sp>
        <p:nvSpPr>
          <p:cNvPr id="47108" name="Rectangle 2">
            <a:extLst>
              <a:ext uri="{FF2B5EF4-FFF2-40B4-BE49-F238E27FC236}">
                <a16:creationId xmlns:a16="http://schemas.microsoft.com/office/drawing/2014/main" id="{F88641B5-F025-4A88-AA20-B09E4DF9FF87}"/>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INSERT (tt)</a:t>
            </a:r>
          </a:p>
        </p:txBody>
      </p:sp>
      <p:sp>
        <p:nvSpPr>
          <p:cNvPr id="47109" name="Rectangle 3">
            <a:extLst>
              <a:ext uri="{FF2B5EF4-FFF2-40B4-BE49-F238E27FC236}">
                <a16:creationId xmlns:a16="http://schemas.microsoft.com/office/drawing/2014/main" id="{B336A3FE-CEA1-4301-8681-D52B1A465E59}"/>
              </a:ext>
            </a:extLst>
          </p:cNvPr>
          <p:cNvSpPr>
            <a:spLocks noGrp="1" noChangeArrowheads="1"/>
          </p:cNvSpPr>
          <p:nvPr>
            <p:ph type="body" idx="1"/>
          </p:nvPr>
        </p:nvSpPr>
        <p:spPr>
          <a:xfrm>
            <a:off x="457200" y="1295400"/>
            <a:ext cx="8229600" cy="5029200"/>
          </a:xfrm>
        </p:spPr>
        <p:txBody>
          <a:bodyPr/>
          <a:lstStyle/>
          <a:p>
            <a:pPr eaLnBrk="1" hangingPunct="1"/>
            <a:r>
              <a:rPr lang="en-US" altLang="en-US"/>
              <a:t>Cú pháp (thêm 1 dòng)</a:t>
            </a:r>
            <a:endParaRPr lang="en-US" altLang="en-US">
              <a:solidFill>
                <a:srgbClr val="777777"/>
              </a:solidFill>
            </a:endParaRPr>
          </a:p>
        </p:txBody>
      </p:sp>
      <p:sp>
        <p:nvSpPr>
          <p:cNvPr id="47110" name="Rectangle 4">
            <a:extLst>
              <a:ext uri="{FF2B5EF4-FFF2-40B4-BE49-F238E27FC236}">
                <a16:creationId xmlns:a16="http://schemas.microsoft.com/office/drawing/2014/main" id="{C0607BAB-D0F1-4093-8193-DFE83033CE52}"/>
              </a:ext>
            </a:extLst>
          </p:cNvPr>
          <p:cNvSpPr>
            <a:spLocks noChangeArrowheads="1"/>
          </p:cNvSpPr>
          <p:nvPr/>
        </p:nvSpPr>
        <p:spPr bwMode="auto">
          <a:xfrm>
            <a:off x="1066800" y="2209800"/>
            <a:ext cx="6400800" cy="79216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INSERT INTO </a:t>
            </a:r>
            <a:r>
              <a:rPr lang="en-US" altLang="en-US" sz="1800">
                <a:latin typeface="Tahoma" panose="020B0604030504040204" pitchFamily="34" charset="0"/>
              </a:rPr>
              <a:t>&lt;tên bảng&gt;(&lt;danh sách các thuộc tính&gt;)</a:t>
            </a:r>
          </a:p>
          <a:p>
            <a:pPr algn="l" eaLnBrk="1" hangingPunct="1">
              <a:spcBef>
                <a:spcPct val="50000"/>
              </a:spcBef>
              <a:buClrTx/>
              <a:buFontTx/>
              <a:buNone/>
            </a:pPr>
            <a:r>
              <a:rPr lang="en-US" altLang="en-US" sz="1800" b="1">
                <a:latin typeface="Tahoma" panose="020B0604030504040204" pitchFamily="34" charset="0"/>
              </a:rPr>
              <a:t>VALUES </a:t>
            </a:r>
            <a:r>
              <a:rPr lang="en-US" altLang="en-US" sz="1800">
                <a:latin typeface="Tahoma" panose="020B0604030504040204" pitchFamily="34" charset="0"/>
              </a:rPr>
              <a:t>(&lt;danh sách các giá trị&gt;)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AC0638C1-C295-4C66-B604-CF22E0C65190}"/>
              </a:ext>
            </a:extLst>
          </p:cNvPr>
          <p:cNvSpPr>
            <a:spLocks noGrp="1"/>
          </p:cNvSpPr>
          <p:nvPr>
            <p:ph type="dt" sz="quarter" idx="10"/>
          </p:nvPr>
        </p:nvSpPr>
        <p:spPr>
          <a:xfrm>
            <a:off x="381000" y="6400800"/>
            <a:ext cx="5562600" cy="457200"/>
          </a:xfrm>
        </p:spPr>
        <p:txBody>
          <a:bodyPr/>
          <a:lstStyle/>
          <a:p>
            <a:pPr>
              <a:defRPr/>
            </a:pPr>
            <a:r>
              <a:rPr lang="en-US"/>
              <a:t>Cơ sở dữ liệu - Bộ môn Hệ thống Thông tin</a:t>
            </a:r>
            <a:endParaRPr lang="en-US" altLang="en-US"/>
          </a:p>
        </p:txBody>
      </p:sp>
      <p:sp>
        <p:nvSpPr>
          <p:cNvPr id="49155" name="Slide Number Placeholder 5">
            <a:extLst>
              <a:ext uri="{FF2B5EF4-FFF2-40B4-BE49-F238E27FC236}">
                <a16:creationId xmlns:a16="http://schemas.microsoft.com/office/drawing/2014/main" id="{4108F67E-97D8-41BB-8A6F-F6127F0892BD}"/>
              </a:ext>
            </a:extLst>
          </p:cNvPr>
          <p:cNvSpPr>
            <a:spLocks noGrp="1"/>
          </p:cNvSpPr>
          <p:nvPr>
            <p:ph type="sldNum" sz="quarter" idx="12"/>
          </p:nvPr>
        </p:nvSpPr>
        <p:spPr>
          <a:xfrm>
            <a:off x="6477000" y="64008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79878C2B-10B3-4EAC-BA00-55A664146DAD}" type="slidenum">
              <a:rPr lang="en-US" altLang="en-US" sz="1000"/>
              <a:pPr algn="r">
                <a:spcBef>
                  <a:spcPct val="0"/>
                </a:spcBef>
                <a:buClrTx/>
                <a:buFontTx/>
                <a:buNone/>
              </a:pPr>
              <a:t>37</a:t>
            </a:fld>
            <a:endParaRPr lang="en-US" altLang="en-US" sz="1000"/>
          </a:p>
        </p:txBody>
      </p:sp>
      <p:sp>
        <p:nvSpPr>
          <p:cNvPr id="49156" name="Rectangle 2">
            <a:extLst>
              <a:ext uri="{FF2B5EF4-FFF2-40B4-BE49-F238E27FC236}">
                <a16:creationId xmlns:a16="http://schemas.microsoft.com/office/drawing/2014/main" id="{7E00C367-7EBE-4247-8189-C738055EB662}"/>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a:t>
            </a:r>
          </a:p>
        </p:txBody>
      </p:sp>
      <p:sp>
        <p:nvSpPr>
          <p:cNvPr id="49157" name="Text Box 3">
            <a:extLst>
              <a:ext uri="{FF2B5EF4-FFF2-40B4-BE49-F238E27FC236}">
                <a16:creationId xmlns:a16="http://schemas.microsoft.com/office/drawing/2014/main" id="{91AF62BE-691A-4F59-8084-2AEB8D8810E5}"/>
              </a:ext>
            </a:extLst>
          </p:cNvPr>
          <p:cNvSpPr txBox="1">
            <a:spLocks noChangeArrowheads="1"/>
          </p:cNvSpPr>
          <p:nvPr/>
        </p:nvSpPr>
        <p:spPr bwMode="auto">
          <a:xfrm>
            <a:off x="228600" y="1739900"/>
            <a:ext cx="7848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INSERT INTO</a:t>
            </a:r>
            <a:r>
              <a:rPr lang="en-US" altLang="en-US" sz="1800" dirty="0">
                <a:latin typeface="Tahoma" panose="020B0604030504040204" pitchFamily="34" charset="0"/>
              </a:rPr>
              <a:t> NHANVIEN(HONV, TENLOT, TENNV, MANV)</a:t>
            </a:r>
          </a:p>
          <a:p>
            <a:pPr algn="l" eaLnBrk="1" hangingPunct="1">
              <a:spcBef>
                <a:spcPct val="50000"/>
              </a:spcBef>
              <a:buClrTx/>
              <a:buFontTx/>
              <a:buNone/>
            </a:pPr>
            <a:r>
              <a:rPr lang="en-US" altLang="en-US" sz="1800" dirty="0">
                <a:solidFill>
                  <a:srgbClr val="0000CC"/>
                </a:solidFill>
                <a:latin typeface="Tahoma" panose="020B0604030504040204" pitchFamily="34" charset="0"/>
              </a:rPr>
              <a:t>VALUES</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‘Le’</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‘Van’</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‘Tuyen’</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a:t>
            </a:r>
            <a:r>
              <a:rPr lang="en-US" altLang="en-US" sz="1800">
                <a:solidFill>
                  <a:srgbClr val="CC0000"/>
                </a:solidFill>
                <a:latin typeface="Tahoma" panose="020B0604030504040204" pitchFamily="34" charset="0"/>
              </a:rPr>
              <a:t>635635635’</a:t>
            </a:r>
            <a:r>
              <a:rPr lang="en-US" altLang="en-US" sz="1800">
                <a:latin typeface="Tahoma" panose="020B0604030504040204" pitchFamily="34" charset="0"/>
              </a:rPr>
              <a:t>)</a:t>
            </a:r>
            <a:endParaRPr lang="en-US" altLang="en-US" sz="1800" dirty="0">
              <a:latin typeface="Tahoma" panose="020B0604030504040204" pitchFamily="34" charset="0"/>
            </a:endParaRPr>
          </a:p>
        </p:txBody>
      </p:sp>
      <p:sp>
        <p:nvSpPr>
          <p:cNvPr id="49158" name="Text Box 4">
            <a:extLst>
              <a:ext uri="{FF2B5EF4-FFF2-40B4-BE49-F238E27FC236}">
                <a16:creationId xmlns:a16="http://schemas.microsoft.com/office/drawing/2014/main" id="{67476AE9-FD94-4B67-BE0F-B490059389D2}"/>
              </a:ext>
            </a:extLst>
          </p:cNvPr>
          <p:cNvSpPr txBox="1">
            <a:spLocks noChangeArrowheads="1"/>
          </p:cNvSpPr>
          <p:nvPr/>
        </p:nvSpPr>
        <p:spPr bwMode="auto">
          <a:xfrm>
            <a:off x="228600" y="4729163"/>
            <a:ext cx="85344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dirty="0">
                <a:solidFill>
                  <a:srgbClr val="0000CC"/>
                </a:solidFill>
                <a:latin typeface="Tahoma" panose="020B0604030504040204" pitchFamily="34" charset="0"/>
              </a:rPr>
              <a:t>INSERT INTO</a:t>
            </a:r>
            <a:r>
              <a:rPr lang="en-US" altLang="en-US" sz="1800" dirty="0">
                <a:latin typeface="Tahoma" panose="020B0604030504040204" pitchFamily="34" charset="0"/>
              </a:rPr>
              <a:t> NHANVIEN</a:t>
            </a:r>
          </a:p>
          <a:p>
            <a:pPr algn="l" eaLnBrk="1" hangingPunct="1">
              <a:spcBef>
                <a:spcPct val="50000"/>
              </a:spcBef>
              <a:buClrTx/>
              <a:buFontTx/>
              <a:buNone/>
            </a:pPr>
            <a:r>
              <a:rPr lang="en-US" altLang="en-US" sz="1800" dirty="0">
                <a:solidFill>
                  <a:srgbClr val="0000CC"/>
                </a:solidFill>
                <a:latin typeface="Tahoma" panose="020B0604030504040204" pitchFamily="34" charset="0"/>
              </a:rPr>
              <a:t>VALUES</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‘Le’</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‘Van’</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‘Tuyen’</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‘635635635’</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’12/30/1952’</a:t>
            </a:r>
            <a:r>
              <a:rPr lang="en-US" altLang="en-US" sz="1800" dirty="0">
                <a:latin typeface="Tahoma" panose="020B0604030504040204" pitchFamily="34" charset="0"/>
              </a:rPr>
              <a:t>,</a:t>
            </a:r>
            <a:r>
              <a:rPr lang="en-US" altLang="en-US" sz="1800" dirty="0">
                <a:solidFill>
                  <a:srgbClr val="CC0000"/>
                </a:solidFill>
                <a:latin typeface="Tahoma" panose="020B0604030504040204" pitchFamily="34" charset="0"/>
              </a:rPr>
              <a:t> ’98 HV’</a:t>
            </a:r>
            <a:r>
              <a:rPr lang="en-US" altLang="en-US" sz="1800" dirty="0">
                <a:latin typeface="Tahoma" panose="020B0604030504040204" pitchFamily="34" charset="0"/>
              </a:rPr>
              <a:t>, </a:t>
            </a:r>
            <a:r>
              <a:rPr lang="en-US" altLang="en-US" sz="1800" dirty="0">
                <a:solidFill>
                  <a:srgbClr val="CC0000"/>
                </a:solidFill>
                <a:latin typeface="Tahoma" panose="020B0604030504040204" pitchFamily="34" charset="0"/>
              </a:rPr>
              <a:t>‘Nam’</a:t>
            </a:r>
            <a:r>
              <a:rPr lang="en-US" altLang="en-US" sz="1800" dirty="0">
                <a:latin typeface="Tahoma" panose="020B0604030504040204" pitchFamily="34" charset="0"/>
              </a:rPr>
              <a:t>, 37000, 4)</a:t>
            </a:r>
          </a:p>
        </p:txBody>
      </p:sp>
      <p:sp>
        <p:nvSpPr>
          <p:cNvPr id="49159" name="Text Box 5">
            <a:extLst>
              <a:ext uri="{FF2B5EF4-FFF2-40B4-BE49-F238E27FC236}">
                <a16:creationId xmlns:a16="http://schemas.microsoft.com/office/drawing/2014/main" id="{AFA6E94C-22B0-43CB-B4E7-334883BFC465}"/>
              </a:ext>
            </a:extLst>
          </p:cNvPr>
          <p:cNvSpPr txBox="1">
            <a:spLocks noChangeArrowheads="1"/>
          </p:cNvSpPr>
          <p:nvPr/>
        </p:nvSpPr>
        <p:spPr bwMode="auto">
          <a:xfrm>
            <a:off x="228600" y="3246438"/>
            <a:ext cx="78486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INSERT INTO</a:t>
            </a:r>
            <a:r>
              <a:rPr lang="en-US" altLang="en-US" sz="1800">
                <a:latin typeface="Tahoma" panose="020B0604030504040204" pitchFamily="34" charset="0"/>
              </a:rPr>
              <a:t> NHANVIEN(HONV, TENLOT, TENNV, MANV, DCHI)</a:t>
            </a:r>
          </a:p>
          <a:p>
            <a:pPr algn="l" eaLnBrk="1" hangingPunct="1">
              <a:spcBef>
                <a:spcPct val="50000"/>
              </a:spcBef>
              <a:buClrTx/>
              <a:buFontTx/>
              <a:buNone/>
            </a:pPr>
            <a:r>
              <a:rPr lang="en-US" altLang="en-US" sz="1800">
                <a:solidFill>
                  <a:srgbClr val="0000CC"/>
                </a:solidFill>
                <a:latin typeface="Tahoma" panose="020B0604030504040204" pitchFamily="34" charset="0"/>
              </a:rPr>
              <a:t>VALUES</a:t>
            </a:r>
            <a:r>
              <a:rPr lang="en-US" altLang="en-US" sz="1800">
                <a:latin typeface="Tahoma" panose="020B0604030504040204" pitchFamily="34" charset="0"/>
              </a:rPr>
              <a:t> (</a:t>
            </a:r>
            <a:r>
              <a:rPr lang="en-US" altLang="en-US" sz="1800">
                <a:solidFill>
                  <a:srgbClr val="CC0000"/>
                </a:solidFill>
                <a:latin typeface="Tahoma" panose="020B0604030504040204" pitchFamily="34" charset="0"/>
              </a:rPr>
              <a:t>‘Le’</a:t>
            </a:r>
            <a:r>
              <a:rPr lang="en-US" altLang="en-US" sz="1800">
                <a:latin typeface="Tahoma" panose="020B0604030504040204" pitchFamily="34" charset="0"/>
              </a:rPr>
              <a:t>, </a:t>
            </a:r>
            <a:r>
              <a:rPr lang="en-US" altLang="en-US" sz="1800">
                <a:solidFill>
                  <a:srgbClr val="CC0000"/>
                </a:solidFill>
                <a:latin typeface="Tahoma" panose="020B0604030504040204" pitchFamily="34" charset="0"/>
              </a:rPr>
              <a:t>‘Van’</a:t>
            </a:r>
            <a:r>
              <a:rPr lang="en-US" altLang="en-US" sz="1800">
                <a:latin typeface="Tahoma" panose="020B0604030504040204" pitchFamily="34" charset="0"/>
              </a:rPr>
              <a:t>, </a:t>
            </a:r>
            <a:r>
              <a:rPr lang="en-US" altLang="en-US" sz="1800">
                <a:solidFill>
                  <a:srgbClr val="CC0000"/>
                </a:solidFill>
                <a:latin typeface="Tahoma" panose="020B0604030504040204" pitchFamily="34" charset="0"/>
              </a:rPr>
              <a:t>‘Tuyen’</a:t>
            </a:r>
            <a:r>
              <a:rPr lang="en-US" altLang="en-US" sz="1800">
                <a:latin typeface="Tahoma" panose="020B0604030504040204" pitchFamily="34" charset="0"/>
              </a:rPr>
              <a:t>, </a:t>
            </a:r>
            <a:r>
              <a:rPr lang="en-US" altLang="en-US" sz="1800">
                <a:solidFill>
                  <a:srgbClr val="CC0000"/>
                </a:solidFill>
                <a:latin typeface="Tahoma" panose="020B0604030504040204" pitchFamily="34" charset="0"/>
              </a:rPr>
              <a:t>‘635635635’</a:t>
            </a:r>
            <a:r>
              <a:rPr lang="en-US" altLang="en-US" sz="1800">
                <a:latin typeface="Tahoma" panose="020B0604030504040204" pitchFamily="34" charset="0"/>
              </a:rPr>
              <a:t>, </a:t>
            </a:r>
            <a:r>
              <a:rPr lang="en-US" altLang="en-US" sz="1800">
                <a:solidFill>
                  <a:srgbClr val="777777"/>
                </a:solidFill>
                <a:latin typeface="Tahoma" panose="020B0604030504040204" pitchFamily="34" charset="0"/>
              </a:rPr>
              <a:t>NULL</a:t>
            </a:r>
            <a:r>
              <a:rPr lang="en-US" altLang="en-US" sz="1800">
                <a:latin typeface="Tahoma" panose="020B0604030504040204" pitchFamily="34" charset="0"/>
              </a:rPr>
              <a:t>)</a:t>
            </a:r>
          </a:p>
        </p:txBody>
      </p:sp>
      <p:sp>
        <p:nvSpPr>
          <p:cNvPr id="9" name="TextBox 8">
            <a:extLst>
              <a:ext uri="{FF2B5EF4-FFF2-40B4-BE49-F238E27FC236}">
                <a16:creationId xmlns:a16="http://schemas.microsoft.com/office/drawing/2014/main" id="{542DBBDA-D22B-4946-9309-40DA840783AE}"/>
              </a:ext>
            </a:extLst>
          </p:cNvPr>
          <p:cNvSpPr txBox="1"/>
          <p:nvPr/>
        </p:nvSpPr>
        <p:spPr>
          <a:xfrm>
            <a:off x="5486400" y="450334"/>
            <a:ext cx="3124200" cy="369332"/>
          </a:xfrm>
          <a:prstGeom prst="rect">
            <a:avLst/>
          </a:prstGeom>
          <a:solidFill>
            <a:schemeClr val="accent2"/>
          </a:solidFill>
        </p:spPr>
        <p:txBody>
          <a:bodyPr wrap="square">
            <a:spAutoFit/>
          </a:bodyPr>
          <a:lstStyle/>
          <a:p>
            <a:pPr algn="ctr"/>
            <a:r>
              <a:rPr lang="en-US">
                <a:solidFill>
                  <a:srgbClr val="FFFF00"/>
                </a:solidFill>
              </a:rPr>
              <a:t>SET DATEFORMAT DMY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4CB86B-C907-40F0-9FFE-99513AF11C84}"/>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1203" name="Slide Number Placeholder 5">
            <a:extLst>
              <a:ext uri="{FF2B5EF4-FFF2-40B4-BE49-F238E27FC236}">
                <a16:creationId xmlns:a16="http://schemas.microsoft.com/office/drawing/2014/main" id="{87EE703E-4CAC-484A-9367-348037076B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5D39A4AE-C16D-4B57-96E3-AAE1D18C27DD}" type="slidenum">
              <a:rPr lang="en-US" altLang="en-US" sz="1000"/>
              <a:pPr algn="r">
                <a:spcBef>
                  <a:spcPct val="0"/>
                </a:spcBef>
                <a:buClrTx/>
                <a:buFontTx/>
                <a:buNone/>
              </a:pPr>
              <a:t>38</a:t>
            </a:fld>
            <a:endParaRPr lang="en-US" altLang="en-US" sz="1000"/>
          </a:p>
        </p:txBody>
      </p:sp>
      <p:sp>
        <p:nvSpPr>
          <p:cNvPr id="51204" name="Rectangle 2">
            <a:extLst>
              <a:ext uri="{FF2B5EF4-FFF2-40B4-BE49-F238E27FC236}">
                <a16:creationId xmlns:a16="http://schemas.microsoft.com/office/drawing/2014/main" id="{EE004642-7874-467C-ACF0-B39A402FFD2D}"/>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INSERT (tt)</a:t>
            </a:r>
          </a:p>
        </p:txBody>
      </p:sp>
      <p:sp>
        <p:nvSpPr>
          <p:cNvPr id="51205" name="Rectangle 3">
            <a:extLst>
              <a:ext uri="{FF2B5EF4-FFF2-40B4-BE49-F238E27FC236}">
                <a16:creationId xmlns:a16="http://schemas.microsoft.com/office/drawing/2014/main" id="{662D7E8E-1FDE-4D1F-8C2B-4569BB254A28}"/>
              </a:ext>
            </a:extLst>
          </p:cNvPr>
          <p:cNvSpPr>
            <a:spLocks noGrp="1" noChangeArrowheads="1"/>
          </p:cNvSpPr>
          <p:nvPr>
            <p:ph type="body" idx="1"/>
          </p:nvPr>
        </p:nvSpPr>
        <p:spPr>
          <a:xfrm>
            <a:off x="457200" y="1295400"/>
            <a:ext cx="8229600" cy="5029200"/>
          </a:xfrm>
        </p:spPr>
        <p:txBody>
          <a:bodyPr/>
          <a:lstStyle/>
          <a:p>
            <a:pPr eaLnBrk="1" hangingPunct="1"/>
            <a:r>
              <a:rPr lang="en-US" altLang="en-US"/>
              <a:t>Nhận xét</a:t>
            </a:r>
          </a:p>
          <a:p>
            <a:pPr lvl="1" eaLnBrk="1" hangingPunct="1"/>
            <a:r>
              <a:rPr lang="en-US" altLang="en-US"/>
              <a:t>Thứ tự các giá trị phải trùng với thứ tự các cột</a:t>
            </a:r>
          </a:p>
          <a:p>
            <a:pPr lvl="1" eaLnBrk="1" hangingPunct="1"/>
            <a:endParaRPr lang="en-US" altLang="en-US"/>
          </a:p>
          <a:p>
            <a:pPr lvl="1" eaLnBrk="1" hangingPunct="1"/>
            <a:r>
              <a:rPr lang="en-US" altLang="en-US"/>
              <a:t>Có thể thêm giá trị NULL ở những thuộc tính không là khóa chính và NOT NULL</a:t>
            </a:r>
          </a:p>
          <a:p>
            <a:pPr lvl="1" eaLnBrk="1" hangingPunct="1"/>
            <a:endParaRPr lang="en-US" altLang="en-US"/>
          </a:p>
          <a:p>
            <a:pPr lvl="1" eaLnBrk="1" hangingPunct="1"/>
            <a:r>
              <a:rPr lang="en-US" altLang="en-US"/>
              <a:t>Câu lệnh INSERT sẽ gặp lỗi nếu vi phạm RBTV</a:t>
            </a:r>
          </a:p>
          <a:p>
            <a:pPr lvl="2" eaLnBrk="1" hangingPunct="1"/>
            <a:r>
              <a:rPr lang="en-US" altLang="en-US"/>
              <a:t>Khóa chính</a:t>
            </a:r>
          </a:p>
          <a:p>
            <a:pPr lvl="2" eaLnBrk="1" hangingPunct="1"/>
            <a:r>
              <a:rPr lang="en-US" altLang="en-US"/>
              <a:t>Tham chiếu</a:t>
            </a:r>
          </a:p>
          <a:p>
            <a:pPr lvl="2" eaLnBrk="1" hangingPunct="1"/>
            <a:r>
              <a:rPr lang="en-US" altLang="en-US"/>
              <a:t>NOT NULL - các thuộc tính có ràng buộc NOT NULL bắt buộc phải có giá trị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598FAEDF-8886-42E4-8D76-A7F42F0B83CE}"/>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3251" name="Slide Number Placeholder 5">
            <a:extLst>
              <a:ext uri="{FF2B5EF4-FFF2-40B4-BE49-F238E27FC236}">
                <a16:creationId xmlns:a16="http://schemas.microsoft.com/office/drawing/2014/main" id="{BDCE626D-C454-400D-81FF-C52DD184F1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867804C5-8D69-48DA-AFBD-7225E8FF58D5}" type="slidenum">
              <a:rPr lang="en-US" altLang="en-US" sz="1000"/>
              <a:pPr algn="r">
                <a:spcBef>
                  <a:spcPct val="0"/>
                </a:spcBef>
                <a:buClrTx/>
                <a:buFontTx/>
                <a:buNone/>
              </a:pPr>
              <a:t>39</a:t>
            </a:fld>
            <a:endParaRPr lang="en-US" altLang="en-US" sz="1000"/>
          </a:p>
        </p:txBody>
      </p:sp>
      <p:sp>
        <p:nvSpPr>
          <p:cNvPr id="53252" name="Rectangle 2">
            <a:extLst>
              <a:ext uri="{FF2B5EF4-FFF2-40B4-BE49-F238E27FC236}">
                <a16:creationId xmlns:a16="http://schemas.microsoft.com/office/drawing/2014/main" id="{4C8B850F-69F0-40F4-8425-D647B6474851}"/>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INSERT (tt)</a:t>
            </a:r>
          </a:p>
        </p:txBody>
      </p:sp>
      <p:sp>
        <p:nvSpPr>
          <p:cNvPr id="53253" name="Rectangle 3">
            <a:extLst>
              <a:ext uri="{FF2B5EF4-FFF2-40B4-BE49-F238E27FC236}">
                <a16:creationId xmlns:a16="http://schemas.microsoft.com/office/drawing/2014/main" id="{AFA55B4C-6256-47EE-A0A7-29608526194E}"/>
              </a:ext>
            </a:extLst>
          </p:cNvPr>
          <p:cNvSpPr>
            <a:spLocks noGrp="1" noChangeArrowheads="1"/>
          </p:cNvSpPr>
          <p:nvPr>
            <p:ph type="body" idx="1"/>
          </p:nvPr>
        </p:nvSpPr>
        <p:spPr>
          <a:xfrm>
            <a:off x="457200" y="1295400"/>
            <a:ext cx="8229600" cy="5029200"/>
          </a:xfrm>
        </p:spPr>
        <p:txBody>
          <a:bodyPr/>
          <a:lstStyle/>
          <a:p>
            <a:pPr eaLnBrk="1" hangingPunct="1"/>
            <a:r>
              <a:rPr lang="en-US" altLang="en-US"/>
              <a:t>Cú pháp (thêm nhiều dòng)</a:t>
            </a:r>
            <a:endParaRPr lang="en-US" altLang="en-US">
              <a:solidFill>
                <a:srgbClr val="777777"/>
              </a:solidFill>
            </a:endParaRPr>
          </a:p>
        </p:txBody>
      </p:sp>
      <p:sp>
        <p:nvSpPr>
          <p:cNvPr id="53254" name="Rectangle 4">
            <a:extLst>
              <a:ext uri="{FF2B5EF4-FFF2-40B4-BE49-F238E27FC236}">
                <a16:creationId xmlns:a16="http://schemas.microsoft.com/office/drawing/2014/main" id="{CE48C410-1861-493F-8779-A60D53DA48E4}"/>
              </a:ext>
            </a:extLst>
          </p:cNvPr>
          <p:cNvSpPr>
            <a:spLocks noChangeArrowheads="1"/>
          </p:cNvSpPr>
          <p:nvPr/>
        </p:nvSpPr>
        <p:spPr bwMode="auto">
          <a:xfrm>
            <a:off x="1066800" y="2209800"/>
            <a:ext cx="6400800" cy="79216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INSERT INTO </a:t>
            </a:r>
            <a:r>
              <a:rPr lang="en-US" altLang="en-US" sz="1800">
                <a:latin typeface="Tahoma" panose="020B0604030504040204" pitchFamily="34" charset="0"/>
              </a:rPr>
              <a:t>&lt;tên bảng&gt;(&lt;danh sách các thuộc tính&gt;)</a:t>
            </a:r>
          </a:p>
          <a:p>
            <a:pPr algn="l" eaLnBrk="1" hangingPunct="1">
              <a:spcBef>
                <a:spcPct val="50000"/>
              </a:spcBef>
              <a:buClrTx/>
              <a:buFontTx/>
              <a:buNone/>
            </a:pPr>
            <a:r>
              <a:rPr lang="en-US" altLang="en-US" sz="1800">
                <a:latin typeface="Tahoma" panose="020B0604030504040204" pitchFamily="34" charset="0"/>
              </a:rPr>
              <a:t>	&lt;câu truy vấn con&gt;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6A1B60EA-303A-4556-9F4A-12DB2A95B7C6}"/>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5299" name="Slide Number Placeholder 5">
            <a:extLst>
              <a:ext uri="{FF2B5EF4-FFF2-40B4-BE49-F238E27FC236}">
                <a16:creationId xmlns:a16="http://schemas.microsoft.com/office/drawing/2014/main" id="{ED1575E4-5352-4815-A659-0F409DD7F1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BB51DD6E-73EC-45D5-B0FB-93AAAAA22C9F}" type="slidenum">
              <a:rPr lang="en-US" altLang="en-US" sz="1000"/>
              <a:pPr algn="r">
                <a:spcBef>
                  <a:spcPct val="0"/>
                </a:spcBef>
                <a:buClrTx/>
                <a:buFontTx/>
                <a:buNone/>
              </a:pPr>
              <a:t>40</a:t>
            </a:fld>
            <a:endParaRPr lang="en-US" altLang="en-US" sz="1000"/>
          </a:p>
        </p:txBody>
      </p:sp>
      <p:sp>
        <p:nvSpPr>
          <p:cNvPr id="55300" name="Rectangle 2">
            <a:extLst>
              <a:ext uri="{FF2B5EF4-FFF2-40B4-BE49-F238E27FC236}">
                <a16:creationId xmlns:a16="http://schemas.microsoft.com/office/drawing/2014/main" id="{230EC38C-9A2C-4AFE-AE7A-5B865D8BA4C1}"/>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a:t>
            </a:r>
          </a:p>
        </p:txBody>
      </p:sp>
      <p:sp>
        <p:nvSpPr>
          <p:cNvPr id="55301" name="Text Box 3">
            <a:extLst>
              <a:ext uri="{FF2B5EF4-FFF2-40B4-BE49-F238E27FC236}">
                <a16:creationId xmlns:a16="http://schemas.microsoft.com/office/drawing/2014/main" id="{AA393FFB-B0EA-4434-9D79-B02932ECB558}"/>
              </a:ext>
            </a:extLst>
          </p:cNvPr>
          <p:cNvSpPr txBox="1">
            <a:spLocks noChangeArrowheads="1"/>
          </p:cNvSpPr>
          <p:nvPr/>
        </p:nvSpPr>
        <p:spPr bwMode="auto">
          <a:xfrm>
            <a:off x="2057400" y="1447800"/>
            <a:ext cx="40386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CREATE TABLE</a:t>
            </a:r>
            <a:r>
              <a:rPr lang="en-US" altLang="en-US" sz="1800">
                <a:latin typeface="Tahoma" panose="020B0604030504040204" pitchFamily="34" charset="0"/>
              </a:rPr>
              <a:t> THONGKE_PB (</a:t>
            </a:r>
          </a:p>
          <a:p>
            <a:pPr algn="l" eaLnBrk="1" hangingPunct="1">
              <a:spcBef>
                <a:spcPct val="50000"/>
              </a:spcBef>
              <a:buClrTx/>
              <a:buFontTx/>
              <a:buNone/>
            </a:pPr>
            <a:r>
              <a:rPr lang="en-US" altLang="en-US" sz="1800">
                <a:latin typeface="Tahoma" panose="020B0604030504040204" pitchFamily="34" charset="0"/>
              </a:rPr>
              <a:t>	TENPHG </a:t>
            </a:r>
            <a:r>
              <a:rPr lang="en-US" altLang="en-US" sz="1800">
                <a:solidFill>
                  <a:srgbClr val="0000CC"/>
                </a:solidFill>
                <a:latin typeface="Tahoma" panose="020B0604030504040204" pitchFamily="34" charset="0"/>
              </a:rPr>
              <a:t>VARCHAR</a:t>
            </a:r>
            <a:r>
              <a:rPr lang="en-US" altLang="en-US" sz="1800">
                <a:latin typeface="Tahoma" panose="020B0604030504040204" pitchFamily="34" charset="0"/>
              </a:rPr>
              <a:t>(20),</a:t>
            </a:r>
          </a:p>
          <a:p>
            <a:pPr algn="l" eaLnBrk="1" hangingPunct="1">
              <a:spcBef>
                <a:spcPct val="50000"/>
              </a:spcBef>
              <a:buClrTx/>
              <a:buFontTx/>
              <a:buNone/>
            </a:pPr>
            <a:r>
              <a:rPr lang="en-US" altLang="en-US" sz="1800">
                <a:latin typeface="Tahoma" panose="020B0604030504040204" pitchFamily="34" charset="0"/>
              </a:rPr>
              <a:t>	SL_NV </a:t>
            </a:r>
            <a:r>
              <a:rPr lang="en-US" altLang="en-US" sz="1800">
                <a:solidFill>
                  <a:srgbClr val="0000CC"/>
                </a:solidFill>
                <a:latin typeface="Tahoma" panose="020B0604030504040204" pitchFamily="34" charset="0"/>
              </a:rPr>
              <a:t>INT</a:t>
            </a:r>
            <a:r>
              <a:rPr lang="en-US" altLang="en-US" sz="1800">
                <a:latin typeface="Tahoma" panose="020B0604030504040204" pitchFamily="34" charset="0"/>
              </a:rPr>
              <a:t>,</a:t>
            </a:r>
          </a:p>
          <a:p>
            <a:pPr algn="l" eaLnBrk="1" hangingPunct="1">
              <a:spcBef>
                <a:spcPct val="50000"/>
              </a:spcBef>
              <a:buClrTx/>
              <a:buFontTx/>
              <a:buNone/>
            </a:pPr>
            <a:r>
              <a:rPr lang="en-US" altLang="en-US" sz="1800">
                <a:latin typeface="Tahoma" panose="020B0604030504040204" pitchFamily="34" charset="0"/>
              </a:rPr>
              <a:t>	LUONG_TC </a:t>
            </a:r>
            <a:r>
              <a:rPr lang="en-US" altLang="en-US" sz="1800">
                <a:solidFill>
                  <a:srgbClr val="0000CC"/>
                </a:solidFill>
                <a:latin typeface="Tahoma" panose="020B0604030504040204" pitchFamily="34" charset="0"/>
              </a:rPr>
              <a:t>INT</a:t>
            </a:r>
          </a:p>
          <a:p>
            <a:pPr algn="l" eaLnBrk="1" hangingPunct="1">
              <a:spcBef>
                <a:spcPct val="50000"/>
              </a:spcBef>
              <a:buClrTx/>
              <a:buFontTx/>
              <a:buNone/>
            </a:pPr>
            <a:r>
              <a:rPr lang="en-US" altLang="en-US" sz="1800">
                <a:latin typeface="Tahoma" panose="020B0604030504040204" pitchFamily="34" charset="0"/>
              </a:rPr>
              <a:t>)</a:t>
            </a:r>
          </a:p>
        </p:txBody>
      </p:sp>
      <p:sp>
        <p:nvSpPr>
          <p:cNvPr id="55302" name="Text Box 4">
            <a:extLst>
              <a:ext uri="{FF2B5EF4-FFF2-40B4-BE49-F238E27FC236}">
                <a16:creationId xmlns:a16="http://schemas.microsoft.com/office/drawing/2014/main" id="{AF3AAD7C-3CE0-4E57-BDDB-7B6F8FF51A50}"/>
              </a:ext>
            </a:extLst>
          </p:cNvPr>
          <p:cNvSpPr txBox="1">
            <a:spLocks noChangeArrowheads="1"/>
          </p:cNvSpPr>
          <p:nvPr/>
        </p:nvSpPr>
        <p:spPr bwMode="auto">
          <a:xfrm>
            <a:off x="990600" y="4038600"/>
            <a:ext cx="66294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INSERT INTO</a:t>
            </a:r>
            <a:r>
              <a:rPr lang="en-US" altLang="en-US" sz="1800">
                <a:latin typeface="Tahoma" panose="020B0604030504040204" pitchFamily="34" charset="0"/>
              </a:rPr>
              <a:t> THONGKE_PB(TENPHG, SL_NV, LUONG_TC)</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TENPHG,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(MANV), </a:t>
            </a:r>
            <a:r>
              <a:rPr lang="en-US" altLang="en-US" sz="1800">
                <a:solidFill>
                  <a:srgbClr val="FF3399"/>
                </a:solidFill>
                <a:latin typeface="Tahoma" panose="020B0604030504040204" pitchFamily="34" charset="0"/>
              </a:rPr>
              <a:t>SUM</a:t>
            </a:r>
            <a:r>
              <a:rPr lang="en-US" altLang="en-US" sz="1800">
                <a:latin typeface="Tahoma" panose="020B0604030504040204" pitchFamily="34" charset="0"/>
              </a:rPr>
              <a:t>(LUONG)</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PHONGBAN</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PHG=MAPHG</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TENPHG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E4DB-DAB4-9250-82E2-73DB0D5AF9FD}"/>
              </a:ext>
            </a:extLst>
          </p:cNvPr>
          <p:cNvSpPr>
            <a:spLocks noGrp="1"/>
          </p:cNvSpPr>
          <p:nvPr>
            <p:ph type="title"/>
          </p:nvPr>
        </p:nvSpPr>
        <p:spPr/>
        <p:txBody>
          <a:bodyPr/>
          <a:lstStyle/>
          <a:p>
            <a:r>
              <a:rPr lang="vi-VN" dirty="0"/>
              <a:t>Bài tập</a:t>
            </a:r>
            <a:endParaRPr lang="en-US" dirty="0"/>
          </a:p>
        </p:txBody>
      </p:sp>
      <p:sp>
        <p:nvSpPr>
          <p:cNvPr id="3" name="Content Placeholder 2">
            <a:extLst>
              <a:ext uri="{FF2B5EF4-FFF2-40B4-BE49-F238E27FC236}">
                <a16:creationId xmlns:a16="http://schemas.microsoft.com/office/drawing/2014/main" id="{A8FF02F2-503B-9E4B-683C-24D9AB09D7B8}"/>
              </a:ext>
            </a:extLst>
          </p:cNvPr>
          <p:cNvSpPr>
            <a:spLocks noGrp="1"/>
          </p:cNvSpPr>
          <p:nvPr>
            <p:ph idx="1"/>
          </p:nvPr>
        </p:nvSpPr>
        <p:spPr/>
        <p:txBody>
          <a:bodyPr/>
          <a:lstStyle/>
          <a:p>
            <a:r>
              <a:rPr lang="vi-VN" dirty="0"/>
              <a:t>Nhập dữ liệu cho CSDL QLDiem (</a:t>
            </a:r>
            <a:r>
              <a:rPr lang="vi-VN" i="1" dirty="0"/>
              <a:t>Chỉ cần thể hiện 2 dòng đầu tiên của mỗi bảng</a:t>
            </a:r>
            <a:r>
              <a:rPr lang="vi-VN" dirty="0"/>
              <a:t>)</a:t>
            </a:r>
            <a:endParaRPr lang="en-US" dirty="0"/>
          </a:p>
        </p:txBody>
      </p:sp>
      <p:sp>
        <p:nvSpPr>
          <p:cNvPr id="4" name="Date Placeholder 3">
            <a:extLst>
              <a:ext uri="{FF2B5EF4-FFF2-40B4-BE49-F238E27FC236}">
                <a16:creationId xmlns:a16="http://schemas.microsoft.com/office/drawing/2014/main" id="{57D89615-42B9-5DB9-DC7F-0476CC802859}"/>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2AA2E38C-33B4-D216-AD46-15CF0D7084C2}"/>
              </a:ext>
            </a:extLst>
          </p:cNvPr>
          <p:cNvSpPr>
            <a:spLocks noGrp="1"/>
          </p:cNvSpPr>
          <p:nvPr>
            <p:ph type="sldNum" sz="quarter" idx="12"/>
          </p:nvPr>
        </p:nvSpPr>
        <p:spPr/>
        <p:txBody>
          <a:bodyPr/>
          <a:lstStyle/>
          <a:p>
            <a:fld id="{BC6CB274-F3ED-4F22-9D3A-C5E5218A09E0}" type="slidenum">
              <a:rPr lang="en-US" altLang="en-US" smtClean="0"/>
              <a:pPr/>
              <a:t>41</a:t>
            </a:fld>
            <a:endParaRPr lang="en-US" altLang="en-US"/>
          </a:p>
        </p:txBody>
      </p:sp>
      <p:graphicFrame>
        <p:nvGraphicFramePr>
          <p:cNvPr id="6" name="Table 5">
            <a:extLst>
              <a:ext uri="{FF2B5EF4-FFF2-40B4-BE49-F238E27FC236}">
                <a16:creationId xmlns:a16="http://schemas.microsoft.com/office/drawing/2014/main" id="{26CBF0DA-295D-A92A-B282-B48A251CE121}"/>
              </a:ext>
            </a:extLst>
          </p:cNvPr>
          <p:cNvGraphicFramePr>
            <a:graphicFrameLocks noGrp="1"/>
          </p:cNvGraphicFramePr>
          <p:nvPr>
            <p:extLst>
              <p:ext uri="{D42A27DB-BD31-4B8C-83A1-F6EECF244321}">
                <p14:modId xmlns:p14="http://schemas.microsoft.com/office/powerpoint/2010/main" val="3248600997"/>
              </p:ext>
            </p:extLst>
          </p:nvPr>
        </p:nvGraphicFramePr>
        <p:xfrm>
          <a:off x="228600" y="2133600"/>
          <a:ext cx="6029326" cy="1672785"/>
        </p:xfrm>
        <a:graphic>
          <a:graphicData uri="http://schemas.openxmlformats.org/drawingml/2006/table">
            <a:tbl>
              <a:tblPr firstRow="1" bandRow="1">
                <a:tableStyleId>{912C8C85-51F0-491E-9774-3900AFEF0FD7}</a:tableStyleId>
              </a:tblPr>
              <a:tblGrid>
                <a:gridCol w="611055">
                  <a:extLst>
                    <a:ext uri="{9D8B030D-6E8A-4147-A177-3AD203B41FA5}">
                      <a16:colId xmlns:a16="http://schemas.microsoft.com/office/drawing/2014/main" val="2172777120"/>
                    </a:ext>
                  </a:extLst>
                </a:gridCol>
                <a:gridCol w="1033653">
                  <a:extLst>
                    <a:ext uri="{9D8B030D-6E8A-4147-A177-3AD203B41FA5}">
                      <a16:colId xmlns:a16="http://schemas.microsoft.com/office/drawing/2014/main" val="462151947"/>
                    </a:ext>
                  </a:extLst>
                </a:gridCol>
                <a:gridCol w="644685">
                  <a:extLst>
                    <a:ext uri="{9D8B030D-6E8A-4147-A177-3AD203B41FA5}">
                      <a16:colId xmlns:a16="http://schemas.microsoft.com/office/drawing/2014/main" val="24837836"/>
                    </a:ext>
                  </a:extLst>
                </a:gridCol>
                <a:gridCol w="484148">
                  <a:extLst>
                    <a:ext uri="{9D8B030D-6E8A-4147-A177-3AD203B41FA5}">
                      <a16:colId xmlns:a16="http://schemas.microsoft.com/office/drawing/2014/main" val="121660060"/>
                    </a:ext>
                  </a:extLst>
                </a:gridCol>
                <a:gridCol w="961951">
                  <a:extLst>
                    <a:ext uri="{9D8B030D-6E8A-4147-A177-3AD203B41FA5}">
                      <a16:colId xmlns:a16="http://schemas.microsoft.com/office/drawing/2014/main" val="2593051425"/>
                    </a:ext>
                  </a:extLst>
                </a:gridCol>
                <a:gridCol w="860426">
                  <a:extLst>
                    <a:ext uri="{9D8B030D-6E8A-4147-A177-3AD203B41FA5}">
                      <a16:colId xmlns:a16="http://schemas.microsoft.com/office/drawing/2014/main" val="968585933"/>
                    </a:ext>
                  </a:extLst>
                </a:gridCol>
                <a:gridCol w="636436">
                  <a:extLst>
                    <a:ext uri="{9D8B030D-6E8A-4147-A177-3AD203B41FA5}">
                      <a16:colId xmlns:a16="http://schemas.microsoft.com/office/drawing/2014/main" val="2239048796"/>
                    </a:ext>
                  </a:extLst>
                </a:gridCol>
                <a:gridCol w="796972">
                  <a:extLst>
                    <a:ext uri="{9D8B030D-6E8A-4147-A177-3AD203B41FA5}">
                      <a16:colId xmlns:a16="http://schemas.microsoft.com/office/drawing/2014/main" val="1739777415"/>
                    </a:ext>
                  </a:extLst>
                </a:gridCol>
              </a:tblGrid>
              <a:tr h="0">
                <a:tc gridSpan="8">
                  <a:txBody>
                    <a:bodyPr/>
                    <a:lstStyle/>
                    <a:p>
                      <a:pPr algn="ctr">
                        <a:lnSpc>
                          <a:spcPct val="107000"/>
                        </a:lnSpc>
                        <a:spcAft>
                          <a:spcPts val="800"/>
                        </a:spcAft>
                      </a:pPr>
                      <a:r>
                        <a:rPr lang="vi-VN" sz="1200">
                          <a:effectLst/>
                        </a:rPr>
                        <a:t>SINHVIEN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14601407"/>
                  </a:ext>
                </a:extLst>
              </a:tr>
              <a:tr h="0">
                <a:tc>
                  <a:txBody>
                    <a:bodyPr/>
                    <a:lstStyle/>
                    <a:p>
                      <a:pPr>
                        <a:lnSpc>
                          <a:spcPct val="107000"/>
                        </a:lnSpc>
                        <a:spcAft>
                          <a:spcPts val="800"/>
                        </a:spcAft>
                      </a:pPr>
                      <a:r>
                        <a:rPr lang="vi-VN" sz="1200">
                          <a:effectLst/>
                        </a:rPr>
                        <a:t>MaSV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HoSV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TenSV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Phai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NgaySinh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NoiSinh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MaKH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HocBong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50855171"/>
                  </a:ext>
                </a:extLst>
              </a:tr>
              <a:tr h="0">
                <a:tc>
                  <a:txBody>
                    <a:bodyPr/>
                    <a:lstStyle/>
                    <a:p>
                      <a:pPr>
                        <a:lnSpc>
                          <a:spcPct val="107000"/>
                        </a:lnSpc>
                        <a:spcAft>
                          <a:spcPts val="800"/>
                        </a:spcAft>
                      </a:pPr>
                      <a:r>
                        <a:rPr lang="vi-VN" sz="1200">
                          <a:effectLst/>
                        </a:rPr>
                        <a:t>A01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Nguyễn Thị</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1993-02-23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Hà Nội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130000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1729174"/>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Văn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Chính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1992-12-24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Ninh Bình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VL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150000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416657"/>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Lê Thu Bạch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Yến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1993-02-21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Tp HCM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170000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9642889"/>
                  </a:ext>
                </a:extLst>
              </a:tr>
              <a:tr h="0">
                <a:tc>
                  <a:txBody>
                    <a:bodyPr/>
                    <a:lstStyle/>
                    <a:p>
                      <a:pPr>
                        <a:lnSpc>
                          <a:spcPct val="107000"/>
                        </a:lnSpc>
                        <a:spcAft>
                          <a:spcPts val="800"/>
                        </a:spcAft>
                      </a:pPr>
                      <a:r>
                        <a:rPr lang="vi-VN" sz="1200">
                          <a:effectLst/>
                        </a:rPr>
                        <a:t>A04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Anh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Tuấn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1994-12-20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Hà Nội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AV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80000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7014251"/>
                  </a:ext>
                </a:extLst>
              </a:tr>
              <a:tr h="0">
                <a:tc>
                  <a:txBody>
                    <a:bodyPr/>
                    <a:lstStyle/>
                    <a:p>
                      <a:pPr>
                        <a:lnSpc>
                          <a:spcPct val="107000"/>
                        </a:lnSpc>
                        <a:spcAft>
                          <a:spcPts val="800"/>
                        </a:spcAft>
                      </a:pPr>
                      <a:r>
                        <a:rPr lang="vi-VN" sz="1200">
                          <a:effectLst/>
                        </a:rPr>
                        <a:t>A05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Lâm Ngọc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1993-10-11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Tp HCM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AV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9044646"/>
                  </a:ext>
                </a:extLst>
              </a:tr>
              <a:tr h="0">
                <a:tc>
                  <a:txBody>
                    <a:bodyPr/>
                    <a:lstStyle/>
                    <a:p>
                      <a:pPr>
                        <a:lnSpc>
                          <a:spcPct val="107000"/>
                        </a:lnSpc>
                        <a:spcAft>
                          <a:spcPts val="800"/>
                        </a:spcAft>
                      </a:pPr>
                      <a:r>
                        <a:rPr lang="vi-VN" sz="1200">
                          <a:effectLst/>
                        </a:rPr>
                        <a:t>B01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Thanh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1993-08-12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 Phòng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7713746"/>
                  </a:ext>
                </a:extLst>
              </a:tr>
              <a:tr h="0">
                <a:tc>
                  <a:txBody>
                    <a:bodyPr/>
                    <a:lstStyle/>
                    <a:p>
                      <a:pPr>
                        <a:lnSpc>
                          <a:spcPct val="107000"/>
                        </a:lnSpc>
                        <a:spcAft>
                          <a:spcPts val="800"/>
                        </a:spcAft>
                      </a:pPr>
                      <a:r>
                        <a:rPr lang="vi-VN" sz="1200">
                          <a:effectLst/>
                        </a:rPr>
                        <a:t>B02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Thị Thu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Thủy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1994-01-02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Tp HCM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AV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8892624"/>
                  </a:ext>
                </a:extLst>
              </a:tr>
            </a:tbl>
          </a:graphicData>
        </a:graphic>
      </p:graphicFrame>
      <p:graphicFrame>
        <p:nvGraphicFramePr>
          <p:cNvPr id="7" name="Table 6">
            <a:extLst>
              <a:ext uri="{FF2B5EF4-FFF2-40B4-BE49-F238E27FC236}">
                <a16:creationId xmlns:a16="http://schemas.microsoft.com/office/drawing/2014/main" id="{89453371-1D44-B0EC-F78D-6515D7E9641F}"/>
              </a:ext>
            </a:extLst>
          </p:cNvPr>
          <p:cNvGraphicFramePr>
            <a:graphicFrameLocks noGrp="1"/>
          </p:cNvGraphicFramePr>
          <p:nvPr>
            <p:extLst>
              <p:ext uri="{D42A27DB-BD31-4B8C-83A1-F6EECF244321}">
                <p14:modId xmlns:p14="http://schemas.microsoft.com/office/powerpoint/2010/main" val="226696406"/>
              </p:ext>
            </p:extLst>
          </p:nvPr>
        </p:nvGraphicFramePr>
        <p:xfrm>
          <a:off x="3560659" y="3962400"/>
          <a:ext cx="1524000" cy="1115190"/>
        </p:xfrm>
        <a:graphic>
          <a:graphicData uri="http://schemas.openxmlformats.org/drawingml/2006/table">
            <a:tbl>
              <a:tblPr firstRow="1" bandRow="1">
                <a:tableStyleId>{912C8C85-51F0-491E-9774-3900AFEF0FD7}</a:tableStyleId>
              </a:tblPr>
              <a:tblGrid>
                <a:gridCol w="745207">
                  <a:extLst>
                    <a:ext uri="{9D8B030D-6E8A-4147-A177-3AD203B41FA5}">
                      <a16:colId xmlns:a16="http://schemas.microsoft.com/office/drawing/2014/main" val="3043716539"/>
                    </a:ext>
                  </a:extLst>
                </a:gridCol>
                <a:gridCol w="778793">
                  <a:extLst>
                    <a:ext uri="{9D8B030D-6E8A-4147-A177-3AD203B41FA5}">
                      <a16:colId xmlns:a16="http://schemas.microsoft.com/office/drawing/2014/main" val="2535028166"/>
                    </a:ext>
                  </a:extLst>
                </a:gridCol>
              </a:tblGrid>
              <a:tr h="0">
                <a:tc gridSpan="2">
                  <a:txBody>
                    <a:bodyPr/>
                    <a:lstStyle/>
                    <a:p>
                      <a:pPr algn="ctr">
                        <a:lnSpc>
                          <a:spcPct val="107000"/>
                        </a:lnSpc>
                        <a:spcAft>
                          <a:spcPts val="800"/>
                        </a:spcAft>
                      </a:pPr>
                      <a:r>
                        <a:rPr lang="vi-VN" sz="1200" dirty="0">
                          <a:effectLst/>
                        </a:rPr>
                        <a:t>KHOA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666057786"/>
                  </a:ext>
                </a:extLst>
              </a:tr>
              <a:tr h="0">
                <a:tc>
                  <a:txBody>
                    <a:bodyPr/>
                    <a:lstStyle/>
                    <a:p>
                      <a:pPr>
                        <a:lnSpc>
                          <a:spcPct val="107000"/>
                        </a:lnSpc>
                        <a:spcAft>
                          <a:spcPts val="800"/>
                        </a:spcAft>
                      </a:pPr>
                      <a:r>
                        <a:rPr lang="vi-VN" sz="1200">
                          <a:effectLst/>
                        </a:rPr>
                        <a:t>MaKhoa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TenKhoa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3592399"/>
                  </a:ext>
                </a:extLst>
              </a:tr>
              <a:tr h="0">
                <a:tc>
                  <a:txBody>
                    <a:bodyPr/>
                    <a:lstStyle/>
                    <a:p>
                      <a:pPr>
                        <a:lnSpc>
                          <a:spcPct val="107000"/>
                        </a:lnSpc>
                        <a:spcAft>
                          <a:spcPts val="800"/>
                        </a:spcAft>
                      </a:pPr>
                      <a:r>
                        <a:rPr lang="vi-VN" sz="1200">
                          <a:effectLst/>
                        </a:rPr>
                        <a:t>AV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Anh văn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2162663"/>
                  </a:ext>
                </a:extLst>
              </a:tr>
              <a:tr h="0">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Tin Học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75516389"/>
                  </a:ext>
                </a:extLst>
              </a:tr>
              <a:tr h="0">
                <a:tc>
                  <a:txBody>
                    <a:bodyPr/>
                    <a:lstStyle/>
                    <a:p>
                      <a:pPr>
                        <a:lnSpc>
                          <a:spcPct val="107000"/>
                        </a:lnSpc>
                        <a:spcAft>
                          <a:spcPts val="800"/>
                        </a:spcAft>
                      </a:pPr>
                      <a:r>
                        <a:rPr lang="vi-VN" sz="1200">
                          <a:effectLst/>
                        </a:rPr>
                        <a:t>TR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Triết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2313537"/>
                  </a:ext>
                </a:extLst>
              </a:tr>
              <a:tr h="0">
                <a:tc>
                  <a:txBody>
                    <a:bodyPr/>
                    <a:lstStyle/>
                    <a:p>
                      <a:pPr>
                        <a:lnSpc>
                          <a:spcPct val="107000"/>
                        </a:lnSpc>
                        <a:spcAft>
                          <a:spcPts val="800"/>
                        </a:spcAft>
                      </a:pPr>
                      <a:r>
                        <a:rPr lang="vi-VN" sz="1200">
                          <a:effectLst/>
                        </a:rPr>
                        <a:t>VL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Vật Lý</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0353421"/>
                  </a:ext>
                </a:extLst>
              </a:tr>
            </a:tbl>
          </a:graphicData>
        </a:graphic>
      </p:graphicFrame>
      <p:graphicFrame>
        <p:nvGraphicFramePr>
          <p:cNvPr id="8" name="Table 7">
            <a:extLst>
              <a:ext uri="{FF2B5EF4-FFF2-40B4-BE49-F238E27FC236}">
                <a16:creationId xmlns:a16="http://schemas.microsoft.com/office/drawing/2014/main" id="{F8944B38-4310-22C6-9649-2D2049922D3C}"/>
              </a:ext>
            </a:extLst>
          </p:cNvPr>
          <p:cNvGraphicFramePr>
            <a:graphicFrameLocks noGrp="1"/>
          </p:cNvGraphicFramePr>
          <p:nvPr>
            <p:extLst>
              <p:ext uri="{D42A27DB-BD31-4B8C-83A1-F6EECF244321}">
                <p14:modId xmlns:p14="http://schemas.microsoft.com/office/powerpoint/2010/main" val="254425947"/>
              </p:ext>
            </p:extLst>
          </p:nvPr>
        </p:nvGraphicFramePr>
        <p:xfrm>
          <a:off x="228600" y="3966015"/>
          <a:ext cx="2574925" cy="1672785"/>
        </p:xfrm>
        <a:graphic>
          <a:graphicData uri="http://schemas.openxmlformats.org/drawingml/2006/table">
            <a:tbl>
              <a:tblPr firstRow="1" bandRow="1">
                <a:tableStyleId>{912C8C85-51F0-491E-9774-3900AFEF0FD7}</a:tableStyleId>
              </a:tblPr>
              <a:tblGrid>
                <a:gridCol w="662305">
                  <a:extLst>
                    <a:ext uri="{9D8B030D-6E8A-4147-A177-3AD203B41FA5}">
                      <a16:colId xmlns:a16="http://schemas.microsoft.com/office/drawing/2014/main" val="3977320662"/>
                    </a:ext>
                  </a:extLst>
                </a:gridCol>
                <a:gridCol w="1292860">
                  <a:extLst>
                    <a:ext uri="{9D8B030D-6E8A-4147-A177-3AD203B41FA5}">
                      <a16:colId xmlns:a16="http://schemas.microsoft.com/office/drawing/2014/main" val="3624530214"/>
                    </a:ext>
                  </a:extLst>
                </a:gridCol>
                <a:gridCol w="619760">
                  <a:extLst>
                    <a:ext uri="{9D8B030D-6E8A-4147-A177-3AD203B41FA5}">
                      <a16:colId xmlns:a16="http://schemas.microsoft.com/office/drawing/2014/main" val="3838013103"/>
                    </a:ext>
                  </a:extLst>
                </a:gridCol>
              </a:tblGrid>
              <a:tr h="0">
                <a:tc gridSpan="3">
                  <a:txBody>
                    <a:bodyPr/>
                    <a:lstStyle/>
                    <a:p>
                      <a:pPr algn="ctr">
                        <a:lnSpc>
                          <a:spcPct val="107000"/>
                        </a:lnSpc>
                        <a:spcAft>
                          <a:spcPts val="800"/>
                        </a:spcAft>
                      </a:pPr>
                      <a:r>
                        <a:rPr lang="vi-VN" sz="1200">
                          <a:effectLst/>
                        </a:rPr>
                        <a:t>MONHOC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38700687"/>
                  </a:ext>
                </a:extLst>
              </a:tr>
              <a:tr h="0">
                <a:tc>
                  <a:txBody>
                    <a:bodyPr/>
                    <a:lstStyle/>
                    <a:p>
                      <a:pPr>
                        <a:lnSpc>
                          <a:spcPct val="107000"/>
                        </a:lnSpc>
                        <a:spcAft>
                          <a:spcPts val="800"/>
                        </a:spcAft>
                      </a:pPr>
                      <a:r>
                        <a:rPr lang="vi-VN" sz="1200">
                          <a:effectLst/>
                        </a:rPr>
                        <a:t>MaMH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TenMH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SoTiet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9179026"/>
                  </a:ext>
                </a:extLst>
              </a:tr>
              <a:tr h="0">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Cơ sở dữ liệu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9718278"/>
                  </a:ext>
                </a:extLst>
              </a:tr>
              <a:tr h="0">
                <a:tc>
                  <a:txBody>
                    <a:bodyPr/>
                    <a:lstStyle/>
                    <a:p>
                      <a:pPr>
                        <a:lnSpc>
                          <a:spcPct val="107000"/>
                        </a:lnSpc>
                        <a:spcAft>
                          <a:spcPts val="800"/>
                        </a:spcAft>
                      </a:pPr>
                      <a:r>
                        <a:rPr lang="vi-VN" sz="1200">
                          <a:effectLst/>
                        </a:rPr>
                        <a:t>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Trí tuệ nhân tạo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8759561"/>
                  </a:ext>
                </a:extLst>
              </a:tr>
              <a:tr h="0">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Truyền tin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9493195"/>
                  </a:ext>
                </a:extLst>
              </a:tr>
              <a:tr h="0">
                <a:tc>
                  <a:txBody>
                    <a:bodyPr/>
                    <a:lstStyle/>
                    <a:p>
                      <a:pPr>
                        <a:lnSpc>
                          <a:spcPct val="107000"/>
                        </a:lnSpc>
                        <a:spcAft>
                          <a:spcPts val="800"/>
                        </a:spcAft>
                      </a:pPr>
                      <a:r>
                        <a:rPr lang="vi-VN" sz="1200">
                          <a:effectLst/>
                        </a:rPr>
                        <a:t>04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Đồ họa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7359988"/>
                  </a:ext>
                </a:extLst>
              </a:tr>
              <a:tr h="0">
                <a:tc>
                  <a:txBody>
                    <a:bodyPr/>
                    <a:lstStyle/>
                    <a:p>
                      <a:pPr>
                        <a:lnSpc>
                          <a:spcPct val="107000"/>
                        </a:lnSpc>
                        <a:spcAft>
                          <a:spcPts val="800"/>
                        </a:spcAft>
                      </a:pPr>
                      <a:r>
                        <a:rPr lang="vi-VN" sz="1200">
                          <a:effectLst/>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Văn phạm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8826872"/>
                  </a:ext>
                </a:extLst>
              </a:tr>
              <a:tr h="0">
                <a:tc>
                  <a:txBody>
                    <a:bodyPr/>
                    <a:lstStyle/>
                    <a:p>
                      <a:pPr>
                        <a:lnSpc>
                          <a:spcPct val="107000"/>
                        </a:lnSpc>
                        <a:spcAft>
                          <a:spcPts val="800"/>
                        </a:spcAft>
                      </a:pPr>
                      <a:r>
                        <a:rPr lang="vi-VN" sz="1200">
                          <a:effectLst/>
                        </a:rPr>
                        <a:t>06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Kỹ thuật lập trình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9671529"/>
                  </a:ext>
                </a:extLst>
              </a:tr>
              <a:tr h="0">
                <a:tc>
                  <a:txBody>
                    <a:bodyPr/>
                    <a:lstStyle/>
                    <a:p>
                      <a:pPr>
                        <a:lnSpc>
                          <a:spcPct val="107000"/>
                        </a:lnSpc>
                        <a:spcAft>
                          <a:spcPts val="800"/>
                        </a:spcAft>
                      </a:pPr>
                      <a:r>
                        <a:rPr lang="vi-VN" sz="1200">
                          <a:effectLst/>
                        </a:rPr>
                        <a:t>07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Kỹ năng mềm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30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3487359"/>
                  </a:ext>
                </a:extLst>
              </a:tr>
            </a:tbl>
          </a:graphicData>
        </a:graphic>
      </p:graphicFrame>
      <p:graphicFrame>
        <p:nvGraphicFramePr>
          <p:cNvPr id="9" name="Table 8">
            <a:extLst>
              <a:ext uri="{FF2B5EF4-FFF2-40B4-BE49-F238E27FC236}">
                <a16:creationId xmlns:a16="http://schemas.microsoft.com/office/drawing/2014/main" id="{20A6DE96-C3D4-2555-FCFB-225C8C04271E}"/>
              </a:ext>
            </a:extLst>
          </p:cNvPr>
          <p:cNvGraphicFramePr>
            <a:graphicFrameLocks noGrp="1"/>
          </p:cNvGraphicFramePr>
          <p:nvPr>
            <p:extLst>
              <p:ext uri="{D42A27DB-BD31-4B8C-83A1-F6EECF244321}">
                <p14:modId xmlns:p14="http://schemas.microsoft.com/office/powerpoint/2010/main" val="274475682"/>
              </p:ext>
            </p:extLst>
          </p:nvPr>
        </p:nvGraphicFramePr>
        <p:xfrm>
          <a:off x="6477000" y="2133600"/>
          <a:ext cx="2492375" cy="3903165"/>
        </p:xfrm>
        <a:graphic>
          <a:graphicData uri="http://schemas.openxmlformats.org/drawingml/2006/table">
            <a:tbl>
              <a:tblPr firstRow="1" bandRow="1">
                <a:tableStyleId>{912C8C85-51F0-491E-9774-3900AFEF0FD7}</a:tableStyleId>
              </a:tblPr>
              <a:tblGrid>
                <a:gridCol w="611505">
                  <a:extLst>
                    <a:ext uri="{9D8B030D-6E8A-4147-A177-3AD203B41FA5}">
                      <a16:colId xmlns:a16="http://schemas.microsoft.com/office/drawing/2014/main" val="910840511"/>
                    </a:ext>
                  </a:extLst>
                </a:gridCol>
                <a:gridCol w="662305">
                  <a:extLst>
                    <a:ext uri="{9D8B030D-6E8A-4147-A177-3AD203B41FA5}">
                      <a16:colId xmlns:a16="http://schemas.microsoft.com/office/drawing/2014/main" val="3446323200"/>
                    </a:ext>
                  </a:extLst>
                </a:gridCol>
                <a:gridCol w="662305">
                  <a:extLst>
                    <a:ext uri="{9D8B030D-6E8A-4147-A177-3AD203B41FA5}">
                      <a16:colId xmlns:a16="http://schemas.microsoft.com/office/drawing/2014/main" val="400911889"/>
                    </a:ext>
                  </a:extLst>
                </a:gridCol>
                <a:gridCol w="556260">
                  <a:extLst>
                    <a:ext uri="{9D8B030D-6E8A-4147-A177-3AD203B41FA5}">
                      <a16:colId xmlns:a16="http://schemas.microsoft.com/office/drawing/2014/main" val="909360875"/>
                    </a:ext>
                  </a:extLst>
                </a:gridCol>
              </a:tblGrid>
              <a:tr h="0">
                <a:tc gridSpan="4">
                  <a:txBody>
                    <a:bodyPr/>
                    <a:lstStyle/>
                    <a:p>
                      <a:pPr algn="ctr">
                        <a:lnSpc>
                          <a:spcPct val="107000"/>
                        </a:lnSpc>
                        <a:spcAft>
                          <a:spcPts val="800"/>
                        </a:spcAft>
                      </a:pPr>
                      <a:r>
                        <a:rPr lang="vi-VN" sz="1200">
                          <a:effectLst/>
                        </a:rPr>
                        <a:t>KETQUA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5172371"/>
                  </a:ext>
                </a:extLst>
              </a:tr>
              <a:tr h="0">
                <a:tc>
                  <a:txBody>
                    <a:bodyPr/>
                    <a:lstStyle/>
                    <a:p>
                      <a:pPr>
                        <a:lnSpc>
                          <a:spcPct val="107000"/>
                        </a:lnSpc>
                        <a:spcAft>
                          <a:spcPts val="800"/>
                        </a:spcAft>
                      </a:pPr>
                      <a:r>
                        <a:rPr lang="vi-VN" sz="1200">
                          <a:effectLst/>
                        </a:rPr>
                        <a:t>MaSV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MaMH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LanThi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Diem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6026396"/>
                  </a:ext>
                </a:extLst>
              </a:tr>
              <a:tr h="0">
                <a:tc>
                  <a:txBody>
                    <a:bodyPr/>
                    <a:lstStyle/>
                    <a:p>
                      <a:pPr>
                        <a:lnSpc>
                          <a:spcPct val="107000"/>
                        </a:lnSpc>
                        <a:spcAft>
                          <a:spcPts val="800"/>
                        </a:spcAft>
                      </a:pPr>
                      <a:r>
                        <a:rPr lang="vi-VN" sz="1200">
                          <a:effectLst/>
                        </a:rPr>
                        <a:t>A01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3.00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6842132"/>
                  </a:ext>
                </a:extLst>
              </a:tr>
              <a:tr h="0">
                <a:tc>
                  <a:txBody>
                    <a:bodyPr/>
                    <a:lstStyle/>
                    <a:p>
                      <a:pPr>
                        <a:lnSpc>
                          <a:spcPct val="107000"/>
                        </a:lnSpc>
                        <a:spcAft>
                          <a:spcPts val="800"/>
                        </a:spcAft>
                      </a:pPr>
                      <a:r>
                        <a:rPr lang="vi-VN" sz="1200">
                          <a:effectLst/>
                        </a:rPr>
                        <a:t>A01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6.00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8195677"/>
                  </a:ext>
                </a:extLst>
              </a:tr>
              <a:tr h="0">
                <a:tc>
                  <a:txBody>
                    <a:bodyPr/>
                    <a:lstStyle/>
                    <a:p>
                      <a:pPr>
                        <a:lnSpc>
                          <a:spcPct val="107000"/>
                        </a:lnSpc>
                        <a:spcAft>
                          <a:spcPts val="800"/>
                        </a:spcAft>
                      </a:pPr>
                      <a:r>
                        <a:rPr lang="vi-VN" sz="1200">
                          <a:effectLst/>
                        </a:rPr>
                        <a:t>A01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7857234"/>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4.50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3709046"/>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7.00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7649946"/>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9248550"/>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9.00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3533784"/>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3230107"/>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2481610"/>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0813509"/>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4.00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6255411"/>
                  </a:ext>
                </a:extLst>
              </a:tr>
              <a:tr h="0">
                <a:tc>
                  <a:txBody>
                    <a:bodyPr/>
                    <a:lstStyle/>
                    <a:p>
                      <a:pPr>
                        <a:lnSpc>
                          <a:spcPct val="107000"/>
                        </a:lnSpc>
                        <a:spcAft>
                          <a:spcPts val="800"/>
                        </a:spcAft>
                      </a:pPr>
                      <a:r>
                        <a:rPr lang="vi-VN" sz="1200">
                          <a:effectLst/>
                        </a:rPr>
                        <a:t>A04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0266369"/>
                  </a:ext>
                </a:extLst>
              </a:tr>
              <a:tr h="0">
                <a:tc>
                  <a:txBody>
                    <a:bodyPr/>
                    <a:lstStyle/>
                    <a:p>
                      <a:pPr>
                        <a:lnSpc>
                          <a:spcPct val="107000"/>
                        </a:lnSpc>
                        <a:spcAft>
                          <a:spcPts val="800"/>
                        </a:spcAft>
                      </a:pPr>
                      <a:r>
                        <a:rPr lang="vi-VN" sz="1200">
                          <a:effectLst/>
                        </a:rPr>
                        <a:t>A05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8.00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6401951"/>
                  </a:ext>
                </a:extLst>
              </a:tr>
              <a:tr h="0">
                <a:tc>
                  <a:txBody>
                    <a:bodyPr/>
                    <a:lstStyle/>
                    <a:p>
                      <a:pPr>
                        <a:lnSpc>
                          <a:spcPct val="107000"/>
                        </a:lnSpc>
                        <a:spcAft>
                          <a:spcPts val="800"/>
                        </a:spcAft>
                      </a:pPr>
                      <a:r>
                        <a:rPr lang="vi-VN" sz="1200">
                          <a:effectLst/>
                        </a:rPr>
                        <a:t>A05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9.00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0655317"/>
                  </a:ext>
                </a:extLst>
              </a:tr>
              <a:tr h="0">
                <a:tc>
                  <a:txBody>
                    <a:bodyPr/>
                    <a:lstStyle/>
                    <a:p>
                      <a:pPr>
                        <a:lnSpc>
                          <a:spcPct val="107000"/>
                        </a:lnSpc>
                        <a:spcAft>
                          <a:spcPts val="800"/>
                        </a:spcAft>
                      </a:pPr>
                      <a:r>
                        <a:rPr lang="vi-VN" sz="1200">
                          <a:effectLst/>
                        </a:rPr>
                        <a:t>B01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7.00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6764197"/>
                  </a:ext>
                </a:extLst>
              </a:tr>
              <a:tr h="0">
                <a:tc>
                  <a:txBody>
                    <a:bodyPr/>
                    <a:lstStyle/>
                    <a:p>
                      <a:pPr>
                        <a:lnSpc>
                          <a:spcPct val="107000"/>
                        </a:lnSpc>
                        <a:spcAft>
                          <a:spcPts val="800"/>
                        </a:spcAft>
                      </a:pPr>
                      <a:r>
                        <a:rPr lang="vi-VN" sz="1200">
                          <a:effectLst/>
                        </a:rPr>
                        <a:t>B01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2427708"/>
                  </a:ext>
                </a:extLst>
              </a:tr>
              <a:tr h="0">
                <a:tc>
                  <a:txBody>
                    <a:bodyPr/>
                    <a:lstStyle/>
                    <a:p>
                      <a:pPr>
                        <a:lnSpc>
                          <a:spcPct val="107000"/>
                        </a:lnSpc>
                        <a:spcAft>
                          <a:spcPts val="800"/>
                        </a:spcAft>
                      </a:pPr>
                      <a:r>
                        <a:rPr lang="vi-VN" sz="1200">
                          <a:effectLst/>
                        </a:rPr>
                        <a:t>B01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1307072"/>
                  </a:ext>
                </a:extLst>
              </a:tr>
              <a:tr h="0">
                <a:tc>
                  <a:txBody>
                    <a:bodyPr/>
                    <a:lstStyle/>
                    <a:p>
                      <a:pPr>
                        <a:lnSpc>
                          <a:spcPct val="107000"/>
                        </a:lnSpc>
                        <a:spcAft>
                          <a:spcPts val="800"/>
                        </a:spcAft>
                      </a:pPr>
                      <a:r>
                        <a:rPr lang="vi-VN" sz="1200">
                          <a:effectLst/>
                        </a:rPr>
                        <a:t>B02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6.00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3294484"/>
                  </a:ext>
                </a:extLst>
              </a:tr>
              <a:tr h="0">
                <a:tc>
                  <a:txBody>
                    <a:bodyPr/>
                    <a:lstStyle/>
                    <a:p>
                      <a:pPr>
                        <a:lnSpc>
                          <a:spcPct val="107000"/>
                        </a:lnSpc>
                        <a:spcAft>
                          <a:spcPts val="800"/>
                        </a:spcAft>
                      </a:pPr>
                      <a:r>
                        <a:rPr lang="vi-VN" sz="1200">
                          <a:effectLst/>
                        </a:rPr>
                        <a:t>B02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10.00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1444816"/>
                  </a:ext>
                </a:extLst>
              </a:tr>
            </a:tbl>
          </a:graphicData>
        </a:graphic>
      </p:graphicFrame>
    </p:spTree>
    <p:extLst>
      <p:ext uri="{BB962C8B-B14F-4D97-AF65-F5344CB8AC3E}">
        <p14:creationId xmlns:p14="http://schemas.microsoft.com/office/powerpoint/2010/main" val="26639829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CD31D-10D4-1FE0-8149-05E4601CF0CF}"/>
              </a:ext>
            </a:extLst>
          </p:cNvPr>
          <p:cNvSpPr>
            <a:spLocks noGrp="1"/>
          </p:cNvSpPr>
          <p:nvPr>
            <p:ph type="title"/>
          </p:nvPr>
        </p:nvSpPr>
        <p:spPr/>
        <p:txBody>
          <a:bodyPr/>
          <a:lstStyle/>
          <a:p>
            <a:r>
              <a:rPr lang="en-US"/>
              <a:t>Cập nhật dữ liệu</a:t>
            </a:r>
          </a:p>
        </p:txBody>
      </p:sp>
      <p:sp>
        <p:nvSpPr>
          <p:cNvPr id="4" name="Date Placeholder 3">
            <a:extLst>
              <a:ext uri="{FF2B5EF4-FFF2-40B4-BE49-F238E27FC236}">
                <a16:creationId xmlns:a16="http://schemas.microsoft.com/office/drawing/2014/main" id="{C037D085-E2A9-D804-966A-EB4D4C070AD2}"/>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FC253369-6C30-C3B1-FC95-BAB3076FC045}"/>
              </a:ext>
            </a:extLst>
          </p:cNvPr>
          <p:cNvSpPr>
            <a:spLocks noGrp="1"/>
          </p:cNvSpPr>
          <p:nvPr>
            <p:ph type="sldNum" sz="quarter" idx="12"/>
          </p:nvPr>
        </p:nvSpPr>
        <p:spPr/>
        <p:txBody>
          <a:bodyPr/>
          <a:lstStyle/>
          <a:p>
            <a:fld id="{BC6CB274-F3ED-4F22-9D3A-C5E5218A09E0}" type="slidenum">
              <a:rPr lang="en-US" altLang="en-US"/>
              <a:pPr/>
              <a:t>42</a:t>
            </a:fld>
            <a:endParaRPr lang="en-US" altLang="en-US"/>
          </a:p>
        </p:txBody>
      </p:sp>
      <p:sp>
        <p:nvSpPr>
          <p:cNvPr id="6" name="Rectangle 4">
            <a:extLst>
              <a:ext uri="{FF2B5EF4-FFF2-40B4-BE49-F238E27FC236}">
                <a16:creationId xmlns:a16="http://schemas.microsoft.com/office/drawing/2014/main" id="{B4E1773A-0EF6-1464-28A4-809C09B503E3}"/>
              </a:ext>
            </a:extLst>
          </p:cNvPr>
          <p:cNvSpPr>
            <a:spLocks noChangeArrowheads="1"/>
          </p:cNvSpPr>
          <p:nvPr/>
        </p:nvSpPr>
        <p:spPr bwMode="auto">
          <a:xfrm>
            <a:off x="1219200" y="3733800"/>
            <a:ext cx="4495800" cy="2446824"/>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Cú pháp:</a:t>
            </a:r>
          </a:p>
          <a:p>
            <a:pPr algn="l" eaLnBrk="1" hangingPunct="1">
              <a:spcBef>
                <a:spcPct val="50000"/>
              </a:spcBef>
              <a:buClrTx/>
              <a:buFontTx/>
              <a:buNone/>
            </a:pPr>
            <a:r>
              <a:rPr lang="en-US" altLang="en-US" sz="1800" b="1">
                <a:latin typeface="Tahoma" panose="020B0604030504040204" pitchFamily="34" charset="0"/>
              </a:rPr>
              <a:t>UPDATE </a:t>
            </a:r>
            <a:r>
              <a:rPr lang="en-US" altLang="en-US" sz="1800">
                <a:latin typeface="Tahoma" panose="020B0604030504040204" pitchFamily="34" charset="0"/>
              </a:rPr>
              <a:t>&lt;tên bảng&gt;</a:t>
            </a:r>
          </a:p>
          <a:p>
            <a:pPr algn="l" eaLnBrk="1" hangingPunct="1">
              <a:spcBef>
                <a:spcPct val="50000"/>
              </a:spcBef>
              <a:buClrTx/>
              <a:buFontTx/>
              <a:buNone/>
            </a:pPr>
            <a:r>
              <a:rPr lang="en-US" altLang="en-US" sz="1800" b="1">
                <a:latin typeface="Tahoma" panose="020B0604030504040204" pitchFamily="34" charset="0"/>
              </a:rPr>
              <a:t>SET</a:t>
            </a:r>
            <a:r>
              <a:rPr lang="en-US" altLang="en-US" sz="1800">
                <a:latin typeface="Tahoma" panose="020B0604030504040204" pitchFamily="34" charset="0"/>
              </a:rPr>
              <a:t> &lt;tên thuộc tính&gt;=&lt;giá trị mới&gt;,</a:t>
            </a:r>
          </a:p>
          <a:p>
            <a:pPr algn="l" eaLnBrk="1" hangingPunct="1">
              <a:spcBef>
                <a:spcPct val="50000"/>
              </a:spcBef>
              <a:buClrTx/>
              <a:buFontTx/>
              <a:buNone/>
            </a:pPr>
            <a:r>
              <a:rPr lang="en-US" altLang="en-US" sz="1800">
                <a:latin typeface="Tahoma" panose="020B0604030504040204" pitchFamily="34" charset="0"/>
              </a:rPr>
              <a:t>       &lt;tên thuộc tính&gt;=&lt;giá trị mới&gt;, </a:t>
            </a:r>
          </a:p>
          <a:p>
            <a:pPr algn="l" eaLnBrk="1" hangingPunct="1">
              <a:spcBef>
                <a:spcPct val="50000"/>
              </a:spcBef>
              <a:buClrTx/>
              <a:buFontTx/>
              <a:buNone/>
            </a:pPr>
            <a:r>
              <a:rPr lang="en-US" altLang="en-US" sz="1800">
                <a:latin typeface="Tahoma" panose="020B0604030504040204" pitchFamily="34" charset="0"/>
              </a:rPr>
              <a:t>        …</a:t>
            </a:r>
          </a:p>
          <a:p>
            <a:pPr algn="l" eaLnBrk="1" hangingPunct="1">
              <a:spcBef>
                <a:spcPct val="50000"/>
              </a:spcBef>
              <a:buClrTx/>
              <a:buFontTx/>
              <a:buNone/>
            </a:pPr>
            <a:r>
              <a:rPr lang="en-US" altLang="en-US" sz="1800">
                <a:latin typeface="Tahoma" panose="020B0604030504040204" pitchFamily="34" charset="0"/>
              </a:rPr>
              <a:t>[</a:t>
            </a:r>
            <a:r>
              <a:rPr lang="en-US" altLang="en-US" sz="1800" b="1">
                <a:latin typeface="Tahoma" panose="020B0604030504040204" pitchFamily="34" charset="0"/>
              </a:rPr>
              <a:t>WHERE</a:t>
            </a:r>
            <a:r>
              <a:rPr lang="en-US" altLang="en-US" sz="1800">
                <a:latin typeface="Tahoma" panose="020B0604030504040204" pitchFamily="34" charset="0"/>
              </a:rPr>
              <a:t> &lt;điều kiện&gt;]</a:t>
            </a:r>
          </a:p>
        </p:txBody>
      </p:sp>
      <p:sp>
        <p:nvSpPr>
          <p:cNvPr id="7" name="Rectangle 4">
            <a:extLst>
              <a:ext uri="{FF2B5EF4-FFF2-40B4-BE49-F238E27FC236}">
                <a16:creationId xmlns:a16="http://schemas.microsoft.com/office/drawing/2014/main" id="{6973FDE5-8B95-6185-DD22-D43637CF144C}"/>
              </a:ext>
            </a:extLst>
          </p:cNvPr>
          <p:cNvSpPr>
            <a:spLocks noChangeArrowheads="1"/>
          </p:cNvSpPr>
          <p:nvPr/>
        </p:nvSpPr>
        <p:spPr bwMode="auto">
          <a:xfrm>
            <a:off x="1219200" y="1771471"/>
            <a:ext cx="3352800" cy="120032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Cú pháp:</a:t>
            </a:r>
          </a:p>
          <a:p>
            <a:pPr algn="l" eaLnBrk="1" hangingPunct="1">
              <a:spcBef>
                <a:spcPct val="50000"/>
              </a:spcBef>
              <a:buClrTx/>
              <a:buFontTx/>
              <a:buNone/>
            </a:pPr>
            <a:r>
              <a:rPr lang="en-US" altLang="en-US" sz="1800" b="1">
                <a:latin typeface="Tahoma" panose="020B0604030504040204" pitchFamily="34" charset="0"/>
              </a:rPr>
              <a:t>DELETE FROM </a:t>
            </a:r>
            <a:r>
              <a:rPr lang="en-US" altLang="en-US" sz="1800">
                <a:latin typeface="Tahoma" panose="020B0604030504040204" pitchFamily="34" charset="0"/>
              </a:rPr>
              <a:t>&lt;tên bảng&gt;</a:t>
            </a:r>
          </a:p>
          <a:p>
            <a:pPr algn="l" eaLnBrk="1" hangingPunct="1">
              <a:spcBef>
                <a:spcPct val="50000"/>
              </a:spcBef>
              <a:buClrTx/>
              <a:buFontTx/>
              <a:buNone/>
            </a:pPr>
            <a:r>
              <a:rPr lang="en-US" altLang="en-US" sz="1800">
                <a:latin typeface="Tahoma" panose="020B0604030504040204" pitchFamily="34" charset="0"/>
              </a:rPr>
              <a:t>[</a:t>
            </a:r>
            <a:r>
              <a:rPr lang="en-US" altLang="en-US" sz="1800" b="1">
                <a:latin typeface="Tahoma" panose="020B0604030504040204" pitchFamily="34" charset="0"/>
              </a:rPr>
              <a:t>WHERE</a:t>
            </a:r>
            <a:r>
              <a:rPr lang="en-US" altLang="en-US" sz="1800">
                <a:latin typeface="Tahoma" panose="020B0604030504040204" pitchFamily="34" charset="0"/>
              </a:rPr>
              <a:t> &lt;điều kiện&gt;]</a:t>
            </a:r>
          </a:p>
        </p:txBody>
      </p:sp>
      <p:sp>
        <p:nvSpPr>
          <p:cNvPr id="8" name="TextBox 7">
            <a:extLst>
              <a:ext uri="{FF2B5EF4-FFF2-40B4-BE49-F238E27FC236}">
                <a16:creationId xmlns:a16="http://schemas.microsoft.com/office/drawing/2014/main" id="{F39821DE-1D5B-50F2-B22B-C2CA2136E151}"/>
              </a:ext>
            </a:extLst>
          </p:cNvPr>
          <p:cNvSpPr txBox="1"/>
          <p:nvPr/>
        </p:nvSpPr>
        <p:spPr>
          <a:xfrm>
            <a:off x="914400" y="1309415"/>
            <a:ext cx="4572000" cy="369332"/>
          </a:xfrm>
          <a:prstGeom prst="rect">
            <a:avLst/>
          </a:prstGeom>
          <a:noFill/>
        </p:spPr>
        <p:txBody>
          <a:bodyPr wrap="square">
            <a:spAutoFit/>
          </a:bodyPr>
          <a:lstStyle/>
          <a:p>
            <a:pPr marL="285750" indent="-285750" eaLnBrk="1" hangingPunct="1">
              <a:buFont typeface="Arial" panose="020B0604020202020204" pitchFamily="34" charset="0"/>
              <a:buChar char="•"/>
            </a:pPr>
            <a:r>
              <a:rPr lang="en-US" altLang="en-US" b="1"/>
              <a:t>Xóa (các) dòng trong bảng dữ liệu</a:t>
            </a:r>
          </a:p>
        </p:txBody>
      </p:sp>
      <p:sp>
        <p:nvSpPr>
          <p:cNvPr id="9" name="TextBox 8">
            <a:extLst>
              <a:ext uri="{FF2B5EF4-FFF2-40B4-BE49-F238E27FC236}">
                <a16:creationId xmlns:a16="http://schemas.microsoft.com/office/drawing/2014/main" id="{A8E3BD46-4C71-35D3-C055-FD4CA14ADF72}"/>
              </a:ext>
            </a:extLst>
          </p:cNvPr>
          <p:cNvSpPr txBox="1"/>
          <p:nvPr/>
        </p:nvSpPr>
        <p:spPr>
          <a:xfrm>
            <a:off x="914400" y="3276600"/>
            <a:ext cx="7620000" cy="369332"/>
          </a:xfrm>
          <a:prstGeom prst="rect">
            <a:avLst/>
          </a:prstGeom>
          <a:noFill/>
        </p:spPr>
        <p:txBody>
          <a:bodyPr wrap="square">
            <a:spAutoFit/>
          </a:bodyPr>
          <a:lstStyle/>
          <a:p>
            <a:pPr marL="285750" indent="-285750" eaLnBrk="1" hangingPunct="1">
              <a:buFont typeface="Arial" panose="020B0604020202020204" pitchFamily="34" charset="0"/>
              <a:buChar char="•"/>
            </a:pPr>
            <a:r>
              <a:rPr lang="en-US" altLang="en-US" b="1"/>
              <a:t>Thay đổi giá trị thuộc tính cho (các) dòng trong bảng dữ liệu</a:t>
            </a:r>
          </a:p>
        </p:txBody>
      </p:sp>
    </p:spTree>
    <p:extLst>
      <p:ext uri="{BB962C8B-B14F-4D97-AF65-F5344CB8AC3E}">
        <p14:creationId xmlns:p14="http://schemas.microsoft.com/office/powerpoint/2010/main" val="1457060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D30F90E-43B1-48E8-A7D1-0A0FBE41833E}"/>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9395" name="Slide Number Placeholder 5">
            <a:extLst>
              <a:ext uri="{FF2B5EF4-FFF2-40B4-BE49-F238E27FC236}">
                <a16:creationId xmlns:a16="http://schemas.microsoft.com/office/drawing/2014/main" id="{D990C6F3-1089-4DFA-B044-ABF82104CA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302630F-49D4-4AA0-A539-7C0BBE74DEB9}" type="slidenum">
              <a:rPr lang="en-US" altLang="en-US" sz="1000"/>
              <a:pPr algn="r">
                <a:spcBef>
                  <a:spcPct val="0"/>
                </a:spcBef>
                <a:buClrTx/>
                <a:buFontTx/>
                <a:buNone/>
              </a:pPr>
              <a:t>43</a:t>
            </a:fld>
            <a:endParaRPr lang="en-US" altLang="en-US" sz="1000"/>
          </a:p>
        </p:txBody>
      </p:sp>
      <p:sp>
        <p:nvSpPr>
          <p:cNvPr id="59396" name="Rectangle 2">
            <a:extLst>
              <a:ext uri="{FF2B5EF4-FFF2-40B4-BE49-F238E27FC236}">
                <a16:creationId xmlns:a16="http://schemas.microsoft.com/office/drawing/2014/main" id="{B5C3BB97-960F-4AC8-BD4F-39459B347EBC}"/>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a:t>
            </a:r>
          </a:p>
        </p:txBody>
      </p:sp>
      <p:sp>
        <p:nvSpPr>
          <p:cNvPr id="59397" name="Text Box 3">
            <a:extLst>
              <a:ext uri="{FF2B5EF4-FFF2-40B4-BE49-F238E27FC236}">
                <a16:creationId xmlns:a16="http://schemas.microsoft.com/office/drawing/2014/main" id="{481C111B-6327-4044-9AC4-BFF36E3D9F98}"/>
              </a:ext>
            </a:extLst>
          </p:cNvPr>
          <p:cNvSpPr txBox="1">
            <a:spLocks noChangeArrowheads="1"/>
          </p:cNvSpPr>
          <p:nvPr/>
        </p:nvSpPr>
        <p:spPr bwMode="auto">
          <a:xfrm>
            <a:off x="2286000" y="2979807"/>
            <a:ext cx="38100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DELETE FROM </a:t>
            </a:r>
            <a:r>
              <a:rPr lang="en-US" altLang="en-US" sz="1800">
                <a:latin typeface="Tahoma" panose="020B0604030504040204" pitchFamily="34" charset="0"/>
              </a:rPr>
              <a:t>NHANVIEN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HONV=</a:t>
            </a:r>
            <a:r>
              <a:rPr lang="en-US" altLang="en-US" sz="1800">
                <a:solidFill>
                  <a:srgbClr val="CC0000"/>
                </a:solidFill>
                <a:latin typeface="Tahoma" panose="020B0604030504040204" pitchFamily="34" charset="0"/>
              </a:rPr>
              <a:t>‘Tran’</a:t>
            </a:r>
          </a:p>
        </p:txBody>
      </p:sp>
      <p:sp>
        <p:nvSpPr>
          <p:cNvPr id="59398" name="Text Box 4">
            <a:extLst>
              <a:ext uri="{FF2B5EF4-FFF2-40B4-BE49-F238E27FC236}">
                <a16:creationId xmlns:a16="http://schemas.microsoft.com/office/drawing/2014/main" id="{EDB09E6D-77EE-454F-A64F-F44F2630BCBD}"/>
              </a:ext>
            </a:extLst>
          </p:cNvPr>
          <p:cNvSpPr txBox="1">
            <a:spLocks noChangeArrowheads="1"/>
          </p:cNvSpPr>
          <p:nvPr/>
        </p:nvSpPr>
        <p:spPr bwMode="auto">
          <a:xfrm>
            <a:off x="2272748" y="4478338"/>
            <a:ext cx="38100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DELETE FROM </a:t>
            </a:r>
            <a:r>
              <a:rPr lang="en-US" altLang="en-US" sz="1800">
                <a:latin typeface="Tahoma" panose="020B0604030504040204" pitchFamily="34" charset="0"/>
              </a:rPr>
              <a:t>NHANVIEN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MANV=</a:t>
            </a:r>
            <a:r>
              <a:rPr lang="en-US" altLang="en-US" sz="1800">
                <a:solidFill>
                  <a:srgbClr val="CC0000"/>
                </a:solidFill>
                <a:latin typeface="Tahoma" panose="020B0604030504040204" pitchFamily="34" charset="0"/>
              </a:rPr>
              <a:t>‘345345345’</a:t>
            </a:r>
          </a:p>
        </p:txBody>
      </p:sp>
      <p:sp>
        <p:nvSpPr>
          <p:cNvPr id="59399" name="Text Box 5">
            <a:extLst>
              <a:ext uri="{FF2B5EF4-FFF2-40B4-BE49-F238E27FC236}">
                <a16:creationId xmlns:a16="http://schemas.microsoft.com/office/drawing/2014/main" id="{CA2A8E7F-5ADD-4733-AE60-BE1100361AB9}"/>
              </a:ext>
            </a:extLst>
          </p:cNvPr>
          <p:cNvSpPr txBox="1">
            <a:spLocks noChangeArrowheads="1"/>
          </p:cNvSpPr>
          <p:nvPr/>
        </p:nvSpPr>
        <p:spPr bwMode="auto">
          <a:xfrm>
            <a:off x="2276061" y="1894027"/>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DELETE FROM </a:t>
            </a:r>
            <a:r>
              <a:rPr lang="en-US" altLang="en-US" sz="1800">
                <a:latin typeface="Tahoma" panose="020B0604030504040204" pitchFamily="34" charset="0"/>
              </a:rPr>
              <a:t>NHANVIEN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567B7BD4-E362-4BD6-82E5-73B87B688E50}"/>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1443" name="Slide Number Placeholder 5">
            <a:extLst>
              <a:ext uri="{FF2B5EF4-FFF2-40B4-BE49-F238E27FC236}">
                <a16:creationId xmlns:a16="http://schemas.microsoft.com/office/drawing/2014/main" id="{202FEFE1-6243-4726-B40E-1E8E84D339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A10903F-FC19-46D9-B686-838E34A8D582}" type="slidenum">
              <a:rPr lang="en-US" altLang="en-US" sz="1000"/>
              <a:pPr algn="r">
                <a:spcBef>
                  <a:spcPct val="0"/>
                </a:spcBef>
                <a:buClrTx/>
                <a:buFontTx/>
                <a:buNone/>
              </a:pPr>
              <a:t>44</a:t>
            </a:fld>
            <a:endParaRPr lang="en-US" altLang="en-US" sz="1000"/>
          </a:p>
        </p:txBody>
      </p:sp>
      <p:sp>
        <p:nvSpPr>
          <p:cNvPr id="61444" name="Rectangle 2">
            <a:extLst>
              <a:ext uri="{FF2B5EF4-FFF2-40B4-BE49-F238E27FC236}">
                <a16:creationId xmlns:a16="http://schemas.microsoft.com/office/drawing/2014/main" id="{48B1EEC2-213A-461D-8B2F-F83454F98126}"/>
              </a:ext>
            </a:extLst>
          </p:cNvPr>
          <p:cNvSpPr>
            <a:spLocks noGrp="1" noChangeArrowheads="1"/>
          </p:cNvSpPr>
          <p:nvPr>
            <p:ph type="title"/>
          </p:nvPr>
        </p:nvSpPr>
        <p:spPr>
          <a:xfrm>
            <a:off x="457200" y="354013"/>
            <a:ext cx="8229600" cy="620712"/>
          </a:xfrm>
        </p:spPr>
        <p:txBody>
          <a:bodyPr/>
          <a:lstStyle/>
          <a:p>
            <a:pPr eaLnBrk="1" hangingPunct="1"/>
            <a:r>
              <a:rPr lang="en-US" altLang="en-US" sz="3500" dirty="0"/>
              <a:t>Ví dụ</a:t>
            </a:r>
          </a:p>
        </p:txBody>
      </p:sp>
      <p:sp>
        <p:nvSpPr>
          <p:cNvPr id="903171" name="Text Box 3">
            <a:extLst>
              <a:ext uri="{FF2B5EF4-FFF2-40B4-BE49-F238E27FC236}">
                <a16:creationId xmlns:a16="http://schemas.microsoft.com/office/drawing/2014/main" id="{1C0DC6B4-596A-4607-82C6-AE8D459D499C}"/>
              </a:ext>
            </a:extLst>
          </p:cNvPr>
          <p:cNvSpPr txBox="1">
            <a:spLocks noChangeArrowheads="1"/>
          </p:cNvSpPr>
          <p:nvPr/>
        </p:nvSpPr>
        <p:spPr bwMode="auto">
          <a:xfrm>
            <a:off x="1676400" y="2286000"/>
            <a:ext cx="53340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DELETE FROM </a:t>
            </a:r>
            <a:r>
              <a:rPr lang="en-US" altLang="en-US" sz="1800">
                <a:latin typeface="Tahoma" panose="020B0604030504040204" pitchFamily="34" charset="0"/>
              </a:rPr>
              <a:t>NHANVIEN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PHG </a:t>
            </a:r>
            <a:r>
              <a:rPr lang="en-US" altLang="en-US" sz="1800">
                <a:solidFill>
                  <a:srgbClr val="777777"/>
                </a:solidFill>
                <a:latin typeface="Tahoma" panose="020B0604030504040204" pitchFamily="34" charset="0"/>
              </a:rPr>
              <a:t>IN</a:t>
            </a:r>
            <a:r>
              <a:rPr lang="en-US" altLang="en-US" sz="1800">
                <a:latin typeface="Tahoma" panose="020B0604030504040204" pitchFamily="34" charset="0"/>
              </a:rPr>
              <a:t> (</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MAPHG</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PHONGBAN</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TENPHG=</a:t>
            </a:r>
            <a:r>
              <a:rPr lang="en-US" altLang="en-US" sz="1800">
                <a:solidFill>
                  <a:srgbClr val="CC0000"/>
                </a:solidFill>
                <a:latin typeface="Tahoma" panose="020B0604030504040204" pitchFamily="34" charset="0"/>
              </a:rPr>
              <a:t>‘Nghien cuu’</a:t>
            </a:r>
            <a:r>
              <a:rPr lang="en-US" altLang="en-US" sz="1800">
                <a:latin typeface="Tahoma" panose="020B0604030504040204" pitchFamily="34" charset="0"/>
              </a:rPr>
              <a:t>)</a:t>
            </a:r>
          </a:p>
        </p:txBody>
      </p:sp>
      <p:sp>
        <p:nvSpPr>
          <p:cNvPr id="61446" name="Rectangle 4">
            <a:extLst>
              <a:ext uri="{FF2B5EF4-FFF2-40B4-BE49-F238E27FC236}">
                <a16:creationId xmlns:a16="http://schemas.microsoft.com/office/drawing/2014/main" id="{CAFDF547-470F-4CD7-BC77-2314AA041696}"/>
              </a:ext>
            </a:extLst>
          </p:cNvPr>
          <p:cNvSpPr>
            <a:spLocks noGrp="1" noChangeArrowheads="1"/>
          </p:cNvSpPr>
          <p:nvPr>
            <p:ph type="body" idx="1"/>
          </p:nvPr>
        </p:nvSpPr>
        <p:spPr>
          <a:xfrm>
            <a:off x="457200" y="1295400"/>
            <a:ext cx="8229600" cy="5029200"/>
          </a:xfrm>
          <a:noFill/>
        </p:spPr>
        <p:txBody>
          <a:bodyPr/>
          <a:lstStyle/>
          <a:p>
            <a:pPr eaLnBrk="1" hangingPunct="1"/>
            <a:r>
              <a:rPr lang="en-US" altLang="en-US"/>
              <a:t>Xóa những nhân viên ở phòng ‘Nghien cuu’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3171"/>
                                        </p:tgtEl>
                                        <p:attrNameLst>
                                          <p:attrName>style.visibility</p:attrName>
                                        </p:attrNameLst>
                                      </p:cBhvr>
                                      <p:to>
                                        <p:strVal val="visible"/>
                                      </p:to>
                                    </p:set>
                                    <p:anim calcmode="lin" valueType="num">
                                      <p:cBhvr additive="base">
                                        <p:cTn id="7" dur="500" fill="hold"/>
                                        <p:tgtEl>
                                          <p:spTgt spid="903171"/>
                                        </p:tgtEl>
                                        <p:attrNameLst>
                                          <p:attrName>ppt_x</p:attrName>
                                        </p:attrNameLst>
                                      </p:cBhvr>
                                      <p:tavLst>
                                        <p:tav tm="0">
                                          <p:val>
                                            <p:strVal val="1+#ppt_w/2"/>
                                          </p:val>
                                        </p:tav>
                                        <p:tav tm="100000">
                                          <p:val>
                                            <p:strVal val="#ppt_x"/>
                                          </p:val>
                                        </p:tav>
                                      </p:tavLst>
                                    </p:anim>
                                    <p:anim calcmode="lin" valueType="num">
                                      <p:cBhvr additive="base">
                                        <p:cTn id="8" dur="500" fill="hold"/>
                                        <p:tgtEl>
                                          <p:spTgt spid="9031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35EDCD-FA60-4723-A9B5-FDAD1E06BC3B}"/>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3491" name="Slide Number Placeholder 5">
            <a:extLst>
              <a:ext uri="{FF2B5EF4-FFF2-40B4-BE49-F238E27FC236}">
                <a16:creationId xmlns:a16="http://schemas.microsoft.com/office/drawing/2014/main" id="{D240B21F-F41B-468E-8479-E43A4DEF89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C5A3605E-1C55-407B-90E6-EC6AC53BCBB6}" type="slidenum">
              <a:rPr lang="en-US" altLang="en-US" sz="1000"/>
              <a:pPr algn="r">
                <a:spcBef>
                  <a:spcPct val="0"/>
                </a:spcBef>
                <a:buClrTx/>
                <a:buFontTx/>
                <a:buNone/>
              </a:pPr>
              <a:t>45</a:t>
            </a:fld>
            <a:endParaRPr lang="en-US" altLang="en-US" sz="1000"/>
          </a:p>
        </p:txBody>
      </p:sp>
      <p:sp>
        <p:nvSpPr>
          <p:cNvPr id="63492" name="Rectangle 2">
            <a:extLst>
              <a:ext uri="{FF2B5EF4-FFF2-40B4-BE49-F238E27FC236}">
                <a16:creationId xmlns:a16="http://schemas.microsoft.com/office/drawing/2014/main" id="{4859B1E5-98AC-4A41-A796-39CF43D4A6C6}"/>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DELETE (tt) </a:t>
            </a:r>
          </a:p>
        </p:txBody>
      </p:sp>
      <p:sp>
        <p:nvSpPr>
          <p:cNvPr id="63493" name="Rectangle 3">
            <a:extLst>
              <a:ext uri="{FF2B5EF4-FFF2-40B4-BE49-F238E27FC236}">
                <a16:creationId xmlns:a16="http://schemas.microsoft.com/office/drawing/2014/main" id="{044CB2FA-C3C5-46A5-A395-5772A19E2FAC}"/>
              </a:ext>
            </a:extLst>
          </p:cNvPr>
          <p:cNvSpPr>
            <a:spLocks noGrp="1" noChangeArrowheads="1"/>
          </p:cNvSpPr>
          <p:nvPr>
            <p:ph type="body" idx="1"/>
          </p:nvPr>
        </p:nvSpPr>
        <p:spPr>
          <a:xfrm>
            <a:off x="457200" y="1295400"/>
            <a:ext cx="8229600" cy="5029200"/>
          </a:xfrm>
        </p:spPr>
        <p:txBody>
          <a:bodyPr/>
          <a:lstStyle/>
          <a:p>
            <a:pPr eaLnBrk="1" hangingPunct="1"/>
            <a:r>
              <a:rPr lang="en-US" altLang="en-US" dirty="0" err="1"/>
              <a:t>Nhận</a:t>
            </a:r>
            <a:r>
              <a:rPr lang="en-US" altLang="en-US" dirty="0"/>
              <a:t> </a:t>
            </a:r>
            <a:r>
              <a:rPr lang="en-US" altLang="en-US" dirty="0" err="1"/>
              <a:t>xét</a:t>
            </a:r>
            <a:endParaRPr lang="en-US" altLang="en-US" dirty="0"/>
          </a:p>
          <a:p>
            <a:pPr lvl="1" eaLnBrk="1" hangingPunct="1"/>
            <a:r>
              <a:rPr lang="en-US" altLang="en-US" dirty="0" err="1"/>
              <a:t>Số</a:t>
            </a:r>
            <a:r>
              <a:rPr lang="en-US" altLang="en-US" dirty="0"/>
              <a:t> </a:t>
            </a:r>
            <a:r>
              <a:rPr lang="en-US" altLang="en-US" dirty="0" err="1"/>
              <a:t>lượng</a:t>
            </a:r>
            <a:r>
              <a:rPr lang="en-US" altLang="en-US" dirty="0"/>
              <a:t> </a:t>
            </a:r>
            <a:r>
              <a:rPr lang="en-US" altLang="en-US" dirty="0" err="1"/>
              <a:t>số</a:t>
            </a:r>
            <a:r>
              <a:rPr lang="en-US" altLang="en-US" dirty="0"/>
              <a:t> </a:t>
            </a:r>
            <a:r>
              <a:rPr lang="en-US" altLang="en-US" dirty="0" err="1"/>
              <a:t>dòng</a:t>
            </a:r>
            <a:r>
              <a:rPr lang="en-US" altLang="en-US" dirty="0"/>
              <a:t> </a:t>
            </a:r>
            <a:r>
              <a:rPr lang="en-US" altLang="en-US" dirty="0" err="1"/>
              <a:t>bị</a:t>
            </a:r>
            <a:r>
              <a:rPr lang="en-US" altLang="en-US" dirty="0"/>
              <a:t> </a:t>
            </a:r>
            <a:r>
              <a:rPr lang="en-US" altLang="en-US" dirty="0" err="1"/>
              <a:t>xóa</a:t>
            </a:r>
            <a:r>
              <a:rPr lang="en-US" altLang="en-US" dirty="0"/>
              <a:t> </a:t>
            </a:r>
            <a:r>
              <a:rPr lang="en-US" altLang="en-US" dirty="0" err="1"/>
              <a:t>phụ</a:t>
            </a:r>
            <a:r>
              <a:rPr lang="en-US" altLang="en-US" dirty="0"/>
              <a:t> </a:t>
            </a:r>
            <a:r>
              <a:rPr lang="en-US" altLang="en-US" dirty="0" err="1"/>
              <a:t>thuộc</a:t>
            </a:r>
            <a:r>
              <a:rPr lang="en-US" altLang="en-US" dirty="0"/>
              <a:t> </a:t>
            </a:r>
            <a:r>
              <a:rPr lang="en-US" altLang="en-US" dirty="0" err="1"/>
              <a:t>vào</a:t>
            </a:r>
            <a:r>
              <a:rPr lang="en-US" altLang="en-US" dirty="0"/>
              <a:t> </a:t>
            </a:r>
            <a:r>
              <a:rPr lang="en-US" altLang="en-US" dirty="0" err="1"/>
              <a:t>điều</a:t>
            </a:r>
            <a:r>
              <a:rPr lang="en-US" altLang="en-US" dirty="0"/>
              <a:t> </a:t>
            </a:r>
            <a:r>
              <a:rPr lang="en-US" altLang="en-US" dirty="0" err="1"/>
              <a:t>kiện</a:t>
            </a:r>
            <a:r>
              <a:rPr lang="en-US" altLang="en-US" dirty="0"/>
              <a:t> ở </a:t>
            </a:r>
            <a:r>
              <a:rPr lang="en-US" altLang="en-US" dirty="0" err="1"/>
              <a:t>mệnh</a:t>
            </a:r>
            <a:r>
              <a:rPr lang="en-US" altLang="en-US" dirty="0"/>
              <a:t> </a:t>
            </a:r>
            <a:r>
              <a:rPr lang="en-US" altLang="en-US" dirty="0" err="1"/>
              <a:t>đề</a:t>
            </a:r>
            <a:r>
              <a:rPr lang="en-US" altLang="en-US" dirty="0"/>
              <a:t> WHERE</a:t>
            </a:r>
          </a:p>
          <a:p>
            <a:pPr lvl="1" eaLnBrk="1" hangingPunct="1"/>
            <a:r>
              <a:rPr lang="en-US" altLang="en-US" dirty="0" err="1"/>
              <a:t>Nếu</a:t>
            </a:r>
            <a:r>
              <a:rPr lang="en-US" altLang="en-US" dirty="0"/>
              <a:t> </a:t>
            </a:r>
            <a:r>
              <a:rPr lang="en-US" altLang="en-US" dirty="0" err="1"/>
              <a:t>không</a:t>
            </a:r>
            <a:r>
              <a:rPr lang="en-US" altLang="en-US" dirty="0"/>
              <a:t> </a:t>
            </a:r>
            <a:r>
              <a:rPr lang="en-US" altLang="en-US" dirty="0" err="1"/>
              <a:t>chỉ</a:t>
            </a:r>
            <a:r>
              <a:rPr lang="en-US" altLang="en-US" dirty="0"/>
              <a:t> </a:t>
            </a:r>
            <a:r>
              <a:rPr lang="en-US" altLang="en-US" dirty="0" err="1"/>
              <a:t>định</a:t>
            </a:r>
            <a:r>
              <a:rPr lang="en-US" altLang="en-US" dirty="0"/>
              <a:t> </a:t>
            </a:r>
            <a:r>
              <a:rPr lang="en-US" altLang="en-US" dirty="0" err="1"/>
              <a:t>điều</a:t>
            </a:r>
            <a:r>
              <a:rPr lang="en-US" altLang="en-US" dirty="0"/>
              <a:t> </a:t>
            </a:r>
            <a:r>
              <a:rPr lang="en-US" altLang="en-US" dirty="0" err="1"/>
              <a:t>kiện</a:t>
            </a:r>
            <a:r>
              <a:rPr lang="en-US" altLang="en-US" dirty="0"/>
              <a:t> ở </a:t>
            </a:r>
            <a:r>
              <a:rPr lang="en-US" altLang="en-US" dirty="0" err="1"/>
              <a:t>mệnh</a:t>
            </a:r>
            <a:r>
              <a:rPr lang="en-US" altLang="en-US" dirty="0"/>
              <a:t> </a:t>
            </a:r>
            <a:r>
              <a:rPr lang="en-US" altLang="en-US" dirty="0" err="1"/>
              <a:t>đề</a:t>
            </a:r>
            <a:r>
              <a:rPr lang="en-US" altLang="en-US" dirty="0"/>
              <a:t> WHERE, </a:t>
            </a:r>
            <a:r>
              <a:rPr lang="en-US" altLang="en-US" dirty="0" err="1"/>
              <a:t>tất</a:t>
            </a:r>
            <a:r>
              <a:rPr lang="en-US" altLang="en-US" dirty="0"/>
              <a:t> </a:t>
            </a:r>
            <a:r>
              <a:rPr lang="en-US" altLang="en-US" dirty="0" err="1"/>
              <a:t>cả</a:t>
            </a:r>
            <a:r>
              <a:rPr lang="en-US" altLang="en-US" dirty="0"/>
              <a:t> </a:t>
            </a:r>
            <a:r>
              <a:rPr lang="en-US" altLang="en-US" dirty="0" err="1"/>
              <a:t>các</a:t>
            </a:r>
            <a:r>
              <a:rPr lang="en-US" altLang="en-US" dirty="0"/>
              <a:t> </a:t>
            </a:r>
            <a:r>
              <a:rPr lang="en-US" altLang="en-US" dirty="0" err="1"/>
              <a:t>dòng</a:t>
            </a:r>
            <a:r>
              <a:rPr lang="en-US" altLang="en-US" dirty="0"/>
              <a:t> </a:t>
            </a:r>
            <a:r>
              <a:rPr lang="en-US" altLang="en-US" dirty="0" err="1"/>
              <a:t>trong</a:t>
            </a:r>
            <a:r>
              <a:rPr lang="en-US" altLang="en-US" dirty="0"/>
              <a:t> </a:t>
            </a:r>
            <a:r>
              <a:rPr lang="en-US" altLang="en-US" dirty="0" err="1"/>
              <a:t>bảng</a:t>
            </a:r>
            <a:r>
              <a:rPr lang="en-US" altLang="en-US" dirty="0"/>
              <a:t> </a:t>
            </a:r>
            <a:r>
              <a:rPr lang="en-US" altLang="en-US" dirty="0" err="1"/>
              <a:t>sẽ</a:t>
            </a:r>
            <a:r>
              <a:rPr lang="en-US" altLang="en-US" dirty="0"/>
              <a:t> </a:t>
            </a:r>
            <a:r>
              <a:rPr lang="en-US" altLang="en-US" dirty="0" err="1"/>
              <a:t>bị</a:t>
            </a:r>
            <a:r>
              <a:rPr lang="en-US" altLang="en-US" dirty="0"/>
              <a:t> </a:t>
            </a:r>
            <a:r>
              <a:rPr lang="en-US" altLang="en-US" dirty="0" err="1"/>
              <a:t>xóa</a:t>
            </a:r>
            <a:endParaRPr lang="en-US" altLang="en-US" dirty="0"/>
          </a:p>
          <a:p>
            <a:pPr lvl="1" eaLnBrk="1" hangingPunct="1"/>
            <a:r>
              <a:rPr lang="en-US" altLang="en-US" dirty="0" err="1"/>
              <a:t>Lệnh</a:t>
            </a:r>
            <a:r>
              <a:rPr lang="en-US" altLang="en-US" dirty="0"/>
              <a:t> DELETE </a:t>
            </a:r>
            <a:r>
              <a:rPr lang="en-US" altLang="en-US" dirty="0" err="1"/>
              <a:t>có</a:t>
            </a:r>
            <a:r>
              <a:rPr lang="en-US" altLang="en-US" dirty="0"/>
              <a:t> </a:t>
            </a:r>
            <a:r>
              <a:rPr lang="en-US" altLang="en-US" dirty="0" err="1"/>
              <a:t>thể</a:t>
            </a:r>
            <a:r>
              <a:rPr lang="en-US" altLang="en-US" dirty="0"/>
              <a:t> </a:t>
            </a:r>
            <a:r>
              <a:rPr lang="en-US" altLang="en-US" dirty="0" err="1"/>
              <a:t>gây</a:t>
            </a:r>
            <a:r>
              <a:rPr lang="en-US" altLang="en-US" dirty="0"/>
              <a:t> ra vi </a:t>
            </a:r>
            <a:r>
              <a:rPr lang="en-US" altLang="en-US" dirty="0" err="1"/>
              <a:t>phạm</a:t>
            </a:r>
            <a:r>
              <a:rPr lang="en-US" altLang="en-US" dirty="0"/>
              <a:t> RB </a:t>
            </a:r>
            <a:r>
              <a:rPr lang="en-US" altLang="en-US" dirty="0" err="1"/>
              <a:t>tham</a:t>
            </a:r>
            <a:r>
              <a:rPr lang="en-US" altLang="en-US" dirty="0"/>
              <a:t> </a:t>
            </a:r>
            <a:r>
              <a:rPr lang="en-US" altLang="en-US" dirty="0" err="1"/>
              <a:t>chiếu</a:t>
            </a:r>
            <a:endParaRPr lang="en-US" altLang="en-US" dirty="0"/>
          </a:p>
          <a:p>
            <a:pPr lvl="2" eaLnBrk="1" hangingPunct="1"/>
            <a:r>
              <a:rPr lang="en-US" altLang="en-US" dirty="0" err="1"/>
              <a:t>Không</a:t>
            </a:r>
            <a:r>
              <a:rPr lang="en-US" altLang="en-US" dirty="0"/>
              <a:t> </a:t>
            </a:r>
            <a:r>
              <a:rPr lang="en-US" altLang="en-US" dirty="0" err="1"/>
              <a:t>cho</a:t>
            </a:r>
            <a:r>
              <a:rPr lang="en-US" altLang="en-US" dirty="0"/>
              <a:t> </a:t>
            </a:r>
            <a:r>
              <a:rPr lang="en-US" altLang="en-US" dirty="0" err="1"/>
              <a:t>xóa</a:t>
            </a:r>
            <a:endParaRPr lang="en-US" altLang="en-US" dirty="0"/>
          </a:p>
          <a:p>
            <a:pPr lvl="2" eaLnBrk="1" hangingPunct="1"/>
            <a:r>
              <a:rPr lang="en-US" altLang="en-US" dirty="0" err="1"/>
              <a:t>Xóa</a:t>
            </a:r>
            <a:r>
              <a:rPr lang="en-US" altLang="en-US" dirty="0"/>
              <a:t> </a:t>
            </a:r>
            <a:r>
              <a:rPr lang="en-US" altLang="en-US" dirty="0" err="1"/>
              <a:t>luôn</a:t>
            </a:r>
            <a:r>
              <a:rPr lang="en-US" altLang="en-US" dirty="0"/>
              <a:t> </a:t>
            </a:r>
            <a:r>
              <a:rPr lang="en-US" altLang="en-US" dirty="0" err="1"/>
              <a:t>những</a:t>
            </a:r>
            <a:r>
              <a:rPr lang="en-US" altLang="en-US" dirty="0"/>
              <a:t> </a:t>
            </a:r>
            <a:r>
              <a:rPr lang="en-US" altLang="en-US" dirty="0" err="1"/>
              <a:t>dòng</a:t>
            </a:r>
            <a:r>
              <a:rPr lang="en-US" altLang="en-US" dirty="0"/>
              <a:t> </a:t>
            </a:r>
            <a:r>
              <a:rPr lang="en-US" altLang="en-US" dirty="0" err="1"/>
              <a:t>có</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đang</a:t>
            </a:r>
            <a:r>
              <a:rPr lang="en-US" altLang="en-US" dirty="0"/>
              <a:t> </a:t>
            </a:r>
            <a:r>
              <a:rPr lang="en-US" altLang="en-US" dirty="0" err="1"/>
              <a:t>tham</a:t>
            </a:r>
            <a:r>
              <a:rPr lang="en-US" altLang="en-US" dirty="0"/>
              <a:t> </a:t>
            </a:r>
            <a:r>
              <a:rPr lang="en-US" altLang="en-US" dirty="0" err="1"/>
              <a:t>chiếu</a:t>
            </a:r>
            <a:r>
              <a:rPr lang="en-US" altLang="en-US" dirty="0"/>
              <a:t> </a:t>
            </a:r>
            <a:r>
              <a:rPr lang="en-US" altLang="en-US" dirty="0" err="1"/>
              <a:t>đến</a:t>
            </a:r>
            <a:endParaRPr lang="en-US" altLang="en-US" dirty="0"/>
          </a:p>
          <a:p>
            <a:pPr lvl="3" eaLnBrk="1" hangingPunct="1"/>
            <a:r>
              <a:rPr lang="en-US" altLang="en-US" dirty="0"/>
              <a:t>ON DELETE CASCADE</a:t>
            </a:r>
          </a:p>
          <a:p>
            <a:pPr lvl="2" eaLnBrk="1" hangingPunct="1"/>
            <a:r>
              <a:rPr lang="en-US" altLang="en-US" dirty="0" err="1"/>
              <a:t>Đặt</a:t>
            </a:r>
            <a:r>
              <a:rPr lang="en-US" altLang="en-US" dirty="0"/>
              <a:t> NULL </a:t>
            </a:r>
            <a:r>
              <a:rPr lang="en-US" altLang="en-US" dirty="0" err="1"/>
              <a:t>cho</a:t>
            </a:r>
            <a:r>
              <a:rPr lang="en-US" altLang="en-US" dirty="0"/>
              <a:t> </a:t>
            </a:r>
            <a:r>
              <a:rPr lang="en-US" altLang="en-US" dirty="0" err="1"/>
              <a:t>những</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tham</a:t>
            </a:r>
            <a:r>
              <a:rPr lang="en-US" altLang="en-US" dirty="0"/>
              <a:t> </a:t>
            </a:r>
            <a:r>
              <a:rPr lang="en-US" altLang="en-US" dirty="0" err="1"/>
              <a:t>chiếu</a:t>
            </a:r>
            <a:endParaRPr lang="en-US" altLang="en-US" dirty="0"/>
          </a:p>
          <a:p>
            <a:pPr lvl="3" eaLnBrk="1" hangingPunct="1"/>
            <a:r>
              <a:rPr lang="en-US" altLang="en-US" dirty="0">
                <a:solidFill>
                  <a:srgbClr val="777777"/>
                </a:solidFill>
              </a:rPr>
              <a:t>ON DELETE SET NULL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Date Placeholder 3">
            <a:extLst>
              <a:ext uri="{FF2B5EF4-FFF2-40B4-BE49-F238E27FC236}">
                <a16:creationId xmlns:a16="http://schemas.microsoft.com/office/drawing/2014/main" id="{DC3CD1D8-92F6-4F0B-ADB6-9079FB61D299}"/>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5539" name="Slide Number Placeholder 5">
            <a:extLst>
              <a:ext uri="{FF2B5EF4-FFF2-40B4-BE49-F238E27FC236}">
                <a16:creationId xmlns:a16="http://schemas.microsoft.com/office/drawing/2014/main" id="{34D15949-B706-453B-A757-7D7678304D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10658A0-F5A9-4EAF-A6F7-45B49032541E}" type="slidenum">
              <a:rPr lang="en-US" altLang="en-US" sz="1000"/>
              <a:pPr algn="r">
                <a:spcBef>
                  <a:spcPct val="0"/>
                </a:spcBef>
                <a:buClrTx/>
                <a:buFontTx/>
                <a:buNone/>
              </a:pPr>
              <a:t>46</a:t>
            </a:fld>
            <a:endParaRPr lang="en-US" altLang="en-US" sz="1000"/>
          </a:p>
        </p:txBody>
      </p:sp>
      <p:sp>
        <p:nvSpPr>
          <p:cNvPr id="65540" name="Rectangle 2">
            <a:extLst>
              <a:ext uri="{FF2B5EF4-FFF2-40B4-BE49-F238E27FC236}">
                <a16:creationId xmlns:a16="http://schemas.microsoft.com/office/drawing/2014/main" id="{D23907DE-172B-4F96-8628-73BBA3DAFC76}"/>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Lệnh</a:t>
            </a:r>
            <a:r>
              <a:rPr lang="en-US" altLang="en-US" sz="3500" dirty="0"/>
              <a:t> DELETE (</a:t>
            </a:r>
            <a:r>
              <a:rPr lang="en-US" altLang="en-US" sz="3500" dirty="0" err="1"/>
              <a:t>tt</a:t>
            </a:r>
            <a:r>
              <a:rPr lang="en-US" altLang="en-US" sz="3500" dirty="0"/>
              <a:t>): CASCADE</a:t>
            </a:r>
          </a:p>
        </p:txBody>
      </p:sp>
      <p:grpSp>
        <p:nvGrpSpPr>
          <p:cNvPr id="65541" name="Group 3">
            <a:extLst>
              <a:ext uri="{FF2B5EF4-FFF2-40B4-BE49-F238E27FC236}">
                <a16:creationId xmlns:a16="http://schemas.microsoft.com/office/drawing/2014/main" id="{711AB06E-9F0A-4446-B2A7-925A966A7B79}"/>
              </a:ext>
            </a:extLst>
          </p:cNvPr>
          <p:cNvGrpSpPr>
            <a:grpSpLocks/>
          </p:cNvGrpSpPr>
          <p:nvPr/>
        </p:nvGrpSpPr>
        <p:grpSpPr bwMode="auto">
          <a:xfrm>
            <a:off x="76200" y="1219200"/>
            <a:ext cx="8991600" cy="2590800"/>
            <a:chOff x="48" y="768"/>
            <a:chExt cx="5664" cy="1632"/>
          </a:xfrm>
        </p:grpSpPr>
        <p:sp>
          <p:nvSpPr>
            <p:cNvPr id="65594" name="Rectangle 4">
              <a:extLst>
                <a:ext uri="{FF2B5EF4-FFF2-40B4-BE49-F238E27FC236}">
                  <a16:creationId xmlns:a16="http://schemas.microsoft.com/office/drawing/2014/main" id="{69D63289-27C1-40E3-BCB3-AE9EEA71FCD3}"/>
                </a:ext>
              </a:extLst>
            </p:cNvPr>
            <p:cNvSpPr>
              <a:spLocks noChangeArrowheads="1"/>
            </p:cNvSpPr>
            <p:nvPr/>
          </p:nvSpPr>
          <p:spPr bwMode="auto">
            <a:xfrm>
              <a:off x="48" y="1392"/>
              <a:ext cx="5664" cy="192"/>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5595" name="Rectangle 5">
              <a:extLst>
                <a:ext uri="{FF2B5EF4-FFF2-40B4-BE49-F238E27FC236}">
                  <a16:creationId xmlns:a16="http://schemas.microsoft.com/office/drawing/2014/main" id="{35A5E0DD-0B0A-448D-A7E6-8CEF9D6B3E4F}"/>
                </a:ext>
              </a:extLst>
            </p:cNvPr>
            <p:cNvSpPr>
              <a:spLocks noChangeArrowheads="1"/>
            </p:cNvSpPr>
            <p:nvPr/>
          </p:nvSpPr>
          <p:spPr bwMode="auto">
            <a:xfrm>
              <a:off x="48" y="1968"/>
              <a:ext cx="5664" cy="192"/>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65596" name="Group 6">
              <a:extLst>
                <a:ext uri="{FF2B5EF4-FFF2-40B4-BE49-F238E27FC236}">
                  <a16:creationId xmlns:a16="http://schemas.microsoft.com/office/drawing/2014/main" id="{F9C8DCD4-0597-4E13-BF70-A777F40F6576}"/>
                </a:ext>
              </a:extLst>
            </p:cNvPr>
            <p:cNvGrpSpPr>
              <a:grpSpLocks/>
            </p:cNvGrpSpPr>
            <p:nvPr/>
          </p:nvGrpSpPr>
          <p:grpSpPr bwMode="auto">
            <a:xfrm>
              <a:off x="48" y="768"/>
              <a:ext cx="5664" cy="1632"/>
              <a:chOff x="48" y="768"/>
              <a:chExt cx="5664" cy="1632"/>
            </a:xfrm>
          </p:grpSpPr>
          <p:sp>
            <p:nvSpPr>
              <p:cNvPr id="65597" name="Line 7">
                <a:extLst>
                  <a:ext uri="{FF2B5EF4-FFF2-40B4-BE49-F238E27FC236}">
                    <a16:creationId xmlns:a16="http://schemas.microsoft.com/office/drawing/2014/main" id="{E0AF1A72-2768-48CF-A27A-9E4E6A1155CC}"/>
                  </a:ext>
                </a:extLst>
              </p:cNvPr>
              <p:cNvSpPr>
                <a:spLocks noChangeShapeType="1"/>
              </p:cNvSpPr>
              <p:nvPr/>
            </p:nvSpPr>
            <p:spPr bwMode="auto">
              <a:xfrm>
                <a:off x="48" y="960"/>
                <a:ext cx="56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5598" name="Text Box 8">
                <a:extLst>
                  <a:ext uri="{FF2B5EF4-FFF2-40B4-BE49-F238E27FC236}">
                    <a16:creationId xmlns:a16="http://schemas.microsoft.com/office/drawing/2014/main" id="{9D07001F-B571-4F10-BC87-2EF2748DED72}"/>
                  </a:ext>
                </a:extLst>
              </p:cNvPr>
              <p:cNvSpPr txBox="1">
                <a:spLocks noChangeArrowheads="1"/>
              </p:cNvSpPr>
              <p:nvPr/>
            </p:nvSpPr>
            <p:spPr bwMode="auto">
              <a:xfrm>
                <a:off x="1728"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65599" name="Text Box 9">
                <a:extLst>
                  <a:ext uri="{FF2B5EF4-FFF2-40B4-BE49-F238E27FC236}">
                    <a16:creationId xmlns:a16="http://schemas.microsoft.com/office/drawing/2014/main" id="{57B00BBC-17EA-4B39-8297-D92E14C9AF7A}"/>
                  </a:ext>
                </a:extLst>
              </p:cNvPr>
              <p:cNvSpPr txBox="1">
                <a:spLocks noChangeArrowheads="1"/>
              </p:cNvSpPr>
              <p:nvPr/>
            </p:nvSpPr>
            <p:spPr bwMode="auto">
              <a:xfrm>
                <a:off x="672" y="76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65600" name="Text Box 10">
                <a:extLst>
                  <a:ext uri="{FF2B5EF4-FFF2-40B4-BE49-F238E27FC236}">
                    <a16:creationId xmlns:a16="http://schemas.microsoft.com/office/drawing/2014/main" id="{4B5E2879-B62B-4977-9135-99DEDAD1E525}"/>
                  </a:ext>
                </a:extLst>
              </p:cNvPr>
              <p:cNvSpPr txBox="1">
                <a:spLocks noChangeArrowheads="1"/>
              </p:cNvSpPr>
              <p:nvPr/>
            </p:nvSpPr>
            <p:spPr bwMode="auto">
              <a:xfrm>
                <a:off x="2256" y="7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65601" name="Text Box 11">
                <a:extLst>
                  <a:ext uri="{FF2B5EF4-FFF2-40B4-BE49-F238E27FC236}">
                    <a16:creationId xmlns:a16="http://schemas.microsoft.com/office/drawing/2014/main" id="{B424A8B9-1F74-4874-B0A3-DC21D29B2734}"/>
                  </a:ext>
                </a:extLst>
              </p:cNvPr>
              <p:cNvSpPr txBox="1">
                <a:spLocks noChangeArrowheads="1"/>
              </p:cNvSpPr>
              <p:nvPr/>
            </p:nvSpPr>
            <p:spPr bwMode="auto">
              <a:xfrm>
                <a:off x="2976" y="7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65602" name="Text Box 12">
                <a:extLst>
                  <a:ext uri="{FF2B5EF4-FFF2-40B4-BE49-F238E27FC236}">
                    <a16:creationId xmlns:a16="http://schemas.microsoft.com/office/drawing/2014/main" id="{0557EB2B-59C4-4EEB-A49B-775230AB4898}"/>
                  </a:ext>
                </a:extLst>
              </p:cNvPr>
              <p:cNvSpPr txBox="1">
                <a:spLocks noChangeArrowheads="1"/>
              </p:cNvSpPr>
              <p:nvPr/>
            </p:nvSpPr>
            <p:spPr bwMode="auto">
              <a:xfrm>
                <a:off x="3696" y="76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65603" name="Text Box 13">
                <a:extLst>
                  <a:ext uri="{FF2B5EF4-FFF2-40B4-BE49-F238E27FC236}">
                    <a16:creationId xmlns:a16="http://schemas.microsoft.com/office/drawing/2014/main" id="{C1FAF82D-9D30-4176-B3E7-2C59B72D4239}"/>
                  </a:ext>
                </a:extLst>
              </p:cNvPr>
              <p:cNvSpPr txBox="1">
                <a:spLocks noChangeArrowheads="1"/>
              </p:cNvSpPr>
              <p:nvPr/>
            </p:nvSpPr>
            <p:spPr bwMode="auto">
              <a:xfrm>
                <a:off x="4128"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65604" name="Text Box 14">
                <a:extLst>
                  <a:ext uri="{FF2B5EF4-FFF2-40B4-BE49-F238E27FC236}">
                    <a16:creationId xmlns:a16="http://schemas.microsoft.com/office/drawing/2014/main" id="{7F25C7A1-D98D-4391-9653-E5F87EE3C033}"/>
                  </a:ext>
                </a:extLst>
              </p:cNvPr>
              <p:cNvSpPr txBox="1">
                <a:spLocks noChangeArrowheads="1"/>
              </p:cNvSpPr>
              <p:nvPr/>
            </p:nvSpPr>
            <p:spPr bwMode="auto">
              <a:xfrm>
                <a:off x="5328" y="76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65605" name="Text Box 15">
                <a:extLst>
                  <a:ext uri="{FF2B5EF4-FFF2-40B4-BE49-F238E27FC236}">
                    <a16:creationId xmlns:a16="http://schemas.microsoft.com/office/drawing/2014/main" id="{D902808E-161F-4E51-8237-BAB02E354C46}"/>
                  </a:ext>
                </a:extLst>
              </p:cNvPr>
              <p:cNvSpPr txBox="1">
                <a:spLocks noChangeArrowheads="1"/>
              </p:cNvSpPr>
              <p:nvPr/>
            </p:nvSpPr>
            <p:spPr bwMode="auto">
              <a:xfrm>
                <a:off x="1728" y="100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65606" name="Text Box 16">
                <a:extLst>
                  <a:ext uri="{FF2B5EF4-FFF2-40B4-BE49-F238E27FC236}">
                    <a16:creationId xmlns:a16="http://schemas.microsoft.com/office/drawing/2014/main" id="{80A50107-86D5-42A9-8CAF-8ABEA650FCC0}"/>
                  </a:ext>
                </a:extLst>
              </p:cNvPr>
              <p:cNvSpPr txBox="1">
                <a:spLocks noChangeArrowheads="1"/>
              </p:cNvSpPr>
              <p:nvPr/>
            </p:nvSpPr>
            <p:spPr bwMode="auto">
              <a:xfrm>
                <a:off x="672" y="100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5607" name="Text Box 17">
                <a:extLst>
                  <a:ext uri="{FF2B5EF4-FFF2-40B4-BE49-F238E27FC236}">
                    <a16:creationId xmlns:a16="http://schemas.microsoft.com/office/drawing/2014/main" id="{96DBAA2F-D0B6-46E6-9737-7D16A966B68A}"/>
                  </a:ext>
                </a:extLst>
              </p:cNvPr>
              <p:cNvSpPr txBox="1">
                <a:spLocks noChangeArrowheads="1"/>
              </p:cNvSpPr>
              <p:nvPr/>
            </p:nvSpPr>
            <p:spPr bwMode="auto">
              <a:xfrm>
                <a:off x="2256" y="100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65608" name="Text Box 18">
                <a:extLst>
                  <a:ext uri="{FF2B5EF4-FFF2-40B4-BE49-F238E27FC236}">
                    <a16:creationId xmlns:a16="http://schemas.microsoft.com/office/drawing/2014/main" id="{734CB437-5485-403A-AC2A-F47BCE351394}"/>
                  </a:ext>
                </a:extLst>
              </p:cNvPr>
              <p:cNvSpPr txBox="1">
                <a:spLocks noChangeArrowheads="1"/>
              </p:cNvSpPr>
              <p:nvPr/>
            </p:nvSpPr>
            <p:spPr bwMode="auto">
              <a:xfrm>
                <a:off x="2976" y="100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65609" name="Text Box 19">
                <a:extLst>
                  <a:ext uri="{FF2B5EF4-FFF2-40B4-BE49-F238E27FC236}">
                    <a16:creationId xmlns:a16="http://schemas.microsoft.com/office/drawing/2014/main" id="{27538E04-98F1-4C7D-BAAF-DCDCAEA00A65}"/>
                  </a:ext>
                </a:extLst>
              </p:cNvPr>
              <p:cNvSpPr txBox="1">
                <a:spLocks noChangeArrowheads="1"/>
              </p:cNvSpPr>
              <p:nvPr/>
            </p:nvSpPr>
            <p:spPr bwMode="auto">
              <a:xfrm>
                <a:off x="3696" y="100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610" name="Text Box 20">
                <a:extLst>
                  <a:ext uri="{FF2B5EF4-FFF2-40B4-BE49-F238E27FC236}">
                    <a16:creationId xmlns:a16="http://schemas.microsoft.com/office/drawing/2014/main" id="{D20E7C95-23E7-4DB7-894D-8696E8A6EBC5}"/>
                  </a:ext>
                </a:extLst>
              </p:cNvPr>
              <p:cNvSpPr txBox="1">
                <a:spLocks noChangeArrowheads="1"/>
              </p:cNvSpPr>
              <p:nvPr/>
            </p:nvSpPr>
            <p:spPr bwMode="auto">
              <a:xfrm>
                <a:off x="4128" y="100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65611" name="Text Box 21">
                <a:extLst>
                  <a:ext uri="{FF2B5EF4-FFF2-40B4-BE49-F238E27FC236}">
                    <a16:creationId xmlns:a16="http://schemas.microsoft.com/office/drawing/2014/main" id="{005AFE6D-A44A-4C46-8CFE-3F648DE683A8}"/>
                  </a:ext>
                </a:extLst>
              </p:cNvPr>
              <p:cNvSpPr txBox="1">
                <a:spLocks noChangeArrowheads="1"/>
              </p:cNvSpPr>
              <p:nvPr/>
            </p:nvSpPr>
            <p:spPr bwMode="auto">
              <a:xfrm>
                <a:off x="5328" y="100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5612" name="Text Box 22">
                <a:extLst>
                  <a:ext uri="{FF2B5EF4-FFF2-40B4-BE49-F238E27FC236}">
                    <a16:creationId xmlns:a16="http://schemas.microsoft.com/office/drawing/2014/main" id="{375BFF76-3CD8-49DB-82F7-5316BA312034}"/>
                  </a:ext>
                </a:extLst>
              </p:cNvPr>
              <p:cNvSpPr txBox="1">
                <a:spLocks noChangeArrowheads="1"/>
              </p:cNvSpPr>
              <p:nvPr/>
            </p:nvSpPr>
            <p:spPr bwMode="auto">
              <a:xfrm>
                <a:off x="1728" y="120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65613" name="Text Box 23">
                <a:extLst>
                  <a:ext uri="{FF2B5EF4-FFF2-40B4-BE49-F238E27FC236}">
                    <a16:creationId xmlns:a16="http://schemas.microsoft.com/office/drawing/2014/main" id="{CAF2C081-E024-4EBC-BC54-C123520A19BD}"/>
                  </a:ext>
                </a:extLst>
              </p:cNvPr>
              <p:cNvSpPr txBox="1">
                <a:spLocks noChangeArrowheads="1"/>
              </p:cNvSpPr>
              <p:nvPr/>
            </p:nvSpPr>
            <p:spPr bwMode="auto">
              <a:xfrm>
                <a:off x="672" y="120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5614" name="Text Box 24">
                <a:extLst>
                  <a:ext uri="{FF2B5EF4-FFF2-40B4-BE49-F238E27FC236}">
                    <a16:creationId xmlns:a16="http://schemas.microsoft.com/office/drawing/2014/main" id="{2F0BC35E-010E-42C5-BFB6-E519DC1B76F6}"/>
                  </a:ext>
                </a:extLst>
              </p:cNvPr>
              <p:cNvSpPr txBox="1">
                <a:spLocks noChangeArrowheads="1"/>
              </p:cNvSpPr>
              <p:nvPr/>
            </p:nvSpPr>
            <p:spPr bwMode="auto">
              <a:xfrm>
                <a:off x="2256" y="120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65615" name="Text Box 25">
                <a:extLst>
                  <a:ext uri="{FF2B5EF4-FFF2-40B4-BE49-F238E27FC236}">
                    <a16:creationId xmlns:a16="http://schemas.microsoft.com/office/drawing/2014/main" id="{7937C18F-869A-4E4D-BAFF-E23D9DBECC37}"/>
                  </a:ext>
                </a:extLst>
              </p:cNvPr>
              <p:cNvSpPr txBox="1">
                <a:spLocks noChangeArrowheads="1"/>
              </p:cNvSpPr>
              <p:nvPr/>
            </p:nvSpPr>
            <p:spPr bwMode="auto">
              <a:xfrm>
                <a:off x="2976" y="120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65616" name="Text Box 26">
                <a:extLst>
                  <a:ext uri="{FF2B5EF4-FFF2-40B4-BE49-F238E27FC236}">
                    <a16:creationId xmlns:a16="http://schemas.microsoft.com/office/drawing/2014/main" id="{79BFA0B5-E04A-4BE3-86DB-F7929384A51E}"/>
                  </a:ext>
                </a:extLst>
              </p:cNvPr>
              <p:cNvSpPr txBox="1">
                <a:spLocks noChangeArrowheads="1"/>
              </p:cNvSpPr>
              <p:nvPr/>
            </p:nvSpPr>
            <p:spPr bwMode="auto">
              <a:xfrm>
                <a:off x="3696" y="120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617" name="Text Box 27">
                <a:extLst>
                  <a:ext uri="{FF2B5EF4-FFF2-40B4-BE49-F238E27FC236}">
                    <a16:creationId xmlns:a16="http://schemas.microsoft.com/office/drawing/2014/main" id="{46640D0C-7945-4696-B75C-CB69D453E087}"/>
                  </a:ext>
                </a:extLst>
              </p:cNvPr>
              <p:cNvSpPr txBox="1">
                <a:spLocks noChangeArrowheads="1"/>
              </p:cNvSpPr>
              <p:nvPr/>
            </p:nvSpPr>
            <p:spPr bwMode="auto">
              <a:xfrm>
                <a:off x="4128" y="120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5618" name="Text Box 28">
                <a:extLst>
                  <a:ext uri="{FF2B5EF4-FFF2-40B4-BE49-F238E27FC236}">
                    <a16:creationId xmlns:a16="http://schemas.microsoft.com/office/drawing/2014/main" id="{07F9F297-8318-47FF-996E-B8A7725F203B}"/>
                  </a:ext>
                </a:extLst>
              </p:cNvPr>
              <p:cNvSpPr txBox="1">
                <a:spLocks noChangeArrowheads="1"/>
              </p:cNvSpPr>
              <p:nvPr/>
            </p:nvSpPr>
            <p:spPr bwMode="auto">
              <a:xfrm>
                <a:off x="5328" y="120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5619" name="Text Box 29">
                <a:extLst>
                  <a:ext uri="{FF2B5EF4-FFF2-40B4-BE49-F238E27FC236}">
                    <a16:creationId xmlns:a16="http://schemas.microsoft.com/office/drawing/2014/main" id="{976C7D14-DF5B-4A5B-B004-B7C1CB46D66C}"/>
                  </a:ext>
                </a:extLst>
              </p:cNvPr>
              <p:cNvSpPr txBox="1">
                <a:spLocks noChangeArrowheads="1"/>
              </p:cNvSpPr>
              <p:nvPr/>
            </p:nvSpPr>
            <p:spPr bwMode="auto">
              <a:xfrm>
                <a:off x="48" y="100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5620" name="Text Box 30">
                <a:extLst>
                  <a:ext uri="{FF2B5EF4-FFF2-40B4-BE49-F238E27FC236}">
                    <a16:creationId xmlns:a16="http://schemas.microsoft.com/office/drawing/2014/main" id="{806AB5D0-45EC-4F9B-8FFE-6F4B887C6328}"/>
                  </a:ext>
                </a:extLst>
              </p:cNvPr>
              <p:cNvSpPr txBox="1">
                <a:spLocks noChangeArrowheads="1"/>
              </p:cNvSpPr>
              <p:nvPr/>
            </p:nvSpPr>
            <p:spPr bwMode="auto">
              <a:xfrm>
                <a:off x="48" y="120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5621" name="Text Box 31">
                <a:extLst>
                  <a:ext uri="{FF2B5EF4-FFF2-40B4-BE49-F238E27FC236}">
                    <a16:creationId xmlns:a16="http://schemas.microsoft.com/office/drawing/2014/main" id="{E4B7DE8A-FE7B-4F3C-B776-51EE8F2EB2B4}"/>
                  </a:ext>
                </a:extLst>
              </p:cNvPr>
              <p:cNvSpPr txBox="1">
                <a:spLocks noChangeArrowheads="1"/>
              </p:cNvSpPr>
              <p:nvPr/>
            </p:nvSpPr>
            <p:spPr bwMode="auto">
              <a:xfrm>
                <a:off x="48" y="7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MANV</a:t>
                </a:r>
              </a:p>
            </p:txBody>
          </p:sp>
          <p:sp>
            <p:nvSpPr>
              <p:cNvPr id="65622" name="Text Box 32">
                <a:extLst>
                  <a:ext uri="{FF2B5EF4-FFF2-40B4-BE49-F238E27FC236}">
                    <a16:creationId xmlns:a16="http://schemas.microsoft.com/office/drawing/2014/main" id="{91987D62-BE57-4555-A45C-597C422F61B2}"/>
                  </a:ext>
                </a:extLst>
              </p:cNvPr>
              <p:cNvSpPr txBox="1">
                <a:spLocks noChangeArrowheads="1"/>
              </p:cNvSpPr>
              <p:nvPr/>
            </p:nvSpPr>
            <p:spPr bwMode="auto">
              <a:xfrm>
                <a:off x="4656" y="7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MA_NQL</a:t>
                </a:r>
              </a:p>
            </p:txBody>
          </p:sp>
          <p:sp>
            <p:nvSpPr>
              <p:cNvPr id="65623" name="Text Box 33">
                <a:extLst>
                  <a:ext uri="{FF2B5EF4-FFF2-40B4-BE49-F238E27FC236}">
                    <a16:creationId xmlns:a16="http://schemas.microsoft.com/office/drawing/2014/main" id="{2878A5BF-2C16-4708-B42D-70EA11CDFEBE}"/>
                  </a:ext>
                </a:extLst>
              </p:cNvPr>
              <p:cNvSpPr txBox="1">
                <a:spLocks noChangeArrowheads="1"/>
              </p:cNvSpPr>
              <p:nvPr/>
            </p:nvSpPr>
            <p:spPr bwMode="auto">
              <a:xfrm>
                <a:off x="4656" y="100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624" name="Text Box 34">
                <a:extLst>
                  <a:ext uri="{FF2B5EF4-FFF2-40B4-BE49-F238E27FC236}">
                    <a16:creationId xmlns:a16="http://schemas.microsoft.com/office/drawing/2014/main" id="{6073ACB0-4133-4A64-91FD-7382D7DCE785}"/>
                  </a:ext>
                </a:extLst>
              </p:cNvPr>
              <p:cNvSpPr txBox="1">
                <a:spLocks noChangeArrowheads="1"/>
              </p:cNvSpPr>
              <p:nvPr/>
            </p:nvSpPr>
            <p:spPr bwMode="auto">
              <a:xfrm>
                <a:off x="4656" y="120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grpSp>
            <p:nvGrpSpPr>
              <p:cNvPr id="65625" name="Group 35">
                <a:extLst>
                  <a:ext uri="{FF2B5EF4-FFF2-40B4-BE49-F238E27FC236}">
                    <a16:creationId xmlns:a16="http://schemas.microsoft.com/office/drawing/2014/main" id="{5644F897-829C-4272-A7A9-41510B5A9F5C}"/>
                  </a:ext>
                </a:extLst>
              </p:cNvPr>
              <p:cNvGrpSpPr>
                <a:grpSpLocks/>
              </p:cNvGrpSpPr>
              <p:nvPr/>
            </p:nvGrpSpPr>
            <p:grpSpPr bwMode="auto">
              <a:xfrm>
                <a:off x="720" y="768"/>
                <a:ext cx="4608" cy="1632"/>
                <a:chOff x="720" y="2784"/>
                <a:chExt cx="4608" cy="1008"/>
              </a:xfrm>
            </p:grpSpPr>
            <p:sp>
              <p:nvSpPr>
                <p:cNvPr id="65659" name="Line 36">
                  <a:extLst>
                    <a:ext uri="{FF2B5EF4-FFF2-40B4-BE49-F238E27FC236}">
                      <a16:creationId xmlns:a16="http://schemas.microsoft.com/office/drawing/2014/main" id="{42831CDA-7AF6-4B0F-A767-C8E04AAE14C2}"/>
                    </a:ext>
                  </a:extLst>
                </p:cNvPr>
                <p:cNvSpPr>
                  <a:spLocks noChangeShapeType="1"/>
                </p:cNvSpPr>
                <p:nvPr/>
              </p:nvSpPr>
              <p:spPr bwMode="auto">
                <a:xfrm>
                  <a:off x="17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0" name="Line 37">
                  <a:extLst>
                    <a:ext uri="{FF2B5EF4-FFF2-40B4-BE49-F238E27FC236}">
                      <a16:creationId xmlns:a16="http://schemas.microsoft.com/office/drawing/2014/main" id="{7FC853B6-A1B5-4B1C-9EF5-2464CF7B829A}"/>
                    </a:ext>
                  </a:extLst>
                </p:cNvPr>
                <p:cNvSpPr>
                  <a:spLocks noChangeShapeType="1"/>
                </p:cNvSpPr>
                <p:nvPr/>
              </p:nvSpPr>
              <p:spPr bwMode="auto">
                <a:xfrm>
                  <a:off x="22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1" name="Line 38">
                  <a:extLst>
                    <a:ext uri="{FF2B5EF4-FFF2-40B4-BE49-F238E27FC236}">
                      <a16:creationId xmlns:a16="http://schemas.microsoft.com/office/drawing/2014/main" id="{3350424D-0E0E-4F49-A49B-9B3C6387C6D1}"/>
                    </a:ext>
                  </a:extLst>
                </p:cNvPr>
                <p:cNvSpPr>
                  <a:spLocks noChangeShapeType="1"/>
                </p:cNvSpPr>
                <p:nvPr/>
              </p:nvSpPr>
              <p:spPr bwMode="auto">
                <a:xfrm>
                  <a:off x="297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2" name="Line 39">
                  <a:extLst>
                    <a:ext uri="{FF2B5EF4-FFF2-40B4-BE49-F238E27FC236}">
                      <a16:creationId xmlns:a16="http://schemas.microsoft.com/office/drawing/2014/main" id="{E8DD6822-1002-45A3-8B9B-BA4A4EF44C9E}"/>
                    </a:ext>
                  </a:extLst>
                </p:cNvPr>
                <p:cNvSpPr>
                  <a:spLocks noChangeShapeType="1"/>
                </p:cNvSpPr>
                <p:nvPr/>
              </p:nvSpPr>
              <p:spPr bwMode="auto">
                <a:xfrm>
                  <a:off x="369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5663" name="Line 40">
                  <a:extLst>
                    <a:ext uri="{FF2B5EF4-FFF2-40B4-BE49-F238E27FC236}">
                      <a16:creationId xmlns:a16="http://schemas.microsoft.com/office/drawing/2014/main" id="{C3EBF029-8541-4405-B448-E31B98D2A143}"/>
                    </a:ext>
                  </a:extLst>
                </p:cNvPr>
                <p:cNvSpPr>
                  <a:spLocks noChangeShapeType="1"/>
                </p:cNvSpPr>
                <p:nvPr/>
              </p:nvSpPr>
              <p:spPr bwMode="auto">
                <a:xfrm>
                  <a:off x="41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4" name="Line 41">
                  <a:extLst>
                    <a:ext uri="{FF2B5EF4-FFF2-40B4-BE49-F238E27FC236}">
                      <a16:creationId xmlns:a16="http://schemas.microsoft.com/office/drawing/2014/main" id="{36E78877-A27B-4444-8DD3-5666EF22590C}"/>
                    </a:ext>
                  </a:extLst>
                </p:cNvPr>
                <p:cNvSpPr>
                  <a:spLocks noChangeShapeType="1"/>
                </p:cNvSpPr>
                <p:nvPr/>
              </p:nvSpPr>
              <p:spPr bwMode="auto">
                <a:xfrm>
                  <a:off x="46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5" name="Line 42">
                  <a:extLst>
                    <a:ext uri="{FF2B5EF4-FFF2-40B4-BE49-F238E27FC236}">
                      <a16:creationId xmlns:a16="http://schemas.microsoft.com/office/drawing/2014/main" id="{42B235B7-1B3C-403E-BC4F-0345121EBCC3}"/>
                    </a:ext>
                  </a:extLst>
                </p:cNvPr>
                <p:cNvSpPr>
                  <a:spLocks noChangeShapeType="1"/>
                </p:cNvSpPr>
                <p:nvPr/>
              </p:nvSpPr>
              <p:spPr bwMode="auto">
                <a:xfrm>
                  <a:off x="120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6" name="Line 43">
                  <a:extLst>
                    <a:ext uri="{FF2B5EF4-FFF2-40B4-BE49-F238E27FC236}">
                      <a16:creationId xmlns:a16="http://schemas.microsoft.com/office/drawing/2014/main" id="{CEB2C7FC-17AE-47AF-B736-B7C9C4DEF002}"/>
                    </a:ext>
                  </a:extLst>
                </p:cNvPr>
                <p:cNvSpPr>
                  <a:spLocks noChangeShapeType="1"/>
                </p:cNvSpPr>
                <p:nvPr/>
              </p:nvSpPr>
              <p:spPr bwMode="auto">
                <a:xfrm>
                  <a:off x="53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7" name="Line 44">
                  <a:extLst>
                    <a:ext uri="{FF2B5EF4-FFF2-40B4-BE49-F238E27FC236}">
                      <a16:creationId xmlns:a16="http://schemas.microsoft.com/office/drawing/2014/main" id="{8CA6DAC6-43DB-4A72-ADDF-FF1A10580EA9}"/>
                    </a:ext>
                  </a:extLst>
                </p:cNvPr>
                <p:cNvSpPr>
                  <a:spLocks noChangeShapeType="1"/>
                </p:cNvSpPr>
                <p:nvPr/>
              </p:nvSpPr>
              <p:spPr bwMode="auto">
                <a:xfrm>
                  <a:off x="72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65626" name="Text Box 45">
                <a:extLst>
                  <a:ext uri="{FF2B5EF4-FFF2-40B4-BE49-F238E27FC236}">
                    <a16:creationId xmlns:a16="http://schemas.microsoft.com/office/drawing/2014/main" id="{BF406501-9F8A-4480-8849-4B97A57A543C}"/>
                  </a:ext>
                </a:extLst>
              </p:cNvPr>
              <p:cNvSpPr txBox="1">
                <a:spLocks noChangeArrowheads="1"/>
              </p:cNvSpPr>
              <p:nvPr/>
            </p:nvSpPr>
            <p:spPr bwMode="auto">
              <a:xfrm>
                <a:off x="1200"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TENLOT</a:t>
                </a:r>
              </a:p>
            </p:txBody>
          </p:sp>
          <p:sp>
            <p:nvSpPr>
              <p:cNvPr id="65627" name="Text Box 46">
                <a:extLst>
                  <a:ext uri="{FF2B5EF4-FFF2-40B4-BE49-F238E27FC236}">
                    <a16:creationId xmlns:a16="http://schemas.microsoft.com/office/drawing/2014/main" id="{FDEB496A-301B-48B3-BF09-DADAD781673A}"/>
                  </a:ext>
                </a:extLst>
              </p:cNvPr>
              <p:cNvSpPr txBox="1">
                <a:spLocks noChangeArrowheads="1"/>
              </p:cNvSpPr>
              <p:nvPr/>
            </p:nvSpPr>
            <p:spPr bwMode="auto">
              <a:xfrm>
                <a:off x="1200" y="100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65628" name="Text Box 47">
                <a:extLst>
                  <a:ext uri="{FF2B5EF4-FFF2-40B4-BE49-F238E27FC236}">
                    <a16:creationId xmlns:a16="http://schemas.microsoft.com/office/drawing/2014/main" id="{88E9421B-B0C1-4D2B-8DD5-FB42E8FE98C2}"/>
                  </a:ext>
                </a:extLst>
              </p:cNvPr>
              <p:cNvSpPr txBox="1">
                <a:spLocks noChangeArrowheads="1"/>
              </p:cNvSpPr>
              <p:nvPr/>
            </p:nvSpPr>
            <p:spPr bwMode="auto">
              <a:xfrm>
                <a:off x="1200" y="120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Manh</a:t>
                </a:r>
              </a:p>
            </p:txBody>
          </p:sp>
          <p:sp>
            <p:nvSpPr>
              <p:cNvPr id="65629" name="Text Box 48">
                <a:extLst>
                  <a:ext uri="{FF2B5EF4-FFF2-40B4-BE49-F238E27FC236}">
                    <a16:creationId xmlns:a16="http://schemas.microsoft.com/office/drawing/2014/main" id="{035A150D-FC2F-449D-843D-C2706F92CBE4}"/>
                  </a:ext>
                </a:extLst>
              </p:cNvPr>
              <p:cNvSpPr txBox="1">
                <a:spLocks noChangeArrowheads="1"/>
              </p:cNvSpPr>
              <p:nvPr/>
            </p:nvSpPr>
            <p:spPr bwMode="auto">
              <a:xfrm>
                <a:off x="1728" y="158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65630" name="Text Box 49">
                <a:extLst>
                  <a:ext uri="{FF2B5EF4-FFF2-40B4-BE49-F238E27FC236}">
                    <a16:creationId xmlns:a16="http://schemas.microsoft.com/office/drawing/2014/main" id="{49755CC4-70D5-4C37-A504-7CE7FB1C0844}"/>
                  </a:ext>
                </a:extLst>
              </p:cNvPr>
              <p:cNvSpPr txBox="1">
                <a:spLocks noChangeArrowheads="1"/>
              </p:cNvSpPr>
              <p:nvPr/>
            </p:nvSpPr>
            <p:spPr bwMode="auto">
              <a:xfrm>
                <a:off x="672" y="158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65631" name="Text Box 50">
                <a:extLst>
                  <a:ext uri="{FF2B5EF4-FFF2-40B4-BE49-F238E27FC236}">
                    <a16:creationId xmlns:a16="http://schemas.microsoft.com/office/drawing/2014/main" id="{E49BEC7A-5BC4-4B51-B3DA-249E3335FF09}"/>
                  </a:ext>
                </a:extLst>
              </p:cNvPr>
              <p:cNvSpPr txBox="1">
                <a:spLocks noChangeArrowheads="1"/>
              </p:cNvSpPr>
              <p:nvPr/>
            </p:nvSpPr>
            <p:spPr bwMode="auto">
              <a:xfrm>
                <a:off x="2256" y="158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65632" name="Text Box 51">
                <a:extLst>
                  <a:ext uri="{FF2B5EF4-FFF2-40B4-BE49-F238E27FC236}">
                    <a16:creationId xmlns:a16="http://schemas.microsoft.com/office/drawing/2014/main" id="{F4F93CB2-3C53-4111-ABB6-22E65CEB8A44}"/>
                  </a:ext>
                </a:extLst>
              </p:cNvPr>
              <p:cNvSpPr txBox="1">
                <a:spLocks noChangeArrowheads="1"/>
              </p:cNvSpPr>
              <p:nvPr/>
            </p:nvSpPr>
            <p:spPr bwMode="auto">
              <a:xfrm>
                <a:off x="2976" y="158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 NTH Q1</a:t>
                </a:r>
              </a:p>
            </p:txBody>
          </p:sp>
          <p:sp>
            <p:nvSpPr>
              <p:cNvPr id="65633" name="Text Box 52">
                <a:extLst>
                  <a:ext uri="{FF2B5EF4-FFF2-40B4-BE49-F238E27FC236}">
                    <a16:creationId xmlns:a16="http://schemas.microsoft.com/office/drawing/2014/main" id="{A575CA98-B964-4513-85EC-0F213CA4EB31}"/>
                  </a:ext>
                </a:extLst>
              </p:cNvPr>
              <p:cNvSpPr txBox="1">
                <a:spLocks noChangeArrowheads="1"/>
              </p:cNvSpPr>
              <p:nvPr/>
            </p:nvSpPr>
            <p:spPr bwMode="auto">
              <a:xfrm>
                <a:off x="3696" y="158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5634" name="Text Box 53">
                <a:extLst>
                  <a:ext uri="{FF2B5EF4-FFF2-40B4-BE49-F238E27FC236}">
                    <a16:creationId xmlns:a16="http://schemas.microsoft.com/office/drawing/2014/main" id="{15FD5062-5FE8-4EAC-8947-56C8A704B49D}"/>
                  </a:ext>
                </a:extLst>
              </p:cNvPr>
              <p:cNvSpPr txBox="1">
                <a:spLocks noChangeArrowheads="1"/>
              </p:cNvSpPr>
              <p:nvPr/>
            </p:nvSpPr>
            <p:spPr bwMode="auto">
              <a:xfrm>
                <a:off x="4128" y="158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5635" name="Text Box 54">
                <a:extLst>
                  <a:ext uri="{FF2B5EF4-FFF2-40B4-BE49-F238E27FC236}">
                    <a16:creationId xmlns:a16="http://schemas.microsoft.com/office/drawing/2014/main" id="{5B5CCA46-6ABF-46AD-B449-BCB4535A7FA1}"/>
                  </a:ext>
                </a:extLst>
              </p:cNvPr>
              <p:cNvSpPr txBox="1">
                <a:spLocks noChangeArrowheads="1"/>
              </p:cNvSpPr>
              <p:nvPr/>
            </p:nvSpPr>
            <p:spPr bwMode="auto">
              <a:xfrm>
                <a:off x="5328" y="158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5636" name="Text Box 55">
                <a:extLst>
                  <a:ext uri="{FF2B5EF4-FFF2-40B4-BE49-F238E27FC236}">
                    <a16:creationId xmlns:a16="http://schemas.microsoft.com/office/drawing/2014/main" id="{2C3BF356-2E02-46FB-A7CB-8348BE8D3732}"/>
                  </a:ext>
                </a:extLst>
              </p:cNvPr>
              <p:cNvSpPr txBox="1">
                <a:spLocks noChangeArrowheads="1"/>
              </p:cNvSpPr>
              <p:nvPr/>
            </p:nvSpPr>
            <p:spPr bwMode="auto">
              <a:xfrm>
                <a:off x="48"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999887777</a:t>
                </a:r>
              </a:p>
            </p:txBody>
          </p:sp>
          <p:sp>
            <p:nvSpPr>
              <p:cNvPr id="65637" name="Text Box 56">
                <a:extLst>
                  <a:ext uri="{FF2B5EF4-FFF2-40B4-BE49-F238E27FC236}">
                    <a16:creationId xmlns:a16="http://schemas.microsoft.com/office/drawing/2014/main" id="{5A9B8F73-1882-42CA-8549-FC747B3799CD}"/>
                  </a:ext>
                </a:extLst>
              </p:cNvPr>
              <p:cNvSpPr txBox="1">
                <a:spLocks noChangeArrowheads="1"/>
              </p:cNvSpPr>
              <p:nvPr/>
            </p:nvSpPr>
            <p:spPr bwMode="auto">
              <a:xfrm>
                <a:off x="4656"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5638" name="Text Box 57">
                <a:extLst>
                  <a:ext uri="{FF2B5EF4-FFF2-40B4-BE49-F238E27FC236}">
                    <a16:creationId xmlns:a16="http://schemas.microsoft.com/office/drawing/2014/main" id="{502064BE-07BC-458A-B879-BB8068457E79}"/>
                  </a:ext>
                </a:extLst>
              </p:cNvPr>
              <p:cNvSpPr txBox="1">
                <a:spLocks noChangeArrowheads="1"/>
              </p:cNvSpPr>
              <p:nvPr/>
            </p:nvSpPr>
            <p:spPr bwMode="auto">
              <a:xfrm>
                <a:off x="1200" y="158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Ngoc</a:t>
                </a:r>
              </a:p>
            </p:txBody>
          </p:sp>
          <p:sp>
            <p:nvSpPr>
              <p:cNvPr id="65639" name="Text Box 58">
                <a:extLst>
                  <a:ext uri="{FF2B5EF4-FFF2-40B4-BE49-F238E27FC236}">
                    <a16:creationId xmlns:a16="http://schemas.microsoft.com/office/drawing/2014/main" id="{E50625AE-ADB6-466D-BF7E-A4E5EBEEC7B3}"/>
                  </a:ext>
                </a:extLst>
              </p:cNvPr>
              <p:cNvSpPr txBox="1">
                <a:spLocks noChangeArrowheads="1"/>
              </p:cNvSpPr>
              <p:nvPr/>
            </p:nvSpPr>
            <p:spPr bwMode="auto">
              <a:xfrm>
                <a:off x="1728"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65640" name="Text Box 59">
                <a:extLst>
                  <a:ext uri="{FF2B5EF4-FFF2-40B4-BE49-F238E27FC236}">
                    <a16:creationId xmlns:a16="http://schemas.microsoft.com/office/drawing/2014/main" id="{D8D95B21-F83C-4F38-8312-16B20382F3FF}"/>
                  </a:ext>
                </a:extLst>
              </p:cNvPr>
              <p:cNvSpPr txBox="1">
                <a:spLocks noChangeArrowheads="1"/>
              </p:cNvSpPr>
              <p:nvPr/>
            </p:nvSpPr>
            <p:spPr bwMode="auto">
              <a:xfrm>
                <a:off x="672" y="177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65641" name="Text Box 60">
                <a:extLst>
                  <a:ext uri="{FF2B5EF4-FFF2-40B4-BE49-F238E27FC236}">
                    <a16:creationId xmlns:a16="http://schemas.microsoft.com/office/drawing/2014/main" id="{5E3373E6-C8D0-414B-A810-8A135A59F175}"/>
                  </a:ext>
                </a:extLst>
              </p:cNvPr>
              <p:cNvSpPr txBox="1">
                <a:spLocks noChangeArrowheads="1"/>
              </p:cNvSpPr>
              <p:nvPr/>
            </p:nvSpPr>
            <p:spPr bwMode="auto">
              <a:xfrm>
                <a:off x="2256" y="177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07620/1951</a:t>
                </a:r>
              </a:p>
            </p:txBody>
          </p:sp>
          <p:sp>
            <p:nvSpPr>
              <p:cNvPr id="65642" name="Text Box 61">
                <a:extLst>
                  <a:ext uri="{FF2B5EF4-FFF2-40B4-BE49-F238E27FC236}">
                    <a16:creationId xmlns:a16="http://schemas.microsoft.com/office/drawing/2014/main" id="{4EAF913B-579B-4578-BC8F-54BCD15C9CE9}"/>
                  </a:ext>
                </a:extLst>
              </p:cNvPr>
              <p:cNvSpPr txBox="1">
                <a:spLocks noChangeArrowheads="1"/>
              </p:cNvSpPr>
              <p:nvPr/>
            </p:nvSpPr>
            <p:spPr bwMode="auto">
              <a:xfrm>
                <a:off x="2976" y="177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219 TD Q3</a:t>
                </a:r>
              </a:p>
            </p:txBody>
          </p:sp>
          <p:sp>
            <p:nvSpPr>
              <p:cNvPr id="65643" name="Text Box 62">
                <a:extLst>
                  <a:ext uri="{FF2B5EF4-FFF2-40B4-BE49-F238E27FC236}">
                    <a16:creationId xmlns:a16="http://schemas.microsoft.com/office/drawing/2014/main" id="{11EC65EC-003F-478E-92D4-D39346F5F79A}"/>
                  </a:ext>
                </a:extLst>
              </p:cNvPr>
              <p:cNvSpPr txBox="1">
                <a:spLocks noChangeArrowheads="1"/>
              </p:cNvSpPr>
              <p:nvPr/>
            </p:nvSpPr>
            <p:spPr bwMode="auto">
              <a:xfrm>
                <a:off x="3696" y="177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5644" name="Text Box 63">
                <a:extLst>
                  <a:ext uri="{FF2B5EF4-FFF2-40B4-BE49-F238E27FC236}">
                    <a16:creationId xmlns:a16="http://schemas.microsoft.com/office/drawing/2014/main" id="{CE46DAE5-6375-447C-8FC7-654296169FC8}"/>
                  </a:ext>
                </a:extLst>
              </p:cNvPr>
              <p:cNvSpPr txBox="1">
                <a:spLocks noChangeArrowheads="1"/>
              </p:cNvSpPr>
              <p:nvPr/>
            </p:nvSpPr>
            <p:spPr bwMode="auto">
              <a:xfrm>
                <a:off x="4128"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65645" name="Text Box 64">
                <a:extLst>
                  <a:ext uri="{FF2B5EF4-FFF2-40B4-BE49-F238E27FC236}">
                    <a16:creationId xmlns:a16="http://schemas.microsoft.com/office/drawing/2014/main" id="{5DCA0068-7469-4072-92A4-CEC2BAFE478C}"/>
                  </a:ext>
                </a:extLst>
              </p:cNvPr>
              <p:cNvSpPr txBox="1">
                <a:spLocks noChangeArrowheads="1"/>
              </p:cNvSpPr>
              <p:nvPr/>
            </p:nvSpPr>
            <p:spPr bwMode="auto">
              <a:xfrm>
                <a:off x="5328" y="177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5646" name="Text Box 65">
                <a:extLst>
                  <a:ext uri="{FF2B5EF4-FFF2-40B4-BE49-F238E27FC236}">
                    <a16:creationId xmlns:a16="http://schemas.microsoft.com/office/drawing/2014/main" id="{EE1BB2C2-ACAF-47A0-9E43-0934FC9B50BB}"/>
                  </a:ext>
                </a:extLst>
              </p:cNvPr>
              <p:cNvSpPr txBox="1">
                <a:spLocks noChangeArrowheads="1"/>
              </p:cNvSpPr>
              <p:nvPr/>
            </p:nvSpPr>
            <p:spPr bwMode="auto">
              <a:xfrm>
                <a:off x="48"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5647" name="Text Box 66">
                <a:extLst>
                  <a:ext uri="{FF2B5EF4-FFF2-40B4-BE49-F238E27FC236}">
                    <a16:creationId xmlns:a16="http://schemas.microsoft.com/office/drawing/2014/main" id="{EC2860F5-FCD8-402C-B6F3-D6072F0BB16F}"/>
                  </a:ext>
                </a:extLst>
              </p:cNvPr>
              <p:cNvSpPr txBox="1">
                <a:spLocks noChangeArrowheads="1"/>
              </p:cNvSpPr>
              <p:nvPr/>
            </p:nvSpPr>
            <p:spPr bwMode="auto">
              <a:xfrm>
                <a:off x="4656"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648" name="Text Box 67">
                <a:extLst>
                  <a:ext uri="{FF2B5EF4-FFF2-40B4-BE49-F238E27FC236}">
                    <a16:creationId xmlns:a16="http://schemas.microsoft.com/office/drawing/2014/main" id="{F5D5756F-AD96-433E-8BC7-03A5FFF35F47}"/>
                  </a:ext>
                </a:extLst>
              </p:cNvPr>
              <p:cNvSpPr txBox="1">
                <a:spLocks noChangeArrowheads="1"/>
              </p:cNvSpPr>
              <p:nvPr/>
            </p:nvSpPr>
            <p:spPr bwMode="auto">
              <a:xfrm>
                <a:off x="1200"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Quynh</a:t>
                </a:r>
              </a:p>
            </p:txBody>
          </p:sp>
          <p:sp>
            <p:nvSpPr>
              <p:cNvPr id="65649" name="Text Box 68">
                <a:extLst>
                  <a:ext uri="{FF2B5EF4-FFF2-40B4-BE49-F238E27FC236}">
                    <a16:creationId xmlns:a16="http://schemas.microsoft.com/office/drawing/2014/main" id="{511A37D9-C000-4B4E-913B-FB887845491D}"/>
                  </a:ext>
                </a:extLst>
              </p:cNvPr>
              <p:cNvSpPr txBox="1">
                <a:spLocks noChangeArrowheads="1"/>
              </p:cNvSpPr>
              <p:nvPr/>
            </p:nvSpPr>
            <p:spPr bwMode="auto">
              <a:xfrm>
                <a:off x="1728" y="216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65650" name="Text Box 69">
                <a:extLst>
                  <a:ext uri="{FF2B5EF4-FFF2-40B4-BE49-F238E27FC236}">
                    <a16:creationId xmlns:a16="http://schemas.microsoft.com/office/drawing/2014/main" id="{1603C131-ACE6-4E41-BE71-7889580FF456}"/>
                  </a:ext>
                </a:extLst>
              </p:cNvPr>
              <p:cNvSpPr txBox="1">
                <a:spLocks noChangeArrowheads="1"/>
              </p:cNvSpPr>
              <p:nvPr/>
            </p:nvSpPr>
            <p:spPr bwMode="auto">
              <a:xfrm>
                <a:off x="672" y="216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65651" name="Text Box 70">
                <a:extLst>
                  <a:ext uri="{FF2B5EF4-FFF2-40B4-BE49-F238E27FC236}">
                    <a16:creationId xmlns:a16="http://schemas.microsoft.com/office/drawing/2014/main" id="{EF7D8A35-244F-478F-A27E-D98BD32DDB4D}"/>
                  </a:ext>
                </a:extLst>
              </p:cNvPr>
              <p:cNvSpPr txBox="1">
                <a:spLocks noChangeArrowheads="1"/>
              </p:cNvSpPr>
              <p:nvPr/>
            </p:nvSpPr>
            <p:spPr bwMode="auto">
              <a:xfrm>
                <a:off x="2256" y="216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11/10/1945</a:t>
                </a:r>
              </a:p>
            </p:txBody>
          </p:sp>
          <p:sp>
            <p:nvSpPr>
              <p:cNvPr id="65652" name="Text Box 71">
                <a:extLst>
                  <a:ext uri="{FF2B5EF4-FFF2-40B4-BE49-F238E27FC236}">
                    <a16:creationId xmlns:a16="http://schemas.microsoft.com/office/drawing/2014/main" id="{94F6D224-399A-44E8-A37C-38ED327F04F8}"/>
                  </a:ext>
                </a:extLst>
              </p:cNvPr>
              <p:cNvSpPr txBox="1">
                <a:spLocks noChangeArrowheads="1"/>
              </p:cNvSpPr>
              <p:nvPr/>
            </p:nvSpPr>
            <p:spPr bwMode="auto">
              <a:xfrm>
                <a:off x="2976" y="216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450 TV HN</a:t>
                </a:r>
              </a:p>
            </p:txBody>
          </p:sp>
          <p:sp>
            <p:nvSpPr>
              <p:cNvPr id="65653" name="Text Box 72">
                <a:extLst>
                  <a:ext uri="{FF2B5EF4-FFF2-40B4-BE49-F238E27FC236}">
                    <a16:creationId xmlns:a16="http://schemas.microsoft.com/office/drawing/2014/main" id="{CF341005-DF9C-41AE-A487-D0782AE3B1AC}"/>
                  </a:ext>
                </a:extLst>
              </p:cNvPr>
              <p:cNvSpPr txBox="1">
                <a:spLocks noChangeArrowheads="1"/>
              </p:cNvSpPr>
              <p:nvPr/>
            </p:nvSpPr>
            <p:spPr bwMode="auto">
              <a:xfrm>
                <a:off x="3696" y="216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654" name="Text Box 73">
                <a:extLst>
                  <a:ext uri="{FF2B5EF4-FFF2-40B4-BE49-F238E27FC236}">
                    <a16:creationId xmlns:a16="http://schemas.microsoft.com/office/drawing/2014/main" id="{ED0B6A31-9A9E-4B13-8101-FB053CCDBF2B}"/>
                  </a:ext>
                </a:extLst>
              </p:cNvPr>
              <p:cNvSpPr txBox="1">
                <a:spLocks noChangeArrowheads="1"/>
              </p:cNvSpPr>
              <p:nvPr/>
            </p:nvSpPr>
            <p:spPr bwMode="auto">
              <a:xfrm>
                <a:off x="4128" y="216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55000</a:t>
                </a:r>
              </a:p>
            </p:txBody>
          </p:sp>
          <p:sp>
            <p:nvSpPr>
              <p:cNvPr id="65655" name="Text Box 74">
                <a:extLst>
                  <a:ext uri="{FF2B5EF4-FFF2-40B4-BE49-F238E27FC236}">
                    <a16:creationId xmlns:a16="http://schemas.microsoft.com/office/drawing/2014/main" id="{01D5D8EE-D765-4664-BB1E-052E487599E6}"/>
                  </a:ext>
                </a:extLst>
              </p:cNvPr>
              <p:cNvSpPr txBox="1">
                <a:spLocks noChangeArrowheads="1"/>
              </p:cNvSpPr>
              <p:nvPr/>
            </p:nvSpPr>
            <p:spPr bwMode="auto">
              <a:xfrm>
                <a:off x="5328" y="21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5656" name="Text Box 75">
                <a:extLst>
                  <a:ext uri="{FF2B5EF4-FFF2-40B4-BE49-F238E27FC236}">
                    <a16:creationId xmlns:a16="http://schemas.microsoft.com/office/drawing/2014/main" id="{258BFC67-CF81-4DEA-A153-443CC3F3B34C}"/>
                  </a:ext>
                </a:extLst>
              </p:cNvPr>
              <p:cNvSpPr txBox="1">
                <a:spLocks noChangeArrowheads="1"/>
              </p:cNvSpPr>
              <p:nvPr/>
            </p:nvSpPr>
            <p:spPr bwMode="auto">
              <a:xfrm>
                <a:off x="48"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657" name="Text Box 76">
                <a:extLst>
                  <a:ext uri="{FF2B5EF4-FFF2-40B4-BE49-F238E27FC236}">
                    <a16:creationId xmlns:a16="http://schemas.microsoft.com/office/drawing/2014/main" id="{A26DAA91-CCF7-444E-83D5-CF7725605500}"/>
                  </a:ext>
                </a:extLst>
              </p:cNvPr>
              <p:cNvSpPr txBox="1">
                <a:spLocks noChangeArrowheads="1"/>
              </p:cNvSpPr>
              <p:nvPr/>
            </p:nvSpPr>
            <p:spPr bwMode="auto">
              <a:xfrm>
                <a:off x="4656"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65658" name="Text Box 77">
                <a:extLst>
                  <a:ext uri="{FF2B5EF4-FFF2-40B4-BE49-F238E27FC236}">
                    <a16:creationId xmlns:a16="http://schemas.microsoft.com/office/drawing/2014/main" id="{4C1B6843-BBEB-44A5-A80D-4996731B5FF8}"/>
                  </a:ext>
                </a:extLst>
              </p:cNvPr>
              <p:cNvSpPr txBox="1">
                <a:spLocks noChangeArrowheads="1"/>
              </p:cNvSpPr>
              <p:nvPr/>
            </p:nvSpPr>
            <p:spPr bwMode="auto">
              <a:xfrm>
                <a:off x="1200" y="216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Van</a:t>
                </a:r>
              </a:p>
            </p:txBody>
          </p:sp>
        </p:grpSp>
      </p:grpSp>
      <p:grpSp>
        <p:nvGrpSpPr>
          <p:cNvPr id="65542" name="Group 78">
            <a:extLst>
              <a:ext uri="{FF2B5EF4-FFF2-40B4-BE49-F238E27FC236}">
                <a16:creationId xmlns:a16="http://schemas.microsoft.com/office/drawing/2014/main" id="{492EDE0C-C1FC-4DDB-8931-CE78A39BAA04}"/>
              </a:ext>
            </a:extLst>
          </p:cNvPr>
          <p:cNvGrpSpPr>
            <a:grpSpLocks/>
          </p:cNvGrpSpPr>
          <p:nvPr/>
        </p:nvGrpSpPr>
        <p:grpSpPr bwMode="auto">
          <a:xfrm>
            <a:off x="2895600" y="4191000"/>
            <a:ext cx="3048000" cy="2362200"/>
            <a:chOff x="1824" y="2640"/>
            <a:chExt cx="1920" cy="1488"/>
          </a:xfrm>
        </p:grpSpPr>
        <p:sp>
          <p:nvSpPr>
            <p:cNvPr id="65576" name="Rectangle 79">
              <a:extLst>
                <a:ext uri="{FF2B5EF4-FFF2-40B4-BE49-F238E27FC236}">
                  <a16:creationId xmlns:a16="http://schemas.microsoft.com/office/drawing/2014/main" id="{89F1FBCA-1015-4E4A-A267-98E23401936D}"/>
                </a:ext>
              </a:extLst>
            </p:cNvPr>
            <p:cNvSpPr>
              <a:spLocks noChangeArrowheads="1"/>
            </p:cNvSpPr>
            <p:nvPr/>
          </p:nvSpPr>
          <p:spPr bwMode="auto">
            <a:xfrm>
              <a:off x="1872" y="3888"/>
              <a:ext cx="1680" cy="192"/>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5577" name="Rectangle 80">
              <a:extLst>
                <a:ext uri="{FF2B5EF4-FFF2-40B4-BE49-F238E27FC236}">
                  <a16:creationId xmlns:a16="http://schemas.microsoft.com/office/drawing/2014/main" id="{771D63AF-9080-4592-9058-5D7032C9CDBB}"/>
                </a:ext>
              </a:extLst>
            </p:cNvPr>
            <p:cNvSpPr>
              <a:spLocks noChangeArrowheads="1"/>
            </p:cNvSpPr>
            <p:nvPr/>
          </p:nvSpPr>
          <p:spPr bwMode="auto">
            <a:xfrm>
              <a:off x="1872" y="3312"/>
              <a:ext cx="1680" cy="384"/>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5578" name="Line 81">
              <a:extLst>
                <a:ext uri="{FF2B5EF4-FFF2-40B4-BE49-F238E27FC236}">
                  <a16:creationId xmlns:a16="http://schemas.microsoft.com/office/drawing/2014/main" id="{D7C6C438-421A-41A9-A624-7195089C67DC}"/>
                </a:ext>
              </a:extLst>
            </p:cNvPr>
            <p:cNvSpPr>
              <a:spLocks noChangeShapeType="1"/>
            </p:cNvSpPr>
            <p:nvPr/>
          </p:nvSpPr>
          <p:spPr bwMode="auto">
            <a:xfrm>
              <a:off x="1824" y="2880"/>
              <a:ext cx="19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5579" name="Text Box 82">
              <a:extLst>
                <a:ext uri="{FF2B5EF4-FFF2-40B4-BE49-F238E27FC236}">
                  <a16:creationId xmlns:a16="http://schemas.microsoft.com/office/drawing/2014/main" id="{5069930C-BAA0-4F50-9DC8-C9C9ADE205DD}"/>
                </a:ext>
              </a:extLst>
            </p:cNvPr>
            <p:cNvSpPr txBox="1">
              <a:spLocks noChangeArrowheads="1"/>
            </p:cNvSpPr>
            <p:nvPr/>
          </p:nvSpPr>
          <p:spPr bwMode="auto">
            <a:xfrm>
              <a:off x="2592" y="264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SODA</a:t>
              </a:r>
            </a:p>
          </p:txBody>
        </p:sp>
        <p:sp>
          <p:nvSpPr>
            <p:cNvPr id="65580" name="Text Box 83">
              <a:extLst>
                <a:ext uri="{FF2B5EF4-FFF2-40B4-BE49-F238E27FC236}">
                  <a16:creationId xmlns:a16="http://schemas.microsoft.com/office/drawing/2014/main" id="{556D9DBA-FE53-4DF0-91E0-421DD0742403}"/>
                </a:ext>
              </a:extLst>
            </p:cNvPr>
            <p:cNvSpPr txBox="1">
              <a:spLocks noChangeArrowheads="1"/>
            </p:cNvSpPr>
            <p:nvPr/>
          </p:nvSpPr>
          <p:spPr bwMode="auto">
            <a:xfrm>
              <a:off x="3024" y="264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THOIGIAN</a:t>
              </a:r>
            </a:p>
          </p:txBody>
        </p:sp>
        <p:sp>
          <p:nvSpPr>
            <p:cNvPr id="65581" name="Text Box 84">
              <a:extLst>
                <a:ext uri="{FF2B5EF4-FFF2-40B4-BE49-F238E27FC236}">
                  <a16:creationId xmlns:a16="http://schemas.microsoft.com/office/drawing/2014/main" id="{9C06C13C-CD71-4599-B624-18658058A56D}"/>
                </a:ext>
              </a:extLst>
            </p:cNvPr>
            <p:cNvSpPr txBox="1">
              <a:spLocks noChangeArrowheads="1"/>
            </p:cNvSpPr>
            <p:nvPr/>
          </p:nvSpPr>
          <p:spPr bwMode="auto">
            <a:xfrm>
              <a:off x="1920" y="264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MA_NVIEN</a:t>
              </a:r>
            </a:p>
          </p:txBody>
        </p:sp>
        <p:grpSp>
          <p:nvGrpSpPr>
            <p:cNvPr id="65582" name="Group 85">
              <a:extLst>
                <a:ext uri="{FF2B5EF4-FFF2-40B4-BE49-F238E27FC236}">
                  <a16:creationId xmlns:a16="http://schemas.microsoft.com/office/drawing/2014/main" id="{84D183D3-488F-4B81-A183-87D42D5E5F80}"/>
                </a:ext>
              </a:extLst>
            </p:cNvPr>
            <p:cNvGrpSpPr>
              <a:grpSpLocks/>
            </p:cNvGrpSpPr>
            <p:nvPr/>
          </p:nvGrpSpPr>
          <p:grpSpPr bwMode="auto">
            <a:xfrm>
              <a:off x="2592" y="2640"/>
              <a:ext cx="432" cy="1488"/>
              <a:chOff x="1200" y="1632"/>
              <a:chExt cx="432" cy="1632"/>
            </a:xfrm>
          </p:grpSpPr>
          <p:sp>
            <p:nvSpPr>
              <p:cNvPr id="65592" name="Line 86">
                <a:extLst>
                  <a:ext uri="{FF2B5EF4-FFF2-40B4-BE49-F238E27FC236}">
                    <a16:creationId xmlns:a16="http://schemas.microsoft.com/office/drawing/2014/main" id="{BB3F4D3B-125D-4635-A9FB-563C02CBE7A4}"/>
                  </a:ext>
                </a:extLst>
              </p:cNvPr>
              <p:cNvSpPr>
                <a:spLocks noChangeShapeType="1"/>
              </p:cNvSpPr>
              <p:nvPr/>
            </p:nvSpPr>
            <p:spPr bwMode="auto">
              <a:xfrm>
                <a:off x="1632"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593" name="Line 87">
                <a:extLst>
                  <a:ext uri="{FF2B5EF4-FFF2-40B4-BE49-F238E27FC236}">
                    <a16:creationId xmlns:a16="http://schemas.microsoft.com/office/drawing/2014/main" id="{4EEDFC41-8743-45A9-A7C4-6AC7EE2B401B}"/>
                  </a:ext>
                </a:extLst>
              </p:cNvPr>
              <p:cNvSpPr>
                <a:spLocks noChangeShapeType="1"/>
              </p:cNvSpPr>
              <p:nvPr/>
            </p:nvSpPr>
            <p:spPr bwMode="auto">
              <a:xfrm>
                <a:off x="1200"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65583" name="Text Box 88">
              <a:extLst>
                <a:ext uri="{FF2B5EF4-FFF2-40B4-BE49-F238E27FC236}">
                  <a16:creationId xmlns:a16="http://schemas.microsoft.com/office/drawing/2014/main" id="{6A340945-B47D-45CC-A100-D17086967198}"/>
                </a:ext>
              </a:extLst>
            </p:cNvPr>
            <p:cNvSpPr txBox="1">
              <a:spLocks noChangeArrowheads="1"/>
            </p:cNvSpPr>
            <p:nvPr/>
          </p:nvSpPr>
          <p:spPr bwMode="auto">
            <a:xfrm>
              <a:off x="2592" y="292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65584" name="Text Box 89">
              <a:extLst>
                <a:ext uri="{FF2B5EF4-FFF2-40B4-BE49-F238E27FC236}">
                  <a16:creationId xmlns:a16="http://schemas.microsoft.com/office/drawing/2014/main" id="{7F2CC5DE-24BD-4757-A24A-FC209A213B5B}"/>
                </a:ext>
              </a:extLst>
            </p:cNvPr>
            <p:cNvSpPr txBox="1">
              <a:spLocks noChangeArrowheads="1"/>
            </p:cNvSpPr>
            <p:nvPr/>
          </p:nvSpPr>
          <p:spPr bwMode="auto">
            <a:xfrm>
              <a:off x="3072" y="29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65585" name="Text Box 90">
              <a:extLst>
                <a:ext uri="{FF2B5EF4-FFF2-40B4-BE49-F238E27FC236}">
                  <a16:creationId xmlns:a16="http://schemas.microsoft.com/office/drawing/2014/main" id="{10A153C2-9DBF-4862-9FD2-856D961A147F}"/>
                </a:ext>
              </a:extLst>
            </p:cNvPr>
            <p:cNvSpPr txBox="1">
              <a:spLocks noChangeArrowheads="1"/>
            </p:cNvSpPr>
            <p:nvPr/>
          </p:nvSpPr>
          <p:spPr bwMode="auto">
            <a:xfrm>
              <a:off x="1920" y="29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5586" name="Text Box 91">
              <a:extLst>
                <a:ext uri="{FF2B5EF4-FFF2-40B4-BE49-F238E27FC236}">
                  <a16:creationId xmlns:a16="http://schemas.microsoft.com/office/drawing/2014/main" id="{143F81EA-7A83-4E12-9CEA-E257FF22C5E3}"/>
                </a:ext>
              </a:extLst>
            </p:cNvPr>
            <p:cNvSpPr txBox="1">
              <a:spLocks noChangeArrowheads="1"/>
            </p:cNvSpPr>
            <p:nvPr/>
          </p:nvSpPr>
          <p:spPr bwMode="auto">
            <a:xfrm>
              <a:off x="2592" y="312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a:t>
              </a:r>
            </a:p>
          </p:txBody>
        </p:sp>
        <p:sp>
          <p:nvSpPr>
            <p:cNvPr id="65587" name="Text Box 92">
              <a:extLst>
                <a:ext uri="{FF2B5EF4-FFF2-40B4-BE49-F238E27FC236}">
                  <a16:creationId xmlns:a16="http://schemas.microsoft.com/office/drawing/2014/main" id="{2025B58F-6BCB-409E-BE86-0C8E5AF1B5AF}"/>
                </a:ext>
              </a:extLst>
            </p:cNvPr>
            <p:cNvSpPr txBox="1">
              <a:spLocks noChangeArrowheads="1"/>
            </p:cNvSpPr>
            <p:nvPr/>
          </p:nvSpPr>
          <p:spPr bwMode="auto">
            <a:xfrm>
              <a:off x="3072" y="31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65588" name="Text Box 93">
              <a:extLst>
                <a:ext uri="{FF2B5EF4-FFF2-40B4-BE49-F238E27FC236}">
                  <a16:creationId xmlns:a16="http://schemas.microsoft.com/office/drawing/2014/main" id="{5E7F7C3A-6BBF-4873-A3A7-BC560035268F}"/>
                </a:ext>
              </a:extLst>
            </p:cNvPr>
            <p:cNvSpPr txBox="1">
              <a:spLocks noChangeArrowheads="1"/>
            </p:cNvSpPr>
            <p:nvPr/>
          </p:nvSpPr>
          <p:spPr bwMode="auto">
            <a:xfrm>
              <a:off x="1920" y="31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589" name="Text Box 94">
              <a:extLst>
                <a:ext uri="{FF2B5EF4-FFF2-40B4-BE49-F238E27FC236}">
                  <a16:creationId xmlns:a16="http://schemas.microsoft.com/office/drawing/2014/main" id="{F97ECEB5-CE7F-4991-9160-F8C57656BC7D}"/>
                </a:ext>
              </a:extLst>
            </p:cNvPr>
            <p:cNvSpPr txBox="1">
              <a:spLocks noChangeArrowheads="1"/>
            </p:cNvSpPr>
            <p:nvPr/>
          </p:nvSpPr>
          <p:spPr bwMode="auto">
            <a:xfrm>
              <a:off x="2592"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65590" name="Text Box 95">
              <a:extLst>
                <a:ext uri="{FF2B5EF4-FFF2-40B4-BE49-F238E27FC236}">
                  <a16:creationId xmlns:a16="http://schemas.microsoft.com/office/drawing/2014/main" id="{95AFA476-F018-4C5C-866D-74B5079A88C0}"/>
                </a:ext>
              </a:extLst>
            </p:cNvPr>
            <p:cNvSpPr txBox="1">
              <a:spLocks noChangeArrowheads="1"/>
            </p:cNvSpPr>
            <p:nvPr/>
          </p:nvSpPr>
          <p:spPr bwMode="auto">
            <a:xfrm>
              <a:off x="3072"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65591" name="Text Box 96">
              <a:extLst>
                <a:ext uri="{FF2B5EF4-FFF2-40B4-BE49-F238E27FC236}">
                  <a16:creationId xmlns:a16="http://schemas.microsoft.com/office/drawing/2014/main" id="{9269BBFD-925E-41F4-BB9C-43DA5D81BCC0}"/>
                </a:ext>
              </a:extLst>
            </p:cNvPr>
            <p:cNvSpPr txBox="1">
              <a:spLocks noChangeArrowheads="1"/>
            </p:cNvSpPr>
            <p:nvPr/>
          </p:nvSpPr>
          <p:spPr bwMode="auto">
            <a:xfrm>
              <a:off x="1920" y="36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grpSp>
      <p:grpSp>
        <p:nvGrpSpPr>
          <p:cNvPr id="7" name="Group 97">
            <a:extLst>
              <a:ext uri="{FF2B5EF4-FFF2-40B4-BE49-F238E27FC236}">
                <a16:creationId xmlns:a16="http://schemas.microsoft.com/office/drawing/2014/main" id="{70A80FCC-8FCA-4C5E-9F04-B308F376E60B}"/>
              </a:ext>
            </a:extLst>
          </p:cNvPr>
          <p:cNvGrpSpPr>
            <a:grpSpLocks/>
          </p:cNvGrpSpPr>
          <p:nvPr/>
        </p:nvGrpSpPr>
        <p:grpSpPr bwMode="auto">
          <a:xfrm>
            <a:off x="3048000" y="6172200"/>
            <a:ext cx="2667000" cy="304800"/>
            <a:chOff x="1920" y="3888"/>
            <a:chExt cx="1680" cy="192"/>
          </a:xfrm>
        </p:grpSpPr>
        <p:sp>
          <p:nvSpPr>
            <p:cNvPr id="65573" name="Text Box 98">
              <a:extLst>
                <a:ext uri="{FF2B5EF4-FFF2-40B4-BE49-F238E27FC236}">
                  <a16:creationId xmlns:a16="http://schemas.microsoft.com/office/drawing/2014/main" id="{2868229E-4CE2-4B05-A24A-419EFA0131AD}"/>
                </a:ext>
              </a:extLst>
            </p:cNvPr>
            <p:cNvSpPr txBox="1">
              <a:spLocks noChangeArrowheads="1"/>
            </p:cNvSpPr>
            <p:nvPr/>
          </p:nvSpPr>
          <p:spPr bwMode="auto">
            <a:xfrm>
              <a:off x="2592" y="388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5574" name="Text Box 99">
              <a:extLst>
                <a:ext uri="{FF2B5EF4-FFF2-40B4-BE49-F238E27FC236}">
                  <a16:creationId xmlns:a16="http://schemas.microsoft.com/office/drawing/2014/main" id="{BE1E85DB-48C6-4347-8757-49B165154ED5}"/>
                </a:ext>
              </a:extLst>
            </p:cNvPr>
            <p:cNvSpPr txBox="1">
              <a:spLocks noChangeArrowheads="1"/>
            </p:cNvSpPr>
            <p:nvPr/>
          </p:nvSpPr>
          <p:spPr bwMode="auto">
            <a:xfrm>
              <a:off x="3072" y="388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65575" name="Text Box 100">
              <a:extLst>
                <a:ext uri="{FF2B5EF4-FFF2-40B4-BE49-F238E27FC236}">
                  <a16:creationId xmlns:a16="http://schemas.microsoft.com/office/drawing/2014/main" id="{E44E6169-B4A8-4E43-86EC-E0606611BE88}"/>
                </a:ext>
              </a:extLst>
            </p:cNvPr>
            <p:cNvSpPr txBox="1">
              <a:spLocks noChangeArrowheads="1"/>
            </p:cNvSpPr>
            <p:nvPr/>
          </p:nvSpPr>
          <p:spPr bwMode="auto">
            <a:xfrm>
              <a:off x="1920" y="38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grpSp>
      <p:grpSp>
        <p:nvGrpSpPr>
          <p:cNvPr id="8" name="Group 101">
            <a:extLst>
              <a:ext uri="{FF2B5EF4-FFF2-40B4-BE49-F238E27FC236}">
                <a16:creationId xmlns:a16="http://schemas.microsoft.com/office/drawing/2014/main" id="{142E6171-8D3C-4DC5-9A07-2E717BCB3EEB}"/>
              </a:ext>
            </a:extLst>
          </p:cNvPr>
          <p:cNvGrpSpPr>
            <a:grpSpLocks/>
          </p:cNvGrpSpPr>
          <p:nvPr/>
        </p:nvGrpSpPr>
        <p:grpSpPr bwMode="auto">
          <a:xfrm>
            <a:off x="76200" y="2209800"/>
            <a:ext cx="8991600" cy="304800"/>
            <a:chOff x="48" y="1392"/>
            <a:chExt cx="5664" cy="192"/>
          </a:xfrm>
        </p:grpSpPr>
        <p:sp>
          <p:nvSpPr>
            <p:cNvPr id="65563" name="Text Box 102">
              <a:extLst>
                <a:ext uri="{FF2B5EF4-FFF2-40B4-BE49-F238E27FC236}">
                  <a16:creationId xmlns:a16="http://schemas.microsoft.com/office/drawing/2014/main" id="{B6CECA49-5C85-4A5B-97F3-D199C4ABA7D7}"/>
                </a:ext>
              </a:extLst>
            </p:cNvPr>
            <p:cNvSpPr txBox="1">
              <a:spLocks noChangeArrowheads="1"/>
            </p:cNvSpPr>
            <p:nvPr/>
          </p:nvSpPr>
          <p:spPr bwMode="auto">
            <a:xfrm>
              <a:off x="1728" y="139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Tam</a:t>
              </a:r>
            </a:p>
          </p:txBody>
        </p:sp>
        <p:sp>
          <p:nvSpPr>
            <p:cNvPr id="65564" name="Text Box 103">
              <a:extLst>
                <a:ext uri="{FF2B5EF4-FFF2-40B4-BE49-F238E27FC236}">
                  <a16:creationId xmlns:a16="http://schemas.microsoft.com/office/drawing/2014/main" id="{1D136288-58EE-42F6-85AD-6B2EEF9E6203}"/>
                </a:ext>
              </a:extLst>
            </p:cNvPr>
            <p:cNvSpPr txBox="1">
              <a:spLocks noChangeArrowheads="1"/>
            </p:cNvSpPr>
            <p:nvPr/>
          </p:nvSpPr>
          <p:spPr bwMode="auto">
            <a:xfrm>
              <a:off x="672" y="139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65565" name="Text Box 104">
              <a:extLst>
                <a:ext uri="{FF2B5EF4-FFF2-40B4-BE49-F238E27FC236}">
                  <a16:creationId xmlns:a16="http://schemas.microsoft.com/office/drawing/2014/main" id="{BEE71915-D707-4F48-A775-690A13CA7F26}"/>
                </a:ext>
              </a:extLst>
            </p:cNvPr>
            <p:cNvSpPr txBox="1">
              <a:spLocks noChangeArrowheads="1"/>
            </p:cNvSpPr>
            <p:nvPr/>
          </p:nvSpPr>
          <p:spPr bwMode="auto">
            <a:xfrm>
              <a:off x="2256" y="1392"/>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07/31/1972</a:t>
              </a:r>
            </a:p>
          </p:txBody>
        </p:sp>
        <p:sp>
          <p:nvSpPr>
            <p:cNvPr id="65566" name="Text Box 105">
              <a:extLst>
                <a:ext uri="{FF2B5EF4-FFF2-40B4-BE49-F238E27FC236}">
                  <a16:creationId xmlns:a16="http://schemas.microsoft.com/office/drawing/2014/main" id="{93279004-F031-4EE4-9748-9B550F74F532}"/>
                </a:ext>
              </a:extLst>
            </p:cNvPr>
            <p:cNvSpPr txBox="1">
              <a:spLocks noChangeArrowheads="1"/>
            </p:cNvSpPr>
            <p:nvPr/>
          </p:nvSpPr>
          <p:spPr bwMode="auto">
            <a:xfrm>
              <a:off x="2976" y="1392"/>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543 MTL Q1</a:t>
              </a:r>
            </a:p>
          </p:txBody>
        </p:sp>
        <p:sp>
          <p:nvSpPr>
            <p:cNvPr id="65567" name="Text Box 106">
              <a:extLst>
                <a:ext uri="{FF2B5EF4-FFF2-40B4-BE49-F238E27FC236}">
                  <a16:creationId xmlns:a16="http://schemas.microsoft.com/office/drawing/2014/main" id="{8BAD67A2-FDC7-4436-8082-E682F6DBEF90}"/>
                </a:ext>
              </a:extLst>
            </p:cNvPr>
            <p:cNvSpPr txBox="1">
              <a:spLocks noChangeArrowheads="1"/>
            </p:cNvSpPr>
            <p:nvPr/>
          </p:nvSpPr>
          <p:spPr bwMode="auto">
            <a:xfrm>
              <a:off x="3696" y="139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5568" name="Text Box 107">
              <a:extLst>
                <a:ext uri="{FF2B5EF4-FFF2-40B4-BE49-F238E27FC236}">
                  <a16:creationId xmlns:a16="http://schemas.microsoft.com/office/drawing/2014/main" id="{6F86024C-1533-4444-8C38-C99BDFE0AC53}"/>
                </a:ext>
              </a:extLst>
            </p:cNvPr>
            <p:cNvSpPr txBox="1">
              <a:spLocks noChangeArrowheads="1"/>
            </p:cNvSpPr>
            <p:nvPr/>
          </p:nvSpPr>
          <p:spPr bwMode="auto">
            <a:xfrm>
              <a:off x="4128" y="139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65569" name="Text Box 108">
              <a:extLst>
                <a:ext uri="{FF2B5EF4-FFF2-40B4-BE49-F238E27FC236}">
                  <a16:creationId xmlns:a16="http://schemas.microsoft.com/office/drawing/2014/main" id="{A65CB311-51A7-4D13-A3C6-654C21B5C72C}"/>
                </a:ext>
              </a:extLst>
            </p:cNvPr>
            <p:cNvSpPr txBox="1">
              <a:spLocks noChangeArrowheads="1"/>
            </p:cNvSpPr>
            <p:nvPr/>
          </p:nvSpPr>
          <p:spPr bwMode="auto">
            <a:xfrm>
              <a:off x="5328" y="1392"/>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5570" name="Text Box 109">
              <a:extLst>
                <a:ext uri="{FF2B5EF4-FFF2-40B4-BE49-F238E27FC236}">
                  <a16:creationId xmlns:a16="http://schemas.microsoft.com/office/drawing/2014/main" id="{1EF8299C-E876-4879-B003-2C4AF9CE0717}"/>
                </a:ext>
              </a:extLst>
            </p:cNvPr>
            <p:cNvSpPr txBox="1">
              <a:spLocks noChangeArrowheads="1"/>
            </p:cNvSpPr>
            <p:nvPr/>
          </p:nvSpPr>
          <p:spPr bwMode="auto">
            <a:xfrm>
              <a:off x="48" y="139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sp>
          <p:nvSpPr>
            <p:cNvPr id="65571" name="Text Box 110">
              <a:extLst>
                <a:ext uri="{FF2B5EF4-FFF2-40B4-BE49-F238E27FC236}">
                  <a16:creationId xmlns:a16="http://schemas.microsoft.com/office/drawing/2014/main" id="{56975157-07BD-4DFE-81F4-DBEBADCCA809}"/>
                </a:ext>
              </a:extLst>
            </p:cNvPr>
            <p:cNvSpPr txBox="1">
              <a:spLocks noChangeArrowheads="1"/>
            </p:cNvSpPr>
            <p:nvPr/>
          </p:nvSpPr>
          <p:spPr bwMode="auto">
            <a:xfrm>
              <a:off x="4656" y="139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5572" name="Text Box 111">
              <a:extLst>
                <a:ext uri="{FF2B5EF4-FFF2-40B4-BE49-F238E27FC236}">
                  <a16:creationId xmlns:a16="http://schemas.microsoft.com/office/drawing/2014/main" id="{D76E3948-4A14-4995-B985-6ACBB27BFB9B}"/>
                </a:ext>
              </a:extLst>
            </p:cNvPr>
            <p:cNvSpPr txBox="1">
              <a:spLocks noChangeArrowheads="1"/>
            </p:cNvSpPr>
            <p:nvPr/>
          </p:nvSpPr>
          <p:spPr bwMode="auto">
            <a:xfrm>
              <a:off x="1200" y="139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grpSp>
      <p:grpSp>
        <p:nvGrpSpPr>
          <p:cNvPr id="9" name="Group 112">
            <a:extLst>
              <a:ext uri="{FF2B5EF4-FFF2-40B4-BE49-F238E27FC236}">
                <a16:creationId xmlns:a16="http://schemas.microsoft.com/office/drawing/2014/main" id="{4938973F-9A79-4197-9997-9533BF05C9C8}"/>
              </a:ext>
            </a:extLst>
          </p:cNvPr>
          <p:cNvGrpSpPr>
            <a:grpSpLocks/>
          </p:cNvGrpSpPr>
          <p:nvPr/>
        </p:nvGrpSpPr>
        <p:grpSpPr bwMode="auto">
          <a:xfrm>
            <a:off x="76200" y="3124200"/>
            <a:ext cx="8991600" cy="304800"/>
            <a:chOff x="48" y="1968"/>
            <a:chExt cx="5664" cy="192"/>
          </a:xfrm>
        </p:grpSpPr>
        <p:sp>
          <p:nvSpPr>
            <p:cNvPr id="65553" name="Text Box 113">
              <a:extLst>
                <a:ext uri="{FF2B5EF4-FFF2-40B4-BE49-F238E27FC236}">
                  <a16:creationId xmlns:a16="http://schemas.microsoft.com/office/drawing/2014/main" id="{577C9A2B-6158-4A38-B26D-476A20F80ADF}"/>
                </a:ext>
              </a:extLst>
            </p:cNvPr>
            <p:cNvSpPr txBox="1">
              <a:spLocks noChangeArrowheads="1"/>
            </p:cNvSpPr>
            <p:nvPr/>
          </p:nvSpPr>
          <p:spPr bwMode="auto">
            <a:xfrm>
              <a:off x="1728" y="19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Quang</a:t>
              </a:r>
            </a:p>
          </p:txBody>
        </p:sp>
        <p:sp>
          <p:nvSpPr>
            <p:cNvPr id="65554" name="Text Box 114">
              <a:extLst>
                <a:ext uri="{FF2B5EF4-FFF2-40B4-BE49-F238E27FC236}">
                  <a16:creationId xmlns:a16="http://schemas.microsoft.com/office/drawing/2014/main" id="{8F1CD2A6-8CEB-485C-A87F-5A0ABDFA79B1}"/>
                </a:ext>
              </a:extLst>
            </p:cNvPr>
            <p:cNvSpPr txBox="1">
              <a:spLocks noChangeArrowheads="1"/>
            </p:cNvSpPr>
            <p:nvPr/>
          </p:nvSpPr>
          <p:spPr bwMode="auto">
            <a:xfrm>
              <a:off x="672" y="196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65555" name="Text Box 115">
              <a:extLst>
                <a:ext uri="{FF2B5EF4-FFF2-40B4-BE49-F238E27FC236}">
                  <a16:creationId xmlns:a16="http://schemas.microsoft.com/office/drawing/2014/main" id="{E8E30F37-0045-4135-8911-63C494EDCBB8}"/>
                </a:ext>
              </a:extLst>
            </p:cNvPr>
            <p:cNvSpPr txBox="1">
              <a:spLocks noChangeArrowheads="1"/>
            </p:cNvSpPr>
            <p:nvPr/>
          </p:nvSpPr>
          <p:spPr bwMode="auto">
            <a:xfrm>
              <a:off x="2256" y="19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04/08/1969</a:t>
              </a:r>
            </a:p>
          </p:txBody>
        </p:sp>
        <p:sp>
          <p:nvSpPr>
            <p:cNvPr id="65556" name="Text Box 116">
              <a:extLst>
                <a:ext uri="{FF2B5EF4-FFF2-40B4-BE49-F238E27FC236}">
                  <a16:creationId xmlns:a16="http://schemas.microsoft.com/office/drawing/2014/main" id="{CB9884A6-3DAD-4429-B214-74529A33FC7A}"/>
                </a:ext>
              </a:extLst>
            </p:cNvPr>
            <p:cNvSpPr txBox="1">
              <a:spLocks noChangeArrowheads="1"/>
            </p:cNvSpPr>
            <p:nvPr/>
          </p:nvSpPr>
          <p:spPr bwMode="auto">
            <a:xfrm>
              <a:off x="2976" y="19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980 LHP Q5</a:t>
              </a:r>
            </a:p>
          </p:txBody>
        </p:sp>
        <p:sp>
          <p:nvSpPr>
            <p:cNvPr id="65557" name="Text Box 117">
              <a:extLst>
                <a:ext uri="{FF2B5EF4-FFF2-40B4-BE49-F238E27FC236}">
                  <a16:creationId xmlns:a16="http://schemas.microsoft.com/office/drawing/2014/main" id="{32BF2061-6DE0-4C25-8DB2-E862AE3ECAE7}"/>
                </a:ext>
              </a:extLst>
            </p:cNvPr>
            <p:cNvSpPr txBox="1">
              <a:spLocks noChangeArrowheads="1"/>
            </p:cNvSpPr>
            <p:nvPr/>
          </p:nvSpPr>
          <p:spPr bwMode="auto">
            <a:xfrm>
              <a:off x="3696" y="196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558" name="Text Box 118">
              <a:extLst>
                <a:ext uri="{FF2B5EF4-FFF2-40B4-BE49-F238E27FC236}">
                  <a16:creationId xmlns:a16="http://schemas.microsoft.com/office/drawing/2014/main" id="{8348F38D-F1E5-4C19-BADA-3D2E5BA52B3F}"/>
                </a:ext>
              </a:extLst>
            </p:cNvPr>
            <p:cNvSpPr txBox="1">
              <a:spLocks noChangeArrowheads="1"/>
            </p:cNvSpPr>
            <p:nvPr/>
          </p:nvSpPr>
          <p:spPr bwMode="auto">
            <a:xfrm>
              <a:off x="4128" y="19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65559" name="Text Box 119">
              <a:extLst>
                <a:ext uri="{FF2B5EF4-FFF2-40B4-BE49-F238E27FC236}">
                  <a16:creationId xmlns:a16="http://schemas.microsoft.com/office/drawing/2014/main" id="{CF313B31-64AA-46E0-88BF-233914A72797}"/>
                </a:ext>
              </a:extLst>
            </p:cNvPr>
            <p:cNvSpPr txBox="1">
              <a:spLocks noChangeArrowheads="1"/>
            </p:cNvSpPr>
            <p:nvPr/>
          </p:nvSpPr>
          <p:spPr bwMode="auto">
            <a:xfrm>
              <a:off x="5328" y="196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5560" name="Text Box 120">
              <a:extLst>
                <a:ext uri="{FF2B5EF4-FFF2-40B4-BE49-F238E27FC236}">
                  <a16:creationId xmlns:a16="http://schemas.microsoft.com/office/drawing/2014/main" id="{D3A48923-E53D-472C-8E50-B709B2FB398F}"/>
                </a:ext>
              </a:extLst>
            </p:cNvPr>
            <p:cNvSpPr txBox="1">
              <a:spLocks noChangeArrowheads="1"/>
            </p:cNvSpPr>
            <p:nvPr/>
          </p:nvSpPr>
          <p:spPr bwMode="auto">
            <a:xfrm>
              <a:off x="48" y="19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5561" name="Text Box 121">
              <a:extLst>
                <a:ext uri="{FF2B5EF4-FFF2-40B4-BE49-F238E27FC236}">
                  <a16:creationId xmlns:a16="http://schemas.microsoft.com/office/drawing/2014/main" id="{A17DFD5E-E175-443C-B93C-CFC93D4F09BF}"/>
                </a:ext>
              </a:extLst>
            </p:cNvPr>
            <p:cNvSpPr txBox="1">
              <a:spLocks noChangeArrowheads="1"/>
            </p:cNvSpPr>
            <p:nvPr/>
          </p:nvSpPr>
          <p:spPr bwMode="auto">
            <a:xfrm>
              <a:off x="4656" y="19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5562" name="Text Box 122">
              <a:extLst>
                <a:ext uri="{FF2B5EF4-FFF2-40B4-BE49-F238E27FC236}">
                  <a16:creationId xmlns:a16="http://schemas.microsoft.com/office/drawing/2014/main" id="{F64EFC52-4CF2-47F9-A181-A17A6173A7DB}"/>
                </a:ext>
              </a:extLst>
            </p:cNvPr>
            <p:cNvSpPr txBox="1">
              <a:spLocks noChangeArrowheads="1"/>
            </p:cNvSpPr>
            <p:nvPr/>
          </p:nvSpPr>
          <p:spPr bwMode="auto">
            <a:xfrm>
              <a:off x="1200" y="19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Hong</a:t>
              </a:r>
            </a:p>
          </p:txBody>
        </p:sp>
      </p:grpSp>
      <p:grpSp>
        <p:nvGrpSpPr>
          <p:cNvPr id="10" name="Group 123">
            <a:extLst>
              <a:ext uri="{FF2B5EF4-FFF2-40B4-BE49-F238E27FC236}">
                <a16:creationId xmlns:a16="http://schemas.microsoft.com/office/drawing/2014/main" id="{A9F7ADA6-1693-4BB8-916C-54B4388B3035}"/>
              </a:ext>
            </a:extLst>
          </p:cNvPr>
          <p:cNvGrpSpPr>
            <a:grpSpLocks/>
          </p:cNvGrpSpPr>
          <p:nvPr/>
        </p:nvGrpSpPr>
        <p:grpSpPr bwMode="auto">
          <a:xfrm>
            <a:off x="3048000" y="5257800"/>
            <a:ext cx="2667000" cy="609600"/>
            <a:chOff x="1920" y="3312"/>
            <a:chExt cx="1680" cy="384"/>
          </a:xfrm>
        </p:grpSpPr>
        <p:sp>
          <p:nvSpPr>
            <p:cNvPr id="65547" name="Text Box 124">
              <a:extLst>
                <a:ext uri="{FF2B5EF4-FFF2-40B4-BE49-F238E27FC236}">
                  <a16:creationId xmlns:a16="http://schemas.microsoft.com/office/drawing/2014/main" id="{41DDF1F8-D27D-45AA-9757-670C07ECA68B}"/>
                </a:ext>
              </a:extLst>
            </p:cNvPr>
            <p:cNvSpPr txBox="1">
              <a:spLocks noChangeArrowheads="1"/>
            </p:cNvSpPr>
            <p:nvPr/>
          </p:nvSpPr>
          <p:spPr bwMode="auto">
            <a:xfrm>
              <a:off x="2592" y="331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65548" name="Text Box 125">
              <a:extLst>
                <a:ext uri="{FF2B5EF4-FFF2-40B4-BE49-F238E27FC236}">
                  <a16:creationId xmlns:a16="http://schemas.microsoft.com/office/drawing/2014/main" id="{B46979A8-7DF6-405A-9C08-D519F29F32BF}"/>
                </a:ext>
              </a:extLst>
            </p:cNvPr>
            <p:cNvSpPr txBox="1">
              <a:spLocks noChangeArrowheads="1"/>
            </p:cNvSpPr>
            <p:nvPr/>
          </p:nvSpPr>
          <p:spPr bwMode="auto">
            <a:xfrm>
              <a:off x="3072" y="331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35.0</a:t>
              </a:r>
            </a:p>
          </p:txBody>
        </p:sp>
        <p:sp>
          <p:nvSpPr>
            <p:cNvPr id="65549" name="Text Box 126">
              <a:extLst>
                <a:ext uri="{FF2B5EF4-FFF2-40B4-BE49-F238E27FC236}">
                  <a16:creationId xmlns:a16="http://schemas.microsoft.com/office/drawing/2014/main" id="{DE02D324-D291-4553-9BF6-4A92406B0E43}"/>
                </a:ext>
              </a:extLst>
            </p:cNvPr>
            <p:cNvSpPr txBox="1">
              <a:spLocks noChangeArrowheads="1"/>
            </p:cNvSpPr>
            <p:nvPr/>
          </p:nvSpPr>
          <p:spPr bwMode="auto">
            <a:xfrm>
              <a:off x="1920" y="33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5550" name="Text Box 127">
              <a:extLst>
                <a:ext uri="{FF2B5EF4-FFF2-40B4-BE49-F238E27FC236}">
                  <a16:creationId xmlns:a16="http://schemas.microsoft.com/office/drawing/2014/main" id="{E85D3174-180A-4A3D-8376-E80394868D98}"/>
                </a:ext>
              </a:extLst>
            </p:cNvPr>
            <p:cNvSpPr txBox="1">
              <a:spLocks noChangeArrowheads="1"/>
            </p:cNvSpPr>
            <p:nvPr/>
          </p:nvSpPr>
          <p:spPr bwMode="auto">
            <a:xfrm>
              <a:off x="2592" y="350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65551" name="Text Box 128">
              <a:extLst>
                <a:ext uri="{FF2B5EF4-FFF2-40B4-BE49-F238E27FC236}">
                  <a16:creationId xmlns:a16="http://schemas.microsoft.com/office/drawing/2014/main" id="{6406939A-F8FA-4176-8491-CCCE70BEB96C}"/>
                </a:ext>
              </a:extLst>
            </p:cNvPr>
            <p:cNvSpPr txBox="1">
              <a:spLocks noChangeArrowheads="1"/>
            </p:cNvSpPr>
            <p:nvPr/>
          </p:nvSpPr>
          <p:spPr bwMode="auto">
            <a:xfrm>
              <a:off x="3072" y="35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5.0</a:t>
              </a:r>
            </a:p>
          </p:txBody>
        </p:sp>
        <p:sp>
          <p:nvSpPr>
            <p:cNvPr id="65552" name="Text Box 129">
              <a:extLst>
                <a:ext uri="{FF2B5EF4-FFF2-40B4-BE49-F238E27FC236}">
                  <a16:creationId xmlns:a16="http://schemas.microsoft.com/office/drawing/2014/main" id="{3C688715-F66F-4E8D-AD1D-7EDBE9D7C57B}"/>
                </a:ext>
              </a:extLst>
            </p:cNvPr>
            <p:cNvSpPr txBox="1">
              <a:spLocks noChangeArrowheads="1"/>
            </p:cNvSpPr>
            <p:nvPr/>
          </p:nvSpPr>
          <p:spPr bwMode="auto">
            <a:xfrm>
              <a:off x="1920" y="35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Date Placeholder 3">
            <a:extLst>
              <a:ext uri="{FF2B5EF4-FFF2-40B4-BE49-F238E27FC236}">
                <a16:creationId xmlns:a16="http://schemas.microsoft.com/office/drawing/2014/main" id="{DC3CD1D8-92F6-4F0B-ADB6-9079FB61D299}"/>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5539" name="Slide Number Placeholder 5">
            <a:extLst>
              <a:ext uri="{FF2B5EF4-FFF2-40B4-BE49-F238E27FC236}">
                <a16:creationId xmlns:a16="http://schemas.microsoft.com/office/drawing/2014/main" id="{34D15949-B706-453B-A757-7D7678304D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10658A0-F5A9-4EAF-A6F7-45B49032541E}" type="slidenum">
              <a:rPr lang="en-US" altLang="en-US" sz="1000"/>
              <a:pPr algn="r">
                <a:spcBef>
                  <a:spcPct val="0"/>
                </a:spcBef>
                <a:buClrTx/>
                <a:buFontTx/>
                <a:buNone/>
              </a:pPr>
              <a:t>47</a:t>
            </a:fld>
            <a:endParaRPr lang="en-US" altLang="en-US" sz="1000"/>
          </a:p>
        </p:txBody>
      </p:sp>
      <p:sp>
        <p:nvSpPr>
          <p:cNvPr id="65540" name="Rectangle 2">
            <a:extLst>
              <a:ext uri="{FF2B5EF4-FFF2-40B4-BE49-F238E27FC236}">
                <a16:creationId xmlns:a16="http://schemas.microsoft.com/office/drawing/2014/main" id="{D23907DE-172B-4F96-8628-73BBA3DAFC76}"/>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Lệnh</a:t>
            </a:r>
            <a:r>
              <a:rPr lang="en-US" altLang="en-US" sz="3500" dirty="0"/>
              <a:t> DELETE (</a:t>
            </a:r>
            <a:r>
              <a:rPr lang="en-US" altLang="en-US" sz="3500" dirty="0" err="1"/>
              <a:t>tt</a:t>
            </a:r>
            <a:r>
              <a:rPr lang="en-US" altLang="en-US" sz="3500" dirty="0"/>
              <a:t>): CASCADE</a:t>
            </a:r>
          </a:p>
        </p:txBody>
      </p:sp>
      <p:grpSp>
        <p:nvGrpSpPr>
          <p:cNvPr id="65541" name="Group 3">
            <a:extLst>
              <a:ext uri="{FF2B5EF4-FFF2-40B4-BE49-F238E27FC236}">
                <a16:creationId xmlns:a16="http://schemas.microsoft.com/office/drawing/2014/main" id="{711AB06E-9F0A-4446-B2A7-925A966A7B79}"/>
              </a:ext>
            </a:extLst>
          </p:cNvPr>
          <p:cNvGrpSpPr>
            <a:grpSpLocks/>
          </p:cNvGrpSpPr>
          <p:nvPr/>
        </p:nvGrpSpPr>
        <p:grpSpPr bwMode="auto">
          <a:xfrm>
            <a:off x="76200" y="1219200"/>
            <a:ext cx="8991600" cy="2590800"/>
            <a:chOff x="48" y="768"/>
            <a:chExt cx="5664" cy="1632"/>
          </a:xfrm>
        </p:grpSpPr>
        <p:sp>
          <p:nvSpPr>
            <p:cNvPr id="65594" name="Rectangle 4">
              <a:extLst>
                <a:ext uri="{FF2B5EF4-FFF2-40B4-BE49-F238E27FC236}">
                  <a16:creationId xmlns:a16="http://schemas.microsoft.com/office/drawing/2014/main" id="{69D63289-27C1-40E3-BCB3-AE9EEA71FCD3}"/>
                </a:ext>
              </a:extLst>
            </p:cNvPr>
            <p:cNvSpPr>
              <a:spLocks noChangeArrowheads="1"/>
            </p:cNvSpPr>
            <p:nvPr/>
          </p:nvSpPr>
          <p:spPr bwMode="auto">
            <a:xfrm>
              <a:off x="48" y="1392"/>
              <a:ext cx="5664" cy="192"/>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5595" name="Rectangle 5">
              <a:extLst>
                <a:ext uri="{FF2B5EF4-FFF2-40B4-BE49-F238E27FC236}">
                  <a16:creationId xmlns:a16="http://schemas.microsoft.com/office/drawing/2014/main" id="{35A5E0DD-0B0A-448D-A7E6-8CEF9D6B3E4F}"/>
                </a:ext>
              </a:extLst>
            </p:cNvPr>
            <p:cNvSpPr>
              <a:spLocks noChangeArrowheads="1"/>
            </p:cNvSpPr>
            <p:nvPr/>
          </p:nvSpPr>
          <p:spPr bwMode="auto">
            <a:xfrm>
              <a:off x="48" y="1968"/>
              <a:ext cx="5664" cy="192"/>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65596" name="Group 6">
              <a:extLst>
                <a:ext uri="{FF2B5EF4-FFF2-40B4-BE49-F238E27FC236}">
                  <a16:creationId xmlns:a16="http://schemas.microsoft.com/office/drawing/2014/main" id="{F9C8DCD4-0597-4E13-BF70-A777F40F6576}"/>
                </a:ext>
              </a:extLst>
            </p:cNvPr>
            <p:cNvGrpSpPr>
              <a:grpSpLocks/>
            </p:cNvGrpSpPr>
            <p:nvPr/>
          </p:nvGrpSpPr>
          <p:grpSpPr bwMode="auto">
            <a:xfrm>
              <a:off x="48" y="768"/>
              <a:ext cx="5664" cy="1632"/>
              <a:chOff x="48" y="768"/>
              <a:chExt cx="5664" cy="1632"/>
            </a:xfrm>
          </p:grpSpPr>
          <p:sp>
            <p:nvSpPr>
              <p:cNvPr id="65597" name="Line 7">
                <a:extLst>
                  <a:ext uri="{FF2B5EF4-FFF2-40B4-BE49-F238E27FC236}">
                    <a16:creationId xmlns:a16="http://schemas.microsoft.com/office/drawing/2014/main" id="{E0AF1A72-2768-48CF-A27A-9E4E6A1155CC}"/>
                  </a:ext>
                </a:extLst>
              </p:cNvPr>
              <p:cNvSpPr>
                <a:spLocks noChangeShapeType="1"/>
              </p:cNvSpPr>
              <p:nvPr/>
            </p:nvSpPr>
            <p:spPr bwMode="auto">
              <a:xfrm>
                <a:off x="48" y="960"/>
                <a:ext cx="56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5598" name="Text Box 8">
                <a:extLst>
                  <a:ext uri="{FF2B5EF4-FFF2-40B4-BE49-F238E27FC236}">
                    <a16:creationId xmlns:a16="http://schemas.microsoft.com/office/drawing/2014/main" id="{9D07001F-B571-4F10-BC87-2EF2748DED72}"/>
                  </a:ext>
                </a:extLst>
              </p:cNvPr>
              <p:cNvSpPr txBox="1">
                <a:spLocks noChangeArrowheads="1"/>
              </p:cNvSpPr>
              <p:nvPr/>
            </p:nvSpPr>
            <p:spPr bwMode="auto">
              <a:xfrm>
                <a:off x="1728"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65599" name="Text Box 9">
                <a:extLst>
                  <a:ext uri="{FF2B5EF4-FFF2-40B4-BE49-F238E27FC236}">
                    <a16:creationId xmlns:a16="http://schemas.microsoft.com/office/drawing/2014/main" id="{57B00BBC-17EA-4B39-8297-D92E14C9AF7A}"/>
                  </a:ext>
                </a:extLst>
              </p:cNvPr>
              <p:cNvSpPr txBox="1">
                <a:spLocks noChangeArrowheads="1"/>
              </p:cNvSpPr>
              <p:nvPr/>
            </p:nvSpPr>
            <p:spPr bwMode="auto">
              <a:xfrm>
                <a:off x="672" y="76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65600" name="Text Box 10">
                <a:extLst>
                  <a:ext uri="{FF2B5EF4-FFF2-40B4-BE49-F238E27FC236}">
                    <a16:creationId xmlns:a16="http://schemas.microsoft.com/office/drawing/2014/main" id="{4B5E2879-B62B-4977-9135-99DEDAD1E525}"/>
                  </a:ext>
                </a:extLst>
              </p:cNvPr>
              <p:cNvSpPr txBox="1">
                <a:spLocks noChangeArrowheads="1"/>
              </p:cNvSpPr>
              <p:nvPr/>
            </p:nvSpPr>
            <p:spPr bwMode="auto">
              <a:xfrm>
                <a:off x="2256" y="7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65601" name="Text Box 11">
                <a:extLst>
                  <a:ext uri="{FF2B5EF4-FFF2-40B4-BE49-F238E27FC236}">
                    <a16:creationId xmlns:a16="http://schemas.microsoft.com/office/drawing/2014/main" id="{B424A8B9-1F74-4874-B0A3-DC21D29B2734}"/>
                  </a:ext>
                </a:extLst>
              </p:cNvPr>
              <p:cNvSpPr txBox="1">
                <a:spLocks noChangeArrowheads="1"/>
              </p:cNvSpPr>
              <p:nvPr/>
            </p:nvSpPr>
            <p:spPr bwMode="auto">
              <a:xfrm>
                <a:off x="2976" y="7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65602" name="Text Box 12">
                <a:extLst>
                  <a:ext uri="{FF2B5EF4-FFF2-40B4-BE49-F238E27FC236}">
                    <a16:creationId xmlns:a16="http://schemas.microsoft.com/office/drawing/2014/main" id="{0557EB2B-59C4-4EEB-A49B-775230AB4898}"/>
                  </a:ext>
                </a:extLst>
              </p:cNvPr>
              <p:cNvSpPr txBox="1">
                <a:spLocks noChangeArrowheads="1"/>
              </p:cNvSpPr>
              <p:nvPr/>
            </p:nvSpPr>
            <p:spPr bwMode="auto">
              <a:xfrm>
                <a:off x="3696" y="76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65603" name="Text Box 13">
                <a:extLst>
                  <a:ext uri="{FF2B5EF4-FFF2-40B4-BE49-F238E27FC236}">
                    <a16:creationId xmlns:a16="http://schemas.microsoft.com/office/drawing/2014/main" id="{C1FAF82D-9D30-4176-B3E7-2C59B72D4239}"/>
                  </a:ext>
                </a:extLst>
              </p:cNvPr>
              <p:cNvSpPr txBox="1">
                <a:spLocks noChangeArrowheads="1"/>
              </p:cNvSpPr>
              <p:nvPr/>
            </p:nvSpPr>
            <p:spPr bwMode="auto">
              <a:xfrm>
                <a:off x="4128"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65604" name="Text Box 14">
                <a:extLst>
                  <a:ext uri="{FF2B5EF4-FFF2-40B4-BE49-F238E27FC236}">
                    <a16:creationId xmlns:a16="http://schemas.microsoft.com/office/drawing/2014/main" id="{7F25C7A1-D98D-4391-9653-E5F87EE3C033}"/>
                  </a:ext>
                </a:extLst>
              </p:cNvPr>
              <p:cNvSpPr txBox="1">
                <a:spLocks noChangeArrowheads="1"/>
              </p:cNvSpPr>
              <p:nvPr/>
            </p:nvSpPr>
            <p:spPr bwMode="auto">
              <a:xfrm>
                <a:off x="5328" y="76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65605" name="Text Box 15">
                <a:extLst>
                  <a:ext uri="{FF2B5EF4-FFF2-40B4-BE49-F238E27FC236}">
                    <a16:creationId xmlns:a16="http://schemas.microsoft.com/office/drawing/2014/main" id="{D902808E-161F-4E51-8237-BAB02E354C46}"/>
                  </a:ext>
                </a:extLst>
              </p:cNvPr>
              <p:cNvSpPr txBox="1">
                <a:spLocks noChangeArrowheads="1"/>
              </p:cNvSpPr>
              <p:nvPr/>
            </p:nvSpPr>
            <p:spPr bwMode="auto">
              <a:xfrm>
                <a:off x="1728" y="100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65606" name="Text Box 16">
                <a:extLst>
                  <a:ext uri="{FF2B5EF4-FFF2-40B4-BE49-F238E27FC236}">
                    <a16:creationId xmlns:a16="http://schemas.microsoft.com/office/drawing/2014/main" id="{80A50107-86D5-42A9-8CAF-8ABEA650FCC0}"/>
                  </a:ext>
                </a:extLst>
              </p:cNvPr>
              <p:cNvSpPr txBox="1">
                <a:spLocks noChangeArrowheads="1"/>
              </p:cNvSpPr>
              <p:nvPr/>
            </p:nvSpPr>
            <p:spPr bwMode="auto">
              <a:xfrm>
                <a:off x="672" y="100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5607" name="Text Box 17">
                <a:extLst>
                  <a:ext uri="{FF2B5EF4-FFF2-40B4-BE49-F238E27FC236}">
                    <a16:creationId xmlns:a16="http://schemas.microsoft.com/office/drawing/2014/main" id="{96DBAA2F-D0B6-46E6-9737-7D16A966B68A}"/>
                  </a:ext>
                </a:extLst>
              </p:cNvPr>
              <p:cNvSpPr txBox="1">
                <a:spLocks noChangeArrowheads="1"/>
              </p:cNvSpPr>
              <p:nvPr/>
            </p:nvSpPr>
            <p:spPr bwMode="auto">
              <a:xfrm>
                <a:off x="2256" y="100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65608" name="Text Box 18">
                <a:extLst>
                  <a:ext uri="{FF2B5EF4-FFF2-40B4-BE49-F238E27FC236}">
                    <a16:creationId xmlns:a16="http://schemas.microsoft.com/office/drawing/2014/main" id="{734CB437-5485-403A-AC2A-F47BCE351394}"/>
                  </a:ext>
                </a:extLst>
              </p:cNvPr>
              <p:cNvSpPr txBox="1">
                <a:spLocks noChangeArrowheads="1"/>
              </p:cNvSpPr>
              <p:nvPr/>
            </p:nvSpPr>
            <p:spPr bwMode="auto">
              <a:xfrm>
                <a:off x="2976" y="100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65609" name="Text Box 19">
                <a:extLst>
                  <a:ext uri="{FF2B5EF4-FFF2-40B4-BE49-F238E27FC236}">
                    <a16:creationId xmlns:a16="http://schemas.microsoft.com/office/drawing/2014/main" id="{27538E04-98F1-4C7D-BAAF-DCDCAEA00A65}"/>
                  </a:ext>
                </a:extLst>
              </p:cNvPr>
              <p:cNvSpPr txBox="1">
                <a:spLocks noChangeArrowheads="1"/>
              </p:cNvSpPr>
              <p:nvPr/>
            </p:nvSpPr>
            <p:spPr bwMode="auto">
              <a:xfrm>
                <a:off x="3696" y="100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610" name="Text Box 20">
                <a:extLst>
                  <a:ext uri="{FF2B5EF4-FFF2-40B4-BE49-F238E27FC236}">
                    <a16:creationId xmlns:a16="http://schemas.microsoft.com/office/drawing/2014/main" id="{D20E7C95-23E7-4DB7-894D-8696E8A6EBC5}"/>
                  </a:ext>
                </a:extLst>
              </p:cNvPr>
              <p:cNvSpPr txBox="1">
                <a:spLocks noChangeArrowheads="1"/>
              </p:cNvSpPr>
              <p:nvPr/>
            </p:nvSpPr>
            <p:spPr bwMode="auto">
              <a:xfrm>
                <a:off x="4128" y="100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65611" name="Text Box 21">
                <a:extLst>
                  <a:ext uri="{FF2B5EF4-FFF2-40B4-BE49-F238E27FC236}">
                    <a16:creationId xmlns:a16="http://schemas.microsoft.com/office/drawing/2014/main" id="{005AFE6D-A44A-4C46-8CFE-3F648DE683A8}"/>
                  </a:ext>
                </a:extLst>
              </p:cNvPr>
              <p:cNvSpPr txBox="1">
                <a:spLocks noChangeArrowheads="1"/>
              </p:cNvSpPr>
              <p:nvPr/>
            </p:nvSpPr>
            <p:spPr bwMode="auto">
              <a:xfrm>
                <a:off x="5328" y="100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5612" name="Text Box 22">
                <a:extLst>
                  <a:ext uri="{FF2B5EF4-FFF2-40B4-BE49-F238E27FC236}">
                    <a16:creationId xmlns:a16="http://schemas.microsoft.com/office/drawing/2014/main" id="{375BFF76-3CD8-49DB-82F7-5316BA312034}"/>
                  </a:ext>
                </a:extLst>
              </p:cNvPr>
              <p:cNvSpPr txBox="1">
                <a:spLocks noChangeArrowheads="1"/>
              </p:cNvSpPr>
              <p:nvPr/>
            </p:nvSpPr>
            <p:spPr bwMode="auto">
              <a:xfrm>
                <a:off x="1728" y="120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65613" name="Text Box 23">
                <a:extLst>
                  <a:ext uri="{FF2B5EF4-FFF2-40B4-BE49-F238E27FC236}">
                    <a16:creationId xmlns:a16="http://schemas.microsoft.com/office/drawing/2014/main" id="{CAF2C081-E024-4EBC-BC54-C123520A19BD}"/>
                  </a:ext>
                </a:extLst>
              </p:cNvPr>
              <p:cNvSpPr txBox="1">
                <a:spLocks noChangeArrowheads="1"/>
              </p:cNvSpPr>
              <p:nvPr/>
            </p:nvSpPr>
            <p:spPr bwMode="auto">
              <a:xfrm>
                <a:off x="672" y="120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5614" name="Text Box 24">
                <a:extLst>
                  <a:ext uri="{FF2B5EF4-FFF2-40B4-BE49-F238E27FC236}">
                    <a16:creationId xmlns:a16="http://schemas.microsoft.com/office/drawing/2014/main" id="{2F0BC35E-010E-42C5-BFB6-E519DC1B76F6}"/>
                  </a:ext>
                </a:extLst>
              </p:cNvPr>
              <p:cNvSpPr txBox="1">
                <a:spLocks noChangeArrowheads="1"/>
              </p:cNvSpPr>
              <p:nvPr/>
            </p:nvSpPr>
            <p:spPr bwMode="auto">
              <a:xfrm>
                <a:off x="2256" y="120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65615" name="Text Box 25">
                <a:extLst>
                  <a:ext uri="{FF2B5EF4-FFF2-40B4-BE49-F238E27FC236}">
                    <a16:creationId xmlns:a16="http://schemas.microsoft.com/office/drawing/2014/main" id="{7937C18F-869A-4E4D-BAFF-E23D9DBECC37}"/>
                  </a:ext>
                </a:extLst>
              </p:cNvPr>
              <p:cNvSpPr txBox="1">
                <a:spLocks noChangeArrowheads="1"/>
              </p:cNvSpPr>
              <p:nvPr/>
            </p:nvSpPr>
            <p:spPr bwMode="auto">
              <a:xfrm>
                <a:off x="2976" y="120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65616" name="Text Box 26">
                <a:extLst>
                  <a:ext uri="{FF2B5EF4-FFF2-40B4-BE49-F238E27FC236}">
                    <a16:creationId xmlns:a16="http://schemas.microsoft.com/office/drawing/2014/main" id="{79BFA0B5-E04A-4BE3-86DB-F7929384A51E}"/>
                  </a:ext>
                </a:extLst>
              </p:cNvPr>
              <p:cNvSpPr txBox="1">
                <a:spLocks noChangeArrowheads="1"/>
              </p:cNvSpPr>
              <p:nvPr/>
            </p:nvSpPr>
            <p:spPr bwMode="auto">
              <a:xfrm>
                <a:off x="3696" y="120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617" name="Text Box 27">
                <a:extLst>
                  <a:ext uri="{FF2B5EF4-FFF2-40B4-BE49-F238E27FC236}">
                    <a16:creationId xmlns:a16="http://schemas.microsoft.com/office/drawing/2014/main" id="{46640D0C-7945-4696-B75C-CB69D453E087}"/>
                  </a:ext>
                </a:extLst>
              </p:cNvPr>
              <p:cNvSpPr txBox="1">
                <a:spLocks noChangeArrowheads="1"/>
              </p:cNvSpPr>
              <p:nvPr/>
            </p:nvSpPr>
            <p:spPr bwMode="auto">
              <a:xfrm>
                <a:off x="4128" y="120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5618" name="Text Box 28">
                <a:extLst>
                  <a:ext uri="{FF2B5EF4-FFF2-40B4-BE49-F238E27FC236}">
                    <a16:creationId xmlns:a16="http://schemas.microsoft.com/office/drawing/2014/main" id="{07F9F297-8318-47FF-996E-B8A7725F203B}"/>
                  </a:ext>
                </a:extLst>
              </p:cNvPr>
              <p:cNvSpPr txBox="1">
                <a:spLocks noChangeArrowheads="1"/>
              </p:cNvSpPr>
              <p:nvPr/>
            </p:nvSpPr>
            <p:spPr bwMode="auto">
              <a:xfrm>
                <a:off x="5328" y="120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5619" name="Text Box 29">
                <a:extLst>
                  <a:ext uri="{FF2B5EF4-FFF2-40B4-BE49-F238E27FC236}">
                    <a16:creationId xmlns:a16="http://schemas.microsoft.com/office/drawing/2014/main" id="{976C7D14-DF5B-4A5B-B004-B7C1CB46D66C}"/>
                  </a:ext>
                </a:extLst>
              </p:cNvPr>
              <p:cNvSpPr txBox="1">
                <a:spLocks noChangeArrowheads="1"/>
              </p:cNvSpPr>
              <p:nvPr/>
            </p:nvSpPr>
            <p:spPr bwMode="auto">
              <a:xfrm>
                <a:off x="48" y="100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5620" name="Text Box 30">
                <a:extLst>
                  <a:ext uri="{FF2B5EF4-FFF2-40B4-BE49-F238E27FC236}">
                    <a16:creationId xmlns:a16="http://schemas.microsoft.com/office/drawing/2014/main" id="{806AB5D0-45EC-4F9B-8FFE-6F4B887C6328}"/>
                  </a:ext>
                </a:extLst>
              </p:cNvPr>
              <p:cNvSpPr txBox="1">
                <a:spLocks noChangeArrowheads="1"/>
              </p:cNvSpPr>
              <p:nvPr/>
            </p:nvSpPr>
            <p:spPr bwMode="auto">
              <a:xfrm>
                <a:off x="48" y="120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5621" name="Text Box 31">
                <a:extLst>
                  <a:ext uri="{FF2B5EF4-FFF2-40B4-BE49-F238E27FC236}">
                    <a16:creationId xmlns:a16="http://schemas.microsoft.com/office/drawing/2014/main" id="{E4B7DE8A-FE7B-4F3C-B776-51EE8F2EB2B4}"/>
                  </a:ext>
                </a:extLst>
              </p:cNvPr>
              <p:cNvSpPr txBox="1">
                <a:spLocks noChangeArrowheads="1"/>
              </p:cNvSpPr>
              <p:nvPr/>
            </p:nvSpPr>
            <p:spPr bwMode="auto">
              <a:xfrm>
                <a:off x="48" y="7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MANV</a:t>
                </a:r>
              </a:p>
            </p:txBody>
          </p:sp>
          <p:sp>
            <p:nvSpPr>
              <p:cNvPr id="65622" name="Text Box 32">
                <a:extLst>
                  <a:ext uri="{FF2B5EF4-FFF2-40B4-BE49-F238E27FC236}">
                    <a16:creationId xmlns:a16="http://schemas.microsoft.com/office/drawing/2014/main" id="{91987D62-BE57-4555-A45C-597C422F61B2}"/>
                  </a:ext>
                </a:extLst>
              </p:cNvPr>
              <p:cNvSpPr txBox="1">
                <a:spLocks noChangeArrowheads="1"/>
              </p:cNvSpPr>
              <p:nvPr/>
            </p:nvSpPr>
            <p:spPr bwMode="auto">
              <a:xfrm>
                <a:off x="4656" y="7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MA_NQL</a:t>
                </a:r>
              </a:p>
            </p:txBody>
          </p:sp>
          <p:sp>
            <p:nvSpPr>
              <p:cNvPr id="65623" name="Text Box 33">
                <a:extLst>
                  <a:ext uri="{FF2B5EF4-FFF2-40B4-BE49-F238E27FC236}">
                    <a16:creationId xmlns:a16="http://schemas.microsoft.com/office/drawing/2014/main" id="{2878A5BF-2C16-4708-B42D-70EA11CDFEBE}"/>
                  </a:ext>
                </a:extLst>
              </p:cNvPr>
              <p:cNvSpPr txBox="1">
                <a:spLocks noChangeArrowheads="1"/>
              </p:cNvSpPr>
              <p:nvPr/>
            </p:nvSpPr>
            <p:spPr bwMode="auto">
              <a:xfrm>
                <a:off x="4656" y="100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624" name="Text Box 34">
                <a:extLst>
                  <a:ext uri="{FF2B5EF4-FFF2-40B4-BE49-F238E27FC236}">
                    <a16:creationId xmlns:a16="http://schemas.microsoft.com/office/drawing/2014/main" id="{6073ACB0-4133-4A64-91FD-7382D7DCE785}"/>
                  </a:ext>
                </a:extLst>
              </p:cNvPr>
              <p:cNvSpPr txBox="1">
                <a:spLocks noChangeArrowheads="1"/>
              </p:cNvSpPr>
              <p:nvPr/>
            </p:nvSpPr>
            <p:spPr bwMode="auto">
              <a:xfrm>
                <a:off x="4656" y="120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grpSp>
            <p:nvGrpSpPr>
              <p:cNvPr id="65625" name="Group 35">
                <a:extLst>
                  <a:ext uri="{FF2B5EF4-FFF2-40B4-BE49-F238E27FC236}">
                    <a16:creationId xmlns:a16="http://schemas.microsoft.com/office/drawing/2014/main" id="{5644F897-829C-4272-A7A9-41510B5A9F5C}"/>
                  </a:ext>
                </a:extLst>
              </p:cNvPr>
              <p:cNvGrpSpPr>
                <a:grpSpLocks/>
              </p:cNvGrpSpPr>
              <p:nvPr/>
            </p:nvGrpSpPr>
            <p:grpSpPr bwMode="auto">
              <a:xfrm>
                <a:off x="720" y="768"/>
                <a:ext cx="4608" cy="1632"/>
                <a:chOff x="720" y="2784"/>
                <a:chExt cx="4608" cy="1008"/>
              </a:xfrm>
            </p:grpSpPr>
            <p:sp>
              <p:nvSpPr>
                <p:cNvPr id="65659" name="Line 36">
                  <a:extLst>
                    <a:ext uri="{FF2B5EF4-FFF2-40B4-BE49-F238E27FC236}">
                      <a16:creationId xmlns:a16="http://schemas.microsoft.com/office/drawing/2014/main" id="{42831CDA-7AF6-4B0F-A767-C8E04AAE14C2}"/>
                    </a:ext>
                  </a:extLst>
                </p:cNvPr>
                <p:cNvSpPr>
                  <a:spLocks noChangeShapeType="1"/>
                </p:cNvSpPr>
                <p:nvPr/>
              </p:nvSpPr>
              <p:spPr bwMode="auto">
                <a:xfrm>
                  <a:off x="17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0" name="Line 37">
                  <a:extLst>
                    <a:ext uri="{FF2B5EF4-FFF2-40B4-BE49-F238E27FC236}">
                      <a16:creationId xmlns:a16="http://schemas.microsoft.com/office/drawing/2014/main" id="{7FC853B6-A1B5-4B1C-9EF5-2464CF7B829A}"/>
                    </a:ext>
                  </a:extLst>
                </p:cNvPr>
                <p:cNvSpPr>
                  <a:spLocks noChangeShapeType="1"/>
                </p:cNvSpPr>
                <p:nvPr/>
              </p:nvSpPr>
              <p:spPr bwMode="auto">
                <a:xfrm>
                  <a:off x="22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1" name="Line 38">
                  <a:extLst>
                    <a:ext uri="{FF2B5EF4-FFF2-40B4-BE49-F238E27FC236}">
                      <a16:creationId xmlns:a16="http://schemas.microsoft.com/office/drawing/2014/main" id="{3350424D-0E0E-4F49-A49B-9B3C6387C6D1}"/>
                    </a:ext>
                  </a:extLst>
                </p:cNvPr>
                <p:cNvSpPr>
                  <a:spLocks noChangeShapeType="1"/>
                </p:cNvSpPr>
                <p:nvPr/>
              </p:nvSpPr>
              <p:spPr bwMode="auto">
                <a:xfrm>
                  <a:off x="297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2" name="Line 39">
                  <a:extLst>
                    <a:ext uri="{FF2B5EF4-FFF2-40B4-BE49-F238E27FC236}">
                      <a16:creationId xmlns:a16="http://schemas.microsoft.com/office/drawing/2014/main" id="{E8DD6822-1002-45A3-8B9B-BA4A4EF44C9E}"/>
                    </a:ext>
                  </a:extLst>
                </p:cNvPr>
                <p:cNvSpPr>
                  <a:spLocks noChangeShapeType="1"/>
                </p:cNvSpPr>
                <p:nvPr/>
              </p:nvSpPr>
              <p:spPr bwMode="auto">
                <a:xfrm>
                  <a:off x="369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5663" name="Line 40">
                  <a:extLst>
                    <a:ext uri="{FF2B5EF4-FFF2-40B4-BE49-F238E27FC236}">
                      <a16:creationId xmlns:a16="http://schemas.microsoft.com/office/drawing/2014/main" id="{C3EBF029-8541-4405-B448-E31B98D2A143}"/>
                    </a:ext>
                  </a:extLst>
                </p:cNvPr>
                <p:cNvSpPr>
                  <a:spLocks noChangeShapeType="1"/>
                </p:cNvSpPr>
                <p:nvPr/>
              </p:nvSpPr>
              <p:spPr bwMode="auto">
                <a:xfrm>
                  <a:off x="41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4" name="Line 41">
                  <a:extLst>
                    <a:ext uri="{FF2B5EF4-FFF2-40B4-BE49-F238E27FC236}">
                      <a16:creationId xmlns:a16="http://schemas.microsoft.com/office/drawing/2014/main" id="{36E78877-A27B-4444-8DD3-5666EF22590C}"/>
                    </a:ext>
                  </a:extLst>
                </p:cNvPr>
                <p:cNvSpPr>
                  <a:spLocks noChangeShapeType="1"/>
                </p:cNvSpPr>
                <p:nvPr/>
              </p:nvSpPr>
              <p:spPr bwMode="auto">
                <a:xfrm>
                  <a:off x="46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5" name="Line 42">
                  <a:extLst>
                    <a:ext uri="{FF2B5EF4-FFF2-40B4-BE49-F238E27FC236}">
                      <a16:creationId xmlns:a16="http://schemas.microsoft.com/office/drawing/2014/main" id="{42B235B7-1B3C-403E-BC4F-0345121EBCC3}"/>
                    </a:ext>
                  </a:extLst>
                </p:cNvPr>
                <p:cNvSpPr>
                  <a:spLocks noChangeShapeType="1"/>
                </p:cNvSpPr>
                <p:nvPr/>
              </p:nvSpPr>
              <p:spPr bwMode="auto">
                <a:xfrm>
                  <a:off x="120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6" name="Line 43">
                  <a:extLst>
                    <a:ext uri="{FF2B5EF4-FFF2-40B4-BE49-F238E27FC236}">
                      <a16:creationId xmlns:a16="http://schemas.microsoft.com/office/drawing/2014/main" id="{CEB2C7FC-17AE-47AF-B736-B7C9C4DEF002}"/>
                    </a:ext>
                  </a:extLst>
                </p:cNvPr>
                <p:cNvSpPr>
                  <a:spLocks noChangeShapeType="1"/>
                </p:cNvSpPr>
                <p:nvPr/>
              </p:nvSpPr>
              <p:spPr bwMode="auto">
                <a:xfrm>
                  <a:off x="53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667" name="Line 44">
                  <a:extLst>
                    <a:ext uri="{FF2B5EF4-FFF2-40B4-BE49-F238E27FC236}">
                      <a16:creationId xmlns:a16="http://schemas.microsoft.com/office/drawing/2014/main" id="{8CA6DAC6-43DB-4A72-ADDF-FF1A10580EA9}"/>
                    </a:ext>
                  </a:extLst>
                </p:cNvPr>
                <p:cNvSpPr>
                  <a:spLocks noChangeShapeType="1"/>
                </p:cNvSpPr>
                <p:nvPr/>
              </p:nvSpPr>
              <p:spPr bwMode="auto">
                <a:xfrm>
                  <a:off x="72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65626" name="Text Box 45">
                <a:extLst>
                  <a:ext uri="{FF2B5EF4-FFF2-40B4-BE49-F238E27FC236}">
                    <a16:creationId xmlns:a16="http://schemas.microsoft.com/office/drawing/2014/main" id="{BF406501-9F8A-4480-8849-4B97A57A543C}"/>
                  </a:ext>
                </a:extLst>
              </p:cNvPr>
              <p:cNvSpPr txBox="1">
                <a:spLocks noChangeArrowheads="1"/>
              </p:cNvSpPr>
              <p:nvPr/>
            </p:nvSpPr>
            <p:spPr bwMode="auto">
              <a:xfrm>
                <a:off x="1200"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TENLOT</a:t>
                </a:r>
              </a:p>
            </p:txBody>
          </p:sp>
          <p:sp>
            <p:nvSpPr>
              <p:cNvPr id="65627" name="Text Box 46">
                <a:extLst>
                  <a:ext uri="{FF2B5EF4-FFF2-40B4-BE49-F238E27FC236}">
                    <a16:creationId xmlns:a16="http://schemas.microsoft.com/office/drawing/2014/main" id="{FDEB496A-301B-48B3-BF09-DADAD781673A}"/>
                  </a:ext>
                </a:extLst>
              </p:cNvPr>
              <p:cNvSpPr txBox="1">
                <a:spLocks noChangeArrowheads="1"/>
              </p:cNvSpPr>
              <p:nvPr/>
            </p:nvSpPr>
            <p:spPr bwMode="auto">
              <a:xfrm>
                <a:off x="1200" y="100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65628" name="Text Box 47">
                <a:extLst>
                  <a:ext uri="{FF2B5EF4-FFF2-40B4-BE49-F238E27FC236}">
                    <a16:creationId xmlns:a16="http://schemas.microsoft.com/office/drawing/2014/main" id="{88E9421B-B0C1-4D2B-8DD5-FB42E8FE98C2}"/>
                  </a:ext>
                </a:extLst>
              </p:cNvPr>
              <p:cNvSpPr txBox="1">
                <a:spLocks noChangeArrowheads="1"/>
              </p:cNvSpPr>
              <p:nvPr/>
            </p:nvSpPr>
            <p:spPr bwMode="auto">
              <a:xfrm>
                <a:off x="1200" y="120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Manh</a:t>
                </a:r>
              </a:p>
            </p:txBody>
          </p:sp>
          <p:sp>
            <p:nvSpPr>
              <p:cNvPr id="65629" name="Text Box 48">
                <a:extLst>
                  <a:ext uri="{FF2B5EF4-FFF2-40B4-BE49-F238E27FC236}">
                    <a16:creationId xmlns:a16="http://schemas.microsoft.com/office/drawing/2014/main" id="{035A150D-FC2F-449D-843D-C2706F92CBE4}"/>
                  </a:ext>
                </a:extLst>
              </p:cNvPr>
              <p:cNvSpPr txBox="1">
                <a:spLocks noChangeArrowheads="1"/>
              </p:cNvSpPr>
              <p:nvPr/>
            </p:nvSpPr>
            <p:spPr bwMode="auto">
              <a:xfrm>
                <a:off x="1728" y="158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65630" name="Text Box 49">
                <a:extLst>
                  <a:ext uri="{FF2B5EF4-FFF2-40B4-BE49-F238E27FC236}">
                    <a16:creationId xmlns:a16="http://schemas.microsoft.com/office/drawing/2014/main" id="{49755CC4-70D5-4C37-A504-7CE7FB1C0844}"/>
                  </a:ext>
                </a:extLst>
              </p:cNvPr>
              <p:cNvSpPr txBox="1">
                <a:spLocks noChangeArrowheads="1"/>
              </p:cNvSpPr>
              <p:nvPr/>
            </p:nvSpPr>
            <p:spPr bwMode="auto">
              <a:xfrm>
                <a:off x="672" y="158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65631" name="Text Box 50">
                <a:extLst>
                  <a:ext uri="{FF2B5EF4-FFF2-40B4-BE49-F238E27FC236}">
                    <a16:creationId xmlns:a16="http://schemas.microsoft.com/office/drawing/2014/main" id="{E49BEC7A-5BC4-4B51-B3DA-249E3335FF09}"/>
                  </a:ext>
                </a:extLst>
              </p:cNvPr>
              <p:cNvSpPr txBox="1">
                <a:spLocks noChangeArrowheads="1"/>
              </p:cNvSpPr>
              <p:nvPr/>
            </p:nvSpPr>
            <p:spPr bwMode="auto">
              <a:xfrm>
                <a:off x="2256" y="158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65632" name="Text Box 51">
                <a:extLst>
                  <a:ext uri="{FF2B5EF4-FFF2-40B4-BE49-F238E27FC236}">
                    <a16:creationId xmlns:a16="http://schemas.microsoft.com/office/drawing/2014/main" id="{F4F93CB2-3C53-4111-ABB6-22E65CEB8A44}"/>
                  </a:ext>
                </a:extLst>
              </p:cNvPr>
              <p:cNvSpPr txBox="1">
                <a:spLocks noChangeArrowheads="1"/>
              </p:cNvSpPr>
              <p:nvPr/>
            </p:nvSpPr>
            <p:spPr bwMode="auto">
              <a:xfrm>
                <a:off x="2976" y="158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 NTH Q1</a:t>
                </a:r>
              </a:p>
            </p:txBody>
          </p:sp>
          <p:sp>
            <p:nvSpPr>
              <p:cNvPr id="65633" name="Text Box 52">
                <a:extLst>
                  <a:ext uri="{FF2B5EF4-FFF2-40B4-BE49-F238E27FC236}">
                    <a16:creationId xmlns:a16="http://schemas.microsoft.com/office/drawing/2014/main" id="{A575CA98-B964-4513-85EC-0F213CA4EB31}"/>
                  </a:ext>
                </a:extLst>
              </p:cNvPr>
              <p:cNvSpPr txBox="1">
                <a:spLocks noChangeArrowheads="1"/>
              </p:cNvSpPr>
              <p:nvPr/>
            </p:nvSpPr>
            <p:spPr bwMode="auto">
              <a:xfrm>
                <a:off x="3696" y="158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5634" name="Text Box 53">
                <a:extLst>
                  <a:ext uri="{FF2B5EF4-FFF2-40B4-BE49-F238E27FC236}">
                    <a16:creationId xmlns:a16="http://schemas.microsoft.com/office/drawing/2014/main" id="{15FD5062-5FE8-4EAC-8947-56C8A704B49D}"/>
                  </a:ext>
                </a:extLst>
              </p:cNvPr>
              <p:cNvSpPr txBox="1">
                <a:spLocks noChangeArrowheads="1"/>
              </p:cNvSpPr>
              <p:nvPr/>
            </p:nvSpPr>
            <p:spPr bwMode="auto">
              <a:xfrm>
                <a:off x="4128" y="158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5635" name="Text Box 54">
                <a:extLst>
                  <a:ext uri="{FF2B5EF4-FFF2-40B4-BE49-F238E27FC236}">
                    <a16:creationId xmlns:a16="http://schemas.microsoft.com/office/drawing/2014/main" id="{5B5CCA46-6ABF-46AD-B449-BCB4535A7FA1}"/>
                  </a:ext>
                </a:extLst>
              </p:cNvPr>
              <p:cNvSpPr txBox="1">
                <a:spLocks noChangeArrowheads="1"/>
              </p:cNvSpPr>
              <p:nvPr/>
            </p:nvSpPr>
            <p:spPr bwMode="auto">
              <a:xfrm>
                <a:off x="5328" y="158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5636" name="Text Box 55">
                <a:extLst>
                  <a:ext uri="{FF2B5EF4-FFF2-40B4-BE49-F238E27FC236}">
                    <a16:creationId xmlns:a16="http://schemas.microsoft.com/office/drawing/2014/main" id="{2C3BF356-2E02-46FB-A7CB-8348BE8D3732}"/>
                  </a:ext>
                </a:extLst>
              </p:cNvPr>
              <p:cNvSpPr txBox="1">
                <a:spLocks noChangeArrowheads="1"/>
              </p:cNvSpPr>
              <p:nvPr/>
            </p:nvSpPr>
            <p:spPr bwMode="auto">
              <a:xfrm>
                <a:off x="48"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999887777</a:t>
                </a:r>
              </a:p>
            </p:txBody>
          </p:sp>
          <p:sp>
            <p:nvSpPr>
              <p:cNvPr id="65637" name="Text Box 56">
                <a:extLst>
                  <a:ext uri="{FF2B5EF4-FFF2-40B4-BE49-F238E27FC236}">
                    <a16:creationId xmlns:a16="http://schemas.microsoft.com/office/drawing/2014/main" id="{5A9B8F73-1882-42CA-8549-FC747B3799CD}"/>
                  </a:ext>
                </a:extLst>
              </p:cNvPr>
              <p:cNvSpPr txBox="1">
                <a:spLocks noChangeArrowheads="1"/>
              </p:cNvSpPr>
              <p:nvPr/>
            </p:nvSpPr>
            <p:spPr bwMode="auto">
              <a:xfrm>
                <a:off x="4656"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5638" name="Text Box 57">
                <a:extLst>
                  <a:ext uri="{FF2B5EF4-FFF2-40B4-BE49-F238E27FC236}">
                    <a16:creationId xmlns:a16="http://schemas.microsoft.com/office/drawing/2014/main" id="{502064BE-07BC-458A-B879-BB8068457E79}"/>
                  </a:ext>
                </a:extLst>
              </p:cNvPr>
              <p:cNvSpPr txBox="1">
                <a:spLocks noChangeArrowheads="1"/>
              </p:cNvSpPr>
              <p:nvPr/>
            </p:nvSpPr>
            <p:spPr bwMode="auto">
              <a:xfrm>
                <a:off x="1200" y="158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Ngoc</a:t>
                </a:r>
              </a:p>
            </p:txBody>
          </p:sp>
          <p:sp>
            <p:nvSpPr>
              <p:cNvPr id="65639" name="Text Box 58">
                <a:extLst>
                  <a:ext uri="{FF2B5EF4-FFF2-40B4-BE49-F238E27FC236}">
                    <a16:creationId xmlns:a16="http://schemas.microsoft.com/office/drawing/2014/main" id="{E50625AE-ADB6-466D-BF7E-A4E5EBEEC7B3}"/>
                  </a:ext>
                </a:extLst>
              </p:cNvPr>
              <p:cNvSpPr txBox="1">
                <a:spLocks noChangeArrowheads="1"/>
              </p:cNvSpPr>
              <p:nvPr/>
            </p:nvSpPr>
            <p:spPr bwMode="auto">
              <a:xfrm>
                <a:off x="1728"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65640" name="Text Box 59">
                <a:extLst>
                  <a:ext uri="{FF2B5EF4-FFF2-40B4-BE49-F238E27FC236}">
                    <a16:creationId xmlns:a16="http://schemas.microsoft.com/office/drawing/2014/main" id="{D8D95B21-F83C-4F38-8312-16B20382F3FF}"/>
                  </a:ext>
                </a:extLst>
              </p:cNvPr>
              <p:cNvSpPr txBox="1">
                <a:spLocks noChangeArrowheads="1"/>
              </p:cNvSpPr>
              <p:nvPr/>
            </p:nvSpPr>
            <p:spPr bwMode="auto">
              <a:xfrm>
                <a:off x="672" y="177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65641" name="Text Box 60">
                <a:extLst>
                  <a:ext uri="{FF2B5EF4-FFF2-40B4-BE49-F238E27FC236}">
                    <a16:creationId xmlns:a16="http://schemas.microsoft.com/office/drawing/2014/main" id="{5E3373E6-C8D0-414B-A810-8A135A59F175}"/>
                  </a:ext>
                </a:extLst>
              </p:cNvPr>
              <p:cNvSpPr txBox="1">
                <a:spLocks noChangeArrowheads="1"/>
              </p:cNvSpPr>
              <p:nvPr/>
            </p:nvSpPr>
            <p:spPr bwMode="auto">
              <a:xfrm>
                <a:off x="2256" y="177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07620/1951</a:t>
                </a:r>
              </a:p>
            </p:txBody>
          </p:sp>
          <p:sp>
            <p:nvSpPr>
              <p:cNvPr id="65642" name="Text Box 61">
                <a:extLst>
                  <a:ext uri="{FF2B5EF4-FFF2-40B4-BE49-F238E27FC236}">
                    <a16:creationId xmlns:a16="http://schemas.microsoft.com/office/drawing/2014/main" id="{4EAF913B-579B-4578-BC8F-54BCD15C9CE9}"/>
                  </a:ext>
                </a:extLst>
              </p:cNvPr>
              <p:cNvSpPr txBox="1">
                <a:spLocks noChangeArrowheads="1"/>
              </p:cNvSpPr>
              <p:nvPr/>
            </p:nvSpPr>
            <p:spPr bwMode="auto">
              <a:xfrm>
                <a:off x="2976" y="177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219 TD Q3</a:t>
                </a:r>
              </a:p>
            </p:txBody>
          </p:sp>
          <p:sp>
            <p:nvSpPr>
              <p:cNvPr id="65643" name="Text Box 62">
                <a:extLst>
                  <a:ext uri="{FF2B5EF4-FFF2-40B4-BE49-F238E27FC236}">
                    <a16:creationId xmlns:a16="http://schemas.microsoft.com/office/drawing/2014/main" id="{11EC65EC-003F-478E-92D4-D39346F5F79A}"/>
                  </a:ext>
                </a:extLst>
              </p:cNvPr>
              <p:cNvSpPr txBox="1">
                <a:spLocks noChangeArrowheads="1"/>
              </p:cNvSpPr>
              <p:nvPr/>
            </p:nvSpPr>
            <p:spPr bwMode="auto">
              <a:xfrm>
                <a:off x="3696" y="177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5644" name="Text Box 63">
                <a:extLst>
                  <a:ext uri="{FF2B5EF4-FFF2-40B4-BE49-F238E27FC236}">
                    <a16:creationId xmlns:a16="http://schemas.microsoft.com/office/drawing/2014/main" id="{CE46DAE5-6375-447C-8FC7-654296169FC8}"/>
                  </a:ext>
                </a:extLst>
              </p:cNvPr>
              <p:cNvSpPr txBox="1">
                <a:spLocks noChangeArrowheads="1"/>
              </p:cNvSpPr>
              <p:nvPr/>
            </p:nvSpPr>
            <p:spPr bwMode="auto">
              <a:xfrm>
                <a:off x="4128"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65645" name="Text Box 64">
                <a:extLst>
                  <a:ext uri="{FF2B5EF4-FFF2-40B4-BE49-F238E27FC236}">
                    <a16:creationId xmlns:a16="http://schemas.microsoft.com/office/drawing/2014/main" id="{5DCA0068-7469-4072-92A4-CEC2BAFE478C}"/>
                  </a:ext>
                </a:extLst>
              </p:cNvPr>
              <p:cNvSpPr txBox="1">
                <a:spLocks noChangeArrowheads="1"/>
              </p:cNvSpPr>
              <p:nvPr/>
            </p:nvSpPr>
            <p:spPr bwMode="auto">
              <a:xfrm>
                <a:off x="5328" y="177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5646" name="Text Box 65">
                <a:extLst>
                  <a:ext uri="{FF2B5EF4-FFF2-40B4-BE49-F238E27FC236}">
                    <a16:creationId xmlns:a16="http://schemas.microsoft.com/office/drawing/2014/main" id="{EE1BB2C2-ACAF-47A0-9E43-0934FC9B50BB}"/>
                  </a:ext>
                </a:extLst>
              </p:cNvPr>
              <p:cNvSpPr txBox="1">
                <a:spLocks noChangeArrowheads="1"/>
              </p:cNvSpPr>
              <p:nvPr/>
            </p:nvSpPr>
            <p:spPr bwMode="auto">
              <a:xfrm>
                <a:off x="48"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5647" name="Text Box 66">
                <a:extLst>
                  <a:ext uri="{FF2B5EF4-FFF2-40B4-BE49-F238E27FC236}">
                    <a16:creationId xmlns:a16="http://schemas.microsoft.com/office/drawing/2014/main" id="{EC2860F5-FCD8-402C-B6F3-D6072F0BB16F}"/>
                  </a:ext>
                </a:extLst>
              </p:cNvPr>
              <p:cNvSpPr txBox="1">
                <a:spLocks noChangeArrowheads="1"/>
              </p:cNvSpPr>
              <p:nvPr/>
            </p:nvSpPr>
            <p:spPr bwMode="auto">
              <a:xfrm>
                <a:off x="4656"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648" name="Text Box 67">
                <a:extLst>
                  <a:ext uri="{FF2B5EF4-FFF2-40B4-BE49-F238E27FC236}">
                    <a16:creationId xmlns:a16="http://schemas.microsoft.com/office/drawing/2014/main" id="{F5D5756F-AD96-433E-8BC7-03A5FFF35F47}"/>
                  </a:ext>
                </a:extLst>
              </p:cNvPr>
              <p:cNvSpPr txBox="1">
                <a:spLocks noChangeArrowheads="1"/>
              </p:cNvSpPr>
              <p:nvPr/>
            </p:nvSpPr>
            <p:spPr bwMode="auto">
              <a:xfrm>
                <a:off x="1200" y="177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Quynh</a:t>
                </a:r>
              </a:p>
            </p:txBody>
          </p:sp>
          <p:sp>
            <p:nvSpPr>
              <p:cNvPr id="65649" name="Text Box 68">
                <a:extLst>
                  <a:ext uri="{FF2B5EF4-FFF2-40B4-BE49-F238E27FC236}">
                    <a16:creationId xmlns:a16="http://schemas.microsoft.com/office/drawing/2014/main" id="{511A37D9-C000-4B4E-913B-FB887845491D}"/>
                  </a:ext>
                </a:extLst>
              </p:cNvPr>
              <p:cNvSpPr txBox="1">
                <a:spLocks noChangeArrowheads="1"/>
              </p:cNvSpPr>
              <p:nvPr/>
            </p:nvSpPr>
            <p:spPr bwMode="auto">
              <a:xfrm>
                <a:off x="1728" y="216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65650" name="Text Box 69">
                <a:extLst>
                  <a:ext uri="{FF2B5EF4-FFF2-40B4-BE49-F238E27FC236}">
                    <a16:creationId xmlns:a16="http://schemas.microsoft.com/office/drawing/2014/main" id="{1603C131-ACE6-4E41-BE71-7889580FF456}"/>
                  </a:ext>
                </a:extLst>
              </p:cNvPr>
              <p:cNvSpPr txBox="1">
                <a:spLocks noChangeArrowheads="1"/>
              </p:cNvSpPr>
              <p:nvPr/>
            </p:nvSpPr>
            <p:spPr bwMode="auto">
              <a:xfrm>
                <a:off x="672" y="216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65651" name="Text Box 70">
                <a:extLst>
                  <a:ext uri="{FF2B5EF4-FFF2-40B4-BE49-F238E27FC236}">
                    <a16:creationId xmlns:a16="http://schemas.microsoft.com/office/drawing/2014/main" id="{EF7D8A35-244F-478F-A27E-D98BD32DDB4D}"/>
                  </a:ext>
                </a:extLst>
              </p:cNvPr>
              <p:cNvSpPr txBox="1">
                <a:spLocks noChangeArrowheads="1"/>
              </p:cNvSpPr>
              <p:nvPr/>
            </p:nvSpPr>
            <p:spPr bwMode="auto">
              <a:xfrm>
                <a:off x="2256" y="216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11/10/1945</a:t>
                </a:r>
              </a:p>
            </p:txBody>
          </p:sp>
          <p:sp>
            <p:nvSpPr>
              <p:cNvPr id="65652" name="Text Box 71">
                <a:extLst>
                  <a:ext uri="{FF2B5EF4-FFF2-40B4-BE49-F238E27FC236}">
                    <a16:creationId xmlns:a16="http://schemas.microsoft.com/office/drawing/2014/main" id="{94F6D224-399A-44E8-A37C-38ED327F04F8}"/>
                  </a:ext>
                </a:extLst>
              </p:cNvPr>
              <p:cNvSpPr txBox="1">
                <a:spLocks noChangeArrowheads="1"/>
              </p:cNvSpPr>
              <p:nvPr/>
            </p:nvSpPr>
            <p:spPr bwMode="auto">
              <a:xfrm>
                <a:off x="2976" y="216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450 TV HN</a:t>
                </a:r>
              </a:p>
            </p:txBody>
          </p:sp>
          <p:sp>
            <p:nvSpPr>
              <p:cNvPr id="65653" name="Text Box 72">
                <a:extLst>
                  <a:ext uri="{FF2B5EF4-FFF2-40B4-BE49-F238E27FC236}">
                    <a16:creationId xmlns:a16="http://schemas.microsoft.com/office/drawing/2014/main" id="{CF341005-DF9C-41AE-A487-D0782AE3B1AC}"/>
                  </a:ext>
                </a:extLst>
              </p:cNvPr>
              <p:cNvSpPr txBox="1">
                <a:spLocks noChangeArrowheads="1"/>
              </p:cNvSpPr>
              <p:nvPr/>
            </p:nvSpPr>
            <p:spPr bwMode="auto">
              <a:xfrm>
                <a:off x="3696" y="216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5654" name="Text Box 73">
                <a:extLst>
                  <a:ext uri="{FF2B5EF4-FFF2-40B4-BE49-F238E27FC236}">
                    <a16:creationId xmlns:a16="http://schemas.microsoft.com/office/drawing/2014/main" id="{ED0B6A31-9A9E-4B13-8101-FB053CCDBF2B}"/>
                  </a:ext>
                </a:extLst>
              </p:cNvPr>
              <p:cNvSpPr txBox="1">
                <a:spLocks noChangeArrowheads="1"/>
              </p:cNvSpPr>
              <p:nvPr/>
            </p:nvSpPr>
            <p:spPr bwMode="auto">
              <a:xfrm>
                <a:off x="4128" y="216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55000</a:t>
                </a:r>
              </a:p>
            </p:txBody>
          </p:sp>
          <p:sp>
            <p:nvSpPr>
              <p:cNvPr id="65655" name="Text Box 74">
                <a:extLst>
                  <a:ext uri="{FF2B5EF4-FFF2-40B4-BE49-F238E27FC236}">
                    <a16:creationId xmlns:a16="http://schemas.microsoft.com/office/drawing/2014/main" id="{01D5D8EE-D765-4664-BB1E-052E487599E6}"/>
                  </a:ext>
                </a:extLst>
              </p:cNvPr>
              <p:cNvSpPr txBox="1">
                <a:spLocks noChangeArrowheads="1"/>
              </p:cNvSpPr>
              <p:nvPr/>
            </p:nvSpPr>
            <p:spPr bwMode="auto">
              <a:xfrm>
                <a:off x="5328" y="21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5656" name="Text Box 75">
                <a:extLst>
                  <a:ext uri="{FF2B5EF4-FFF2-40B4-BE49-F238E27FC236}">
                    <a16:creationId xmlns:a16="http://schemas.microsoft.com/office/drawing/2014/main" id="{258BFC67-CF81-4DEA-A153-443CC3F3B34C}"/>
                  </a:ext>
                </a:extLst>
              </p:cNvPr>
              <p:cNvSpPr txBox="1">
                <a:spLocks noChangeArrowheads="1"/>
              </p:cNvSpPr>
              <p:nvPr/>
            </p:nvSpPr>
            <p:spPr bwMode="auto">
              <a:xfrm>
                <a:off x="48"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657" name="Text Box 76">
                <a:extLst>
                  <a:ext uri="{FF2B5EF4-FFF2-40B4-BE49-F238E27FC236}">
                    <a16:creationId xmlns:a16="http://schemas.microsoft.com/office/drawing/2014/main" id="{A26DAA91-CCF7-444E-83D5-CF7725605500}"/>
                  </a:ext>
                </a:extLst>
              </p:cNvPr>
              <p:cNvSpPr txBox="1">
                <a:spLocks noChangeArrowheads="1"/>
              </p:cNvSpPr>
              <p:nvPr/>
            </p:nvSpPr>
            <p:spPr bwMode="auto">
              <a:xfrm>
                <a:off x="4656"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65658" name="Text Box 77">
                <a:extLst>
                  <a:ext uri="{FF2B5EF4-FFF2-40B4-BE49-F238E27FC236}">
                    <a16:creationId xmlns:a16="http://schemas.microsoft.com/office/drawing/2014/main" id="{4C1B6843-BBEB-44A5-A80D-4996731B5FF8}"/>
                  </a:ext>
                </a:extLst>
              </p:cNvPr>
              <p:cNvSpPr txBox="1">
                <a:spLocks noChangeArrowheads="1"/>
              </p:cNvSpPr>
              <p:nvPr/>
            </p:nvSpPr>
            <p:spPr bwMode="auto">
              <a:xfrm>
                <a:off x="1200" y="216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Van</a:t>
                </a:r>
              </a:p>
            </p:txBody>
          </p:sp>
        </p:grpSp>
      </p:grpSp>
      <p:grpSp>
        <p:nvGrpSpPr>
          <p:cNvPr id="65542" name="Group 78">
            <a:extLst>
              <a:ext uri="{FF2B5EF4-FFF2-40B4-BE49-F238E27FC236}">
                <a16:creationId xmlns:a16="http://schemas.microsoft.com/office/drawing/2014/main" id="{492EDE0C-C1FC-4DDB-8931-CE78A39BAA04}"/>
              </a:ext>
            </a:extLst>
          </p:cNvPr>
          <p:cNvGrpSpPr>
            <a:grpSpLocks/>
          </p:cNvGrpSpPr>
          <p:nvPr/>
        </p:nvGrpSpPr>
        <p:grpSpPr bwMode="auto">
          <a:xfrm>
            <a:off x="2895600" y="4191000"/>
            <a:ext cx="3048000" cy="2362200"/>
            <a:chOff x="1824" y="2640"/>
            <a:chExt cx="1920" cy="1488"/>
          </a:xfrm>
        </p:grpSpPr>
        <p:sp>
          <p:nvSpPr>
            <p:cNvPr id="65576" name="Rectangle 79">
              <a:extLst>
                <a:ext uri="{FF2B5EF4-FFF2-40B4-BE49-F238E27FC236}">
                  <a16:creationId xmlns:a16="http://schemas.microsoft.com/office/drawing/2014/main" id="{89F1FBCA-1015-4E4A-A267-98E23401936D}"/>
                </a:ext>
              </a:extLst>
            </p:cNvPr>
            <p:cNvSpPr>
              <a:spLocks noChangeArrowheads="1"/>
            </p:cNvSpPr>
            <p:nvPr/>
          </p:nvSpPr>
          <p:spPr bwMode="auto">
            <a:xfrm>
              <a:off x="1872" y="3888"/>
              <a:ext cx="1680" cy="192"/>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5577" name="Rectangle 80">
              <a:extLst>
                <a:ext uri="{FF2B5EF4-FFF2-40B4-BE49-F238E27FC236}">
                  <a16:creationId xmlns:a16="http://schemas.microsoft.com/office/drawing/2014/main" id="{771D63AF-9080-4592-9058-5D7032C9CDBB}"/>
                </a:ext>
              </a:extLst>
            </p:cNvPr>
            <p:cNvSpPr>
              <a:spLocks noChangeArrowheads="1"/>
            </p:cNvSpPr>
            <p:nvPr/>
          </p:nvSpPr>
          <p:spPr bwMode="auto">
            <a:xfrm>
              <a:off x="1872" y="3312"/>
              <a:ext cx="1680" cy="384"/>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5578" name="Line 81">
              <a:extLst>
                <a:ext uri="{FF2B5EF4-FFF2-40B4-BE49-F238E27FC236}">
                  <a16:creationId xmlns:a16="http://schemas.microsoft.com/office/drawing/2014/main" id="{D7C6C438-421A-41A9-A624-7195089C67DC}"/>
                </a:ext>
              </a:extLst>
            </p:cNvPr>
            <p:cNvSpPr>
              <a:spLocks noChangeShapeType="1"/>
            </p:cNvSpPr>
            <p:nvPr/>
          </p:nvSpPr>
          <p:spPr bwMode="auto">
            <a:xfrm>
              <a:off x="1824" y="2880"/>
              <a:ext cx="19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5579" name="Text Box 82">
              <a:extLst>
                <a:ext uri="{FF2B5EF4-FFF2-40B4-BE49-F238E27FC236}">
                  <a16:creationId xmlns:a16="http://schemas.microsoft.com/office/drawing/2014/main" id="{5069930C-BAA0-4F50-9DC8-C9C9ADE205DD}"/>
                </a:ext>
              </a:extLst>
            </p:cNvPr>
            <p:cNvSpPr txBox="1">
              <a:spLocks noChangeArrowheads="1"/>
            </p:cNvSpPr>
            <p:nvPr/>
          </p:nvSpPr>
          <p:spPr bwMode="auto">
            <a:xfrm>
              <a:off x="2592" y="264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SODA</a:t>
              </a:r>
            </a:p>
          </p:txBody>
        </p:sp>
        <p:sp>
          <p:nvSpPr>
            <p:cNvPr id="65580" name="Text Box 83">
              <a:extLst>
                <a:ext uri="{FF2B5EF4-FFF2-40B4-BE49-F238E27FC236}">
                  <a16:creationId xmlns:a16="http://schemas.microsoft.com/office/drawing/2014/main" id="{556D9DBA-FE53-4DF0-91E0-421DD0742403}"/>
                </a:ext>
              </a:extLst>
            </p:cNvPr>
            <p:cNvSpPr txBox="1">
              <a:spLocks noChangeArrowheads="1"/>
            </p:cNvSpPr>
            <p:nvPr/>
          </p:nvSpPr>
          <p:spPr bwMode="auto">
            <a:xfrm>
              <a:off x="3024" y="264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THOIGIAN</a:t>
              </a:r>
            </a:p>
          </p:txBody>
        </p:sp>
        <p:sp>
          <p:nvSpPr>
            <p:cNvPr id="65581" name="Text Box 84">
              <a:extLst>
                <a:ext uri="{FF2B5EF4-FFF2-40B4-BE49-F238E27FC236}">
                  <a16:creationId xmlns:a16="http://schemas.microsoft.com/office/drawing/2014/main" id="{9C06C13C-CD71-4599-B624-18658058A56D}"/>
                </a:ext>
              </a:extLst>
            </p:cNvPr>
            <p:cNvSpPr txBox="1">
              <a:spLocks noChangeArrowheads="1"/>
            </p:cNvSpPr>
            <p:nvPr/>
          </p:nvSpPr>
          <p:spPr bwMode="auto">
            <a:xfrm>
              <a:off x="1920" y="264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MA_NVIEN</a:t>
              </a:r>
            </a:p>
          </p:txBody>
        </p:sp>
        <p:grpSp>
          <p:nvGrpSpPr>
            <p:cNvPr id="65582" name="Group 85">
              <a:extLst>
                <a:ext uri="{FF2B5EF4-FFF2-40B4-BE49-F238E27FC236}">
                  <a16:creationId xmlns:a16="http://schemas.microsoft.com/office/drawing/2014/main" id="{84D183D3-488F-4B81-A183-87D42D5E5F80}"/>
                </a:ext>
              </a:extLst>
            </p:cNvPr>
            <p:cNvGrpSpPr>
              <a:grpSpLocks/>
            </p:cNvGrpSpPr>
            <p:nvPr/>
          </p:nvGrpSpPr>
          <p:grpSpPr bwMode="auto">
            <a:xfrm>
              <a:off x="2592" y="2640"/>
              <a:ext cx="432" cy="1488"/>
              <a:chOff x="1200" y="1632"/>
              <a:chExt cx="432" cy="1632"/>
            </a:xfrm>
          </p:grpSpPr>
          <p:sp>
            <p:nvSpPr>
              <p:cNvPr id="65592" name="Line 86">
                <a:extLst>
                  <a:ext uri="{FF2B5EF4-FFF2-40B4-BE49-F238E27FC236}">
                    <a16:creationId xmlns:a16="http://schemas.microsoft.com/office/drawing/2014/main" id="{BB3F4D3B-125D-4635-A9FB-563C02CBE7A4}"/>
                  </a:ext>
                </a:extLst>
              </p:cNvPr>
              <p:cNvSpPr>
                <a:spLocks noChangeShapeType="1"/>
              </p:cNvSpPr>
              <p:nvPr/>
            </p:nvSpPr>
            <p:spPr bwMode="auto">
              <a:xfrm>
                <a:off x="1632"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5593" name="Line 87">
                <a:extLst>
                  <a:ext uri="{FF2B5EF4-FFF2-40B4-BE49-F238E27FC236}">
                    <a16:creationId xmlns:a16="http://schemas.microsoft.com/office/drawing/2014/main" id="{4EEDFC41-8743-45A9-A7C4-6AC7EE2B401B}"/>
                  </a:ext>
                </a:extLst>
              </p:cNvPr>
              <p:cNvSpPr>
                <a:spLocks noChangeShapeType="1"/>
              </p:cNvSpPr>
              <p:nvPr/>
            </p:nvSpPr>
            <p:spPr bwMode="auto">
              <a:xfrm>
                <a:off x="1200"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65583" name="Text Box 88">
              <a:extLst>
                <a:ext uri="{FF2B5EF4-FFF2-40B4-BE49-F238E27FC236}">
                  <a16:creationId xmlns:a16="http://schemas.microsoft.com/office/drawing/2014/main" id="{6A340945-B47D-45CC-A100-D17086967198}"/>
                </a:ext>
              </a:extLst>
            </p:cNvPr>
            <p:cNvSpPr txBox="1">
              <a:spLocks noChangeArrowheads="1"/>
            </p:cNvSpPr>
            <p:nvPr/>
          </p:nvSpPr>
          <p:spPr bwMode="auto">
            <a:xfrm>
              <a:off x="2592" y="292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65584" name="Text Box 89">
              <a:extLst>
                <a:ext uri="{FF2B5EF4-FFF2-40B4-BE49-F238E27FC236}">
                  <a16:creationId xmlns:a16="http://schemas.microsoft.com/office/drawing/2014/main" id="{7F2CC5DE-24BD-4757-A24A-FC209A213B5B}"/>
                </a:ext>
              </a:extLst>
            </p:cNvPr>
            <p:cNvSpPr txBox="1">
              <a:spLocks noChangeArrowheads="1"/>
            </p:cNvSpPr>
            <p:nvPr/>
          </p:nvSpPr>
          <p:spPr bwMode="auto">
            <a:xfrm>
              <a:off x="3072" y="29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65585" name="Text Box 90">
              <a:extLst>
                <a:ext uri="{FF2B5EF4-FFF2-40B4-BE49-F238E27FC236}">
                  <a16:creationId xmlns:a16="http://schemas.microsoft.com/office/drawing/2014/main" id="{10A153C2-9DBF-4862-9FD2-856D961A147F}"/>
                </a:ext>
              </a:extLst>
            </p:cNvPr>
            <p:cNvSpPr txBox="1">
              <a:spLocks noChangeArrowheads="1"/>
            </p:cNvSpPr>
            <p:nvPr/>
          </p:nvSpPr>
          <p:spPr bwMode="auto">
            <a:xfrm>
              <a:off x="1920" y="29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5586" name="Text Box 91">
              <a:extLst>
                <a:ext uri="{FF2B5EF4-FFF2-40B4-BE49-F238E27FC236}">
                  <a16:creationId xmlns:a16="http://schemas.microsoft.com/office/drawing/2014/main" id="{143F81EA-7A83-4E12-9CEA-E257FF22C5E3}"/>
                </a:ext>
              </a:extLst>
            </p:cNvPr>
            <p:cNvSpPr txBox="1">
              <a:spLocks noChangeArrowheads="1"/>
            </p:cNvSpPr>
            <p:nvPr/>
          </p:nvSpPr>
          <p:spPr bwMode="auto">
            <a:xfrm>
              <a:off x="2592" y="312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a:t>
              </a:r>
            </a:p>
          </p:txBody>
        </p:sp>
        <p:sp>
          <p:nvSpPr>
            <p:cNvPr id="65587" name="Text Box 92">
              <a:extLst>
                <a:ext uri="{FF2B5EF4-FFF2-40B4-BE49-F238E27FC236}">
                  <a16:creationId xmlns:a16="http://schemas.microsoft.com/office/drawing/2014/main" id="{2025B58F-6BCB-409E-BE86-0C8E5AF1B5AF}"/>
                </a:ext>
              </a:extLst>
            </p:cNvPr>
            <p:cNvSpPr txBox="1">
              <a:spLocks noChangeArrowheads="1"/>
            </p:cNvSpPr>
            <p:nvPr/>
          </p:nvSpPr>
          <p:spPr bwMode="auto">
            <a:xfrm>
              <a:off x="3072" y="31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65588" name="Text Box 93">
              <a:extLst>
                <a:ext uri="{FF2B5EF4-FFF2-40B4-BE49-F238E27FC236}">
                  <a16:creationId xmlns:a16="http://schemas.microsoft.com/office/drawing/2014/main" id="{5E7F7C3A-6BBF-4873-A3A7-BC560035268F}"/>
                </a:ext>
              </a:extLst>
            </p:cNvPr>
            <p:cNvSpPr txBox="1">
              <a:spLocks noChangeArrowheads="1"/>
            </p:cNvSpPr>
            <p:nvPr/>
          </p:nvSpPr>
          <p:spPr bwMode="auto">
            <a:xfrm>
              <a:off x="1920" y="31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5589" name="Text Box 94">
              <a:extLst>
                <a:ext uri="{FF2B5EF4-FFF2-40B4-BE49-F238E27FC236}">
                  <a16:creationId xmlns:a16="http://schemas.microsoft.com/office/drawing/2014/main" id="{F97ECEB5-CE7F-4991-9160-F8C57656BC7D}"/>
                </a:ext>
              </a:extLst>
            </p:cNvPr>
            <p:cNvSpPr txBox="1">
              <a:spLocks noChangeArrowheads="1"/>
            </p:cNvSpPr>
            <p:nvPr/>
          </p:nvSpPr>
          <p:spPr bwMode="auto">
            <a:xfrm>
              <a:off x="2592"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65590" name="Text Box 95">
              <a:extLst>
                <a:ext uri="{FF2B5EF4-FFF2-40B4-BE49-F238E27FC236}">
                  <a16:creationId xmlns:a16="http://schemas.microsoft.com/office/drawing/2014/main" id="{95AFA476-F018-4C5C-866D-74B5079A88C0}"/>
                </a:ext>
              </a:extLst>
            </p:cNvPr>
            <p:cNvSpPr txBox="1">
              <a:spLocks noChangeArrowheads="1"/>
            </p:cNvSpPr>
            <p:nvPr/>
          </p:nvSpPr>
          <p:spPr bwMode="auto">
            <a:xfrm>
              <a:off x="3072"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65591" name="Text Box 96">
              <a:extLst>
                <a:ext uri="{FF2B5EF4-FFF2-40B4-BE49-F238E27FC236}">
                  <a16:creationId xmlns:a16="http://schemas.microsoft.com/office/drawing/2014/main" id="{9269BBFD-925E-41F4-BB9C-43DA5D81BCC0}"/>
                </a:ext>
              </a:extLst>
            </p:cNvPr>
            <p:cNvSpPr txBox="1">
              <a:spLocks noChangeArrowheads="1"/>
            </p:cNvSpPr>
            <p:nvPr/>
          </p:nvSpPr>
          <p:spPr bwMode="auto">
            <a:xfrm>
              <a:off x="1920" y="36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grpSp>
    </p:spTree>
    <p:extLst>
      <p:ext uri="{BB962C8B-B14F-4D97-AF65-F5344CB8AC3E}">
        <p14:creationId xmlns:p14="http://schemas.microsoft.com/office/powerpoint/2010/main" val="131949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Date Placeholder 3">
            <a:extLst>
              <a:ext uri="{FF2B5EF4-FFF2-40B4-BE49-F238E27FC236}">
                <a16:creationId xmlns:a16="http://schemas.microsoft.com/office/drawing/2014/main" id="{60EB6E34-EBC2-4822-B409-365497E2F74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7587" name="Slide Number Placeholder 5">
            <a:extLst>
              <a:ext uri="{FF2B5EF4-FFF2-40B4-BE49-F238E27FC236}">
                <a16:creationId xmlns:a16="http://schemas.microsoft.com/office/drawing/2014/main" id="{DDD389C3-FDF2-456C-BA65-86DFE26470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E606336-CA7F-4393-AD5A-49CC23FC29F1}" type="slidenum">
              <a:rPr lang="en-US" altLang="en-US" sz="1000"/>
              <a:pPr algn="r">
                <a:spcBef>
                  <a:spcPct val="0"/>
                </a:spcBef>
                <a:buClrTx/>
                <a:buFontTx/>
                <a:buNone/>
              </a:pPr>
              <a:t>48</a:t>
            </a:fld>
            <a:endParaRPr lang="en-US" altLang="en-US" sz="1000"/>
          </a:p>
        </p:txBody>
      </p:sp>
      <p:sp>
        <p:nvSpPr>
          <p:cNvPr id="67588" name="Rectangle 2">
            <a:extLst>
              <a:ext uri="{FF2B5EF4-FFF2-40B4-BE49-F238E27FC236}">
                <a16:creationId xmlns:a16="http://schemas.microsoft.com/office/drawing/2014/main" id="{23029AD3-40F6-4E10-B5D4-CF1372B3BE09}"/>
              </a:ext>
            </a:extLst>
          </p:cNvPr>
          <p:cNvSpPr>
            <a:spLocks noChangeArrowheads="1"/>
          </p:cNvSpPr>
          <p:nvPr/>
        </p:nvSpPr>
        <p:spPr bwMode="auto">
          <a:xfrm>
            <a:off x="1600200" y="2133600"/>
            <a:ext cx="4648200" cy="304800"/>
          </a:xfrm>
          <a:prstGeom prst="rect">
            <a:avLst/>
          </a:prstGeom>
          <a:solidFill>
            <a:srgbClr val="99CCFF">
              <a:alpha val="79999"/>
            </a:srgbClr>
          </a:solidFill>
          <a:ln w="12700" algn="ctr">
            <a:solidFill>
              <a:srgbClr val="99CCFF"/>
            </a:solidFill>
            <a:miter lim="800000"/>
            <a:headEnd/>
            <a:tailEnd/>
          </a:ln>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7589" name="Rectangle 3">
            <a:extLst>
              <a:ext uri="{FF2B5EF4-FFF2-40B4-BE49-F238E27FC236}">
                <a16:creationId xmlns:a16="http://schemas.microsoft.com/office/drawing/2014/main" id="{71BB98CA-8D4A-45BE-ADAC-EE3929BD7A08}"/>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Lệnh</a:t>
            </a:r>
            <a:r>
              <a:rPr lang="en-US" altLang="en-US" sz="3500" dirty="0"/>
              <a:t> DELETE (</a:t>
            </a:r>
            <a:r>
              <a:rPr lang="en-US" altLang="en-US" sz="3500" dirty="0" err="1"/>
              <a:t>tt</a:t>
            </a:r>
            <a:r>
              <a:rPr lang="en-US" altLang="en-US" sz="3500" dirty="0"/>
              <a:t>): SET NULL</a:t>
            </a:r>
          </a:p>
        </p:txBody>
      </p:sp>
      <p:sp>
        <p:nvSpPr>
          <p:cNvPr id="67590" name="Rectangle 4">
            <a:extLst>
              <a:ext uri="{FF2B5EF4-FFF2-40B4-BE49-F238E27FC236}">
                <a16:creationId xmlns:a16="http://schemas.microsoft.com/office/drawing/2014/main" id="{3E364DF4-F0EC-4CBC-9E9F-432970360E9A}"/>
              </a:ext>
            </a:extLst>
          </p:cNvPr>
          <p:cNvSpPr>
            <a:spLocks noChangeArrowheads="1"/>
          </p:cNvSpPr>
          <p:nvPr/>
        </p:nvSpPr>
        <p:spPr bwMode="auto">
          <a:xfrm>
            <a:off x="76200" y="4191000"/>
            <a:ext cx="8991600" cy="9144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7591" name="Line 5">
            <a:extLst>
              <a:ext uri="{FF2B5EF4-FFF2-40B4-BE49-F238E27FC236}">
                <a16:creationId xmlns:a16="http://schemas.microsoft.com/office/drawing/2014/main" id="{DB2918E7-1BBE-465E-A01E-3CB40FD5BCE7}"/>
              </a:ext>
            </a:extLst>
          </p:cNvPr>
          <p:cNvSpPr>
            <a:spLocks noChangeShapeType="1"/>
          </p:cNvSpPr>
          <p:nvPr/>
        </p:nvSpPr>
        <p:spPr bwMode="auto">
          <a:xfrm>
            <a:off x="76200" y="4114800"/>
            <a:ext cx="8991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592" name="Text Box 6">
            <a:extLst>
              <a:ext uri="{FF2B5EF4-FFF2-40B4-BE49-F238E27FC236}">
                <a16:creationId xmlns:a16="http://schemas.microsoft.com/office/drawing/2014/main" id="{A344D53A-1D49-4848-9D18-7B7725E81EF3}"/>
              </a:ext>
            </a:extLst>
          </p:cNvPr>
          <p:cNvSpPr txBox="1">
            <a:spLocks noChangeArrowheads="1"/>
          </p:cNvSpPr>
          <p:nvPr/>
        </p:nvSpPr>
        <p:spPr bwMode="auto">
          <a:xfrm>
            <a:off x="2743200" y="3810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67593" name="Text Box 7">
            <a:extLst>
              <a:ext uri="{FF2B5EF4-FFF2-40B4-BE49-F238E27FC236}">
                <a16:creationId xmlns:a16="http://schemas.microsoft.com/office/drawing/2014/main" id="{472C999F-2C9F-43A8-A37C-4A11D25ACC72}"/>
              </a:ext>
            </a:extLst>
          </p:cNvPr>
          <p:cNvSpPr txBox="1">
            <a:spLocks noChangeArrowheads="1"/>
          </p:cNvSpPr>
          <p:nvPr/>
        </p:nvSpPr>
        <p:spPr bwMode="auto">
          <a:xfrm>
            <a:off x="1066800" y="3810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67594" name="Text Box 8">
            <a:extLst>
              <a:ext uri="{FF2B5EF4-FFF2-40B4-BE49-F238E27FC236}">
                <a16:creationId xmlns:a16="http://schemas.microsoft.com/office/drawing/2014/main" id="{A2645129-D016-4FE5-9081-FF7914752546}"/>
              </a:ext>
            </a:extLst>
          </p:cNvPr>
          <p:cNvSpPr txBox="1">
            <a:spLocks noChangeArrowheads="1"/>
          </p:cNvSpPr>
          <p:nvPr/>
        </p:nvSpPr>
        <p:spPr bwMode="auto">
          <a:xfrm>
            <a:off x="3581400" y="3810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67595" name="Text Box 9">
            <a:extLst>
              <a:ext uri="{FF2B5EF4-FFF2-40B4-BE49-F238E27FC236}">
                <a16:creationId xmlns:a16="http://schemas.microsoft.com/office/drawing/2014/main" id="{A9ABC080-03F2-45C9-A89A-3A3F4ADB0CAF}"/>
              </a:ext>
            </a:extLst>
          </p:cNvPr>
          <p:cNvSpPr txBox="1">
            <a:spLocks noChangeArrowheads="1"/>
          </p:cNvSpPr>
          <p:nvPr/>
        </p:nvSpPr>
        <p:spPr bwMode="auto">
          <a:xfrm>
            <a:off x="4724400" y="3810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67596" name="Text Box 10">
            <a:extLst>
              <a:ext uri="{FF2B5EF4-FFF2-40B4-BE49-F238E27FC236}">
                <a16:creationId xmlns:a16="http://schemas.microsoft.com/office/drawing/2014/main" id="{81255844-8253-4A9B-A66A-57BE913BE2D5}"/>
              </a:ext>
            </a:extLst>
          </p:cNvPr>
          <p:cNvSpPr txBox="1">
            <a:spLocks noChangeArrowheads="1"/>
          </p:cNvSpPr>
          <p:nvPr/>
        </p:nvSpPr>
        <p:spPr bwMode="auto">
          <a:xfrm>
            <a:off x="5867400" y="38100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67597" name="Text Box 11">
            <a:extLst>
              <a:ext uri="{FF2B5EF4-FFF2-40B4-BE49-F238E27FC236}">
                <a16:creationId xmlns:a16="http://schemas.microsoft.com/office/drawing/2014/main" id="{3E51B040-57AC-40EA-8C83-09F0AFC9E797}"/>
              </a:ext>
            </a:extLst>
          </p:cNvPr>
          <p:cNvSpPr txBox="1">
            <a:spLocks noChangeArrowheads="1"/>
          </p:cNvSpPr>
          <p:nvPr/>
        </p:nvSpPr>
        <p:spPr bwMode="auto">
          <a:xfrm>
            <a:off x="6553200" y="3810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67598" name="Text Box 12">
            <a:extLst>
              <a:ext uri="{FF2B5EF4-FFF2-40B4-BE49-F238E27FC236}">
                <a16:creationId xmlns:a16="http://schemas.microsoft.com/office/drawing/2014/main" id="{6A77E226-EC8F-483A-9D33-9FF9C3568C18}"/>
              </a:ext>
            </a:extLst>
          </p:cNvPr>
          <p:cNvSpPr txBox="1">
            <a:spLocks noChangeArrowheads="1"/>
          </p:cNvSpPr>
          <p:nvPr/>
        </p:nvSpPr>
        <p:spPr bwMode="auto">
          <a:xfrm>
            <a:off x="8458200" y="38100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67599" name="Text Box 13">
            <a:extLst>
              <a:ext uri="{FF2B5EF4-FFF2-40B4-BE49-F238E27FC236}">
                <a16:creationId xmlns:a16="http://schemas.microsoft.com/office/drawing/2014/main" id="{9B7893D1-3970-4DF7-B02D-26E74FE40996}"/>
              </a:ext>
            </a:extLst>
          </p:cNvPr>
          <p:cNvSpPr txBox="1">
            <a:spLocks noChangeArrowheads="1"/>
          </p:cNvSpPr>
          <p:nvPr/>
        </p:nvSpPr>
        <p:spPr bwMode="auto">
          <a:xfrm>
            <a:off x="2743200" y="4191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67600" name="Text Box 14">
            <a:extLst>
              <a:ext uri="{FF2B5EF4-FFF2-40B4-BE49-F238E27FC236}">
                <a16:creationId xmlns:a16="http://schemas.microsoft.com/office/drawing/2014/main" id="{9C029AED-E676-4F76-88A9-BF6C91AECAF4}"/>
              </a:ext>
            </a:extLst>
          </p:cNvPr>
          <p:cNvSpPr txBox="1">
            <a:spLocks noChangeArrowheads="1"/>
          </p:cNvSpPr>
          <p:nvPr/>
        </p:nvSpPr>
        <p:spPr bwMode="auto">
          <a:xfrm>
            <a:off x="1066800" y="4191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7601" name="Text Box 15">
            <a:extLst>
              <a:ext uri="{FF2B5EF4-FFF2-40B4-BE49-F238E27FC236}">
                <a16:creationId xmlns:a16="http://schemas.microsoft.com/office/drawing/2014/main" id="{6E8C7500-1AD2-4E2E-BBAE-55F1137900FD}"/>
              </a:ext>
            </a:extLst>
          </p:cNvPr>
          <p:cNvSpPr txBox="1">
            <a:spLocks noChangeArrowheads="1"/>
          </p:cNvSpPr>
          <p:nvPr/>
        </p:nvSpPr>
        <p:spPr bwMode="auto">
          <a:xfrm>
            <a:off x="3581400" y="4191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67602" name="Text Box 16">
            <a:extLst>
              <a:ext uri="{FF2B5EF4-FFF2-40B4-BE49-F238E27FC236}">
                <a16:creationId xmlns:a16="http://schemas.microsoft.com/office/drawing/2014/main" id="{AD45AACF-45D7-41AC-9429-7229FC4DD98F}"/>
              </a:ext>
            </a:extLst>
          </p:cNvPr>
          <p:cNvSpPr txBox="1">
            <a:spLocks noChangeArrowheads="1"/>
          </p:cNvSpPr>
          <p:nvPr/>
        </p:nvSpPr>
        <p:spPr bwMode="auto">
          <a:xfrm>
            <a:off x="4724400" y="4191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67603" name="Text Box 17">
            <a:extLst>
              <a:ext uri="{FF2B5EF4-FFF2-40B4-BE49-F238E27FC236}">
                <a16:creationId xmlns:a16="http://schemas.microsoft.com/office/drawing/2014/main" id="{3D184855-7FB9-4DD2-AEA8-91D9363D249E}"/>
              </a:ext>
            </a:extLst>
          </p:cNvPr>
          <p:cNvSpPr txBox="1">
            <a:spLocks noChangeArrowheads="1"/>
          </p:cNvSpPr>
          <p:nvPr/>
        </p:nvSpPr>
        <p:spPr bwMode="auto">
          <a:xfrm>
            <a:off x="5867400" y="41910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04" name="Text Box 18">
            <a:extLst>
              <a:ext uri="{FF2B5EF4-FFF2-40B4-BE49-F238E27FC236}">
                <a16:creationId xmlns:a16="http://schemas.microsoft.com/office/drawing/2014/main" id="{B2493B23-E8C8-40FB-9A1C-AE0410A297B9}"/>
              </a:ext>
            </a:extLst>
          </p:cNvPr>
          <p:cNvSpPr txBox="1">
            <a:spLocks noChangeArrowheads="1"/>
          </p:cNvSpPr>
          <p:nvPr/>
        </p:nvSpPr>
        <p:spPr bwMode="auto">
          <a:xfrm>
            <a:off x="6553200" y="4191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67605" name="Text Box 19">
            <a:extLst>
              <a:ext uri="{FF2B5EF4-FFF2-40B4-BE49-F238E27FC236}">
                <a16:creationId xmlns:a16="http://schemas.microsoft.com/office/drawing/2014/main" id="{70D88A73-039D-44F4-93AF-F74B0551BF76}"/>
              </a:ext>
            </a:extLst>
          </p:cNvPr>
          <p:cNvSpPr txBox="1">
            <a:spLocks noChangeArrowheads="1"/>
          </p:cNvSpPr>
          <p:nvPr/>
        </p:nvSpPr>
        <p:spPr bwMode="auto">
          <a:xfrm>
            <a:off x="2743200" y="4495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67606" name="Text Box 20">
            <a:extLst>
              <a:ext uri="{FF2B5EF4-FFF2-40B4-BE49-F238E27FC236}">
                <a16:creationId xmlns:a16="http://schemas.microsoft.com/office/drawing/2014/main" id="{215A315C-5906-4D2C-844F-F7F1BF0989A1}"/>
              </a:ext>
            </a:extLst>
          </p:cNvPr>
          <p:cNvSpPr txBox="1">
            <a:spLocks noChangeArrowheads="1"/>
          </p:cNvSpPr>
          <p:nvPr/>
        </p:nvSpPr>
        <p:spPr bwMode="auto">
          <a:xfrm>
            <a:off x="1066800" y="44958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7607" name="Text Box 21">
            <a:extLst>
              <a:ext uri="{FF2B5EF4-FFF2-40B4-BE49-F238E27FC236}">
                <a16:creationId xmlns:a16="http://schemas.microsoft.com/office/drawing/2014/main" id="{C816DCDA-2ED5-4D80-B7AF-4CDEDB042D34}"/>
              </a:ext>
            </a:extLst>
          </p:cNvPr>
          <p:cNvSpPr txBox="1">
            <a:spLocks noChangeArrowheads="1"/>
          </p:cNvSpPr>
          <p:nvPr/>
        </p:nvSpPr>
        <p:spPr bwMode="auto">
          <a:xfrm>
            <a:off x="3581400" y="4495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67608" name="Text Box 22">
            <a:extLst>
              <a:ext uri="{FF2B5EF4-FFF2-40B4-BE49-F238E27FC236}">
                <a16:creationId xmlns:a16="http://schemas.microsoft.com/office/drawing/2014/main" id="{2DAA0830-AFBA-4046-967A-428D914409AF}"/>
              </a:ext>
            </a:extLst>
          </p:cNvPr>
          <p:cNvSpPr txBox="1">
            <a:spLocks noChangeArrowheads="1"/>
          </p:cNvSpPr>
          <p:nvPr/>
        </p:nvSpPr>
        <p:spPr bwMode="auto">
          <a:xfrm>
            <a:off x="4724400" y="4495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67609" name="Text Box 23">
            <a:extLst>
              <a:ext uri="{FF2B5EF4-FFF2-40B4-BE49-F238E27FC236}">
                <a16:creationId xmlns:a16="http://schemas.microsoft.com/office/drawing/2014/main" id="{3487A8C3-E1B4-4B39-BCE0-04D284797CBC}"/>
              </a:ext>
            </a:extLst>
          </p:cNvPr>
          <p:cNvSpPr txBox="1">
            <a:spLocks noChangeArrowheads="1"/>
          </p:cNvSpPr>
          <p:nvPr/>
        </p:nvSpPr>
        <p:spPr bwMode="auto">
          <a:xfrm>
            <a:off x="5867400" y="44958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10" name="Text Box 24">
            <a:extLst>
              <a:ext uri="{FF2B5EF4-FFF2-40B4-BE49-F238E27FC236}">
                <a16:creationId xmlns:a16="http://schemas.microsoft.com/office/drawing/2014/main" id="{EF42AE71-4B18-4122-B95A-990664090CFB}"/>
              </a:ext>
            </a:extLst>
          </p:cNvPr>
          <p:cNvSpPr txBox="1">
            <a:spLocks noChangeArrowheads="1"/>
          </p:cNvSpPr>
          <p:nvPr/>
        </p:nvSpPr>
        <p:spPr bwMode="auto">
          <a:xfrm>
            <a:off x="6553200" y="4495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7611" name="Text Box 25">
            <a:extLst>
              <a:ext uri="{FF2B5EF4-FFF2-40B4-BE49-F238E27FC236}">
                <a16:creationId xmlns:a16="http://schemas.microsoft.com/office/drawing/2014/main" id="{00CB6913-F92E-44BD-A9A7-6DC6A2CCCFCA}"/>
              </a:ext>
            </a:extLst>
          </p:cNvPr>
          <p:cNvSpPr txBox="1">
            <a:spLocks noChangeArrowheads="1"/>
          </p:cNvSpPr>
          <p:nvPr/>
        </p:nvSpPr>
        <p:spPr bwMode="auto">
          <a:xfrm>
            <a:off x="76200" y="4191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7612" name="Text Box 26">
            <a:extLst>
              <a:ext uri="{FF2B5EF4-FFF2-40B4-BE49-F238E27FC236}">
                <a16:creationId xmlns:a16="http://schemas.microsoft.com/office/drawing/2014/main" id="{D90D8EC1-7A68-4354-A5F4-C8EA76E78E27}"/>
              </a:ext>
            </a:extLst>
          </p:cNvPr>
          <p:cNvSpPr txBox="1">
            <a:spLocks noChangeArrowheads="1"/>
          </p:cNvSpPr>
          <p:nvPr/>
        </p:nvSpPr>
        <p:spPr bwMode="auto">
          <a:xfrm>
            <a:off x="76200" y="4495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7613" name="Text Box 27">
            <a:extLst>
              <a:ext uri="{FF2B5EF4-FFF2-40B4-BE49-F238E27FC236}">
                <a16:creationId xmlns:a16="http://schemas.microsoft.com/office/drawing/2014/main" id="{D438F5F2-1FCE-4BC7-8428-DF9B653F4E12}"/>
              </a:ext>
            </a:extLst>
          </p:cNvPr>
          <p:cNvSpPr txBox="1">
            <a:spLocks noChangeArrowheads="1"/>
          </p:cNvSpPr>
          <p:nvPr/>
        </p:nvSpPr>
        <p:spPr bwMode="auto">
          <a:xfrm>
            <a:off x="76200" y="3810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MANV</a:t>
            </a:r>
          </a:p>
        </p:txBody>
      </p:sp>
      <p:sp>
        <p:nvSpPr>
          <p:cNvPr id="67614" name="Text Box 28">
            <a:extLst>
              <a:ext uri="{FF2B5EF4-FFF2-40B4-BE49-F238E27FC236}">
                <a16:creationId xmlns:a16="http://schemas.microsoft.com/office/drawing/2014/main" id="{12297C32-A7C4-47AF-B56C-EEF497B2329F}"/>
              </a:ext>
            </a:extLst>
          </p:cNvPr>
          <p:cNvSpPr txBox="1">
            <a:spLocks noChangeArrowheads="1"/>
          </p:cNvSpPr>
          <p:nvPr/>
        </p:nvSpPr>
        <p:spPr bwMode="auto">
          <a:xfrm>
            <a:off x="7391400" y="3810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MA_NQL</a:t>
            </a:r>
          </a:p>
        </p:txBody>
      </p:sp>
      <p:sp>
        <p:nvSpPr>
          <p:cNvPr id="67615" name="Text Box 29">
            <a:extLst>
              <a:ext uri="{FF2B5EF4-FFF2-40B4-BE49-F238E27FC236}">
                <a16:creationId xmlns:a16="http://schemas.microsoft.com/office/drawing/2014/main" id="{AE295912-EB22-4269-9FD8-363D58603E24}"/>
              </a:ext>
            </a:extLst>
          </p:cNvPr>
          <p:cNvSpPr txBox="1">
            <a:spLocks noChangeArrowheads="1"/>
          </p:cNvSpPr>
          <p:nvPr/>
        </p:nvSpPr>
        <p:spPr bwMode="auto">
          <a:xfrm>
            <a:off x="7391400" y="4191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16" name="Text Box 30">
            <a:extLst>
              <a:ext uri="{FF2B5EF4-FFF2-40B4-BE49-F238E27FC236}">
                <a16:creationId xmlns:a16="http://schemas.microsoft.com/office/drawing/2014/main" id="{5A824402-9848-43F2-A782-CA0420482E20}"/>
              </a:ext>
            </a:extLst>
          </p:cNvPr>
          <p:cNvSpPr txBox="1">
            <a:spLocks noChangeArrowheads="1"/>
          </p:cNvSpPr>
          <p:nvPr/>
        </p:nvSpPr>
        <p:spPr bwMode="auto">
          <a:xfrm>
            <a:off x="7391400" y="4495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grpSp>
        <p:nvGrpSpPr>
          <p:cNvPr id="67617" name="Group 31">
            <a:extLst>
              <a:ext uri="{FF2B5EF4-FFF2-40B4-BE49-F238E27FC236}">
                <a16:creationId xmlns:a16="http://schemas.microsoft.com/office/drawing/2014/main" id="{70E79B7E-5286-4530-8D8A-FD1B49070E71}"/>
              </a:ext>
            </a:extLst>
          </p:cNvPr>
          <p:cNvGrpSpPr>
            <a:grpSpLocks/>
          </p:cNvGrpSpPr>
          <p:nvPr/>
        </p:nvGrpSpPr>
        <p:grpSpPr bwMode="auto">
          <a:xfrm>
            <a:off x="1143000" y="3810000"/>
            <a:ext cx="7315200" cy="2590800"/>
            <a:chOff x="720" y="2784"/>
            <a:chExt cx="4608" cy="1008"/>
          </a:xfrm>
        </p:grpSpPr>
        <p:sp>
          <p:nvSpPr>
            <p:cNvPr id="67700" name="Line 32">
              <a:extLst>
                <a:ext uri="{FF2B5EF4-FFF2-40B4-BE49-F238E27FC236}">
                  <a16:creationId xmlns:a16="http://schemas.microsoft.com/office/drawing/2014/main" id="{EC035634-2583-429F-B30B-5E675F464C3C}"/>
                </a:ext>
              </a:extLst>
            </p:cNvPr>
            <p:cNvSpPr>
              <a:spLocks noChangeShapeType="1"/>
            </p:cNvSpPr>
            <p:nvPr/>
          </p:nvSpPr>
          <p:spPr bwMode="auto">
            <a:xfrm>
              <a:off x="17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1" name="Line 33">
              <a:extLst>
                <a:ext uri="{FF2B5EF4-FFF2-40B4-BE49-F238E27FC236}">
                  <a16:creationId xmlns:a16="http://schemas.microsoft.com/office/drawing/2014/main" id="{A9930E69-F821-4750-99BB-5B2CB3CF1548}"/>
                </a:ext>
              </a:extLst>
            </p:cNvPr>
            <p:cNvSpPr>
              <a:spLocks noChangeShapeType="1"/>
            </p:cNvSpPr>
            <p:nvPr/>
          </p:nvSpPr>
          <p:spPr bwMode="auto">
            <a:xfrm>
              <a:off x="22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2" name="Line 34">
              <a:extLst>
                <a:ext uri="{FF2B5EF4-FFF2-40B4-BE49-F238E27FC236}">
                  <a16:creationId xmlns:a16="http://schemas.microsoft.com/office/drawing/2014/main" id="{1FA83E8C-618B-4728-9F76-10DC39F5DE8A}"/>
                </a:ext>
              </a:extLst>
            </p:cNvPr>
            <p:cNvSpPr>
              <a:spLocks noChangeShapeType="1"/>
            </p:cNvSpPr>
            <p:nvPr/>
          </p:nvSpPr>
          <p:spPr bwMode="auto">
            <a:xfrm>
              <a:off x="297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3" name="Line 35">
              <a:extLst>
                <a:ext uri="{FF2B5EF4-FFF2-40B4-BE49-F238E27FC236}">
                  <a16:creationId xmlns:a16="http://schemas.microsoft.com/office/drawing/2014/main" id="{F1A84E86-BC42-47A3-B0FA-1F886F90B70B}"/>
                </a:ext>
              </a:extLst>
            </p:cNvPr>
            <p:cNvSpPr>
              <a:spLocks noChangeShapeType="1"/>
            </p:cNvSpPr>
            <p:nvPr/>
          </p:nvSpPr>
          <p:spPr bwMode="auto">
            <a:xfrm>
              <a:off x="369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704" name="Line 36">
              <a:extLst>
                <a:ext uri="{FF2B5EF4-FFF2-40B4-BE49-F238E27FC236}">
                  <a16:creationId xmlns:a16="http://schemas.microsoft.com/office/drawing/2014/main" id="{09103E85-9A33-4B54-9093-B719147A4797}"/>
                </a:ext>
              </a:extLst>
            </p:cNvPr>
            <p:cNvSpPr>
              <a:spLocks noChangeShapeType="1"/>
            </p:cNvSpPr>
            <p:nvPr/>
          </p:nvSpPr>
          <p:spPr bwMode="auto">
            <a:xfrm>
              <a:off x="41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5" name="Line 37">
              <a:extLst>
                <a:ext uri="{FF2B5EF4-FFF2-40B4-BE49-F238E27FC236}">
                  <a16:creationId xmlns:a16="http://schemas.microsoft.com/office/drawing/2014/main" id="{5AB95FD9-0989-413C-BFC8-0FF8A0E4636D}"/>
                </a:ext>
              </a:extLst>
            </p:cNvPr>
            <p:cNvSpPr>
              <a:spLocks noChangeShapeType="1"/>
            </p:cNvSpPr>
            <p:nvPr/>
          </p:nvSpPr>
          <p:spPr bwMode="auto">
            <a:xfrm>
              <a:off x="46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6" name="Line 38">
              <a:extLst>
                <a:ext uri="{FF2B5EF4-FFF2-40B4-BE49-F238E27FC236}">
                  <a16:creationId xmlns:a16="http://schemas.microsoft.com/office/drawing/2014/main" id="{7596F63E-A75F-4DAC-BB5C-5899126EE28C}"/>
                </a:ext>
              </a:extLst>
            </p:cNvPr>
            <p:cNvSpPr>
              <a:spLocks noChangeShapeType="1"/>
            </p:cNvSpPr>
            <p:nvPr/>
          </p:nvSpPr>
          <p:spPr bwMode="auto">
            <a:xfrm>
              <a:off x="120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7" name="Line 39">
              <a:extLst>
                <a:ext uri="{FF2B5EF4-FFF2-40B4-BE49-F238E27FC236}">
                  <a16:creationId xmlns:a16="http://schemas.microsoft.com/office/drawing/2014/main" id="{4CDDAC31-E7C2-40A5-9A28-BF65E28A8EBB}"/>
                </a:ext>
              </a:extLst>
            </p:cNvPr>
            <p:cNvSpPr>
              <a:spLocks noChangeShapeType="1"/>
            </p:cNvSpPr>
            <p:nvPr/>
          </p:nvSpPr>
          <p:spPr bwMode="auto">
            <a:xfrm>
              <a:off x="53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8" name="Line 40">
              <a:extLst>
                <a:ext uri="{FF2B5EF4-FFF2-40B4-BE49-F238E27FC236}">
                  <a16:creationId xmlns:a16="http://schemas.microsoft.com/office/drawing/2014/main" id="{57C50169-E594-4C44-8CBC-549F705900CA}"/>
                </a:ext>
              </a:extLst>
            </p:cNvPr>
            <p:cNvSpPr>
              <a:spLocks noChangeShapeType="1"/>
            </p:cNvSpPr>
            <p:nvPr/>
          </p:nvSpPr>
          <p:spPr bwMode="auto">
            <a:xfrm>
              <a:off x="72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67618" name="Text Box 41">
            <a:extLst>
              <a:ext uri="{FF2B5EF4-FFF2-40B4-BE49-F238E27FC236}">
                <a16:creationId xmlns:a16="http://schemas.microsoft.com/office/drawing/2014/main" id="{12A1569A-7CA5-4792-99F5-A5AE5718EF03}"/>
              </a:ext>
            </a:extLst>
          </p:cNvPr>
          <p:cNvSpPr txBox="1">
            <a:spLocks noChangeArrowheads="1"/>
          </p:cNvSpPr>
          <p:nvPr/>
        </p:nvSpPr>
        <p:spPr bwMode="auto">
          <a:xfrm>
            <a:off x="1905000" y="3810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TENLOT</a:t>
            </a:r>
          </a:p>
        </p:txBody>
      </p:sp>
      <p:sp>
        <p:nvSpPr>
          <p:cNvPr id="67619" name="Text Box 42">
            <a:extLst>
              <a:ext uri="{FF2B5EF4-FFF2-40B4-BE49-F238E27FC236}">
                <a16:creationId xmlns:a16="http://schemas.microsoft.com/office/drawing/2014/main" id="{0DA22B70-1ECC-45CE-B065-68C356CBFFFA}"/>
              </a:ext>
            </a:extLst>
          </p:cNvPr>
          <p:cNvSpPr txBox="1">
            <a:spLocks noChangeArrowheads="1"/>
          </p:cNvSpPr>
          <p:nvPr/>
        </p:nvSpPr>
        <p:spPr bwMode="auto">
          <a:xfrm>
            <a:off x="1905000" y="4191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67620" name="Text Box 43">
            <a:extLst>
              <a:ext uri="{FF2B5EF4-FFF2-40B4-BE49-F238E27FC236}">
                <a16:creationId xmlns:a16="http://schemas.microsoft.com/office/drawing/2014/main" id="{E2A15A18-2CF4-436A-9EC8-45D9D6A8C2C1}"/>
              </a:ext>
            </a:extLst>
          </p:cNvPr>
          <p:cNvSpPr txBox="1">
            <a:spLocks noChangeArrowheads="1"/>
          </p:cNvSpPr>
          <p:nvPr/>
        </p:nvSpPr>
        <p:spPr bwMode="auto">
          <a:xfrm>
            <a:off x="1905000" y="4495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Manh</a:t>
            </a:r>
          </a:p>
        </p:txBody>
      </p:sp>
      <p:sp>
        <p:nvSpPr>
          <p:cNvPr id="67621" name="Text Box 44">
            <a:extLst>
              <a:ext uri="{FF2B5EF4-FFF2-40B4-BE49-F238E27FC236}">
                <a16:creationId xmlns:a16="http://schemas.microsoft.com/office/drawing/2014/main" id="{DB328410-FEB8-4FA4-B56F-64571921B937}"/>
              </a:ext>
            </a:extLst>
          </p:cNvPr>
          <p:cNvSpPr txBox="1">
            <a:spLocks noChangeArrowheads="1"/>
          </p:cNvSpPr>
          <p:nvPr/>
        </p:nvSpPr>
        <p:spPr bwMode="auto">
          <a:xfrm>
            <a:off x="2743200" y="5105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67622" name="Text Box 45">
            <a:extLst>
              <a:ext uri="{FF2B5EF4-FFF2-40B4-BE49-F238E27FC236}">
                <a16:creationId xmlns:a16="http://schemas.microsoft.com/office/drawing/2014/main" id="{20551DE5-3208-4991-B76F-491A9C9E44A5}"/>
              </a:ext>
            </a:extLst>
          </p:cNvPr>
          <p:cNvSpPr txBox="1">
            <a:spLocks noChangeArrowheads="1"/>
          </p:cNvSpPr>
          <p:nvPr/>
        </p:nvSpPr>
        <p:spPr bwMode="auto">
          <a:xfrm>
            <a:off x="1066800" y="5105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67623" name="Text Box 46">
            <a:extLst>
              <a:ext uri="{FF2B5EF4-FFF2-40B4-BE49-F238E27FC236}">
                <a16:creationId xmlns:a16="http://schemas.microsoft.com/office/drawing/2014/main" id="{4448F884-7D9E-48D6-9D29-2461929E902F}"/>
              </a:ext>
            </a:extLst>
          </p:cNvPr>
          <p:cNvSpPr txBox="1">
            <a:spLocks noChangeArrowheads="1"/>
          </p:cNvSpPr>
          <p:nvPr/>
        </p:nvSpPr>
        <p:spPr bwMode="auto">
          <a:xfrm>
            <a:off x="3581400" y="51054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67624" name="Text Box 47">
            <a:extLst>
              <a:ext uri="{FF2B5EF4-FFF2-40B4-BE49-F238E27FC236}">
                <a16:creationId xmlns:a16="http://schemas.microsoft.com/office/drawing/2014/main" id="{3B4332CA-4C49-48C2-A0EB-246A5B670791}"/>
              </a:ext>
            </a:extLst>
          </p:cNvPr>
          <p:cNvSpPr txBox="1">
            <a:spLocks noChangeArrowheads="1"/>
          </p:cNvSpPr>
          <p:nvPr/>
        </p:nvSpPr>
        <p:spPr bwMode="auto">
          <a:xfrm>
            <a:off x="4724400" y="51054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 NTH Q1</a:t>
            </a:r>
          </a:p>
        </p:txBody>
      </p:sp>
      <p:sp>
        <p:nvSpPr>
          <p:cNvPr id="67625" name="Text Box 48">
            <a:extLst>
              <a:ext uri="{FF2B5EF4-FFF2-40B4-BE49-F238E27FC236}">
                <a16:creationId xmlns:a16="http://schemas.microsoft.com/office/drawing/2014/main" id="{C2FEC4C7-E707-4C09-956F-B659237CE3D3}"/>
              </a:ext>
            </a:extLst>
          </p:cNvPr>
          <p:cNvSpPr txBox="1">
            <a:spLocks noChangeArrowheads="1"/>
          </p:cNvSpPr>
          <p:nvPr/>
        </p:nvSpPr>
        <p:spPr bwMode="auto">
          <a:xfrm>
            <a:off x="5867400" y="51054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7626" name="Text Box 49">
            <a:extLst>
              <a:ext uri="{FF2B5EF4-FFF2-40B4-BE49-F238E27FC236}">
                <a16:creationId xmlns:a16="http://schemas.microsoft.com/office/drawing/2014/main" id="{3CD857AC-8A3C-4D76-932C-289A068D2C9C}"/>
              </a:ext>
            </a:extLst>
          </p:cNvPr>
          <p:cNvSpPr txBox="1">
            <a:spLocks noChangeArrowheads="1"/>
          </p:cNvSpPr>
          <p:nvPr/>
        </p:nvSpPr>
        <p:spPr bwMode="auto">
          <a:xfrm>
            <a:off x="6553200" y="5105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7627" name="Text Box 50">
            <a:extLst>
              <a:ext uri="{FF2B5EF4-FFF2-40B4-BE49-F238E27FC236}">
                <a16:creationId xmlns:a16="http://schemas.microsoft.com/office/drawing/2014/main" id="{36CD0850-88B7-47DD-9863-99685E6B3AAB}"/>
              </a:ext>
            </a:extLst>
          </p:cNvPr>
          <p:cNvSpPr txBox="1">
            <a:spLocks noChangeArrowheads="1"/>
          </p:cNvSpPr>
          <p:nvPr/>
        </p:nvSpPr>
        <p:spPr bwMode="auto">
          <a:xfrm>
            <a:off x="8458200" y="51054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28" name="Text Box 51">
            <a:extLst>
              <a:ext uri="{FF2B5EF4-FFF2-40B4-BE49-F238E27FC236}">
                <a16:creationId xmlns:a16="http://schemas.microsoft.com/office/drawing/2014/main" id="{A6F0B966-0B47-4636-BED9-0186E9908620}"/>
              </a:ext>
            </a:extLst>
          </p:cNvPr>
          <p:cNvSpPr txBox="1">
            <a:spLocks noChangeArrowheads="1"/>
          </p:cNvSpPr>
          <p:nvPr/>
        </p:nvSpPr>
        <p:spPr bwMode="auto">
          <a:xfrm>
            <a:off x="76200" y="51054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999887777</a:t>
            </a:r>
          </a:p>
        </p:txBody>
      </p:sp>
      <p:sp>
        <p:nvSpPr>
          <p:cNvPr id="67629" name="Text Box 52">
            <a:extLst>
              <a:ext uri="{FF2B5EF4-FFF2-40B4-BE49-F238E27FC236}">
                <a16:creationId xmlns:a16="http://schemas.microsoft.com/office/drawing/2014/main" id="{49022967-82D3-4035-B037-737718500F9B}"/>
              </a:ext>
            </a:extLst>
          </p:cNvPr>
          <p:cNvSpPr txBox="1">
            <a:spLocks noChangeArrowheads="1"/>
          </p:cNvSpPr>
          <p:nvPr/>
        </p:nvSpPr>
        <p:spPr bwMode="auto">
          <a:xfrm>
            <a:off x="7391400" y="51054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7630" name="Text Box 53">
            <a:extLst>
              <a:ext uri="{FF2B5EF4-FFF2-40B4-BE49-F238E27FC236}">
                <a16:creationId xmlns:a16="http://schemas.microsoft.com/office/drawing/2014/main" id="{E7887BD2-C0EC-4F5D-B987-59D7421FE410}"/>
              </a:ext>
            </a:extLst>
          </p:cNvPr>
          <p:cNvSpPr txBox="1">
            <a:spLocks noChangeArrowheads="1"/>
          </p:cNvSpPr>
          <p:nvPr/>
        </p:nvSpPr>
        <p:spPr bwMode="auto">
          <a:xfrm>
            <a:off x="1905000" y="5105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Ngoc</a:t>
            </a:r>
          </a:p>
        </p:txBody>
      </p:sp>
      <p:sp>
        <p:nvSpPr>
          <p:cNvPr id="67631" name="Text Box 54">
            <a:extLst>
              <a:ext uri="{FF2B5EF4-FFF2-40B4-BE49-F238E27FC236}">
                <a16:creationId xmlns:a16="http://schemas.microsoft.com/office/drawing/2014/main" id="{04A75B65-4766-45F5-B8A4-B98F9E366ABC}"/>
              </a:ext>
            </a:extLst>
          </p:cNvPr>
          <p:cNvSpPr txBox="1">
            <a:spLocks noChangeArrowheads="1"/>
          </p:cNvSpPr>
          <p:nvPr/>
        </p:nvSpPr>
        <p:spPr bwMode="auto">
          <a:xfrm>
            <a:off x="2743200" y="54102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67632" name="Text Box 55">
            <a:extLst>
              <a:ext uri="{FF2B5EF4-FFF2-40B4-BE49-F238E27FC236}">
                <a16:creationId xmlns:a16="http://schemas.microsoft.com/office/drawing/2014/main" id="{887AD537-6FFE-47E5-84CC-52556AF8E04F}"/>
              </a:ext>
            </a:extLst>
          </p:cNvPr>
          <p:cNvSpPr txBox="1">
            <a:spLocks noChangeArrowheads="1"/>
          </p:cNvSpPr>
          <p:nvPr/>
        </p:nvSpPr>
        <p:spPr bwMode="auto">
          <a:xfrm>
            <a:off x="1066800" y="5410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67633" name="Text Box 56">
            <a:extLst>
              <a:ext uri="{FF2B5EF4-FFF2-40B4-BE49-F238E27FC236}">
                <a16:creationId xmlns:a16="http://schemas.microsoft.com/office/drawing/2014/main" id="{EA539052-6800-4E7D-9358-0353680AD29C}"/>
              </a:ext>
            </a:extLst>
          </p:cNvPr>
          <p:cNvSpPr txBox="1">
            <a:spLocks noChangeArrowheads="1"/>
          </p:cNvSpPr>
          <p:nvPr/>
        </p:nvSpPr>
        <p:spPr bwMode="auto">
          <a:xfrm>
            <a:off x="3581400" y="5410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07620/1951</a:t>
            </a:r>
          </a:p>
        </p:txBody>
      </p:sp>
      <p:sp>
        <p:nvSpPr>
          <p:cNvPr id="67634" name="Text Box 57">
            <a:extLst>
              <a:ext uri="{FF2B5EF4-FFF2-40B4-BE49-F238E27FC236}">
                <a16:creationId xmlns:a16="http://schemas.microsoft.com/office/drawing/2014/main" id="{67AEC156-B9D6-4488-B20F-E5C6214A8371}"/>
              </a:ext>
            </a:extLst>
          </p:cNvPr>
          <p:cNvSpPr txBox="1">
            <a:spLocks noChangeArrowheads="1"/>
          </p:cNvSpPr>
          <p:nvPr/>
        </p:nvSpPr>
        <p:spPr bwMode="auto">
          <a:xfrm>
            <a:off x="4724400" y="5410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219 TD Q3</a:t>
            </a:r>
          </a:p>
        </p:txBody>
      </p:sp>
      <p:sp>
        <p:nvSpPr>
          <p:cNvPr id="67635" name="Text Box 58">
            <a:extLst>
              <a:ext uri="{FF2B5EF4-FFF2-40B4-BE49-F238E27FC236}">
                <a16:creationId xmlns:a16="http://schemas.microsoft.com/office/drawing/2014/main" id="{2903166F-7AF9-44FF-9ED2-13581EC4DDBA}"/>
              </a:ext>
            </a:extLst>
          </p:cNvPr>
          <p:cNvSpPr txBox="1">
            <a:spLocks noChangeArrowheads="1"/>
          </p:cNvSpPr>
          <p:nvPr/>
        </p:nvSpPr>
        <p:spPr bwMode="auto">
          <a:xfrm>
            <a:off x="5867400" y="54102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7636" name="Text Box 59">
            <a:extLst>
              <a:ext uri="{FF2B5EF4-FFF2-40B4-BE49-F238E27FC236}">
                <a16:creationId xmlns:a16="http://schemas.microsoft.com/office/drawing/2014/main" id="{EA61C9FC-15AB-4847-80D4-7EC6F5988A87}"/>
              </a:ext>
            </a:extLst>
          </p:cNvPr>
          <p:cNvSpPr txBox="1">
            <a:spLocks noChangeArrowheads="1"/>
          </p:cNvSpPr>
          <p:nvPr/>
        </p:nvSpPr>
        <p:spPr bwMode="auto">
          <a:xfrm>
            <a:off x="6553200" y="54102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67637" name="Text Box 60">
            <a:extLst>
              <a:ext uri="{FF2B5EF4-FFF2-40B4-BE49-F238E27FC236}">
                <a16:creationId xmlns:a16="http://schemas.microsoft.com/office/drawing/2014/main" id="{D9A955A2-FB60-4EAA-8A62-795B85493CE3}"/>
              </a:ext>
            </a:extLst>
          </p:cNvPr>
          <p:cNvSpPr txBox="1">
            <a:spLocks noChangeArrowheads="1"/>
          </p:cNvSpPr>
          <p:nvPr/>
        </p:nvSpPr>
        <p:spPr bwMode="auto">
          <a:xfrm>
            <a:off x="8458200" y="5410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38" name="Text Box 61">
            <a:extLst>
              <a:ext uri="{FF2B5EF4-FFF2-40B4-BE49-F238E27FC236}">
                <a16:creationId xmlns:a16="http://schemas.microsoft.com/office/drawing/2014/main" id="{B37247D6-FE85-411B-B399-BB66D1928C14}"/>
              </a:ext>
            </a:extLst>
          </p:cNvPr>
          <p:cNvSpPr txBox="1">
            <a:spLocks noChangeArrowheads="1"/>
          </p:cNvSpPr>
          <p:nvPr/>
        </p:nvSpPr>
        <p:spPr bwMode="auto">
          <a:xfrm>
            <a:off x="76200" y="54102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7639" name="Text Box 62">
            <a:extLst>
              <a:ext uri="{FF2B5EF4-FFF2-40B4-BE49-F238E27FC236}">
                <a16:creationId xmlns:a16="http://schemas.microsoft.com/office/drawing/2014/main" id="{E05BBDD0-8E97-4256-A479-7B04EF7F0566}"/>
              </a:ext>
            </a:extLst>
          </p:cNvPr>
          <p:cNvSpPr txBox="1">
            <a:spLocks noChangeArrowheads="1"/>
          </p:cNvSpPr>
          <p:nvPr/>
        </p:nvSpPr>
        <p:spPr bwMode="auto">
          <a:xfrm>
            <a:off x="7391400" y="54102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40" name="Text Box 63">
            <a:extLst>
              <a:ext uri="{FF2B5EF4-FFF2-40B4-BE49-F238E27FC236}">
                <a16:creationId xmlns:a16="http://schemas.microsoft.com/office/drawing/2014/main" id="{D6A9042B-8D78-469D-947F-154A4E8F7F12}"/>
              </a:ext>
            </a:extLst>
          </p:cNvPr>
          <p:cNvSpPr txBox="1">
            <a:spLocks noChangeArrowheads="1"/>
          </p:cNvSpPr>
          <p:nvPr/>
        </p:nvSpPr>
        <p:spPr bwMode="auto">
          <a:xfrm>
            <a:off x="1905000" y="54102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Quynh</a:t>
            </a:r>
          </a:p>
        </p:txBody>
      </p:sp>
      <p:sp>
        <p:nvSpPr>
          <p:cNvPr id="67641" name="Text Box 64">
            <a:extLst>
              <a:ext uri="{FF2B5EF4-FFF2-40B4-BE49-F238E27FC236}">
                <a16:creationId xmlns:a16="http://schemas.microsoft.com/office/drawing/2014/main" id="{842CF110-56FF-4B63-8AB0-6F7AC5608E26}"/>
              </a:ext>
            </a:extLst>
          </p:cNvPr>
          <p:cNvSpPr txBox="1">
            <a:spLocks noChangeArrowheads="1"/>
          </p:cNvSpPr>
          <p:nvPr/>
        </p:nvSpPr>
        <p:spPr bwMode="auto">
          <a:xfrm>
            <a:off x="2743200" y="6019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67642" name="Text Box 65">
            <a:extLst>
              <a:ext uri="{FF2B5EF4-FFF2-40B4-BE49-F238E27FC236}">
                <a16:creationId xmlns:a16="http://schemas.microsoft.com/office/drawing/2014/main" id="{0B0398CF-91AA-4EA4-9835-CD42EF877715}"/>
              </a:ext>
            </a:extLst>
          </p:cNvPr>
          <p:cNvSpPr txBox="1">
            <a:spLocks noChangeArrowheads="1"/>
          </p:cNvSpPr>
          <p:nvPr/>
        </p:nvSpPr>
        <p:spPr bwMode="auto">
          <a:xfrm>
            <a:off x="1066800" y="60198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67643" name="Text Box 66">
            <a:extLst>
              <a:ext uri="{FF2B5EF4-FFF2-40B4-BE49-F238E27FC236}">
                <a16:creationId xmlns:a16="http://schemas.microsoft.com/office/drawing/2014/main" id="{0CC7183B-09B9-4C4D-97BC-5E2FAA5BC19B}"/>
              </a:ext>
            </a:extLst>
          </p:cNvPr>
          <p:cNvSpPr txBox="1">
            <a:spLocks noChangeArrowheads="1"/>
          </p:cNvSpPr>
          <p:nvPr/>
        </p:nvSpPr>
        <p:spPr bwMode="auto">
          <a:xfrm>
            <a:off x="3581400" y="6019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11/10/1945</a:t>
            </a:r>
          </a:p>
        </p:txBody>
      </p:sp>
      <p:sp>
        <p:nvSpPr>
          <p:cNvPr id="67644" name="Text Box 67">
            <a:extLst>
              <a:ext uri="{FF2B5EF4-FFF2-40B4-BE49-F238E27FC236}">
                <a16:creationId xmlns:a16="http://schemas.microsoft.com/office/drawing/2014/main" id="{E1AFCDA9-A53D-4033-B158-89014B1BBBF9}"/>
              </a:ext>
            </a:extLst>
          </p:cNvPr>
          <p:cNvSpPr txBox="1">
            <a:spLocks noChangeArrowheads="1"/>
          </p:cNvSpPr>
          <p:nvPr/>
        </p:nvSpPr>
        <p:spPr bwMode="auto">
          <a:xfrm>
            <a:off x="4724400" y="6019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450 TV HN</a:t>
            </a:r>
          </a:p>
        </p:txBody>
      </p:sp>
      <p:sp>
        <p:nvSpPr>
          <p:cNvPr id="67645" name="Text Box 68">
            <a:extLst>
              <a:ext uri="{FF2B5EF4-FFF2-40B4-BE49-F238E27FC236}">
                <a16:creationId xmlns:a16="http://schemas.microsoft.com/office/drawing/2014/main" id="{DD022635-AF99-4285-AAC3-6DE5EB007FBC}"/>
              </a:ext>
            </a:extLst>
          </p:cNvPr>
          <p:cNvSpPr txBox="1">
            <a:spLocks noChangeArrowheads="1"/>
          </p:cNvSpPr>
          <p:nvPr/>
        </p:nvSpPr>
        <p:spPr bwMode="auto">
          <a:xfrm>
            <a:off x="5867400" y="60198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46" name="Text Box 69">
            <a:extLst>
              <a:ext uri="{FF2B5EF4-FFF2-40B4-BE49-F238E27FC236}">
                <a16:creationId xmlns:a16="http://schemas.microsoft.com/office/drawing/2014/main" id="{BAC37D1C-D8ED-4ECE-AE73-DC0D8A446470}"/>
              </a:ext>
            </a:extLst>
          </p:cNvPr>
          <p:cNvSpPr txBox="1">
            <a:spLocks noChangeArrowheads="1"/>
          </p:cNvSpPr>
          <p:nvPr/>
        </p:nvSpPr>
        <p:spPr bwMode="auto">
          <a:xfrm>
            <a:off x="6553200" y="6019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55000</a:t>
            </a:r>
          </a:p>
        </p:txBody>
      </p:sp>
      <p:sp>
        <p:nvSpPr>
          <p:cNvPr id="67647" name="Text Box 70">
            <a:extLst>
              <a:ext uri="{FF2B5EF4-FFF2-40B4-BE49-F238E27FC236}">
                <a16:creationId xmlns:a16="http://schemas.microsoft.com/office/drawing/2014/main" id="{2838630E-FE27-48C2-B5B6-B47B155CCB21}"/>
              </a:ext>
            </a:extLst>
          </p:cNvPr>
          <p:cNvSpPr txBox="1">
            <a:spLocks noChangeArrowheads="1"/>
          </p:cNvSpPr>
          <p:nvPr/>
        </p:nvSpPr>
        <p:spPr bwMode="auto">
          <a:xfrm>
            <a:off x="8458200" y="60198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7648" name="Text Box 71">
            <a:extLst>
              <a:ext uri="{FF2B5EF4-FFF2-40B4-BE49-F238E27FC236}">
                <a16:creationId xmlns:a16="http://schemas.microsoft.com/office/drawing/2014/main" id="{F5BBD992-37AE-452C-9F97-0F1645CACAAC}"/>
              </a:ext>
            </a:extLst>
          </p:cNvPr>
          <p:cNvSpPr txBox="1">
            <a:spLocks noChangeArrowheads="1"/>
          </p:cNvSpPr>
          <p:nvPr/>
        </p:nvSpPr>
        <p:spPr bwMode="auto">
          <a:xfrm>
            <a:off x="76200" y="6019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49" name="Text Box 72">
            <a:extLst>
              <a:ext uri="{FF2B5EF4-FFF2-40B4-BE49-F238E27FC236}">
                <a16:creationId xmlns:a16="http://schemas.microsoft.com/office/drawing/2014/main" id="{1E46A4E8-8579-4495-88ED-58C547855867}"/>
              </a:ext>
            </a:extLst>
          </p:cNvPr>
          <p:cNvSpPr txBox="1">
            <a:spLocks noChangeArrowheads="1"/>
          </p:cNvSpPr>
          <p:nvPr/>
        </p:nvSpPr>
        <p:spPr bwMode="auto">
          <a:xfrm>
            <a:off x="7391400" y="6019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67650" name="Text Box 73">
            <a:extLst>
              <a:ext uri="{FF2B5EF4-FFF2-40B4-BE49-F238E27FC236}">
                <a16:creationId xmlns:a16="http://schemas.microsoft.com/office/drawing/2014/main" id="{21236807-10DF-46DE-B03D-47483BCA0C9F}"/>
              </a:ext>
            </a:extLst>
          </p:cNvPr>
          <p:cNvSpPr txBox="1">
            <a:spLocks noChangeArrowheads="1"/>
          </p:cNvSpPr>
          <p:nvPr/>
        </p:nvSpPr>
        <p:spPr bwMode="auto">
          <a:xfrm>
            <a:off x="1905000" y="6019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Van</a:t>
            </a:r>
          </a:p>
        </p:txBody>
      </p:sp>
      <p:sp>
        <p:nvSpPr>
          <p:cNvPr id="67651" name="Text Box 74">
            <a:extLst>
              <a:ext uri="{FF2B5EF4-FFF2-40B4-BE49-F238E27FC236}">
                <a16:creationId xmlns:a16="http://schemas.microsoft.com/office/drawing/2014/main" id="{298C589E-A3C3-4407-8AED-4AB66F87FC75}"/>
              </a:ext>
            </a:extLst>
          </p:cNvPr>
          <p:cNvSpPr txBox="1">
            <a:spLocks noChangeArrowheads="1"/>
          </p:cNvSpPr>
          <p:nvPr/>
        </p:nvSpPr>
        <p:spPr bwMode="auto">
          <a:xfrm>
            <a:off x="2743200" y="48006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Tam</a:t>
            </a:r>
          </a:p>
        </p:txBody>
      </p:sp>
      <p:sp>
        <p:nvSpPr>
          <p:cNvPr id="67652" name="Text Box 75">
            <a:extLst>
              <a:ext uri="{FF2B5EF4-FFF2-40B4-BE49-F238E27FC236}">
                <a16:creationId xmlns:a16="http://schemas.microsoft.com/office/drawing/2014/main" id="{218A775F-974F-4D78-9576-1BBDA48610D9}"/>
              </a:ext>
            </a:extLst>
          </p:cNvPr>
          <p:cNvSpPr txBox="1">
            <a:spLocks noChangeArrowheads="1"/>
          </p:cNvSpPr>
          <p:nvPr/>
        </p:nvSpPr>
        <p:spPr bwMode="auto">
          <a:xfrm>
            <a:off x="1066800" y="48006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67653" name="Text Box 76">
            <a:extLst>
              <a:ext uri="{FF2B5EF4-FFF2-40B4-BE49-F238E27FC236}">
                <a16:creationId xmlns:a16="http://schemas.microsoft.com/office/drawing/2014/main" id="{87422C28-5DFE-48FC-9CCC-919C3521B233}"/>
              </a:ext>
            </a:extLst>
          </p:cNvPr>
          <p:cNvSpPr txBox="1">
            <a:spLocks noChangeArrowheads="1"/>
          </p:cNvSpPr>
          <p:nvPr/>
        </p:nvSpPr>
        <p:spPr bwMode="auto">
          <a:xfrm>
            <a:off x="3581400" y="4800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07/31/1972</a:t>
            </a:r>
          </a:p>
        </p:txBody>
      </p:sp>
      <p:sp>
        <p:nvSpPr>
          <p:cNvPr id="67654" name="Text Box 77">
            <a:extLst>
              <a:ext uri="{FF2B5EF4-FFF2-40B4-BE49-F238E27FC236}">
                <a16:creationId xmlns:a16="http://schemas.microsoft.com/office/drawing/2014/main" id="{AA9E4670-EDF6-4A85-96BD-90BDBE02DEFB}"/>
              </a:ext>
            </a:extLst>
          </p:cNvPr>
          <p:cNvSpPr txBox="1">
            <a:spLocks noChangeArrowheads="1"/>
          </p:cNvSpPr>
          <p:nvPr/>
        </p:nvSpPr>
        <p:spPr bwMode="auto">
          <a:xfrm>
            <a:off x="4724400" y="4800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543 MTL Q1</a:t>
            </a:r>
          </a:p>
        </p:txBody>
      </p:sp>
      <p:sp>
        <p:nvSpPr>
          <p:cNvPr id="67655" name="Text Box 78">
            <a:extLst>
              <a:ext uri="{FF2B5EF4-FFF2-40B4-BE49-F238E27FC236}">
                <a16:creationId xmlns:a16="http://schemas.microsoft.com/office/drawing/2014/main" id="{F4F34312-143A-47BD-BF37-F01431E62E0B}"/>
              </a:ext>
            </a:extLst>
          </p:cNvPr>
          <p:cNvSpPr txBox="1">
            <a:spLocks noChangeArrowheads="1"/>
          </p:cNvSpPr>
          <p:nvPr/>
        </p:nvSpPr>
        <p:spPr bwMode="auto">
          <a:xfrm>
            <a:off x="5867400" y="48006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7656" name="Text Box 79">
            <a:extLst>
              <a:ext uri="{FF2B5EF4-FFF2-40B4-BE49-F238E27FC236}">
                <a16:creationId xmlns:a16="http://schemas.microsoft.com/office/drawing/2014/main" id="{716B05CB-9DDE-4419-A4F8-01196AB9AF75}"/>
              </a:ext>
            </a:extLst>
          </p:cNvPr>
          <p:cNvSpPr txBox="1">
            <a:spLocks noChangeArrowheads="1"/>
          </p:cNvSpPr>
          <p:nvPr/>
        </p:nvSpPr>
        <p:spPr bwMode="auto">
          <a:xfrm>
            <a:off x="6553200" y="48006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grpSp>
        <p:nvGrpSpPr>
          <p:cNvPr id="3" name="Group 80">
            <a:extLst>
              <a:ext uri="{FF2B5EF4-FFF2-40B4-BE49-F238E27FC236}">
                <a16:creationId xmlns:a16="http://schemas.microsoft.com/office/drawing/2014/main" id="{206C74C1-D6B9-4CA3-B619-ACDDE8DA8DE2}"/>
              </a:ext>
            </a:extLst>
          </p:cNvPr>
          <p:cNvGrpSpPr>
            <a:grpSpLocks/>
          </p:cNvGrpSpPr>
          <p:nvPr/>
        </p:nvGrpSpPr>
        <p:grpSpPr bwMode="auto">
          <a:xfrm>
            <a:off x="8458200" y="4191000"/>
            <a:ext cx="609600" cy="914400"/>
            <a:chOff x="5328" y="2640"/>
            <a:chExt cx="384" cy="576"/>
          </a:xfrm>
        </p:grpSpPr>
        <p:sp>
          <p:nvSpPr>
            <p:cNvPr id="67697" name="Text Box 81">
              <a:extLst>
                <a:ext uri="{FF2B5EF4-FFF2-40B4-BE49-F238E27FC236}">
                  <a16:creationId xmlns:a16="http://schemas.microsoft.com/office/drawing/2014/main" id="{0D92D075-9BF0-4ACD-8C91-47937754E481}"/>
                </a:ext>
              </a:extLst>
            </p:cNvPr>
            <p:cNvSpPr txBox="1">
              <a:spLocks noChangeArrowheads="1"/>
            </p:cNvSpPr>
            <p:nvPr/>
          </p:nvSpPr>
          <p:spPr bwMode="auto">
            <a:xfrm>
              <a:off x="5328" y="264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7698" name="Text Box 82">
              <a:extLst>
                <a:ext uri="{FF2B5EF4-FFF2-40B4-BE49-F238E27FC236}">
                  <a16:creationId xmlns:a16="http://schemas.microsoft.com/office/drawing/2014/main" id="{7E4D7C60-DF33-4F95-B880-CC6D6EB34B76}"/>
                </a:ext>
              </a:extLst>
            </p:cNvPr>
            <p:cNvSpPr txBox="1">
              <a:spLocks noChangeArrowheads="1"/>
            </p:cNvSpPr>
            <p:nvPr/>
          </p:nvSpPr>
          <p:spPr bwMode="auto">
            <a:xfrm>
              <a:off x="5328" y="2832"/>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67699" name="Text Box 83">
              <a:extLst>
                <a:ext uri="{FF2B5EF4-FFF2-40B4-BE49-F238E27FC236}">
                  <a16:creationId xmlns:a16="http://schemas.microsoft.com/office/drawing/2014/main" id="{DB514652-D7DC-438B-ACDE-F880C1DED68D}"/>
                </a:ext>
              </a:extLst>
            </p:cNvPr>
            <p:cNvSpPr txBox="1">
              <a:spLocks noChangeArrowheads="1"/>
            </p:cNvSpPr>
            <p:nvPr/>
          </p:nvSpPr>
          <p:spPr bwMode="auto">
            <a:xfrm>
              <a:off x="5328" y="302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grpSp>
      <p:sp>
        <p:nvSpPr>
          <p:cNvPr id="67658" name="Text Box 84">
            <a:extLst>
              <a:ext uri="{FF2B5EF4-FFF2-40B4-BE49-F238E27FC236}">
                <a16:creationId xmlns:a16="http://schemas.microsoft.com/office/drawing/2014/main" id="{93357562-FCEC-4930-822E-E0EA256EAB45}"/>
              </a:ext>
            </a:extLst>
          </p:cNvPr>
          <p:cNvSpPr txBox="1">
            <a:spLocks noChangeArrowheads="1"/>
          </p:cNvSpPr>
          <p:nvPr/>
        </p:nvSpPr>
        <p:spPr bwMode="auto">
          <a:xfrm>
            <a:off x="76200" y="4800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sp>
        <p:nvSpPr>
          <p:cNvPr id="67659" name="Text Box 85">
            <a:extLst>
              <a:ext uri="{FF2B5EF4-FFF2-40B4-BE49-F238E27FC236}">
                <a16:creationId xmlns:a16="http://schemas.microsoft.com/office/drawing/2014/main" id="{1827A43C-B088-414C-B360-26DCF093CAF3}"/>
              </a:ext>
            </a:extLst>
          </p:cNvPr>
          <p:cNvSpPr txBox="1">
            <a:spLocks noChangeArrowheads="1"/>
          </p:cNvSpPr>
          <p:nvPr/>
        </p:nvSpPr>
        <p:spPr bwMode="auto">
          <a:xfrm>
            <a:off x="7391400" y="4800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7660" name="Text Box 86">
            <a:extLst>
              <a:ext uri="{FF2B5EF4-FFF2-40B4-BE49-F238E27FC236}">
                <a16:creationId xmlns:a16="http://schemas.microsoft.com/office/drawing/2014/main" id="{B6067E9A-A989-4EBF-9CAB-D1995F9B6B83}"/>
              </a:ext>
            </a:extLst>
          </p:cNvPr>
          <p:cNvSpPr txBox="1">
            <a:spLocks noChangeArrowheads="1"/>
          </p:cNvSpPr>
          <p:nvPr/>
        </p:nvSpPr>
        <p:spPr bwMode="auto">
          <a:xfrm>
            <a:off x="1905000" y="48006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67661" name="Text Box 87">
            <a:extLst>
              <a:ext uri="{FF2B5EF4-FFF2-40B4-BE49-F238E27FC236}">
                <a16:creationId xmlns:a16="http://schemas.microsoft.com/office/drawing/2014/main" id="{E9581879-EDFE-49C0-8E8C-30A7E49032AC}"/>
              </a:ext>
            </a:extLst>
          </p:cNvPr>
          <p:cNvSpPr txBox="1">
            <a:spLocks noChangeArrowheads="1"/>
          </p:cNvSpPr>
          <p:nvPr/>
        </p:nvSpPr>
        <p:spPr bwMode="auto">
          <a:xfrm>
            <a:off x="2743200" y="5715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Quang</a:t>
            </a:r>
          </a:p>
        </p:txBody>
      </p:sp>
      <p:sp>
        <p:nvSpPr>
          <p:cNvPr id="67662" name="Text Box 88">
            <a:extLst>
              <a:ext uri="{FF2B5EF4-FFF2-40B4-BE49-F238E27FC236}">
                <a16:creationId xmlns:a16="http://schemas.microsoft.com/office/drawing/2014/main" id="{1AE9DFE8-022A-4A28-B85E-9577D81335D7}"/>
              </a:ext>
            </a:extLst>
          </p:cNvPr>
          <p:cNvSpPr txBox="1">
            <a:spLocks noChangeArrowheads="1"/>
          </p:cNvSpPr>
          <p:nvPr/>
        </p:nvSpPr>
        <p:spPr bwMode="auto">
          <a:xfrm>
            <a:off x="1066800" y="5715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67663" name="Text Box 89">
            <a:extLst>
              <a:ext uri="{FF2B5EF4-FFF2-40B4-BE49-F238E27FC236}">
                <a16:creationId xmlns:a16="http://schemas.microsoft.com/office/drawing/2014/main" id="{6B0B5B98-9504-4ADD-AC78-87364FDA99B0}"/>
              </a:ext>
            </a:extLst>
          </p:cNvPr>
          <p:cNvSpPr txBox="1">
            <a:spLocks noChangeArrowheads="1"/>
          </p:cNvSpPr>
          <p:nvPr/>
        </p:nvSpPr>
        <p:spPr bwMode="auto">
          <a:xfrm>
            <a:off x="3581400" y="5715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04/08/1969</a:t>
            </a:r>
          </a:p>
        </p:txBody>
      </p:sp>
      <p:sp>
        <p:nvSpPr>
          <p:cNvPr id="67664" name="Text Box 90">
            <a:extLst>
              <a:ext uri="{FF2B5EF4-FFF2-40B4-BE49-F238E27FC236}">
                <a16:creationId xmlns:a16="http://schemas.microsoft.com/office/drawing/2014/main" id="{88683FC3-2423-4103-A21F-049CCD78B3E6}"/>
              </a:ext>
            </a:extLst>
          </p:cNvPr>
          <p:cNvSpPr txBox="1">
            <a:spLocks noChangeArrowheads="1"/>
          </p:cNvSpPr>
          <p:nvPr/>
        </p:nvSpPr>
        <p:spPr bwMode="auto">
          <a:xfrm>
            <a:off x="4724400" y="5715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980 LHP Q5</a:t>
            </a:r>
          </a:p>
        </p:txBody>
      </p:sp>
      <p:sp>
        <p:nvSpPr>
          <p:cNvPr id="67665" name="Text Box 91">
            <a:extLst>
              <a:ext uri="{FF2B5EF4-FFF2-40B4-BE49-F238E27FC236}">
                <a16:creationId xmlns:a16="http://schemas.microsoft.com/office/drawing/2014/main" id="{BBBC50BE-70D9-40FC-AC96-93D0ED5CA1EB}"/>
              </a:ext>
            </a:extLst>
          </p:cNvPr>
          <p:cNvSpPr txBox="1">
            <a:spLocks noChangeArrowheads="1"/>
          </p:cNvSpPr>
          <p:nvPr/>
        </p:nvSpPr>
        <p:spPr bwMode="auto">
          <a:xfrm>
            <a:off x="5867400" y="57150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66" name="Text Box 92">
            <a:extLst>
              <a:ext uri="{FF2B5EF4-FFF2-40B4-BE49-F238E27FC236}">
                <a16:creationId xmlns:a16="http://schemas.microsoft.com/office/drawing/2014/main" id="{A6376611-11A7-46CE-8284-3CD0265B7130}"/>
              </a:ext>
            </a:extLst>
          </p:cNvPr>
          <p:cNvSpPr txBox="1">
            <a:spLocks noChangeArrowheads="1"/>
          </p:cNvSpPr>
          <p:nvPr/>
        </p:nvSpPr>
        <p:spPr bwMode="auto">
          <a:xfrm>
            <a:off x="6553200" y="5715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67667" name="Text Box 93">
            <a:extLst>
              <a:ext uri="{FF2B5EF4-FFF2-40B4-BE49-F238E27FC236}">
                <a16:creationId xmlns:a16="http://schemas.microsoft.com/office/drawing/2014/main" id="{3C5EB679-150C-4EA5-B5C4-244D1105983D}"/>
              </a:ext>
            </a:extLst>
          </p:cNvPr>
          <p:cNvSpPr txBox="1">
            <a:spLocks noChangeArrowheads="1"/>
          </p:cNvSpPr>
          <p:nvPr/>
        </p:nvSpPr>
        <p:spPr bwMode="auto">
          <a:xfrm>
            <a:off x="8458200" y="57150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68" name="Text Box 94">
            <a:extLst>
              <a:ext uri="{FF2B5EF4-FFF2-40B4-BE49-F238E27FC236}">
                <a16:creationId xmlns:a16="http://schemas.microsoft.com/office/drawing/2014/main" id="{E21EE568-7B55-40D9-9BF6-B84C5776AC7A}"/>
              </a:ext>
            </a:extLst>
          </p:cNvPr>
          <p:cNvSpPr txBox="1">
            <a:spLocks noChangeArrowheads="1"/>
          </p:cNvSpPr>
          <p:nvPr/>
        </p:nvSpPr>
        <p:spPr bwMode="auto">
          <a:xfrm>
            <a:off x="76200" y="5715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7669" name="Text Box 95">
            <a:extLst>
              <a:ext uri="{FF2B5EF4-FFF2-40B4-BE49-F238E27FC236}">
                <a16:creationId xmlns:a16="http://schemas.microsoft.com/office/drawing/2014/main" id="{B47AAEBA-F00F-432A-9D27-A73E383EA12D}"/>
              </a:ext>
            </a:extLst>
          </p:cNvPr>
          <p:cNvSpPr txBox="1">
            <a:spLocks noChangeArrowheads="1"/>
          </p:cNvSpPr>
          <p:nvPr/>
        </p:nvSpPr>
        <p:spPr bwMode="auto">
          <a:xfrm>
            <a:off x="7391400" y="5715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7670" name="Text Box 96">
            <a:extLst>
              <a:ext uri="{FF2B5EF4-FFF2-40B4-BE49-F238E27FC236}">
                <a16:creationId xmlns:a16="http://schemas.microsoft.com/office/drawing/2014/main" id="{74C008A1-8BE3-4CE9-A6B6-AE2162A4C65B}"/>
              </a:ext>
            </a:extLst>
          </p:cNvPr>
          <p:cNvSpPr txBox="1">
            <a:spLocks noChangeArrowheads="1"/>
          </p:cNvSpPr>
          <p:nvPr/>
        </p:nvSpPr>
        <p:spPr bwMode="auto">
          <a:xfrm>
            <a:off x="1905000" y="5715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Hong</a:t>
            </a:r>
          </a:p>
        </p:txBody>
      </p:sp>
      <p:grpSp>
        <p:nvGrpSpPr>
          <p:cNvPr id="5" name="Group 101">
            <a:extLst>
              <a:ext uri="{FF2B5EF4-FFF2-40B4-BE49-F238E27FC236}">
                <a16:creationId xmlns:a16="http://schemas.microsoft.com/office/drawing/2014/main" id="{AD7EF9B2-11DB-4C6B-8407-4100A6D6721F}"/>
              </a:ext>
            </a:extLst>
          </p:cNvPr>
          <p:cNvGrpSpPr>
            <a:grpSpLocks/>
          </p:cNvGrpSpPr>
          <p:nvPr/>
        </p:nvGrpSpPr>
        <p:grpSpPr bwMode="auto">
          <a:xfrm>
            <a:off x="1600200" y="2133600"/>
            <a:ext cx="4800600" cy="304800"/>
            <a:chOff x="1008" y="1344"/>
            <a:chExt cx="3024" cy="192"/>
          </a:xfrm>
        </p:grpSpPr>
        <p:sp>
          <p:nvSpPr>
            <p:cNvPr id="67690" name="Text Box 102">
              <a:extLst>
                <a:ext uri="{FF2B5EF4-FFF2-40B4-BE49-F238E27FC236}">
                  <a16:creationId xmlns:a16="http://schemas.microsoft.com/office/drawing/2014/main" id="{E1B8EDE1-D600-4279-B72B-87CFFC4FF9D7}"/>
                </a:ext>
              </a:extLst>
            </p:cNvPr>
            <p:cNvSpPr txBox="1">
              <a:spLocks noChangeArrowheads="1"/>
            </p:cNvSpPr>
            <p:nvPr/>
          </p:nvSpPr>
          <p:spPr bwMode="auto">
            <a:xfrm>
              <a:off x="3120" y="1344"/>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05/22/1988</a:t>
              </a:r>
            </a:p>
          </p:txBody>
        </p:sp>
        <p:sp>
          <p:nvSpPr>
            <p:cNvPr id="67691" name="Text Box 103">
              <a:extLst>
                <a:ext uri="{FF2B5EF4-FFF2-40B4-BE49-F238E27FC236}">
                  <a16:creationId xmlns:a16="http://schemas.microsoft.com/office/drawing/2014/main" id="{F04A35DB-F2EF-4F79-9C23-A4D16EAE2DCD}"/>
                </a:ext>
              </a:extLst>
            </p:cNvPr>
            <p:cNvSpPr txBox="1">
              <a:spLocks noChangeArrowheads="1"/>
            </p:cNvSpPr>
            <p:nvPr/>
          </p:nvSpPr>
          <p:spPr bwMode="auto">
            <a:xfrm>
              <a:off x="2304" y="1344"/>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7692" name="Text Box 104">
              <a:extLst>
                <a:ext uri="{FF2B5EF4-FFF2-40B4-BE49-F238E27FC236}">
                  <a16:creationId xmlns:a16="http://schemas.microsoft.com/office/drawing/2014/main" id="{914F76B6-98F6-4C5A-8C51-887C1863D53C}"/>
                </a:ext>
              </a:extLst>
            </p:cNvPr>
            <p:cNvSpPr txBox="1">
              <a:spLocks noChangeArrowheads="1"/>
            </p:cNvSpPr>
            <p:nvPr/>
          </p:nvSpPr>
          <p:spPr bwMode="auto">
            <a:xfrm>
              <a:off x="1008" y="134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Nghien cuu</a:t>
              </a:r>
            </a:p>
          </p:txBody>
        </p:sp>
        <p:sp>
          <p:nvSpPr>
            <p:cNvPr id="67693" name="Text Box 105">
              <a:extLst>
                <a:ext uri="{FF2B5EF4-FFF2-40B4-BE49-F238E27FC236}">
                  <a16:creationId xmlns:a16="http://schemas.microsoft.com/office/drawing/2014/main" id="{9C356341-C4EC-493B-8897-4097A42AA8F2}"/>
                </a:ext>
              </a:extLst>
            </p:cNvPr>
            <p:cNvSpPr txBox="1">
              <a:spLocks noChangeArrowheads="1"/>
            </p:cNvSpPr>
            <p:nvPr/>
          </p:nvSpPr>
          <p:spPr bwMode="auto">
            <a:xfrm>
              <a:off x="1776" y="1344"/>
              <a:ext cx="4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grpSp>
      <p:grpSp>
        <p:nvGrpSpPr>
          <p:cNvPr id="67673" name="Group 106">
            <a:extLst>
              <a:ext uri="{FF2B5EF4-FFF2-40B4-BE49-F238E27FC236}">
                <a16:creationId xmlns:a16="http://schemas.microsoft.com/office/drawing/2014/main" id="{ED0164F6-83B6-4CE0-B099-4187DAE6E58B}"/>
              </a:ext>
            </a:extLst>
          </p:cNvPr>
          <p:cNvGrpSpPr>
            <a:grpSpLocks/>
          </p:cNvGrpSpPr>
          <p:nvPr/>
        </p:nvGrpSpPr>
        <p:grpSpPr bwMode="auto">
          <a:xfrm>
            <a:off x="1600200" y="1676400"/>
            <a:ext cx="4953000" cy="1447800"/>
            <a:chOff x="1008" y="1056"/>
            <a:chExt cx="3120" cy="912"/>
          </a:xfrm>
        </p:grpSpPr>
        <p:sp>
          <p:nvSpPr>
            <p:cNvPr id="67674" name="Line 107">
              <a:extLst>
                <a:ext uri="{FF2B5EF4-FFF2-40B4-BE49-F238E27FC236}">
                  <a16:creationId xmlns:a16="http://schemas.microsoft.com/office/drawing/2014/main" id="{CF8AE853-80D5-4E8B-B8A6-8B7A9A27D148}"/>
                </a:ext>
              </a:extLst>
            </p:cNvPr>
            <p:cNvSpPr>
              <a:spLocks noChangeShapeType="1"/>
            </p:cNvSpPr>
            <p:nvPr/>
          </p:nvSpPr>
          <p:spPr bwMode="auto">
            <a:xfrm>
              <a:off x="1008" y="1296"/>
              <a:ext cx="31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675" name="Text Box 108">
              <a:extLst>
                <a:ext uri="{FF2B5EF4-FFF2-40B4-BE49-F238E27FC236}">
                  <a16:creationId xmlns:a16="http://schemas.microsoft.com/office/drawing/2014/main" id="{A7A53BF2-9F69-4004-92FF-C0F948837DFD}"/>
                </a:ext>
              </a:extLst>
            </p:cNvPr>
            <p:cNvSpPr txBox="1">
              <a:spLocks noChangeArrowheads="1"/>
            </p:cNvSpPr>
            <p:nvPr/>
          </p:nvSpPr>
          <p:spPr bwMode="auto">
            <a:xfrm>
              <a:off x="3120" y="1056"/>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NG_NHANCHUC</a:t>
              </a:r>
            </a:p>
          </p:txBody>
        </p:sp>
        <p:sp>
          <p:nvSpPr>
            <p:cNvPr id="67676" name="Text Box 109">
              <a:extLst>
                <a:ext uri="{FF2B5EF4-FFF2-40B4-BE49-F238E27FC236}">
                  <a16:creationId xmlns:a16="http://schemas.microsoft.com/office/drawing/2014/main" id="{79B22CF1-2331-48E1-8112-058C748764D9}"/>
                </a:ext>
              </a:extLst>
            </p:cNvPr>
            <p:cNvSpPr txBox="1">
              <a:spLocks noChangeArrowheads="1"/>
            </p:cNvSpPr>
            <p:nvPr/>
          </p:nvSpPr>
          <p:spPr bwMode="auto">
            <a:xfrm>
              <a:off x="2304" y="1056"/>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MA_NVIEN</a:t>
              </a:r>
            </a:p>
          </p:txBody>
        </p:sp>
        <p:sp>
          <p:nvSpPr>
            <p:cNvPr id="67677" name="Text Box 110">
              <a:extLst>
                <a:ext uri="{FF2B5EF4-FFF2-40B4-BE49-F238E27FC236}">
                  <a16:creationId xmlns:a16="http://schemas.microsoft.com/office/drawing/2014/main" id="{FECD3360-D54B-4EF7-B446-BFFC4E2E459C}"/>
                </a:ext>
              </a:extLst>
            </p:cNvPr>
            <p:cNvSpPr txBox="1">
              <a:spLocks noChangeArrowheads="1"/>
            </p:cNvSpPr>
            <p:nvPr/>
          </p:nvSpPr>
          <p:spPr bwMode="auto">
            <a:xfrm>
              <a:off x="3120" y="1536"/>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01/01/1995</a:t>
              </a:r>
            </a:p>
          </p:txBody>
        </p:sp>
        <p:sp>
          <p:nvSpPr>
            <p:cNvPr id="67678" name="Text Box 111">
              <a:extLst>
                <a:ext uri="{FF2B5EF4-FFF2-40B4-BE49-F238E27FC236}">
                  <a16:creationId xmlns:a16="http://schemas.microsoft.com/office/drawing/2014/main" id="{60426E6A-9DA9-45B1-A83C-EFDD21AE0C80}"/>
                </a:ext>
              </a:extLst>
            </p:cNvPr>
            <p:cNvSpPr txBox="1">
              <a:spLocks noChangeArrowheads="1"/>
            </p:cNvSpPr>
            <p:nvPr/>
          </p:nvSpPr>
          <p:spPr bwMode="auto">
            <a:xfrm>
              <a:off x="3120" y="1728"/>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06/19/1981</a:t>
              </a:r>
            </a:p>
          </p:txBody>
        </p:sp>
        <p:sp>
          <p:nvSpPr>
            <p:cNvPr id="67679" name="Text Box 112">
              <a:extLst>
                <a:ext uri="{FF2B5EF4-FFF2-40B4-BE49-F238E27FC236}">
                  <a16:creationId xmlns:a16="http://schemas.microsoft.com/office/drawing/2014/main" id="{48025776-063F-4E64-9463-A27C59D76D92}"/>
                </a:ext>
              </a:extLst>
            </p:cNvPr>
            <p:cNvSpPr txBox="1">
              <a:spLocks noChangeArrowheads="1"/>
            </p:cNvSpPr>
            <p:nvPr/>
          </p:nvSpPr>
          <p:spPr bwMode="auto">
            <a:xfrm>
              <a:off x="2304" y="1536"/>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7680" name="Text Box 113">
              <a:extLst>
                <a:ext uri="{FF2B5EF4-FFF2-40B4-BE49-F238E27FC236}">
                  <a16:creationId xmlns:a16="http://schemas.microsoft.com/office/drawing/2014/main" id="{37A3055C-8922-4CCF-B22C-5EAC8863494F}"/>
                </a:ext>
              </a:extLst>
            </p:cNvPr>
            <p:cNvSpPr txBox="1">
              <a:spLocks noChangeArrowheads="1"/>
            </p:cNvSpPr>
            <p:nvPr/>
          </p:nvSpPr>
          <p:spPr bwMode="auto">
            <a:xfrm>
              <a:off x="2304" y="1728"/>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81" name="Text Box 114">
              <a:extLst>
                <a:ext uri="{FF2B5EF4-FFF2-40B4-BE49-F238E27FC236}">
                  <a16:creationId xmlns:a16="http://schemas.microsoft.com/office/drawing/2014/main" id="{C89FE206-3BA5-4AB2-B520-30CE8A2290B9}"/>
                </a:ext>
              </a:extLst>
            </p:cNvPr>
            <p:cNvSpPr txBox="1">
              <a:spLocks noChangeArrowheads="1"/>
            </p:cNvSpPr>
            <p:nvPr/>
          </p:nvSpPr>
          <p:spPr bwMode="auto">
            <a:xfrm>
              <a:off x="1104" y="105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TENPHG</a:t>
              </a:r>
            </a:p>
          </p:txBody>
        </p:sp>
        <p:sp>
          <p:nvSpPr>
            <p:cNvPr id="67682" name="Text Box 115">
              <a:extLst>
                <a:ext uri="{FF2B5EF4-FFF2-40B4-BE49-F238E27FC236}">
                  <a16:creationId xmlns:a16="http://schemas.microsoft.com/office/drawing/2014/main" id="{37B28919-9E56-4DEE-8BDC-AD9E8C7550B6}"/>
                </a:ext>
              </a:extLst>
            </p:cNvPr>
            <p:cNvSpPr txBox="1">
              <a:spLocks noChangeArrowheads="1"/>
            </p:cNvSpPr>
            <p:nvPr/>
          </p:nvSpPr>
          <p:spPr bwMode="auto">
            <a:xfrm>
              <a:off x="1728" y="105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MAPHG</a:t>
              </a:r>
            </a:p>
          </p:txBody>
        </p:sp>
        <p:sp>
          <p:nvSpPr>
            <p:cNvPr id="67683" name="Text Box 116">
              <a:extLst>
                <a:ext uri="{FF2B5EF4-FFF2-40B4-BE49-F238E27FC236}">
                  <a16:creationId xmlns:a16="http://schemas.microsoft.com/office/drawing/2014/main" id="{67DC0DC3-9A9C-4EAE-868E-1B4E505D46DF}"/>
                </a:ext>
              </a:extLst>
            </p:cNvPr>
            <p:cNvSpPr txBox="1">
              <a:spLocks noChangeArrowheads="1"/>
            </p:cNvSpPr>
            <p:nvPr/>
          </p:nvSpPr>
          <p:spPr bwMode="auto">
            <a:xfrm>
              <a:off x="1008" y="153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Dieu hanh</a:t>
              </a:r>
            </a:p>
          </p:txBody>
        </p:sp>
        <p:sp>
          <p:nvSpPr>
            <p:cNvPr id="67684" name="Text Box 117">
              <a:extLst>
                <a:ext uri="{FF2B5EF4-FFF2-40B4-BE49-F238E27FC236}">
                  <a16:creationId xmlns:a16="http://schemas.microsoft.com/office/drawing/2014/main" id="{F452E23E-9619-414C-A67F-EFE8DA27E9C2}"/>
                </a:ext>
              </a:extLst>
            </p:cNvPr>
            <p:cNvSpPr txBox="1">
              <a:spLocks noChangeArrowheads="1"/>
            </p:cNvSpPr>
            <p:nvPr/>
          </p:nvSpPr>
          <p:spPr bwMode="auto">
            <a:xfrm>
              <a:off x="1776" y="1536"/>
              <a:ext cx="4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85" name="Text Box 118">
              <a:extLst>
                <a:ext uri="{FF2B5EF4-FFF2-40B4-BE49-F238E27FC236}">
                  <a16:creationId xmlns:a16="http://schemas.microsoft.com/office/drawing/2014/main" id="{6C91771A-E7D7-4661-9FEE-589DBFBD247A}"/>
                </a:ext>
              </a:extLst>
            </p:cNvPr>
            <p:cNvSpPr txBox="1">
              <a:spLocks noChangeArrowheads="1"/>
            </p:cNvSpPr>
            <p:nvPr/>
          </p:nvSpPr>
          <p:spPr bwMode="auto">
            <a:xfrm>
              <a:off x="1008" y="172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 ly</a:t>
              </a:r>
            </a:p>
          </p:txBody>
        </p:sp>
        <p:sp>
          <p:nvSpPr>
            <p:cNvPr id="67686" name="Text Box 119">
              <a:extLst>
                <a:ext uri="{FF2B5EF4-FFF2-40B4-BE49-F238E27FC236}">
                  <a16:creationId xmlns:a16="http://schemas.microsoft.com/office/drawing/2014/main" id="{DE599907-1D5B-4985-8BBB-A99C283C71FF}"/>
                </a:ext>
              </a:extLst>
            </p:cNvPr>
            <p:cNvSpPr txBox="1">
              <a:spLocks noChangeArrowheads="1"/>
            </p:cNvSpPr>
            <p:nvPr/>
          </p:nvSpPr>
          <p:spPr bwMode="auto">
            <a:xfrm>
              <a:off x="1776" y="1728"/>
              <a:ext cx="4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7687" name="Line 120">
              <a:extLst>
                <a:ext uri="{FF2B5EF4-FFF2-40B4-BE49-F238E27FC236}">
                  <a16:creationId xmlns:a16="http://schemas.microsoft.com/office/drawing/2014/main" id="{CCA2ADC1-37A5-4279-9436-174F4430EE8D}"/>
                </a:ext>
              </a:extLst>
            </p:cNvPr>
            <p:cNvSpPr>
              <a:spLocks noChangeShapeType="1"/>
            </p:cNvSpPr>
            <p:nvPr/>
          </p:nvSpPr>
          <p:spPr bwMode="auto">
            <a:xfrm>
              <a:off x="3120" y="1056"/>
              <a:ext cx="0" cy="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688" name="Line 121">
              <a:extLst>
                <a:ext uri="{FF2B5EF4-FFF2-40B4-BE49-F238E27FC236}">
                  <a16:creationId xmlns:a16="http://schemas.microsoft.com/office/drawing/2014/main" id="{C4EB95AC-D03F-4C5F-B952-F843712A94E1}"/>
                </a:ext>
              </a:extLst>
            </p:cNvPr>
            <p:cNvSpPr>
              <a:spLocks noChangeShapeType="1"/>
            </p:cNvSpPr>
            <p:nvPr/>
          </p:nvSpPr>
          <p:spPr bwMode="auto">
            <a:xfrm>
              <a:off x="1728" y="1056"/>
              <a:ext cx="0" cy="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689" name="Line 122">
              <a:extLst>
                <a:ext uri="{FF2B5EF4-FFF2-40B4-BE49-F238E27FC236}">
                  <a16:creationId xmlns:a16="http://schemas.microsoft.com/office/drawing/2014/main" id="{6245D5B6-35EB-44B9-9490-78B1B9050FD2}"/>
                </a:ext>
              </a:extLst>
            </p:cNvPr>
            <p:cNvSpPr>
              <a:spLocks noChangeShapeType="1"/>
            </p:cNvSpPr>
            <p:nvPr/>
          </p:nvSpPr>
          <p:spPr bwMode="auto">
            <a:xfrm>
              <a:off x="2304" y="1056"/>
              <a:ext cx="0" cy="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Date Placeholder 3">
            <a:extLst>
              <a:ext uri="{FF2B5EF4-FFF2-40B4-BE49-F238E27FC236}">
                <a16:creationId xmlns:a16="http://schemas.microsoft.com/office/drawing/2014/main" id="{60EB6E34-EBC2-4822-B409-365497E2F74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7587" name="Slide Number Placeholder 5">
            <a:extLst>
              <a:ext uri="{FF2B5EF4-FFF2-40B4-BE49-F238E27FC236}">
                <a16:creationId xmlns:a16="http://schemas.microsoft.com/office/drawing/2014/main" id="{DDD389C3-FDF2-456C-BA65-86DFE26470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E606336-CA7F-4393-AD5A-49CC23FC29F1}" type="slidenum">
              <a:rPr lang="en-US" altLang="en-US" sz="1000"/>
              <a:pPr algn="r">
                <a:spcBef>
                  <a:spcPct val="0"/>
                </a:spcBef>
                <a:buClrTx/>
                <a:buFontTx/>
                <a:buNone/>
              </a:pPr>
              <a:t>49</a:t>
            </a:fld>
            <a:endParaRPr lang="en-US" altLang="en-US" sz="1000"/>
          </a:p>
        </p:txBody>
      </p:sp>
      <p:sp>
        <p:nvSpPr>
          <p:cNvPr id="67588" name="Rectangle 2">
            <a:extLst>
              <a:ext uri="{FF2B5EF4-FFF2-40B4-BE49-F238E27FC236}">
                <a16:creationId xmlns:a16="http://schemas.microsoft.com/office/drawing/2014/main" id="{23029AD3-40F6-4E10-B5D4-CF1372B3BE09}"/>
              </a:ext>
            </a:extLst>
          </p:cNvPr>
          <p:cNvSpPr>
            <a:spLocks noChangeArrowheads="1"/>
          </p:cNvSpPr>
          <p:nvPr/>
        </p:nvSpPr>
        <p:spPr bwMode="auto">
          <a:xfrm>
            <a:off x="1600200" y="2133600"/>
            <a:ext cx="4648200" cy="304800"/>
          </a:xfrm>
          <a:prstGeom prst="rect">
            <a:avLst/>
          </a:prstGeom>
          <a:solidFill>
            <a:srgbClr val="99CCFF">
              <a:alpha val="79999"/>
            </a:srgbClr>
          </a:solidFill>
          <a:ln w="12700" algn="ctr">
            <a:solidFill>
              <a:srgbClr val="99CCFF"/>
            </a:solidFill>
            <a:miter lim="800000"/>
            <a:headEnd/>
            <a:tailEnd/>
          </a:ln>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67589" name="Rectangle 3">
            <a:extLst>
              <a:ext uri="{FF2B5EF4-FFF2-40B4-BE49-F238E27FC236}">
                <a16:creationId xmlns:a16="http://schemas.microsoft.com/office/drawing/2014/main" id="{71BB98CA-8D4A-45BE-ADAC-EE3929BD7A08}"/>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Lệnh</a:t>
            </a:r>
            <a:r>
              <a:rPr lang="en-US" altLang="en-US" sz="3500" dirty="0"/>
              <a:t> DELETE (</a:t>
            </a:r>
            <a:r>
              <a:rPr lang="en-US" altLang="en-US" sz="3500" dirty="0" err="1"/>
              <a:t>tt</a:t>
            </a:r>
            <a:r>
              <a:rPr lang="en-US" altLang="en-US" sz="3500" dirty="0"/>
              <a:t>): SET NULL</a:t>
            </a:r>
          </a:p>
        </p:txBody>
      </p:sp>
      <p:sp>
        <p:nvSpPr>
          <p:cNvPr id="67590" name="Rectangle 4">
            <a:extLst>
              <a:ext uri="{FF2B5EF4-FFF2-40B4-BE49-F238E27FC236}">
                <a16:creationId xmlns:a16="http://schemas.microsoft.com/office/drawing/2014/main" id="{3E364DF4-F0EC-4CBC-9E9F-432970360E9A}"/>
              </a:ext>
            </a:extLst>
          </p:cNvPr>
          <p:cNvSpPr>
            <a:spLocks noChangeArrowheads="1"/>
          </p:cNvSpPr>
          <p:nvPr/>
        </p:nvSpPr>
        <p:spPr bwMode="auto">
          <a:xfrm>
            <a:off x="76200" y="4191000"/>
            <a:ext cx="8991600" cy="9144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dirty="0">
              <a:latin typeface="Tahoma" panose="020B0604030504040204" pitchFamily="34" charset="0"/>
            </a:endParaRPr>
          </a:p>
        </p:txBody>
      </p:sp>
      <p:sp>
        <p:nvSpPr>
          <p:cNvPr id="67591" name="Line 5">
            <a:extLst>
              <a:ext uri="{FF2B5EF4-FFF2-40B4-BE49-F238E27FC236}">
                <a16:creationId xmlns:a16="http://schemas.microsoft.com/office/drawing/2014/main" id="{DB2918E7-1BBE-465E-A01E-3CB40FD5BCE7}"/>
              </a:ext>
            </a:extLst>
          </p:cNvPr>
          <p:cNvSpPr>
            <a:spLocks noChangeShapeType="1"/>
          </p:cNvSpPr>
          <p:nvPr/>
        </p:nvSpPr>
        <p:spPr bwMode="auto">
          <a:xfrm>
            <a:off x="76200" y="4114800"/>
            <a:ext cx="8991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592" name="Text Box 6">
            <a:extLst>
              <a:ext uri="{FF2B5EF4-FFF2-40B4-BE49-F238E27FC236}">
                <a16:creationId xmlns:a16="http://schemas.microsoft.com/office/drawing/2014/main" id="{A344D53A-1D49-4848-9D18-7B7725E81EF3}"/>
              </a:ext>
            </a:extLst>
          </p:cNvPr>
          <p:cNvSpPr txBox="1">
            <a:spLocks noChangeArrowheads="1"/>
          </p:cNvSpPr>
          <p:nvPr/>
        </p:nvSpPr>
        <p:spPr bwMode="auto">
          <a:xfrm>
            <a:off x="2743200" y="3810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67593" name="Text Box 7">
            <a:extLst>
              <a:ext uri="{FF2B5EF4-FFF2-40B4-BE49-F238E27FC236}">
                <a16:creationId xmlns:a16="http://schemas.microsoft.com/office/drawing/2014/main" id="{472C999F-2C9F-43A8-A37C-4A11D25ACC72}"/>
              </a:ext>
            </a:extLst>
          </p:cNvPr>
          <p:cNvSpPr txBox="1">
            <a:spLocks noChangeArrowheads="1"/>
          </p:cNvSpPr>
          <p:nvPr/>
        </p:nvSpPr>
        <p:spPr bwMode="auto">
          <a:xfrm>
            <a:off x="1066800" y="3810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67594" name="Text Box 8">
            <a:extLst>
              <a:ext uri="{FF2B5EF4-FFF2-40B4-BE49-F238E27FC236}">
                <a16:creationId xmlns:a16="http://schemas.microsoft.com/office/drawing/2014/main" id="{A2645129-D016-4FE5-9081-FF7914752546}"/>
              </a:ext>
            </a:extLst>
          </p:cNvPr>
          <p:cNvSpPr txBox="1">
            <a:spLocks noChangeArrowheads="1"/>
          </p:cNvSpPr>
          <p:nvPr/>
        </p:nvSpPr>
        <p:spPr bwMode="auto">
          <a:xfrm>
            <a:off x="3581400" y="3810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67595" name="Text Box 9">
            <a:extLst>
              <a:ext uri="{FF2B5EF4-FFF2-40B4-BE49-F238E27FC236}">
                <a16:creationId xmlns:a16="http://schemas.microsoft.com/office/drawing/2014/main" id="{A9ABC080-03F2-45C9-A89A-3A3F4ADB0CAF}"/>
              </a:ext>
            </a:extLst>
          </p:cNvPr>
          <p:cNvSpPr txBox="1">
            <a:spLocks noChangeArrowheads="1"/>
          </p:cNvSpPr>
          <p:nvPr/>
        </p:nvSpPr>
        <p:spPr bwMode="auto">
          <a:xfrm>
            <a:off x="4724400" y="3810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67596" name="Text Box 10">
            <a:extLst>
              <a:ext uri="{FF2B5EF4-FFF2-40B4-BE49-F238E27FC236}">
                <a16:creationId xmlns:a16="http://schemas.microsoft.com/office/drawing/2014/main" id="{81255844-8253-4A9B-A66A-57BE913BE2D5}"/>
              </a:ext>
            </a:extLst>
          </p:cNvPr>
          <p:cNvSpPr txBox="1">
            <a:spLocks noChangeArrowheads="1"/>
          </p:cNvSpPr>
          <p:nvPr/>
        </p:nvSpPr>
        <p:spPr bwMode="auto">
          <a:xfrm>
            <a:off x="5867400" y="38100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67597" name="Text Box 11">
            <a:extLst>
              <a:ext uri="{FF2B5EF4-FFF2-40B4-BE49-F238E27FC236}">
                <a16:creationId xmlns:a16="http://schemas.microsoft.com/office/drawing/2014/main" id="{3E51B040-57AC-40EA-8C83-09F0AFC9E797}"/>
              </a:ext>
            </a:extLst>
          </p:cNvPr>
          <p:cNvSpPr txBox="1">
            <a:spLocks noChangeArrowheads="1"/>
          </p:cNvSpPr>
          <p:nvPr/>
        </p:nvSpPr>
        <p:spPr bwMode="auto">
          <a:xfrm>
            <a:off x="6553200" y="3810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67598" name="Text Box 12">
            <a:extLst>
              <a:ext uri="{FF2B5EF4-FFF2-40B4-BE49-F238E27FC236}">
                <a16:creationId xmlns:a16="http://schemas.microsoft.com/office/drawing/2014/main" id="{6A77E226-EC8F-483A-9D33-9FF9C3568C18}"/>
              </a:ext>
            </a:extLst>
          </p:cNvPr>
          <p:cNvSpPr txBox="1">
            <a:spLocks noChangeArrowheads="1"/>
          </p:cNvSpPr>
          <p:nvPr/>
        </p:nvSpPr>
        <p:spPr bwMode="auto">
          <a:xfrm>
            <a:off x="8458200" y="38100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67599" name="Text Box 13">
            <a:extLst>
              <a:ext uri="{FF2B5EF4-FFF2-40B4-BE49-F238E27FC236}">
                <a16:creationId xmlns:a16="http://schemas.microsoft.com/office/drawing/2014/main" id="{9B7893D1-3970-4DF7-B02D-26E74FE40996}"/>
              </a:ext>
            </a:extLst>
          </p:cNvPr>
          <p:cNvSpPr txBox="1">
            <a:spLocks noChangeArrowheads="1"/>
          </p:cNvSpPr>
          <p:nvPr/>
        </p:nvSpPr>
        <p:spPr bwMode="auto">
          <a:xfrm>
            <a:off x="2743200" y="4191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67600" name="Text Box 14">
            <a:extLst>
              <a:ext uri="{FF2B5EF4-FFF2-40B4-BE49-F238E27FC236}">
                <a16:creationId xmlns:a16="http://schemas.microsoft.com/office/drawing/2014/main" id="{9C029AED-E676-4F76-88A9-BF6C91AECAF4}"/>
              </a:ext>
            </a:extLst>
          </p:cNvPr>
          <p:cNvSpPr txBox="1">
            <a:spLocks noChangeArrowheads="1"/>
          </p:cNvSpPr>
          <p:nvPr/>
        </p:nvSpPr>
        <p:spPr bwMode="auto">
          <a:xfrm>
            <a:off x="1066800" y="4191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7601" name="Text Box 15">
            <a:extLst>
              <a:ext uri="{FF2B5EF4-FFF2-40B4-BE49-F238E27FC236}">
                <a16:creationId xmlns:a16="http://schemas.microsoft.com/office/drawing/2014/main" id="{6E8C7500-1AD2-4E2E-BBAE-55F1137900FD}"/>
              </a:ext>
            </a:extLst>
          </p:cNvPr>
          <p:cNvSpPr txBox="1">
            <a:spLocks noChangeArrowheads="1"/>
          </p:cNvSpPr>
          <p:nvPr/>
        </p:nvSpPr>
        <p:spPr bwMode="auto">
          <a:xfrm>
            <a:off x="3581400" y="4191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67602" name="Text Box 16">
            <a:extLst>
              <a:ext uri="{FF2B5EF4-FFF2-40B4-BE49-F238E27FC236}">
                <a16:creationId xmlns:a16="http://schemas.microsoft.com/office/drawing/2014/main" id="{AD45AACF-45D7-41AC-9429-7229FC4DD98F}"/>
              </a:ext>
            </a:extLst>
          </p:cNvPr>
          <p:cNvSpPr txBox="1">
            <a:spLocks noChangeArrowheads="1"/>
          </p:cNvSpPr>
          <p:nvPr/>
        </p:nvSpPr>
        <p:spPr bwMode="auto">
          <a:xfrm>
            <a:off x="4724400" y="4191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67603" name="Text Box 17">
            <a:extLst>
              <a:ext uri="{FF2B5EF4-FFF2-40B4-BE49-F238E27FC236}">
                <a16:creationId xmlns:a16="http://schemas.microsoft.com/office/drawing/2014/main" id="{3D184855-7FB9-4DD2-AEA8-91D9363D249E}"/>
              </a:ext>
            </a:extLst>
          </p:cNvPr>
          <p:cNvSpPr txBox="1">
            <a:spLocks noChangeArrowheads="1"/>
          </p:cNvSpPr>
          <p:nvPr/>
        </p:nvSpPr>
        <p:spPr bwMode="auto">
          <a:xfrm>
            <a:off x="5867400" y="41910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04" name="Text Box 18">
            <a:extLst>
              <a:ext uri="{FF2B5EF4-FFF2-40B4-BE49-F238E27FC236}">
                <a16:creationId xmlns:a16="http://schemas.microsoft.com/office/drawing/2014/main" id="{B2493B23-E8C8-40FB-9A1C-AE0410A297B9}"/>
              </a:ext>
            </a:extLst>
          </p:cNvPr>
          <p:cNvSpPr txBox="1">
            <a:spLocks noChangeArrowheads="1"/>
          </p:cNvSpPr>
          <p:nvPr/>
        </p:nvSpPr>
        <p:spPr bwMode="auto">
          <a:xfrm>
            <a:off x="6553200" y="4191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67605" name="Text Box 19">
            <a:extLst>
              <a:ext uri="{FF2B5EF4-FFF2-40B4-BE49-F238E27FC236}">
                <a16:creationId xmlns:a16="http://schemas.microsoft.com/office/drawing/2014/main" id="{70D88A73-039D-44F4-93AF-F74B0551BF76}"/>
              </a:ext>
            </a:extLst>
          </p:cNvPr>
          <p:cNvSpPr txBox="1">
            <a:spLocks noChangeArrowheads="1"/>
          </p:cNvSpPr>
          <p:nvPr/>
        </p:nvSpPr>
        <p:spPr bwMode="auto">
          <a:xfrm>
            <a:off x="2743200" y="4495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67606" name="Text Box 20">
            <a:extLst>
              <a:ext uri="{FF2B5EF4-FFF2-40B4-BE49-F238E27FC236}">
                <a16:creationId xmlns:a16="http://schemas.microsoft.com/office/drawing/2014/main" id="{215A315C-5906-4D2C-844F-F7F1BF0989A1}"/>
              </a:ext>
            </a:extLst>
          </p:cNvPr>
          <p:cNvSpPr txBox="1">
            <a:spLocks noChangeArrowheads="1"/>
          </p:cNvSpPr>
          <p:nvPr/>
        </p:nvSpPr>
        <p:spPr bwMode="auto">
          <a:xfrm>
            <a:off x="1066800" y="44958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67607" name="Text Box 21">
            <a:extLst>
              <a:ext uri="{FF2B5EF4-FFF2-40B4-BE49-F238E27FC236}">
                <a16:creationId xmlns:a16="http://schemas.microsoft.com/office/drawing/2014/main" id="{C816DCDA-2ED5-4D80-B7AF-4CDEDB042D34}"/>
              </a:ext>
            </a:extLst>
          </p:cNvPr>
          <p:cNvSpPr txBox="1">
            <a:spLocks noChangeArrowheads="1"/>
          </p:cNvSpPr>
          <p:nvPr/>
        </p:nvSpPr>
        <p:spPr bwMode="auto">
          <a:xfrm>
            <a:off x="3581400" y="4495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67608" name="Text Box 22">
            <a:extLst>
              <a:ext uri="{FF2B5EF4-FFF2-40B4-BE49-F238E27FC236}">
                <a16:creationId xmlns:a16="http://schemas.microsoft.com/office/drawing/2014/main" id="{2DAA0830-AFBA-4046-967A-428D914409AF}"/>
              </a:ext>
            </a:extLst>
          </p:cNvPr>
          <p:cNvSpPr txBox="1">
            <a:spLocks noChangeArrowheads="1"/>
          </p:cNvSpPr>
          <p:nvPr/>
        </p:nvSpPr>
        <p:spPr bwMode="auto">
          <a:xfrm>
            <a:off x="4724400" y="4495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67609" name="Text Box 23">
            <a:extLst>
              <a:ext uri="{FF2B5EF4-FFF2-40B4-BE49-F238E27FC236}">
                <a16:creationId xmlns:a16="http://schemas.microsoft.com/office/drawing/2014/main" id="{3487A8C3-E1B4-4B39-BCE0-04D284797CBC}"/>
              </a:ext>
            </a:extLst>
          </p:cNvPr>
          <p:cNvSpPr txBox="1">
            <a:spLocks noChangeArrowheads="1"/>
          </p:cNvSpPr>
          <p:nvPr/>
        </p:nvSpPr>
        <p:spPr bwMode="auto">
          <a:xfrm>
            <a:off x="5867400" y="44958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10" name="Text Box 24">
            <a:extLst>
              <a:ext uri="{FF2B5EF4-FFF2-40B4-BE49-F238E27FC236}">
                <a16:creationId xmlns:a16="http://schemas.microsoft.com/office/drawing/2014/main" id="{EF42AE71-4B18-4122-B95A-990664090CFB}"/>
              </a:ext>
            </a:extLst>
          </p:cNvPr>
          <p:cNvSpPr txBox="1">
            <a:spLocks noChangeArrowheads="1"/>
          </p:cNvSpPr>
          <p:nvPr/>
        </p:nvSpPr>
        <p:spPr bwMode="auto">
          <a:xfrm>
            <a:off x="6553200" y="4495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7611" name="Text Box 25">
            <a:extLst>
              <a:ext uri="{FF2B5EF4-FFF2-40B4-BE49-F238E27FC236}">
                <a16:creationId xmlns:a16="http://schemas.microsoft.com/office/drawing/2014/main" id="{00CB6913-F92E-44BD-A9A7-6DC6A2CCCFCA}"/>
              </a:ext>
            </a:extLst>
          </p:cNvPr>
          <p:cNvSpPr txBox="1">
            <a:spLocks noChangeArrowheads="1"/>
          </p:cNvSpPr>
          <p:nvPr/>
        </p:nvSpPr>
        <p:spPr bwMode="auto">
          <a:xfrm>
            <a:off x="76200" y="4191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333445555</a:t>
            </a:r>
          </a:p>
        </p:txBody>
      </p:sp>
      <p:sp>
        <p:nvSpPr>
          <p:cNvPr id="67612" name="Text Box 26">
            <a:extLst>
              <a:ext uri="{FF2B5EF4-FFF2-40B4-BE49-F238E27FC236}">
                <a16:creationId xmlns:a16="http://schemas.microsoft.com/office/drawing/2014/main" id="{D90D8EC1-7A68-4354-A5F4-C8EA76E78E27}"/>
              </a:ext>
            </a:extLst>
          </p:cNvPr>
          <p:cNvSpPr txBox="1">
            <a:spLocks noChangeArrowheads="1"/>
          </p:cNvSpPr>
          <p:nvPr/>
        </p:nvSpPr>
        <p:spPr bwMode="auto">
          <a:xfrm>
            <a:off x="76200" y="4495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7613" name="Text Box 27">
            <a:extLst>
              <a:ext uri="{FF2B5EF4-FFF2-40B4-BE49-F238E27FC236}">
                <a16:creationId xmlns:a16="http://schemas.microsoft.com/office/drawing/2014/main" id="{D438F5F2-1FCE-4BC7-8428-DF9B653F4E12}"/>
              </a:ext>
            </a:extLst>
          </p:cNvPr>
          <p:cNvSpPr txBox="1">
            <a:spLocks noChangeArrowheads="1"/>
          </p:cNvSpPr>
          <p:nvPr/>
        </p:nvSpPr>
        <p:spPr bwMode="auto">
          <a:xfrm>
            <a:off x="76200" y="3810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MANV</a:t>
            </a:r>
          </a:p>
        </p:txBody>
      </p:sp>
      <p:sp>
        <p:nvSpPr>
          <p:cNvPr id="67614" name="Text Box 28">
            <a:extLst>
              <a:ext uri="{FF2B5EF4-FFF2-40B4-BE49-F238E27FC236}">
                <a16:creationId xmlns:a16="http://schemas.microsoft.com/office/drawing/2014/main" id="{12297C32-A7C4-47AF-B56C-EEF497B2329F}"/>
              </a:ext>
            </a:extLst>
          </p:cNvPr>
          <p:cNvSpPr txBox="1">
            <a:spLocks noChangeArrowheads="1"/>
          </p:cNvSpPr>
          <p:nvPr/>
        </p:nvSpPr>
        <p:spPr bwMode="auto">
          <a:xfrm>
            <a:off x="7391400" y="3810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MA_NQL</a:t>
            </a:r>
          </a:p>
        </p:txBody>
      </p:sp>
      <p:sp>
        <p:nvSpPr>
          <p:cNvPr id="67615" name="Text Box 29">
            <a:extLst>
              <a:ext uri="{FF2B5EF4-FFF2-40B4-BE49-F238E27FC236}">
                <a16:creationId xmlns:a16="http://schemas.microsoft.com/office/drawing/2014/main" id="{AE295912-EB22-4269-9FD8-363D58603E24}"/>
              </a:ext>
            </a:extLst>
          </p:cNvPr>
          <p:cNvSpPr txBox="1">
            <a:spLocks noChangeArrowheads="1"/>
          </p:cNvSpPr>
          <p:nvPr/>
        </p:nvSpPr>
        <p:spPr bwMode="auto">
          <a:xfrm>
            <a:off x="7391400" y="4191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16" name="Text Box 30">
            <a:extLst>
              <a:ext uri="{FF2B5EF4-FFF2-40B4-BE49-F238E27FC236}">
                <a16:creationId xmlns:a16="http://schemas.microsoft.com/office/drawing/2014/main" id="{5A824402-9848-43F2-A782-CA0420482E20}"/>
              </a:ext>
            </a:extLst>
          </p:cNvPr>
          <p:cNvSpPr txBox="1">
            <a:spLocks noChangeArrowheads="1"/>
          </p:cNvSpPr>
          <p:nvPr/>
        </p:nvSpPr>
        <p:spPr bwMode="auto">
          <a:xfrm>
            <a:off x="7391400" y="4495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grpSp>
        <p:nvGrpSpPr>
          <p:cNvPr id="67617" name="Group 31">
            <a:extLst>
              <a:ext uri="{FF2B5EF4-FFF2-40B4-BE49-F238E27FC236}">
                <a16:creationId xmlns:a16="http://schemas.microsoft.com/office/drawing/2014/main" id="{70E79B7E-5286-4530-8D8A-FD1B49070E71}"/>
              </a:ext>
            </a:extLst>
          </p:cNvPr>
          <p:cNvGrpSpPr>
            <a:grpSpLocks/>
          </p:cNvGrpSpPr>
          <p:nvPr/>
        </p:nvGrpSpPr>
        <p:grpSpPr bwMode="auto">
          <a:xfrm>
            <a:off x="1143000" y="3810000"/>
            <a:ext cx="7315200" cy="2590800"/>
            <a:chOff x="720" y="2784"/>
            <a:chExt cx="4608" cy="1008"/>
          </a:xfrm>
        </p:grpSpPr>
        <p:sp>
          <p:nvSpPr>
            <p:cNvPr id="67700" name="Line 32">
              <a:extLst>
                <a:ext uri="{FF2B5EF4-FFF2-40B4-BE49-F238E27FC236}">
                  <a16:creationId xmlns:a16="http://schemas.microsoft.com/office/drawing/2014/main" id="{EC035634-2583-429F-B30B-5E675F464C3C}"/>
                </a:ext>
              </a:extLst>
            </p:cNvPr>
            <p:cNvSpPr>
              <a:spLocks noChangeShapeType="1"/>
            </p:cNvSpPr>
            <p:nvPr/>
          </p:nvSpPr>
          <p:spPr bwMode="auto">
            <a:xfrm>
              <a:off x="17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1" name="Line 33">
              <a:extLst>
                <a:ext uri="{FF2B5EF4-FFF2-40B4-BE49-F238E27FC236}">
                  <a16:creationId xmlns:a16="http://schemas.microsoft.com/office/drawing/2014/main" id="{A9930E69-F821-4750-99BB-5B2CB3CF1548}"/>
                </a:ext>
              </a:extLst>
            </p:cNvPr>
            <p:cNvSpPr>
              <a:spLocks noChangeShapeType="1"/>
            </p:cNvSpPr>
            <p:nvPr/>
          </p:nvSpPr>
          <p:spPr bwMode="auto">
            <a:xfrm>
              <a:off x="22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2" name="Line 34">
              <a:extLst>
                <a:ext uri="{FF2B5EF4-FFF2-40B4-BE49-F238E27FC236}">
                  <a16:creationId xmlns:a16="http://schemas.microsoft.com/office/drawing/2014/main" id="{1FA83E8C-618B-4728-9F76-10DC39F5DE8A}"/>
                </a:ext>
              </a:extLst>
            </p:cNvPr>
            <p:cNvSpPr>
              <a:spLocks noChangeShapeType="1"/>
            </p:cNvSpPr>
            <p:nvPr/>
          </p:nvSpPr>
          <p:spPr bwMode="auto">
            <a:xfrm>
              <a:off x="297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3" name="Line 35">
              <a:extLst>
                <a:ext uri="{FF2B5EF4-FFF2-40B4-BE49-F238E27FC236}">
                  <a16:creationId xmlns:a16="http://schemas.microsoft.com/office/drawing/2014/main" id="{F1A84E86-BC42-47A3-B0FA-1F886F90B70B}"/>
                </a:ext>
              </a:extLst>
            </p:cNvPr>
            <p:cNvSpPr>
              <a:spLocks noChangeShapeType="1"/>
            </p:cNvSpPr>
            <p:nvPr/>
          </p:nvSpPr>
          <p:spPr bwMode="auto">
            <a:xfrm>
              <a:off x="369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704" name="Line 36">
              <a:extLst>
                <a:ext uri="{FF2B5EF4-FFF2-40B4-BE49-F238E27FC236}">
                  <a16:creationId xmlns:a16="http://schemas.microsoft.com/office/drawing/2014/main" id="{09103E85-9A33-4B54-9093-B719147A4797}"/>
                </a:ext>
              </a:extLst>
            </p:cNvPr>
            <p:cNvSpPr>
              <a:spLocks noChangeShapeType="1"/>
            </p:cNvSpPr>
            <p:nvPr/>
          </p:nvSpPr>
          <p:spPr bwMode="auto">
            <a:xfrm>
              <a:off x="41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5" name="Line 37">
              <a:extLst>
                <a:ext uri="{FF2B5EF4-FFF2-40B4-BE49-F238E27FC236}">
                  <a16:creationId xmlns:a16="http://schemas.microsoft.com/office/drawing/2014/main" id="{5AB95FD9-0989-413C-BFC8-0FF8A0E4636D}"/>
                </a:ext>
              </a:extLst>
            </p:cNvPr>
            <p:cNvSpPr>
              <a:spLocks noChangeShapeType="1"/>
            </p:cNvSpPr>
            <p:nvPr/>
          </p:nvSpPr>
          <p:spPr bwMode="auto">
            <a:xfrm>
              <a:off x="46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6" name="Line 38">
              <a:extLst>
                <a:ext uri="{FF2B5EF4-FFF2-40B4-BE49-F238E27FC236}">
                  <a16:creationId xmlns:a16="http://schemas.microsoft.com/office/drawing/2014/main" id="{7596F63E-A75F-4DAC-BB5C-5899126EE28C}"/>
                </a:ext>
              </a:extLst>
            </p:cNvPr>
            <p:cNvSpPr>
              <a:spLocks noChangeShapeType="1"/>
            </p:cNvSpPr>
            <p:nvPr/>
          </p:nvSpPr>
          <p:spPr bwMode="auto">
            <a:xfrm>
              <a:off x="120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7" name="Line 39">
              <a:extLst>
                <a:ext uri="{FF2B5EF4-FFF2-40B4-BE49-F238E27FC236}">
                  <a16:creationId xmlns:a16="http://schemas.microsoft.com/office/drawing/2014/main" id="{4CDDAC31-E7C2-40A5-9A28-BF65E28A8EBB}"/>
                </a:ext>
              </a:extLst>
            </p:cNvPr>
            <p:cNvSpPr>
              <a:spLocks noChangeShapeType="1"/>
            </p:cNvSpPr>
            <p:nvPr/>
          </p:nvSpPr>
          <p:spPr bwMode="auto">
            <a:xfrm>
              <a:off x="53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708" name="Line 40">
              <a:extLst>
                <a:ext uri="{FF2B5EF4-FFF2-40B4-BE49-F238E27FC236}">
                  <a16:creationId xmlns:a16="http://schemas.microsoft.com/office/drawing/2014/main" id="{57C50169-E594-4C44-8CBC-549F705900CA}"/>
                </a:ext>
              </a:extLst>
            </p:cNvPr>
            <p:cNvSpPr>
              <a:spLocks noChangeShapeType="1"/>
            </p:cNvSpPr>
            <p:nvPr/>
          </p:nvSpPr>
          <p:spPr bwMode="auto">
            <a:xfrm>
              <a:off x="72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67618" name="Text Box 41">
            <a:extLst>
              <a:ext uri="{FF2B5EF4-FFF2-40B4-BE49-F238E27FC236}">
                <a16:creationId xmlns:a16="http://schemas.microsoft.com/office/drawing/2014/main" id="{12A1569A-7CA5-4792-99F5-A5AE5718EF03}"/>
              </a:ext>
            </a:extLst>
          </p:cNvPr>
          <p:cNvSpPr txBox="1">
            <a:spLocks noChangeArrowheads="1"/>
          </p:cNvSpPr>
          <p:nvPr/>
        </p:nvSpPr>
        <p:spPr bwMode="auto">
          <a:xfrm>
            <a:off x="1905000" y="3810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TENLOT</a:t>
            </a:r>
          </a:p>
        </p:txBody>
      </p:sp>
      <p:sp>
        <p:nvSpPr>
          <p:cNvPr id="67619" name="Text Box 42">
            <a:extLst>
              <a:ext uri="{FF2B5EF4-FFF2-40B4-BE49-F238E27FC236}">
                <a16:creationId xmlns:a16="http://schemas.microsoft.com/office/drawing/2014/main" id="{0DA22B70-1ECC-45CE-B065-68C356CBFFFA}"/>
              </a:ext>
            </a:extLst>
          </p:cNvPr>
          <p:cNvSpPr txBox="1">
            <a:spLocks noChangeArrowheads="1"/>
          </p:cNvSpPr>
          <p:nvPr/>
        </p:nvSpPr>
        <p:spPr bwMode="auto">
          <a:xfrm>
            <a:off x="1905000" y="4191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67620" name="Text Box 43">
            <a:extLst>
              <a:ext uri="{FF2B5EF4-FFF2-40B4-BE49-F238E27FC236}">
                <a16:creationId xmlns:a16="http://schemas.microsoft.com/office/drawing/2014/main" id="{E2A15A18-2CF4-436A-9EC8-45D9D6A8C2C1}"/>
              </a:ext>
            </a:extLst>
          </p:cNvPr>
          <p:cNvSpPr txBox="1">
            <a:spLocks noChangeArrowheads="1"/>
          </p:cNvSpPr>
          <p:nvPr/>
        </p:nvSpPr>
        <p:spPr bwMode="auto">
          <a:xfrm>
            <a:off x="1905000" y="4495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Manh</a:t>
            </a:r>
          </a:p>
        </p:txBody>
      </p:sp>
      <p:sp>
        <p:nvSpPr>
          <p:cNvPr id="67621" name="Text Box 44">
            <a:extLst>
              <a:ext uri="{FF2B5EF4-FFF2-40B4-BE49-F238E27FC236}">
                <a16:creationId xmlns:a16="http://schemas.microsoft.com/office/drawing/2014/main" id="{DB328410-FEB8-4FA4-B56F-64571921B937}"/>
              </a:ext>
            </a:extLst>
          </p:cNvPr>
          <p:cNvSpPr txBox="1">
            <a:spLocks noChangeArrowheads="1"/>
          </p:cNvSpPr>
          <p:nvPr/>
        </p:nvSpPr>
        <p:spPr bwMode="auto">
          <a:xfrm>
            <a:off x="2743200" y="5105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67622" name="Text Box 45">
            <a:extLst>
              <a:ext uri="{FF2B5EF4-FFF2-40B4-BE49-F238E27FC236}">
                <a16:creationId xmlns:a16="http://schemas.microsoft.com/office/drawing/2014/main" id="{20551DE5-3208-4991-B76F-491A9C9E44A5}"/>
              </a:ext>
            </a:extLst>
          </p:cNvPr>
          <p:cNvSpPr txBox="1">
            <a:spLocks noChangeArrowheads="1"/>
          </p:cNvSpPr>
          <p:nvPr/>
        </p:nvSpPr>
        <p:spPr bwMode="auto">
          <a:xfrm>
            <a:off x="1066800" y="5105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67623" name="Text Box 46">
            <a:extLst>
              <a:ext uri="{FF2B5EF4-FFF2-40B4-BE49-F238E27FC236}">
                <a16:creationId xmlns:a16="http://schemas.microsoft.com/office/drawing/2014/main" id="{4448F884-7D9E-48D6-9D29-2461929E902F}"/>
              </a:ext>
            </a:extLst>
          </p:cNvPr>
          <p:cNvSpPr txBox="1">
            <a:spLocks noChangeArrowheads="1"/>
          </p:cNvSpPr>
          <p:nvPr/>
        </p:nvSpPr>
        <p:spPr bwMode="auto">
          <a:xfrm>
            <a:off x="3581400" y="51054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67624" name="Text Box 47">
            <a:extLst>
              <a:ext uri="{FF2B5EF4-FFF2-40B4-BE49-F238E27FC236}">
                <a16:creationId xmlns:a16="http://schemas.microsoft.com/office/drawing/2014/main" id="{3B4332CA-4C49-48C2-A0EB-246A5B670791}"/>
              </a:ext>
            </a:extLst>
          </p:cNvPr>
          <p:cNvSpPr txBox="1">
            <a:spLocks noChangeArrowheads="1"/>
          </p:cNvSpPr>
          <p:nvPr/>
        </p:nvSpPr>
        <p:spPr bwMode="auto">
          <a:xfrm>
            <a:off x="4724400" y="51054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 NTH Q1</a:t>
            </a:r>
          </a:p>
        </p:txBody>
      </p:sp>
      <p:sp>
        <p:nvSpPr>
          <p:cNvPr id="67625" name="Text Box 48">
            <a:extLst>
              <a:ext uri="{FF2B5EF4-FFF2-40B4-BE49-F238E27FC236}">
                <a16:creationId xmlns:a16="http://schemas.microsoft.com/office/drawing/2014/main" id="{C2FEC4C7-E707-4C09-956F-B659237CE3D3}"/>
              </a:ext>
            </a:extLst>
          </p:cNvPr>
          <p:cNvSpPr txBox="1">
            <a:spLocks noChangeArrowheads="1"/>
          </p:cNvSpPr>
          <p:nvPr/>
        </p:nvSpPr>
        <p:spPr bwMode="auto">
          <a:xfrm>
            <a:off x="5867400" y="51054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7626" name="Text Box 49">
            <a:extLst>
              <a:ext uri="{FF2B5EF4-FFF2-40B4-BE49-F238E27FC236}">
                <a16:creationId xmlns:a16="http://schemas.microsoft.com/office/drawing/2014/main" id="{3CD857AC-8A3C-4D76-932C-289A068D2C9C}"/>
              </a:ext>
            </a:extLst>
          </p:cNvPr>
          <p:cNvSpPr txBox="1">
            <a:spLocks noChangeArrowheads="1"/>
          </p:cNvSpPr>
          <p:nvPr/>
        </p:nvSpPr>
        <p:spPr bwMode="auto">
          <a:xfrm>
            <a:off x="6553200" y="5105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67627" name="Text Box 50">
            <a:extLst>
              <a:ext uri="{FF2B5EF4-FFF2-40B4-BE49-F238E27FC236}">
                <a16:creationId xmlns:a16="http://schemas.microsoft.com/office/drawing/2014/main" id="{36CD0850-88B7-47DD-9863-99685E6B3AAB}"/>
              </a:ext>
            </a:extLst>
          </p:cNvPr>
          <p:cNvSpPr txBox="1">
            <a:spLocks noChangeArrowheads="1"/>
          </p:cNvSpPr>
          <p:nvPr/>
        </p:nvSpPr>
        <p:spPr bwMode="auto">
          <a:xfrm>
            <a:off x="8458200" y="51054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28" name="Text Box 51">
            <a:extLst>
              <a:ext uri="{FF2B5EF4-FFF2-40B4-BE49-F238E27FC236}">
                <a16:creationId xmlns:a16="http://schemas.microsoft.com/office/drawing/2014/main" id="{A6F0B966-0B47-4636-BED9-0186E9908620}"/>
              </a:ext>
            </a:extLst>
          </p:cNvPr>
          <p:cNvSpPr txBox="1">
            <a:spLocks noChangeArrowheads="1"/>
          </p:cNvSpPr>
          <p:nvPr/>
        </p:nvSpPr>
        <p:spPr bwMode="auto">
          <a:xfrm>
            <a:off x="76200" y="51054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999887777</a:t>
            </a:r>
          </a:p>
        </p:txBody>
      </p:sp>
      <p:sp>
        <p:nvSpPr>
          <p:cNvPr id="67629" name="Text Box 52">
            <a:extLst>
              <a:ext uri="{FF2B5EF4-FFF2-40B4-BE49-F238E27FC236}">
                <a16:creationId xmlns:a16="http://schemas.microsoft.com/office/drawing/2014/main" id="{49022967-82D3-4035-B037-737718500F9B}"/>
              </a:ext>
            </a:extLst>
          </p:cNvPr>
          <p:cNvSpPr txBox="1">
            <a:spLocks noChangeArrowheads="1"/>
          </p:cNvSpPr>
          <p:nvPr/>
        </p:nvSpPr>
        <p:spPr bwMode="auto">
          <a:xfrm>
            <a:off x="7391400" y="51054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7630" name="Text Box 53">
            <a:extLst>
              <a:ext uri="{FF2B5EF4-FFF2-40B4-BE49-F238E27FC236}">
                <a16:creationId xmlns:a16="http://schemas.microsoft.com/office/drawing/2014/main" id="{E7887BD2-C0EC-4F5D-B987-59D7421FE410}"/>
              </a:ext>
            </a:extLst>
          </p:cNvPr>
          <p:cNvSpPr txBox="1">
            <a:spLocks noChangeArrowheads="1"/>
          </p:cNvSpPr>
          <p:nvPr/>
        </p:nvSpPr>
        <p:spPr bwMode="auto">
          <a:xfrm>
            <a:off x="1905000" y="5105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Ngoc</a:t>
            </a:r>
          </a:p>
        </p:txBody>
      </p:sp>
      <p:sp>
        <p:nvSpPr>
          <p:cNvPr id="67631" name="Text Box 54">
            <a:extLst>
              <a:ext uri="{FF2B5EF4-FFF2-40B4-BE49-F238E27FC236}">
                <a16:creationId xmlns:a16="http://schemas.microsoft.com/office/drawing/2014/main" id="{04A75B65-4766-45F5-B8A4-B98F9E366ABC}"/>
              </a:ext>
            </a:extLst>
          </p:cNvPr>
          <p:cNvSpPr txBox="1">
            <a:spLocks noChangeArrowheads="1"/>
          </p:cNvSpPr>
          <p:nvPr/>
        </p:nvSpPr>
        <p:spPr bwMode="auto">
          <a:xfrm>
            <a:off x="2743200" y="54102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67632" name="Text Box 55">
            <a:extLst>
              <a:ext uri="{FF2B5EF4-FFF2-40B4-BE49-F238E27FC236}">
                <a16:creationId xmlns:a16="http://schemas.microsoft.com/office/drawing/2014/main" id="{887AD537-6FFE-47E5-84CC-52556AF8E04F}"/>
              </a:ext>
            </a:extLst>
          </p:cNvPr>
          <p:cNvSpPr txBox="1">
            <a:spLocks noChangeArrowheads="1"/>
          </p:cNvSpPr>
          <p:nvPr/>
        </p:nvSpPr>
        <p:spPr bwMode="auto">
          <a:xfrm>
            <a:off x="1066800" y="5410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67633" name="Text Box 56">
            <a:extLst>
              <a:ext uri="{FF2B5EF4-FFF2-40B4-BE49-F238E27FC236}">
                <a16:creationId xmlns:a16="http://schemas.microsoft.com/office/drawing/2014/main" id="{EA539052-6800-4E7D-9358-0353680AD29C}"/>
              </a:ext>
            </a:extLst>
          </p:cNvPr>
          <p:cNvSpPr txBox="1">
            <a:spLocks noChangeArrowheads="1"/>
          </p:cNvSpPr>
          <p:nvPr/>
        </p:nvSpPr>
        <p:spPr bwMode="auto">
          <a:xfrm>
            <a:off x="3581400" y="5410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07620/1951</a:t>
            </a:r>
          </a:p>
        </p:txBody>
      </p:sp>
      <p:sp>
        <p:nvSpPr>
          <p:cNvPr id="67634" name="Text Box 57">
            <a:extLst>
              <a:ext uri="{FF2B5EF4-FFF2-40B4-BE49-F238E27FC236}">
                <a16:creationId xmlns:a16="http://schemas.microsoft.com/office/drawing/2014/main" id="{67AEC156-B9D6-4488-B20F-E5C6214A8371}"/>
              </a:ext>
            </a:extLst>
          </p:cNvPr>
          <p:cNvSpPr txBox="1">
            <a:spLocks noChangeArrowheads="1"/>
          </p:cNvSpPr>
          <p:nvPr/>
        </p:nvSpPr>
        <p:spPr bwMode="auto">
          <a:xfrm>
            <a:off x="4724400" y="5410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219 TD Q3</a:t>
            </a:r>
          </a:p>
        </p:txBody>
      </p:sp>
      <p:sp>
        <p:nvSpPr>
          <p:cNvPr id="67635" name="Text Box 58">
            <a:extLst>
              <a:ext uri="{FF2B5EF4-FFF2-40B4-BE49-F238E27FC236}">
                <a16:creationId xmlns:a16="http://schemas.microsoft.com/office/drawing/2014/main" id="{2903166F-7AF9-44FF-9ED2-13581EC4DDBA}"/>
              </a:ext>
            </a:extLst>
          </p:cNvPr>
          <p:cNvSpPr txBox="1">
            <a:spLocks noChangeArrowheads="1"/>
          </p:cNvSpPr>
          <p:nvPr/>
        </p:nvSpPr>
        <p:spPr bwMode="auto">
          <a:xfrm>
            <a:off x="5867400" y="54102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7636" name="Text Box 59">
            <a:extLst>
              <a:ext uri="{FF2B5EF4-FFF2-40B4-BE49-F238E27FC236}">
                <a16:creationId xmlns:a16="http://schemas.microsoft.com/office/drawing/2014/main" id="{EA61C9FC-15AB-4847-80D4-7EC6F5988A87}"/>
              </a:ext>
            </a:extLst>
          </p:cNvPr>
          <p:cNvSpPr txBox="1">
            <a:spLocks noChangeArrowheads="1"/>
          </p:cNvSpPr>
          <p:nvPr/>
        </p:nvSpPr>
        <p:spPr bwMode="auto">
          <a:xfrm>
            <a:off x="6553200" y="54102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67637" name="Text Box 60">
            <a:extLst>
              <a:ext uri="{FF2B5EF4-FFF2-40B4-BE49-F238E27FC236}">
                <a16:creationId xmlns:a16="http://schemas.microsoft.com/office/drawing/2014/main" id="{D9A955A2-FB60-4EAA-8A62-795B85493CE3}"/>
              </a:ext>
            </a:extLst>
          </p:cNvPr>
          <p:cNvSpPr txBox="1">
            <a:spLocks noChangeArrowheads="1"/>
          </p:cNvSpPr>
          <p:nvPr/>
        </p:nvSpPr>
        <p:spPr bwMode="auto">
          <a:xfrm>
            <a:off x="8458200" y="5410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38" name="Text Box 61">
            <a:extLst>
              <a:ext uri="{FF2B5EF4-FFF2-40B4-BE49-F238E27FC236}">
                <a16:creationId xmlns:a16="http://schemas.microsoft.com/office/drawing/2014/main" id="{B37247D6-FE85-411B-B399-BB66D1928C14}"/>
              </a:ext>
            </a:extLst>
          </p:cNvPr>
          <p:cNvSpPr txBox="1">
            <a:spLocks noChangeArrowheads="1"/>
          </p:cNvSpPr>
          <p:nvPr/>
        </p:nvSpPr>
        <p:spPr bwMode="auto">
          <a:xfrm>
            <a:off x="76200" y="54102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7639" name="Text Box 62">
            <a:extLst>
              <a:ext uri="{FF2B5EF4-FFF2-40B4-BE49-F238E27FC236}">
                <a16:creationId xmlns:a16="http://schemas.microsoft.com/office/drawing/2014/main" id="{E05BBDD0-8E97-4256-A479-7B04EF7F0566}"/>
              </a:ext>
            </a:extLst>
          </p:cNvPr>
          <p:cNvSpPr txBox="1">
            <a:spLocks noChangeArrowheads="1"/>
          </p:cNvSpPr>
          <p:nvPr/>
        </p:nvSpPr>
        <p:spPr bwMode="auto">
          <a:xfrm>
            <a:off x="7391400" y="54102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40" name="Text Box 63">
            <a:extLst>
              <a:ext uri="{FF2B5EF4-FFF2-40B4-BE49-F238E27FC236}">
                <a16:creationId xmlns:a16="http://schemas.microsoft.com/office/drawing/2014/main" id="{D6A9042B-8D78-469D-947F-154A4E8F7F12}"/>
              </a:ext>
            </a:extLst>
          </p:cNvPr>
          <p:cNvSpPr txBox="1">
            <a:spLocks noChangeArrowheads="1"/>
          </p:cNvSpPr>
          <p:nvPr/>
        </p:nvSpPr>
        <p:spPr bwMode="auto">
          <a:xfrm>
            <a:off x="1905000" y="54102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Quynh</a:t>
            </a:r>
          </a:p>
        </p:txBody>
      </p:sp>
      <p:sp>
        <p:nvSpPr>
          <p:cNvPr id="67641" name="Text Box 64">
            <a:extLst>
              <a:ext uri="{FF2B5EF4-FFF2-40B4-BE49-F238E27FC236}">
                <a16:creationId xmlns:a16="http://schemas.microsoft.com/office/drawing/2014/main" id="{842CF110-56FF-4B63-8AB0-6F7AC5608E26}"/>
              </a:ext>
            </a:extLst>
          </p:cNvPr>
          <p:cNvSpPr txBox="1">
            <a:spLocks noChangeArrowheads="1"/>
          </p:cNvSpPr>
          <p:nvPr/>
        </p:nvSpPr>
        <p:spPr bwMode="auto">
          <a:xfrm>
            <a:off x="2743200" y="6019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67642" name="Text Box 65">
            <a:extLst>
              <a:ext uri="{FF2B5EF4-FFF2-40B4-BE49-F238E27FC236}">
                <a16:creationId xmlns:a16="http://schemas.microsoft.com/office/drawing/2014/main" id="{0B0398CF-91AA-4EA4-9835-CD42EF877715}"/>
              </a:ext>
            </a:extLst>
          </p:cNvPr>
          <p:cNvSpPr txBox="1">
            <a:spLocks noChangeArrowheads="1"/>
          </p:cNvSpPr>
          <p:nvPr/>
        </p:nvSpPr>
        <p:spPr bwMode="auto">
          <a:xfrm>
            <a:off x="1066800" y="60198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67643" name="Text Box 66">
            <a:extLst>
              <a:ext uri="{FF2B5EF4-FFF2-40B4-BE49-F238E27FC236}">
                <a16:creationId xmlns:a16="http://schemas.microsoft.com/office/drawing/2014/main" id="{0CC7183B-09B9-4C4D-97BC-5E2FAA5BC19B}"/>
              </a:ext>
            </a:extLst>
          </p:cNvPr>
          <p:cNvSpPr txBox="1">
            <a:spLocks noChangeArrowheads="1"/>
          </p:cNvSpPr>
          <p:nvPr/>
        </p:nvSpPr>
        <p:spPr bwMode="auto">
          <a:xfrm>
            <a:off x="3581400" y="6019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11/10/1945</a:t>
            </a:r>
          </a:p>
        </p:txBody>
      </p:sp>
      <p:sp>
        <p:nvSpPr>
          <p:cNvPr id="67644" name="Text Box 67">
            <a:extLst>
              <a:ext uri="{FF2B5EF4-FFF2-40B4-BE49-F238E27FC236}">
                <a16:creationId xmlns:a16="http://schemas.microsoft.com/office/drawing/2014/main" id="{E1AFCDA9-A53D-4033-B158-89014B1BBBF9}"/>
              </a:ext>
            </a:extLst>
          </p:cNvPr>
          <p:cNvSpPr txBox="1">
            <a:spLocks noChangeArrowheads="1"/>
          </p:cNvSpPr>
          <p:nvPr/>
        </p:nvSpPr>
        <p:spPr bwMode="auto">
          <a:xfrm>
            <a:off x="4724400" y="6019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450 TV HN</a:t>
            </a:r>
          </a:p>
        </p:txBody>
      </p:sp>
      <p:sp>
        <p:nvSpPr>
          <p:cNvPr id="67645" name="Text Box 68">
            <a:extLst>
              <a:ext uri="{FF2B5EF4-FFF2-40B4-BE49-F238E27FC236}">
                <a16:creationId xmlns:a16="http://schemas.microsoft.com/office/drawing/2014/main" id="{DD022635-AF99-4285-AAC3-6DE5EB007FBC}"/>
              </a:ext>
            </a:extLst>
          </p:cNvPr>
          <p:cNvSpPr txBox="1">
            <a:spLocks noChangeArrowheads="1"/>
          </p:cNvSpPr>
          <p:nvPr/>
        </p:nvSpPr>
        <p:spPr bwMode="auto">
          <a:xfrm>
            <a:off x="5867400" y="60198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46" name="Text Box 69">
            <a:extLst>
              <a:ext uri="{FF2B5EF4-FFF2-40B4-BE49-F238E27FC236}">
                <a16:creationId xmlns:a16="http://schemas.microsoft.com/office/drawing/2014/main" id="{BAC37D1C-D8ED-4ECE-AE73-DC0D8A446470}"/>
              </a:ext>
            </a:extLst>
          </p:cNvPr>
          <p:cNvSpPr txBox="1">
            <a:spLocks noChangeArrowheads="1"/>
          </p:cNvSpPr>
          <p:nvPr/>
        </p:nvSpPr>
        <p:spPr bwMode="auto">
          <a:xfrm>
            <a:off x="6553200" y="6019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55000</a:t>
            </a:r>
          </a:p>
        </p:txBody>
      </p:sp>
      <p:sp>
        <p:nvSpPr>
          <p:cNvPr id="67647" name="Text Box 70">
            <a:extLst>
              <a:ext uri="{FF2B5EF4-FFF2-40B4-BE49-F238E27FC236}">
                <a16:creationId xmlns:a16="http://schemas.microsoft.com/office/drawing/2014/main" id="{2838630E-FE27-48C2-B5B6-B47B155CCB21}"/>
              </a:ext>
            </a:extLst>
          </p:cNvPr>
          <p:cNvSpPr txBox="1">
            <a:spLocks noChangeArrowheads="1"/>
          </p:cNvSpPr>
          <p:nvPr/>
        </p:nvSpPr>
        <p:spPr bwMode="auto">
          <a:xfrm>
            <a:off x="8458200" y="60198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7648" name="Text Box 71">
            <a:extLst>
              <a:ext uri="{FF2B5EF4-FFF2-40B4-BE49-F238E27FC236}">
                <a16:creationId xmlns:a16="http://schemas.microsoft.com/office/drawing/2014/main" id="{F5BBD992-37AE-452C-9F97-0F1645CACAAC}"/>
              </a:ext>
            </a:extLst>
          </p:cNvPr>
          <p:cNvSpPr txBox="1">
            <a:spLocks noChangeArrowheads="1"/>
          </p:cNvSpPr>
          <p:nvPr/>
        </p:nvSpPr>
        <p:spPr bwMode="auto">
          <a:xfrm>
            <a:off x="76200" y="6019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49" name="Text Box 72">
            <a:extLst>
              <a:ext uri="{FF2B5EF4-FFF2-40B4-BE49-F238E27FC236}">
                <a16:creationId xmlns:a16="http://schemas.microsoft.com/office/drawing/2014/main" id="{1E46A4E8-8579-4495-88ED-58C547855867}"/>
              </a:ext>
            </a:extLst>
          </p:cNvPr>
          <p:cNvSpPr txBox="1">
            <a:spLocks noChangeArrowheads="1"/>
          </p:cNvSpPr>
          <p:nvPr/>
        </p:nvSpPr>
        <p:spPr bwMode="auto">
          <a:xfrm>
            <a:off x="7391400" y="6019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67650" name="Text Box 73">
            <a:extLst>
              <a:ext uri="{FF2B5EF4-FFF2-40B4-BE49-F238E27FC236}">
                <a16:creationId xmlns:a16="http://schemas.microsoft.com/office/drawing/2014/main" id="{21236807-10DF-46DE-B03D-47483BCA0C9F}"/>
              </a:ext>
            </a:extLst>
          </p:cNvPr>
          <p:cNvSpPr txBox="1">
            <a:spLocks noChangeArrowheads="1"/>
          </p:cNvSpPr>
          <p:nvPr/>
        </p:nvSpPr>
        <p:spPr bwMode="auto">
          <a:xfrm>
            <a:off x="1905000" y="60198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Van</a:t>
            </a:r>
          </a:p>
        </p:txBody>
      </p:sp>
      <p:sp>
        <p:nvSpPr>
          <p:cNvPr id="67651" name="Text Box 74">
            <a:extLst>
              <a:ext uri="{FF2B5EF4-FFF2-40B4-BE49-F238E27FC236}">
                <a16:creationId xmlns:a16="http://schemas.microsoft.com/office/drawing/2014/main" id="{298C589E-A3C3-4407-8AED-4AB66F87FC75}"/>
              </a:ext>
            </a:extLst>
          </p:cNvPr>
          <p:cNvSpPr txBox="1">
            <a:spLocks noChangeArrowheads="1"/>
          </p:cNvSpPr>
          <p:nvPr/>
        </p:nvSpPr>
        <p:spPr bwMode="auto">
          <a:xfrm>
            <a:off x="2743200" y="48006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Tam</a:t>
            </a:r>
          </a:p>
        </p:txBody>
      </p:sp>
      <p:sp>
        <p:nvSpPr>
          <p:cNvPr id="67652" name="Text Box 75">
            <a:extLst>
              <a:ext uri="{FF2B5EF4-FFF2-40B4-BE49-F238E27FC236}">
                <a16:creationId xmlns:a16="http://schemas.microsoft.com/office/drawing/2014/main" id="{218A775F-974F-4D78-9576-1BBDA48610D9}"/>
              </a:ext>
            </a:extLst>
          </p:cNvPr>
          <p:cNvSpPr txBox="1">
            <a:spLocks noChangeArrowheads="1"/>
          </p:cNvSpPr>
          <p:nvPr/>
        </p:nvSpPr>
        <p:spPr bwMode="auto">
          <a:xfrm>
            <a:off x="1066800" y="48006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Tran</a:t>
            </a:r>
          </a:p>
        </p:txBody>
      </p:sp>
      <p:sp>
        <p:nvSpPr>
          <p:cNvPr id="67653" name="Text Box 76">
            <a:extLst>
              <a:ext uri="{FF2B5EF4-FFF2-40B4-BE49-F238E27FC236}">
                <a16:creationId xmlns:a16="http://schemas.microsoft.com/office/drawing/2014/main" id="{87422C28-5DFE-48FC-9CCC-919C3521B233}"/>
              </a:ext>
            </a:extLst>
          </p:cNvPr>
          <p:cNvSpPr txBox="1">
            <a:spLocks noChangeArrowheads="1"/>
          </p:cNvSpPr>
          <p:nvPr/>
        </p:nvSpPr>
        <p:spPr bwMode="auto">
          <a:xfrm>
            <a:off x="3581400" y="4800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07/31/1972</a:t>
            </a:r>
          </a:p>
        </p:txBody>
      </p:sp>
      <p:sp>
        <p:nvSpPr>
          <p:cNvPr id="67654" name="Text Box 77">
            <a:extLst>
              <a:ext uri="{FF2B5EF4-FFF2-40B4-BE49-F238E27FC236}">
                <a16:creationId xmlns:a16="http://schemas.microsoft.com/office/drawing/2014/main" id="{AA9E4670-EDF6-4A85-96BD-90BDBE02DEFB}"/>
              </a:ext>
            </a:extLst>
          </p:cNvPr>
          <p:cNvSpPr txBox="1">
            <a:spLocks noChangeArrowheads="1"/>
          </p:cNvSpPr>
          <p:nvPr/>
        </p:nvSpPr>
        <p:spPr bwMode="auto">
          <a:xfrm>
            <a:off x="4724400" y="4800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543 MTL Q1</a:t>
            </a:r>
          </a:p>
        </p:txBody>
      </p:sp>
      <p:sp>
        <p:nvSpPr>
          <p:cNvPr id="67655" name="Text Box 78">
            <a:extLst>
              <a:ext uri="{FF2B5EF4-FFF2-40B4-BE49-F238E27FC236}">
                <a16:creationId xmlns:a16="http://schemas.microsoft.com/office/drawing/2014/main" id="{F4F34312-143A-47BD-BF37-F01431E62E0B}"/>
              </a:ext>
            </a:extLst>
          </p:cNvPr>
          <p:cNvSpPr txBox="1">
            <a:spLocks noChangeArrowheads="1"/>
          </p:cNvSpPr>
          <p:nvPr/>
        </p:nvSpPr>
        <p:spPr bwMode="auto">
          <a:xfrm>
            <a:off x="5867400" y="48006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67656" name="Text Box 79">
            <a:extLst>
              <a:ext uri="{FF2B5EF4-FFF2-40B4-BE49-F238E27FC236}">
                <a16:creationId xmlns:a16="http://schemas.microsoft.com/office/drawing/2014/main" id="{716B05CB-9DDE-4419-A4F8-01196AB9AF75}"/>
              </a:ext>
            </a:extLst>
          </p:cNvPr>
          <p:cNvSpPr txBox="1">
            <a:spLocks noChangeArrowheads="1"/>
          </p:cNvSpPr>
          <p:nvPr/>
        </p:nvSpPr>
        <p:spPr bwMode="auto">
          <a:xfrm>
            <a:off x="6553200" y="48006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25000</a:t>
            </a:r>
          </a:p>
        </p:txBody>
      </p:sp>
      <p:grpSp>
        <p:nvGrpSpPr>
          <p:cNvPr id="3" name="Group 80">
            <a:extLst>
              <a:ext uri="{FF2B5EF4-FFF2-40B4-BE49-F238E27FC236}">
                <a16:creationId xmlns:a16="http://schemas.microsoft.com/office/drawing/2014/main" id="{206C74C1-D6B9-4CA3-B619-ACDDE8DA8DE2}"/>
              </a:ext>
            </a:extLst>
          </p:cNvPr>
          <p:cNvGrpSpPr>
            <a:grpSpLocks/>
          </p:cNvGrpSpPr>
          <p:nvPr/>
        </p:nvGrpSpPr>
        <p:grpSpPr bwMode="auto">
          <a:xfrm>
            <a:off x="8458200" y="4191000"/>
            <a:ext cx="609600" cy="914400"/>
            <a:chOff x="5328" y="2640"/>
            <a:chExt cx="384" cy="576"/>
          </a:xfrm>
        </p:grpSpPr>
        <p:sp>
          <p:nvSpPr>
            <p:cNvPr id="67697" name="Text Box 81">
              <a:extLst>
                <a:ext uri="{FF2B5EF4-FFF2-40B4-BE49-F238E27FC236}">
                  <a16:creationId xmlns:a16="http://schemas.microsoft.com/office/drawing/2014/main" id="{0D92D075-9BF0-4ACD-8C91-47937754E481}"/>
                </a:ext>
              </a:extLst>
            </p:cNvPr>
            <p:cNvSpPr txBox="1">
              <a:spLocks noChangeArrowheads="1"/>
            </p:cNvSpPr>
            <p:nvPr/>
          </p:nvSpPr>
          <p:spPr bwMode="auto">
            <a:xfrm>
              <a:off x="5328" y="264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NULL</a:t>
              </a:r>
            </a:p>
          </p:txBody>
        </p:sp>
        <p:sp>
          <p:nvSpPr>
            <p:cNvPr id="67698" name="Text Box 82">
              <a:extLst>
                <a:ext uri="{FF2B5EF4-FFF2-40B4-BE49-F238E27FC236}">
                  <a16:creationId xmlns:a16="http://schemas.microsoft.com/office/drawing/2014/main" id="{7E4D7C60-DF33-4F95-B880-CC6D6EB34B76}"/>
                </a:ext>
              </a:extLst>
            </p:cNvPr>
            <p:cNvSpPr txBox="1">
              <a:spLocks noChangeArrowheads="1"/>
            </p:cNvSpPr>
            <p:nvPr/>
          </p:nvSpPr>
          <p:spPr bwMode="auto">
            <a:xfrm>
              <a:off x="5328" y="2832"/>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NULL</a:t>
              </a:r>
            </a:p>
          </p:txBody>
        </p:sp>
        <p:sp>
          <p:nvSpPr>
            <p:cNvPr id="67699" name="Text Box 83">
              <a:extLst>
                <a:ext uri="{FF2B5EF4-FFF2-40B4-BE49-F238E27FC236}">
                  <a16:creationId xmlns:a16="http://schemas.microsoft.com/office/drawing/2014/main" id="{DB514652-D7DC-438B-ACDE-F880C1DED68D}"/>
                </a:ext>
              </a:extLst>
            </p:cNvPr>
            <p:cNvSpPr txBox="1">
              <a:spLocks noChangeArrowheads="1"/>
            </p:cNvSpPr>
            <p:nvPr/>
          </p:nvSpPr>
          <p:spPr bwMode="auto">
            <a:xfrm>
              <a:off x="5328" y="302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NULL</a:t>
              </a:r>
            </a:p>
          </p:txBody>
        </p:sp>
      </p:grpSp>
      <p:sp>
        <p:nvSpPr>
          <p:cNvPr id="67658" name="Text Box 84">
            <a:extLst>
              <a:ext uri="{FF2B5EF4-FFF2-40B4-BE49-F238E27FC236}">
                <a16:creationId xmlns:a16="http://schemas.microsoft.com/office/drawing/2014/main" id="{93357562-FCEC-4930-822E-E0EA256EAB45}"/>
              </a:ext>
            </a:extLst>
          </p:cNvPr>
          <p:cNvSpPr txBox="1">
            <a:spLocks noChangeArrowheads="1"/>
          </p:cNvSpPr>
          <p:nvPr/>
        </p:nvSpPr>
        <p:spPr bwMode="auto">
          <a:xfrm>
            <a:off x="76200" y="4800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dirty="0">
                <a:latin typeface="Tahoma" panose="020B0604030504040204" pitchFamily="34" charset="0"/>
              </a:rPr>
              <a:t>453453453</a:t>
            </a:r>
          </a:p>
        </p:txBody>
      </p:sp>
      <p:sp>
        <p:nvSpPr>
          <p:cNvPr id="67659" name="Text Box 85">
            <a:extLst>
              <a:ext uri="{FF2B5EF4-FFF2-40B4-BE49-F238E27FC236}">
                <a16:creationId xmlns:a16="http://schemas.microsoft.com/office/drawing/2014/main" id="{1827A43C-B088-414C-B360-26DCF093CAF3}"/>
              </a:ext>
            </a:extLst>
          </p:cNvPr>
          <p:cNvSpPr txBox="1">
            <a:spLocks noChangeArrowheads="1"/>
          </p:cNvSpPr>
          <p:nvPr/>
        </p:nvSpPr>
        <p:spPr bwMode="auto">
          <a:xfrm>
            <a:off x="7391400" y="4800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67660" name="Text Box 86">
            <a:extLst>
              <a:ext uri="{FF2B5EF4-FFF2-40B4-BE49-F238E27FC236}">
                <a16:creationId xmlns:a16="http://schemas.microsoft.com/office/drawing/2014/main" id="{B6067E9A-A989-4EBF-9CAB-D1995F9B6B83}"/>
              </a:ext>
            </a:extLst>
          </p:cNvPr>
          <p:cNvSpPr txBox="1">
            <a:spLocks noChangeArrowheads="1"/>
          </p:cNvSpPr>
          <p:nvPr/>
        </p:nvSpPr>
        <p:spPr bwMode="auto">
          <a:xfrm>
            <a:off x="1905000" y="48006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67661" name="Text Box 87">
            <a:extLst>
              <a:ext uri="{FF2B5EF4-FFF2-40B4-BE49-F238E27FC236}">
                <a16:creationId xmlns:a16="http://schemas.microsoft.com/office/drawing/2014/main" id="{E9581879-EDFE-49C0-8E8C-30A7E49032AC}"/>
              </a:ext>
            </a:extLst>
          </p:cNvPr>
          <p:cNvSpPr txBox="1">
            <a:spLocks noChangeArrowheads="1"/>
          </p:cNvSpPr>
          <p:nvPr/>
        </p:nvSpPr>
        <p:spPr bwMode="auto">
          <a:xfrm>
            <a:off x="2743200" y="5715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Quang</a:t>
            </a:r>
          </a:p>
        </p:txBody>
      </p:sp>
      <p:sp>
        <p:nvSpPr>
          <p:cNvPr id="67662" name="Text Box 88">
            <a:extLst>
              <a:ext uri="{FF2B5EF4-FFF2-40B4-BE49-F238E27FC236}">
                <a16:creationId xmlns:a16="http://schemas.microsoft.com/office/drawing/2014/main" id="{1AE9DFE8-022A-4A28-B85E-9577D81335D7}"/>
              </a:ext>
            </a:extLst>
          </p:cNvPr>
          <p:cNvSpPr txBox="1">
            <a:spLocks noChangeArrowheads="1"/>
          </p:cNvSpPr>
          <p:nvPr/>
        </p:nvSpPr>
        <p:spPr bwMode="auto">
          <a:xfrm>
            <a:off x="1066800" y="5715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67663" name="Text Box 89">
            <a:extLst>
              <a:ext uri="{FF2B5EF4-FFF2-40B4-BE49-F238E27FC236}">
                <a16:creationId xmlns:a16="http://schemas.microsoft.com/office/drawing/2014/main" id="{6B0B5B98-9504-4ADD-AC78-87364FDA99B0}"/>
              </a:ext>
            </a:extLst>
          </p:cNvPr>
          <p:cNvSpPr txBox="1">
            <a:spLocks noChangeArrowheads="1"/>
          </p:cNvSpPr>
          <p:nvPr/>
        </p:nvSpPr>
        <p:spPr bwMode="auto">
          <a:xfrm>
            <a:off x="3581400" y="5715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04/08/1969</a:t>
            </a:r>
          </a:p>
        </p:txBody>
      </p:sp>
      <p:sp>
        <p:nvSpPr>
          <p:cNvPr id="67664" name="Text Box 90">
            <a:extLst>
              <a:ext uri="{FF2B5EF4-FFF2-40B4-BE49-F238E27FC236}">
                <a16:creationId xmlns:a16="http://schemas.microsoft.com/office/drawing/2014/main" id="{88683FC3-2423-4103-A21F-049CCD78B3E6}"/>
              </a:ext>
            </a:extLst>
          </p:cNvPr>
          <p:cNvSpPr txBox="1">
            <a:spLocks noChangeArrowheads="1"/>
          </p:cNvSpPr>
          <p:nvPr/>
        </p:nvSpPr>
        <p:spPr bwMode="auto">
          <a:xfrm>
            <a:off x="4724400" y="5715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980 LHP Q5</a:t>
            </a:r>
          </a:p>
        </p:txBody>
      </p:sp>
      <p:sp>
        <p:nvSpPr>
          <p:cNvPr id="67665" name="Text Box 91">
            <a:extLst>
              <a:ext uri="{FF2B5EF4-FFF2-40B4-BE49-F238E27FC236}">
                <a16:creationId xmlns:a16="http://schemas.microsoft.com/office/drawing/2014/main" id="{BBBC50BE-70D9-40FC-AC96-93D0ED5CA1EB}"/>
              </a:ext>
            </a:extLst>
          </p:cNvPr>
          <p:cNvSpPr txBox="1">
            <a:spLocks noChangeArrowheads="1"/>
          </p:cNvSpPr>
          <p:nvPr/>
        </p:nvSpPr>
        <p:spPr bwMode="auto">
          <a:xfrm>
            <a:off x="5867400" y="57150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67666" name="Text Box 92">
            <a:extLst>
              <a:ext uri="{FF2B5EF4-FFF2-40B4-BE49-F238E27FC236}">
                <a16:creationId xmlns:a16="http://schemas.microsoft.com/office/drawing/2014/main" id="{A6376611-11A7-46CE-8284-3CD0265B7130}"/>
              </a:ext>
            </a:extLst>
          </p:cNvPr>
          <p:cNvSpPr txBox="1">
            <a:spLocks noChangeArrowheads="1"/>
          </p:cNvSpPr>
          <p:nvPr/>
        </p:nvSpPr>
        <p:spPr bwMode="auto">
          <a:xfrm>
            <a:off x="6553200" y="5715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67667" name="Text Box 93">
            <a:extLst>
              <a:ext uri="{FF2B5EF4-FFF2-40B4-BE49-F238E27FC236}">
                <a16:creationId xmlns:a16="http://schemas.microsoft.com/office/drawing/2014/main" id="{3C5EB679-150C-4EA5-B5C4-244D1105983D}"/>
              </a:ext>
            </a:extLst>
          </p:cNvPr>
          <p:cNvSpPr txBox="1">
            <a:spLocks noChangeArrowheads="1"/>
          </p:cNvSpPr>
          <p:nvPr/>
        </p:nvSpPr>
        <p:spPr bwMode="auto">
          <a:xfrm>
            <a:off x="8458200" y="57150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68" name="Text Box 94">
            <a:extLst>
              <a:ext uri="{FF2B5EF4-FFF2-40B4-BE49-F238E27FC236}">
                <a16:creationId xmlns:a16="http://schemas.microsoft.com/office/drawing/2014/main" id="{E21EE568-7B55-40D9-9BF6-B84C5776AC7A}"/>
              </a:ext>
            </a:extLst>
          </p:cNvPr>
          <p:cNvSpPr txBox="1">
            <a:spLocks noChangeArrowheads="1"/>
          </p:cNvSpPr>
          <p:nvPr/>
        </p:nvSpPr>
        <p:spPr bwMode="auto">
          <a:xfrm>
            <a:off x="76200" y="5715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7669" name="Text Box 95">
            <a:extLst>
              <a:ext uri="{FF2B5EF4-FFF2-40B4-BE49-F238E27FC236}">
                <a16:creationId xmlns:a16="http://schemas.microsoft.com/office/drawing/2014/main" id="{B47AAEBA-F00F-432A-9D27-A73E383EA12D}"/>
              </a:ext>
            </a:extLst>
          </p:cNvPr>
          <p:cNvSpPr txBox="1">
            <a:spLocks noChangeArrowheads="1"/>
          </p:cNvSpPr>
          <p:nvPr/>
        </p:nvSpPr>
        <p:spPr bwMode="auto">
          <a:xfrm>
            <a:off x="7391400" y="5715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67670" name="Text Box 96">
            <a:extLst>
              <a:ext uri="{FF2B5EF4-FFF2-40B4-BE49-F238E27FC236}">
                <a16:creationId xmlns:a16="http://schemas.microsoft.com/office/drawing/2014/main" id="{74C008A1-8BE3-4CE9-A6B6-AE2162A4C65B}"/>
              </a:ext>
            </a:extLst>
          </p:cNvPr>
          <p:cNvSpPr txBox="1">
            <a:spLocks noChangeArrowheads="1"/>
          </p:cNvSpPr>
          <p:nvPr/>
        </p:nvSpPr>
        <p:spPr bwMode="auto">
          <a:xfrm>
            <a:off x="1905000" y="5715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Hong</a:t>
            </a:r>
          </a:p>
        </p:txBody>
      </p:sp>
      <p:grpSp>
        <p:nvGrpSpPr>
          <p:cNvPr id="67673" name="Group 106">
            <a:extLst>
              <a:ext uri="{FF2B5EF4-FFF2-40B4-BE49-F238E27FC236}">
                <a16:creationId xmlns:a16="http://schemas.microsoft.com/office/drawing/2014/main" id="{ED0164F6-83B6-4CE0-B099-4187DAE6E58B}"/>
              </a:ext>
            </a:extLst>
          </p:cNvPr>
          <p:cNvGrpSpPr>
            <a:grpSpLocks/>
          </p:cNvGrpSpPr>
          <p:nvPr/>
        </p:nvGrpSpPr>
        <p:grpSpPr bwMode="auto">
          <a:xfrm>
            <a:off x="1600200" y="1676400"/>
            <a:ext cx="4953000" cy="1447800"/>
            <a:chOff x="1008" y="1056"/>
            <a:chExt cx="3120" cy="912"/>
          </a:xfrm>
        </p:grpSpPr>
        <p:sp>
          <p:nvSpPr>
            <p:cNvPr id="67674" name="Line 107">
              <a:extLst>
                <a:ext uri="{FF2B5EF4-FFF2-40B4-BE49-F238E27FC236}">
                  <a16:creationId xmlns:a16="http://schemas.microsoft.com/office/drawing/2014/main" id="{CF8AE853-80D5-4E8B-B8A6-8B7A9A27D148}"/>
                </a:ext>
              </a:extLst>
            </p:cNvPr>
            <p:cNvSpPr>
              <a:spLocks noChangeShapeType="1"/>
            </p:cNvSpPr>
            <p:nvPr/>
          </p:nvSpPr>
          <p:spPr bwMode="auto">
            <a:xfrm>
              <a:off x="1008" y="1296"/>
              <a:ext cx="31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675" name="Text Box 108">
              <a:extLst>
                <a:ext uri="{FF2B5EF4-FFF2-40B4-BE49-F238E27FC236}">
                  <a16:creationId xmlns:a16="http://schemas.microsoft.com/office/drawing/2014/main" id="{A7A53BF2-9F69-4004-92FF-C0F948837DFD}"/>
                </a:ext>
              </a:extLst>
            </p:cNvPr>
            <p:cNvSpPr txBox="1">
              <a:spLocks noChangeArrowheads="1"/>
            </p:cNvSpPr>
            <p:nvPr/>
          </p:nvSpPr>
          <p:spPr bwMode="auto">
            <a:xfrm>
              <a:off x="3120" y="1056"/>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NG_NHANCHUC</a:t>
              </a:r>
            </a:p>
          </p:txBody>
        </p:sp>
        <p:sp>
          <p:nvSpPr>
            <p:cNvPr id="67676" name="Text Box 109">
              <a:extLst>
                <a:ext uri="{FF2B5EF4-FFF2-40B4-BE49-F238E27FC236}">
                  <a16:creationId xmlns:a16="http://schemas.microsoft.com/office/drawing/2014/main" id="{79B22CF1-2331-48E1-8112-058C748764D9}"/>
                </a:ext>
              </a:extLst>
            </p:cNvPr>
            <p:cNvSpPr txBox="1">
              <a:spLocks noChangeArrowheads="1"/>
            </p:cNvSpPr>
            <p:nvPr/>
          </p:nvSpPr>
          <p:spPr bwMode="auto">
            <a:xfrm>
              <a:off x="2304" y="1056"/>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MA_NVIEN</a:t>
              </a:r>
            </a:p>
          </p:txBody>
        </p:sp>
        <p:sp>
          <p:nvSpPr>
            <p:cNvPr id="67677" name="Text Box 110">
              <a:extLst>
                <a:ext uri="{FF2B5EF4-FFF2-40B4-BE49-F238E27FC236}">
                  <a16:creationId xmlns:a16="http://schemas.microsoft.com/office/drawing/2014/main" id="{FECD3360-D54B-4EF7-B446-BFFC4E2E459C}"/>
                </a:ext>
              </a:extLst>
            </p:cNvPr>
            <p:cNvSpPr txBox="1">
              <a:spLocks noChangeArrowheads="1"/>
            </p:cNvSpPr>
            <p:nvPr/>
          </p:nvSpPr>
          <p:spPr bwMode="auto">
            <a:xfrm>
              <a:off x="3120" y="1536"/>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01/01/1995</a:t>
              </a:r>
            </a:p>
          </p:txBody>
        </p:sp>
        <p:sp>
          <p:nvSpPr>
            <p:cNvPr id="67678" name="Text Box 111">
              <a:extLst>
                <a:ext uri="{FF2B5EF4-FFF2-40B4-BE49-F238E27FC236}">
                  <a16:creationId xmlns:a16="http://schemas.microsoft.com/office/drawing/2014/main" id="{60426E6A-9DA9-45B1-A83C-EFDD21AE0C80}"/>
                </a:ext>
              </a:extLst>
            </p:cNvPr>
            <p:cNvSpPr txBox="1">
              <a:spLocks noChangeArrowheads="1"/>
            </p:cNvSpPr>
            <p:nvPr/>
          </p:nvSpPr>
          <p:spPr bwMode="auto">
            <a:xfrm>
              <a:off x="3120" y="1728"/>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06/19/1981</a:t>
              </a:r>
            </a:p>
          </p:txBody>
        </p:sp>
        <p:sp>
          <p:nvSpPr>
            <p:cNvPr id="67679" name="Text Box 112">
              <a:extLst>
                <a:ext uri="{FF2B5EF4-FFF2-40B4-BE49-F238E27FC236}">
                  <a16:creationId xmlns:a16="http://schemas.microsoft.com/office/drawing/2014/main" id="{48025776-063F-4E64-9463-A27C59D76D92}"/>
                </a:ext>
              </a:extLst>
            </p:cNvPr>
            <p:cNvSpPr txBox="1">
              <a:spLocks noChangeArrowheads="1"/>
            </p:cNvSpPr>
            <p:nvPr/>
          </p:nvSpPr>
          <p:spPr bwMode="auto">
            <a:xfrm>
              <a:off x="2304" y="1536"/>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67680" name="Text Box 113">
              <a:extLst>
                <a:ext uri="{FF2B5EF4-FFF2-40B4-BE49-F238E27FC236}">
                  <a16:creationId xmlns:a16="http://schemas.microsoft.com/office/drawing/2014/main" id="{37A3055C-8922-4CCF-B22C-5EAC8863494F}"/>
                </a:ext>
              </a:extLst>
            </p:cNvPr>
            <p:cNvSpPr txBox="1">
              <a:spLocks noChangeArrowheads="1"/>
            </p:cNvSpPr>
            <p:nvPr/>
          </p:nvSpPr>
          <p:spPr bwMode="auto">
            <a:xfrm>
              <a:off x="2304" y="1728"/>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67681" name="Text Box 114">
              <a:extLst>
                <a:ext uri="{FF2B5EF4-FFF2-40B4-BE49-F238E27FC236}">
                  <a16:creationId xmlns:a16="http://schemas.microsoft.com/office/drawing/2014/main" id="{C89FE206-3BA5-4AB2-B520-30CE8A2290B9}"/>
                </a:ext>
              </a:extLst>
            </p:cNvPr>
            <p:cNvSpPr txBox="1">
              <a:spLocks noChangeArrowheads="1"/>
            </p:cNvSpPr>
            <p:nvPr/>
          </p:nvSpPr>
          <p:spPr bwMode="auto">
            <a:xfrm>
              <a:off x="1104" y="105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TENPHG</a:t>
              </a:r>
            </a:p>
          </p:txBody>
        </p:sp>
        <p:sp>
          <p:nvSpPr>
            <p:cNvPr id="67682" name="Text Box 115">
              <a:extLst>
                <a:ext uri="{FF2B5EF4-FFF2-40B4-BE49-F238E27FC236}">
                  <a16:creationId xmlns:a16="http://schemas.microsoft.com/office/drawing/2014/main" id="{37B28919-9E56-4DEE-8BDC-AD9E8C7550B6}"/>
                </a:ext>
              </a:extLst>
            </p:cNvPr>
            <p:cNvSpPr txBox="1">
              <a:spLocks noChangeArrowheads="1"/>
            </p:cNvSpPr>
            <p:nvPr/>
          </p:nvSpPr>
          <p:spPr bwMode="auto">
            <a:xfrm>
              <a:off x="1728" y="105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MAPHG</a:t>
              </a:r>
            </a:p>
          </p:txBody>
        </p:sp>
        <p:sp>
          <p:nvSpPr>
            <p:cNvPr id="67683" name="Text Box 116">
              <a:extLst>
                <a:ext uri="{FF2B5EF4-FFF2-40B4-BE49-F238E27FC236}">
                  <a16:creationId xmlns:a16="http://schemas.microsoft.com/office/drawing/2014/main" id="{67DC0DC3-9A9C-4EAE-868E-1B4E505D46DF}"/>
                </a:ext>
              </a:extLst>
            </p:cNvPr>
            <p:cNvSpPr txBox="1">
              <a:spLocks noChangeArrowheads="1"/>
            </p:cNvSpPr>
            <p:nvPr/>
          </p:nvSpPr>
          <p:spPr bwMode="auto">
            <a:xfrm>
              <a:off x="1008" y="153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Dieu hanh</a:t>
              </a:r>
            </a:p>
          </p:txBody>
        </p:sp>
        <p:sp>
          <p:nvSpPr>
            <p:cNvPr id="67684" name="Text Box 117">
              <a:extLst>
                <a:ext uri="{FF2B5EF4-FFF2-40B4-BE49-F238E27FC236}">
                  <a16:creationId xmlns:a16="http://schemas.microsoft.com/office/drawing/2014/main" id="{F452E23E-9619-414C-A67F-EFE8DA27E9C2}"/>
                </a:ext>
              </a:extLst>
            </p:cNvPr>
            <p:cNvSpPr txBox="1">
              <a:spLocks noChangeArrowheads="1"/>
            </p:cNvSpPr>
            <p:nvPr/>
          </p:nvSpPr>
          <p:spPr bwMode="auto">
            <a:xfrm>
              <a:off x="1776" y="1536"/>
              <a:ext cx="4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67685" name="Text Box 118">
              <a:extLst>
                <a:ext uri="{FF2B5EF4-FFF2-40B4-BE49-F238E27FC236}">
                  <a16:creationId xmlns:a16="http://schemas.microsoft.com/office/drawing/2014/main" id="{6C91771A-E7D7-4661-9FEE-589DBFBD247A}"/>
                </a:ext>
              </a:extLst>
            </p:cNvPr>
            <p:cNvSpPr txBox="1">
              <a:spLocks noChangeArrowheads="1"/>
            </p:cNvSpPr>
            <p:nvPr/>
          </p:nvSpPr>
          <p:spPr bwMode="auto">
            <a:xfrm>
              <a:off x="1008" y="172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 ly</a:t>
              </a:r>
            </a:p>
          </p:txBody>
        </p:sp>
        <p:sp>
          <p:nvSpPr>
            <p:cNvPr id="67686" name="Text Box 119">
              <a:extLst>
                <a:ext uri="{FF2B5EF4-FFF2-40B4-BE49-F238E27FC236}">
                  <a16:creationId xmlns:a16="http://schemas.microsoft.com/office/drawing/2014/main" id="{DE599907-1D5B-4985-8BBB-A99C283C71FF}"/>
                </a:ext>
              </a:extLst>
            </p:cNvPr>
            <p:cNvSpPr txBox="1">
              <a:spLocks noChangeArrowheads="1"/>
            </p:cNvSpPr>
            <p:nvPr/>
          </p:nvSpPr>
          <p:spPr bwMode="auto">
            <a:xfrm>
              <a:off x="1776" y="1728"/>
              <a:ext cx="4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67687" name="Line 120">
              <a:extLst>
                <a:ext uri="{FF2B5EF4-FFF2-40B4-BE49-F238E27FC236}">
                  <a16:creationId xmlns:a16="http://schemas.microsoft.com/office/drawing/2014/main" id="{CCA2ADC1-37A5-4279-9436-174F4430EE8D}"/>
                </a:ext>
              </a:extLst>
            </p:cNvPr>
            <p:cNvSpPr>
              <a:spLocks noChangeShapeType="1"/>
            </p:cNvSpPr>
            <p:nvPr/>
          </p:nvSpPr>
          <p:spPr bwMode="auto">
            <a:xfrm>
              <a:off x="3120" y="1056"/>
              <a:ext cx="0" cy="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688" name="Line 121">
              <a:extLst>
                <a:ext uri="{FF2B5EF4-FFF2-40B4-BE49-F238E27FC236}">
                  <a16:creationId xmlns:a16="http://schemas.microsoft.com/office/drawing/2014/main" id="{C4EB95AC-D03F-4C5F-B952-F843712A94E1}"/>
                </a:ext>
              </a:extLst>
            </p:cNvPr>
            <p:cNvSpPr>
              <a:spLocks noChangeShapeType="1"/>
            </p:cNvSpPr>
            <p:nvPr/>
          </p:nvSpPr>
          <p:spPr bwMode="auto">
            <a:xfrm>
              <a:off x="1728" y="1056"/>
              <a:ext cx="0" cy="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7689" name="Line 122">
              <a:extLst>
                <a:ext uri="{FF2B5EF4-FFF2-40B4-BE49-F238E27FC236}">
                  <a16:creationId xmlns:a16="http://schemas.microsoft.com/office/drawing/2014/main" id="{6245D5B6-35EB-44B9-9490-78B1B9050FD2}"/>
                </a:ext>
              </a:extLst>
            </p:cNvPr>
            <p:cNvSpPr>
              <a:spLocks noChangeShapeType="1"/>
            </p:cNvSpPr>
            <p:nvPr/>
          </p:nvSpPr>
          <p:spPr bwMode="auto">
            <a:xfrm>
              <a:off x="2304" y="1056"/>
              <a:ext cx="0" cy="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Tree>
    <p:extLst>
      <p:ext uri="{BB962C8B-B14F-4D97-AF65-F5344CB8AC3E}">
        <p14:creationId xmlns:p14="http://schemas.microsoft.com/office/powerpoint/2010/main" val="3246989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32157-4141-4145-BAD5-90547440B2D8}"/>
              </a:ext>
            </a:extLst>
          </p:cNvPr>
          <p:cNvSpPr>
            <a:spLocks noGrp="1"/>
          </p:cNvSpPr>
          <p:nvPr>
            <p:ph type="title"/>
          </p:nvPr>
        </p:nvSpPr>
        <p:spPr/>
        <p:txBody>
          <a:bodyPr/>
          <a:lstStyle/>
          <a:p>
            <a:r>
              <a:rPr lang="vi-VN" dirty="0"/>
              <a:t>Bài tập xoá dữ liệu</a:t>
            </a:r>
            <a:endParaRPr lang="en-US" dirty="0"/>
          </a:p>
        </p:txBody>
      </p:sp>
      <p:sp>
        <p:nvSpPr>
          <p:cNvPr id="3" name="Content Placeholder 2">
            <a:extLst>
              <a:ext uri="{FF2B5EF4-FFF2-40B4-BE49-F238E27FC236}">
                <a16:creationId xmlns:a16="http://schemas.microsoft.com/office/drawing/2014/main" id="{E20344EB-7CD0-1A6B-1E79-D1045BCB745A}"/>
              </a:ext>
            </a:extLst>
          </p:cNvPr>
          <p:cNvSpPr>
            <a:spLocks noGrp="1"/>
          </p:cNvSpPr>
          <p:nvPr>
            <p:ph idx="1"/>
          </p:nvPr>
        </p:nvSpPr>
        <p:spPr/>
        <p:txBody>
          <a:bodyPr/>
          <a:lstStyle/>
          <a:p>
            <a:r>
              <a:rPr lang="vi-VN" dirty="0"/>
              <a:t>Xóa môn kỹ thuật lập trình trong CSDL QLDiem</a:t>
            </a:r>
          </a:p>
          <a:p>
            <a:r>
              <a:rPr lang="vi-VN" dirty="0"/>
              <a:t>Cập nhật lệnh tạo bảng liên quan sao cho khi xóa khoa TH thì sẽ cập nhật lại mã khoa cho những sinh viên thuộc khoa TH là rỗng</a:t>
            </a:r>
          </a:p>
          <a:p>
            <a:r>
              <a:rPr lang="vi-VN" dirty="0"/>
              <a:t>Cập nhật lệnh tạo bảng liên quan sao cho khi xóa sinh viên có mã số ‘A01’ và tất cả những kết quả liên quan đến sinh viên này</a:t>
            </a:r>
            <a:endParaRPr lang="en-US" dirty="0"/>
          </a:p>
        </p:txBody>
      </p:sp>
      <p:sp>
        <p:nvSpPr>
          <p:cNvPr id="4" name="Date Placeholder 3">
            <a:extLst>
              <a:ext uri="{FF2B5EF4-FFF2-40B4-BE49-F238E27FC236}">
                <a16:creationId xmlns:a16="http://schemas.microsoft.com/office/drawing/2014/main" id="{35F57EFF-CCD5-D3E3-DDFD-739B5C8AB2A6}"/>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2BDB86FC-C959-0079-7A5F-6FB77CBABAB6}"/>
              </a:ext>
            </a:extLst>
          </p:cNvPr>
          <p:cNvSpPr>
            <a:spLocks noGrp="1"/>
          </p:cNvSpPr>
          <p:nvPr>
            <p:ph type="sldNum" sz="quarter" idx="12"/>
          </p:nvPr>
        </p:nvSpPr>
        <p:spPr/>
        <p:txBody>
          <a:bodyPr/>
          <a:lstStyle/>
          <a:p>
            <a:fld id="{BC6CB274-F3ED-4F22-9D3A-C5E5218A09E0}" type="slidenum">
              <a:rPr lang="en-US" altLang="en-US" smtClean="0"/>
              <a:pPr/>
              <a:t>50</a:t>
            </a:fld>
            <a:endParaRPr lang="en-US" altLang="en-US"/>
          </a:p>
        </p:txBody>
      </p:sp>
    </p:spTree>
    <p:extLst>
      <p:ext uri="{BB962C8B-B14F-4D97-AF65-F5344CB8AC3E}">
        <p14:creationId xmlns:p14="http://schemas.microsoft.com/office/powerpoint/2010/main" val="4189261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3357E885-F440-4776-8CC4-EAB87DA4E808}"/>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1683" name="Slide Number Placeholder 5">
            <a:extLst>
              <a:ext uri="{FF2B5EF4-FFF2-40B4-BE49-F238E27FC236}">
                <a16:creationId xmlns:a16="http://schemas.microsoft.com/office/drawing/2014/main" id="{D2FB95AE-2283-4494-98AD-BFA67A4E0E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F9ABC68-80BF-4709-AED8-DA2EC278950C}" type="slidenum">
              <a:rPr lang="en-US" altLang="en-US" sz="1000"/>
              <a:pPr algn="r">
                <a:spcBef>
                  <a:spcPct val="0"/>
                </a:spcBef>
                <a:buClrTx/>
                <a:buFontTx/>
                <a:buNone/>
              </a:pPr>
              <a:t>51</a:t>
            </a:fld>
            <a:endParaRPr lang="en-US" altLang="en-US" sz="1000"/>
          </a:p>
        </p:txBody>
      </p:sp>
      <p:sp>
        <p:nvSpPr>
          <p:cNvPr id="71684" name="Rectangle 2">
            <a:extLst>
              <a:ext uri="{FF2B5EF4-FFF2-40B4-BE49-F238E27FC236}">
                <a16:creationId xmlns:a16="http://schemas.microsoft.com/office/drawing/2014/main" id="{B734FFA4-6229-4850-A86F-DAA6BDD848F7}"/>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a:t>
            </a:r>
          </a:p>
        </p:txBody>
      </p:sp>
      <p:sp>
        <p:nvSpPr>
          <p:cNvPr id="71685" name="Text Box 3">
            <a:extLst>
              <a:ext uri="{FF2B5EF4-FFF2-40B4-BE49-F238E27FC236}">
                <a16:creationId xmlns:a16="http://schemas.microsoft.com/office/drawing/2014/main" id="{206847A7-1A21-4085-AE51-115C25CF14B3}"/>
              </a:ext>
            </a:extLst>
          </p:cNvPr>
          <p:cNvSpPr txBox="1">
            <a:spLocks noChangeArrowheads="1"/>
          </p:cNvSpPr>
          <p:nvPr/>
        </p:nvSpPr>
        <p:spPr bwMode="auto">
          <a:xfrm>
            <a:off x="2286000" y="2057400"/>
            <a:ext cx="38100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UPDATE </a:t>
            </a:r>
            <a:r>
              <a:rPr lang="en-US" altLang="en-US" sz="1800">
                <a:latin typeface="Tahoma" panose="020B0604030504040204" pitchFamily="34" charset="0"/>
              </a:rPr>
              <a:t>NHANVIEN</a:t>
            </a:r>
          </a:p>
          <a:p>
            <a:pPr algn="l" eaLnBrk="1" hangingPunct="1">
              <a:spcBef>
                <a:spcPct val="50000"/>
              </a:spcBef>
              <a:buClrTx/>
              <a:buFontTx/>
              <a:buNone/>
            </a:pPr>
            <a:r>
              <a:rPr lang="en-US" altLang="en-US" sz="1800">
                <a:solidFill>
                  <a:srgbClr val="0000CC"/>
                </a:solidFill>
                <a:latin typeface="Tahoma" panose="020B0604030504040204" pitchFamily="34" charset="0"/>
              </a:rPr>
              <a:t>SET</a:t>
            </a:r>
            <a:r>
              <a:rPr lang="en-US" altLang="en-US" sz="1800">
                <a:latin typeface="Tahoma" panose="020B0604030504040204" pitchFamily="34" charset="0"/>
              </a:rPr>
              <a:t> NGSINH=</a:t>
            </a:r>
            <a:r>
              <a:rPr lang="en-US" altLang="en-US" sz="1800">
                <a:solidFill>
                  <a:srgbClr val="CC0000"/>
                </a:solidFill>
                <a:latin typeface="Tahoma" panose="020B0604030504040204" pitchFamily="34" charset="0"/>
              </a:rPr>
              <a:t>’08/12/1965’</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MANV=</a:t>
            </a:r>
            <a:r>
              <a:rPr lang="en-US" altLang="en-US" sz="1800">
                <a:solidFill>
                  <a:srgbClr val="CC0000"/>
                </a:solidFill>
                <a:latin typeface="Tahoma" panose="020B0604030504040204" pitchFamily="34" charset="0"/>
              </a:rPr>
              <a:t>‘333445555’</a:t>
            </a:r>
          </a:p>
        </p:txBody>
      </p:sp>
      <p:sp>
        <p:nvSpPr>
          <p:cNvPr id="71686" name="Text Box 4">
            <a:extLst>
              <a:ext uri="{FF2B5EF4-FFF2-40B4-BE49-F238E27FC236}">
                <a16:creationId xmlns:a16="http://schemas.microsoft.com/office/drawing/2014/main" id="{6189606E-9178-4B9D-A0BA-02E41F82D223}"/>
              </a:ext>
            </a:extLst>
          </p:cNvPr>
          <p:cNvSpPr txBox="1">
            <a:spLocks noChangeArrowheads="1"/>
          </p:cNvSpPr>
          <p:nvPr/>
        </p:nvSpPr>
        <p:spPr bwMode="auto">
          <a:xfrm>
            <a:off x="2286000" y="4173538"/>
            <a:ext cx="38100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UPDATE </a:t>
            </a:r>
            <a:r>
              <a:rPr lang="en-US" altLang="en-US" sz="1800">
                <a:latin typeface="Tahoma" panose="020B0604030504040204" pitchFamily="34" charset="0"/>
              </a:rPr>
              <a:t>NHANVIEN</a:t>
            </a:r>
          </a:p>
          <a:p>
            <a:pPr algn="l" eaLnBrk="1" hangingPunct="1">
              <a:spcBef>
                <a:spcPct val="50000"/>
              </a:spcBef>
              <a:buClrTx/>
              <a:buFontTx/>
              <a:buNone/>
            </a:pPr>
            <a:r>
              <a:rPr lang="en-US" altLang="en-US" sz="1800">
                <a:solidFill>
                  <a:srgbClr val="0000CC"/>
                </a:solidFill>
                <a:latin typeface="Tahoma" panose="020B0604030504040204" pitchFamily="34" charset="0"/>
              </a:rPr>
              <a:t>SET</a:t>
            </a:r>
            <a:r>
              <a:rPr lang="en-US" altLang="en-US" sz="1800">
                <a:latin typeface="Tahoma" panose="020B0604030504040204" pitchFamily="34" charset="0"/>
              </a:rPr>
              <a:t> LUONG=LUONG*1.1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EEE18DFB-04C5-4ABE-A722-63BBDD8061F0}"/>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3731" name="Slide Number Placeholder 5">
            <a:extLst>
              <a:ext uri="{FF2B5EF4-FFF2-40B4-BE49-F238E27FC236}">
                <a16:creationId xmlns:a16="http://schemas.microsoft.com/office/drawing/2014/main" id="{2DE4EAF7-7382-432E-953C-DCCD86AA55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BB1EF316-7442-44BF-8224-F1CF58EBD439}" type="slidenum">
              <a:rPr lang="en-US" altLang="en-US" sz="1000"/>
              <a:pPr algn="r">
                <a:spcBef>
                  <a:spcPct val="0"/>
                </a:spcBef>
                <a:buClrTx/>
                <a:buFontTx/>
                <a:buNone/>
              </a:pPr>
              <a:t>52</a:t>
            </a:fld>
            <a:endParaRPr lang="en-US" altLang="en-US" sz="1000"/>
          </a:p>
        </p:txBody>
      </p:sp>
      <p:sp>
        <p:nvSpPr>
          <p:cNvPr id="73732" name="Rectangle 2">
            <a:extLst>
              <a:ext uri="{FF2B5EF4-FFF2-40B4-BE49-F238E27FC236}">
                <a16:creationId xmlns:a16="http://schemas.microsoft.com/office/drawing/2014/main" id="{D9D2B776-B979-4FE0-9ACF-9D6B9F879FC2}"/>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a:t>
            </a:r>
          </a:p>
        </p:txBody>
      </p:sp>
      <p:sp>
        <p:nvSpPr>
          <p:cNvPr id="73733" name="Rectangle 3">
            <a:extLst>
              <a:ext uri="{FF2B5EF4-FFF2-40B4-BE49-F238E27FC236}">
                <a16:creationId xmlns:a16="http://schemas.microsoft.com/office/drawing/2014/main" id="{69B812FF-370F-4FCD-A7D2-D5F140E725AA}"/>
              </a:ext>
            </a:extLst>
          </p:cNvPr>
          <p:cNvSpPr>
            <a:spLocks noGrp="1" noChangeArrowheads="1"/>
          </p:cNvSpPr>
          <p:nvPr>
            <p:ph type="body" idx="1"/>
          </p:nvPr>
        </p:nvSpPr>
        <p:spPr>
          <a:xfrm>
            <a:off x="457200" y="1295400"/>
            <a:ext cx="8229600" cy="5029200"/>
          </a:xfrm>
          <a:noFill/>
        </p:spPr>
        <p:txBody>
          <a:bodyPr/>
          <a:lstStyle/>
          <a:p>
            <a:pPr eaLnBrk="1" hangingPunct="1"/>
            <a:r>
              <a:rPr lang="en-US" altLang="en-US"/>
              <a:t>Với đề án có mã số 10, hãy thay đổi nơi thực hiện đề án thành ‘Vung Tau’ và phòng ban phụ trách là phòng 5</a:t>
            </a:r>
          </a:p>
        </p:txBody>
      </p:sp>
      <p:sp>
        <p:nvSpPr>
          <p:cNvPr id="915460" name="Text Box 4">
            <a:extLst>
              <a:ext uri="{FF2B5EF4-FFF2-40B4-BE49-F238E27FC236}">
                <a16:creationId xmlns:a16="http://schemas.microsoft.com/office/drawing/2014/main" id="{3496975D-61A9-4BDE-B5AB-1B4DEC0BFFD9}"/>
              </a:ext>
            </a:extLst>
          </p:cNvPr>
          <p:cNvSpPr txBox="1">
            <a:spLocks noChangeArrowheads="1"/>
          </p:cNvSpPr>
          <p:nvPr/>
        </p:nvSpPr>
        <p:spPr bwMode="auto">
          <a:xfrm>
            <a:off x="1828800" y="3124200"/>
            <a:ext cx="48006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UPDATE </a:t>
            </a:r>
            <a:r>
              <a:rPr lang="en-US" altLang="en-US" sz="1800">
                <a:latin typeface="Tahoma" panose="020B0604030504040204" pitchFamily="34" charset="0"/>
              </a:rPr>
              <a:t>DEAN</a:t>
            </a:r>
          </a:p>
          <a:p>
            <a:pPr algn="l" eaLnBrk="1" hangingPunct="1">
              <a:spcBef>
                <a:spcPct val="50000"/>
              </a:spcBef>
              <a:buClrTx/>
              <a:buFontTx/>
              <a:buNone/>
            </a:pPr>
            <a:r>
              <a:rPr lang="en-US" altLang="en-US" sz="1800">
                <a:solidFill>
                  <a:srgbClr val="0000CC"/>
                </a:solidFill>
                <a:latin typeface="Tahoma" panose="020B0604030504040204" pitchFamily="34" charset="0"/>
              </a:rPr>
              <a:t>SET</a:t>
            </a:r>
            <a:r>
              <a:rPr lang="en-US" altLang="en-US" sz="1800">
                <a:latin typeface="Tahoma" panose="020B0604030504040204" pitchFamily="34" charset="0"/>
              </a:rPr>
              <a:t> DIADIEM_DA=</a:t>
            </a:r>
            <a:r>
              <a:rPr lang="en-US" altLang="en-US" sz="1800">
                <a:solidFill>
                  <a:srgbClr val="CC0000"/>
                </a:solidFill>
                <a:latin typeface="Tahoma" panose="020B0604030504040204" pitchFamily="34" charset="0"/>
              </a:rPr>
              <a:t>’Vung Tau’</a:t>
            </a:r>
            <a:r>
              <a:rPr lang="en-US" altLang="en-US" sz="1800">
                <a:latin typeface="Tahoma" panose="020B0604030504040204" pitchFamily="34" charset="0"/>
              </a:rPr>
              <a:t>, PHONG=5</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MADA=10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5460"/>
                                        </p:tgtEl>
                                        <p:attrNameLst>
                                          <p:attrName>style.visibility</p:attrName>
                                        </p:attrNameLst>
                                      </p:cBhvr>
                                      <p:to>
                                        <p:strVal val="visible"/>
                                      </p:to>
                                    </p:set>
                                    <p:anim calcmode="lin" valueType="num">
                                      <p:cBhvr additive="base">
                                        <p:cTn id="7" dur="500" fill="hold"/>
                                        <p:tgtEl>
                                          <p:spTgt spid="915460"/>
                                        </p:tgtEl>
                                        <p:attrNameLst>
                                          <p:attrName>ppt_x</p:attrName>
                                        </p:attrNameLst>
                                      </p:cBhvr>
                                      <p:tavLst>
                                        <p:tav tm="0">
                                          <p:val>
                                            <p:strVal val="1+#ppt_w/2"/>
                                          </p:val>
                                        </p:tav>
                                        <p:tav tm="100000">
                                          <p:val>
                                            <p:strVal val="#ppt_x"/>
                                          </p:val>
                                        </p:tav>
                                      </p:tavLst>
                                    </p:anim>
                                    <p:anim calcmode="lin" valueType="num">
                                      <p:cBhvr additive="base">
                                        <p:cTn id="8" dur="500" fill="hold"/>
                                        <p:tgtEl>
                                          <p:spTgt spid="9154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46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C0869-CF03-3D9E-6189-E00A4AEA4408}"/>
              </a:ext>
            </a:extLst>
          </p:cNvPr>
          <p:cNvSpPr>
            <a:spLocks noGrp="1"/>
          </p:cNvSpPr>
          <p:nvPr>
            <p:ph type="title"/>
          </p:nvPr>
        </p:nvSpPr>
        <p:spPr/>
        <p:txBody>
          <a:bodyPr/>
          <a:lstStyle/>
          <a:p>
            <a:r>
              <a:rPr lang="vi-VN" dirty="0"/>
              <a:t>Bài tập cập nhật dữ liệu</a:t>
            </a:r>
            <a:endParaRPr lang="en-US" dirty="0"/>
          </a:p>
        </p:txBody>
      </p:sp>
      <p:sp>
        <p:nvSpPr>
          <p:cNvPr id="3" name="Content Placeholder 2">
            <a:extLst>
              <a:ext uri="{FF2B5EF4-FFF2-40B4-BE49-F238E27FC236}">
                <a16:creationId xmlns:a16="http://schemas.microsoft.com/office/drawing/2014/main" id="{CEF5D9CB-3DC6-DA55-9665-CEAE2D55DC15}"/>
              </a:ext>
            </a:extLst>
          </p:cNvPr>
          <p:cNvSpPr>
            <a:spLocks noGrp="1"/>
          </p:cNvSpPr>
          <p:nvPr>
            <p:ph idx="1"/>
          </p:nvPr>
        </p:nvSpPr>
        <p:spPr>
          <a:xfrm>
            <a:off x="495300" y="1219199"/>
            <a:ext cx="8229600" cy="4911725"/>
          </a:xfrm>
        </p:spPr>
        <p:txBody>
          <a:bodyPr/>
          <a:lstStyle/>
          <a:p>
            <a:r>
              <a:rPr lang="vi-VN" dirty="0"/>
              <a:t>Cập nhật học bổng của những sinh viên thuộc khoa có mã ‘AV’ tăng lên 20%</a:t>
            </a:r>
            <a:endParaRPr lang="en-US" dirty="0"/>
          </a:p>
        </p:txBody>
      </p:sp>
      <p:sp>
        <p:nvSpPr>
          <p:cNvPr id="4" name="Date Placeholder 3">
            <a:extLst>
              <a:ext uri="{FF2B5EF4-FFF2-40B4-BE49-F238E27FC236}">
                <a16:creationId xmlns:a16="http://schemas.microsoft.com/office/drawing/2014/main" id="{580FFC6E-7A3B-08CE-970E-8FA894AD230F}"/>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30E6C1F3-1928-FB6A-3AA3-F9303E9D7183}"/>
              </a:ext>
            </a:extLst>
          </p:cNvPr>
          <p:cNvSpPr>
            <a:spLocks noGrp="1"/>
          </p:cNvSpPr>
          <p:nvPr>
            <p:ph type="sldNum" sz="quarter" idx="12"/>
          </p:nvPr>
        </p:nvSpPr>
        <p:spPr/>
        <p:txBody>
          <a:bodyPr/>
          <a:lstStyle/>
          <a:p>
            <a:fld id="{BC6CB274-F3ED-4F22-9D3A-C5E5218A09E0}" type="slidenum">
              <a:rPr lang="en-US" altLang="en-US" smtClean="0"/>
              <a:pPr/>
              <a:t>53</a:t>
            </a:fld>
            <a:endParaRPr lang="en-US" altLang="en-US"/>
          </a:p>
        </p:txBody>
      </p:sp>
      <p:graphicFrame>
        <p:nvGraphicFramePr>
          <p:cNvPr id="6" name="Table 5">
            <a:extLst>
              <a:ext uri="{FF2B5EF4-FFF2-40B4-BE49-F238E27FC236}">
                <a16:creationId xmlns:a16="http://schemas.microsoft.com/office/drawing/2014/main" id="{FABAFBF7-E095-B5F6-C45C-D633D16BDBA2}"/>
              </a:ext>
            </a:extLst>
          </p:cNvPr>
          <p:cNvGraphicFramePr>
            <a:graphicFrameLocks noGrp="1"/>
          </p:cNvGraphicFramePr>
          <p:nvPr>
            <p:extLst>
              <p:ext uri="{D42A27DB-BD31-4B8C-83A1-F6EECF244321}">
                <p14:modId xmlns:p14="http://schemas.microsoft.com/office/powerpoint/2010/main" val="457186837"/>
              </p:ext>
            </p:extLst>
          </p:nvPr>
        </p:nvGraphicFramePr>
        <p:xfrm>
          <a:off x="1447800" y="2137215"/>
          <a:ext cx="6029326" cy="1672785"/>
        </p:xfrm>
        <a:graphic>
          <a:graphicData uri="http://schemas.openxmlformats.org/drawingml/2006/table">
            <a:tbl>
              <a:tblPr firstRow="1" bandRow="1">
                <a:tableStyleId>{912C8C85-51F0-491E-9774-3900AFEF0FD7}</a:tableStyleId>
              </a:tblPr>
              <a:tblGrid>
                <a:gridCol w="611055">
                  <a:extLst>
                    <a:ext uri="{9D8B030D-6E8A-4147-A177-3AD203B41FA5}">
                      <a16:colId xmlns:a16="http://schemas.microsoft.com/office/drawing/2014/main" val="1738377837"/>
                    </a:ext>
                  </a:extLst>
                </a:gridCol>
                <a:gridCol w="1033653">
                  <a:extLst>
                    <a:ext uri="{9D8B030D-6E8A-4147-A177-3AD203B41FA5}">
                      <a16:colId xmlns:a16="http://schemas.microsoft.com/office/drawing/2014/main" val="2346535913"/>
                    </a:ext>
                  </a:extLst>
                </a:gridCol>
                <a:gridCol w="644685">
                  <a:extLst>
                    <a:ext uri="{9D8B030D-6E8A-4147-A177-3AD203B41FA5}">
                      <a16:colId xmlns:a16="http://schemas.microsoft.com/office/drawing/2014/main" val="1743539883"/>
                    </a:ext>
                  </a:extLst>
                </a:gridCol>
                <a:gridCol w="484148">
                  <a:extLst>
                    <a:ext uri="{9D8B030D-6E8A-4147-A177-3AD203B41FA5}">
                      <a16:colId xmlns:a16="http://schemas.microsoft.com/office/drawing/2014/main" val="3414643983"/>
                    </a:ext>
                  </a:extLst>
                </a:gridCol>
                <a:gridCol w="961951">
                  <a:extLst>
                    <a:ext uri="{9D8B030D-6E8A-4147-A177-3AD203B41FA5}">
                      <a16:colId xmlns:a16="http://schemas.microsoft.com/office/drawing/2014/main" val="3764209893"/>
                    </a:ext>
                  </a:extLst>
                </a:gridCol>
                <a:gridCol w="860426">
                  <a:extLst>
                    <a:ext uri="{9D8B030D-6E8A-4147-A177-3AD203B41FA5}">
                      <a16:colId xmlns:a16="http://schemas.microsoft.com/office/drawing/2014/main" val="320685427"/>
                    </a:ext>
                  </a:extLst>
                </a:gridCol>
                <a:gridCol w="636436">
                  <a:extLst>
                    <a:ext uri="{9D8B030D-6E8A-4147-A177-3AD203B41FA5}">
                      <a16:colId xmlns:a16="http://schemas.microsoft.com/office/drawing/2014/main" val="301832919"/>
                    </a:ext>
                  </a:extLst>
                </a:gridCol>
                <a:gridCol w="796972">
                  <a:extLst>
                    <a:ext uri="{9D8B030D-6E8A-4147-A177-3AD203B41FA5}">
                      <a16:colId xmlns:a16="http://schemas.microsoft.com/office/drawing/2014/main" val="660813444"/>
                    </a:ext>
                  </a:extLst>
                </a:gridCol>
              </a:tblGrid>
              <a:tr h="0">
                <a:tc gridSpan="8">
                  <a:txBody>
                    <a:bodyPr/>
                    <a:lstStyle/>
                    <a:p>
                      <a:pPr algn="ctr">
                        <a:lnSpc>
                          <a:spcPct val="107000"/>
                        </a:lnSpc>
                        <a:spcAft>
                          <a:spcPts val="800"/>
                        </a:spcAft>
                      </a:pPr>
                      <a:r>
                        <a:rPr lang="vi-VN" sz="1200" dirty="0">
                          <a:effectLst/>
                        </a:rPr>
                        <a:t>SINHVIEN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2501174"/>
                  </a:ext>
                </a:extLst>
              </a:tr>
              <a:tr h="0">
                <a:tc>
                  <a:txBody>
                    <a:bodyPr/>
                    <a:lstStyle/>
                    <a:p>
                      <a:pPr>
                        <a:lnSpc>
                          <a:spcPct val="107000"/>
                        </a:lnSpc>
                        <a:spcAft>
                          <a:spcPts val="800"/>
                        </a:spcAft>
                      </a:pPr>
                      <a:r>
                        <a:rPr lang="vi-VN" sz="1200">
                          <a:effectLst/>
                        </a:rPr>
                        <a:t>MaSV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HoSV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TenSV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Phai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NgaySinh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NoiSinh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MaKH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HocBong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8212944"/>
                  </a:ext>
                </a:extLst>
              </a:tr>
              <a:tr h="0">
                <a:tc>
                  <a:txBody>
                    <a:bodyPr/>
                    <a:lstStyle/>
                    <a:p>
                      <a:pPr>
                        <a:lnSpc>
                          <a:spcPct val="107000"/>
                        </a:lnSpc>
                        <a:spcAft>
                          <a:spcPts val="800"/>
                        </a:spcAft>
                      </a:pPr>
                      <a:r>
                        <a:rPr lang="vi-VN" sz="1200">
                          <a:effectLst/>
                        </a:rPr>
                        <a:t>A01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Nguyễn Thị</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1993-02-23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Hà Nội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130000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6105626"/>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Văn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Chính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1992-12-24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Ninh Bình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VL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150000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0238873"/>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Lê Thu Bạch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Yến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effectLst/>
                        </a:rPr>
                        <a:t>1993-02-21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Tp HCM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170000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6107080"/>
                  </a:ext>
                </a:extLst>
              </a:tr>
              <a:tr h="0">
                <a:tc>
                  <a:txBody>
                    <a:bodyPr/>
                    <a:lstStyle/>
                    <a:p>
                      <a:pPr>
                        <a:lnSpc>
                          <a:spcPct val="107000"/>
                        </a:lnSpc>
                        <a:spcAft>
                          <a:spcPts val="800"/>
                        </a:spcAft>
                      </a:pPr>
                      <a:r>
                        <a:rPr lang="vi-VN" sz="1200" dirty="0">
                          <a:solidFill>
                            <a:srgbClr val="FF0000"/>
                          </a:solidFill>
                          <a:effectLst/>
                        </a:rPr>
                        <a:t>A04</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Trần Anh</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Tuấn</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0</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1994-12-20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Hà Nội</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AV</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80000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2628117"/>
                  </a:ext>
                </a:extLst>
              </a:tr>
              <a:tr h="0">
                <a:tc>
                  <a:txBody>
                    <a:bodyPr/>
                    <a:lstStyle/>
                    <a:p>
                      <a:pPr>
                        <a:lnSpc>
                          <a:spcPct val="107000"/>
                        </a:lnSpc>
                        <a:spcAft>
                          <a:spcPts val="800"/>
                        </a:spcAft>
                      </a:pPr>
                      <a:r>
                        <a:rPr lang="vi-VN" sz="1200">
                          <a:solidFill>
                            <a:srgbClr val="FF0000"/>
                          </a:solidFill>
                          <a:effectLst/>
                        </a:rPr>
                        <a:t>A05</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Lâm Ngọc</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Hải</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0</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1993-10-11</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Tp HCM</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AV</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100000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6526292"/>
                  </a:ext>
                </a:extLst>
              </a:tr>
              <a:tr h="0">
                <a:tc>
                  <a:txBody>
                    <a:bodyPr/>
                    <a:lstStyle/>
                    <a:p>
                      <a:pPr>
                        <a:lnSpc>
                          <a:spcPct val="107000"/>
                        </a:lnSpc>
                        <a:spcAft>
                          <a:spcPts val="800"/>
                        </a:spcAft>
                      </a:pPr>
                      <a:r>
                        <a:rPr lang="vi-VN" sz="1200">
                          <a:effectLst/>
                        </a:rPr>
                        <a:t>B01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Thanh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1993-08-12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 Phòng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9713276"/>
                  </a:ext>
                </a:extLst>
              </a:tr>
              <a:tr h="0">
                <a:tc>
                  <a:txBody>
                    <a:bodyPr/>
                    <a:lstStyle/>
                    <a:p>
                      <a:pPr>
                        <a:lnSpc>
                          <a:spcPct val="107000"/>
                        </a:lnSpc>
                        <a:spcAft>
                          <a:spcPts val="800"/>
                        </a:spcAft>
                      </a:pPr>
                      <a:r>
                        <a:rPr lang="vi-VN" sz="1200">
                          <a:solidFill>
                            <a:srgbClr val="FF0000"/>
                          </a:solidFill>
                          <a:effectLst/>
                        </a:rPr>
                        <a:t>B02</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Trần Thị Thu</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Thủy</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1</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1994-01-02</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Tp HCM</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AV</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7434060"/>
                  </a:ext>
                </a:extLst>
              </a:tr>
            </a:tbl>
          </a:graphicData>
        </a:graphic>
      </p:graphicFrame>
      <p:graphicFrame>
        <p:nvGraphicFramePr>
          <p:cNvPr id="7" name="Table 6">
            <a:extLst>
              <a:ext uri="{FF2B5EF4-FFF2-40B4-BE49-F238E27FC236}">
                <a16:creationId xmlns:a16="http://schemas.microsoft.com/office/drawing/2014/main" id="{A9EA4604-2DC3-76EE-0699-A14C13FB3723}"/>
              </a:ext>
            </a:extLst>
          </p:cNvPr>
          <p:cNvGraphicFramePr>
            <a:graphicFrameLocks noGrp="1"/>
          </p:cNvGraphicFramePr>
          <p:nvPr>
            <p:extLst>
              <p:ext uri="{D42A27DB-BD31-4B8C-83A1-F6EECF244321}">
                <p14:modId xmlns:p14="http://schemas.microsoft.com/office/powerpoint/2010/main" val="2703758003"/>
              </p:ext>
            </p:extLst>
          </p:nvPr>
        </p:nvGraphicFramePr>
        <p:xfrm>
          <a:off x="1447800" y="4804215"/>
          <a:ext cx="6029326" cy="1672785"/>
        </p:xfrm>
        <a:graphic>
          <a:graphicData uri="http://schemas.openxmlformats.org/drawingml/2006/table">
            <a:tbl>
              <a:tblPr firstRow="1" bandRow="1">
                <a:tableStyleId>{912C8C85-51F0-491E-9774-3900AFEF0FD7}</a:tableStyleId>
              </a:tblPr>
              <a:tblGrid>
                <a:gridCol w="611055">
                  <a:extLst>
                    <a:ext uri="{9D8B030D-6E8A-4147-A177-3AD203B41FA5}">
                      <a16:colId xmlns:a16="http://schemas.microsoft.com/office/drawing/2014/main" val="1738377837"/>
                    </a:ext>
                  </a:extLst>
                </a:gridCol>
                <a:gridCol w="1033653">
                  <a:extLst>
                    <a:ext uri="{9D8B030D-6E8A-4147-A177-3AD203B41FA5}">
                      <a16:colId xmlns:a16="http://schemas.microsoft.com/office/drawing/2014/main" val="2346535913"/>
                    </a:ext>
                  </a:extLst>
                </a:gridCol>
                <a:gridCol w="644685">
                  <a:extLst>
                    <a:ext uri="{9D8B030D-6E8A-4147-A177-3AD203B41FA5}">
                      <a16:colId xmlns:a16="http://schemas.microsoft.com/office/drawing/2014/main" val="1743539883"/>
                    </a:ext>
                  </a:extLst>
                </a:gridCol>
                <a:gridCol w="484148">
                  <a:extLst>
                    <a:ext uri="{9D8B030D-6E8A-4147-A177-3AD203B41FA5}">
                      <a16:colId xmlns:a16="http://schemas.microsoft.com/office/drawing/2014/main" val="3414643983"/>
                    </a:ext>
                  </a:extLst>
                </a:gridCol>
                <a:gridCol w="961951">
                  <a:extLst>
                    <a:ext uri="{9D8B030D-6E8A-4147-A177-3AD203B41FA5}">
                      <a16:colId xmlns:a16="http://schemas.microsoft.com/office/drawing/2014/main" val="3764209893"/>
                    </a:ext>
                  </a:extLst>
                </a:gridCol>
                <a:gridCol w="860426">
                  <a:extLst>
                    <a:ext uri="{9D8B030D-6E8A-4147-A177-3AD203B41FA5}">
                      <a16:colId xmlns:a16="http://schemas.microsoft.com/office/drawing/2014/main" val="320685427"/>
                    </a:ext>
                  </a:extLst>
                </a:gridCol>
                <a:gridCol w="636436">
                  <a:extLst>
                    <a:ext uri="{9D8B030D-6E8A-4147-A177-3AD203B41FA5}">
                      <a16:colId xmlns:a16="http://schemas.microsoft.com/office/drawing/2014/main" val="301832919"/>
                    </a:ext>
                  </a:extLst>
                </a:gridCol>
                <a:gridCol w="796972">
                  <a:extLst>
                    <a:ext uri="{9D8B030D-6E8A-4147-A177-3AD203B41FA5}">
                      <a16:colId xmlns:a16="http://schemas.microsoft.com/office/drawing/2014/main" val="660813444"/>
                    </a:ext>
                  </a:extLst>
                </a:gridCol>
              </a:tblGrid>
              <a:tr h="0">
                <a:tc gridSpan="8">
                  <a:txBody>
                    <a:bodyPr/>
                    <a:lstStyle/>
                    <a:p>
                      <a:pPr algn="ctr">
                        <a:lnSpc>
                          <a:spcPct val="107000"/>
                        </a:lnSpc>
                        <a:spcAft>
                          <a:spcPts val="800"/>
                        </a:spcAft>
                      </a:pPr>
                      <a:r>
                        <a:rPr lang="vi-VN" sz="1200" dirty="0">
                          <a:effectLst/>
                        </a:rPr>
                        <a:t>SINHVIEN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2501174"/>
                  </a:ext>
                </a:extLst>
              </a:tr>
              <a:tr h="0">
                <a:tc>
                  <a:txBody>
                    <a:bodyPr/>
                    <a:lstStyle/>
                    <a:p>
                      <a:pPr>
                        <a:lnSpc>
                          <a:spcPct val="107000"/>
                        </a:lnSpc>
                        <a:spcAft>
                          <a:spcPts val="800"/>
                        </a:spcAft>
                      </a:pPr>
                      <a:r>
                        <a:rPr lang="vi-VN" sz="1200">
                          <a:effectLst/>
                        </a:rPr>
                        <a:t>MaSV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HoSV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TenSV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Phai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NgaySinh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NoiSinh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MaKH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HocBong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8212944"/>
                  </a:ext>
                </a:extLst>
              </a:tr>
              <a:tr h="0">
                <a:tc>
                  <a:txBody>
                    <a:bodyPr/>
                    <a:lstStyle/>
                    <a:p>
                      <a:pPr>
                        <a:lnSpc>
                          <a:spcPct val="107000"/>
                        </a:lnSpc>
                        <a:spcAft>
                          <a:spcPts val="800"/>
                        </a:spcAft>
                      </a:pPr>
                      <a:r>
                        <a:rPr lang="vi-VN" sz="1200">
                          <a:effectLst/>
                        </a:rPr>
                        <a:t>A01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Nguyễn Thị</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1993-02-23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Hà Nội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130000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6105626"/>
                  </a:ext>
                </a:extLst>
              </a:tr>
              <a:tr h="0">
                <a:tc>
                  <a:txBody>
                    <a:bodyPr/>
                    <a:lstStyle/>
                    <a:p>
                      <a:pPr>
                        <a:lnSpc>
                          <a:spcPct val="107000"/>
                        </a:lnSpc>
                        <a:spcAft>
                          <a:spcPts val="800"/>
                        </a:spcAft>
                      </a:pPr>
                      <a:r>
                        <a:rPr lang="vi-VN" sz="1200">
                          <a:effectLst/>
                        </a:rPr>
                        <a:t>A02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Văn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Chính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1992-12-24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Ninh Bình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VL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150000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0238873"/>
                  </a:ext>
                </a:extLst>
              </a:tr>
              <a:tr h="0">
                <a:tc>
                  <a:txBody>
                    <a:bodyPr/>
                    <a:lstStyle/>
                    <a:p>
                      <a:pPr>
                        <a:lnSpc>
                          <a:spcPct val="107000"/>
                        </a:lnSpc>
                        <a:spcAft>
                          <a:spcPts val="800"/>
                        </a:spcAft>
                      </a:pPr>
                      <a:r>
                        <a:rPr lang="vi-VN" sz="1200">
                          <a:effectLst/>
                        </a:rPr>
                        <a:t>A03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Lê Thu Bạch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Yến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1993-02-21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Tp HCM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170000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6107080"/>
                  </a:ext>
                </a:extLst>
              </a:tr>
              <a:tr h="0">
                <a:tc>
                  <a:txBody>
                    <a:bodyPr/>
                    <a:lstStyle/>
                    <a:p>
                      <a:pPr>
                        <a:lnSpc>
                          <a:spcPct val="107000"/>
                        </a:lnSpc>
                        <a:spcAft>
                          <a:spcPts val="800"/>
                        </a:spcAft>
                      </a:pPr>
                      <a:r>
                        <a:rPr lang="vi-VN" sz="1200" dirty="0">
                          <a:solidFill>
                            <a:srgbClr val="FF0000"/>
                          </a:solidFill>
                          <a:effectLst/>
                        </a:rPr>
                        <a:t>A04</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Trần Anh</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Tuấn</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0</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1994-12-20</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Hà Nội</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AV</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96000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2628117"/>
                  </a:ext>
                </a:extLst>
              </a:tr>
              <a:tr h="0">
                <a:tc>
                  <a:txBody>
                    <a:bodyPr/>
                    <a:lstStyle/>
                    <a:p>
                      <a:pPr>
                        <a:lnSpc>
                          <a:spcPct val="107000"/>
                        </a:lnSpc>
                        <a:spcAft>
                          <a:spcPts val="800"/>
                        </a:spcAft>
                      </a:pPr>
                      <a:r>
                        <a:rPr lang="vi-VN" sz="1200" dirty="0">
                          <a:solidFill>
                            <a:srgbClr val="FF0000"/>
                          </a:solidFill>
                          <a:effectLst/>
                        </a:rPr>
                        <a:t>A05</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Lâm Ngọc</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Hải</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1993-10-11</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Tp HCM</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AV</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120000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6526292"/>
                  </a:ext>
                </a:extLst>
              </a:tr>
              <a:tr h="0">
                <a:tc>
                  <a:txBody>
                    <a:bodyPr/>
                    <a:lstStyle/>
                    <a:p>
                      <a:pPr>
                        <a:lnSpc>
                          <a:spcPct val="107000"/>
                        </a:lnSpc>
                        <a:spcAft>
                          <a:spcPts val="800"/>
                        </a:spcAft>
                      </a:pPr>
                      <a:r>
                        <a:rPr lang="vi-VN" sz="1200">
                          <a:effectLst/>
                        </a:rPr>
                        <a:t>B01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Trần Thanh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Mai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1993-08-12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Hải Phòng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TR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9713276"/>
                  </a:ext>
                </a:extLst>
              </a:tr>
              <a:tr h="0">
                <a:tc>
                  <a:txBody>
                    <a:bodyPr/>
                    <a:lstStyle/>
                    <a:p>
                      <a:pPr>
                        <a:lnSpc>
                          <a:spcPct val="107000"/>
                        </a:lnSpc>
                        <a:spcAft>
                          <a:spcPts val="800"/>
                        </a:spcAft>
                      </a:pPr>
                      <a:r>
                        <a:rPr lang="vi-VN" sz="1200">
                          <a:solidFill>
                            <a:srgbClr val="FF0000"/>
                          </a:solidFill>
                          <a:effectLst/>
                        </a:rPr>
                        <a:t>B02</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Trần Thị Thu</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Thủy</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1</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1994-01-02</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Tp HCM</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a:solidFill>
                            <a:srgbClr val="FF0000"/>
                          </a:solidFill>
                          <a:effectLst/>
                        </a:rPr>
                        <a:t>AV</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vi-VN" sz="1200" dirty="0">
                          <a:solidFill>
                            <a:srgbClr val="FF0000"/>
                          </a:solidFill>
                          <a:effectLst/>
                        </a:rPr>
                        <a:t>0</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7434060"/>
                  </a:ext>
                </a:extLst>
              </a:tr>
            </a:tbl>
          </a:graphicData>
        </a:graphic>
      </p:graphicFrame>
      <p:sp>
        <p:nvSpPr>
          <p:cNvPr id="8" name="Arrow: Down 7">
            <a:extLst>
              <a:ext uri="{FF2B5EF4-FFF2-40B4-BE49-F238E27FC236}">
                <a16:creationId xmlns:a16="http://schemas.microsoft.com/office/drawing/2014/main" id="{2B36BE1E-255A-A909-18E3-AC6326CB920B}"/>
              </a:ext>
            </a:extLst>
          </p:cNvPr>
          <p:cNvSpPr/>
          <p:nvPr/>
        </p:nvSpPr>
        <p:spPr bwMode="auto">
          <a:xfrm>
            <a:off x="3977810" y="3885992"/>
            <a:ext cx="1188383" cy="838408"/>
          </a:xfrm>
          <a:prstGeom prst="downArrow">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vi-VN" sz="1400" b="1" i="0" u="none" strike="noStrike" cap="none" normalizeH="0" baseline="0" dirty="0">
                <a:ln>
                  <a:noFill/>
                </a:ln>
                <a:solidFill>
                  <a:srgbClr val="0070C0"/>
                </a:solidFill>
                <a:effectLst/>
                <a:latin typeface="Tahoma" pitchFamily="34" charset="0"/>
              </a:rPr>
              <a:t>Cập </a:t>
            </a:r>
          </a:p>
          <a:p>
            <a:pPr marL="0" marR="0" indent="0" algn="ctr" defTabSz="914400" rtl="0" eaLnBrk="1" fontAlgn="base" latinLnBrk="0" hangingPunct="1">
              <a:lnSpc>
                <a:spcPct val="100000"/>
              </a:lnSpc>
              <a:spcBef>
                <a:spcPct val="50000"/>
              </a:spcBef>
              <a:spcAft>
                <a:spcPct val="0"/>
              </a:spcAft>
              <a:buClrTx/>
              <a:buSzTx/>
              <a:buFontTx/>
              <a:buNone/>
              <a:tabLst/>
            </a:pPr>
            <a:r>
              <a:rPr kumimoji="0" lang="vi-VN" sz="1400" b="1" i="0" u="none" strike="noStrike" cap="none" normalizeH="0" baseline="0" dirty="0">
                <a:ln>
                  <a:noFill/>
                </a:ln>
                <a:solidFill>
                  <a:srgbClr val="0070C0"/>
                </a:solidFill>
                <a:effectLst/>
                <a:latin typeface="Tahoma" pitchFamily="34" charset="0"/>
              </a:rPr>
              <a:t>nhật</a:t>
            </a:r>
            <a:endParaRPr kumimoji="0" lang="en-US" sz="1400" b="1" i="0" u="none" strike="noStrike" cap="none" normalizeH="0" baseline="0" dirty="0">
              <a:ln>
                <a:noFill/>
              </a:ln>
              <a:solidFill>
                <a:srgbClr val="0070C0"/>
              </a:solidFill>
              <a:effectLst/>
              <a:latin typeface="Tahoma" pitchFamily="34" charset="0"/>
            </a:endParaRPr>
          </a:p>
        </p:txBody>
      </p:sp>
    </p:spTree>
    <p:extLst>
      <p:ext uri="{BB962C8B-B14F-4D97-AF65-F5344CB8AC3E}">
        <p14:creationId xmlns:p14="http://schemas.microsoft.com/office/powerpoint/2010/main" val="4419042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EF7508-8090-4F64-A9D9-F36FAE1E344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5779" name="Slide Number Placeholder 5">
            <a:extLst>
              <a:ext uri="{FF2B5EF4-FFF2-40B4-BE49-F238E27FC236}">
                <a16:creationId xmlns:a16="http://schemas.microsoft.com/office/drawing/2014/main" id="{9829E241-95A1-4C20-8D01-4B659B642A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B7E9C3DE-79A6-4CC4-869A-B2FEAD0990EE}" type="slidenum">
              <a:rPr lang="en-US" altLang="en-US" sz="1000"/>
              <a:pPr algn="r">
                <a:spcBef>
                  <a:spcPct val="0"/>
                </a:spcBef>
                <a:buClrTx/>
                <a:buFontTx/>
                <a:buNone/>
              </a:pPr>
              <a:t>54</a:t>
            </a:fld>
            <a:endParaRPr lang="en-US" altLang="en-US" sz="1000"/>
          </a:p>
        </p:txBody>
      </p:sp>
      <p:sp>
        <p:nvSpPr>
          <p:cNvPr id="75780" name="Rectangle 2">
            <a:extLst>
              <a:ext uri="{FF2B5EF4-FFF2-40B4-BE49-F238E27FC236}">
                <a16:creationId xmlns:a16="http://schemas.microsoft.com/office/drawing/2014/main" id="{EB9E3C86-42AF-4164-A4BB-71F9C2BAB1A5}"/>
              </a:ext>
            </a:extLst>
          </p:cNvPr>
          <p:cNvSpPr>
            <a:spLocks noGrp="1" noChangeArrowheads="1"/>
          </p:cNvSpPr>
          <p:nvPr>
            <p:ph type="title"/>
          </p:nvPr>
        </p:nvSpPr>
        <p:spPr>
          <a:xfrm>
            <a:off x="457200" y="354013"/>
            <a:ext cx="8229600" cy="620712"/>
          </a:xfrm>
        </p:spPr>
        <p:txBody>
          <a:bodyPr/>
          <a:lstStyle/>
          <a:p>
            <a:pPr eaLnBrk="1" hangingPunct="1"/>
            <a:r>
              <a:rPr lang="en-US" altLang="en-US" sz="3500"/>
              <a:t>Lệnh UPDATE </a:t>
            </a:r>
          </a:p>
        </p:txBody>
      </p:sp>
      <p:sp>
        <p:nvSpPr>
          <p:cNvPr id="75781" name="Rectangle 3">
            <a:extLst>
              <a:ext uri="{FF2B5EF4-FFF2-40B4-BE49-F238E27FC236}">
                <a16:creationId xmlns:a16="http://schemas.microsoft.com/office/drawing/2014/main" id="{B9A1DA6C-E0DF-4A0D-B8CF-85C5AA47236E}"/>
              </a:ext>
            </a:extLst>
          </p:cNvPr>
          <p:cNvSpPr>
            <a:spLocks noGrp="1" noChangeArrowheads="1"/>
          </p:cNvSpPr>
          <p:nvPr>
            <p:ph type="body" idx="1"/>
          </p:nvPr>
        </p:nvSpPr>
        <p:spPr>
          <a:xfrm>
            <a:off x="457200" y="1295400"/>
            <a:ext cx="8229600" cy="5029200"/>
          </a:xfrm>
        </p:spPr>
        <p:txBody>
          <a:bodyPr/>
          <a:lstStyle/>
          <a:p>
            <a:pPr eaLnBrk="1" hangingPunct="1"/>
            <a:r>
              <a:rPr lang="en-US" altLang="en-US"/>
              <a:t>Nhận xét</a:t>
            </a:r>
          </a:p>
          <a:p>
            <a:pPr lvl="1" eaLnBrk="1" hangingPunct="1"/>
            <a:r>
              <a:rPr lang="en-US" altLang="en-US"/>
              <a:t>Những dòng thỏa điều kiện tại mệnh đề WHERE sẽ được cập nhật giá trị mới</a:t>
            </a:r>
          </a:p>
          <a:p>
            <a:pPr lvl="1" eaLnBrk="1" hangingPunct="1"/>
            <a:endParaRPr lang="en-US" altLang="en-US"/>
          </a:p>
          <a:p>
            <a:pPr lvl="1" eaLnBrk="1" hangingPunct="1"/>
            <a:r>
              <a:rPr lang="en-US" altLang="en-US"/>
              <a:t>Nếu không chỉ định điều kiện ở mệnh đề WHERE, tất cả các dòng trong bảng sẽ bị cập nhật</a:t>
            </a:r>
          </a:p>
          <a:p>
            <a:pPr lvl="1" eaLnBrk="1" hangingPunct="1"/>
            <a:endParaRPr lang="en-US" altLang="en-US"/>
          </a:p>
          <a:p>
            <a:pPr lvl="1" eaLnBrk="1" hangingPunct="1"/>
            <a:r>
              <a:rPr lang="en-US" altLang="en-US"/>
              <a:t>Lệnh UPDATE có thể gây ra vi phạm RB tham chiếu</a:t>
            </a:r>
          </a:p>
          <a:p>
            <a:pPr lvl="2" eaLnBrk="1" hangingPunct="1"/>
            <a:r>
              <a:rPr lang="en-US" altLang="en-US"/>
              <a:t>Không cho sửa</a:t>
            </a:r>
          </a:p>
          <a:p>
            <a:pPr lvl="2" eaLnBrk="1" hangingPunct="1"/>
            <a:r>
              <a:rPr lang="en-US" altLang="en-US"/>
              <a:t>Sửa luôn những dòng có giá trị đang tham chiếu đến</a:t>
            </a:r>
          </a:p>
          <a:p>
            <a:pPr lvl="3" eaLnBrk="1" hangingPunct="1"/>
            <a:r>
              <a:rPr lang="en-US" altLang="en-US"/>
              <a:t>CASCADE</a:t>
            </a:r>
          </a:p>
        </p:txBody>
      </p:sp>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476E08983BAD419130078E0A4D7CDC" ma:contentTypeVersion="2" ma:contentTypeDescription="Create a new document." ma:contentTypeScope="" ma:versionID="cfde902959a8f335a9f9131167589e68">
  <xsd:schema xmlns:xsd="http://www.w3.org/2001/XMLSchema" xmlns:xs="http://www.w3.org/2001/XMLSchema" xmlns:p="http://schemas.microsoft.com/office/2006/metadata/properties" xmlns:ns2="03beee07-be85-4858-810d-711279ada858" targetNamespace="http://schemas.microsoft.com/office/2006/metadata/properties" ma:root="true" ma:fieldsID="ad092cc1af911ec022986e121596ce8e" ns2:_="">
    <xsd:import namespace="03beee07-be85-4858-810d-711279ada858"/>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beee07-be85-4858-810d-711279ada8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5339F7-79F6-4F31-BAC2-4FB355B10C6E}">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C796387B-1EE3-4E0E-95A0-9D02C47A636B}">
  <ds:schemaRefs>
    <ds:schemaRef ds:uri="http://schemas.microsoft.com/office/2006/metadata/contentType"/>
    <ds:schemaRef ds:uri="http://schemas.microsoft.com/office/2006/metadata/properties/metaAttributes"/>
    <ds:schemaRef ds:uri="http://www.w3.org/2000/xmlns/"/>
    <ds:schemaRef ds:uri="http://www.w3.org/2001/XMLSchema"/>
    <ds:schemaRef ds:uri="03beee07-be85-4858-810d-711279ada858"/>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01B6892-6286-438B-83EB-CDF36CA0B6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Edge</Template>
  <TotalTime>18237</TotalTime>
  <Words>4617</Words>
  <Application>Microsoft Macintosh PowerPoint</Application>
  <PresentationFormat>On-screen Show (4:3)</PresentationFormat>
  <Paragraphs>1343</Paragraphs>
  <Slides>54</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Calibri</vt:lpstr>
      <vt:lpstr>Consolas</vt:lpstr>
      <vt:lpstr>Symbol</vt:lpstr>
      <vt:lpstr>Tahoma</vt:lpstr>
      <vt:lpstr>Verdana</vt:lpstr>
      <vt:lpstr>Wingdings</vt:lpstr>
      <vt:lpstr>Wingdings 2</vt:lpstr>
      <vt:lpstr>Edge</vt:lpstr>
      <vt:lpstr>Chương 2</vt:lpstr>
      <vt:lpstr>Nội dung</vt:lpstr>
      <vt:lpstr>1. Giới thiệu HQT CSDL SQL Server</vt:lpstr>
      <vt:lpstr>1. Giới thiệu HQT CSDL SQL Server</vt:lpstr>
      <vt:lpstr>1. Giới thiệu HQT CSDL SQL Server (tt)</vt:lpstr>
      <vt:lpstr>1. Giới thiệu HQT CSDL SQL Server (tt)</vt:lpstr>
      <vt:lpstr>1. Giới thiệu HQT CSDL SQL Server (tt) Các phiên bản</vt:lpstr>
      <vt:lpstr>1. Giới thiệu HQT CSDL SQL Server (tt) Các thành phần</vt:lpstr>
      <vt:lpstr>1. Giới thiệu HQT CSDL SQL Server (tt) Các thành phần</vt:lpstr>
      <vt:lpstr>1. Giới thiệu HQT CSDL SQL Server (tt) Các thành phần</vt:lpstr>
      <vt:lpstr>2. Kiểu dữ liệu trong SQL Server</vt:lpstr>
      <vt:lpstr>2. KDL trong SQL Server (tt)</vt:lpstr>
      <vt:lpstr>Ngôn ngữ giao tiếp dữ liệu</vt:lpstr>
      <vt:lpstr>3. Ngôn ngữ định nghĩa dữ liệu</vt:lpstr>
      <vt:lpstr>3. Ngôn ngữ định nghĩa dữ liệu (tt)  Các lệnh cơ bản</vt:lpstr>
      <vt:lpstr>Các lệnh cơ bản trong database</vt:lpstr>
      <vt:lpstr>Lệnh tạo bảng</vt:lpstr>
      <vt:lpstr>Ví dụ - Tạo bảng</vt:lpstr>
      <vt:lpstr>Lệnh tạo bảng (tt)</vt:lpstr>
      <vt:lpstr>Ví dụ - RBTV</vt:lpstr>
      <vt:lpstr>Ví dụ - RBTV</vt:lpstr>
      <vt:lpstr>Ví dụ - RBTV</vt:lpstr>
      <vt:lpstr>Ví dụ - Đặt tên cho RBTV</vt:lpstr>
      <vt:lpstr>Ví dụ - Đặt tên cho RBTV</vt:lpstr>
      <vt:lpstr>Bài tập</vt:lpstr>
      <vt:lpstr>Các lệnh kiểm tra CSDL</vt:lpstr>
      <vt:lpstr>Lệnh sửa bảng</vt:lpstr>
      <vt:lpstr>Lệnh sửa bảng (tt)</vt:lpstr>
      <vt:lpstr>Ví dụ - Thay đổi cấu trúc bảng</vt:lpstr>
      <vt:lpstr>Ví dụ - Thay đổi RBTV</vt:lpstr>
      <vt:lpstr>Lệnh xóa bảng</vt:lpstr>
      <vt:lpstr>Lệnh xóa bảng (tt)</vt:lpstr>
      <vt:lpstr>Bài tập</vt:lpstr>
      <vt:lpstr>Cập nhật dữ liệu</vt:lpstr>
      <vt:lpstr>Lệnh INSERT</vt:lpstr>
      <vt:lpstr>Lệnh INSERT (tt)</vt:lpstr>
      <vt:lpstr>Ví dụ</vt:lpstr>
      <vt:lpstr>Lệnh INSERT (tt)</vt:lpstr>
      <vt:lpstr>Lệnh INSERT (tt)</vt:lpstr>
      <vt:lpstr>Ví dụ</vt:lpstr>
      <vt:lpstr>Bài tập</vt:lpstr>
      <vt:lpstr>Cập nhật dữ liệu</vt:lpstr>
      <vt:lpstr>Ví dụ</vt:lpstr>
      <vt:lpstr>Ví dụ</vt:lpstr>
      <vt:lpstr>Lệnh DELETE (tt) </vt:lpstr>
      <vt:lpstr>Lệnh DELETE (tt): CASCADE</vt:lpstr>
      <vt:lpstr>Lệnh DELETE (tt): CASCADE</vt:lpstr>
      <vt:lpstr>Lệnh DELETE (tt): SET NULL</vt:lpstr>
      <vt:lpstr>Lệnh DELETE (tt): SET NULL</vt:lpstr>
      <vt:lpstr>Bài tập xoá dữ liệu</vt:lpstr>
      <vt:lpstr>Ví dụ</vt:lpstr>
      <vt:lpstr>Ví dụ</vt:lpstr>
      <vt:lpstr>Bài tập cập nhật dữ liệu</vt:lpstr>
      <vt:lpstr>Lệnh UPDATE </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Minh Thai Tran</cp:lastModifiedBy>
  <cp:revision>1733</cp:revision>
  <dcterms:created xsi:type="dcterms:W3CDTF">2003-05-25T12:47:52Z</dcterms:created>
  <dcterms:modified xsi:type="dcterms:W3CDTF">2025-02-09T14:22:01Z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0x0101004A476E08983BAD419130078E0A4D7CDC</vt:lpwstr>
  </property>
</Properties>
</file>