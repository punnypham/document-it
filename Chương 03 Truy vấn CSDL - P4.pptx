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50"/>
  </p:notesMasterIdLst>
  <p:sldIdLst>
    <p:sldId id="256" r:id="rId5"/>
    <p:sldId id="258" r:id="rId6"/>
    <p:sldId id="355" r:id="rId7"/>
    <p:sldId id="356" r:id="rId8"/>
    <p:sldId id="357" r:id="rId9"/>
    <p:sldId id="491" r:id="rId10"/>
    <p:sldId id="358" r:id="rId11"/>
    <p:sldId id="468" r:id="rId12"/>
    <p:sldId id="363" r:id="rId13"/>
    <p:sldId id="365" r:id="rId14"/>
    <p:sldId id="366" r:id="rId15"/>
    <p:sldId id="367" r:id="rId16"/>
    <p:sldId id="494" r:id="rId17"/>
    <p:sldId id="492" r:id="rId18"/>
    <p:sldId id="359" r:id="rId19"/>
    <p:sldId id="361" r:id="rId20"/>
    <p:sldId id="362" r:id="rId21"/>
    <p:sldId id="368" r:id="rId22"/>
    <p:sldId id="364" r:id="rId23"/>
    <p:sldId id="488" r:id="rId24"/>
    <p:sldId id="369" r:id="rId25"/>
    <p:sldId id="334" r:id="rId26"/>
    <p:sldId id="489" r:id="rId27"/>
    <p:sldId id="490" r:id="rId28"/>
    <p:sldId id="391" r:id="rId29"/>
    <p:sldId id="392" r:id="rId30"/>
    <p:sldId id="393" r:id="rId31"/>
    <p:sldId id="394" r:id="rId32"/>
    <p:sldId id="370" r:id="rId33"/>
    <p:sldId id="371" r:id="rId34"/>
    <p:sldId id="493" r:id="rId35"/>
    <p:sldId id="372" r:id="rId36"/>
    <p:sldId id="373" r:id="rId37"/>
    <p:sldId id="478" r:id="rId38"/>
    <p:sldId id="425" r:id="rId39"/>
    <p:sldId id="426" r:id="rId40"/>
    <p:sldId id="427" r:id="rId41"/>
    <p:sldId id="429" r:id="rId42"/>
    <p:sldId id="430" r:id="rId43"/>
    <p:sldId id="432" r:id="rId44"/>
    <p:sldId id="431" r:id="rId45"/>
    <p:sldId id="433" r:id="rId46"/>
    <p:sldId id="434" r:id="rId47"/>
    <p:sldId id="436" r:id="rId48"/>
    <p:sldId id="437" r:id="rId4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777777"/>
    <a:srgbClr val="FF3333"/>
    <a:srgbClr val="CC0000"/>
    <a:srgbClr val="FF3300"/>
    <a:srgbClr val="FFFF99"/>
    <a:srgbClr val="FF33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7E3AD-677E-F74E-AFD1-5DA51A71535E}" v="10" dt="2025-03-09T14:40:47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9" autoAdjust="0"/>
    <p:restoredTop sz="90981" autoAdjust="0"/>
  </p:normalViewPr>
  <p:slideViewPr>
    <p:cSldViewPr>
      <p:cViewPr varScale="1">
        <p:scale>
          <a:sx n="80" d="100"/>
          <a:sy n="80" d="100"/>
        </p:scale>
        <p:origin x="1952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ai Tran" userId="996740aabe1fc7dc" providerId="LiveId" clId="{CF9879A5-45EC-4F42-A31D-A7BC58413B77}"/>
    <pc:docChg chg="custSel addSld delSld modSld">
      <pc:chgData name="Minh Thai Tran" userId="996740aabe1fc7dc" providerId="LiveId" clId="{CF9879A5-45EC-4F42-A31D-A7BC58413B77}" dt="2023-03-21T10:12:22.113" v="939" actId="20577"/>
      <pc:docMkLst>
        <pc:docMk/>
      </pc:docMkLst>
      <pc:sldChg chg="modSp mod">
        <pc:chgData name="Minh Thai Tran" userId="996740aabe1fc7dc" providerId="LiveId" clId="{CF9879A5-45EC-4F42-A31D-A7BC58413B77}" dt="2023-03-21T01:58:06.223" v="9" actId="20577"/>
        <pc:sldMkLst>
          <pc:docMk/>
          <pc:sldMk cId="0" sldId="256"/>
        </pc:sldMkLst>
      </pc:sldChg>
      <pc:sldChg chg="addSp delSp modSp mod">
        <pc:chgData name="Minh Thai Tran" userId="996740aabe1fc7dc" providerId="LiveId" clId="{CF9879A5-45EC-4F42-A31D-A7BC58413B77}" dt="2023-03-21T10:09:13.414" v="938" actId="1038"/>
        <pc:sldMkLst>
          <pc:docMk/>
          <pc:sldMk cId="0" sldId="359"/>
        </pc:sldMkLst>
      </pc:sldChg>
      <pc:sldChg chg="del">
        <pc:chgData name="Minh Thai Tran" userId="996740aabe1fc7dc" providerId="LiveId" clId="{CF9879A5-45EC-4F42-A31D-A7BC58413B77}" dt="2023-03-21T02:01:41.081" v="261" actId="2696"/>
        <pc:sldMkLst>
          <pc:docMk/>
          <pc:sldMk cId="0" sldId="360"/>
        </pc:sldMkLst>
      </pc:sldChg>
      <pc:sldChg chg="modSp mod">
        <pc:chgData name="Minh Thai Tran" userId="996740aabe1fc7dc" providerId="LiveId" clId="{CF9879A5-45EC-4F42-A31D-A7BC58413B77}" dt="2023-03-21T02:09:47.376" v="562" actId="13926"/>
        <pc:sldMkLst>
          <pc:docMk/>
          <pc:sldMk cId="0" sldId="361"/>
        </pc:sldMkLst>
      </pc:sldChg>
      <pc:sldChg chg="modSp mod">
        <pc:chgData name="Minh Thai Tran" userId="996740aabe1fc7dc" providerId="LiveId" clId="{CF9879A5-45EC-4F42-A31D-A7BC58413B77}" dt="2023-03-21T02:11:01.062" v="566" actId="13926"/>
        <pc:sldMkLst>
          <pc:docMk/>
          <pc:sldMk cId="0" sldId="362"/>
        </pc:sldMkLst>
      </pc:sldChg>
      <pc:sldChg chg="modSp mod">
        <pc:chgData name="Minh Thai Tran" userId="996740aabe1fc7dc" providerId="LiveId" clId="{CF9879A5-45EC-4F42-A31D-A7BC58413B77}" dt="2023-03-21T02:03:34.695" v="376" actId="14100"/>
        <pc:sldMkLst>
          <pc:docMk/>
          <pc:sldMk cId="0" sldId="363"/>
        </pc:sldMkLst>
      </pc:sldChg>
      <pc:sldChg chg="modSp mod">
        <pc:chgData name="Minh Thai Tran" userId="996740aabe1fc7dc" providerId="LiveId" clId="{CF9879A5-45EC-4F42-A31D-A7BC58413B77}" dt="2023-03-21T02:10:54.163" v="565" actId="13926"/>
        <pc:sldMkLst>
          <pc:docMk/>
          <pc:sldMk cId="0" sldId="364"/>
        </pc:sldMkLst>
      </pc:sldChg>
      <pc:sldChg chg="modSp mod">
        <pc:chgData name="Minh Thai Tran" userId="996740aabe1fc7dc" providerId="LiveId" clId="{CF9879A5-45EC-4F42-A31D-A7BC58413B77}" dt="2023-03-21T02:22:38.814" v="785" actId="20577"/>
        <pc:sldMkLst>
          <pc:docMk/>
          <pc:sldMk cId="0" sldId="372"/>
        </pc:sldMkLst>
      </pc:sldChg>
      <pc:sldChg chg="modSp mod">
        <pc:chgData name="Minh Thai Tran" userId="996740aabe1fc7dc" providerId="LiveId" clId="{CF9879A5-45EC-4F42-A31D-A7BC58413B77}" dt="2023-03-21T02:13:37.731" v="599" actId="13926"/>
        <pc:sldMkLst>
          <pc:docMk/>
          <pc:sldMk cId="0" sldId="373"/>
        </pc:sldMkLst>
      </pc:sldChg>
      <pc:sldChg chg="modSp mod">
        <pc:chgData name="Minh Thai Tran" userId="996740aabe1fc7dc" providerId="LiveId" clId="{CF9879A5-45EC-4F42-A31D-A7BC58413B77}" dt="2023-03-21T02:01:39.282" v="260" actId="14100"/>
        <pc:sldMkLst>
          <pc:docMk/>
          <pc:sldMk cId="0" sldId="468"/>
        </pc:sldMkLst>
      </pc:sldChg>
      <pc:sldChg chg="modSp mod">
        <pc:chgData name="Minh Thai Tran" userId="996740aabe1fc7dc" providerId="LiveId" clId="{CF9879A5-45EC-4F42-A31D-A7BC58413B77}" dt="2023-03-21T10:12:22.113" v="939" actId="20577"/>
        <pc:sldMkLst>
          <pc:docMk/>
          <pc:sldMk cId="672297008" sldId="488"/>
        </pc:sldMkLst>
      </pc:sldChg>
      <pc:sldChg chg="modSp new mod">
        <pc:chgData name="Minh Thai Tran" userId="996740aabe1fc7dc" providerId="LiveId" clId="{CF9879A5-45EC-4F42-A31D-A7BC58413B77}" dt="2023-03-21T08:51:38.324" v="882" actId="20577"/>
        <pc:sldMkLst>
          <pc:docMk/>
          <pc:sldMk cId="2145864538" sldId="491"/>
        </pc:sldMkLst>
      </pc:sldChg>
      <pc:sldChg chg="modSp add mod">
        <pc:chgData name="Minh Thai Tran" userId="996740aabe1fc7dc" providerId="LiveId" clId="{CF9879A5-45EC-4F42-A31D-A7BC58413B77}" dt="2023-03-21T02:09:01.326" v="559" actId="20577"/>
        <pc:sldMkLst>
          <pc:docMk/>
          <pc:sldMk cId="2372745335" sldId="492"/>
        </pc:sldMkLst>
      </pc:sldChg>
      <pc:sldChg chg="modSp new mod">
        <pc:chgData name="Minh Thai Tran" userId="996740aabe1fc7dc" providerId="LiveId" clId="{CF9879A5-45EC-4F42-A31D-A7BC58413B77}" dt="2023-03-21T02:22:25.061" v="750" actId="20577"/>
        <pc:sldMkLst>
          <pc:docMk/>
          <pc:sldMk cId="4073838811" sldId="493"/>
        </pc:sldMkLst>
      </pc:sldChg>
      <pc:sldChg chg="modSp add mod">
        <pc:chgData name="Minh Thai Tran" userId="996740aabe1fc7dc" providerId="LiveId" clId="{CF9879A5-45EC-4F42-A31D-A7BC58413B77}" dt="2023-03-21T08:07:07.669" v="807" actId="20577"/>
        <pc:sldMkLst>
          <pc:docMk/>
          <pc:sldMk cId="3676842312" sldId="494"/>
        </pc:sldMkLst>
      </pc:sldChg>
    </pc:docChg>
  </pc:docChgLst>
  <pc:docChgLst>
    <pc:chgData name="Minh Thai Tran" userId="996740aabe1fc7dc" providerId="LiveId" clId="{224BACD5-3B3A-8543-B821-621026F4651C}"/>
    <pc:docChg chg="undo custSel modSld">
      <pc:chgData name="Minh Thai Tran" userId="996740aabe1fc7dc" providerId="LiveId" clId="{224BACD5-3B3A-8543-B821-621026F4651C}" dt="2024-03-10T23:51:45.204" v="280" actId="14100"/>
      <pc:docMkLst>
        <pc:docMk/>
      </pc:docMkLst>
      <pc:sldChg chg="modSp mod">
        <pc:chgData name="Minh Thai Tran" userId="996740aabe1fc7dc" providerId="LiveId" clId="{224BACD5-3B3A-8543-B821-621026F4651C}" dt="2024-02-26T04:38:30.312" v="2" actId="255"/>
        <pc:sldMkLst>
          <pc:docMk/>
          <pc:sldMk cId="0" sldId="334"/>
        </pc:sldMkLst>
      </pc:sldChg>
      <pc:sldChg chg="addSp modSp mod">
        <pc:chgData name="Minh Thai Tran" userId="996740aabe1fc7dc" providerId="LiveId" clId="{224BACD5-3B3A-8543-B821-621026F4651C}" dt="2024-03-08T23:53:39.778" v="276" actId="207"/>
        <pc:sldMkLst>
          <pc:docMk/>
          <pc:sldMk cId="0" sldId="371"/>
        </pc:sldMkLst>
      </pc:sldChg>
      <pc:sldChg chg="modSp mod">
        <pc:chgData name="Minh Thai Tran" userId="996740aabe1fc7dc" providerId="LiveId" clId="{224BACD5-3B3A-8543-B821-621026F4651C}" dt="2024-03-10T23:51:45.204" v="280" actId="14100"/>
        <pc:sldMkLst>
          <pc:docMk/>
          <pc:sldMk cId="3046788431" sldId="478"/>
        </pc:sldMkLst>
      </pc:sldChg>
    </pc:docChg>
  </pc:docChgLst>
  <pc:docChgLst>
    <pc:chgData name="Minh Thai Tran" userId="996740aabe1fc7dc" providerId="LiveId" clId="{27F7E3AD-677E-F74E-AFD1-5DA51A71535E}"/>
    <pc:docChg chg="modSld">
      <pc:chgData name="Minh Thai Tran" userId="996740aabe1fc7dc" providerId="LiveId" clId="{27F7E3AD-677E-F74E-AFD1-5DA51A71535E}" dt="2025-03-09T14:40:47.153" v="9" actId="20577"/>
      <pc:docMkLst>
        <pc:docMk/>
      </pc:docMkLst>
      <pc:sldChg chg="modSp">
        <pc:chgData name="Minh Thai Tran" userId="996740aabe1fc7dc" providerId="LiveId" clId="{27F7E3AD-677E-F74E-AFD1-5DA51A71535E}" dt="2025-03-09T14:40:47.153" v="9" actId="20577"/>
        <pc:sldMkLst>
          <pc:docMk/>
          <pc:sldMk cId="0" sldId="256"/>
        </pc:sldMkLst>
        <pc:spChg chg="mod">
          <ac:chgData name="Minh Thai Tran" userId="996740aabe1fc7dc" providerId="LiveId" clId="{27F7E3AD-677E-F74E-AFD1-5DA51A71535E}" dt="2025-03-09T14:40:47.153" v="9" actId="20577"/>
          <ac:spMkLst>
            <pc:docMk/>
            <pc:sldMk cId="0" sldId="256"/>
            <ac:spMk id="2053" creationId="{1A643D74-5FC8-47DA-879D-F138997FA2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734EB9F-497E-4EF1-A549-E2AE73A721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6958C42-75D6-41D6-902C-05DBB26E0C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C14DA4E-3459-49C6-A31C-FD2F49078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266D365-3F5A-48EF-852F-A305742AF9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C34AFDE2-FD04-45C2-B76C-36462B0BFD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8E54DB8A-9AF4-4621-AC4C-7DAECA19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DC946D0-D8A6-46F5-B404-0836CE5155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946D0-D8A6-46F5-B404-0836CE515509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22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128F48C-01CC-4012-91F3-ADA08F91F9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CFCAD9-3CDC-4AE5-9EDC-CA5AF8ED087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F6AA321-39BB-43EB-A34E-7FA19AC73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6355EF9-49BD-4543-8F4E-7C1DE057B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057F53D-12F8-4EAC-8E1C-FA6DC8F935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4061B3-A7DC-4180-9F49-A580F7BC681D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6CE62358-CD5B-407A-8F9C-D32978388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19446D55-4338-4C90-A4E0-84EEAD525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Mệnh đề WHERE của cấu truy vấn cơ bản gồm các thuộc tính đơn, phép so sánh với hằng số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BF796658-74B7-4860-9817-729597037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562AC2-7C30-42F6-91AA-4A145CB0963D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EF606FB1-FF19-4614-A394-014080F9D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02CB9AE3-0F60-4637-84F6-0FC767811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52B5A625-277E-49C4-A78B-10D2E03C2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5673D5-F6EB-475A-A4C7-A56938CDD2D2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86D69233-C854-44A3-B4FB-7CFEFCEB64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B31E5B04-8E9E-4569-941A-F0F13DA8A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3D029AD-D817-4A5B-87F5-B46942959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BBBE8F-4FA6-4C3B-801F-4043E1B1AB0C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CACA3616-2314-40E4-96A3-09794CDF1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39F7B068-C168-417E-9D28-F56B7B3DA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94B92CE2-623C-448D-962B-77EB4D85C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559539-06A9-49AA-A0E2-ADAD00BD7CAE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78B3C4F4-4B80-4A6B-B127-5D2F92A701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4503F15F-251B-49DA-9AE9-BE9AF50CF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75B2473C-077A-4904-894D-57DDE93B47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A6AD80-C1C0-4024-B31B-9B8D4CAC1B72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C7BAF510-7546-43C0-9108-C2AF8A5569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FB2B296B-40C5-48DB-9A88-EF243A529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E27A364F-1DD5-4B1B-8677-06B9A32C9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DE8786-F7C2-4846-8AA4-A763FEA909DA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D96134C3-8754-408A-BAE9-DDD95E3AC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6A08C494-26B7-460E-8228-E652A35CD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21999DAF-1A2F-4D32-A2A6-18AECE72FC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89B6B2-856A-4FC3-9435-E4A6805D7C79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4EE8F325-48E7-4103-B51F-17B127864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DE3D62F9-CE30-458A-9495-C9B66F0F3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AE2BA2B9-3973-4708-AA43-2C21403C5E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E80CC1-A352-439B-B553-6CD602334F38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E5BA96FB-5D57-40D1-A49F-9D355710F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A8F7AA62-0738-4959-8BA1-85A55E96E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0C43A893-D196-48B3-961D-0022C813B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F70FB0-62AF-4582-B34F-1EDC02054457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6C6F15B2-108D-45BD-B9C3-7683078A1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1173FE7D-6511-4DA8-9DDA-CF6B4F99C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6D5CFA66-9DD3-4FF0-9DAD-C5DE1F0FE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23F2C8-9DA1-4CFD-BAF0-5C5F49E1E6B3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16625146-8971-4167-AB3E-744FBFD43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C20F2D15-9E88-416F-969C-FFC2A8678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9117513C-46B0-43E3-92FF-08925DEA9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950A01-2C1A-446F-9844-A4EC0BEA30C0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E0BBAC69-9C3E-4833-A2AD-16AF9B390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04C34381-1430-4027-90E4-85ABFAB48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523BC6BC-A755-46AE-BD8F-5B41BF4BC6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271368-18F4-4CE5-95EE-6AF620EEEF7A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A8116D4F-8D57-4C82-9936-88B7F2813E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FA548E95-B18A-4063-BB0F-57DA1AEFA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092D1741-70F5-4C7F-9D37-52A64AE7CE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D0C791-19A9-4694-BFAA-647ADE2021F3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1B203C65-1EAF-4AEC-A0AD-D68B798CA7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EA841BAF-9CEB-4E7A-B7E0-2ACCF0365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2BABF181-4DF8-4FC5-846E-8FEC187D0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A778FB-615E-4FF2-9595-7C801F202B11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E22CD98-30AA-46D6-BC98-8AE746BA4B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6F81BC61-3EC9-4401-A485-C897C884A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661E5478-D044-453D-B8D7-FFA7314AC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C80E5F-CA42-485A-B434-7C9B44D0A840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80BC600E-0266-410F-890A-1B5C6C129B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D0439F5-D4FB-43B0-B6C5-93B24669D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F6E216E-7507-4DDA-9655-1512ADBE6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069D0F-8576-41B8-B0D4-0C0234ED28C7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C2A21918-B20E-48EA-9DED-45E0D5CBF7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01932112-EA75-40BA-BFA1-EAC9C6C4B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DC717D27-5AD3-40D7-B5A1-93E756382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1E5B18-991B-429A-B0DA-099169B60ECF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0B0A5CC2-4F37-4451-A9A7-573293764D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91CE167-9399-4B0F-8C53-BA12C6764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77413318-5751-4040-B29E-F54A5529A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0E9FA5-4B71-4C3F-B599-5A28198AAFF3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74D50F84-B58C-4827-8258-D7E082743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A6572837-1079-4C60-9DC7-5DA65A074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4AC83F92-B95B-4D54-BBEA-342B65839E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5EDDE5-2A60-4A3D-8047-3E20701AF723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CF547A38-5767-4A8D-A03D-43DE9514D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0E24B348-31C9-457A-8DC2-7DCCB5C81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0905AE02-7B3D-4C06-8D24-4594ED9C71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2B8781-8707-42BF-BD6F-9C5A9B19EA62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87E43BA0-BC5F-4FF9-A79E-BD90A6C1C4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1615AF6-2EE6-48E5-B045-2F6ED82A6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>
            <a:extLst>
              <a:ext uri="{FF2B5EF4-FFF2-40B4-BE49-F238E27FC236}">
                <a16:creationId xmlns:a16="http://schemas.microsoft.com/office/drawing/2014/main" id="{BE6D3BB9-A426-43A0-A8D5-DF39C4DB6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99B8C3-727E-4228-909A-4839159C9F59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72035" name="Rectangle 2">
            <a:extLst>
              <a:ext uri="{FF2B5EF4-FFF2-40B4-BE49-F238E27FC236}">
                <a16:creationId xmlns:a16="http://schemas.microsoft.com/office/drawing/2014/main" id="{6D081DB1-2ECD-4914-A492-1F1D95171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>
            <a:extLst>
              <a:ext uri="{FF2B5EF4-FFF2-40B4-BE49-F238E27FC236}">
                <a16:creationId xmlns:a16="http://schemas.microsoft.com/office/drawing/2014/main" id="{39B73131-72A4-4A16-A6CE-673E71875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664F757B-A913-4DD4-A639-B80390E66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B9CA4D-7B63-4F65-AE61-1570008A3F9B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84B26A11-A821-48EC-9808-7E95094BB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2C91FCCE-79F2-49FA-A087-15C5A8DB9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D399D346-D0D6-49EA-8A33-D33F9D9BCD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1A2EE2-44F0-4A2E-97A1-5F95DBD6354D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FF4D400C-A172-4DC0-A31A-4A34F5740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7F95296D-6B67-4654-BFCA-FEEA44428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768DDC30-9D14-4D53-B37F-34CAA9AFF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0FEF2B-F7C8-42CE-AD66-3DD3E90B7A86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3EDC90F8-0701-4669-B237-3918D2234D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1C4F9A15-EFB1-406E-9CEF-0ACC9CA78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15C311B4-CD4D-4555-A163-761C043A2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C3D4A5-A86A-45C0-B3D7-84F228CD4092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C850461D-5BBB-4DE5-9E11-486139A858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3FE3D5B2-906D-48CC-A0A1-BEA0DFF1B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B6921498-D0C8-46FA-8E4A-E4F26DF93F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3134DD-DAB1-4646-9ED3-1A258520FDC4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479B7176-61DE-4EDC-9ED4-7DDBEBD4F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>
            <a:extLst>
              <a:ext uri="{FF2B5EF4-FFF2-40B4-BE49-F238E27FC236}">
                <a16:creationId xmlns:a16="http://schemas.microsoft.com/office/drawing/2014/main" id="{442C9B29-1B76-49D6-9330-5A14121EF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827A9F05-CDD0-4ED9-8FE5-2E158F343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68B0FC-C811-409C-A7CE-D9D58F0115FC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2E548ED9-BCF8-42A2-A6D3-D505E4DEF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9E2C70E5-F272-4C18-BB3D-B58251CF2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058927B5-B503-4225-BFAF-FC389509EF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3353FF-0BAD-4C17-A0E0-EF287B92995C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A4F666B1-763C-4AAC-BD16-2A222135F1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A74B594E-48A8-4365-81CF-A1571947A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>
            <a:extLst>
              <a:ext uri="{FF2B5EF4-FFF2-40B4-BE49-F238E27FC236}">
                <a16:creationId xmlns:a16="http://schemas.microsoft.com/office/drawing/2014/main" id="{6BD1A149-8DC5-4CB3-B6BC-CC96AC476D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F1CCC5-032B-478E-92FD-26821509171C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249859" name="Rectangle 2">
            <a:extLst>
              <a:ext uri="{FF2B5EF4-FFF2-40B4-BE49-F238E27FC236}">
                <a16:creationId xmlns:a16="http://schemas.microsoft.com/office/drawing/2014/main" id="{D1B2A1FD-4B5C-4113-81E1-32BCF36E3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>
            <a:extLst>
              <a:ext uri="{FF2B5EF4-FFF2-40B4-BE49-F238E27FC236}">
                <a16:creationId xmlns:a16="http://schemas.microsoft.com/office/drawing/2014/main" id="{52CAD0EB-7522-4B9B-A1B6-C330CB7F3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>
            <a:extLst>
              <a:ext uri="{FF2B5EF4-FFF2-40B4-BE49-F238E27FC236}">
                <a16:creationId xmlns:a16="http://schemas.microsoft.com/office/drawing/2014/main" id="{F26A9595-2840-49E8-B09D-E659A74AE6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3214B0-8231-4EFE-8942-51B5EEBA123E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251907" name="Rectangle 2">
            <a:extLst>
              <a:ext uri="{FF2B5EF4-FFF2-40B4-BE49-F238E27FC236}">
                <a16:creationId xmlns:a16="http://schemas.microsoft.com/office/drawing/2014/main" id="{37F52913-3D1A-4984-A860-F5A4AFA6F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>
            <a:extLst>
              <a:ext uri="{FF2B5EF4-FFF2-40B4-BE49-F238E27FC236}">
                <a16:creationId xmlns:a16="http://schemas.microsoft.com/office/drawing/2014/main" id="{F26A3309-BC91-4244-94F7-952D860BD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>
            <a:extLst>
              <a:ext uri="{FF2B5EF4-FFF2-40B4-BE49-F238E27FC236}">
                <a16:creationId xmlns:a16="http://schemas.microsoft.com/office/drawing/2014/main" id="{3AB89EAA-9B59-4F0F-BF37-CCC9DD867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45C336-61C0-4BC1-895C-A458081C2BFA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253955" name="Rectangle 2">
            <a:extLst>
              <a:ext uri="{FF2B5EF4-FFF2-40B4-BE49-F238E27FC236}">
                <a16:creationId xmlns:a16="http://schemas.microsoft.com/office/drawing/2014/main" id="{7F832EEB-D22C-4F1C-AF6F-576BAF0F2C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>
            <a:extLst>
              <a:ext uri="{FF2B5EF4-FFF2-40B4-BE49-F238E27FC236}">
                <a16:creationId xmlns:a16="http://schemas.microsoft.com/office/drawing/2014/main" id="{BA2B0BFA-3B8E-44F7-93A4-2E0D251FC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>
            <a:extLst>
              <a:ext uri="{FF2B5EF4-FFF2-40B4-BE49-F238E27FC236}">
                <a16:creationId xmlns:a16="http://schemas.microsoft.com/office/drawing/2014/main" id="{FD9CB8C8-2910-46A6-8BBD-2857F31DF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E816FF-F421-46FD-8D97-446C0EF6100F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D30A2320-8510-45B6-8ABD-1EC979F2C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>
            <a:extLst>
              <a:ext uri="{FF2B5EF4-FFF2-40B4-BE49-F238E27FC236}">
                <a16:creationId xmlns:a16="http://schemas.microsoft.com/office/drawing/2014/main" id="{228C903A-CDD2-464D-84DF-D0BEEFF25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>
            <a:extLst>
              <a:ext uri="{FF2B5EF4-FFF2-40B4-BE49-F238E27FC236}">
                <a16:creationId xmlns:a16="http://schemas.microsoft.com/office/drawing/2014/main" id="{3DB87BDF-D4CA-4B22-A473-080DFB8F12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95F29C-DE0D-4B82-9C9E-D8A212668073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258051" name="Rectangle 2">
            <a:extLst>
              <a:ext uri="{FF2B5EF4-FFF2-40B4-BE49-F238E27FC236}">
                <a16:creationId xmlns:a16="http://schemas.microsoft.com/office/drawing/2014/main" id="{B616F3CE-CC9F-4EAC-A934-ACD692AAB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>
            <a:extLst>
              <a:ext uri="{FF2B5EF4-FFF2-40B4-BE49-F238E27FC236}">
                <a16:creationId xmlns:a16="http://schemas.microsoft.com/office/drawing/2014/main" id="{9E951692-5B1D-4E94-ACE9-FDBCCD0E0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>
            <a:extLst>
              <a:ext uri="{FF2B5EF4-FFF2-40B4-BE49-F238E27FC236}">
                <a16:creationId xmlns:a16="http://schemas.microsoft.com/office/drawing/2014/main" id="{1E289443-9982-47C3-8C91-AEFAEE0149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C32720-5E10-4F67-85CB-5C82BC7D2AEC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2FCF5D3E-957D-4D0C-9591-3E5291215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>
            <a:extLst>
              <a:ext uri="{FF2B5EF4-FFF2-40B4-BE49-F238E27FC236}">
                <a16:creationId xmlns:a16="http://schemas.microsoft.com/office/drawing/2014/main" id="{5AB8F11F-0B43-4541-951F-A00878167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25BD6151-9E0F-49D5-A9D3-65288082E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4C6735-D920-40A8-B325-20F365FDEAB4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262147" name="Rectangle 2">
            <a:extLst>
              <a:ext uri="{FF2B5EF4-FFF2-40B4-BE49-F238E27FC236}">
                <a16:creationId xmlns:a16="http://schemas.microsoft.com/office/drawing/2014/main" id="{0EB68F13-7F03-4835-9251-98E341CBE4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>
            <a:extLst>
              <a:ext uri="{FF2B5EF4-FFF2-40B4-BE49-F238E27FC236}">
                <a16:creationId xmlns:a16="http://schemas.microsoft.com/office/drawing/2014/main" id="{449D0D40-9388-434B-BCF2-6F3130DCF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A1A24DE-261C-4E77-B93C-79716AC9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AA642FD-8C82-4030-883B-117446EE0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6A07071-F17C-4A98-8126-CA4983F97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306D6B5-C5A4-480D-9D51-95B88B27E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AD47414-C378-4250-B88D-D89D11FBF6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F2F0A69-8627-4965-9723-934F60630D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98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729887-CA1A-44EC-8DC9-53DB7369D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8F05FA-122D-4CB4-8FD2-110D6423B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9537F-CEC4-416D-A154-C49AB1068D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6CB274-F3ED-4F22-9D3A-C5E5218A09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1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5DC5C-D323-4335-9439-93F2B6200D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9429FA-D45C-471A-92E5-C1C4DEA46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793A03-94FD-4613-ADA6-CAA517039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31CC8-B8FF-4D10-A3C0-EDE1D40E06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78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26174-C330-4937-9890-6EF4F007C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8F93B-026D-45B8-ADEE-2655FE088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E5C9E-F0AD-45FA-8F0F-5C7F4AB15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E5B04-F56F-4139-A68F-FD043BEC4E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9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8ACF4BF-0E4F-4915-ACFA-DFB351BD4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10476A-A870-434A-8C9F-696CD3EA9E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EF3779-F0AB-4A28-83A6-4E1606879A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116EC-6A31-40EC-8CDA-93A335FE01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79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F9DF0A-73EE-4ACD-A897-FB714365D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9272B8-A67A-4B20-92A8-56E02E6F79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568E2D-CAAE-44B1-8FB9-B38347392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A7163E-44D2-4C51-928F-3FB8DC5E47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90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7F7B328-8FCF-4DE1-9278-979C147E8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96EB0F-EAE2-4C28-B909-0BB9BDBD9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E9E62C7-54A3-4EDD-BC78-ADC4FF478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B1F57-2047-4D37-92A4-252F5D687F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8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8B36F-C623-4E7C-9896-2C37F844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D33DB-78DD-4DC1-B0BD-34D89F967F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5F605-8B8D-4E7E-ACA5-69AC45B58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6875C-886B-45DB-AEE1-490BB5537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8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329B2-316B-402E-8F55-62AE7C97F1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345A7-5975-48F5-AFFF-39D6C4D012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B358E-DC50-40A4-B689-9E413CF85E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2440F-575E-4542-9216-4A46DDC0F6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16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C8B39-3A33-49A2-BAFE-9346949CC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C438C0-89C1-41DC-AF9E-601934A46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9BBFE0-4A7C-41A1-9B9E-89ACDE0FD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DE488-C479-4695-869C-B2CBF9DE4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33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7C2D9F-CFB3-43CB-981B-45C1CF32C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92CBA8-CDC9-49AB-8A57-335F3CF4AB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BE2DDA-DE22-4499-93E3-2DBF3245D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6A34BB-C9E2-4800-A376-3A0F11EF0B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326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E8110-85EF-4E2C-B949-9439C5508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D926CC-012E-4FE1-B12C-3DBE01D929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8AC68-6279-4725-831B-9619D72B1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5C83B3-DA0A-4F57-B6E8-CE131B0A6C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386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58D88F-8938-413E-9602-872FD8A98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8F6CB2-AFB9-4E8B-B6EE-B77EB2330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FEB0535-7F68-4F09-A495-E5D1AF447C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054680B-DABB-4F89-89E9-48F088F050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E31F570-D4F4-49FF-A840-EDFA8D425C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432C1057-4A77-4076-AA32-8B691A0641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00B418EC-974A-43BE-AC2E-3F882126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9310396-CD1D-45DA-8D97-FD865B95C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thai@Huflit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AB579A-0E5A-4FC3-A724-4F496C7EAE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362200"/>
            <a:ext cx="7239000" cy="914400"/>
          </a:xfrm>
        </p:spPr>
        <p:txBody>
          <a:bodyPr/>
          <a:lstStyle/>
          <a:p>
            <a:pPr algn="ctr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Chương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03</a:t>
            </a:r>
            <a:endParaRPr lang="en-US" dirty="0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A643D74-5FC8-47DA-879D-F138997F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/>
          <a:lstStyle/>
          <a:p>
            <a:pPr algn="ctr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Truy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 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vấn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 CSDL – Part 4</a:t>
            </a:r>
            <a:endParaRPr lang="en-US" dirty="0"/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0583E417-2BA2-4416-96D8-7A795EA0F6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GV: TS. Trần Minh Thái – </a:t>
            </a:r>
            <a:r>
              <a:rPr lang="en-US" altLang="en-US" dirty="0">
                <a:hlinkClick r:id="rId3"/>
              </a:rPr>
              <a:t>thaitm@huflit.edu.vn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B689-55A0-42FC-9848-8A7881CFA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6CDC4106-D391-4429-8D5C-D84B7CE9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A0164CA-FF9E-4801-90E8-C30D4B50106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B2BAD851-1477-4C76-9007-93BE4FAA1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chi tiết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E15FEFFD-78F5-41AA-9E80-6B65804A2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marL="474662" indent="-457200">
              <a:buFont typeface="+mj-lt"/>
              <a:buAutoNum type="arabicPeriod"/>
            </a:pPr>
            <a:r>
              <a:rPr lang="en-US" sz="2700"/>
              <a:t>Truy vấn lồng</a:t>
            </a:r>
            <a:endParaRPr lang="en-VN" sz="3100"/>
          </a:p>
          <a:p>
            <a:pPr marL="776287" lvl="1" indent="-457200">
              <a:buFont typeface="+mj-lt"/>
              <a:buAutoNum type="arabicPeriod"/>
            </a:pPr>
            <a:r>
              <a:rPr lang="en-US" i="1"/>
              <a:t>Truy vấn lồng phân cấp</a:t>
            </a:r>
            <a:endParaRPr lang="en-VN" sz="2700"/>
          </a:p>
          <a:p>
            <a:pPr marL="776287" lvl="1" indent="-457200">
              <a:buFont typeface="+mj-lt"/>
              <a:buAutoNum type="arabicPeriod"/>
            </a:pPr>
            <a:r>
              <a:rPr lang="en-US" i="1"/>
              <a:t>Truy vấn lồng tương quan</a:t>
            </a:r>
            <a:endParaRPr lang="en-VN" sz="2700"/>
          </a:p>
          <a:p>
            <a:pPr marL="474662" indent="-457200">
              <a:buFont typeface="+mj-lt"/>
              <a:buAutoNum type="arabicPeriod"/>
            </a:pPr>
            <a:r>
              <a:rPr lang="en-US" sz="2700"/>
              <a:t>Phép chia</a:t>
            </a:r>
            <a:endParaRPr lang="en-VN" sz="3100"/>
          </a:p>
          <a:p>
            <a:pPr marL="776287" lvl="1" indent="-457200">
              <a:buFont typeface="+mj-lt"/>
              <a:buAutoNum type="arabicPeriod"/>
            </a:pPr>
            <a:r>
              <a:rPr lang="en-US" i="1"/>
              <a:t>Biểu diễn ĐSQH</a:t>
            </a:r>
            <a:endParaRPr lang="en-VN" sz="2700"/>
          </a:p>
          <a:p>
            <a:pPr marL="776287" lvl="1" indent="-457200">
              <a:buFont typeface="+mj-lt"/>
              <a:buAutoNum type="arabicPeriod"/>
            </a:pPr>
            <a:r>
              <a:rPr lang="en-US" i="1"/>
              <a:t>Ngôn ngữ SQL</a:t>
            </a:r>
            <a:endParaRPr lang="en-US" sz="2700"/>
          </a:p>
          <a:p>
            <a:pPr marL="514350" indent="-514350">
              <a:buFont typeface="+mj-lt"/>
              <a:buAutoNum type="arabicPeriod"/>
            </a:pPr>
            <a:r>
              <a:rPr lang="en-US" sz="2800"/>
              <a:t>Khung nhìn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/>
              <a:t>Ví dụ minh hoạ và bài tập áp dụng 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D0360A6-FDAC-4719-AFFA-4BDBCB93CA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9267" name="Slide Number Placeholder 5">
            <a:extLst>
              <a:ext uri="{FF2B5EF4-FFF2-40B4-BE49-F238E27FC236}">
                <a16:creationId xmlns:a16="http://schemas.microsoft.com/office/drawing/2014/main" id="{17EDAED1-7237-4884-B877-BDB3B790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86602D4-5844-4F35-8812-B40F0C85F44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139268" name="Rectangle 15">
            <a:extLst>
              <a:ext uri="{FF2B5EF4-FFF2-40B4-BE49-F238E27FC236}">
                <a16:creationId xmlns:a16="http://schemas.microsoft.com/office/drawing/2014/main" id="{C9961399-8484-4440-BA4A-778BDD4EE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663" y="3629025"/>
            <a:ext cx="3200400" cy="11430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9269" name="Rectangle 14">
            <a:extLst>
              <a:ext uri="{FF2B5EF4-FFF2-40B4-BE49-F238E27FC236}">
                <a16:creationId xmlns:a16="http://schemas.microsoft.com/office/drawing/2014/main" id="{9F333EB4-9817-45ED-927E-59E3CE634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876800"/>
            <a:ext cx="3200400" cy="1066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9270" name="Rectangle 10">
            <a:extLst>
              <a:ext uri="{FF2B5EF4-FFF2-40B4-BE49-F238E27FC236}">
                <a16:creationId xmlns:a16="http://schemas.microsoft.com/office/drawing/2014/main" id="{EF848DDD-7758-4BBD-B13C-C44465948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362200"/>
            <a:ext cx="5638800" cy="5334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9271" name="Rectangle 2">
            <a:extLst>
              <a:ext uri="{FF2B5EF4-FFF2-40B4-BE49-F238E27FC236}">
                <a16:creationId xmlns:a16="http://schemas.microsoft.com/office/drawing/2014/main" id="{216044B3-FAEA-4D87-9510-EF08FD319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Truy vấn lồng</a:t>
            </a:r>
          </a:p>
        </p:txBody>
      </p:sp>
      <p:sp>
        <p:nvSpPr>
          <p:cNvPr id="139272" name="Text Box 11">
            <a:extLst>
              <a:ext uri="{FF2B5EF4-FFF2-40B4-BE49-F238E27FC236}">
                <a16:creationId xmlns:a16="http://schemas.microsoft.com/office/drawing/2014/main" id="{4892306A-CF50-42C8-896C-6327F7F60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55626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MANV, TENNV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>
                <a:latin typeface="Tahoma" panose="020B0604030504040204" pitchFamily="34" charset="0"/>
              </a:rPr>
              <a:t>NHANVIEN, PHONGBAN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 </a:t>
            </a:r>
            <a:r>
              <a:rPr lang="en-US" altLang="en-US" sz="1800">
                <a:latin typeface="Tahoma" panose="020B0604030504040204" pitchFamily="34" charset="0"/>
              </a:rPr>
              <a:t>TENPHG=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‘Nghien cuu’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 </a:t>
            </a:r>
            <a:r>
              <a:rPr lang="en-US" altLang="en-US" sz="1800">
                <a:latin typeface="Tahoma" panose="020B0604030504040204" pitchFamily="34" charset="0"/>
              </a:rPr>
              <a:t>PHG=MAPHG</a:t>
            </a: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39273" name="Rectangle 13">
            <a:extLst>
              <a:ext uri="{FF2B5EF4-FFF2-40B4-BE49-F238E27FC236}">
                <a16:creationId xmlns:a16="http://schemas.microsoft.com/office/drawing/2014/main" id="{7B8C8067-27EE-47C9-B871-51052E57B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4419600" cy="2443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&lt;danh sách các bảng&gt;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&lt;so sánh tập hợp&gt;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	FROM</a:t>
            </a:r>
            <a:r>
              <a:rPr lang="en-US" altLang="en-US" sz="1800">
                <a:latin typeface="Tahoma" panose="020B0604030504040204" pitchFamily="34" charset="0"/>
              </a:rPr>
              <a:t> &lt;danh sách các bảng&gt;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	WHERE</a:t>
            </a:r>
            <a:r>
              <a:rPr lang="en-US" altLang="en-US" sz="1800">
                <a:latin typeface="Tahoma" panose="020B0604030504040204" pitchFamily="34" charset="0"/>
              </a:rPr>
              <a:t> &lt;điều kiện&gt;)</a:t>
            </a:r>
          </a:p>
        </p:txBody>
      </p:sp>
      <p:sp>
        <p:nvSpPr>
          <p:cNvPr id="139274" name="Text Box 17">
            <a:extLst>
              <a:ext uri="{FF2B5EF4-FFF2-40B4-BE49-F238E27FC236}">
                <a16:creationId xmlns:a16="http://schemas.microsoft.com/office/drawing/2014/main" id="{0B6FC15B-6DE5-441F-ACEF-5D65012D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338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Câu truy vấn cha (Outer query)</a:t>
            </a:r>
          </a:p>
        </p:txBody>
      </p:sp>
      <p:sp>
        <p:nvSpPr>
          <p:cNvPr id="139275" name="Text Box 18">
            <a:extLst>
              <a:ext uri="{FF2B5EF4-FFF2-40B4-BE49-F238E27FC236}">
                <a16:creationId xmlns:a16="http://schemas.microsoft.com/office/drawing/2014/main" id="{4FF92C2B-CA6F-4FDE-902E-46CDFCB3B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1054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Câu truy vấn con (Subquery)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4299-88F6-4D7F-B5A1-289A9CE86A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41315" name="Slide Number Placeholder 5">
            <a:extLst>
              <a:ext uri="{FF2B5EF4-FFF2-40B4-BE49-F238E27FC236}">
                <a16:creationId xmlns:a16="http://schemas.microsoft.com/office/drawing/2014/main" id="{C621BE70-8D41-42FD-BB5C-DBAACBF8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4CFE067-44A9-4D7D-AC26-79486320F62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141316" name="Rectangle 2">
            <a:extLst>
              <a:ext uri="{FF2B5EF4-FFF2-40B4-BE49-F238E27FC236}">
                <a16:creationId xmlns:a16="http://schemas.microsoft.com/office/drawing/2014/main" id="{7045B0D1-3B7F-418B-A357-A51502DD7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Truy vấn lồng (tt)</a:t>
            </a:r>
          </a:p>
        </p:txBody>
      </p:sp>
      <p:sp>
        <p:nvSpPr>
          <p:cNvPr id="141317" name="Rectangle 3">
            <a:extLst>
              <a:ext uri="{FF2B5EF4-FFF2-40B4-BE49-F238E27FC236}">
                <a16:creationId xmlns:a16="http://schemas.microsoft.com/office/drawing/2014/main" id="{E63AB770-6A4C-46CB-951D-B8EA1413F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Các câu lệnh SELECT có thể lồng nhau ở nhiều mức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Các câu truy vấn con trong cùng một mệnh đề WHERE được kết hợp bằng phép nối logic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Câu truy vấn con thường trả về một tập các giá trị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Mệnh đề WHERE của câu truy vấn cha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&lt;biểu thức&gt; &lt;so sánh tập hợp&gt; &lt;truy vấn con&gt;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So sánh tập hợp thường đi cùng với một số toán tử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IN, NOT IN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ANY hoặc SOME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Kiểm tra sự tồn tại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EXISTS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NOT EXISTS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3A82C-E9E3-42C8-83BB-20397FAFF1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43363" name="Slide Number Placeholder 5">
            <a:extLst>
              <a:ext uri="{FF2B5EF4-FFF2-40B4-BE49-F238E27FC236}">
                <a16:creationId xmlns:a16="http://schemas.microsoft.com/office/drawing/2014/main" id="{52B8056D-3F9F-4C9D-8EA8-F3E1EED8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E61E07A-2956-4997-80DB-F9DF7379B6E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3FE9EA21-9D7F-4840-A59B-49978BA53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Truy vấn lồng (tt)</a:t>
            </a:r>
          </a:p>
        </p:txBody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B5BC728C-97A2-4BA2-A2B5-64CC9025F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dirty="0"/>
              <a:t>Có 2 </a:t>
            </a:r>
            <a:r>
              <a:rPr lang="en-US" altLang="en-US" dirty="0" err="1"/>
              <a:t>loại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lồng</a:t>
            </a:r>
            <a:endParaRPr lang="en-US" altLang="en-US" dirty="0"/>
          </a:p>
          <a:p>
            <a:pPr lvl="1" eaLnBrk="1" hangingPunct="1"/>
            <a:r>
              <a:rPr lang="en-US" altLang="en-US" dirty="0" err="1"/>
              <a:t>Lồng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cấp</a:t>
            </a:r>
            <a:endParaRPr lang="en-US" altLang="en-US" dirty="0"/>
          </a:p>
          <a:p>
            <a:pPr lvl="2" eaLnBrk="1" hangingPunct="1"/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WHERE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không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tham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chiếu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FROM ở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cha</a:t>
            </a:r>
          </a:p>
          <a:p>
            <a:pPr lvl="2" eaLnBrk="1" hangingPunct="1"/>
            <a:r>
              <a:rPr lang="en-US" altLang="en-US" dirty="0"/>
              <a:t>Khi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,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sẽ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được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thực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hiện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trước</a:t>
            </a:r>
            <a:endParaRPr lang="en-US" altLang="en-US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dirty="0" err="1"/>
              <a:t>Lồng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endParaRPr lang="en-US" altLang="en-US" dirty="0"/>
          </a:p>
          <a:p>
            <a:pPr lvl="2" eaLnBrk="1" hangingPunct="1"/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WHERE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tham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chiếu</a:t>
            </a:r>
            <a:r>
              <a:rPr lang="en-US" altLang="en-US" dirty="0"/>
              <a:t> </a:t>
            </a:r>
            <a:r>
              <a:rPr lang="en-US" altLang="en-US" dirty="0" err="1"/>
              <a:t>ít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FROM ở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cha</a:t>
            </a:r>
          </a:p>
          <a:p>
            <a:pPr lvl="2" eaLnBrk="1" hangingPunct="1"/>
            <a:r>
              <a:rPr lang="en-US" altLang="en-US" dirty="0"/>
              <a:t>Khi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,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sẽ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được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thực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hiện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nhiều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lần</a:t>
            </a:r>
            <a:r>
              <a:rPr lang="en-US" altLang="en-US" dirty="0"/>
              <a:t>,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lần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B1C5-7D78-1F63-0D55-5072AEEB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Ví dụ - Lồng phân cấp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92771-5D99-F6AE-2B0D-22590973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Cho biết mã và tên nhân viên làm việc tại ‘TP HCM’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Tìm những đề án có nhân viên họ ‘Nguyễn’ tham gia hoặc những đề án do trưởng phòng là họ ‘Nguyễn’ quản lý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Tìm những nhân viên không có thân nhân nào làm trong cùng công 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Tìm những nhân viên có lương lớn hơn lương của </a:t>
            </a:r>
            <a:r>
              <a:rPr lang="en-US" altLang="en-US" u="sng"/>
              <a:t>ít nhất một</a:t>
            </a:r>
            <a:r>
              <a:rPr lang="en-US" altLang="en-US"/>
              <a:t> nhân viên trong phòng 4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Tìm những trưởng phòng có </a:t>
            </a:r>
            <a:r>
              <a:rPr lang="en-US" altLang="en-US" u="sng"/>
              <a:t>tối thiểu một</a:t>
            </a:r>
            <a:r>
              <a:rPr lang="en-US" altLang="en-US"/>
              <a:t> thân nhân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51F9-2D3C-38B8-6563-BA12AE06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F4FFC-CF27-634E-BD0E-23CA8890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86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B295378-6B38-482D-8E18-9521559C9C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45411" name="Slide Number Placeholder 5">
            <a:extLst>
              <a:ext uri="{FF2B5EF4-FFF2-40B4-BE49-F238E27FC236}">
                <a16:creationId xmlns:a16="http://schemas.microsoft.com/office/drawing/2014/main" id="{DCCEC3F2-D063-4283-B415-B0C6E6D7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4BA2C60-6A8E-4D8E-B647-578972F8D83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45412" name="Rectangle 2">
            <a:extLst>
              <a:ext uri="{FF2B5EF4-FFF2-40B4-BE49-F238E27FC236}">
                <a16:creationId xmlns:a16="http://schemas.microsoft.com/office/drawing/2014/main" id="{9029E6DA-7BDC-4C43-9A12-1360A2809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Ví dụ - Lồng phân cấp</a:t>
            </a:r>
          </a:p>
        </p:txBody>
      </p:sp>
      <p:sp>
        <p:nvSpPr>
          <p:cNvPr id="145413" name="Text Box 5">
            <a:extLst>
              <a:ext uri="{FF2B5EF4-FFF2-40B4-BE49-F238E27FC236}">
                <a16:creationId xmlns:a16="http://schemas.microsoft.com/office/drawing/2014/main" id="{D5FC18FE-4E47-49A0-BD3A-C991258CD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752600"/>
            <a:ext cx="55626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MANV, TENNV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>
                <a:latin typeface="Tahoma" panose="020B0604030504040204" pitchFamily="34" charset="0"/>
              </a:rPr>
              <a:t>NHANVIEN, DIADIEM_PHG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 </a:t>
            </a:r>
            <a:r>
              <a:rPr lang="en-US" altLang="en-US" sz="1800">
                <a:latin typeface="Tahoma" panose="020B0604030504040204" pitchFamily="34" charset="0"/>
              </a:rPr>
              <a:t>DIADIEM=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‘TP HCM’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 </a:t>
            </a:r>
            <a:r>
              <a:rPr lang="en-US" altLang="en-US" sz="1800">
                <a:latin typeface="Tahoma" panose="020B0604030504040204" pitchFamily="34" charset="0"/>
              </a:rPr>
              <a:t>PHG=MAPHG</a:t>
            </a: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145414" name="Text Box 6">
            <a:extLst>
              <a:ext uri="{FF2B5EF4-FFF2-40B4-BE49-F238E27FC236}">
                <a16:creationId xmlns:a16="http://schemas.microsoft.com/office/drawing/2014/main" id="{869FF166-69CD-48CB-A3A5-B45892E2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00438"/>
            <a:ext cx="40386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MANV, TENNV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 dirty="0">
                <a:latin typeface="Tahoma" panose="020B0604030504040204" pitchFamily="34" charset="0"/>
              </a:rPr>
              <a:t>NHANVIEN</a:t>
            </a:r>
            <a:endParaRPr lang="en-US" altLang="en-US" sz="1800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 </a:t>
            </a:r>
            <a:r>
              <a:rPr lang="en-US" altLang="en-US" sz="1800" dirty="0">
                <a:latin typeface="Tahoma" panose="020B0604030504040204" pitchFamily="34" charset="0"/>
              </a:rPr>
              <a:t>PHG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IN</a:t>
            </a:r>
            <a:endParaRPr lang="en-US" altLang="en-US" sz="1800" dirty="0">
              <a:latin typeface="Tahoma" panose="020B0604030504040204" pitchFamily="34" charset="0"/>
            </a:endParaRPr>
          </a:p>
        </p:txBody>
      </p:sp>
      <p:sp>
        <p:nvSpPr>
          <p:cNvPr id="679944" name="Oval 8">
            <a:extLst>
              <a:ext uri="{FF2B5EF4-FFF2-40B4-BE49-F238E27FC236}">
                <a16:creationId xmlns:a16="http://schemas.microsoft.com/office/drawing/2014/main" id="{DC18523B-829E-4713-9C1E-5AFDA5561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52800"/>
            <a:ext cx="3581400" cy="1371600"/>
          </a:xfrm>
          <a:prstGeom prst="ellipse">
            <a:avLst/>
          </a:prstGeom>
          <a:noFill/>
          <a:ln w="12700" algn="ctr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79945" name="Oval 9">
            <a:extLst>
              <a:ext uri="{FF2B5EF4-FFF2-40B4-BE49-F238E27FC236}">
                <a16:creationId xmlns:a16="http://schemas.microsoft.com/office/drawing/2014/main" id="{8DDE46C5-EC0B-4EDC-8CAA-616E1C46A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800600"/>
            <a:ext cx="3276600" cy="1219200"/>
          </a:xfrm>
          <a:prstGeom prst="ellipse">
            <a:avLst/>
          </a:prstGeom>
          <a:noFill/>
          <a:ln w="12700" algn="ctr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79948" name="Text Box 12">
            <a:extLst>
              <a:ext uri="{FF2B5EF4-FFF2-40B4-BE49-F238E27FC236}">
                <a16:creationId xmlns:a16="http://schemas.microsoft.com/office/drawing/2014/main" id="{BE183D56-71FD-44C5-B01A-9FC563B5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4324350"/>
            <a:ext cx="41148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MAPHG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DIADIEM_PHG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DIADIEM=</a:t>
            </a:r>
            <a:r>
              <a:rPr lang="en-US" altLang="en-US" sz="1800" dirty="0">
                <a:solidFill>
                  <a:srgbClr val="CC0000"/>
                </a:solidFill>
                <a:latin typeface="Tahoma" panose="020B0604030504040204" pitchFamily="34" charset="0"/>
              </a:rPr>
              <a:t>‘TP HCM’ </a:t>
            </a:r>
            <a:r>
              <a:rPr lang="en-US" altLang="en-US" sz="18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679951" name="Text Box 15">
            <a:extLst>
              <a:ext uri="{FF2B5EF4-FFF2-40B4-BE49-F238E27FC236}">
                <a16:creationId xmlns:a16="http://schemas.microsoft.com/office/drawing/2014/main" id="{E72E1B69-81F0-459D-9EA8-CC9E3D31E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314825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(1, 5)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44" grpId="0" animBg="1"/>
      <p:bldP spid="679945" grpId="0" animBg="1"/>
      <p:bldP spid="679948" grpId="0"/>
      <p:bldP spid="6799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79DBF61-0D15-42BC-A9E8-DD34117A1F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49507" name="Slide Number Placeholder 5">
            <a:extLst>
              <a:ext uri="{FF2B5EF4-FFF2-40B4-BE49-F238E27FC236}">
                <a16:creationId xmlns:a16="http://schemas.microsoft.com/office/drawing/2014/main" id="{6E8136B3-1218-4F8B-8905-F004013B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C69EAB6-CC58-447F-AAC6-F4B0B39BFE0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49508" name="Rectangle 2">
            <a:extLst>
              <a:ext uri="{FF2B5EF4-FFF2-40B4-BE49-F238E27FC236}">
                <a16:creationId xmlns:a16="http://schemas.microsoft.com/office/drawing/2014/main" id="{1AB42B34-743E-400E-9504-A2A6F870A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788987"/>
          </a:xfrm>
        </p:spPr>
        <p:txBody>
          <a:bodyPr/>
          <a:lstStyle/>
          <a:p>
            <a:pPr eaLnBrk="1" hangingPunct="1"/>
            <a:r>
              <a:rPr lang="en-US" altLang="en-US" sz="4000" dirty="0" err="1"/>
              <a:t>1. Ví</a:t>
            </a:r>
            <a:r>
              <a:rPr lang="en-US" altLang="en-US" sz="4000" dirty="0"/>
              <a:t> </a:t>
            </a:r>
            <a:r>
              <a:rPr lang="en-US" altLang="en-US" sz="4000" dirty="0" err="1"/>
              <a:t>dụ - Lồng phân cấp</a:t>
            </a:r>
            <a:r>
              <a:rPr lang="en-US" altLang="en-US" sz="4000" dirty="0"/>
              <a:t> (tt)</a:t>
            </a:r>
            <a:endParaRPr lang="en-US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0C4D1D7-F185-4233-A882-9DAC7B361A0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47800"/>
            <a:ext cx="7391400" cy="4800600"/>
            <a:chOff x="576" y="960"/>
            <a:chExt cx="4656" cy="3024"/>
          </a:xfrm>
        </p:grpSpPr>
        <p:sp>
          <p:nvSpPr>
            <p:cNvPr id="149510" name="Text Box 5">
              <a:extLst>
                <a:ext uri="{FF2B5EF4-FFF2-40B4-BE49-F238E27FC236}">
                  <a16:creationId xmlns:a16="http://schemas.microsoft.com/office/drawing/2014/main" id="{7232A623-3CCA-41F4-8346-D2844F8FA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960"/>
              <a:ext cx="4512" cy="2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SELECT DISTINCT </a:t>
              </a:r>
              <a:r>
                <a:rPr lang="en-US" altLang="en-US" sz="1800" dirty="0">
                  <a:latin typeface="Tahoma" panose="020B0604030504040204" pitchFamily="34" charset="0"/>
                </a:rPr>
                <a:t>TENDA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FROM</a:t>
              </a:r>
              <a:r>
                <a:rPr lang="en-US" altLang="en-US" sz="1800" dirty="0">
                  <a:latin typeface="Tahoma" panose="020B0604030504040204" pitchFamily="34" charset="0"/>
                </a:rPr>
                <a:t> DEAN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WHERE</a:t>
              </a:r>
              <a:r>
                <a:rPr lang="en-US" altLang="en-US" sz="1800" dirty="0">
                  <a:latin typeface="Tahoma" panose="020B0604030504040204" pitchFamily="34" charset="0"/>
                </a:rPr>
                <a:t> MADA </a:t>
              </a: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IN</a:t>
              </a:r>
              <a:r>
                <a:rPr lang="en-US" altLang="en-US" sz="1800" dirty="0">
                  <a:latin typeface="Tahoma" panose="020B0604030504040204" pitchFamily="34" charset="0"/>
                </a:rPr>
                <a:t> (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		</a:t>
              </a: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SELECT</a:t>
              </a:r>
              <a:r>
                <a:rPr lang="en-US" altLang="en-US" sz="1800" dirty="0">
                  <a:latin typeface="Tahoma" panose="020B0604030504040204" pitchFamily="34" charset="0"/>
                </a:rPr>
                <a:t> SODA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		FROM</a:t>
              </a:r>
              <a:r>
                <a:rPr lang="en-US" altLang="en-US" sz="1800" dirty="0">
                  <a:latin typeface="Tahoma" panose="020B0604030504040204" pitchFamily="34" charset="0"/>
                </a:rPr>
                <a:t> NHANVIEN, PHANCONG </a:t>
              </a:r>
              <a:endPara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		WHERE</a:t>
              </a:r>
              <a:r>
                <a:rPr lang="en-US" altLang="en-US" sz="1800" dirty="0">
                  <a:latin typeface="Tahoma" panose="020B0604030504040204" pitchFamily="34" charset="0"/>
                </a:rPr>
                <a:t> MANV=MA_NVIEN </a:t>
              </a: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AND</a:t>
              </a:r>
              <a:r>
                <a:rPr lang="en-US" altLang="en-US" sz="1800" dirty="0">
                  <a:latin typeface="Tahoma" panose="020B0604030504040204" pitchFamily="34" charset="0"/>
                </a:rPr>
                <a:t> HONV=</a:t>
              </a:r>
              <a:r>
                <a:rPr lang="en-US" altLang="en-US" sz="1800" dirty="0">
                  <a:solidFill>
                    <a:srgbClr val="CC0000"/>
                  </a:solidFill>
                  <a:latin typeface="Tahoma" panose="020B0604030504040204" pitchFamily="34" charset="0"/>
                </a:rPr>
                <a:t>‘Nguyen’ </a:t>
              </a:r>
              <a:r>
                <a:rPr lang="en-US" altLang="en-US" sz="1800" dirty="0">
                  <a:latin typeface="Tahoma" panose="020B0604030504040204" pitchFamily="34" charset="0"/>
                </a:rPr>
                <a:t>)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OR</a:t>
              </a:r>
              <a:r>
                <a:rPr lang="en-US" altLang="en-US" sz="1800" dirty="0">
                  <a:latin typeface="Tahoma" panose="020B0604030504040204" pitchFamily="34" charset="0"/>
                </a:rPr>
                <a:t> MADA </a:t>
              </a: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IN</a:t>
              </a:r>
              <a:r>
                <a:rPr lang="en-US" altLang="en-US" sz="1800" dirty="0">
                  <a:latin typeface="Tahoma" panose="020B0604030504040204" pitchFamily="34" charset="0"/>
                </a:rPr>
                <a:t> (</a:t>
              </a:r>
              <a:endPara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		SELECT </a:t>
              </a:r>
              <a:r>
                <a:rPr lang="en-US" altLang="en-US" sz="1800" dirty="0">
                  <a:latin typeface="Tahoma" panose="020B0604030504040204" pitchFamily="34" charset="0"/>
                </a:rPr>
                <a:t>MADA</a:t>
              </a:r>
              <a:endParaRPr lang="en-US" altLang="en-US" sz="1800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		FROM</a:t>
              </a:r>
              <a:r>
                <a:rPr lang="en-US" altLang="en-US" sz="1800" dirty="0">
                  <a:latin typeface="Tahoma" panose="020B0604030504040204" pitchFamily="34" charset="0"/>
                </a:rPr>
                <a:t> NHANVIEN, PHONGBAN, DEAN </a:t>
              </a:r>
              <a:endPara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CC"/>
                  </a:solidFill>
                  <a:latin typeface="Tahoma" panose="020B0604030504040204" pitchFamily="34" charset="0"/>
                </a:rPr>
                <a:t>		WHERE</a:t>
              </a:r>
              <a:r>
                <a:rPr lang="en-US" altLang="en-US" sz="1800" dirty="0">
                  <a:latin typeface="Tahoma" panose="020B0604030504040204" pitchFamily="34" charset="0"/>
                </a:rPr>
                <a:t> MANV=TRPHG </a:t>
              </a: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AND</a:t>
              </a:r>
              <a:r>
                <a:rPr lang="en-US" altLang="en-US" sz="1800" dirty="0">
                  <a:latin typeface="Tahoma" panose="020B0604030504040204" pitchFamily="34" charset="0"/>
                </a:rPr>
                <a:t> MAPHG=PHONG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		</a:t>
              </a:r>
              <a:r>
                <a:rPr lang="en-US" altLang="en-US" sz="1800" dirty="0">
                  <a:solidFill>
                    <a:srgbClr val="777777"/>
                  </a:solidFill>
                  <a:latin typeface="Tahoma" panose="020B0604030504040204" pitchFamily="34" charset="0"/>
                </a:rPr>
                <a:t>AND</a:t>
              </a:r>
              <a:r>
                <a:rPr lang="en-US" altLang="en-US" sz="1800" dirty="0">
                  <a:latin typeface="Tahoma" panose="020B0604030504040204" pitchFamily="34" charset="0"/>
                </a:rPr>
                <a:t> HONV=</a:t>
              </a:r>
              <a:r>
                <a:rPr lang="en-US" altLang="en-US" sz="1800" dirty="0">
                  <a:solidFill>
                    <a:srgbClr val="CC0000"/>
                  </a:solidFill>
                  <a:latin typeface="Tahoma" panose="020B0604030504040204" pitchFamily="34" charset="0"/>
                </a:rPr>
                <a:t>‘Nguyen’ </a:t>
              </a:r>
              <a:r>
                <a:rPr lang="en-US" altLang="en-US" sz="18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149511" name="Oval 6">
              <a:extLst>
                <a:ext uri="{FF2B5EF4-FFF2-40B4-BE49-F238E27FC236}">
                  <a16:creationId xmlns:a16="http://schemas.microsoft.com/office/drawing/2014/main" id="{A528D4E4-3A8F-4DAB-83ED-5BC5116D2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88"/>
              <a:ext cx="3696" cy="1200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9512" name="Oval 7">
              <a:extLst>
                <a:ext uri="{FF2B5EF4-FFF2-40B4-BE49-F238E27FC236}">
                  <a16:creationId xmlns:a16="http://schemas.microsoft.com/office/drawing/2014/main" id="{1F42B9CD-D6DD-4C95-8362-43BD81FF4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40"/>
              <a:ext cx="3504" cy="1344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CB1F0FC-6DDA-4CF5-A973-038C8A67D0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50531" name="Slide Number Placeholder 5">
            <a:extLst>
              <a:ext uri="{FF2B5EF4-FFF2-40B4-BE49-F238E27FC236}">
                <a16:creationId xmlns:a16="http://schemas.microsoft.com/office/drawing/2014/main" id="{098CA2CB-8A90-4E59-AD7B-458601D3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330711D-7488-470A-AD14-DCCBB1367EB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150532" name="Rectangle 2">
            <a:extLst>
              <a:ext uri="{FF2B5EF4-FFF2-40B4-BE49-F238E27FC236}">
                <a16:creationId xmlns:a16="http://schemas.microsoft.com/office/drawing/2014/main" id="{BCD6216C-1BEF-4E1F-BACE-787A1349F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phân cấp (tt)</a:t>
            </a:r>
          </a:p>
        </p:txBody>
      </p:sp>
      <p:sp>
        <p:nvSpPr>
          <p:cNvPr id="150533" name="Text Box 3">
            <a:extLst>
              <a:ext uri="{FF2B5EF4-FFF2-40B4-BE49-F238E27FC236}">
                <a16:creationId xmlns:a16="http://schemas.microsoft.com/office/drawing/2014/main" id="{C0964E28-E7AF-4C99-825B-75283181D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020888"/>
            <a:ext cx="5105400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MANV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NOT IN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MA_NVIEN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 )</a:t>
            </a:r>
          </a:p>
        </p:txBody>
      </p:sp>
      <p:sp>
        <p:nvSpPr>
          <p:cNvPr id="150534" name="Rectangle 4">
            <a:extLst>
              <a:ext uri="{FF2B5EF4-FFF2-40B4-BE49-F238E27FC236}">
                <a16:creationId xmlns:a16="http://schemas.microsoft.com/office/drawing/2014/main" id="{1346BE9C-0681-4752-BA78-AF9F87CB5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816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nhân viên không có thân nhân nào làm việc trong cùng công ty</a:t>
            </a:r>
          </a:p>
        </p:txBody>
      </p:sp>
      <p:sp>
        <p:nvSpPr>
          <p:cNvPr id="150535" name="Text Box 5">
            <a:extLst>
              <a:ext uri="{FF2B5EF4-FFF2-40B4-BE49-F238E27FC236}">
                <a16:creationId xmlns:a16="http://schemas.microsoft.com/office/drawing/2014/main" id="{09DF3B05-BCE2-4209-B1D0-49F558399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419600"/>
            <a:ext cx="51054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MANV &lt;&gt;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 ALL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MA_NVIEN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2042F69-3FFE-4452-A088-69BC583FB2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52579" name="Slide Number Placeholder 5">
            <a:extLst>
              <a:ext uri="{FF2B5EF4-FFF2-40B4-BE49-F238E27FC236}">
                <a16:creationId xmlns:a16="http://schemas.microsoft.com/office/drawing/2014/main" id="{4EDA12C8-02D6-4007-9354-996B8691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3FD5B5D-7AD1-4C54-82B1-4A065363164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152580" name="Rectangle 2">
            <a:extLst>
              <a:ext uri="{FF2B5EF4-FFF2-40B4-BE49-F238E27FC236}">
                <a16:creationId xmlns:a16="http://schemas.microsoft.com/office/drawing/2014/main" id="{962336EF-7927-4D8C-9800-43C867AE9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phân cấp (tt)</a:t>
            </a:r>
          </a:p>
        </p:txBody>
      </p:sp>
      <p:sp>
        <p:nvSpPr>
          <p:cNvPr id="152581" name="Text Box 3">
            <a:extLst>
              <a:ext uri="{FF2B5EF4-FFF2-40B4-BE49-F238E27FC236}">
                <a16:creationId xmlns:a16="http://schemas.microsoft.com/office/drawing/2014/main" id="{5F2EB33C-87D7-4F7F-A5D8-6ECA67A42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438400"/>
            <a:ext cx="51054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LUONG &gt;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 ANY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LUONG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PHG=4 )</a:t>
            </a:r>
          </a:p>
        </p:txBody>
      </p:sp>
      <p:sp>
        <p:nvSpPr>
          <p:cNvPr id="152582" name="Rectangle 4">
            <a:extLst>
              <a:ext uri="{FF2B5EF4-FFF2-40B4-BE49-F238E27FC236}">
                <a16:creationId xmlns:a16="http://schemas.microsoft.com/office/drawing/2014/main" id="{48459F14-3F88-48CE-B1BD-994BA0D69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77200" cy="5029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nhân viên có lương lớn hơn lương của </a:t>
            </a:r>
            <a:r>
              <a:rPr lang="en-US" altLang="en-US" u="sng"/>
              <a:t>ít nhất một</a:t>
            </a:r>
            <a:r>
              <a:rPr lang="en-US" altLang="en-US"/>
              <a:t> nhân viên phòng 4</a:t>
            </a:r>
          </a:p>
        </p:txBody>
      </p:sp>
      <p:sp>
        <p:nvSpPr>
          <p:cNvPr id="696325" name="Text Box 5">
            <a:extLst>
              <a:ext uri="{FF2B5EF4-FFF2-40B4-BE49-F238E27FC236}">
                <a16:creationId xmlns:a16="http://schemas.microsoft.com/office/drawing/2014/main" id="{8958F0EE-D5BB-4498-A7CA-8F9F09E9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816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NV1.*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NV1, NHANVIEN NV2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NV1.LUONG &gt;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NV2.LUONG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 </a:t>
            </a:r>
            <a:r>
              <a:rPr lang="en-US" altLang="en-US" sz="1800">
                <a:latin typeface="Tahoma" panose="020B0604030504040204" pitchFamily="34" charset="0"/>
              </a:rPr>
              <a:t>NV2.PHG=4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E36B9A-BED0-4284-942D-83832E884D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54627" name="Slide Number Placeholder 5">
            <a:extLst>
              <a:ext uri="{FF2B5EF4-FFF2-40B4-BE49-F238E27FC236}">
                <a16:creationId xmlns:a16="http://schemas.microsoft.com/office/drawing/2014/main" id="{FDA5C336-5984-4DF4-94DA-683FA5C8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295621B-F307-4526-A567-6DF818862C8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154628" name="Rectangle 2">
            <a:extLst>
              <a:ext uri="{FF2B5EF4-FFF2-40B4-BE49-F238E27FC236}">
                <a16:creationId xmlns:a16="http://schemas.microsoft.com/office/drawing/2014/main" id="{F1005FD4-803C-4E9F-86BA-76E0B2A30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phân cấp (tt)</a:t>
            </a:r>
          </a:p>
        </p:txBody>
      </p:sp>
      <p:sp>
        <p:nvSpPr>
          <p:cNvPr id="154629" name="Text Box 3">
            <a:extLst>
              <a:ext uri="{FF2B5EF4-FFF2-40B4-BE49-F238E27FC236}">
                <a16:creationId xmlns:a16="http://schemas.microsoft.com/office/drawing/2014/main" id="{58695EA3-F9B7-4344-968E-1516D54D4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438400"/>
            <a:ext cx="51054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LUONG &gt;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 ALL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LUONG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PHG=4 )</a:t>
            </a:r>
          </a:p>
        </p:txBody>
      </p:sp>
      <p:sp>
        <p:nvSpPr>
          <p:cNvPr id="154630" name="Rectangle 4">
            <a:extLst>
              <a:ext uri="{FF2B5EF4-FFF2-40B4-BE49-F238E27FC236}">
                <a16:creationId xmlns:a16="http://schemas.microsoft.com/office/drawing/2014/main" id="{4DF0936C-ED19-45E8-B16E-6696DE87B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77200" cy="5029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nhân viên có lương lớn hơn lương của tất cả nhân viên phòng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408FECA-87C7-4A2F-A220-FA1E1A0ECB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56675" name="Slide Number Placeholder 5">
            <a:extLst>
              <a:ext uri="{FF2B5EF4-FFF2-40B4-BE49-F238E27FC236}">
                <a16:creationId xmlns:a16="http://schemas.microsoft.com/office/drawing/2014/main" id="{C4FA526D-A58D-4BE9-A818-2D3995A3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DB24B59-FD31-4EAD-8669-9DCAF9178F7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156676" name="Rectangle 2">
            <a:extLst>
              <a:ext uri="{FF2B5EF4-FFF2-40B4-BE49-F238E27FC236}">
                <a16:creationId xmlns:a16="http://schemas.microsoft.com/office/drawing/2014/main" id="{4673FB0F-00AD-482E-B19B-EFB291516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phân cấp (tt)</a:t>
            </a:r>
          </a:p>
        </p:txBody>
      </p:sp>
      <p:sp>
        <p:nvSpPr>
          <p:cNvPr id="156677" name="Rectangle 3">
            <a:extLst>
              <a:ext uri="{FF2B5EF4-FFF2-40B4-BE49-F238E27FC236}">
                <a16:creationId xmlns:a16="http://schemas.microsoft.com/office/drawing/2014/main" id="{0755B2F8-F175-4EBE-8490-574CDD0563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trưởng phòng có </a:t>
            </a:r>
            <a:r>
              <a:rPr lang="en-US" altLang="en-US" u="sng"/>
              <a:t>tối thiểu một</a:t>
            </a:r>
            <a:r>
              <a:rPr lang="en-US" altLang="en-US"/>
              <a:t> thân nhân</a:t>
            </a:r>
          </a:p>
        </p:txBody>
      </p:sp>
      <p:sp>
        <p:nvSpPr>
          <p:cNvPr id="156678" name="Rectangle 4">
            <a:extLst>
              <a:ext uri="{FF2B5EF4-FFF2-40B4-BE49-F238E27FC236}">
                <a16:creationId xmlns:a16="http://schemas.microsoft.com/office/drawing/2014/main" id="{89266D85-FB06-4756-9C9C-E5B06977B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14600"/>
            <a:ext cx="60198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*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NHANVIEN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MANV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IN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MA_NVIEN 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THANNHAN)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MANV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IN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TRPHG 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PHONGBAN)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E5C6-9646-4359-ABE5-B5845061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Bài</a:t>
            </a:r>
            <a:r>
              <a:rPr lang="en-US" sz="3600" dirty="0"/>
              <a:t> </a:t>
            </a:r>
            <a:r>
              <a:rPr lang="en-US" sz="3600" dirty="0" err="1"/>
              <a:t>tập</a:t>
            </a:r>
            <a:r>
              <a:rPr lang="en-US" sz="3600" dirty="0"/>
              <a:t> </a:t>
            </a:r>
            <a:r>
              <a:rPr lang="en-US" sz="3600" dirty="0" err="1"/>
              <a:t>truy</a:t>
            </a:r>
            <a:r>
              <a:rPr lang="en-US" sz="3600" dirty="0"/>
              <a:t> </a:t>
            </a:r>
            <a:r>
              <a:rPr lang="en-US" sz="3600" dirty="0" err="1"/>
              <a:t>vấn</a:t>
            </a:r>
            <a:r>
              <a:rPr lang="en-US" sz="3600" dirty="0"/>
              <a:t> </a:t>
            </a:r>
            <a:r>
              <a:rPr lang="en-US" sz="3600" dirty="0" err="1"/>
              <a:t>lồng phân cấp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188A-651D-4C3C-9BC2-02443D9D1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5132387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do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5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ở Tp. HCM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ở Tp. HCM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7DAD-C29F-43DB-9307-DA6167F4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E3FFD-7419-4316-9CC9-EC01A12B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842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B1C5-7D78-1F63-0D55-5072AEEB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Ví dụ - Lồng tương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92771-5D99-F6AE-2B0D-22590973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Cho biết mã và tên nhân viên làm việc tại phòng ‘Nghien cuu’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Tìm nhân viên có người thân cùng tên và cùng giới tính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Tìm những nhân viên không có thân nhân nào làm trong cùng công 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Tìm những nhân viên có lương lớn hơn lương của </a:t>
            </a:r>
            <a:r>
              <a:rPr lang="en-US" altLang="en-US" u="sng"/>
              <a:t>ít nhất một</a:t>
            </a:r>
            <a:r>
              <a:rPr lang="en-US" altLang="en-US"/>
              <a:t> nhân viên trong phòng 4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Tìm những trưởng phòng có </a:t>
            </a:r>
            <a:r>
              <a:rPr lang="en-US" altLang="en-US" u="sng"/>
              <a:t>tối thiểu một</a:t>
            </a:r>
            <a:r>
              <a:rPr lang="en-US" altLang="en-US"/>
              <a:t> thân nhân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51F9-2D3C-38B8-6563-BA12AE06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F4FFC-CF27-634E-BD0E-23CA8890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74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070E008E-C082-C171-585C-BD5CBB1E9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399" y="1930689"/>
            <a:ext cx="4405745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MANV, TENNV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>
                <a:latin typeface="Tahoma" panose="020B0604030504040204" pitchFamily="34" charset="0"/>
              </a:rPr>
              <a:t>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 PHG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IN </a:t>
            </a:r>
            <a:r>
              <a:rPr lang="en-US" altLang="en-US" sz="1800">
                <a:latin typeface="Tahoma" panose="020B0604030504040204" pitchFamily="34" charset="0"/>
              </a:rPr>
              <a:t>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	SELECT</a:t>
            </a:r>
            <a:r>
              <a:rPr lang="en-US" altLang="en-US" sz="1800">
                <a:latin typeface="Tahoma" panose="020B0604030504040204" pitchFamily="34" charset="0"/>
              </a:rPr>
              <a:t> MAPHG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PHONGBAN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TENPHG=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‘Nghien cuu’</a:t>
            </a:r>
            <a:r>
              <a:rPr lang="en-US" altLang="en-US" sz="1800">
                <a:latin typeface="Tahoma" panose="020B0604030504040204" pitchFamily="34" charset="0"/>
              </a:rPr>
              <a:t>)</a:t>
            </a: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A8FBFC-28F8-46CD-A966-6166A5D513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58723" name="Slide Number Placeholder 5">
            <a:extLst>
              <a:ext uri="{FF2B5EF4-FFF2-40B4-BE49-F238E27FC236}">
                <a16:creationId xmlns:a16="http://schemas.microsoft.com/office/drawing/2014/main" id="{AE0663E7-EFA0-45FD-BE77-5207A79B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187951F-92BF-4411-B845-7E4CAC88602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158724" name="Oval 5">
            <a:extLst>
              <a:ext uri="{FF2B5EF4-FFF2-40B4-BE49-F238E27FC236}">
                <a16:creationId xmlns:a16="http://schemas.microsoft.com/office/drawing/2014/main" id="{75D60220-E8C8-4083-8058-CB589C79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800600"/>
            <a:ext cx="5715000" cy="1600200"/>
          </a:xfrm>
          <a:prstGeom prst="ellipse">
            <a:avLst/>
          </a:prstGeom>
          <a:noFill/>
          <a:ln w="12700" algn="ctr">
            <a:solidFill>
              <a:srgbClr val="77777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58725" name="Rectangle 8">
            <a:extLst>
              <a:ext uri="{FF2B5EF4-FFF2-40B4-BE49-F238E27FC236}">
                <a16:creationId xmlns:a16="http://schemas.microsoft.com/office/drawing/2014/main" id="{59CCAD8F-CE2B-41E3-9457-623870D2D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791200"/>
            <a:ext cx="1371600" cy="3810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58726" name="Rectangle 2">
            <a:extLst>
              <a:ext uri="{FF2B5EF4-FFF2-40B4-BE49-F238E27FC236}">
                <a16:creationId xmlns:a16="http://schemas.microsoft.com/office/drawing/2014/main" id="{0981E154-0C87-48C3-8F43-57C31249D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Ví dụ - Lồng tương quan</a:t>
            </a:r>
          </a:p>
        </p:txBody>
      </p:sp>
      <p:sp>
        <p:nvSpPr>
          <p:cNvPr id="158728" name="Text Box 4">
            <a:extLst>
              <a:ext uri="{FF2B5EF4-FFF2-40B4-BE49-F238E27FC236}">
                <a16:creationId xmlns:a16="http://schemas.microsoft.com/office/drawing/2014/main" id="{751FDF4A-16B2-4623-ACDD-BDA184BF3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33800"/>
            <a:ext cx="6934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MANV, TENNV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 </a:t>
            </a:r>
            <a:r>
              <a:rPr lang="en-US" altLang="en-US" sz="1800">
                <a:latin typeface="Tahoma" panose="020B0604030504040204" pitchFamily="34" charset="0"/>
              </a:rPr>
              <a:t>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EXISTS </a:t>
            </a:r>
            <a:r>
              <a:rPr lang="en-US" altLang="en-US" sz="1800">
                <a:latin typeface="Tahoma" panose="020B0604030504040204" pitchFamily="34" charset="0"/>
              </a:rPr>
              <a:t>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	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PHONGBAN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TENPHG=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‘Nghien cuu’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 </a:t>
            </a:r>
            <a:r>
              <a:rPr lang="en-US" altLang="en-US" sz="1800">
                <a:highlight>
                  <a:srgbClr val="FFFF00"/>
                </a:highlight>
                <a:latin typeface="Tahoma" panose="020B0604030504040204" pitchFamily="34" charset="0"/>
              </a:rPr>
              <a:t>PHG=MAPHG </a:t>
            </a:r>
            <a:r>
              <a:rPr lang="en-US" altLang="en-US" sz="1800">
                <a:latin typeface="Tahoma" panose="020B0604030504040204" pitchFamily="34" charset="0"/>
              </a:rPr>
              <a:t>)</a:t>
            </a:r>
            <a:endParaRPr lang="en-US" altLang="en-US" sz="1800">
              <a:solidFill>
                <a:srgbClr val="777777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B73D4-1FD9-FB1E-0125-52E7702DDFB6}"/>
              </a:ext>
            </a:extLst>
          </p:cNvPr>
          <p:cNvSpPr txBox="1"/>
          <p:nvPr/>
        </p:nvSpPr>
        <p:spPr>
          <a:xfrm>
            <a:off x="457200" y="1368425"/>
            <a:ext cx="861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Cho biết mã và tên nhân viên làm việc tại phòng ‘Nghien cuu’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C83F78-2C3B-4CFA-95B8-5A2D0D7C2F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60771" name="Slide Number Placeholder 5">
            <a:extLst>
              <a:ext uri="{FF2B5EF4-FFF2-40B4-BE49-F238E27FC236}">
                <a16:creationId xmlns:a16="http://schemas.microsoft.com/office/drawing/2014/main" id="{8A3FB194-CA94-42FF-A964-FAEAEF0F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1C23DF4-DB8D-4340-85CF-4585BCE7D5B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160772" name="Rectangle 2">
            <a:extLst>
              <a:ext uri="{FF2B5EF4-FFF2-40B4-BE49-F238E27FC236}">
                <a16:creationId xmlns:a16="http://schemas.microsoft.com/office/drawing/2014/main" id="{9BE4F50A-0D23-419C-95E0-89DA55BCE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tương quan (tt)</a:t>
            </a:r>
          </a:p>
        </p:txBody>
      </p:sp>
      <p:sp>
        <p:nvSpPr>
          <p:cNvPr id="160773" name="Text Box 9">
            <a:extLst>
              <a:ext uri="{FF2B5EF4-FFF2-40B4-BE49-F238E27FC236}">
                <a16:creationId xmlns:a16="http://schemas.microsoft.com/office/drawing/2014/main" id="{CEDE19BC-967D-40C3-82AA-F08AD963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362200"/>
            <a:ext cx="6172200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NV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EXISTS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 TN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highlight>
                  <a:srgbClr val="FFFF00"/>
                </a:highlight>
                <a:latin typeface="Tahoma" panose="020B0604030504040204" pitchFamily="34" charset="0"/>
              </a:rPr>
              <a:t>NV.MANV=TN.MA_NVIEN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		AND</a:t>
            </a:r>
            <a:r>
              <a:rPr lang="en-US" altLang="en-US" sz="1800">
                <a:latin typeface="Tahoma" panose="020B0604030504040204" pitchFamily="34" charset="0"/>
              </a:rPr>
              <a:t> NV.TENNV=TN.TENTN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		AND</a:t>
            </a:r>
            <a:r>
              <a:rPr lang="en-US" altLang="en-US" sz="1800">
                <a:latin typeface="Tahoma" panose="020B0604030504040204" pitchFamily="34" charset="0"/>
              </a:rPr>
              <a:t> NV.PHAI=TN.PHAI )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</p:txBody>
      </p:sp>
      <p:sp>
        <p:nvSpPr>
          <p:cNvPr id="160774" name="Rectangle 10">
            <a:extLst>
              <a:ext uri="{FF2B5EF4-FFF2-40B4-BE49-F238E27FC236}">
                <a16:creationId xmlns:a16="http://schemas.microsoft.com/office/drawing/2014/main" id="{EEB76745-CA7A-4F0D-A900-50136B806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  <a:noFill/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 err="1"/>
              <a:t>Tìm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người</a:t>
            </a:r>
            <a:r>
              <a:rPr lang="en-US" altLang="en-US" dirty="0"/>
              <a:t> </a:t>
            </a:r>
            <a:r>
              <a:rPr lang="en-US" altLang="en-US" dirty="0" err="1"/>
              <a:t>thân</a:t>
            </a:r>
            <a:r>
              <a:rPr lang="en-US" altLang="en-US" dirty="0"/>
              <a:t> </a:t>
            </a:r>
            <a:r>
              <a:rPr lang="en-US" altLang="en-US" dirty="0" err="1"/>
              <a:t>cùng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cùng</a:t>
            </a:r>
            <a:r>
              <a:rPr lang="en-US" altLang="en-US" dirty="0"/>
              <a:t> </a:t>
            </a:r>
            <a:r>
              <a:rPr lang="en-US" altLang="en-US" dirty="0" err="1"/>
              <a:t>giới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CA5D5D-C338-4048-9223-83DEF6CF12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62819" name="Slide Number Placeholder 5">
            <a:extLst>
              <a:ext uri="{FF2B5EF4-FFF2-40B4-BE49-F238E27FC236}">
                <a16:creationId xmlns:a16="http://schemas.microsoft.com/office/drawing/2014/main" id="{53C5E499-0049-4EAA-9D99-66CA6A78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3CC16F4-A728-461E-9755-A3F4AE6C9E8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162820" name="Rectangle 2">
            <a:extLst>
              <a:ext uri="{FF2B5EF4-FFF2-40B4-BE49-F238E27FC236}">
                <a16:creationId xmlns:a16="http://schemas.microsoft.com/office/drawing/2014/main" id="{FF0BA574-88E1-4A5F-96DB-DA24D8592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tương quan (tt)</a:t>
            </a:r>
          </a:p>
        </p:txBody>
      </p:sp>
      <p:sp>
        <p:nvSpPr>
          <p:cNvPr id="162821" name="Text Box 4">
            <a:extLst>
              <a:ext uri="{FF2B5EF4-FFF2-40B4-BE49-F238E27FC236}">
                <a16:creationId xmlns:a16="http://schemas.microsoft.com/office/drawing/2014/main" id="{62EBF14E-E106-42EB-9DA9-C30202D4F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86000"/>
            <a:ext cx="60198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NOT EXISTS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highlight>
                  <a:srgbClr val="FFFF00"/>
                </a:highlight>
                <a:latin typeface="Tahoma" panose="020B0604030504040204" pitchFamily="34" charset="0"/>
              </a:rPr>
              <a:t>MANV=MA_NVIEN</a:t>
            </a:r>
            <a:r>
              <a:rPr lang="en-US" altLang="en-US" sz="180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62822" name="Rectangle 5">
            <a:extLst>
              <a:ext uri="{FF2B5EF4-FFF2-40B4-BE49-F238E27FC236}">
                <a16:creationId xmlns:a16="http://schemas.microsoft.com/office/drawing/2014/main" id="{F7463F16-BDE9-453D-B565-B4ECB8103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nhân viên không có thân nhân nào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006E78-8CB3-4741-9B07-1F9F1A623F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64867" name="Slide Number Placeholder 5">
            <a:extLst>
              <a:ext uri="{FF2B5EF4-FFF2-40B4-BE49-F238E27FC236}">
                <a16:creationId xmlns:a16="http://schemas.microsoft.com/office/drawing/2014/main" id="{863D2841-2318-4764-BCD0-72546459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9FA5DF1-0DB3-4A48-A38C-776EBBA1592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164868" name="Rectangle 2">
            <a:extLst>
              <a:ext uri="{FF2B5EF4-FFF2-40B4-BE49-F238E27FC236}">
                <a16:creationId xmlns:a16="http://schemas.microsoft.com/office/drawing/2014/main" id="{5243E891-EA0D-41EE-8F2C-CBF870415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tương quan (tt)</a:t>
            </a:r>
          </a:p>
        </p:txBody>
      </p:sp>
      <p:sp>
        <p:nvSpPr>
          <p:cNvPr id="164869" name="Text Box 3">
            <a:extLst>
              <a:ext uri="{FF2B5EF4-FFF2-40B4-BE49-F238E27FC236}">
                <a16:creationId xmlns:a16="http://schemas.microsoft.com/office/drawing/2014/main" id="{A75506D3-F4FA-4D65-A0B3-9ADD5C52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43188"/>
            <a:ext cx="6629400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NV1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EXISTS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NV2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NV2PHG=4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NV1.LUONG&gt;NV2.LUONG)</a:t>
            </a:r>
          </a:p>
        </p:txBody>
      </p:sp>
      <p:sp>
        <p:nvSpPr>
          <p:cNvPr id="164870" name="Rectangle 4">
            <a:extLst>
              <a:ext uri="{FF2B5EF4-FFF2-40B4-BE49-F238E27FC236}">
                <a16:creationId xmlns:a16="http://schemas.microsoft.com/office/drawing/2014/main" id="{F70D42BF-AAA2-4433-801C-1344E5514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77200" cy="5029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nhân viên có lương lớn hơn lương của </a:t>
            </a:r>
            <a:r>
              <a:rPr lang="en-US" altLang="en-US" u="sng"/>
              <a:t>ít nhất một</a:t>
            </a:r>
            <a:r>
              <a:rPr lang="en-US" altLang="en-US"/>
              <a:t> nhân viên phòng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127C6B-7CFD-4BAB-BF16-9180B24A8D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66915" name="Slide Number Placeholder 5">
            <a:extLst>
              <a:ext uri="{FF2B5EF4-FFF2-40B4-BE49-F238E27FC236}">
                <a16:creationId xmlns:a16="http://schemas.microsoft.com/office/drawing/2014/main" id="{49153095-A24A-440A-805D-6FE880C5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1F914DC-A5F5-4F76-A1A9-F510AF47D7F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166916" name="Rectangle 2">
            <a:extLst>
              <a:ext uri="{FF2B5EF4-FFF2-40B4-BE49-F238E27FC236}">
                <a16:creationId xmlns:a16="http://schemas.microsoft.com/office/drawing/2014/main" id="{495F7330-FB22-4D90-B260-E89EAA309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1.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Lồng tương quan (tt)</a:t>
            </a:r>
          </a:p>
        </p:txBody>
      </p:sp>
      <p:sp>
        <p:nvSpPr>
          <p:cNvPr id="166917" name="Text Box 3">
            <a:extLst>
              <a:ext uri="{FF2B5EF4-FFF2-40B4-BE49-F238E27FC236}">
                <a16:creationId xmlns:a16="http://schemas.microsoft.com/office/drawing/2014/main" id="{CA425FE5-2A61-48A5-B420-D05FC612F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981200"/>
            <a:ext cx="5105400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EXISTS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highlight>
                  <a:srgbClr val="FFFF00"/>
                </a:highlight>
                <a:latin typeface="Tahoma" panose="020B0604030504040204" pitchFamily="34" charset="0"/>
              </a:rPr>
              <a:t>MANV=MA_NVIEN </a:t>
            </a:r>
            <a:r>
              <a:rPr lang="en-US" altLang="en-US" sz="1800">
                <a:latin typeface="Tahoma" panose="020B0604030504040204" pitchFamily="34" charset="0"/>
              </a:rPr>
              <a:t>)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 EXISTS</a:t>
            </a:r>
            <a:r>
              <a:rPr lang="en-US" altLang="en-US" sz="180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PHONGBAN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highlight>
                  <a:srgbClr val="FFFF00"/>
                </a:highlight>
                <a:latin typeface="Tahoma" panose="020B0604030504040204" pitchFamily="34" charset="0"/>
              </a:rPr>
              <a:t>MANV=TRPHG </a:t>
            </a:r>
            <a:r>
              <a:rPr lang="en-US" altLang="en-US" sz="180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66918" name="Rectangle 4">
            <a:extLst>
              <a:ext uri="{FF2B5EF4-FFF2-40B4-BE49-F238E27FC236}">
                <a16:creationId xmlns:a16="http://schemas.microsoft.com/office/drawing/2014/main" id="{8C1B4998-4200-4E27-A3B7-B10C9C368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72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Tìm những trưởng phòng có </a:t>
            </a:r>
            <a:r>
              <a:rPr lang="en-US" altLang="en-US" u="sng"/>
              <a:t>tối thiểu một</a:t>
            </a:r>
            <a:r>
              <a:rPr lang="en-US" altLang="en-US"/>
              <a:t> thân nhân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E5C6-9646-4359-ABE5-B5845061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4013"/>
            <a:ext cx="8686800" cy="788987"/>
          </a:xfrm>
        </p:spPr>
        <p:txBody>
          <a:bodyPr/>
          <a:lstStyle/>
          <a:p>
            <a:r>
              <a:rPr lang="en-US" sz="3600" dirty="0" err="1"/>
              <a:t>Bài</a:t>
            </a:r>
            <a:r>
              <a:rPr lang="en-US" sz="3600" dirty="0"/>
              <a:t> </a:t>
            </a:r>
            <a:r>
              <a:rPr lang="en-US" sz="3600" dirty="0" err="1"/>
              <a:t>tập</a:t>
            </a:r>
            <a:r>
              <a:rPr lang="en-US" sz="3600" dirty="0"/>
              <a:t> </a:t>
            </a:r>
            <a:r>
              <a:rPr lang="en-US" sz="3600" dirty="0" err="1"/>
              <a:t>truy</a:t>
            </a:r>
            <a:r>
              <a:rPr lang="en-US" sz="3600" dirty="0"/>
              <a:t> </a:t>
            </a:r>
            <a:r>
              <a:rPr lang="en-US" sz="3600" dirty="0" err="1"/>
              <a:t>vấn</a:t>
            </a:r>
            <a:r>
              <a:rPr lang="en-US" sz="3600" dirty="0"/>
              <a:t> </a:t>
            </a:r>
            <a:r>
              <a:rPr lang="en-US" sz="3600" dirty="0" err="1"/>
              <a:t>lồng </a:t>
            </a:r>
            <a:br>
              <a:rPr lang="en-US" sz="3600" dirty="0" err="1"/>
            </a:br>
            <a:r>
              <a:rPr lang="en-US" sz="3600" b="0" i="1" dirty="0" err="1"/>
              <a:t>(Dùng exists hoặc not exists)</a:t>
            </a:r>
            <a:endParaRPr lang="en-US" sz="3600" b="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188A-651D-4C3C-9BC2-02443D9D1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44658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ở Tp. HCM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ở Tp. HCM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7DAD-C29F-43DB-9307-DA6167F4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E3FFD-7419-4316-9CC9-EC01A12B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29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B1993-29A3-41F3-B549-BA08FA599C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68963" name="Slide Number Placeholder 5">
            <a:extLst>
              <a:ext uri="{FF2B5EF4-FFF2-40B4-BE49-F238E27FC236}">
                <a16:creationId xmlns:a16="http://schemas.microsoft.com/office/drawing/2014/main" id="{F617A0A1-6AD8-4D53-A336-3DCD4596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8B420B9-014B-49DC-B64F-402F1603E58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168964" name="Rectangle 2">
            <a:extLst>
              <a:ext uri="{FF2B5EF4-FFF2-40B4-BE49-F238E27FC236}">
                <a16:creationId xmlns:a16="http://schemas.microsoft.com/office/drawing/2014/main" id="{E62242DF-73D9-4E54-ABF6-5BC3650E3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Nhận xét IN và EXISTS</a:t>
            </a:r>
          </a:p>
        </p:txBody>
      </p:sp>
      <p:sp>
        <p:nvSpPr>
          <p:cNvPr id="168965" name="Rectangle 3">
            <a:extLst>
              <a:ext uri="{FF2B5EF4-FFF2-40B4-BE49-F238E27FC236}">
                <a16:creationId xmlns:a16="http://schemas.microsoft.com/office/drawing/2014/main" id="{A44C5506-6DF3-4252-A63B-1C8D9832F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IN</a:t>
            </a:r>
          </a:p>
          <a:p>
            <a:pPr lvl="1" eaLnBrk="1" hangingPunct="1"/>
            <a:r>
              <a:rPr lang="en-US" altLang="en-US"/>
              <a:t>&lt;tên cột&gt; IN &lt;câu truy vấn con&gt;</a:t>
            </a:r>
          </a:p>
          <a:p>
            <a:pPr lvl="1" eaLnBrk="1" hangingPunct="1"/>
            <a:r>
              <a:rPr lang="en-US" altLang="en-US"/>
              <a:t>Thuộc tính ở mệnh đề SELECT của truy vấn con phải có cùng kiểu dữ liệu với thuộc tính ở mệnh đề WHERE của truy vấn cha</a:t>
            </a:r>
          </a:p>
          <a:p>
            <a:pPr eaLnBrk="1" hangingPunct="1"/>
            <a:r>
              <a:rPr lang="en-US" altLang="en-US"/>
              <a:t>EXISTS</a:t>
            </a:r>
          </a:p>
          <a:p>
            <a:pPr lvl="1" eaLnBrk="1" hangingPunct="1"/>
            <a:r>
              <a:rPr lang="en-US" altLang="en-US"/>
              <a:t>Không cần có thuộc tính, hằng số hay biểu thức nào khác đứng trước</a:t>
            </a:r>
          </a:p>
          <a:p>
            <a:pPr lvl="1" eaLnBrk="1" hangingPunct="1"/>
            <a:r>
              <a:rPr lang="en-US" altLang="en-US"/>
              <a:t>Không nhất thiết liệt kê tên thuộc tính ở mệnh đề SELECT của truy vấn con</a:t>
            </a:r>
          </a:p>
          <a:p>
            <a:pPr lvl="1" eaLnBrk="1" hangingPunct="1"/>
            <a:r>
              <a:rPr lang="en-US" altLang="en-US"/>
              <a:t>Những câu truy vấn có = ANY hay IN đều có thể chuyển thành câu truy vấn có EXISTS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462F134-B576-4372-9182-209BC3AAE3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03427" name="Slide Number Placeholder 5">
            <a:extLst>
              <a:ext uri="{FF2B5EF4-FFF2-40B4-BE49-F238E27FC236}">
                <a16:creationId xmlns:a16="http://schemas.microsoft.com/office/drawing/2014/main" id="{263335EE-027C-4666-B97F-995BAB6D2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B3E9C76-4961-41F3-884C-465C8CA1983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54F6B8D8-1EB1-4477-9320-78F8F06EE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Phép chia</a:t>
            </a:r>
          </a:p>
        </p:txBody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DAB1D941-A123-4165-9AF0-D1549D6358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/>
              <a:t>Gọi R là quan hệ n ngôi và S là quan hệ m ngôi (n&gt;m,s #</a:t>
            </a:r>
            <a:r>
              <a:rPr lang="en-US" altLang="en-US">
                <a:sym typeface="Symbol" panose="05050102010706020507" pitchFamily="18" charset="2"/>
              </a:rPr>
              <a:t></a:t>
            </a:r>
            <a:r>
              <a:rPr lang="en-US" altLang="en-US"/>
              <a:t>). Phép chia R: S là tập hợp tất cả (n-m) – bộ t sao cho với mọi bộ u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S thì bộ t </a:t>
            </a:r>
            <a:r>
              <a:rPr lang="en-US" altLang="en-US">
                <a:sym typeface="Symbol" panose="05050102010706020507" pitchFamily="18" charset="2"/>
              </a:rPr>
              <a:t></a:t>
            </a:r>
            <a:r>
              <a:rPr lang="en-US" altLang="en-US"/>
              <a:t> u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R.</a:t>
            </a:r>
            <a:endParaRPr lang="en-US" altLang="en-US" b="1"/>
          </a:p>
          <a:p>
            <a:pPr eaLnBrk="1" hangingPunct="1"/>
            <a:r>
              <a:rPr lang="en-US" altLang="en-US" b="1"/>
              <a:t>Ký hiệu : R ÷ S</a:t>
            </a:r>
            <a:endParaRPr lang="en-US" altLang="en-US"/>
          </a:p>
          <a:p>
            <a:pPr eaLnBrk="1" hangingPunct="1"/>
            <a:r>
              <a:rPr lang="en-US" altLang="en-US"/>
              <a:t>Sử dụng định nghĩa phép tích </a:t>
            </a:r>
            <a:r>
              <a:rPr lang="en-US" altLang="en-US" b="1"/>
              <a:t>Đề - Các</a:t>
            </a:r>
            <a:r>
              <a:rPr lang="en-US" altLang="en-US"/>
              <a:t>, có thể định nghĩa phép chia hình thức hơn </a:t>
            </a:r>
            <a:r>
              <a:rPr lang="en-US" altLang="en-US" b="1"/>
              <a:t>R ÷ S = Q sao cho Q x S </a:t>
            </a:r>
            <a:r>
              <a:rPr lang="en-US" altLang="en-US" b="1">
                <a:sym typeface="Symbol" panose="05050102010706020507" pitchFamily="18" charset="2"/>
              </a:rPr>
              <a:t></a:t>
            </a:r>
            <a:r>
              <a:rPr lang="en-US" altLang="en-US" b="1"/>
              <a:t> R</a:t>
            </a:r>
            <a:endParaRPr lang="en-US" altLang="en-US"/>
          </a:p>
          <a:p>
            <a:pPr lvl="1" eaLnBrk="1" hangingPunct="1"/>
            <a:r>
              <a:rPr lang="en-US" altLang="en-US"/>
              <a:t>R(Z) và S(X)</a:t>
            </a:r>
          </a:p>
          <a:p>
            <a:pPr lvl="2" eaLnBrk="1" hangingPunct="1"/>
            <a:r>
              <a:rPr lang="en-US" altLang="en-US"/>
              <a:t>Z là tập thuộc tính của R, X là tập thuộc tính của S</a:t>
            </a:r>
          </a:p>
          <a:p>
            <a:pPr lvl="2" eaLnBrk="1" hangingPunct="1"/>
            <a:r>
              <a:rPr lang="en-US" altLang="en-US"/>
              <a:t>X </a:t>
            </a:r>
            <a:r>
              <a:rPr lang="en-US" altLang="en-US">
                <a:sym typeface="Symbol" panose="05050102010706020507" pitchFamily="18" charset="2"/>
              </a:rPr>
              <a:t> Z</a:t>
            </a:r>
            <a:endParaRPr lang="en-US" altLang="en-US"/>
          </a:p>
        </p:txBody>
      </p:sp>
      <p:grpSp>
        <p:nvGrpSpPr>
          <p:cNvPr id="103430" name="Group 27">
            <a:extLst>
              <a:ext uri="{FF2B5EF4-FFF2-40B4-BE49-F238E27FC236}">
                <a16:creationId xmlns:a16="http://schemas.microsoft.com/office/drawing/2014/main" id="{F92DB7E6-00B6-4520-B1B7-46A23E51EDE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486400"/>
            <a:ext cx="3429000" cy="762000"/>
            <a:chOff x="2976" y="3456"/>
            <a:chExt cx="2160" cy="480"/>
          </a:xfrm>
        </p:grpSpPr>
        <p:grpSp>
          <p:nvGrpSpPr>
            <p:cNvPr id="103431" name="Group 24">
              <a:extLst>
                <a:ext uri="{FF2B5EF4-FFF2-40B4-BE49-F238E27FC236}">
                  <a16:creationId xmlns:a16="http://schemas.microsoft.com/office/drawing/2014/main" id="{73C9261C-A8EE-4147-8A52-FBDC8B4B6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3680"/>
              <a:ext cx="816" cy="192"/>
              <a:chOff x="3024" y="3728"/>
              <a:chExt cx="816" cy="192"/>
            </a:xfrm>
          </p:grpSpPr>
          <p:grpSp>
            <p:nvGrpSpPr>
              <p:cNvPr id="103446" name="Group 21">
                <a:extLst>
                  <a:ext uri="{FF2B5EF4-FFF2-40B4-BE49-F238E27FC236}">
                    <a16:creationId xmlns:a16="http://schemas.microsoft.com/office/drawing/2014/main" id="{6F628798-CA8B-4644-AABB-DB81EEC06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3744"/>
                <a:ext cx="816" cy="144"/>
                <a:chOff x="2640" y="3744"/>
                <a:chExt cx="816" cy="144"/>
              </a:xfrm>
            </p:grpSpPr>
            <p:sp>
              <p:nvSpPr>
                <p:cNvPr id="103449" name="Rectangle 19">
                  <a:extLst>
                    <a:ext uri="{FF2B5EF4-FFF2-40B4-BE49-F238E27FC236}">
                      <a16:creationId xmlns:a16="http://schemas.microsoft.com/office/drawing/2014/main" id="{CF338247-D886-4505-A032-D7829BBAE6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744"/>
                  <a:ext cx="480" cy="144"/>
                </a:xfrm>
                <a:prstGeom prst="rect">
                  <a:avLst/>
                </a:prstGeom>
                <a:solidFill>
                  <a:srgbClr val="FF99CC">
                    <a:alpha val="79999"/>
                  </a:srgbClr>
                </a:solidFill>
                <a:ln w="12700" algn="ctr">
                  <a:solidFill>
                    <a:srgbClr val="FF99CC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en-US" sz="18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450" name="Rectangle 20">
                  <a:extLst>
                    <a:ext uri="{FF2B5EF4-FFF2-40B4-BE49-F238E27FC236}">
                      <a16:creationId xmlns:a16="http://schemas.microsoft.com/office/drawing/2014/main" id="{46B0E6A4-11ED-45E2-926E-9850D252A4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0" y="3744"/>
                  <a:ext cx="336" cy="144"/>
                </a:xfrm>
                <a:prstGeom prst="rect">
                  <a:avLst/>
                </a:prstGeom>
                <a:solidFill>
                  <a:srgbClr val="99CCFF">
                    <a:alpha val="79999"/>
                  </a:srgbClr>
                </a:solidFill>
                <a:ln w="12700" algn="ctr">
                  <a:solidFill>
                    <a:srgbClr val="99CCFF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en-US" sz="18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03447" name="Text Box 22">
                <a:extLst>
                  <a:ext uri="{FF2B5EF4-FFF2-40B4-BE49-F238E27FC236}">
                    <a16:creationId xmlns:a16="http://schemas.microsoft.com/office/drawing/2014/main" id="{7DBFB7EB-3F0E-4CD3-8E05-8FA38E3636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728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103448" name="Text Box 23">
                <a:extLst>
                  <a:ext uri="{FF2B5EF4-FFF2-40B4-BE49-F238E27FC236}">
                    <a16:creationId xmlns:a16="http://schemas.microsoft.com/office/drawing/2014/main" id="{74336CC0-4DE6-41C0-83DA-CC54CF5AC9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372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Y</a:t>
                </a:r>
              </a:p>
            </p:txBody>
          </p:sp>
        </p:grpSp>
        <p:sp>
          <p:nvSpPr>
            <p:cNvPr id="103432" name="Rectangle 18">
              <a:extLst>
                <a:ext uri="{FF2B5EF4-FFF2-40B4-BE49-F238E27FC236}">
                  <a16:creationId xmlns:a16="http://schemas.microsoft.com/office/drawing/2014/main" id="{A155FFE9-12E0-45E5-A467-49446A44B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15"/>
              <a:ext cx="480" cy="155"/>
            </a:xfrm>
            <a:prstGeom prst="rect">
              <a:avLst/>
            </a:prstGeom>
            <a:solidFill>
              <a:srgbClr val="FF99CC">
                <a:alpha val="79999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000">
                <a:latin typeface="Tahoma" panose="020B0604030504040204" pitchFamily="34" charset="0"/>
              </a:endParaRPr>
            </a:p>
          </p:txBody>
        </p:sp>
        <p:sp>
          <p:nvSpPr>
            <p:cNvPr id="103433" name="Rectangle 14">
              <a:extLst>
                <a:ext uri="{FF2B5EF4-FFF2-40B4-BE49-F238E27FC236}">
                  <a16:creationId xmlns:a16="http://schemas.microsoft.com/office/drawing/2014/main" id="{EE5FD548-069F-4E93-8547-B2CE3629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696"/>
              <a:ext cx="336" cy="14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grpSp>
          <p:nvGrpSpPr>
            <p:cNvPr id="103434" name="Group 15">
              <a:extLst>
                <a:ext uri="{FF2B5EF4-FFF2-40B4-BE49-F238E27FC236}">
                  <a16:creationId xmlns:a16="http://schemas.microsoft.com/office/drawing/2014/main" id="{68DF9A70-CC0F-453D-B76F-45AB4038B9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3456"/>
              <a:ext cx="336" cy="480"/>
              <a:chOff x="4704" y="3504"/>
              <a:chExt cx="480" cy="480"/>
            </a:xfrm>
          </p:grpSpPr>
          <p:sp>
            <p:nvSpPr>
              <p:cNvPr id="103443" name="Rectangle 4">
                <a:extLst>
                  <a:ext uri="{FF2B5EF4-FFF2-40B4-BE49-F238E27FC236}">
                    <a16:creationId xmlns:a16="http://schemas.microsoft.com/office/drawing/2014/main" id="{B3A8864B-7797-49A5-B905-81519C27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504"/>
                <a:ext cx="480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103444" name="Text Box 5">
                <a:extLst>
                  <a:ext uri="{FF2B5EF4-FFF2-40B4-BE49-F238E27FC236}">
                    <a16:creationId xmlns:a16="http://schemas.microsoft.com/office/drawing/2014/main" id="{5BCC4CBB-4FBF-4A24-90FA-A1DA30AB00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5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T(Y)</a:t>
                </a:r>
              </a:p>
            </p:txBody>
          </p:sp>
          <p:sp>
            <p:nvSpPr>
              <p:cNvPr id="103445" name="Line 7">
                <a:extLst>
                  <a:ext uri="{FF2B5EF4-FFF2-40B4-BE49-F238E27FC236}">
                    <a16:creationId xmlns:a16="http://schemas.microsoft.com/office/drawing/2014/main" id="{8842ED11-F3EF-4A80-AE91-594C4073D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6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3435" name="Group 16">
              <a:extLst>
                <a:ext uri="{FF2B5EF4-FFF2-40B4-BE49-F238E27FC236}">
                  <a16:creationId xmlns:a16="http://schemas.microsoft.com/office/drawing/2014/main" id="{A54A6FFA-F30F-4840-84A0-872750EC02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3456"/>
              <a:ext cx="480" cy="480"/>
              <a:chOff x="3888" y="3504"/>
              <a:chExt cx="480" cy="480"/>
            </a:xfrm>
          </p:grpSpPr>
          <p:sp>
            <p:nvSpPr>
              <p:cNvPr id="103440" name="Rectangle 8">
                <a:extLst>
                  <a:ext uri="{FF2B5EF4-FFF2-40B4-BE49-F238E27FC236}">
                    <a16:creationId xmlns:a16="http://schemas.microsoft.com/office/drawing/2014/main" id="{4C9355AA-6D99-46EC-9611-5D14B9B48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504"/>
                <a:ext cx="480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103441" name="Text Box 9">
                <a:extLst>
                  <a:ext uri="{FF2B5EF4-FFF2-40B4-BE49-F238E27FC236}">
                    <a16:creationId xmlns:a16="http://schemas.microsoft.com/office/drawing/2014/main" id="{C96034AD-A9DA-44C5-AC0E-FD2EF637C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5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S(X)</a:t>
                </a:r>
              </a:p>
            </p:txBody>
          </p:sp>
          <p:sp>
            <p:nvSpPr>
              <p:cNvPr id="103442" name="Line 10">
                <a:extLst>
                  <a:ext uri="{FF2B5EF4-FFF2-40B4-BE49-F238E27FC236}">
                    <a16:creationId xmlns:a16="http://schemas.microsoft.com/office/drawing/2014/main" id="{3DB64BB8-3C4D-4928-B3C8-263A0478B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6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3436" name="Group 17">
              <a:extLst>
                <a:ext uri="{FF2B5EF4-FFF2-40B4-BE49-F238E27FC236}">
                  <a16:creationId xmlns:a16="http://schemas.microsoft.com/office/drawing/2014/main" id="{7919878B-5E7B-46CF-B0D2-E4B642B37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3456"/>
              <a:ext cx="816" cy="480"/>
              <a:chOff x="2640" y="3504"/>
              <a:chExt cx="816" cy="480"/>
            </a:xfrm>
          </p:grpSpPr>
          <p:sp>
            <p:nvSpPr>
              <p:cNvPr id="103437" name="Rectangle 11">
                <a:extLst>
                  <a:ext uri="{FF2B5EF4-FFF2-40B4-BE49-F238E27FC236}">
                    <a16:creationId xmlns:a16="http://schemas.microsoft.com/office/drawing/2014/main" id="{04EC6CB3-A561-40F4-AD8A-F2A44C737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816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103438" name="Text Box 12">
                <a:extLst>
                  <a:ext uri="{FF2B5EF4-FFF2-40B4-BE49-F238E27FC236}">
                    <a16:creationId xmlns:a16="http://schemas.microsoft.com/office/drawing/2014/main" id="{93A174C6-90ED-4CDC-BBA7-7E5080204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504"/>
                <a:ext cx="8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R(Z)</a:t>
                </a:r>
              </a:p>
            </p:txBody>
          </p:sp>
          <p:sp>
            <p:nvSpPr>
              <p:cNvPr id="103439" name="Line 13">
                <a:extLst>
                  <a:ext uri="{FF2B5EF4-FFF2-40B4-BE49-F238E27FC236}">
                    <a16:creationId xmlns:a16="http://schemas.microsoft.com/office/drawing/2014/main" id="{0FA37BC0-C7A1-4846-8EB1-752AEDEAE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3696"/>
                <a:ext cx="816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C1EEE82-E9F3-4E27-861E-6623A49B8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05475" name="Slide Number Placeholder 5">
            <a:extLst>
              <a:ext uri="{FF2B5EF4-FFF2-40B4-BE49-F238E27FC236}">
                <a16:creationId xmlns:a16="http://schemas.microsoft.com/office/drawing/2014/main" id="{10ED9938-5FF7-4F7C-A3E3-5D14F607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9B39052-AA67-4AA8-A299-BC8E3156B29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500912" name="Rectangle 176">
            <a:extLst>
              <a:ext uri="{FF2B5EF4-FFF2-40B4-BE49-F238E27FC236}">
                <a16:creationId xmlns:a16="http://schemas.microsoft.com/office/drawing/2014/main" id="{07B27218-D2D1-4313-BFED-F1ACC3B9B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343400"/>
            <a:ext cx="1371600" cy="5334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13" name="Rectangle 177">
            <a:extLst>
              <a:ext uri="{FF2B5EF4-FFF2-40B4-BE49-F238E27FC236}">
                <a16:creationId xmlns:a16="http://schemas.microsoft.com/office/drawing/2014/main" id="{E57A9B58-84DF-4C96-BC88-6E263BE1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343400"/>
            <a:ext cx="914400" cy="5334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11" name="Rectangle 175">
            <a:extLst>
              <a:ext uri="{FF2B5EF4-FFF2-40B4-BE49-F238E27FC236}">
                <a16:creationId xmlns:a16="http://schemas.microsoft.com/office/drawing/2014/main" id="{5D0675F3-420D-405D-AD5D-6A189AE67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6576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14" name="Rectangle 178">
            <a:extLst>
              <a:ext uri="{FF2B5EF4-FFF2-40B4-BE49-F238E27FC236}">
                <a16:creationId xmlns:a16="http://schemas.microsoft.com/office/drawing/2014/main" id="{F00D2910-E3B4-4FE6-92E0-491708184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6576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09" name="Rectangle 173">
            <a:extLst>
              <a:ext uri="{FF2B5EF4-FFF2-40B4-BE49-F238E27FC236}">
                <a16:creationId xmlns:a16="http://schemas.microsoft.com/office/drawing/2014/main" id="{12AB1429-2C1A-4C55-84B8-6C4D83337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048000"/>
            <a:ext cx="914400" cy="6096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08" name="Rectangle 172">
            <a:extLst>
              <a:ext uri="{FF2B5EF4-FFF2-40B4-BE49-F238E27FC236}">
                <a16:creationId xmlns:a16="http://schemas.microsoft.com/office/drawing/2014/main" id="{DE03D68E-4826-463B-8E4B-1FFBDECCE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048000"/>
            <a:ext cx="1371600" cy="6096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05" name="Rectangle 169">
            <a:extLst>
              <a:ext uri="{FF2B5EF4-FFF2-40B4-BE49-F238E27FC236}">
                <a16:creationId xmlns:a16="http://schemas.microsoft.com/office/drawing/2014/main" id="{879ACCB8-093D-4805-9061-23607206A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7432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03" name="Rectangle 167">
            <a:extLst>
              <a:ext uri="{FF2B5EF4-FFF2-40B4-BE49-F238E27FC236}">
                <a16:creationId xmlns:a16="http://schemas.microsoft.com/office/drawing/2014/main" id="{6E533A97-4F55-4AC0-B718-BB93E8DAB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667000"/>
            <a:ext cx="914400" cy="685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0900" name="Rectangle 164">
            <a:extLst>
              <a:ext uri="{FF2B5EF4-FFF2-40B4-BE49-F238E27FC236}">
                <a16:creationId xmlns:a16="http://schemas.microsoft.com/office/drawing/2014/main" id="{B253287A-4999-4579-843F-DDC65EE6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5485" name="Rectangle 2">
            <a:extLst>
              <a:ext uri="{FF2B5EF4-FFF2-40B4-BE49-F238E27FC236}">
                <a16:creationId xmlns:a16="http://schemas.microsoft.com/office/drawing/2014/main" id="{0FE02A68-030B-49D5-800F-C393EE304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05486" name="Rectangle 3">
            <a:extLst>
              <a:ext uri="{FF2B5EF4-FFF2-40B4-BE49-F238E27FC236}">
                <a16:creationId xmlns:a16="http://schemas.microsoft.com/office/drawing/2014/main" id="{8DAFEF44-70A9-46D8-BD0D-1366E9507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grpSp>
        <p:nvGrpSpPr>
          <p:cNvPr id="105487" name="Group 84">
            <a:extLst>
              <a:ext uri="{FF2B5EF4-FFF2-40B4-BE49-F238E27FC236}">
                <a16:creationId xmlns:a16="http://schemas.microsoft.com/office/drawing/2014/main" id="{6D84D799-B423-43C1-AE64-5F8EF2A4EF1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362200"/>
            <a:ext cx="2743200" cy="2819400"/>
            <a:chOff x="240" y="1392"/>
            <a:chExt cx="1728" cy="1776"/>
          </a:xfrm>
        </p:grpSpPr>
        <p:sp>
          <p:nvSpPr>
            <p:cNvPr id="105526" name="Text Box 27">
              <a:extLst>
                <a:ext uri="{FF2B5EF4-FFF2-40B4-BE49-F238E27FC236}">
                  <a16:creationId xmlns:a16="http://schemas.microsoft.com/office/drawing/2014/main" id="{CF0E11C0-A2DB-4179-A4F5-9CB0E3EF7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05527" name="Text Box 28">
              <a:extLst>
                <a:ext uri="{FF2B5EF4-FFF2-40B4-BE49-F238E27FC236}">
                  <a16:creationId xmlns:a16="http://schemas.microsoft.com/office/drawing/2014/main" id="{CD7AD80D-C2A4-43E7-822E-6AECD9053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05528" name="Text Box 29">
              <a:extLst>
                <a:ext uri="{FF2B5EF4-FFF2-40B4-BE49-F238E27FC236}">
                  <a16:creationId xmlns:a16="http://schemas.microsoft.com/office/drawing/2014/main" id="{FE3CC9C9-039E-4809-966A-15B1B9A27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105529" name="Group 81">
              <a:extLst>
                <a:ext uri="{FF2B5EF4-FFF2-40B4-BE49-F238E27FC236}">
                  <a16:creationId xmlns:a16="http://schemas.microsoft.com/office/drawing/2014/main" id="{9904FC19-649B-43C2-A7E9-5986C2FC4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392"/>
              <a:ext cx="1728" cy="192"/>
              <a:chOff x="528" y="1392"/>
              <a:chExt cx="1440" cy="192"/>
            </a:xfrm>
          </p:grpSpPr>
          <p:sp>
            <p:nvSpPr>
              <p:cNvPr id="105582" name="Line 26">
                <a:extLst>
                  <a:ext uri="{FF2B5EF4-FFF2-40B4-BE49-F238E27FC236}">
                    <a16:creationId xmlns:a16="http://schemas.microsoft.com/office/drawing/2014/main" id="{0DEEAAA9-D0DF-4A6F-A104-3CB23421E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83" name="Line 30">
                <a:extLst>
                  <a:ext uri="{FF2B5EF4-FFF2-40B4-BE49-F238E27FC236}">
                    <a16:creationId xmlns:a16="http://schemas.microsoft.com/office/drawing/2014/main" id="{9AA3F616-20FC-470E-A00C-393C30CC3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530" name="Line 31">
              <a:extLst>
                <a:ext uri="{FF2B5EF4-FFF2-40B4-BE49-F238E27FC236}">
                  <a16:creationId xmlns:a16="http://schemas.microsoft.com/office/drawing/2014/main" id="{5A860106-2081-4D12-B81B-E1A854784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168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31" name="Text Box 32">
              <a:extLst>
                <a:ext uri="{FF2B5EF4-FFF2-40B4-BE49-F238E27FC236}">
                  <a16:creationId xmlns:a16="http://schemas.microsoft.com/office/drawing/2014/main" id="{B8BACACB-AC59-4E59-9E1B-E84354B67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05532" name="Text Box 33">
              <a:extLst>
                <a:ext uri="{FF2B5EF4-FFF2-40B4-BE49-F238E27FC236}">
                  <a16:creationId xmlns:a16="http://schemas.microsoft.com/office/drawing/2014/main" id="{0F66D692-648D-498C-A4DA-31FDB1CCD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33" name="Text Box 34">
              <a:extLst>
                <a:ext uri="{FF2B5EF4-FFF2-40B4-BE49-F238E27FC236}">
                  <a16:creationId xmlns:a16="http://schemas.microsoft.com/office/drawing/2014/main" id="{1B59F1C9-B5F7-4961-A8A9-4AE40CD78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grpSp>
          <p:nvGrpSpPr>
            <p:cNvPr id="105534" name="Group 35">
              <a:extLst>
                <a:ext uri="{FF2B5EF4-FFF2-40B4-BE49-F238E27FC236}">
                  <a16:creationId xmlns:a16="http://schemas.microsoft.com/office/drawing/2014/main" id="{B1ADD291-D758-449F-975F-0F42B08C1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392"/>
              <a:ext cx="1440" cy="1776"/>
              <a:chOff x="3120" y="1968"/>
              <a:chExt cx="1440" cy="624"/>
            </a:xfrm>
          </p:grpSpPr>
          <p:sp>
            <p:nvSpPr>
              <p:cNvPr id="105576" name="Line 36">
                <a:extLst>
                  <a:ext uri="{FF2B5EF4-FFF2-40B4-BE49-F238E27FC236}">
                    <a16:creationId xmlns:a16="http://schemas.microsoft.com/office/drawing/2014/main" id="{CCD713DD-6481-43B2-BE3C-F29BFB682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77" name="Line 37">
                <a:extLst>
                  <a:ext uri="{FF2B5EF4-FFF2-40B4-BE49-F238E27FC236}">
                    <a16:creationId xmlns:a16="http://schemas.microsoft.com/office/drawing/2014/main" id="{4EE8CEA6-4824-44C3-B8AE-6CEE2E7DF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78" name="Line 38">
                <a:extLst>
                  <a:ext uri="{FF2B5EF4-FFF2-40B4-BE49-F238E27FC236}">
                    <a16:creationId xmlns:a16="http://schemas.microsoft.com/office/drawing/2014/main" id="{477A0483-83AD-4F2B-9418-BA65C529C9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79" name="Line 39">
                <a:extLst>
                  <a:ext uri="{FF2B5EF4-FFF2-40B4-BE49-F238E27FC236}">
                    <a16:creationId xmlns:a16="http://schemas.microsoft.com/office/drawing/2014/main" id="{D86966F0-CE92-49A9-A571-A1C722E93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80" name="Line 40">
                <a:extLst>
                  <a:ext uri="{FF2B5EF4-FFF2-40B4-BE49-F238E27FC236}">
                    <a16:creationId xmlns:a16="http://schemas.microsoft.com/office/drawing/2014/main" id="{EA903E67-9651-4377-9E6C-1AF75BEB8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81" name="Line 41">
                <a:extLst>
                  <a:ext uri="{FF2B5EF4-FFF2-40B4-BE49-F238E27FC236}">
                    <a16:creationId xmlns:a16="http://schemas.microsoft.com/office/drawing/2014/main" id="{658B0743-1A64-4096-B11E-184466B3B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535" name="Text Box 42">
              <a:extLst>
                <a:ext uri="{FF2B5EF4-FFF2-40B4-BE49-F238E27FC236}">
                  <a16:creationId xmlns:a16="http://schemas.microsoft.com/office/drawing/2014/main" id="{F861ADD5-6A5A-4CC5-B7B2-486C3D3DC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36" name="Text Box 43">
              <a:extLst>
                <a:ext uri="{FF2B5EF4-FFF2-40B4-BE49-F238E27FC236}">
                  <a16:creationId xmlns:a16="http://schemas.microsoft.com/office/drawing/2014/main" id="{B4740D99-8D11-491F-8827-23AB5D8D0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37" name="Text Box 44">
              <a:extLst>
                <a:ext uri="{FF2B5EF4-FFF2-40B4-BE49-F238E27FC236}">
                  <a16:creationId xmlns:a16="http://schemas.microsoft.com/office/drawing/2014/main" id="{001D9F91-31EF-4697-8DC8-FDDAF65CC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05538" name="Text Box 45">
              <a:extLst>
                <a:ext uri="{FF2B5EF4-FFF2-40B4-BE49-F238E27FC236}">
                  <a16:creationId xmlns:a16="http://schemas.microsoft.com/office/drawing/2014/main" id="{A5936651-936D-4D04-996C-66C28C56F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39" name="Text Box 46">
              <a:extLst>
                <a:ext uri="{FF2B5EF4-FFF2-40B4-BE49-F238E27FC236}">
                  <a16:creationId xmlns:a16="http://schemas.microsoft.com/office/drawing/2014/main" id="{04991192-85ED-496C-8B0E-9F88D93D0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05540" name="Text Box 47">
              <a:extLst>
                <a:ext uri="{FF2B5EF4-FFF2-40B4-BE49-F238E27FC236}">
                  <a16:creationId xmlns:a16="http://schemas.microsoft.com/office/drawing/2014/main" id="{F10849A4-C67E-4064-A117-F08DE1857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41" name="Text Box 48">
              <a:extLst>
                <a:ext uri="{FF2B5EF4-FFF2-40B4-BE49-F238E27FC236}">
                  <a16:creationId xmlns:a16="http://schemas.microsoft.com/office/drawing/2014/main" id="{75B7F50B-A89E-4000-A610-4E4C7F64C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05542" name="Text Box 49">
              <a:extLst>
                <a:ext uri="{FF2B5EF4-FFF2-40B4-BE49-F238E27FC236}">
                  <a16:creationId xmlns:a16="http://schemas.microsoft.com/office/drawing/2014/main" id="{A04E8B63-AC5D-4791-9A67-BA0CE3502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43" name="Text Box 50">
              <a:extLst>
                <a:ext uri="{FF2B5EF4-FFF2-40B4-BE49-F238E27FC236}">
                  <a16:creationId xmlns:a16="http://schemas.microsoft.com/office/drawing/2014/main" id="{D4654EDD-22A7-4F2E-9FAD-0FA3EBE31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44" name="Text Box 51">
              <a:extLst>
                <a:ext uri="{FF2B5EF4-FFF2-40B4-BE49-F238E27FC236}">
                  <a16:creationId xmlns:a16="http://schemas.microsoft.com/office/drawing/2014/main" id="{5DB144B0-25D1-4D34-B952-A5388351E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45" name="Text Box 52">
              <a:extLst>
                <a:ext uri="{FF2B5EF4-FFF2-40B4-BE49-F238E27FC236}">
                  <a16:creationId xmlns:a16="http://schemas.microsoft.com/office/drawing/2014/main" id="{EAB2228E-7AA1-4616-9E4B-702CE48C6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46" name="Text Box 53">
              <a:extLst>
                <a:ext uri="{FF2B5EF4-FFF2-40B4-BE49-F238E27FC236}">
                  <a16:creationId xmlns:a16="http://schemas.microsoft.com/office/drawing/2014/main" id="{5AF6323F-AFB5-4977-9995-79CA9347A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47" name="Text Box 54">
              <a:extLst>
                <a:ext uri="{FF2B5EF4-FFF2-40B4-BE49-F238E27FC236}">
                  <a16:creationId xmlns:a16="http://schemas.microsoft.com/office/drawing/2014/main" id="{4A404151-5B23-41D6-94C3-A727D5B08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05548" name="Text Box 55">
              <a:extLst>
                <a:ext uri="{FF2B5EF4-FFF2-40B4-BE49-F238E27FC236}">
                  <a16:creationId xmlns:a16="http://schemas.microsoft.com/office/drawing/2014/main" id="{80F5805A-788B-4921-B944-E5A3A3679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05549" name="Text Box 56">
              <a:extLst>
                <a:ext uri="{FF2B5EF4-FFF2-40B4-BE49-F238E27FC236}">
                  <a16:creationId xmlns:a16="http://schemas.microsoft.com/office/drawing/2014/main" id="{12248FC9-2DF3-4684-BADC-D39750041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05550" name="Text Box 57">
              <a:extLst>
                <a:ext uri="{FF2B5EF4-FFF2-40B4-BE49-F238E27FC236}">
                  <a16:creationId xmlns:a16="http://schemas.microsoft.com/office/drawing/2014/main" id="{9B3580BA-EC5A-42E2-A44A-9BBADE5A7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51" name="Text Box 58">
              <a:extLst>
                <a:ext uri="{FF2B5EF4-FFF2-40B4-BE49-F238E27FC236}">
                  <a16:creationId xmlns:a16="http://schemas.microsoft.com/office/drawing/2014/main" id="{4758E4C0-2705-47A6-BF91-949FCD71E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52" name="Text Box 59">
              <a:extLst>
                <a:ext uri="{FF2B5EF4-FFF2-40B4-BE49-F238E27FC236}">
                  <a16:creationId xmlns:a16="http://schemas.microsoft.com/office/drawing/2014/main" id="{33D321A8-17A2-4B25-BDB3-2939C0959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05553" name="Text Box 60">
              <a:extLst>
                <a:ext uri="{FF2B5EF4-FFF2-40B4-BE49-F238E27FC236}">
                  <a16:creationId xmlns:a16="http://schemas.microsoft.com/office/drawing/2014/main" id="{4884C011-EB5C-455E-ACFF-893AFAE29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54" name="Text Box 61">
              <a:extLst>
                <a:ext uri="{FF2B5EF4-FFF2-40B4-BE49-F238E27FC236}">
                  <a16:creationId xmlns:a16="http://schemas.microsoft.com/office/drawing/2014/main" id="{98A51FDD-05B7-47B5-B984-B28CB830E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55" name="Text Box 62">
              <a:extLst>
                <a:ext uri="{FF2B5EF4-FFF2-40B4-BE49-F238E27FC236}">
                  <a16:creationId xmlns:a16="http://schemas.microsoft.com/office/drawing/2014/main" id="{916B8B15-9987-4E94-9F07-B1F7038E1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56" name="Text Box 63">
              <a:extLst>
                <a:ext uri="{FF2B5EF4-FFF2-40B4-BE49-F238E27FC236}">
                  <a16:creationId xmlns:a16="http://schemas.microsoft.com/office/drawing/2014/main" id="{CBF66066-10B4-464E-ABA6-FFB0DD473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57" name="Text Box 64">
              <a:extLst>
                <a:ext uri="{FF2B5EF4-FFF2-40B4-BE49-F238E27FC236}">
                  <a16:creationId xmlns:a16="http://schemas.microsoft.com/office/drawing/2014/main" id="{8036DA33-215F-4802-BBCE-153503E9F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58" name="Text Box 65">
              <a:extLst>
                <a:ext uri="{FF2B5EF4-FFF2-40B4-BE49-F238E27FC236}">
                  <a16:creationId xmlns:a16="http://schemas.microsoft.com/office/drawing/2014/main" id="{7649FCFE-4D8B-4CCA-8871-6B0426CF9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05559" name="Text Box 66">
              <a:extLst>
                <a:ext uri="{FF2B5EF4-FFF2-40B4-BE49-F238E27FC236}">
                  <a16:creationId xmlns:a16="http://schemas.microsoft.com/office/drawing/2014/main" id="{47ED14A9-8867-41E7-87B0-035ED800E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60" name="Text Box 67">
              <a:extLst>
                <a:ext uri="{FF2B5EF4-FFF2-40B4-BE49-F238E27FC236}">
                  <a16:creationId xmlns:a16="http://schemas.microsoft.com/office/drawing/2014/main" id="{9A9CEA58-D030-4C47-B146-E2D31BD5D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61" name="Text Box 68">
              <a:extLst>
                <a:ext uri="{FF2B5EF4-FFF2-40B4-BE49-F238E27FC236}">
                  <a16:creationId xmlns:a16="http://schemas.microsoft.com/office/drawing/2014/main" id="{B9957351-7269-47AB-A17E-205E58EEA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562" name="Text Box 69">
              <a:extLst>
                <a:ext uri="{FF2B5EF4-FFF2-40B4-BE49-F238E27FC236}">
                  <a16:creationId xmlns:a16="http://schemas.microsoft.com/office/drawing/2014/main" id="{AA8EFCED-4F9D-41D7-B55D-72A14FF75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05563" name="Text Box 70">
              <a:extLst>
                <a:ext uri="{FF2B5EF4-FFF2-40B4-BE49-F238E27FC236}">
                  <a16:creationId xmlns:a16="http://schemas.microsoft.com/office/drawing/2014/main" id="{97ED1A3A-03FC-43EF-860F-4BBEDC3DE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05564" name="Text Box 71">
              <a:extLst>
                <a:ext uri="{FF2B5EF4-FFF2-40B4-BE49-F238E27FC236}">
                  <a16:creationId xmlns:a16="http://schemas.microsoft.com/office/drawing/2014/main" id="{C3DF916A-AE05-466C-B103-E6F336F5E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05565" name="Text Box 72">
              <a:extLst>
                <a:ext uri="{FF2B5EF4-FFF2-40B4-BE49-F238E27FC236}">
                  <a16:creationId xmlns:a16="http://schemas.microsoft.com/office/drawing/2014/main" id="{0E04E588-8956-40E3-B4D1-51C80FE61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05566" name="Text Box 73">
              <a:extLst>
                <a:ext uri="{FF2B5EF4-FFF2-40B4-BE49-F238E27FC236}">
                  <a16:creationId xmlns:a16="http://schemas.microsoft.com/office/drawing/2014/main" id="{40DE6B7A-D9E5-4DAC-BCF2-5A713F217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67" name="Text Box 74">
              <a:extLst>
                <a:ext uri="{FF2B5EF4-FFF2-40B4-BE49-F238E27FC236}">
                  <a16:creationId xmlns:a16="http://schemas.microsoft.com/office/drawing/2014/main" id="{EE4FD538-0278-4FD5-9D36-02D073C57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105568" name="Text Box 75">
              <a:extLst>
                <a:ext uri="{FF2B5EF4-FFF2-40B4-BE49-F238E27FC236}">
                  <a16:creationId xmlns:a16="http://schemas.microsoft.com/office/drawing/2014/main" id="{4B5CBB5F-AA17-4273-9B9D-91E8333E9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69" name="Text Box 76">
              <a:extLst>
                <a:ext uri="{FF2B5EF4-FFF2-40B4-BE49-F238E27FC236}">
                  <a16:creationId xmlns:a16="http://schemas.microsoft.com/office/drawing/2014/main" id="{6F807266-2B2D-4EA2-B4A4-24BE5ABF6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70" name="Text Box 77">
              <a:extLst>
                <a:ext uri="{FF2B5EF4-FFF2-40B4-BE49-F238E27FC236}">
                  <a16:creationId xmlns:a16="http://schemas.microsoft.com/office/drawing/2014/main" id="{18D495BE-D468-4D1E-87AF-52719CFBE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71" name="Text Box 78">
              <a:extLst>
                <a:ext uri="{FF2B5EF4-FFF2-40B4-BE49-F238E27FC236}">
                  <a16:creationId xmlns:a16="http://schemas.microsoft.com/office/drawing/2014/main" id="{1770A970-9220-461A-9DB2-E69878571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72" name="Text Box 79">
              <a:extLst>
                <a:ext uri="{FF2B5EF4-FFF2-40B4-BE49-F238E27FC236}">
                  <a16:creationId xmlns:a16="http://schemas.microsoft.com/office/drawing/2014/main" id="{56B62E31-CC01-4AAD-803A-B0642C862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73" name="Text Box 80">
              <a:extLst>
                <a:ext uri="{FF2B5EF4-FFF2-40B4-BE49-F238E27FC236}">
                  <a16:creationId xmlns:a16="http://schemas.microsoft.com/office/drawing/2014/main" id="{0CE8DEA3-7FE3-4358-8F90-15B8F7D38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74" name="Text Box 82">
              <a:extLst>
                <a:ext uri="{FF2B5EF4-FFF2-40B4-BE49-F238E27FC236}">
                  <a16:creationId xmlns:a16="http://schemas.microsoft.com/office/drawing/2014/main" id="{D4A67C66-452C-4877-8150-C8828EAA6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105575" name="Line 83">
              <a:extLst>
                <a:ext uri="{FF2B5EF4-FFF2-40B4-BE49-F238E27FC236}">
                  <a16:creationId xmlns:a16="http://schemas.microsoft.com/office/drawing/2014/main" id="{F77506C8-1311-40EB-9BF0-D2FC8C01B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488" name="Group 85">
            <a:extLst>
              <a:ext uri="{FF2B5EF4-FFF2-40B4-BE49-F238E27FC236}">
                <a16:creationId xmlns:a16="http://schemas.microsoft.com/office/drawing/2014/main" id="{B858575A-AFBB-49F9-B6FE-BEC8260AC307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362200"/>
            <a:ext cx="1447800" cy="990600"/>
            <a:chOff x="528" y="1248"/>
            <a:chExt cx="912" cy="624"/>
          </a:xfrm>
        </p:grpSpPr>
        <p:sp>
          <p:nvSpPr>
            <p:cNvPr id="105511" name="Line 86">
              <a:extLst>
                <a:ext uri="{FF2B5EF4-FFF2-40B4-BE49-F238E27FC236}">
                  <a16:creationId xmlns:a16="http://schemas.microsoft.com/office/drawing/2014/main" id="{E70958CE-6ACA-41F5-95FC-74871E3AE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12" name="Text Box 87">
              <a:extLst>
                <a:ext uri="{FF2B5EF4-FFF2-40B4-BE49-F238E27FC236}">
                  <a16:creationId xmlns:a16="http://schemas.microsoft.com/office/drawing/2014/main" id="{37DBE962-0CBD-4279-A395-D047B7767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05513" name="Text Box 88">
              <a:extLst>
                <a:ext uri="{FF2B5EF4-FFF2-40B4-BE49-F238E27FC236}">
                  <a16:creationId xmlns:a16="http://schemas.microsoft.com/office/drawing/2014/main" id="{60310422-6D13-4A45-908E-8AEE59DF4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05514" name="Text Box 89">
              <a:extLst>
                <a:ext uri="{FF2B5EF4-FFF2-40B4-BE49-F238E27FC236}">
                  <a16:creationId xmlns:a16="http://schemas.microsoft.com/office/drawing/2014/main" id="{5708DBA7-D60C-4C88-8C6E-F4D4AC51D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515" name="Line 90">
              <a:extLst>
                <a:ext uri="{FF2B5EF4-FFF2-40B4-BE49-F238E27FC236}">
                  <a16:creationId xmlns:a16="http://schemas.microsoft.com/office/drawing/2014/main" id="{CB10D298-AD5F-4DFB-88BC-EFE2B9EAE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16" name="Line 91">
              <a:extLst>
                <a:ext uri="{FF2B5EF4-FFF2-40B4-BE49-F238E27FC236}">
                  <a16:creationId xmlns:a16="http://schemas.microsoft.com/office/drawing/2014/main" id="{756FBCFF-D5E7-4E15-A547-4C40AF2AF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17" name="Text Box 92">
              <a:extLst>
                <a:ext uri="{FF2B5EF4-FFF2-40B4-BE49-F238E27FC236}">
                  <a16:creationId xmlns:a16="http://schemas.microsoft.com/office/drawing/2014/main" id="{022C1219-D1A0-425A-A38D-AC71FC213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05518" name="Line 93">
              <a:extLst>
                <a:ext uri="{FF2B5EF4-FFF2-40B4-BE49-F238E27FC236}">
                  <a16:creationId xmlns:a16="http://schemas.microsoft.com/office/drawing/2014/main" id="{E25200E4-5A52-47D7-8818-11FE85A8B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19" name="Text Box 94">
              <a:extLst>
                <a:ext uri="{FF2B5EF4-FFF2-40B4-BE49-F238E27FC236}">
                  <a16:creationId xmlns:a16="http://schemas.microsoft.com/office/drawing/2014/main" id="{E3CA94CA-7542-47F8-950A-03BEAE3CF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grpSp>
          <p:nvGrpSpPr>
            <p:cNvPr id="105520" name="Group 95">
              <a:extLst>
                <a:ext uri="{FF2B5EF4-FFF2-40B4-BE49-F238E27FC236}">
                  <a16:creationId xmlns:a16="http://schemas.microsoft.com/office/drawing/2014/main" id="{2A5D265B-A34E-4D42-BB36-93FFDCDB6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105523" name="Line 96">
                <a:extLst>
                  <a:ext uri="{FF2B5EF4-FFF2-40B4-BE49-F238E27FC236}">
                    <a16:creationId xmlns:a16="http://schemas.microsoft.com/office/drawing/2014/main" id="{6C0AA510-FBDA-48C9-A1EA-79D5ED00E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24" name="Line 97">
                <a:extLst>
                  <a:ext uri="{FF2B5EF4-FFF2-40B4-BE49-F238E27FC236}">
                    <a16:creationId xmlns:a16="http://schemas.microsoft.com/office/drawing/2014/main" id="{3792CFA0-8B9F-4FAA-B267-778A9E94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25" name="Line 98">
                <a:extLst>
                  <a:ext uri="{FF2B5EF4-FFF2-40B4-BE49-F238E27FC236}">
                    <a16:creationId xmlns:a16="http://schemas.microsoft.com/office/drawing/2014/main" id="{F5294C7A-963D-4FB1-9195-3401106E1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521" name="Text Box 99">
              <a:extLst>
                <a:ext uri="{FF2B5EF4-FFF2-40B4-BE49-F238E27FC236}">
                  <a16:creationId xmlns:a16="http://schemas.microsoft.com/office/drawing/2014/main" id="{B0B77E80-6051-4B2C-81F2-0997B9EE4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05522" name="Text Box 100">
              <a:extLst>
                <a:ext uri="{FF2B5EF4-FFF2-40B4-BE49-F238E27FC236}">
                  <a16:creationId xmlns:a16="http://schemas.microsoft.com/office/drawing/2014/main" id="{1673DD26-7D4A-4DDA-8278-888FE146B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105489" name="Text Box 102">
            <a:extLst>
              <a:ext uri="{FF2B5EF4-FFF2-40B4-BE49-F238E27FC236}">
                <a16:creationId xmlns:a16="http://schemas.microsoft.com/office/drawing/2014/main" id="{EC25CBC3-19FC-4D47-B91B-0B92A3F2C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60020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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S</a:t>
            </a:r>
          </a:p>
        </p:txBody>
      </p:sp>
      <p:grpSp>
        <p:nvGrpSpPr>
          <p:cNvPr id="7" name="Group 166">
            <a:extLst>
              <a:ext uri="{FF2B5EF4-FFF2-40B4-BE49-F238E27FC236}">
                <a16:creationId xmlns:a16="http://schemas.microsoft.com/office/drawing/2014/main" id="{9F37C1C1-F964-49D9-867B-DEA59F711774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362200"/>
            <a:ext cx="1371600" cy="1066800"/>
            <a:chOff x="3984" y="1488"/>
            <a:chExt cx="864" cy="672"/>
          </a:xfrm>
        </p:grpSpPr>
        <p:sp>
          <p:nvSpPr>
            <p:cNvPr id="105499" name="Text Box 105">
              <a:extLst>
                <a:ext uri="{FF2B5EF4-FFF2-40B4-BE49-F238E27FC236}">
                  <a16:creationId xmlns:a16="http://schemas.microsoft.com/office/drawing/2014/main" id="{2F95792B-4CA7-470D-927D-D7F3DC9B0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05500" name="Text Box 106">
              <a:extLst>
                <a:ext uri="{FF2B5EF4-FFF2-40B4-BE49-F238E27FC236}">
                  <a16:creationId xmlns:a16="http://schemas.microsoft.com/office/drawing/2014/main" id="{EBB45EA4-7E59-4838-8006-A84CD52FE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grpSp>
          <p:nvGrpSpPr>
            <p:cNvPr id="105501" name="Group 108">
              <a:extLst>
                <a:ext uri="{FF2B5EF4-FFF2-40B4-BE49-F238E27FC236}">
                  <a16:creationId xmlns:a16="http://schemas.microsoft.com/office/drawing/2014/main" id="{53BBDCE8-079C-4ECD-8DBA-2A9663DE16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488"/>
              <a:ext cx="864" cy="192"/>
              <a:chOff x="528" y="1392"/>
              <a:chExt cx="1440" cy="192"/>
            </a:xfrm>
          </p:grpSpPr>
          <p:sp>
            <p:nvSpPr>
              <p:cNvPr id="105509" name="Line 109">
                <a:extLst>
                  <a:ext uri="{FF2B5EF4-FFF2-40B4-BE49-F238E27FC236}">
                    <a16:creationId xmlns:a16="http://schemas.microsoft.com/office/drawing/2014/main" id="{4BE2C366-6BB0-48F5-9625-461ABC107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10" name="Line 110">
                <a:extLst>
                  <a:ext uri="{FF2B5EF4-FFF2-40B4-BE49-F238E27FC236}">
                    <a16:creationId xmlns:a16="http://schemas.microsoft.com/office/drawing/2014/main" id="{8714C195-3702-44A2-8A01-E2FB82C31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502" name="Line 111">
              <a:extLst>
                <a:ext uri="{FF2B5EF4-FFF2-40B4-BE49-F238E27FC236}">
                  <a16:creationId xmlns:a16="http://schemas.microsoft.com/office/drawing/2014/main" id="{0412BBBF-DFEF-4818-9AE7-550FF3ED3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05503" name="Group 163">
              <a:extLst>
                <a:ext uri="{FF2B5EF4-FFF2-40B4-BE49-F238E27FC236}">
                  <a16:creationId xmlns:a16="http://schemas.microsoft.com/office/drawing/2014/main" id="{E86ACAB4-FBB6-400E-B620-EA8AEEACF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488"/>
              <a:ext cx="864" cy="672"/>
              <a:chOff x="3984" y="1488"/>
              <a:chExt cx="864" cy="1776"/>
            </a:xfrm>
          </p:grpSpPr>
          <p:sp>
            <p:nvSpPr>
              <p:cNvPr id="105505" name="Line 116">
                <a:extLst>
                  <a:ext uri="{FF2B5EF4-FFF2-40B4-BE49-F238E27FC236}">
                    <a16:creationId xmlns:a16="http://schemas.microsoft.com/office/drawing/2014/main" id="{B662337E-B579-41F5-AA02-361C40EDF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06" name="Line 117">
                <a:extLst>
                  <a:ext uri="{FF2B5EF4-FFF2-40B4-BE49-F238E27FC236}">
                    <a16:creationId xmlns:a16="http://schemas.microsoft.com/office/drawing/2014/main" id="{30CD8AC5-13A0-47B4-9F92-C7A37455A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07" name="Line 118">
                <a:extLst>
                  <a:ext uri="{FF2B5EF4-FFF2-40B4-BE49-F238E27FC236}">
                    <a16:creationId xmlns:a16="http://schemas.microsoft.com/office/drawing/2014/main" id="{1C9F2DE3-1779-415C-9A8A-E1AC28B2C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508" name="Line 119">
                <a:extLst>
                  <a:ext uri="{FF2B5EF4-FFF2-40B4-BE49-F238E27FC236}">
                    <a16:creationId xmlns:a16="http://schemas.microsoft.com/office/drawing/2014/main" id="{C54C9280-07D0-44FA-A0F5-91F552C5F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504" name="Text Box 134">
              <a:extLst>
                <a:ext uri="{FF2B5EF4-FFF2-40B4-BE49-F238E27FC236}">
                  <a16:creationId xmlns:a16="http://schemas.microsoft.com/office/drawing/2014/main" id="{FD0EA7AD-9214-4B6A-9D12-62731B003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</p:grpSp>
      <p:grpSp>
        <p:nvGrpSpPr>
          <p:cNvPr id="10" name="Group 170">
            <a:extLst>
              <a:ext uri="{FF2B5EF4-FFF2-40B4-BE49-F238E27FC236}">
                <a16:creationId xmlns:a16="http://schemas.microsoft.com/office/drawing/2014/main" id="{2A3DB2E3-229C-423B-8E2A-B92A7AAB6C09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743200"/>
            <a:ext cx="1371600" cy="304800"/>
            <a:chOff x="3984" y="1728"/>
            <a:chExt cx="864" cy="192"/>
          </a:xfrm>
        </p:grpSpPr>
        <p:sp>
          <p:nvSpPr>
            <p:cNvPr id="105496" name="Text Box 124">
              <a:extLst>
                <a:ext uri="{FF2B5EF4-FFF2-40B4-BE49-F238E27FC236}">
                  <a16:creationId xmlns:a16="http://schemas.microsoft.com/office/drawing/2014/main" id="{E1A4AC09-93F8-49D4-9694-E51D33C85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7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05497" name="Text Box 125">
              <a:extLst>
                <a:ext uri="{FF2B5EF4-FFF2-40B4-BE49-F238E27FC236}">
                  <a16:creationId xmlns:a16="http://schemas.microsoft.com/office/drawing/2014/main" id="{25F2B95A-FA5A-48E2-9AFE-9AA5757BF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7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498" name="Text Box 142">
              <a:extLst>
                <a:ext uri="{FF2B5EF4-FFF2-40B4-BE49-F238E27FC236}">
                  <a16:creationId xmlns:a16="http://schemas.microsoft.com/office/drawing/2014/main" id="{B9848669-9C1D-4A41-AA4C-618BC89BD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72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</p:grpSp>
      <p:grpSp>
        <p:nvGrpSpPr>
          <p:cNvPr id="11" name="Group 171">
            <a:extLst>
              <a:ext uri="{FF2B5EF4-FFF2-40B4-BE49-F238E27FC236}">
                <a16:creationId xmlns:a16="http://schemas.microsoft.com/office/drawing/2014/main" id="{B7C8D994-7E92-46A6-B9FB-8348907692C0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048000"/>
            <a:ext cx="1371600" cy="304800"/>
            <a:chOff x="3984" y="1920"/>
            <a:chExt cx="864" cy="192"/>
          </a:xfrm>
        </p:grpSpPr>
        <p:sp>
          <p:nvSpPr>
            <p:cNvPr id="105493" name="Text Box 130">
              <a:extLst>
                <a:ext uri="{FF2B5EF4-FFF2-40B4-BE49-F238E27FC236}">
                  <a16:creationId xmlns:a16="http://schemas.microsoft.com/office/drawing/2014/main" id="{36869057-F7D3-47F6-9E2A-986F44CF2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05494" name="Text Box 131">
              <a:extLst>
                <a:ext uri="{FF2B5EF4-FFF2-40B4-BE49-F238E27FC236}">
                  <a16:creationId xmlns:a16="http://schemas.microsoft.com/office/drawing/2014/main" id="{955B876F-4EAA-4B10-95A0-91C9A5AC2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05495" name="Text Box 148">
              <a:extLst>
                <a:ext uri="{FF2B5EF4-FFF2-40B4-BE49-F238E27FC236}">
                  <a16:creationId xmlns:a16="http://schemas.microsoft.com/office/drawing/2014/main" id="{545E67F2-DC8F-4647-9AC9-80AA1491A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912" grpId="0" animBg="1"/>
      <p:bldP spid="500913" grpId="0" animBg="1"/>
      <p:bldP spid="500911" grpId="0" animBg="1"/>
      <p:bldP spid="500911" grpId="1" animBg="1"/>
      <p:bldP spid="500914" grpId="0" animBg="1"/>
      <p:bldP spid="500914" grpId="1" animBg="1"/>
      <p:bldP spid="500909" grpId="0" animBg="1"/>
      <p:bldP spid="500909" grpId="1" animBg="1"/>
      <p:bldP spid="500909" grpId="2" animBg="1"/>
      <p:bldP spid="500908" grpId="0" animBg="1"/>
      <p:bldP spid="500908" grpId="1" animBg="1"/>
      <p:bldP spid="500905" grpId="0" animBg="1"/>
      <p:bldP spid="500905" grpId="1" animBg="1"/>
      <p:bldP spid="500903" grpId="0" animBg="1"/>
      <p:bldP spid="500900" grpId="0" animBg="1"/>
      <p:bldP spid="50090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C1FFE42-5449-41DB-9BAD-A2B72716E1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07523" name="Slide Number Placeholder 5">
            <a:extLst>
              <a:ext uri="{FF2B5EF4-FFF2-40B4-BE49-F238E27FC236}">
                <a16:creationId xmlns:a16="http://schemas.microsoft.com/office/drawing/2014/main" id="{244277F7-7AC6-4D8D-A752-61A01A84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C3DF306-8AAE-4C71-B135-ABA42563094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6B3CA6BB-B301-494D-85F6-63FB142E3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A3AA3372-9F8F-41F3-8A3E-736C7F6F6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/>
              <a:t>Biểu diễn phép chia thông qua tập đầy đủ các phép toán ĐSQH</a:t>
            </a:r>
          </a:p>
          <a:p>
            <a:pPr eaLnBrk="1" hangingPunct="1"/>
            <a:endParaRPr lang="en-US" altLang="en-US"/>
          </a:p>
        </p:txBody>
      </p:sp>
      <p:sp>
        <p:nvSpPr>
          <p:cNvPr id="107526" name="Text Box 4">
            <a:extLst>
              <a:ext uri="{FF2B5EF4-FFF2-40B4-BE49-F238E27FC236}">
                <a16:creationId xmlns:a16="http://schemas.microsoft.com/office/drawing/2014/main" id="{A9614E5F-7C86-4201-835B-4CE0901D5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38400"/>
            <a:ext cx="640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Q1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Y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107527" name="Text Box 5">
            <a:extLst>
              <a:ext uri="{FF2B5EF4-FFF2-40B4-BE49-F238E27FC236}">
                <a16:creationId xmlns:a16="http://schemas.microsoft.com/office/drawing/2014/main" id="{4DDBAA2B-FAD7-4E71-9BA7-0DD4403B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108325"/>
            <a:ext cx="6400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Q2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Q1  S</a:t>
            </a:r>
            <a:endParaRPr lang="en-US" altLang="en-US" sz="22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07528" name="Text Box 6">
            <a:extLst>
              <a:ext uri="{FF2B5EF4-FFF2-40B4-BE49-F238E27FC236}">
                <a16:creationId xmlns:a16="http://schemas.microsoft.com/office/drawing/2014/main" id="{3A1C1A46-E70D-44F3-A4A6-664B161CB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581400"/>
            <a:ext cx="640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Q3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(Q2  R)</a:t>
            </a:r>
            <a:endParaRPr lang="en-US" altLang="en-US" sz="22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07529" name="Text Box 7">
            <a:extLst>
              <a:ext uri="{FF2B5EF4-FFF2-40B4-BE49-F238E27FC236}">
                <a16:creationId xmlns:a16="http://schemas.microsoft.com/office/drawing/2014/main" id="{1BB364E3-E197-4901-B003-DCDFB9567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267200"/>
            <a:ext cx="6400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T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Q1  Q3</a:t>
            </a:r>
            <a:endParaRPr lang="en-US" altLang="en-US" sz="22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C1EEE82-E9F3-4E27-861E-6623A49B8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09571" name="Slide Number Placeholder 5">
            <a:extLst>
              <a:ext uri="{FF2B5EF4-FFF2-40B4-BE49-F238E27FC236}">
                <a16:creationId xmlns:a16="http://schemas.microsoft.com/office/drawing/2014/main" id="{A7416C63-D746-4D54-A466-28F9467E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20B8B91-457D-4277-88E0-C7BFA14D89A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90555B63-410D-4635-B7A1-675E5369F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81D5E6AE-049E-4F7B-9E81-A078149D9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766763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B1. 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Q1 </a:t>
            </a:r>
            <a:r>
              <a:rPr lang="en-US" altLang="en-US" sz="3600">
                <a:latin typeface="Tahoma" panose="020B0604030504040204" pitchFamily="34" charset="0"/>
                <a:sym typeface="Symbol" panose="05050102010706020507" pitchFamily="18" charset="2"/>
              </a:rPr>
              <a:t> </a:t>
            </a:r>
            <a:r>
              <a:rPr lang="en-US" altLang="en-US" sz="44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latin typeface="Tahoma" panose="020B0604030504040204" pitchFamily="34" charset="0"/>
                <a:sym typeface="Symbol" panose="05050102010706020507" pitchFamily="18" charset="2"/>
              </a:rPr>
              <a:t>Y 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  <a:endParaRPr lang="en-US" altLang="en-US" sz="2800" baseline="-25000">
              <a:latin typeface="Tahom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6490A3-CD63-435B-88E7-3F6C294DBDA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362200"/>
          <a:ext cx="3276600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876009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454672180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769">
                <a:tc rowSpan="8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899101444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36498701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62741500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</a:tbl>
          </a:graphicData>
        </a:graphic>
      </p:graphicFrame>
      <p:graphicFrame>
        <p:nvGraphicFramePr>
          <p:cNvPr id="172" name="Table 171">
            <a:extLst>
              <a:ext uri="{FF2B5EF4-FFF2-40B4-BE49-F238E27FC236}">
                <a16:creationId xmlns:a16="http://schemas.microsoft.com/office/drawing/2014/main" id="{C1A78FD8-E9D9-4528-B104-F216981D5FB7}"/>
              </a:ext>
            </a:extLst>
          </p:cNvPr>
          <p:cNvGraphicFramePr>
            <a:graphicFrameLocks noGrp="1"/>
          </p:cNvGraphicFramePr>
          <p:nvPr/>
        </p:nvGraphicFramePr>
        <p:xfrm>
          <a:off x="4914900" y="2362200"/>
          <a:ext cx="21844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946">
                <a:tc rowSpan="5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C1EEE82-E9F3-4E27-861E-6623A49B8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11619" name="Slide Number Placeholder 5">
            <a:extLst>
              <a:ext uri="{FF2B5EF4-FFF2-40B4-BE49-F238E27FC236}">
                <a16:creationId xmlns:a16="http://schemas.microsoft.com/office/drawing/2014/main" id="{8F6A5DE6-EC73-431D-B503-475AA78F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E8FDF2D-A13B-4BBC-A82A-63C129A9DF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349F7D75-427C-4C85-A8C0-BB817CF4C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DD332C81-2CB5-4E5A-992F-0D662413D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766763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B2. 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Q2 </a:t>
            </a:r>
            <a:r>
              <a:rPr lang="en-US" altLang="en-US" sz="36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 Q1  S</a:t>
            </a:r>
            <a:endParaRPr lang="en-US" altLang="en-US" sz="28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72" name="Table 171">
            <a:extLst>
              <a:ext uri="{FF2B5EF4-FFF2-40B4-BE49-F238E27FC236}">
                <a16:creationId xmlns:a16="http://schemas.microsoft.com/office/drawing/2014/main" id="{C1A78FD8-E9D9-4528-B104-F216981D5FB7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362200"/>
          <a:ext cx="16383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946">
                <a:tc row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6AE019-89F0-41FE-BF2C-CB1BCD3475BC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2362200"/>
          <a:ext cx="21844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946">
                <a:tc rowSpan="5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C672F5-543A-4419-AC79-B24284DFE6FB}"/>
              </a:ext>
            </a:extLst>
          </p:cNvPr>
          <p:cNvGraphicFramePr>
            <a:graphicFrameLocks noGrp="1"/>
          </p:cNvGraphicFramePr>
          <p:nvPr/>
        </p:nvGraphicFramePr>
        <p:xfrm>
          <a:off x="5781675" y="2362200"/>
          <a:ext cx="2981328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88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17443810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63360628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Q2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898">
                <a:tc rowSpan="5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317176727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329860874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401844497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54486294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1766394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C1EEE82-E9F3-4E27-861E-6623A49B8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13667" name="Slide Number Placeholder 5">
            <a:extLst>
              <a:ext uri="{FF2B5EF4-FFF2-40B4-BE49-F238E27FC236}">
                <a16:creationId xmlns:a16="http://schemas.microsoft.com/office/drawing/2014/main" id="{CAD50F1C-DFEA-4605-9F00-0AC7CB47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126C309-0F83-4404-A3C1-72AECBB42E2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623C7A01-A305-4DC2-8608-6A0C9549D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35B3C4CC-A060-4321-9B64-3D605C1FF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766763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B3. 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Q3 </a:t>
            </a:r>
            <a:r>
              <a:rPr lang="en-US" altLang="en-US" sz="36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4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latin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(Q2  R)</a:t>
            </a:r>
            <a:endParaRPr lang="en-US" altLang="en-US" sz="28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C672F5-543A-4419-AC79-B24284DFE6FB}"/>
              </a:ext>
            </a:extLst>
          </p:cNvPr>
          <p:cNvGraphicFramePr>
            <a:graphicFrameLocks noGrp="1"/>
          </p:cNvGraphicFramePr>
          <p:nvPr/>
        </p:nvGraphicFramePr>
        <p:xfrm>
          <a:off x="66675" y="2074863"/>
          <a:ext cx="2981328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88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17443810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63360628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Q2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898">
                <a:tc rowSpan="5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89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317176727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329860874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401844497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54486294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b</a:t>
                      </a:r>
                    </a:p>
                  </a:txBody>
                  <a:tcPr marL="91441" marR="91441" marT="45727" marB="4572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91441" marR="91441" marT="45727" marB="45727"/>
                </a:tc>
                <a:extLst>
                  <a:ext uri="{0D108BD9-81ED-4DB2-BD59-A6C34878D82A}">
                    <a16:rowId xmlns:a16="http://schemas.microsoft.com/office/drawing/2014/main" val="17663946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CE92BA-612D-4822-91C1-34D7F0406D4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2074863"/>
          <a:ext cx="2895600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876009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454672180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769">
                <a:tc rowSpan="8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899101444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36498701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62741500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C4E95B-F1E1-4574-B7E2-366BAC593CB7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2074863"/>
          <a:ext cx="1987552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88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Q3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681">
                <a:tc rowSpan="3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  <a:tr h="37068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3171767271"/>
                  </a:ext>
                </a:extLst>
              </a:tr>
              <a:tr h="37068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4018444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C1EEE82-E9F3-4E27-861E-6623A49B8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15715" name="Slide Number Placeholder 5">
            <a:extLst>
              <a:ext uri="{FF2B5EF4-FFF2-40B4-BE49-F238E27FC236}">
                <a16:creationId xmlns:a16="http://schemas.microsoft.com/office/drawing/2014/main" id="{6A85D180-15B5-42E3-B073-6ACDBA2F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24A6A02-1B21-484D-AFE3-1BDC8470A1C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5EB96F31-ABA9-4292-B5D3-F751B94D0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(tt)</a:t>
            </a:r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id="{6EE1A835-1AF9-457C-8F87-FB21F45F3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766763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B4. 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T </a:t>
            </a:r>
            <a:r>
              <a:rPr lang="en-US" altLang="en-US" sz="36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 Q1  Q3</a:t>
            </a:r>
            <a:endParaRPr lang="en-US" altLang="en-US" sz="2800" baseline="-25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C4E95B-F1E1-4574-B7E2-366BAC593CB7}"/>
              </a:ext>
            </a:extLst>
          </p:cNvPr>
          <p:cNvGraphicFramePr>
            <a:graphicFrameLocks noGrp="1"/>
          </p:cNvGraphicFramePr>
          <p:nvPr/>
        </p:nvGraphicFramePr>
        <p:xfrm>
          <a:off x="3502025" y="2362200"/>
          <a:ext cx="1987552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88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Q3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681">
                <a:tc rowSpan="3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  <a:tr h="37068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3171767271"/>
                  </a:ext>
                </a:extLst>
              </a:tr>
              <a:tr h="37068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40184449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1536BA-A977-4364-86FA-3EEF3BC80956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2362200"/>
          <a:ext cx="21844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946">
                <a:tc rowSpan="5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20457124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312527900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606642933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872284042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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61747835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52E4843-503B-4A3D-AA7D-D260B49D5DC5}"/>
              </a:ext>
            </a:extLst>
          </p:cNvPr>
          <p:cNvGraphicFramePr>
            <a:graphicFrameLocks noGrp="1"/>
          </p:cNvGraphicFramePr>
          <p:nvPr/>
        </p:nvGraphicFramePr>
        <p:xfrm>
          <a:off x="6713538" y="2362200"/>
          <a:ext cx="1987552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88">
                  <a:extLst>
                    <a:ext uri="{9D8B030D-6E8A-4147-A177-3AD203B41FA5}">
                      <a16:colId xmlns:a16="http://schemas.microsoft.com/office/drawing/2014/main" val="837493569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3601379093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173385957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964720538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1" marR="91441" marT="45733" marB="45733"/>
                </a:tc>
                <a:extLst>
                  <a:ext uri="{0D108BD9-81ED-4DB2-BD59-A6C34878D82A}">
                    <a16:rowId xmlns:a16="http://schemas.microsoft.com/office/drawing/2014/main" val="2863609662"/>
                  </a:ext>
                </a:extLst>
              </a:tr>
              <a:tr h="370946">
                <a:tc row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1" marR="91441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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33" marB="45733"/>
                </a:tc>
                <a:extLst>
                  <a:ext uri="{0D108BD9-81ED-4DB2-BD59-A6C34878D82A}">
                    <a16:rowId xmlns:a16="http://schemas.microsoft.com/office/drawing/2014/main" val="317176727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1" marR="9144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latin typeface="Tahoma" panose="020B0604030504040204" pitchFamily="34" charset="0"/>
                          <a:sym typeface="Symbol" panose="05050102010706020507" pitchFamily="18" charset="2"/>
                        </a:rPr>
                        <a:t></a:t>
                      </a:r>
                      <a:endParaRPr lang="en-US" sz="1800" dirty="0"/>
                    </a:p>
                  </a:txBody>
                  <a:tcPr marL="91441" marR="91441" marT="45733" marB="45733"/>
                </a:tc>
                <a:extLst>
                  <a:ext uri="{0D108BD9-81ED-4DB2-BD59-A6C34878D82A}">
                    <a16:rowId xmlns:a16="http://schemas.microsoft.com/office/drawing/2014/main" val="4018444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C93F0C60-C665-47AC-93B6-3A5582D85B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71011" name="Slide Number Placeholder 5">
            <a:extLst>
              <a:ext uri="{FF2B5EF4-FFF2-40B4-BE49-F238E27FC236}">
                <a16:creationId xmlns:a16="http://schemas.microsoft.com/office/drawing/2014/main" id="{30B150D3-12AE-4BF5-8945-BF69AFA7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435514F-19E5-41A7-A34E-2063055D7A5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171012" name="Rectangle 113">
            <a:extLst>
              <a:ext uri="{FF2B5EF4-FFF2-40B4-BE49-F238E27FC236}">
                <a16:creationId xmlns:a16="http://schemas.microsoft.com/office/drawing/2014/main" id="{CBDC04E1-37B9-4264-9216-2FFC92EA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5908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3" name="Rectangle 114">
            <a:extLst>
              <a:ext uri="{FF2B5EF4-FFF2-40B4-BE49-F238E27FC236}">
                <a16:creationId xmlns:a16="http://schemas.microsoft.com/office/drawing/2014/main" id="{2208355C-7B16-4BB5-BDC9-5B1F3158A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908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4" name="Rectangle 109">
            <a:extLst>
              <a:ext uri="{FF2B5EF4-FFF2-40B4-BE49-F238E27FC236}">
                <a16:creationId xmlns:a16="http://schemas.microsoft.com/office/drawing/2014/main" id="{0978C5B0-B2F9-415A-96BC-E7EE41D70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860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5" name="Rectangle 107">
            <a:extLst>
              <a:ext uri="{FF2B5EF4-FFF2-40B4-BE49-F238E27FC236}">
                <a16:creationId xmlns:a16="http://schemas.microsoft.com/office/drawing/2014/main" id="{20A0CC31-E496-4E4C-BFDC-38653B51F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6" name="Rectangle 106">
            <a:extLst>
              <a:ext uri="{FF2B5EF4-FFF2-40B4-BE49-F238E27FC236}">
                <a16:creationId xmlns:a16="http://schemas.microsoft.com/office/drawing/2014/main" id="{64E10B93-E26F-4B17-AE0D-147DFB33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812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7" name="Rectangle 105">
            <a:extLst>
              <a:ext uri="{FF2B5EF4-FFF2-40B4-BE49-F238E27FC236}">
                <a16:creationId xmlns:a16="http://schemas.microsoft.com/office/drawing/2014/main" id="{25E8D1DD-93F4-4E39-AFF8-6831DB658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9812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1018" name="Rectangle 2">
            <a:extLst>
              <a:ext uri="{FF2B5EF4-FFF2-40B4-BE49-F238E27FC236}">
                <a16:creationId xmlns:a16="http://schemas.microsoft.com/office/drawing/2014/main" id="{7E362F49-0FF8-453E-97D9-EEFFC9033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trong SQL</a:t>
            </a:r>
          </a:p>
        </p:txBody>
      </p:sp>
      <p:sp>
        <p:nvSpPr>
          <p:cNvPr id="171019" name="Rectangle 3">
            <a:extLst>
              <a:ext uri="{FF2B5EF4-FFF2-40B4-BE49-F238E27FC236}">
                <a16:creationId xmlns:a16="http://schemas.microsoft.com/office/drawing/2014/main" id="{C365724F-A7D6-456E-9C5D-82EE62146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800600"/>
            <a:ext cx="8229600" cy="1524000"/>
          </a:xfrm>
        </p:spPr>
        <p:txBody>
          <a:bodyPr/>
          <a:lstStyle/>
          <a:p>
            <a:pPr eaLnBrk="1" hangingPunct="1"/>
            <a:r>
              <a:rPr lang="en-US" altLang="en-US"/>
              <a:t>R</a:t>
            </a:r>
            <a:r>
              <a:rPr lang="en-US" altLang="en-US">
                <a:sym typeface="Symbol" panose="05050102010706020507" pitchFamily="18" charset="2"/>
              </a:rPr>
              <a:t></a:t>
            </a:r>
            <a:r>
              <a:rPr lang="en-US" altLang="en-US"/>
              <a:t>S là tập các giá trị a</a:t>
            </a:r>
            <a:r>
              <a:rPr lang="en-US" altLang="en-US" baseline="-25000"/>
              <a:t>i</a:t>
            </a:r>
            <a:r>
              <a:rPr lang="en-US" altLang="en-US"/>
              <a:t> trong R sao cho </a:t>
            </a:r>
            <a:r>
              <a:rPr lang="en-US" altLang="en-US" u="sng"/>
              <a:t>không có</a:t>
            </a:r>
            <a:r>
              <a:rPr lang="en-US" altLang="en-US"/>
              <a:t> giá trị b</a:t>
            </a:r>
            <a:r>
              <a:rPr lang="en-US" altLang="en-US" baseline="-25000"/>
              <a:t>i</a:t>
            </a:r>
            <a:r>
              <a:rPr lang="en-US" altLang="en-US"/>
              <a:t> nào trong S làm cho bộ (a</a:t>
            </a:r>
            <a:r>
              <a:rPr lang="en-US" altLang="en-US" baseline="-25000"/>
              <a:t>i</a:t>
            </a:r>
            <a:r>
              <a:rPr lang="en-US" altLang="en-US"/>
              <a:t>, b</a:t>
            </a:r>
            <a:r>
              <a:rPr lang="en-US" altLang="en-US" baseline="-25000"/>
              <a:t>i</a:t>
            </a:r>
            <a:r>
              <a:rPr lang="en-US" altLang="en-US"/>
              <a:t>) </a:t>
            </a:r>
            <a:r>
              <a:rPr lang="en-US" altLang="en-US" u="sng"/>
              <a:t>không tồn tại</a:t>
            </a:r>
            <a:r>
              <a:rPr lang="en-US" altLang="en-US"/>
              <a:t> trong R</a:t>
            </a:r>
          </a:p>
        </p:txBody>
      </p:sp>
      <p:grpSp>
        <p:nvGrpSpPr>
          <p:cNvPr id="171020" name="Group 4">
            <a:extLst>
              <a:ext uri="{FF2B5EF4-FFF2-40B4-BE49-F238E27FC236}">
                <a16:creationId xmlns:a16="http://schemas.microsoft.com/office/drawing/2014/main" id="{8400E020-7580-48F6-938F-E4687698764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00200"/>
            <a:ext cx="2743200" cy="2819400"/>
            <a:chOff x="240" y="1392"/>
            <a:chExt cx="1728" cy="1776"/>
          </a:xfrm>
        </p:grpSpPr>
        <p:sp>
          <p:nvSpPr>
            <p:cNvPr id="171062" name="Text Box 5">
              <a:extLst>
                <a:ext uri="{FF2B5EF4-FFF2-40B4-BE49-F238E27FC236}">
                  <a16:creationId xmlns:a16="http://schemas.microsoft.com/office/drawing/2014/main" id="{E83DE848-5F50-4152-9669-4744C4EC9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71063" name="Text Box 6">
              <a:extLst>
                <a:ext uri="{FF2B5EF4-FFF2-40B4-BE49-F238E27FC236}">
                  <a16:creationId xmlns:a16="http://schemas.microsoft.com/office/drawing/2014/main" id="{ED35D1B9-441E-4FCE-9071-08579E7C7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71064" name="Text Box 7">
              <a:extLst>
                <a:ext uri="{FF2B5EF4-FFF2-40B4-BE49-F238E27FC236}">
                  <a16:creationId xmlns:a16="http://schemas.microsoft.com/office/drawing/2014/main" id="{538B3FC5-0C1D-4C6D-92BE-69B8D7CD2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171065" name="Group 8">
              <a:extLst>
                <a:ext uri="{FF2B5EF4-FFF2-40B4-BE49-F238E27FC236}">
                  <a16:creationId xmlns:a16="http://schemas.microsoft.com/office/drawing/2014/main" id="{E2A847D0-8D17-4B77-84B9-CD4F275393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392"/>
              <a:ext cx="1728" cy="192"/>
              <a:chOff x="528" y="1392"/>
              <a:chExt cx="1440" cy="192"/>
            </a:xfrm>
          </p:grpSpPr>
          <p:sp>
            <p:nvSpPr>
              <p:cNvPr id="171118" name="Line 9">
                <a:extLst>
                  <a:ext uri="{FF2B5EF4-FFF2-40B4-BE49-F238E27FC236}">
                    <a16:creationId xmlns:a16="http://schemas.microsoft.com/office/drawing/2014/main" id="{90A94901-CFDD-4F99-BF9F-BA9E1133B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9" name="Line 10">
                <a:extLst>
                  <a:ext uri="{FF2B5EF4-FFF2-40B4-BE49-F238E27FC236}">
                    <a16:creationId xmlns:a16="http://schemas.microsoft.com/office/drawing/2014/main" id="{B7081F30-D2C2-4567-B877-553723A4A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1066" name="Line 11">
              <a:extLst>
                <a:ext uri="{FF2B5EF4-FFF2-40B4-BE49-F238E27FC236}">
                  <a16:creationId xmlns:a16="http://schemas.microsoft.com/office/drawing/2014/main" id="{E5E6BD92-D9E4-4606-982C-3F25EADD8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168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1067" name="Text Box 12">
              <a:extLst>
                <a:ext uri="{FF2B5EF4-FFF2-40B4-BE49-F238E27FC236}">
                  <a16:creationId xmlns:a16="http://schemas.microsoft.com/office/drawing/2014/main" id="{D3BEEDFE-CD7C-47A7-8679-EB83749B3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71068" name="Text Box 13">
              <a:extLst>
                <a:ext uri="{FF2B5EF4-FFF2-40B4-BE49-F238E27FC236}">
                  <a16:creationId xmlns:a16="http://schemas.microsoft.com/office/drawing/2014/main" id="{4F98F7F3-2D72-4EC7-A192-1311E3402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69" name="Text Box 14">
              <a:extLst>
                <a:ext uri="{FF2B5EF4-FFF2-40B4-BE49-F238E27FC236}">
                  <a16:creationId xmlns:a16="http://schemas.microsoft.com/office/drawing/2014/main" id="{378E9B01-D558-448C-8870-B8C8F13F2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grpSp>
          <p:nvGrpSpPr>
            <p:cNvPr id="171070" name="Group 15">
              <a:extLst>
                <a:ext uri="{FF2B5EF4-FFF2-40B4-BE49-F238E27FC236}">
                  <a16:creationId xmlns:a16="http://schemas.microsoft.com/office/drawing/2014/main" id="{ADA263D4-9FA6-476F-8440-E4A888B8F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392"/>
              <a:ext cx="1440" cy="1776"/>
              <a:chOff x="3120" y="1968"/>
              <a:chExt cx="1440" cy="624"/>
            </a:xfrm>
          </p:grpSpPr>
          <p:sp>
            <p:nvSpPr>
              <p:cNvPr id="171112" name="Line 16">
                <a:extLst>
                  <a:ext uri="{FF2B5EF4-FFF2-40B4-BE49-F238E27FC236}">
                    <a16:creationId xmlns:a16="http://schemas.microsoft.com/office/drawing/2014/main" id="{B66C3F33-3A43-40F4-8BF5-9A21961A7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3" name="Line 17">
                <a:extLst>
                  <a:ext uri="{FF2B5EF4-FFF2-40B4-BE49-F238E27FC236}">
                    <a16:creationId xmlns:a16="http://schemas.microsoft.com/office/drawing/2014/main" id="{A4CA7038-3E6B-4929-8E2D-EA36438AE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4" name="Line 18">
                <a:extLst>
                  <a:ext uri="{FF2B5EF4-FFF2-40B4-BE49-F238E27FC236}">
                    <a16:creationId xmlns:a16="http://schemas.microsoft.com/office/drawing/2014/main" id="{18D38FA1-92B8-4035-96AE-D452FA8FC3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5" name="Line 19">
                <a:extLst>
                  <a:ext uri="{FF2B5EF4-FFF2-40B4-BE49-F238E27FC236}">
                    <a16:creationId xmlns:a16="http://schemas.microsoft.com/office/drawing/2014/main" id="{4D7D4A2C-2AEC-445D-A586-2A73C3289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6" name="Line 20">
                <a:extLst>
                  <a:ext uri="{FF2B5EF4-FFF2-40B4-BE49-F238E27FC236}">
                    <a16:creationId xmlns:a16="http://schemas.microsoft.com/office/drawing/2014/main" id="{0F6E393B-7912-40DC-A89E-BF6801B7B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117" name="Line 21">
                <a:extLst>
                  <a:ext uri="{FF2B5EF4-FFF2-40B4-BE49-F238E27FC236}">
                    <a16:creationId xmlns:a16="http://schemas.microsoft.com/office/drawing/2014/main" id="{6F746FB6-F1CA-4986-9BEF-C15297B3C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1071" name="Text Box 22">
              <a:extLst>
                <a:ext uri="{FF2B5EF4-FFF2-40B4-BE49-F238E27FC236}">
                  <a16:creationId xmlns:a16="http://schemas.microsoft.com/office/drawing/2014/main" id="{44226DCA-4B2B-4085-85A6-C7E290BEF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72" name="Text Box 23">
              <a:extLst>
                <a:ext uri="{FF2B5EF4-FFF2-40B4-BE49-F238E27FC236}">
                  <a16:creationId xmlns:a16="http://schemas.microsoft.com/office/drawing/2014/main" id="{A8854F7C-FF6E-4E9F-BE2B-339D338CF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73" name="Text Box 24">
              <a:extLst>
                <a:ext uri="{FF2B5EF4-FFF2-40B4-BE49-F238E27FC236}">
                  <a16:creationId xmlns:a16="http://schemas.microsoft.com/office/drawing/2014/main" id="{22EC1CBA-86B0-43F1-938D-C03191490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71074" name="Text Box 25">
              <a:extLst>
                <a:ext uri="{FF2B5EF4-FFF2-40B4-BE49-F238E27FC236}">
                  <a16:creationId xmlns:a16="http://schemas.microsoft.com/office/drawing/2014/main" id="{409FC4F3-F5DF-4E23-9264-E4F8DAA61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75" name="Text Box 26">
              <a:extLst>
                <a:ext uri="{FF2B5EF4-FFF2-40B4-BE49-F238E27FC236}">
                  <a16:creationId xmlns:a16="http://schemas.microsoft.com/office/drawing/2014/main" id="{24EEE1E5-8648-4C99-BE21-D97D289D4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71076" name="Text Box 27">
              <a:extLst>
                <a:ext uri="{FF2B5EF4-FFF2-40B4-BE49-F238E27FC236}">
                  <a16:creationId xmlns:a16="http://schemas.microsoft.com/office/drawing/2014/main" id="{425B3A8F-4697-4E40-8400-4DEF15ED9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77" name="Text Box 28">
              <a:extLst>
                <a:ext uri="{FF2B5EF4-FFF2-40B4-BE49-F238E27FC236}">
                  <a16:creationId xmlns:a16="http://schemas.microsoft.com/office/drawing/2014/main" id="{7034AC26-0E13-482C-B9F7-BC86B9754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71078" name="Text Box 29">
              <a:extLst>
                <a:ext uri="{FF2B5EF4-FFF2-40B4-BE49-F238E27FC236}">
                  <a16:creationId xmlns:a16="http://schemas.microsoft.com/office/drawing/2014/main" id="{CB017F93-2242-4E78-BAAD-CBD112C2F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79" name="Text Box 30">
              <a:extLst>
                <a:ext uri="{FF2B5EF4-FFF2-40B4-BE49-F238E27FC236}">
                  <a16:creationId xmlns:a16="http://schemas.microsoft.com/office/drawing/2014/main" id="{2CCA9400-16F4-47B4-BBFA-97116EB97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80" name="Text Box 31">
              <a:extLst>
                <a:ext uri="{FF2B5EF4-FFF2-40B4-BE49-F238E27FC236}">
                  <a16:creationId xmlns:a16="http://schemas.microsoft.com/office/drawing/2014/main" id="{85C90B73-0703-4014-842F-78DE7FAE4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81" name="Text Box 32">
              <a:extLst>
                <a:ext uri="{FF2B5EF4-FFF2-40B4-BE49-F238E27FC236}">
                  <a16:creationId xmlns:a16="http://schemas.microsoft.com/office/drawing/2014/main" id="{64D742CE-0A94-4E30-8E1B-5EEA33F6C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82" name="Text Box 33">
              <a:extLst>
                <a:ext uri="{FF2B5EF4-FFF2-40B4-BE49-F238E27FC236}">
                  <a16:creationId xmlns:a16="http://schemas.microsoft.com/office/drawing/2014/main" id="{DD2B90AF-11E8-4AE7-9936-97384E781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83" name="Text Box 34">
              <a:extLst>
                <a:ext uri="{FF2B5EF4-FFF2-40B4-BE49-F238E27FC236}">
                  <a16:creationId xmlns:a16="http://schemas.microsoft.com/office/drawing/2014/main" id="{8B87F945-2A68-41A0-A6B1-235F7B02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71084" name="Text Box 35">
              <a:extLst>
                <a:ext uri="{FF2B5EF4-FFF2-40B4-BE49-F238E27FC236}">
                  <a16:creationId xmlns:a16="http://schemas.microsoft.com/office/drawing/2014/main" id="{4926BD5D-E669-47DF-B325-7CEFBDE97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71085" name="Text Box 36">
              <a:extLst>
                <a:ext uri="{FF2B5EF4-FFF2-40B4-BE49-F238E27FC236}">
                  <a16:creationId xmlns:a16="http://schemas.microsoft.com/office/drawing/2014/main" id="{66586940-C700-4002-8206-FBCBA02BA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71086" name="Text Box 37">
              <a:extLst>
                <a:ext uri="{FF2B5EF4-FFF2-40B4-BE49-F238E27FC236}">
                  <a16:creationId xmlns:a16="http://schemas.microsoft.com/office/drawing/2014/main" id="{21E1D44C-4859-4A6D-AB6A-F6193A5B8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87" name="Text Box 38">
              <a:extLst>
                <a:ext uri="{FF2B5EF4-FFF2-40B4-BE49-F238E27FC236}">
                  <a16:creationId xmlns:a16="http://schemas.microsoft.com/office/drawing/2014/main" id="{2F6A2B42-891C-414B-8EA1-8D36EE8FC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88" name="Text Box 39">
              <a:extLst>
                <a:ext uri="{FF2B5EF4-FFF2-40B4-BE49-F238E27FC236}">
                  <a16:creationId xmlns:a16="http://schemas.microsoft.com/office/drawing/2014/main" id="{B435C50E-CF0B-482A-89BE-19BA9C445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71089" name="Text Box 40">
              <a:extLst>
                <a:ext uri="{FF2B5EF4-FFF2-40B4-BE49-F238E27FC236}">
                  <a16:creationId xmlns:a16="http://schemas.microsoft.com/office/drawing/2014/main" id="{8E090AAC-0B05-4B48-8E55-25C9DD205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90" name="Text Box 41">
              <a:extLst>
                <a:ext uri="{FF2B5EF4-FFF2-40B4-BE49-F238E27FC236}">
                  <a16:creationId xmlns:a16="http://schemas.microsoft.com/office/drawing/2014/main" id="{70F09343-F447-4A51-8784-0709C3B9F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91" name="Text Box 42">
              <a:extLst>
                <a:ext uri="{FF2B5EF4-FFF2-40B4-BE49-F238E27FC236}">
                  <a16:creationId xmlns:a16="http://schemas.microsoft.com/office/drawing/2014/main" id="{8E3A3CEA-EA54-47A1-AE2F-DC213551F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92" name="Text Box 43">
              <a:extLst>
                <a:ext uri="{FF2B5EF4-FFF2-40B4-BE49-F238E27FC236}">
                  <a16:creationId xmlns:a16="http://schemas.microsoft.com/office/drawing/2014/main" id="{4F7B0598-43A8-4CC9-AF1F-6A0F17535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93" name="Text Box 44">
              <a:extLst>
                <a:ext uri="{FF2B5EF4-FFF2-40B4-BE49-F238E27FC236}">
                  <a16:creationId xmlns:a16="http://schemas.microsoft.com/office/drawing/2014/main" id="{702DB508-002F-4BFB-984E-408EEA82B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94" name="Text Box 45">
              <a:extLst>
                <a:ext uri="{FF2B5EF4-FFF2-40B4-BE49-F238E27FC236}">
                  <a16:creationId xmlns:a16="http://schemas.microsoft.com/office/drawing/2014/main" id="{BB9D3034-6806-4374-A986-9D9531BD7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71095" name="Text Box 46">
              <a:extLst>
                <a:ext uri="{FF2B5EF4-FFF2-40B4-BE49-F238E27FC236}">
                  <a16:creationId xmlns:a16="http://schemas.microsoft.com/office/drawing/2014/main" id="{9DE8E705-8E15-4140-BBC5-2523DC288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96" name="Text Box 47">
              <a:extLst>
                <a:ext uri="{FF2B5EF4-FFF2-40B4-BE49-F238E27FC236}">
                  <a16:creationId xmlns:a16="http://schemas.microsoft.com/office/drawing/2014/main" id="{4BDC68A8-CE6E-4990-9C00-748E4FA2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97" name="Text Box 48">
              <a:extLst>
                <a:ext uri="{FF2B5EF4-FFF2-40B4-BE49-F238E27FC236}">
                  <a16:creationId xmlns:a16="http://schemas.microsoft.com/office/drawing/2014/main" id="{234CDAB7-6528-4211-969E-6F47EF4B1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71098" name="Text Box 49">
              <a:extLst>
                <a:ext uri="{FF2B5EF4-FFF2-40B4-BE49-F238E27FC236}">
                  <a16:creationId xmlns:a16="http://schemas.microsoft.com/office/drawing/2014/main" id="{8FEBB29F-93DB-490B-8F62-D06BEEA31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71099" name="Text Box 50">
              <a:extLst>
                <a:ext uri="{FF2B5EF4-FFF2-40B4-BE49-F238E27FC236}">
                  <a16:creationId xmlns:a16="http://schemas.microsoft.com/office/drawing/2014/main" id="{2C5603BB-1DFE-4029-874E-5CFBAE90E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71100" name="Text Box 51">
              <a:extLst>
                <a:ext uri="{FF2B5EF4-FFF2-40B4-BE49-F238E27FC236}">
                  <a16:creationId xmlns:a16="http://schemas.microsoft.com/office/drawing/2014/main" id="{FDEBB2FD-2D41-45BD-B4F0-C2F928C3F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71101" name="Text Box 52">
              <a:extLst>
                <a:ext uri="{FF2B5EF4-FFF2-40B4-BE49-F238E27FC236}">
                  <a16:creationId xmlns:a16="http://schemas.microsoft.com/office/drawing/2014/main" id="{153E8E9B-F90D-41F0-944A-FDEEC297E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71102" name="Text Box 53">
              <a:extLst>
                <a:ext uri="{FF2B5EF4-FFF2-40B4-BE49-F238E27FC236}">
                  <a16:creationId xmlns:a16="http://schemas.microsoft.com/office/drawing/2014/main" id="{26E2E019-850C-4AF9-898A-5BE990319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3" name="Text Box 54">
              <a:extLst>
                <a:ext uri="{FF2B5EF4-FFF2-40B4-BE49-F238E27FC236}">
                  <a16:creationId xmlns:a16="http://schemas.microsoft.com/office/drawing/2014/main" id="{DE3579F4-CE84-40C7-B27B-111A1004D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171104" name="Text Box 55">
              <a:extLst>
                <a:ext uri="{FF2B5EF4-FFF2-40B4-BE49-F238E27FC236}">
                  <a16:creationId xmlns:a16="http://schemas.microsoft.com/office/drawing/2014/main" id="{52365F40-7D2B-4F5E-9F45-5C7BC536C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5" name="Text Box 56">
              <a:extLst>
                <a:ext uri="{FF2B5EF4-FFF2-40B4-BE49-F238E27FC236}">
                  <a16:creationId xmlns:a16="http://schemas.microsoft.com/office/drawing/2014/main" id="{17DABF4D-D8E6-49FD-ADDF-F5D1FEB88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6" name="Text Box 57">
              <a:extLst>
                <a:ext uri="{FF2B5EF4-FFF2-40B4-BE49-F238E27FC236}">
                  <a16:creationId xmlns:a16="http://schemas.microsoft.com/office/drawing/2014/main" id="{A36FEDD4-C806-4B14-9E58-7244FF61B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7" name="Text Box 58">
              <a:extLst>
                <a:ext uri="{FF2B5EF4-FFF2-40B4-BE49-F238E27FC236}">
                  <a16:creationId xmlns:a16="http://schemas.microsoft.com/office/drawing/2014/main" id="{588C0174-7B99-4A82-90DE-272F82003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8" name="Text Box 59">
              <a:extLst>
                <a:ext uri="{FF2B5EF4-FFF2-40B4-BE49-F238E27FC236}">
                  <a16:creationId xmlns:a16="http://schemas.microsoft.com/office/drawing/2014/main" id="{1242F6D1-6ED1-4068-989B-5159ADE61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7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09" name="Text Box 60">
              <a:extLst>
                <a:ext uri="{FF2B5EF4-FFF2-40B4-BE49-F238E27FC236}">
                  <a16:creationId xmlns:a16="http://schemas.microsoft.com/office/drawing/2014/main" id="{F5D711C0-B7A4-4AD3-B93A-25C208FE5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110" name="Text Box 61">
              <a:extLst>
                <a:ext uri="{FF2B5EF4-FFF2-40B4-BE49-F238E27FC236}">
                  <a16:creationId xmlns:a16="http://schemas.microsoft.com/office/drawing/2014/main" id="{252A3F48-541A-4307-AF68-014C0301A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171111" name="Line 62">
              <a:extLst>
                <a:ext uri="{FF2B5EF4-FFF2-40B4-BE49-F238E27FC236}">
                  <a16:creationId xmlns:a16="http://schemas.microsoft.com/office/drawing/2014/main" id="{524249E3-373F-4EBD-8BDB-04971287E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1021" name="Group 63">
            <a:extLst>
              <a:ext uri="{FF2B5EF4-FFF2-40B4-BE49-F238E27FC236}">
                <a16:creationId xmlns:a16="http://schemas.microsoft.com/office/drawing/2014/main" id="{C2B0BC02-F8FA-41C9-BA67-85352F413A55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600200"/>
            <a:ext cx="1447800" cy="990600"/>
            <a:chOff x="528" y="1248"/>
            <a:chExt cx="912" cy="624"/>
          </a:xfrm>
        </p:grpSpPr>
        <p:sp>
          <p:nvSpPr>
            <p:cNvPr id="171047" name="Line 64">
              <a:extLst>
                <a:ext uri="{FF2B5EF4-FFF2-40B4-BE49-F238E27FC236}">
                  <a16:creationId xmlns:a16="http://schemas.microsoft.com/office/drawing/2014/main" id="{EA4D3AEF-2185-471D-8E2B-659B2D3D2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1048" name="Text Box 65">
              <a:extLst>
                <a:ext uri="{FF2B5EF4-FFF2-40B4-BE49-F238E27FC236}">
                  <a16:creationId xmlns:a16="http://schemas.microsoft.com/office/drawing/2014/main" id="{1B295FC6-907C-42B8-8865-B1B11A2E4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71049" name="Text Box 66">
              <a:extLst>
                <a:ext uri="{FF2B5EF4-FFF2-40B4-BE49-F238E27FC236}">
                  <a16:creationId xmlns:a16="http://schemas.microsoft.com/office/drawing/2014/main" id="{0A0C75E9-C84C-4CD5-AD48-7F002B998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71050" name="Text Box 67">
              <a:extLst>
                <a:ext uri="{FF2B5EF4-FFF2-40B4-BE49-F238E27FC236}">
                  <a16:creationId xmlns:a16="http://schemas.microsoft.com/office/drawing/2014/main" id="{332EC45D-692B-4111-9833-5339B5D39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1051" name="Line 68">
              <a:extLst>
                <a:ext uri="{FF2B5EF4-FFF2-40B4-BE49-F238E27FC236}">
                  <a16:creationId xmlns:a16="http://schemas.microsoft.com/office/drawing/2014/main" id="{42A238BB-3B27-4F07-A50B-7DC3DC681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1052" name="Line 69">
              <a:extLst>
                <a:ext uri="{FF2B5EF4-FFF2-40B4-BE49-F238E27FC236}">
                  <a16:creationId xmlns:a16="http://schemas.microsoft.com/office/drawing/2014/main" id="{926A9750-A4B6-4F95-9940-0E9BA2395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1053" name="Text Box 70">
              <a:extLst>
                <a:ext uri="{FF2B5EF4-FFF2-40B4-BE49-F238E27FC236}">
                  <a16:creationId xmlns:a16="http://schemas.microsoft.com/office/drawing/2014/main" id="{DF27267D-4994-4E2A-AF78-DEC89FFDA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71054" name="Line 71">
              <a:extLst>
                <a:ext uri="{FF2B5EF4-FFF2-40B4-BE49-F238E27FC236}">
                  <a16:creationId xmlns:a16="http://schemas.microsoft.com/office/drawing/2014/main" id="{7B1C34F3-4196-4C3C-B9A8-876BE37AB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1055" name="Text Box 72">
              <a:extLst>
                <a:ext uri="{FF2B5EF4-FFF2-40B4-BE49-F238E27FC236}">
                  <a16:creationId xmlns:a16="http://schemas.microsoft.com/office/drawing/2014/main" id="{E5E3F895-3C8A-4EF3-A927-67FC557FB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grpSp>
          <p:nvGrpSpPr>
            <p:cNvPr id="171056" name="Group 73">
              <a:extLst>
                <a:ext uri="{FF2B5EF4-FFF2-40B4-BE49-F238E27FC236}">
                  <a16:creationId xmlns:a16="http://schemas.microsoft.com/office/drawing/2014/main" id="{DF149CD9-8C77-4BD2-8652-FB3F2DC9C6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171059" name="Line 74">
                <a:extLst>
                  <a:ext uri="{FF2B5EF4-FFF2-40B4-BE49-F238E27FC236}">
                    <a16:creationId xmlns:a16="http://schemas.microsoft.com/office/drawing/2014/main" id="{F0FF8D52-6736-4A99-AE66-0BE52864E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60" name="Line 75">
                <a:extLst>
                  <a:ext uri="{FF2B5EF4-FFF2-40B4-BE49-F238E27FC236}">
                    <a16:creationId xmlns:a16="http://schemas.microsoft.com/office/drawing/2014/main" id="{15210CC3-B3CC-4C5D-A532-541B93BB6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61" name="Line 76">
                <a:extLst>
                  <a:ext uri="{FF2B5EF4-FFF2-40B4-BE49-F238E27FC236}">
                    <a16:creationId xmlns:a16="http://schemas.microsoft.com/office/drawing/2014/main" id="{08CDC620-1919-4A18-ACD0-3CBAB9EBE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1057" name="Text Box 77">
              <a:extLst>
                <a:ext uri="{FF2B5EF4-FFF2-40B4-BE49-F238E27FC236}">
                  <a16:creationId xmlns:a16="http://schemas.microsoft.com/office/drawing/2014/main" id="{19D0140E-F640-4BD5-9832-7FF5415DE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1058" name="Text Box 78">
              <a:extLst>
                <a:ext uri="{FF2B5EF4-FFF2-40B4-BE49-F238E27FC236}">
                  <a16:creationId xmlns:a16="http://schemas.microsoft.com/office/drawing/2014/main" id="{68793CD6-BB65-4DA0-BC16-C9752B8E5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171022" name="Group 102">
            <a:extLst>
              <a:ext uri="{FF2B5EF4-FFF2-40B4-BE49-F238E27FC236}">
                <a16:creationId xmlns:a16="http://schemas.microsoft.com/office/drawing/2014/main" id="{5D426611-B3B4-4337-842C-FD655BE4CF82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600200"/>
            <a:ext cx="2057400" cy="1066800"/>
            <a:chOff x="3552" y="1488"/>
            <a:chExt cx="1296" cy="672"/>
          </a:xfrm>
        </p:grpSpPr>
        <p:sp>
          <p:nvSpPr>
            <p:cNvPr id="171025" name="Text Box 80">
              <a:extLst>
                <a:ext uri="{FF2B5EF4-FFF2-40B4-BE49-F238E27FC236}">
                  <a16:creationId xmlns:a16="http://schemas.microsoft.com/office/drawing/2014/main" id="{9BCF6ECB-1F74-4475-A618-E31FD4882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71026" name="Text Box 81">
              <a:extLst>
                <a:ext uri="{FF2B5EF4-FFF2-40B4-BE49-F238E27FC236}">
                  <a16:creationId xmlns:a16="http://schemas.microsoft.com/office/drawing/2014/main" id="{62236548-6566-4F90-8DC0-6ADDFAC5A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grpSp>
          <p:nvGrpSpPr>
            <p:cNvPr id="171027" name="Group 82">
              <a:extLst>
                <a:ext uri="{FF2B5EF4-FFF2-40B4-BE49-F238E27FC236}">
                  <a16:creationId xmlns:a16="http://schemas.microsoft.com/office/drawing/2014/main" id="{8F79CAE2-D171-4E9F-9256-D4928D182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488"/>
              <a:ext cx="1296" cy="192"/>
              <a:chOff x="528" y="1392"/>
              <a:chExt cx="1440" cy="192"/>
            </a:xfrm>
          </p:grpSpPr>
          <p:sp>
            <p:nvSpPr>
              <p:cNvPr id="171045" name="Line 83">
                <a:extLst>
                  <a:ext uri="{FF2B5EF4-FFF2-40B4-BE49-F238E27FC236}">
                    <a16:creationId xmlns:a16="http://schemas.microsoft.com/office/drawing/2014/main" id="{2B74BF79-BD5E-4623-99DE-C8F35BED0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46" name="Line 84">
                <a:extLst>
                  <a:ext uri="{FF2B5EF4-FFF2-40B4-BE49-F238E27FC236}">
                    <a16:creationId xmlns:a16="http://schemas.microsoft.com/office/drawing/2014/main" id="{0DF927D0-9C29-413D-872D-536D0D87C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1028" name="Line 85">
              <a:extLst>
                <a:ext uri="{FF2B5EF4-FFF2-40B4-BE49-F238E27FC236}">
                  <a16:creationId xmlns:a16="http://schemas.microsoft.com/office/drawing/2014/main" id="{2C75FB0F-EB7E-42B4-8B74-6B5E6F356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71029" name="Group 86">
              <a:extLst>
                <a:ext uri="{FF2B5EF4-FFF2-40B4-BE49-F238E27FC236}">
                  <a16:creationId xmlns:a16="http://schemas.microsoft.com/office/drawing/2014/main" id="{645305CB-5A2B-4901-9B5D-A392826938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488"/>
              <a:ext cx="864" cy="672"/>
              <a:chOff x="3984" y="1488"/>
              <a:chExt cx="864" cy="1776"/>
            </a:xfrm>
          </p:grpSpPr>
          <p:sp>
            <p:nvSpPr>
              <p:cNvPr id="171041" name="Line 87">
                <a:extLst>
                  <a:ext uri="{FF2B5EF4-FFF2-40B4-BE49-F238E27FC236}">
                    <a16:creationId xmlns:a16="http://schemas.microsoft.com/office/drawing/2014/main" id="{BC628EFC-FCC0-4FED-AADE-1257EAFE1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42" name="Line 88">
                <a:extLst>
                  <a:ext uri="{FF2B5EF4-FFF2-40B4-BE49-F238E27FC236}">
                    <a16:creationId xmlns:a16="http://schemas.microsoft.com/office/drawing/2014/main" id="{F60C04D4-D5CB-450A-B51A-C2C64E0CF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43" name="Line 89">
                <a:extLst>
                  <a:ext uri="{FF2B5EF4-FFF2-40B4-BE49-F238E27FC236}">
                    <a16:creationId xmlns:a16="http://schemas.microsoft.com/office/drawing/2014/main" id="{91C80B25-5660-4D97-8A1E-6D9C323241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1044" name="Line 90">
                <a:extLst>
                  <a:ext uri="{FF2B5EF4-FFF2-40B4-BE49-F238E27FC236}">
                    <a16:creationId xmlns:a16="http://schemas.microsoft.com/office/drawing/2014/main" id="{2A6B006B-D0B5-4439-9FB9-EF78A0BF7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1030" name="Text Box 91">
              <a:extLst>
                <a:ext uri="{FF2B5EF4-FFF2-40B4-BE49-F238E27FC236}">
                  <a16:creationId xmlns:a16="http://schemas.microsoft.com/office/drawing/2014/main" id="{9FC6895C-B882-4F1D-954B-811A2BCC8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grpSp>
          <p:nvGrpSpPr>
            <p:cNvPr id="171031" name="Group 92">
              <a:extLst>
                <a:ext uri="{FF2B5EF4-FFF2-40B4-BE49-F238E27FC236}">
                  <a16:creationId xmlns:a16="http://schemas.microsoft.com/office/drawing/2014/main" id="{32D9DDE3-E041-4F73-A25B-9811515598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728"/>
              <a:ext cx="864" cy="192"/>
              <a:chOff x="3984" y="1728"/>
              <a:chExt cx="864" cy="192"/>
            </a:xfrm>
          </p:grpSpPr>
          <p:sp>
            <p:nvSpPr>
              <p:cNvPr id="171038" name="Text Box 93">
                <a:extLst>
                  <a:ext uri="{FF2B5EF4-FFF2-40B4-BE49-F238E27FC236}">
                    <a16:creationId xmlns:a16="http://schemas.microsoft.com/office/drawing/2014/main" id="{45B891C9-8497-4396-B97D-F1C887AC9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</a:t>
                </a:r>
              </a:p>
            </p:txBody>
          </p:sp>
          <p:sp>
            <p:nvSpPr>
              <p:cNvPr id="171039" name="Text Box 94">
                <a:extLst>
                  <a:ext uri="{FF2B5EF4-FFF2-40B4-BE49-F238E27FC236}">
                    <a16:creationId xmlns:a16="http://schemas.microsoft.com/office/drawing/2014/main" id="{33919B8B-6DFF-40EE-93AF-5F435E5BD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172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171040" name="Text Box 95">
                <a:extLst>
                  <a:ext uri="{FF2B5EF4-FFF2-40B4-BE49-F238E27FC236}">
                    <a16:creationId xmlns:a16="http://schemas.microsoft.com/office/drawing/2014/main" id="{3A194E64-D0A1-45E5-9CF8-BCB6F3151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72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</a:t>
                </a:r>
              </a:p>
            </p:txBody>
          </p:sp>
        </p:grpSp>
        <p:grpSp>
          <p:nvGrpSpPr>
            <p:cNvPr id="171032" name="Group 96">
              <a:extLst>
                <a:ext uri="{FF2B5EF4-FFF2-40B4-BE49-F238E27FC236}">
                  <a16:creationId xmlns:a16="http://schemas.microsoft.com/office/drawing/2014/main" id="{8B3F0C5B-B143-4E2A-BEB1-7468EBD1C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920"/>
              <a:ext cx="864" cy="192"/>
              <a:chOff x="3984" y="1920"/>
              <a:chExt cx="864" cy="192"/>
            </a:xfrm>
          </p:grpSpPr>
          <p:sp>
            <p:nvSpPr>
              <p:cNvPr id="171035" name="Text Box 97">
                <a:extLst>
                  <a:ext uri="{FF2B5EF4-FFF2-40B4-BE49-F238E27FC236}">
                    <a16:creationId xmlns:a16="http://schemas.microsoft.com/office/drawing/2014/main" id="{0BA07A8F-187C-498D-BAE0-F15889D06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2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</a:t>
                </a:r>
              </a:p>
            </p:txBody>
          </p:sp>
          <p:sp>
            <p:nvSpPr>
              <p:cNvPr id="171036" name="Text Box 98">
                <a:extLst>
                  <a:ext uri="{FF2B5EF4-FFF2-40B4-BE49-F238E27FC236}">
                    <a16:creationId xmlns:a16="http://schemas.microsoft.com/office/drawing/2014/main" id="{446F551E-9CF3-4556-8EA4-0B7B4CDBA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192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171037" name="Text Box 99">
                <a:extLst>
                  <a:ext uri="{FF2B5EF4-FFF2-40B4-BE49-F238E27FC236}">
                    <a16:creationId xmlns:a16="http://schemas.microsoft.com/office/drawing/2014/main" id="{7E46E242-2DA1-4BEC-94D2-D122F066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2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</a:t>
                </a:r>
              </a:p>
            </p:txBody>
          </p:sp>
        </p:grpSp>
        <p:sp>
          <p:nvSpPr>
            <p:cNvPr id="171033" name="Text Box 100">
              <a:extLst>
                <a:ext uri="{FF2B5EF4-FFF2-40B4-BE49-F238E27FC236}">
                  <a16:creationId xmlns:a16="http://schemas.microsoft.com/office/drawing/2014/main" id="{6A98F3AF-7E0C-4B34-8AE4-EA879E596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48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  <a:r>
                <a:rPr lang="en-US" altLang="en-US" sz="1400" b="1">
                  <a:latin typeface="Tahoma" panose="020B0604030504040204" pitchFamily="34" charset="0"/>
                  <a:sym typeface="Symbol" panose="05050102010706020507" pitchFamily="18" charset="2"/>
                </a:rPr>
                <a:t></a:t>
              </a: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71034" name="Line 101">
              <a:extLst>
                <a:ext uri="{FF2B5EF4-FFF2-40B4-BE49-F238E27FC236}">
                  <a16:creationId xmlns:a16="http://schemas.microsoft.com/office/drawing/2014/main" id="{7E3C82BD-2E93-4DE0-9E0F-51839FA3D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8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1023" name="Text Box 110">
            <a:extLst>
              <a:ext uri="{FF2B5EF4-FFF2-40B4-BE49-F238E27FC236}">
                <a16:creationId xmlns:a16="http://schemas.microsoft.com/office/drawing/2014/main" id="{CAC8B791-864E-4AC2-881E-443CA6963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981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a</a:t>
            </a:r>
            <a:r>
              <a:rPr lang="en-US" altLang="en-US" sz="1800" baseline="-25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71024" name="Text Box 111">
            <a:extLst>
              <a:ext uri="{FF2B5EF4-FFF2-40B4-BE49-F238E27FC236}">
                <a16:creationId xmlns:a16="http://schemas.microsoft.com/office/drawing/2014/main" id="{C1411535-BD96-40C5-B340-500715A62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981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</a:t>
            </a:r>
            <a:r>
              <a:rPr lang="en-US" altLang="en-US" sz="1800" baseline="-25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08EA36-99E7-4F99-9679-839CC2F2A40C}"/>
              </a:ext>
            </a:extLst>
          </p:cNvPr>
          <p:cNvSpPr txBox="1"/>
          <p:nvPr/>
        </p:nvSpPr>
        <p:spPr>
          <a:xfrm>
            <a:off x="6400800" y="4572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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R-(S-R) </a:t>
            </a:r>
            <a:endParaRPr lang="en-US" sz="24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A704BF-61DD-4680-BDFC-E014DC52E9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73059" name="Slide Number Placeholder 5">
            <a:extLst>
              <a:ext uri="{FF2B5EF4-FFF2-40B4-BE49-F238E27FC236}">
                <a16:creationId xmlns:a16="http://schemas.microsoft.com/office/drawing/2014/main" id="{AE4BF5E5-4A92-43AF-B3C7-F680EE34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CD186D3-97D1-45B1-B888-F90B485B19F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173060" name="Rectangle 8">
            <a:extLst>
              <a:ext uri="{FF2B5EF4-FFF2-40B4-BE49-F238E27FC236}">
                <a16:creationId xmlns:a16="http://schemas.microsoft.com/office/drawing/2014/main" id="{9591B572-6C6C-46EE-BFFE-2AC35B4B8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chia trong SQL (tt)</a:t>
            </a:r>
          </a:p>
        </p:txBody>
      </p:sp>
      <p:sp>
        <p:nvSpPr>
          <p:cNvPr id="173061" name="Rectangle 9">
            <a:extLst>
              <a:ext uri="{FF2B5EF4-FFF2-40B4-BE49-F238E27FC236}">
                <a16:creationId xmlns:a16="http://schemas.microsoft.com/office/drawing/2014/main" id="{46692062-5948-4FFF-9C1B-B236424C6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NOT EXISTS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</a:p>
          <a:p>
            <a:pPr marL="0" indent="0" algn="ctr" eaLnBrk="1" hangingPunct="1">
              <a:buNone/>
            </a:pPr>
            <a:r>
              <a:rPr lang="en-US" altLang="en-US" b="1" i="1" dirty="0" err="1"/>
              <a:t>R(</a:t>
            </a:r>
            <a:r>
              <a:rPr lang="en-US" altLang="en-US" b="1" i="1" dirty="0" err="1">
                <a:solidFill>
                  <a:srgbClr val="FF0000"/>
                </a:solidFill>
              </a:rPr>
              <a:t>A, B, C</a:t>
            </a:r>
            <a:r>
              <a:rPr lang="en-US" altLang="en-US" b="1" i="1" dirty="0" err="1"/>
              <a:t>, D, E) 		S(D, E)</a:t>
            </a:r>
            <a:endParaRPr lang="en-US" altLang="en-US" b="1" i="1" dirty="0"/>
          </a:p>
        </p:txBody>
      </p:sp>
      <p:sp>
        <p:nvSpPr>
          <p:cNvPr id="173062" name="Text Box 110">
            <a:extLst>
              <a:ext uri="{FF2B5EF4-FFF2-40B4-BE49-F238E27FC236}">
                <a16:creationId xmlns:a16="http://schemas.microsoft.com/office/drawing/2014/main" id="{9291976C-6664-48ED-9011-2A877FAE8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95537"/>
            <a:ext cx="7772400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R1.A, R1.B, R1.C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R R1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NOT EXISTS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S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NOT EXISTS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*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R R2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R2.D=S.D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R2.E=S.E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</a:rPr>
              <a:t>R1.A=R2.A AND R1.B=R2.B AND R1.C=R2.C </a:t>
            </a:r>
            <a:r>
              <a:rPr lang="en-US" altLang="en-US" sz="1800" dirty="0">
                <a:latin typeface="Tahoma" panose="020B0604030504040204" pitchFamily="34" charset="0"/>
              </a:rPr>
              <a:t>))</a:t>
            </a:r>
          </a:p>
        </p:txBody>
      </p:sp>
      <p:grpSp>
        <p:nvGrpSpPr>
          <p:cNvPr id="66" name="Group 63">
            <a:extLst>
              <a:ext uri="{FF2B5EF4-FFF2-40B4-BE49-F238E27FC236}">
                <a16:creationId xmlns:a16="http://schemas.microsoft.com/office/drawing/2014/main" id="{B4F7DB78-4C3E-41DE-88BD-5EB988E983C3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-379752"/>
            <a:ext cx="1447800" cy="624"/>
            <a:chOff x="528" y="1248"/>
            <a:chExt cx="912" cy="624"/>
          </a:xfrm>
        </p:grpSpPr>
        <p:sp>
          <p:nvSpPr>
            <p:cNvPr id="169" name="Line 64">
              <a:extLst>
                <a:ext uri="{FF2B5EF4-FFF2-40B4-BE49-F238E27FC236}">
                  <a16:creationId xmlns:a16="http://schemas.microsoft.com/office/drawing/2014/main" id="{41C6667C-6D43-4519-BBA4-2A1D65DA4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0" name="Text Box 65">
              <a:extLst>
                <a:ext uri="{FF2B5EF4-FFF2-40B4-BE49-F238E27FC236}">
                  <a16:creationId xmlns:a16="http://schemas.microsoft.com/office/drawing/2014/main" id="{23573C22-0E43-4D50-A4DE-109BB1003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71" name="Text Box 66">
              <a:extLst>
                <a:ext uri="{FF2B5EF4-FFF2-40B4-BE49-F238E27FC236}">
                  <a16:creationId xmlns:a16="http://schemas.microsoft.com/office/drawing/2014/main" id="{AA5275A0-7B83-4EF6-944C-17A980FA5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72" name="Text Box 67">
              <a:extLst>
                <a:ext uri="{FF2B5EF4-FFF2-40B4-BE49-F238E27FC236}">
                  <a16:creationId xmlns:a16="http://schemas.microsoft.com/office/drawing/2014/main" id="{00B0EF43-EA1F-493D-8BB6-CC6F48F1B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173" name="Line 68">
              <a:extLst>
                <a:ext uri="{FF2B5EF4-FFF2-40B4-BE49-F238E27FC236}">
                  <a16:creationId xmlns:a16="http://schemas.microsoft.com/office/drawing/2014/main" id="{467F14D7-9382-432B-A01A-6C2FEC080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" name="Line 69">
              <a:extLst>
                <a:ext uri="{FF2B5EF4-FFF2-40B4-BE49-F238E27FC236}">
                  <a16:creationId xmlns:a16="http://schemas.microsoft.com/office/drawing/2014/main" id="{CABC1C27-AEEE-406E-B16D-681CCA377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5" name="Text Box 70">
              <a:extLst>
                <a:ext uri="{FF2B5EF4-FFF2-40B4-BE49-F238E27FC236}">
                  <a16:creationId xmlns:a16="http://schemas.microsoft.com/office/drawing/2014/main" id="{7147196F-396A-4326-B39E-025AA35D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76" name="Line 71">
              <a:extLst>
                <a:ext uri="{FF2B5EF4-FFF2-40B4-BE49-F238E27FC236}">
                  <a16:creationId xmlns:a16="http://schemas.microsoft.com/office/drawing/2014/main" id="{A587C2BF-B5FD-41EB-BD3C-1FAAEB036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7" name="Text Box 72">
              <a:extLst>
                <a:ext uri="{FF2B5EF4-FFF2-40B4-BE49-F238E27FC236}">
                  <a16:creationId xmlns:a16="http://schemas.microsoft.com/office/drawing/2014/main" id="{AF8B9C56-E091-4D08-BE14-3E45100B9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grpSp>
          <p:nvGrpSpPr>
            <p:cNvPr id="178" name="Group 73">
              <a:extLst>
                <a:ext uri="{FF2B5EF4-FFF2-40B4-BE49-F238E27FC236}">
                  <a16:creationId xmlns:a16="http://schemas.microsoft.com/office/drawing/2014/main" id="{A8728FC5-2D51-4824-B889-755CD419B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181" name="Line 74">
                <a:extLst>
                  <a:ext uri="{FF2B5EF4-FFF2-40B4-BE49-F238E27FC236}">
                    <a16:creationId xmlns:a16="http://schemas.microsoft.com/office/drawing/2014/main" id="{363B07A2-BABA-4356-8CDD-E2AD8DE5B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" name="Line 75">
                <a:extLst>
                  <a:ext uri="{FF2B5EF4-FFF2-40B4-BE49-F238E27FC236}">
                    <a16:creationId xmlns:a16="http://schemas.microsoft.com/office/drawing/2014/main" id="{6DD211DB-3CC3-43B9-9998-0B39DDF2F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" name="Line 76">
                <a:extLst>
                  <a:ext uri="{FF2B5EF4-FFF2-40B4-BE49-F238E27FC236}">
                    <a16:creationId xmlns:a16="http://schemas.microsoft.com/office/drawing/2014/main" id="{2E69710C-719D-4A7F-B319-FB64E3A26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ACDF0DC0-00EC-4532-BFAE-BF901EC3C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206694BB-41EE-48B2-963B-2DF42ED9D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556192-2167-322E-459D-CED9E2241B92}"/>
              </a:ext>
            </a:extLst>
          </p:cNvPr>
          <p:cNvSpPr txBox="1"/>
          <p:nvPr/>
        </p:nvSpPr>
        <p:spPr>
          <a:xfrm>
            <a:off x="3028950" y="950416"/>
            <a:ext cx="331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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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 - (S - R)</a:t>
            </a:r>
            <a:endParaRPr lang="en-US" sz="24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08B5-37F0-7FD1-22E2-41EF8F1D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Ví dụ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F3A37-8FA2-6AAE-AE33-37580E29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b="1" dirty="0" err="1"/>
              <a:t>Cho biết Mã và họ tên</a:t>
            </a:r>
            <a:r>
              <a:rPr lang="en-US" altLang="en-US" b="1" dirty="0"/>
              <a:t> </a:t>
            </a:r>
            <a:r>
              <a:rPr lang="en-US" altLang="en-US" b="1" dirty="0" err="1"/>
              <a:t>các</a:t>
            </a:r>
            <a:r>
              <a:rPr lang="en-US" altLang="en-US" b="1" dirty="0"/>
              <a:t> </a:t>
            </a:r>
            <a:r>
              <a:rPr lang="en-US" altLang="en-US" b="1" dirty="0" err="1"/>
              <a:t>nhân</a:t>
            </a:r>
            <a:r>
              <a:rPr lang="en-US" altLang="en-US" b="1" dirty="0"/>
              <a:t> </a:t>
            </a:r>
            <a:r>
              <a:rPr lang="en-US" altLang="en-US" b="1" dirty="0" err="1"/>
              <a:t>viên</a:t>
            </a:r>
            <a:r>
              <a:rPr lang="en-US" altLang="en-US" b="1" dirty="0"/>
              <a:t> </a:t>
            </a:r>
            <a:r>
              <a:rPr lang="en-US" altLang="en-US" b="1" dirty="0" err="1"/>
              <a:t>được</a:t>
            </a:r>
            <a:r>
              <a:rPr lang="en-US" altLang="en-US" b="1" dirty="0"/>
              <a:t> </a:t>
            </a:r>
            <a:r>
              <a:rPr lang="en-US" altLang="en-US" b="1" dirty="0" err="1"/>
              <a:t>phân</a:t>
            </a:r>
            <a:r>
              <a:rPr lang="en-US" altLang="en-US" b="1" dirty="0"/>
              <a:t> </a:t>
            </a:r>
            <a:r>
              <a:rPr lang="en-US" altLang="en-US" b="1" dirty="0" err="1"/>
              <a:t>công</a:t>
            </a:r>
            <a:r>
              <a:rPr lang="en-US" altLang="en-US" b="1" dirty="0"/>
              <a:t> </a:t>
            </a:r>
            <a:r>
              <a:rPr lang="en-US" altLang="en-US" b="1" dirty="0" err="1"/>
              <a:t>làm</a:t>
            </a:r>
            <a:r>
              <a:rPr lang="en-US" altLang="en-US" b="1" dirty="0"/>
              <a:t> </a:t>
            </a:r>
            <a:r>
              <a:rPr lang="en-US" altLang="en-US" b="1" u="sng" dirty="0" err="1"/>
              <a:t>tất</a:t>
            </a:r>
            <a:r>
              <a:rPr lang="en-US" altLang="en-US" b="1" u="sng" dirty="0"/>
              <a:t> </a:t>
            </a:r>
            <a:r>
              <a:rPr lang="en-US" altLang="en-US" b="1" u="sng" dirty="0" err="1"/>
              <a:t>cả</a:t>
            </a:r>
            <a:r>
              <a:rPr lang="en-US" altLang="en-US" b="1" dirty="0"/>
              <a:t> </a:t>
            </a:r>
            <a:r>
              <a:rPr lang="en-US" altLang="en-US" b="1" dirty="0" err="1"/>
              <a:t>các</a:t>
            </a:r>
            <a:r>
              <a:rPr lang="en-US" altLang="en-US" b="1" dirty="0"/>
              <a:t> </a:t>
            </a:r>
            <a:r>
              <a:rPr lang="en-US" altLang="en-US" b="1" dirty="0" err="1"/>
              <a:t>đề</a:t>
            </a:r>
            <a:r>
              <a:rPr lang="en-US" altLang="en-US" b="1" dirty="0"/>
              <a:t> </a:t>
            </a:r>
            <a:r>
              <a:rPr lang="en-US" altLang="en-US" b="1" dirty="0" err="1"/>
              <a:t>án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Sử dụng hàm kết hợp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Sử dụng phép chia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BAE73-CF9E-0CB2-5CA1-6A33289A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D31E8-98AB-00D0-E390-C96D90E5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838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0EEC-3612-49E6-B340-B2E4D85F04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75107" name="Slide Number Placeholder 5">
            <a:extLst>
              <a:ext uri="{FF2B5EF4-FFF2-40B4-BE49-F238E27FC236}">
                <a16:creationId xmlns:a16="http://schemas.microsoft.com/office/drawing/2014/main" id="{87299685-7692-425F-87B0-7C621900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3E66089-C85A-4766-9632-DE9BE98CBC7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175108" name="Rectangle 2">
            <a:extLst>
              <a:ext uri="{FF2B5EF4-FFF2-40B4-BE49-F238E27FC236}">
                <a16:creationId xmlns:a16="http://schemas.microsoft.com/office/drawing/2014/main" id="{5B95288E-36F0-4CC3-9FC8-719BE1DE9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2.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Phép chia (tt)</a:t>
            </a:r>
          </a:p>
        </p:txBody>
      </p:sp>
      <p:sp>
        <p:nvSpPr>
          <p:cNvPr id="175109" name="Rectangle 3">
            <a:extLst>
              <a:ext uri="{FF2B5EF4-FFF2-40B4-BE49-F238E27FC236}">
                <a16:creationId xmlns:a16="http://schemas.microsoft.com/office/drawing/2014/main" id="{F10E3E31-4EB5-414A-9528-CFE20B01D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Cho biết mã số và họ tên các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công</a:t>
            </a:r>
            <a:r>
              <a:rPr lang="en-US" altLang="en-US" dirty="0"/>
              <a:t> </a:t>
            </a:r>
            <a:r>
              <a:rPr lang="en-US" altLang="en-US" dirty="0" err="1"/>
              <a:t>làm</a:t>
            </a:r>
            <a:r>
              <a:rPr lang="en-US" altLang="en-US" dirty="0"/>
              <a:t> </a:t>
            </a:r>
            <a:r>
              <a:rPr lang="en-US" altLang="en-US" u="sng" dirty="0" err="1"/>
              <a:t>tất</a:t>
            </a:r>
            <a:r>
              <a:rPr lang="en-US" altLang="en-US" u="sng" dirty="0"/>
              <a:t> </a:t>
            </a:r>
            <a:r>
              <a:rPr lang="en-US" altLang="en-US" u="sng" dirty="0" err="1"/>
              <a:t>cả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endParaRPr lang="en-US" altLang="en-US" dirty="0"/>
          </a:p>
          <a:p>
            <a:pPr marL="344487" lvl="1" indent="0" eaLnBrk="1" hangingPunct="1">
              <a:buNone/>
            </a:pPr>
            <a:r>
              <a:rPr lang="en-US" altLang="en-US" i="1" dirty="0" err="1">
                <a:sym typeface="Wingdings" pitchFamily="2" charset="2"/>
              </a:rPr>
              <a:t> </a:t>
            </a:r>
            <a:r>
              <a:rPr lang="en-US" altLang="en-US" i="1" dirty="0" err="1"/>
              <a:t>Tìm</a:t>
            </a:r>
            <a:r>
              <a:rPr lang="en-US" altLang="en-US" i="1" dirty="0"/>
              <a:t> </a:t>
            </a:r>
            <a:r>
              <a:rPr lang="en-US" altLang="en-US" i="1" dirty="0" err="1"/>
              <a:t>các</a:t>
            </a:r>
            <a:r>
              <a:rPr lang="en-US" altLang="en-US" i="1" dirty="0"/>
              <a:t> </a:t>
            </a:r>
            <a:r>
              <a:rPr lang="en-US" altLang="en-US" i="1" dirty="0" err="1"/>
              <a:t>nhân</a:t>
            </a:r>
            <a:r>
              <a:rPr lang="en-US" altLang="en-US" i="1" dirty="0"/>
              <a:t> </a:t>
            </a:r>
            <a:r>
              <a:rPr lang="en-US" altLang="en-US" i="1" dirty="0" err="1"/>
              <a:t>viên</a:t>
            </a:r>
            <a:r>
              <a:rPr lang="en-US" altLang="en-US" i="1" dirty="0"/>
              <a:t> </a:t>
            </a:r>
            <a:r>
              <a:rPr lang="en-US" altLang="en-US" i="1" dirty="0" err="1"/>
              <a:t>mà</a:t>
            </a:r>
            <a:r>
              <a:rPr lang="en-US" altLang="en-US" i="1" dirty="0"/>
              <a:t> </a:t>
            </a:r>
            <a:r>
              <a:rPr lang="en-US" altLang="en-US" i="1" u="sng" dirty="0" err="1">
                <a:highlight>
                  <a:srgbClr val="FFFF00"/>
                </a:highlight>
              </a:rPr>
              <a:t>không</a:t>
            </a:r>
            <a:r>
              <a:rPr lang="en-US" altLang="en-US" i="1" dirty="0"/>
              <a:t> </a:t>
            </a:r>
            <a:r>
              <a:rPr lang="en-US" altLang="en-US" i="1" dirty="0" err="1"/>
              <a:t>có</a:t>
            </a:r>
            <a:r>
              <a:rPr lang="en-US" altLang="en-US" i="1" dirty="0"/>
              <a:t> </a:t>
            </a:r>
            <a:r>
              <a:rPr lang="en-US" altLang="en-US" i="1" dirty="0" err="1"/>
              <a:t>đề</a:t>
            </a:r>
            <a:r>
              <a:rPr lang="en-US" altLang="en-US" i="1" dirty="0"/>
              <a:t> </a:t>
            </a:r>
            <a:r>
              <a:rPr lang="en-US" altLang="en-US" i="1" dirty="0" err="1"/>
              <a:t>án</a:t>
            </a:r>
            <a:r>
              <a:rPr lang="en-US" altLang="en-US" i="1" dirty="0"/>
              <a:t> </a:t>
            </a:r>
            <a:r>
              <a:rPr lang="en-US" altLang="en-US" i="1" dirty="0" err="1"/>
              <a:t>nào</a:t>
            </a:r>
            <a:r>
              <a:rPr lang="en-US" altLang="en-US" i="1" dirty="0"/>
              <a:t> </a:t>
            </a:r>
            <a:r>
              <a:rPr lang="en-US" altLang="en-US" i="1" dirty="0" err="1"/>
              <a:t>là</a:t>
            </a:r>
            <a:r>
              <a:rPr lang="en-US" altLang="en-US" i="1" dirty="0"/>
              <a:t> </a:t>
            </a:r>
            <a:r>
              <a:rPr lang="en-US" altLang="en-US" i="1" u="sng" dirty="0" err="1">
                <a:highlight>
                  <a:srgbClr val="FFFF00"/>
                </a:highlight>
              </a:rPr>
              <a:t>không</a:t>
            </a:r>
            <a:r>
              <a:rPr lang="en-US" altLang="en-US" i="1" dirty="0"/>
              <a:t> </a:t>
            </a:r>
            <a:r>
              <a:rPr lang="en-US" altLang="en-US" i="1" dirty="0" err="1"/>
              <a:t>được</a:t>
            </a:r>
            <a:r>
              <a:rPr lang="en-US" altLang="en-US" i="1" dirty="0"/>
              <a:t> </a:t>
            </a:r>
            <a:r>
              <a:rPr lang="en-US" altLang="en-US" i="1" dirty="0" err="1"/>
              <a:t>phân</a:t>
            </a:r>
            <a:r>
              <a:rPr lang="en-US" altLang="en-US" i="1" dirty="0"/>
              <a:t> </a:t>
            </a:r>
            <a:r>
              <a:rPr lang="en-US" altLang="en-US" i="1" dirty="0" err="1"/>
              <a:t>công</a:t>
            </a:r>
            <a:r>
              <a:rPr lang="en-US" altLang="en-US" i="1" dirty="0"/>
              <a:t> </a:t>
            </a:r>
            <a:r>
              <a:rPr lang="en-US" altLang="en-US" i="1" dirty="0" err="1"/>
              <a:t>làm</a:t>
            </a:r>
            <a:endParaRPr lang="en-US" altLang="en-US" i="1" dirty="0"/>
          </a:p>
          <a:p>
            <a:pPr lvl="1" eaLnBrk="1" hangingPunct="1"/>
            <a:endParaRPr lang="en-US" altLang="en-US" dirty="0" err="1"/>
          </a:p>
          <a:p>
            <a:pPr lvl="1" eaLnBrk="1" hangingPunct="1"/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bị</a:t>
            </a:r>
            <a:r>
              <a:rPr lang="en-US" altLang="en-US" dirty="0"/>
              <a:t> chia: PHANCONG(MA_NVIEN, SODA)</a:t>
            </a:r>
          </a:p>
          <a:p>
            <a:pPr lvl="1" eaLnBrk="1" hangingPunct="1"/>
            <a:r>
              <a:rPr lang="en-US" altLang="en-US" dirty="0" err="1"/>
              <a:t>Tập</a:t>
            </a:r>
            <a:r>
              <a:rPr lang="en-US" altLang="en-US" dirty="0"/>
              <a:t> chia: DEAN(MADA)</a:t>
            </a:r>
          </a:p>
          <a:p>
            <a:pPr lvl="1" eaLnBrk="1" hangingPunct="1"/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: KQ(MA_NVIEN)</a:t>
            </a:r>
          </a:p>
          <a:p>
            <a:pPr lvl="1" eaLnBrk="1" hangingPunct="1"/>
            <a:r>
              <a:rPr lang="en-US" altLang="en-US" dirty="0" err="1"/>
              <a:t>Kết</a:t>
            </a:r>
            <a:r>
              <a:rPr lang="en-US" altLang="en-US" dirty="0"/>
              <a:t> KQ </a:t>
            </a:r>
            <a:r>
              <a:rPr lang="en-US" altLang="en-US" dirty="0" err="1"/>
              <a:t>với</a:t>
            </a:r>
            <a:r>
              <a:rPr lang="en-US" altLang="en-US" dirty="0"/>
              <a:t> NHANVIEN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lấy</a:t>
            </a:r>
            <a:r>
              <a:rPr lang="en-US" altLang="en-US" dirty="0"/>
              <a:t> ra TENNV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79CB9-8348-4CAC-A2C3-23A2A79844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77155" name="Slide Number Placeholder 5">
            <a:extLst>
              <a:ext uri="{FF2B5EF4-FFF2-40B4-BE49-F238E27FC236}">
                <a16:creationId xmlns:a16="http://schemas.microsoft.com/office/drawing/2014/main" id="{3D76B036-3060-495D-A9D3-608C5B2D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531428E-7AA2-4EEF-A6AE-32B523BCAA1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177156" name="Rectangle 2">
            <a:extLst>
              <a:ext uri="{FF2B5EF4-FFF2-40B4-BE49-F238E27FC236}">
                <a16:creationId xmlns:a16="http://schemas.microsoft.com/office/drawing/2014/main" id="{9E3A6C45-83F2-46DA-A998-FAAD59C08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 dirty="0" err="1"/>
              <a:t>2. Ví</a:t>
            </a:r>
            <a:r>
              <a:rPr lang="en-US" altLang="en-US" sz="3500" dirty="0"/>
              <a:t> </a:t>
            </a:r>
            <a:r>
              <a:rPr lang="en-US" altLang="en-US" sz="3500" dirty="0" err="1"/>
              <a:t>dụ</a:t>
            </a:r>
            <a:r>
              <a:rPr lang="en-US" altLang="en-US" sz="3500" dirty="0"/>
              <a:t> - Phép chia (</a:t>
            </a:r>
            <a:r>
              <a:rPr lang="en-US" altLang="en-US" sz="3500" dirty="0" err="1"/>
              <a:t>tt</a:t>
            </a:r>
            <a:r>
              <a:rPr lang="en-US" altLang="en-US" sz="3500" dirty="0"/>
              <a:t>)</a:t>
            </a:r>
          </a:p>
        </p:txBody>
      </p:sp>
      <p:sp>
        <p:nvSpPr>
          <p:cNvPr id="177157" name="Text Box 5">
            <a:extLst>
              <a:ext uri="{FF2B5EF4-FFF2-40B4-BE49-F238E27FC236}">
                <a16:creationId xmlns:a16="http://schemas.microsoft.com/office/drawing/2014/main" id="{6EEBB7DF-EA06-413F-8BCB-8B76FCCED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00200"/>
            <a:ext cx="6934200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NV.TENNV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NHANVIEN NV, PHANCONG PC1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NV.MANV=PC1.MA_NVIEN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NOT EXISTS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DEAN DA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NOT EXISTS</a:t>
            </a:r>
            <a:r>
              <a:rPr lang="en-US" altLang="en-US" sz="1800" dirty="0">
                <a:latin typeface="Tahoma" panose="020B0604030504040204" pitchFamily="34" charset="0"/>
              </a:rPr>
              <a:t>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*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PHANCONG PC2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highlight>
                  <a:srgbClr val="FFFF00"/>
                </a:highlight>
                <a:latin typeface="Tahoma" panose="020B0604030504040204" pitchFamily="34" charset="0"/>
              </a:rPr>
              <a:t>PC2.SODA=DA.MADA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		</a:t>
            </a:r>
            <a:r>
              <a:rPr lang="en-US" altLang="en-US" sz="1800" dirty="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>
                <a:highlight>
                  <a:srgbClr val="FFFF00"/>
                </a:highlight>
                <a:latin typeface="Tahoma" panose="020B0604030504040204" pitchFamily="34" charset="0"/>
              </a:rPr>
              <a:t>PC1.MA_NVIEN=PC2.MA_NVIEN </a:t>
            </a:r>
            <a:r>
              <a:rPr lang="en-US" altLang="en-US" sz="1800" dirty="0">
                <a:latin typeface="Tahoma" panose="020B0604030504040204" pitchFamily="34" charset="0"/>
              </a:rPr>
              <a:t>))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D4BC-5509-457E-9E37-551A10C8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4013"/>
            <a:ext cx="8382000" cy="1169987"/>
          </a:xfrm>
        </p:spPr>
        <p:txBody>
          <a:bodyPr/>
          <a:lstStyle/>
          <a:p>
            <a:pPr algn="ctr"/>
            <a:r>
              <a:rPr lang="en-US" sz="3600" dirty="0" err="1"/>
              <a:t>Bài</a:t>
            </a:r>
            <a:r>
              <a:rPr lang="en-US" sz="3600" dirty="0"/>
              <a:t> </a:t>
            </a:r>
            <a:r>
              <a:rPr lang="en-US" sz="3600" dirty="0" err="1"/>
              <a:t>tập nhóm: Viết ĐSQH &amp; SQL</a:t>
            </a:r>
            <a:br>
              <a:rPr lang="en-US" sz="3600" dirty="0" err="1"/>
            </a:br>
            <a:r>
              <a:rPr lang="en-US" sz="3600" dirty="0" err="1"/>
              <a:t>(sử dụng phép chia)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C72D-2195-4FDA-B429-71D2E063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382000" cy="467518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Cho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biết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nhân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viên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làm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việc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cho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tất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cả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các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đề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án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mà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phòng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sô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́ 5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chủ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trì: </a:t>
            </a:r>
            <a:r>
              <a:rPr lang="vi-VN">
                <a:solidFill>
                  <a:srgbClr val="000000"/>
                </a:solidFill>
                <a:latin typeface="Times New Roman" panose="02020603050405020304" pitchFamily="18" charset="0"/>
              </a:rPr>
              <a:t>Thông tin gồm Mã NV, Họ tên NV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vi-V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Cho biết những nhân viên tham gia </a:t>
            </a:r>
            <a:r>
              <a:rPr lang="vi-VN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tất cả </a:t>
            </a:r>
            <a:r>
              <a:rPr lang="vi-V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đề án mà có nhân viên ‘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00</a:t>
            </a:r>
            <a:r>
              <a:rPr lang="vi-V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1’ tham gia: </a:t>
            </a:r>
            <a:r>
              <a:rPr lang="vi-VN">
                <a:solidFill>
                  <a:srgbClr val="000000"/>
                </a:solidFill>
                <a:latin typeface="Times New Roman" panose="02020603050405020304" pitchFamily="18" charset="0"/>
              </a:rPr>
              <a:t>Thông tin gồm Mã NV, Họ tên NV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Cho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biết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phòng ban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chủ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trì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tất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cả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đề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án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ở Tp. HCM: Thông tin gồm Mã phòng và tên phòng</a:t>
            </a:r>
          </a:p>
          <a:p>
            <a:pPr>
              <a:buFont typeface="+mj-lt"/>
              <a:buAutoNum type="arabicPeriod"/>
            </a:pP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</a:rPr>
              <a:t>Cho biết danh sách nhân viên tham gia vào </a:t>
            </a:r>
            <a:r>
              <a:rPr lang="vi-V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tất cả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</a:rPr>
              <a:t> các đề án ở 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p.</a:t>
            </a:r>
            <a:r>
              <a:rPr lang="vi-VN">
                <a:solidFill>
                  <a:srgbClr val="000000"/>
                </a:solidFill>
                <a:latin typeface="Times New Roman" panose="02020603050405020304" pitchFamily="18" charset="0"/>
              </a:rPr>
              <a:t> HCM: Thông tin gồm Mã NV, Họ tên NV</a:t>
            </a:r>
            <a:endParaRPr lang="vi-V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D2C80-71B4-4FC0-BDAC-CF577089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3395E-4EE4-4EE9-9BA9-EE72C7A0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788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2117A-5C37-4A1B-A7F2-2458798923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40643" name="Slide Number Placeholder 5">
            <a:extLst>
              <a:ext uri="{FF2B5EF4-FFF2-40B4-BE49-F238E27FC236}">
                <a16:creationId xmlns:a16="http://schemas.microsoft.com/office/drawing/2014/main" id="{709D7259-CE87-40A6-9242-42C394F8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74820C1-3BF7-4815-9020-8CF9DC35BFC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240644" name="Rectangle 2">
            <a:extLst>
              <a:ext uri="{FF2B5EF4-FFF2-40B4-BE49-F238E27FC236}">
                <a16:creationId xmlns:a16="http://schemas.microsoft.com/office/drawing/2014/main" id="{65815DB1-3A0A-4177-9F77-87C70DB3E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Khung nhìn</a:t>
            </a:r>
          </a:p>
        </p:txBody>
      </p:sp>
      <p:sp>
        <p:nvSpPr>
          <p:cNvPr id="240645" name="Rectangle 3">
            <a:extLst>
              <a:ext uri="{FF2B5EF4-FFF2-40B4-BE49-F238E27FC236}">
                <a16:creationId xmlns:a16="http://schemas.microsoft.com/office/drawing/2014/main" id="{D641C626-7DD1-46E6-9B0B-7F3811A21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Bảng là một quan hệ được </a:t>
            </a:r>
            <a:r>
              <a:rPr lang="en-US" altLang="en-US" u="sng"/>
              <a:t>tổ chức lưu trữ</a:t>
            </a:r>
            <a:r>
              <a:rPr lang="en-US" altLang="en-US"/>
              <a:t> vật lý trong CSDL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Khung nhìn cũng là một quan hệ</a:t>
            </a:r>
          </a:p>
          <a:p>
            <a:pPr lvl="1" eaLnBrk="1" hangingPunct="1"/>
            <a:r>
              <a:rPr lang="en-US" altLang="en-US"/>
              <a:t>Không được lưu trữ vật lý (bảng ảo)</a:t>
            </a:r>
          </a:p>
          <a:p>
            <a:pPr lvl="1" eaLnBrk="1" hangingPunct="1"/>
            <a:r>
              <a:rPr lang="en-US" altLang="en-US"/>
              <a:t>Không chứa dữ liệu </a:t>
            </a:r>
          </a:p>
          <a:p>
            <a:pPr lvl="1" eaLnBrk="1" hangingPunct="1"/>
            <a:r>
              <a:rPr lang="en-US" altLang="en-US"/>
              <a:t>Được định nghĩa từ những bảng khác</a:t>
            </a:r>
          </a:p>
          <a:p>
            <a:pPr lvl="1" eaLnBrk="1" hangingPunct="1"/>
            <a:r>
              <a:rPr lang="en-US" altLang="en-US"/>
              <a:t>Có thể truy vấn hay cập nhật thông qua khung nhìn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AF87A-5A1F-4735-8A84-54A2E5E810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42691" name="Slide Number Placeholder 5">
            <a:extLst>
              <a:ext uri="{FF2B5EF4-FFF2-40B4-BE49-F238E27FC236}">
                <a16:creationId xmlns:a16="http://schemas.microsoft.com/office/drawing/2014/main" id="{D7628591-E09E-47E6-922F-00FBE671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5678489-A60D-480D-80DB-9D7FD2FDC83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242692" name="Rectangle 2">
            <a:extLst>
              <a:ext uri="{FF2B5EF4-FFF2-40B4-BE49-F238E27FC236}">
                <a16:creationId xmlns:a16="http://schemas.microsoft.com/office/drawing/2014/main" id="{526C376A-99D0-446E-B5D2-9C5CE44E8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Khung nhìn (tt)</a:t>
            </a:r>
          </a:p>
        </p:txBody>
      </p:sp>
      <p:sp>
        <p:nvSpPr>
          <p:cNvPr id="242693" name="Rectangle 3">
            <a:extLst>
              <a:ext uri="{FF2B5EF4-FFF2-40B4-BE49-F238E27FC236}">
                <a16:creationId xmlns:a16="http://schemas.microsoft.com/office/drawing/2014/main" id="{BDC84D59-CE03-41C3-9F5D-84CD76815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Tại sao phải sử dụng khung nhìn?</a:t>
            </a:r>
          </a:p>
          <a:p>
            <a:pPr lvl="1" eaLnBrk="1" hangingPunct="1"/>
            <a:r>
              <a:rPr lang="en-US" altLang="en-US"/>
              <a:t>Che dấu tính phức tạp của dữ liệu</a:t>
            </a:r>
          </a:p>
          <a:p>
            <a:pPr lvl="1" eaLnBrk="1" hangingPunct="1"/>
            <a:r>
              <a:rPr lang="en-US" altLang="en-US"/>
              <a:t>Đơn giản hóa các câu truy vấn</a:t>
            </a:r>
          </a:p>
          <a:p>
            <a:pPr lvl="1" eaLnBrk="1" hangingPunct="1"/>
            <a:r>
              <a:rPr lang="en-US" altLang="en-US"/>
              <a:t>Hiển thị dữ liệu dưới dạng tiện dụng nhất</a:t>
            </a:r>
          </a:p>
          <a:p>
            <a:pPr lvl="1" eaLnBrk="1" hangingPunct="1"/>
            <a:r>
              <a:rPr lang="en-US" altLang="en-US"/>
              <a:t>An toàn dữ liệu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D9B84F9-8E75-4A22-B46D-021416ED94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44739" name="Slide Number Placeholder 5">
            <a:extLst>
              <a:ext uri="{FF2B5EF4-FFF2-40B4-BE49-F238E27FC236}">
                <a16:creationId xmlns:a16="http://schemas.microsoft.com/office/drawing/2014/main" id="{C1A07399-4EC4-4ECC-94B5-1D8D7ACDD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0376050-1FA0-45BD-8859-D1245470E42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244740" name="Rectangle 2">
            <a:extLst>
              <a:ext uri="{FF2B5EF4-FFF2-40B4-BE49-F238E27FC236}">
                <a16:creationId xmlns:a16="http://schemas.microsoft.com/office/drawing/2014/main" id="{64C012C1-2381-4B24-955D-F6D53FF34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Định nghĩa khung nhìn</a:t>
            </a:r>
          </a:p>
        </p:txBody>
      </p:sp>
      <p:sp>
        <p:nvSpPr>
          <p:cNvPr id="244741" name="Rectangle 3">
            <a:extLst>
              <a:ext uri="{FF2B5EF4-FFF2-40B4-BE49-F238E27FC236}">
                <a16:creationId xmlns:a16="http://schemas.microsoft.com/office/drawing/2014/main" id="{B6D2F1CA-29C2-4584-B808-D0B4913EB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Cú pháp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Bảng ảo này có</a:t>
            </a:r>
          </a:p>
          <a:p>
            <a:pPr lvl="1" eaLnBrk="1" hangingPunct="1"/>
            <a:r>
              <a:rPr lang="en-US" altLang="en-US"/>
              <a:t>Danh sách thuộc tính trùng với các thuộc tính trong mệnh đề SELECT</a:t>
            </a:r>
          </a:p>
          <a:p>
            <a:pPr lvl="1" eaLnBrk="1" hangingPunct="1"/>
            <a:r>
              <a:rPr lang="en-US" altLang="en-US"/>
              <a:t>Số dòng phụ thuộc vào điều kiện ở mệnh đề WHERE</a:t>
            </a:r>
          </a:p>
          <a:p>
            <a:pPr lvl="1" eaLnBrk="1" hangingPunct="1"/>
            <a:r>
              <a:rPr lang="en-US" altLang="en-US"/>
              <a:t>Dữ liệu được lấy từ các bảng ở mệnh đề FROM</a:t>
            </a:r>
          </a:p>
        </p:txBody>
      </p:sp>
      <p:sp>
        <p:nvSpPr>
          <p:cNvPr id="244742" name="Rectangle 4">
            <a:extLst>
              <a:ext uri="{FF2B5EF4-FFF2-40B4-BE49-F238E27FC236}">
                <a16:creationId xmlns:a16="http://schemas.microsoft.com/office/drawing/2014/main" id="{F0F2313E-A0AE-4F2F-A546-8A7772716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81200"/>
            <a:ext cx="4191000" cy="792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CREATE VIEW </a:t>
            </a:r>
            <a:r>
              <a:rPr lang="en-US" altLang="en-US" sz="1800">
                <a:latin typeface="Tahoma" panose="020B0604030504040204" pitchFamily="34" charset="0"/>
              </a:rPr>
              <a:t>&lt;tên khung nhìn&gt;  </a:t>
            </a:r>
            <a:r>
              <a:rPr lang="en-US" altLang="en-US" sz="1800" b="1"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&lt;câu truy vấn&gt;</a:t>
            </a:r>
          </a:p>
        </p:txBody>
      </p:sp>
      <p:sp>
        <p:nvSpPr>
          <p:cNvPr id="244743" name="Rectangle 6">
            <a:extLst>
              <a:ext uri="{FF2B5EF4-FFF2-40B4-BE49-F238E27FC236}">
                <a16:creationId xmlns:a16="http://schemas.microsoft.com/office/drawing/2014/main" id="{08BD25DC-8A13-4F2D-93FA-215685BA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200400"/>
            <a:ext cx="4191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DROP VIEW </a:t>
            </a:r>
            <a:r>
              <a:rPr lang="en-US" altLang="en-US" sz="1800">
                <a:latin typeface="Tahoma" panose="020B0604030504040204" pitchFamily="34" charset="0"/>
              </a:rPr>
              <a:t>&lt;tên khung nhìn&gt;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844A08-B252-486F-8474-B1216EA6A4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46787" name="Slide Number Placeholder 5">
            <a:extLst>
              <a:ext uri="{FF2B5EF4-FFF2-40B4-BE49-F238E27FC236}">
                <a16:creationId xmlns:a16="http://schemas.microsoft.com/office/drawing/2014/main" id="{3A641001-CEA4-48ED-9D15-F4A83C83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5A78414-8603-4410-835C-E174273EA89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246788" name="Rectangle 2">
            <a:extLst>
              <a:ext uri="{FF2B5EF4-FFF2-40B4-BE49-F238E27FC236}">
                <a16:creationId xmlns:a16="http://schemas.microsoft.com/office/drawing/2014/main" id="{E38ABAF3-B883-4C6F-A124-68F37E3DB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Ví dụ</a:t>
            </a:r>
          </a:p>
        </p:txBody>
      </p:sp>
      <p:sp>
        <p:nvSpPr>
          <p:cNvPr id="246789" name="Text Box 3">
            <a:extLst>
              <a:ext uri="{FF2B5EF4-FFF2-40B4-BE49-F238E27FC236}">
                <a16:creationId xmlns:a16="http://schemas.microsoft.com/office/drawing/2014/main" id="{3D4A6796-048F-499D-B7E9-420DEA720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600200"/>
            <a:ext cx="54864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CREATE VIEW </a:t>
            </a:r>
            <a:r>
              <a:rPr lang="en-US" altLang="en-US" sz="1800">
                <a:latin typeface="Tahoma" panose="020B0604030504040204" pitchFamily="34" charset="0"/>
              </a:rPr>
              <a:t>NV_P5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MANV, HONV, TENLOT, TENVN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</a:t>
            </a:r>
          </a:p>
        </p:txBody>
      </p:sp>
      <p:sp>
        <p:nvSpPr>
          <p:cNvPr id="246790" name="Text Box 5">
            <a:extLst>
              <a:ext uri="{FF2B5EF4-FFF2-40B4-BE49-F238E27FC236}">
                <a16:creationId xmlns:a16="http://schemas.microsoft.com/office/drawing/2014/main" id="{3B6EFD16-7437-4687-9AF8-9ABEA33B3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810000"/>
            <a:ext cx="64008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CREATE VIEW </a:t>
            </a:r>
            <a:r>
              <a:rPr lang="en-US" altLang="en-US" sz="1800">
                <a:latin typeface="Tahoma" panose="020B0604030504040204" pitchFamily="34" charset="0"/>
              </a:rPr>
              <a:t>TONGLNG_SLNV_PB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MAPHG, TENPHG, </a:t>
            </a:r>
            <a:r>
              <a:rPr lang="en-US" altLang="en-US" sz="1800">
                <a:solidFill>
                  <a:srgbClr val="FF3399"/>
                </a:solidFill>
                <a:latin typeface="Tahoma" panose="020B0604030504040204" pitchFamily="34" charset="0"/>
              </a:rPr>
              <a:t>COUNT</a:t>
            </a:r>
            <a:r>
              <a:rPr lang="en-US" altLang="en-US" sz="1800">
                <a:latin typeface="Tahoma" panose="020B0604030504040204" pitchFamily="34" charset="0"/>
              </a:rPr>
              <a:t>(*)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SLNV, 		</a:t>
            </a:r>
            <a:r>
              <a:rPr lang="en-US" altLang="en-US" sz="1800">
                <a:solidFill>
                  <a:srgbClr val="FF3399"/>
                </a:solidFill>
                <a:latin typeface="Tahoma" panose="020B0604030504040204" pitchFamily="34" charset="0"/>
              </a:rPr>
              <a:t>SUM</a:t>
            </a:r>
            <a:r>
              <a:rPr lang="en-US" altLang="en-US" sz="1800">
                <a:latin typeface="Tahoma" panose="020B0604030504040204" pitchFamily="34" charset="0"/>
              </a:rPr>
              <a:t>(LUONG)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TONGLNG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NHANVIEN, PHONGBAN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PHG=MAPHG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GROUP BY</a:t>
            </a:r>
            <a:r>
              <a:rPr lang="en-US" altLang="en-US" sz="1800">
                <a:latin typeface="Tahoma" panose="020B0604030504040204" pitchFamily="34" charset="0"/>
              </a:rPr>
              <a:t> TENPHG, MAPHG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AE578F-88F6-4229-988F-93BE69E921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48835" name="Slide Number Placeholder 5">
            <a:extLst>
              <a:ext uri="{FF2B5EF4-FFF2-40B4-BE49-F238E27FC236}">
                <a16:creationId xmlns:a16="http://schemas.microsoft.com/office/drawing/2014/main" id="{498912F1-F26A-443F-98FB-99B31067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867A394-A5A8-4790-B8CD-68C46AA7B7F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 sz="1000"/>
          </a:p>
        </p:txBody>
      </p:sp>
      <p:sp>
        <p:nvSpPr>
          <p:cNvPr id="248836" name="Rectangle 2">
            <a:extLst>
              <a:ext uri="{FF2B5EF4-FFF2-40B4-BE49-F238E27FC236}">
                <a16:creationId xmlns:a16="http://schemas.microsoft.com/office/drawing/2014/main" id="{D6FD704B-412E-46CD-92CB-5823BB076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Truy vấn trên khung nhìn</a:t>
            </a:r>
          </a:p>
        </p:txBody>
      </p:sp>
      <p:sp>
        <p:nvSpPr>
          <p:cNvPr id="248837" name="Rectangle 3">
            <a:extLst>
              <a:ext uri="{FF2B5EF4-FFF2-40B4-BE49-F238E27FC236}">
                <a16:creationId xmlns:a16="http://schemas.microsoft.com/office/drawing/2014/main" id="{FFB52A37-A5D7-42EF-8CEA-33AD3E7A0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Tuy không chứa dữ liệu nhưng có thể thực hiện các câu truy vấn trên khung nhìn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48838" name="Text Box 5">
            <a:extLst>
              <a:ext uri="{FF2B5EF4-FFF2-40B4-BE49-F238E27FC236}">
                <a16:creationId xmlns:a16="http://schemas.microsoft.com/office/drawing/2014/main" id="{C3DAE337-3114-4BD8-BAD3-8DB6A1CD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819400"/>
            <a:ext cx="36576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TENNV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NV_P5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HONV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LIKE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‘Nguyen’</a:t>
            </a:r>
          </a:p>
        </p:txBody>
      </p:sp>
      <p:sp>
        <p:nvSpPr>
          <p:cNvPr id="841734" name="Text Box 6">
            <a:extLst>
              <a:ext uri="{FF2B5EF4-FFF2-40B4-BE49-F238E27FC236}">
                <a16:creationId xmlns:a16="http://schemas.microsoft.com/office/drawing/2014/main" id="{9A2448A2-DBB0-401B-902A-987CC7C84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482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300">
                <a:latin typeface="Tahoma" panose="020B0604030504040204" pitchFamily="34" charset="0"/>
                <a:sym typeface="Symbol" panose="05050102010706020507" pitchFamily="18" charset="2"/>
              </a:rPr>
              <a:t>NV_P5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MANV,HONV, TENLOT, TENNV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</a:t>
            </a:r>
          </a:p>
        </p:txBody>
      </p:sp>
      <p:sp>
        <p:nvSpPr>
          <p:cNvPr id="841735" name="Text Box 7">
            <a:extLst>
              <a:ext uri="{FF2B5EF4-FFF2-40B4-BE49-F238E27FC236}">
                <a16:creationId xmlns:a16="http://schemas.microsoft.com/office/drawing/2014/main" id="{708325FE-C330-4953-9295-62BB38065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486400"/>
            <a:ext cx="4343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 TENNV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HONV=‘Nguyen’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(NV_P5))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34" grpId="0"/>
      <p:bldP spid="8417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318F2CC-3CE9-4887-A521-4E23EB307F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0883" name="Slide Number Placeholder 5">
            <a:extLst>
              <a:ext uri="{FF2B5EF4-FFF2-40B4-BE49-F238E27FC236}">
                <a16:creationId xmlns:a16="http://schemas.microsoft.com/office/drawing/2014/main" id="{6357C1E5-6F0A-4C4B-9800-7286F0DC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E1C3DFA-09FA-41C2-863E-825B1D90186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en-US" sz="1000"/>
          </a:p>
        </p:txBody>
      </p:sp>
      <p:sp>
        <p:nvSpPr>
          <p:cNvPr id="250884" name="Rectangle 2">
            <a:extLst>
              <a:ext uri="{FF2B5EF4-FFF2-40B4-BE49-F238E27FC236}">
                <a16:creationId xmlns:a16="http://schemas.microsoft.com/office/drawing/2014/main" id="{A540BFC1-7E74-498A-B79F-0E9C61FEA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Truy vấn trên khung nhìn (tt)</a:t>
            </a:r>
          </a:p>
        </p:txBody>
      </p:sp>
      <p:sp>
        <p:nvSpPr>
          <p:cNvPr id="250885" name="Rectangle 3">
            <a:extLst>
              <a:ext uri="{FF2B5EF4-FFF2-40B4-BE49-F238E27FC236}">
                <a16:creationId xmlns:a16="http://schemas.microsoft.com/office/drawing/2014/main" id="{0A4FF873-45F0-4A4F-971F-49F182B08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Có thể viết câu truy vấn dữ liệu từ khung nhìn và bảng</a:t>
            </a:r>
          </a:p>
        </p:txBody>
      </p:sp>
      <p:sp>
        <p:nvSpPr>
          <p:cNvPr id="250886" name="Text Box 4">
            <a:extLst>
              <a:ext uri="{FF2B5EF4-FFF2-40B4-BE49-F238E27FC236}">
                <a16:creationId xmlns:a16="http://schemas.microsoft.com/office/drawing/2014/main" id="{29F2946C-11E2-4B2C-AE4D-88B7DD099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14600"/>
            <a:ext cx="5029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HONV, TENVN, TENDA, THOIGIAN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NV_P5, PHANCONG, DEAN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MANV=MA_NVIEN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SODA=MADA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847878" name="Text Box 6">
            <a:extLst>
              <a:ext uri="{FF2B5EF4-FFF2-40B4-BE49-F238E27FC236}">
                <a16:creationId xmlns:a16="http://schemas.microsoft.com/office/drawing/2014/main" id="{1DD1DD87-2C9A-4F22-99FE-F83FE58F1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910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300">
                <a:latin typeface="Tahoma" panose="020B0604030504040204" pitchFamily="34" charset="0"/>
                <a:sym typeface="Symbol" panose="05050102010706020507" pitchFamily="18" charset="2"/>
              </a:rPr>
              <a:t>NV_P5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MANV,HONV, TENLOT, TENNV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PHG=5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A55D2434-7A16-47C6-8BE4-87D26508890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105400"/>
            <a:ext cx="8229600" cy="1219200"/>
            <a:chOff x="384" y="3216"/>
            <a:chExt cx="5184" cy="768"/>
          </a:xfrm>
        </p:grpSpPr>
        <p:sp>
          <p:nvSpPr>
            <p:cNvPr id="250889" name="Text Box 8">
              <a:extLst>
                <a:ext uri="{FF2B5EF4-FFF2-40B4-BE49-F238E27FC236}">
                  <a16:creationId xmlns:a16="http://schemas.microsoft.com/office/drawing/2014/main" id="{D9633237-FEB8-473D-87B9-5D9CBAB23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216"/>
              <a:ext cx="51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300">
                  <a:latin typeface="Tahoma" panose="020B0604030504040204" pitchFamily="34" charset="0"/>
                  <a:sym typeface="Symbol" panose="05050102010706020507" pitchFamily="18" charset="2"/>
                </a:rPr>
                <a:t>TMP </a:t>
              </a:r>
              <a:r>
                <a:rPr lang="en-US" altLang="en-US" sz="3000">
                  <a:latin typeface="Tahoma" panose="020B0604030504040204" pitchFamily="34" charset="0"/>
                  <a:sym typeface="Symbol" panose="05050102010706020507" pitchFamily="18" charset="2"/>
                </a:rPr>
                <a:t> </a:t>
              </a:r>
              <a:r>
                <a:rPr lang="en-US" altLang="en-US" sz="2200">
                  <a:latin typeface="Tahoma" panose="020B0604030504040204" pitchFamily="34" charset="0"/>
                </a:rPr>
                <a:t>NV_P5     </a:t>
              </a:r>
              <a:r>
                <a:rPr lang="en-US" altLang="en-US" sz="2200" baseline="-25000">
                  <a:latin typeface="Tahoma" panose="020B0604030504040204" pitchFamily="34" charset="0"/>
                </a:rPr>
                <a:t>MANV=MA_NVIEN </a:t>
              </a:r>
              <a:r>
                <a:rPr lang="en-US" altLang="en-US" sz="2200">
                  <a:latin typeface="Tahoma" panose="020B0604030504040204" pitchFamily="34" charset="0"/>
                </a:rPr>
                <a:t>PHANCONG     </a:t>
              </a:r>
              <a:r>
                <a:rPr lang="en-US" altLang="en-US" sz="2200" baseline="-25000">
                  <a:latin typeface="Tahoma" panose="020B0604030504040204" pitchFamily="34" charset="0"/>
                </a:rPr>
                <a:t>SODA=MADA</a:t>
              </a:r>
              <a:r>
                <a:rPr lang="en-US" altLang="en-US" sz="2200">
                  <a:latin typeface="Tahoma" panose="020B0604030504040204" pitchFamily="34" charset="0"/>
                </a:rPr>
                <a:t>DEAN</a:t>
              </a:r>
            </a:p>
          </p:txBody>
        </p:sp>
        <p:sp>
          <p:nvSpPr>
            <p:cNvPr id="250890" name="AutoShape 9">
              <a:extLst>
                <a:ext uri="{FF2B5EF4-FFF2-40B4-BE49-F238E27FC236}">
                  <a16:creationId xmlns:a16="http://schemas.microsoft.com/office/drawing/2014/main" id="{92223967-0C09-441D-92B2-01804524F8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24" y="3324"/>
              <a:ext cx="120" cy="192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50891" name="AutoShape 10">
              <a:extLst>
                <a:ext uri="{FF2B5EF4-FFF2-40B4-BE49-F238E27FC236}">
                  <a16:creationId xmlns:a16="http://schemas.microsoft.com/office/drawing/2014/main" id="{3BB56B2E-A513-45C5-9218-7E97A5FBF4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34" y="3324"/>
              <a:ext cx="120" cy="192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50892" name="Text Box 11">
              <a:extLst>
                <a:ext uri="{FF2B5EF4-FFF2-40B4-BE49-F238E27FC236}">
                  <a16:creationId xmlns:a16="http://schemas.microsoft.com/office/drawing/2014/main" id="{3C811818-82AD-401A-B8C8-4C9FBE723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42"/>
              <a:ext cx="278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4000">
                  <a:latin typeface="Tahoma" panose="020B0604030504040204" pitchFamily="34" charset="0"/>
                  <a:sym typeface="Symbol" panose="05050102010706020507" pitchFamily="18" charset="2"/>
                </a:rPr>
                <a:t></a:t>
              </a:r>
              <a:r>
                <a:rPr lang="en-US" altLang="en-US" sz="2300" baseline="-25000">
                  <a:latin typeface="Tahoma" panose="020B0604030504040204" pitchFamily="34" charset="0"/>
                  <a:sym typeface="Symbol" panose="05050102010706020507" pitchFamily="18" charset="2"/>
                </a:rPr>
                <a:t>TENNV,TENDA,THOIGIAN</a:t>
              </a:r>
              <a:r>
                <a:rPr lang="en-US" altLang="en-US" sz="2300">
                  <a:latin typeface="Tahoma" panose="020B0604030504040204" pitchFamily="34" charset="0"/>
                  <a:sym typeface="Symbol" panose="05050102010706020507" pitchFamily="18" charset="2"/>
                </a:rPr>
                <a:t>(TMP)</a:t>
              </a:r>
              <a:endParaRPr lang="en-US" altLang="en-US" sz="22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7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7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8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9FFD4-B675-479A-8CFB-95A00CC9EE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2931" name="Slide Number Placeholder 5">
            <a:extLst>
              <a:ext uri="{FF2B5EF4-FFF2-40B4-BE49-F238E27FC236}">
                <a16:creationId xmlns:a16="http://schemas.microsoft.com/office/drawing/2014/main" id="{D3F6F6EB-F6DD-4286-B926-50A106ED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98CB9AA-A265-4916-A727-49EC57CF6D2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252932" name="Rectangle 2">
            <a:extLst>
              <a:ext uri="{FF2B5EF4-FFF2-40B4-BE49-F238E27FC236}">
                <a16:creationId xmlns:a16="http://schemas.microsoft.com/office/drawing/2014/main" id="{2DDA12EC-6810-4371-BF5C-C0290984F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Cập nhật trên khung nhìn</a:t>
            </a:r>
          </a:p>
        </p:txBody>
      </p:sp>
      <p:sp>
        <p:nvSpPr>
          <p:cNvPr id="252933" name="Rectangle 3">
            <a:extLst>
              <a:ext uri="{FF2B5EF4-FFF2-40B4-BE49-F238E27FC236}">
                <a16:creationId xmlns:a16="http://schemas.microsoft.com/office/drawing/2014/main" id="{93B74C24-F661-4040-BD72-6DB85F692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Có thể dùng các câu lệnh INSERT, DELETE và UPDATE cho các </a:t>
            </a:r>
            <a:r>
              <a:rPr lang="en-US" altLang="en-US" u="sng"/>
              <a:t>khung nhìn đơn giản</a:t>
            </a:r>
          </a:p>
          <a:p>
            <a:pPr lvl="1" eaLnBrk="1" hangingPunct="1"/>
            <a:r>
              <a:rPr lang="en-US" altLang="en-US"/>
              <a:t>Khung nhìn được xây dựng trên 1 bảng và có khóa chính của bảng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Không thể cập nhật dữ liệu nếu</a:t>
            </a:r>
          </a:p>
          <a:p>
            <a:pPr lvl="1" eaLnBrk="1" hangingPunct="1"/>
            <a:r>
              <a:rPr lang="en-US" altLang="en-US"/>
              <a:t>Khung nhìn có dùng từ khóa DISTINCT</a:t>
            </a:r>
          </a:p>
          <a:p>
            <a:pPr lvl="1" eaLnBrk="1" hangingPunct="1"/>
            <a:r>
              <a:rPr lang="en-US" altLang="en-US"/>
              <a:t>Khung nhìn có sử dụng các hàm kết hợp </a:t>
            </a:r>
          </a:p>
          <a:p>
            <a:pPr lvl="1" eaLnBrk="1" hangingPunct="1"/>
            <a:r>
              <a:rPr lang="en-US" altLang="en-US"/>
              <a:t>Khung nhìn có mệnh đề SELECT mở rộng</a:t>
            </a:r>
          </a:p>
          <a:p>
            <a:pPr lvl="1" eaLnBrk="1" hangingPunct="1"/>
            <a:r>
              <a:rPr lang="en-US" altLang="en-US"/>
              <a:t>Khung nhìn được xây dựng từ bảng có RB trên cột</a:t>
            </a:r>
          </a:p>
          <a:p>
            <a:pPr lvl="1" eaLnBrk="1" hangingPunct="1"/>
            <a:r>
              <a:rPr lang="en-US" altLang="en-US"/>
              <a:t>Khung nhìn được xây dựng từ nhiều bảng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333832-C6A2-4151-A94C-6150455C61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4979" name="Slide Number Placeholder 5">
            <a:extLst>
              <a:ext uri="{FF2B5EF4-FFF2-40B4-BE49-F238E27FC236}">
                <a16:creationId xmlns:a16="http://schemas.microsoft.com/office/drawing/2014/main" id="{960A049C-03D3-4BF2-BDAC-62765204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46AD163-538E-45FE-9899-D6C60072B9A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en-US" sz="1000"/>
          </a:p>
        </p:txBody>
      </p:sp>
      <p:sp>
        <p:nvSpPr>
          <p:cNvPr id="254980" name="Rectangle 2">
            <a:extLst>
              <a:ext uri="{FF2B5EF4-FFF2-40B4-BE49-F238E27FC236}">
                <a16:creationId xmlns:a16="http://schemas.microsoft.com/office/drawing/2014/main" id="{6AB2CDEC-172C-4C77-96F6-F673AD5D2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Cập nhật trên khung nhìn (tt)</a:t>
            </a:r>
          </a:p>
        </p:txBody>
      </p:sp>
      <p:sp>
        <p:nvSpPr>
          <p:cNvPr id="254981" name="Rectangle 3">
            <a:extLst>
              <a:ext uri="{FF2B5EF4-FFF2-40B4-BE49-F238E27FC236}">
                <a16:creationId xmlns:a16="http://schemas.microsoft.com/office/drawing/2014/main" id="{B0A6799A-096E-4FD8-826D-A652CEC81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en-US"/>
              <a:t>Sửa lại họ cho nhân viên mã ‘123456789’ ở phòng 5 là ‘Pham’</a:t>
            </a:r>
          </a:p>
        </p:txBody>
      </p:sp>
      <p:sp>
        <p:nvSpPr>
          <p:cNvPr id="254982" name="Text Box 4">
            <a:extLst>
              <a:ext uri="{FF2B5EF4-FFF2-40B4-BE49-F238E27FC236}">
                <a16:creationId xmlns:a16="http://schemas.microsoft.com/office/drawing/2014/main" id="{02E29C99-A369-4EE5-995A-C79099B20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667000"/>
            <a:ext cx="36576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UPDATE</a:t>
            </a:r>
            <a:r>
              <a:rPr lang="en-US" altLang="en-US" sz="1800">
                <a:latin typeface="Tahoma" panose="020B0604030504040204" pitchFamily="34" charset="0"/>
              </a:rPr>
              <a:t> NV_P5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SET</a:t>
            </a:r>
            <a:r>
              <a:rPr lang="en-US" altLang="en-US" sz="1800">
                <a:latin typeface="Tahoma" panose="020B0604030504040204" pitchFamily="34" charset="0"/>
              </a:rPr>
              <a:t> HONV=‘Pham’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MANV=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‘123456789’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7AEC433-BB1A-4D24-B865-CB97E53183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7027" name="Slide Number Placeholder 5">
            <a:extLst>
              <a:ext uri="{FF2B5EF4-FFF2-40B4-BE49-F238E27FC236}">
                <a16:creationId xmlns:a16="http://schemas.microsoft.com/office/drawing/2014/main" id="{C54D6AF4-930D-4F05-9AA4-FBDC4043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881F63C-AD79-4537-AE12-8F188B91E9E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257028" name="Rectangle 2">
            <a:extLst>
              <a:ext uri="{FF2B5EF4-FFF2-40B4-BE49-F238E27FC236}">
                <a16:creationId xmlns:a16="http://schemas.microsoft.com/office/drawing/2014/main" id="{ED2D051B-0C7D-493D-89F5-259882719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Chỉ mục</a:t>
            </a:r>
          </a:p>
        </p:txBody>
      </p:sp>
      <p:sp>
        <p:nvSpPr>
          <p:cNvPr id="851971" name="Rectangle 3">
            <a:extLst>
              <a:ext uri="{FF2B5EF4-FFF2-40B4-BE49-F238E27FC236}">
                <a16:creationId xmlns:a16="http://schemas.microsoft.com/office/drawing/2014/main" id="{84DD1F93-D8E2-472E-BC4B-0799A3211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Chỉ mục trên thuộc tính A là một cấu trúc dữ liệu làm cho việc tìm kiếm mẫu tin có chứa A hiệu quả hơn</a:t>
            </a:r>
          </a:p>
        </p:txBody>
      </p:sp>
      <p:sp>
        <p:nvSpPr>
          <p:cNvPr id="257030" name="Text Box 4">
            <a:extLst>
              <a:ext uri="{FF2B5EF4-FFF2-40B4-BE49-F238E27FC236}">
                <a16:creationId xmlns:a16="http://schemas.microsoft.com/office/drawing/2014/main" id="{1258C820-ED85-419B-A1A9-91316BEC7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95600"/>
            <a:ext cx="4114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*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PHG=5 </a:t>
            </a:r>
            <a:r>
              <a:rPr lang="en-US" altLang="en-US" sz="1800">
                <a:solidFill>
                  <a:srgbClr val="777777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 PHAI=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‘Nu’</a:t>
            </a:r>
          </a:p>
        </p:txBody>
      </p:sp>
      <p:sp>
        <p:nvSpPr>
          <p:cNvPr id="257031" name="Text Box 5">
            <a:extLst>
              <a:ext uri="{FF2B5EF4-FFF2-40B4-BE49-F238E27FC236}">
                <a16:creationId xmlns:a16="http://schemas.microsoft.com/office/drawing/2014/main" id="{C93F3AB1-A3A2-434D-B5EA-5D940C6B5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419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Bảng NHANVIEN có 10.000 bộ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Có 200 nhân viên làm việc cho phòng 5</a:t>
            </a:r>
          </a:p>
        </p:txBody>
      </p:sp>
      <p:sp>
        <p:nvSpPr>
          <p:cNvPr id="257032" name="Text Box 6">
            <a:extLst>
              <a:ext uri="{FF2B5EF4-FFF2-40B4-BE49-F238E27FC236}">
                <a16:creationId xmlns:a16="http://schemas.microsoft.com/office/drawing/2014/main" id="{40BB17C0-6B92-4BFF-B06B-9245B7F4E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17526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Đọc 10.000 bộ</a:t>
            </a:r>
          </a:p>
        </p:txBody>
      </p:sp>
      <p:sp>
        <p:nvSpPr>
          <p:cNvPr id="257033" name="Text Box 7">
            <a:extLst>
              <a:ext uri="{FF2B5EF4-FFF2-40B4-BE49-F238E27FC236}">
                <a16:creationId xmlns:a16="http://schemas.microsoft.com/office/drawing/2014/main" id="{D283B902-A5DB-4AD5-9A9B-E21AAEF9A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114800"/>
            <a:ext cx="1752600" cy="381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Đọc 200 bộ</a:t>
            </a:r>
          </a:p>
        </p:txBody>
      </p:sp>
      <p:sp>
        <p:nvSpPr>
          <p:cNvPr id="257034" name="Text Box 8">
            <a:extLst>
              <a:ext uri="{FF2B5EF4-FFF2-40B4-BE49-F238E27FC236}">
                <a16:creationId xmlns:a16="http://schemas.microsoft.com/office/drawing/2014/main" id="{EC5CFD70-2CDF-461D-BD13-B5CCC19AA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1752600" cy="381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Đọc 70 bộ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C9EC160-7F95-40CC-9061-C6533E9211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9075" name="Slide Number Placeholder 5">
            <a:extLst>
              <a:ext uri="{FF2B5EF4-FFF2-40B4-BE49-F238E27FC236}">
                <a16:creationId xmlns:a16="http://schemas.microsoft.com/office/drawing/2014/main" id="{D54231BD-AD4D-44C6-9D84-2DCFEEDF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767AC88-600E-4579-A8F4-D2C227A51A1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259076" name="Rectangle 2">
            <a:extLst>
              <a:ext uri="{FF2B5EF4-FFF2-40B4-BE49-F238E27FC236}">
                <a16:creationId xmlns:a16="http://schemas.microsoft.com/office/drawing/2014/main" id="{0E86E51A-363B-4B75-AFEF-B10CB18F2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Chỉ mục (tt)</a:t>
            </a:r>
          </a:p>
        </p:txBody>
      </p:sp>
      <p:sp>
        <p:nvSpPr>
          <p:cNvPr id="259077" name="Rectangle 3">
            <a:extLst>
              <a:ext uri="{FF2B5EF4-FFF2-40B4-BE49-F238E27FC236}">
                <a16:creationId xmlns:a16="http://schemas.microsoft.com/office/drawing/2014/main" id="{28E5A95C-A34B-4C4C-A9CA-393FA8DFB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Cú pháp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259078" name="Rectangle 9">
            <a:extLst>
              <a:ext uri="{FF2B5EF4-FFF2-40B4-BE49-F238E27FC236}">
                <a16:creationId xmlns:a16="http://schemas.microsoft.com/office/drawing/2014/main" id="{FB48C3C5-5C82-4415-8E2E-7E57F8B08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81200"/>
            <a:ext cx="6477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CREATE INDEX </a:t>
            </a:r>
            <a:r>
              <a:rPr lang="en-US" altLang="en-US" sz="1800">
                <a:latin typeface="Tahoma" panose="020B0604030504040204" pitchFamily="34" charset="0"/>
              </a:rPr>
              <a:t>&lt;tên chỉ mục&gt; </a:t>
            </a:r>
            <a:r>
              <a:rPr lang="en-US" altLang="en-US" sz="1800" b="1">
                <a:latin typeface="Tahoma" panose="020B0604030504040204" pitchFamily="34" charset="0"/>
              </a:rPr>
              <a:t>ON</a:t>
            </a:r>
            <a:r>
              <a:rPr lang="en-US" altLang="en-US" sz="1800">
                <a:latin typeface="Tahoma" panose="020B0604030504040204" pitchFamily="34" charset="0"/>
              </a:rPr>
              <a:t> &lt;tên bảng&gt;(&lt;tên cột&gt;)</a:t>
            </a:r>
          </a:p>
        </p:txBody>
      </p:sp>
      <p:sp>
        <p:nvSpPr>
          <p:cNvPr id="259079" name="Text Box 10">
            <a:extLst>
              <a:ext uri="{FF2B5EF4-FFF2-40B4-BE49-F238E27FC236}">
                <a16:creationId xmlns:a16="http://schemas.microsoft.com/office/drawing/2014/main" id="{128035B3-B4BB-4D0D-B4A1-C9073D2ED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10088"/>
            <a:ext cx="518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CREATE INDEX </a:t>
            </a:r>
            <a:r>
              <a:rPr lang="en-US" altLang="en-US" sz="1800">
                <a:latin typeface="Tahoma" panose="020B0604030504040204" pitchFamily="34" charset="0"/>
              </a:rPr>
              <a:t>PHG_IND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ON</a:t>
            </a:r>
            <a:r>
              <a:rPr lang="en-US" altLang="en-US" sz="1800">
                <a:latin typeface="Tahoma" panose="020B0604030504040204" pitchFamily="34" charset="0"/>
              </a:rPr>
              <a:t> NHANVIEN(PHG)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259080" name="Text Box 11">
            <a:extLst>
              <a:ext uri="{FF2B5EF4-FFF2-40B4-BE49-F238E27FC236}">
                <a16:creationId xmlns:a16="http://schemas.microsoft.com/office/drawing/2014/main" id="{CA8CFA45-9982-4D5B-8DC0-F57B96B15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195888"/>
            <a:ext cx="662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CREATE INDEX </a:t>
            </a:r>
            <a:r>
              <a:rPr lang="en-US" altLang="en-US" sz="1800">
                <a:latin typeface="Tahoma" panose="020B0604030504040204" pitchFamily="34" charset="0"/>
              </a:rPr>
              <a:t>PHG_PHAI_IND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ON</a:t>
            </a:r>
            <a:r>
              <a:rPr lang="en-US" altLang="en-US" sz="1800">
                <a:latin typeface="Tahoma" panose="020B0604030504040204" pitchFamily="34" charset="0"/>
              </a:rPr>
              <a:t> NHANVIEN(PHG, PHAI)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259081" name="Rectangle 12">
            <a:extLst>
              <a:ext uri="{FF2B5EF4-FFF2-40B4-BE49-F238E27FC236}">
                <a16:creationId xmlns:a16="http://schemas.microsoft.com/office/drawing/2014/main" id="{7A9E3D4A-028E-4041-82E4-AD6F63F7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67000"/>
            <a:ext cx="6477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DROP INDEX </a:t>
            </a:r>
            <a:r>
              <a:rPr lang="en-US" altLang="en-US" sz="1800">
                <a:latin typeface="Tahoma" panose="020B0604030504040204" pitchFamily="34" charset="0"/>
              </a:rPr>
              <a:t>&lt;tên chỉ mục&gt;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34C03-5D33-46AC-BEAB-9AC60B1090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61123" name="Slide Number Placeholder 5">
            <a:extLst>
              <a:ext uri="{FF2B5EF4-FFF2-40B4-BE49-F238E27FC236}">
                <a16:creationId xmlns:a16="http://schemas.microsoft.com/office/drawing/2014/main" id="{09DC61F9-51F0-4C3B-90BB-0F40738E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93E798B-447F-4500-94E6-233C0AA97F8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en-US" sz="1000"/>
          </a:p>
        </p:txBody>
      </p:sp>
      <p:sp>
        <p:nvSpPr>
          <p:cNvPr id="261124" name="Rectangle 2">
            <a:extLst>
              <a:ext uri="{FF2B5EF4-FFF2-40B4-BE49-F238E27FC236}">
                <a16:creationId xmlns:a16="http://schemas.microsoft.com/office/drawing/2014/main" id="{C2B74BCE-3021-42CB-AA1C-78DCED27F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Chỉ mục (tt)</a:t>
            </a:r>
          </a:p>
        </p:txBody>
      </p:sp>
      <p:sp>
        <p:nvSpPr>
          <p:cNvPr id="261125" name="Rectangle 3">
            <a:extLst>
              <a:ext uri="{FF2B5EF4-FFF2-40B4-BE49-F238E27FC236}">
                <a16:creationId xmlns:a16="http://schemas.microsoft.com/office/drawing/2014/main" id="{77C95FB4-1B08-49A0-ADB1-F0266E9C5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Nhận xét</a:t>
            </a:r>
          </a:p>
          <a:p>
            <a:pPr lvl="1" eaLnBrk="1" hangingPunct="1"/>
            <a:r>
              <a:rPr lang="en-US" altLang="en-US"/>
              <a:t>Tìm kiếm nhanh trong trường hợp so sánh với hằng số và phép kết</a:t>
            </a:r>
          </a:p>
          <a:p>
            <a:pPr lvl="1" eaLnBrk="1" hangingPunct="1"/>
            <a:r>
              <a:rPr lang="en-US" altLang="en-US"/>
              <a:t>Làm chậm đi các thao tác thêm, xóa và sửa </a:t>
            </a:r>
          </a:p>
          <a:p>
            <a:pPr lvl="1" eaLnBrk="1" hangingPunct="1"/>
            <a:r>
              <a:rPr lang="en-US" altLang="en-US"/>
              <a:t>Tốn chi phí </a:t>
            </a:r>
          </a:p>
          <a:p>
            <a:pPr lvl="2" eaLnBrk="1" hangingPunct="1"/>
            <a:r>
              <a:rPr lang="en-US" altLang="en-US"/>
              <a:t>Lưu trữ chỉ mục</a:t>
            </a:r>
          </a:p>
          <a:p>
            <a:pPr lvl="2" eaLnBrk="1" hangingPunct="1"/>
            <a:r>
              <a:rPr lang="en-US" altLang="en-US"/>
              <a:t>Truy xuất đĩa nhiều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Chọn lựa cài đặt chỉ mục hợp lý???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76E08983BAD419130078E0A4D7CDC" ma:contentTypeVersion="2" ma:contentTypeDescription="Create a new document." ma:contentTypeScope="" ma:versionID="cfde902959a8f335a9f9131167589e68">
  <xsd:schema xmlns:xsd="http://www.w3.org/2001/XMLSchema" xmlns:xs="http://www.w3.org/2001/XMLSchema" xmlns:p="http://schemas.microsoft.com/office/2006/metadata/properties" xmlns:ns2="03beee07-be85-4858-810d-711279ada858" targetNamespace="http://schemas.microsoft.com/office/2006/metadata/properties" ma:root="true" ma:fieldsID="ad092cc1af911ec022986e121596ce8e" ns2:_="">
    <xsd:import namespace="03beee07-be85-4858-810d-711279ada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eee07-be85-4858-810d-711279ada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1B6892-6286-438B-83EB-CDF36CA0B6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5339F7-79F6-4F31-BAC2-4FB355B10C6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96387B-1EE3-4E0E-95A0-9D02C47A6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beee07-be85-4858-810d-711279ada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18229</TotalTime>
  <Words>3822</Words>
  <Application>Microsoft Macintosh PowerPoint</Application>
  <PresentationFormat>On-screen Show (4:3)</PresentationFormat>
  <Paragraphs>924</Paragraphs>
  <Slides>45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Symbol</vt:lpstr>
      <vt:lpstr>Tahoma</vt:lpstr>
      <vt:lpstr>Times New Roman</vt:lpstr>
      <vt:lpstr>Verdana</vt:lpstr>
      <vt:lpstr>Wingdings</vt:lpstr>
      <vt:lpstr>Wingdings 2</vt:lpstr>
      <vt:lpstr>Edge</vt:lpstr>
      <vt:lpstr>Chương 03</vt:lpstr>
      <vt:lpstr>Nội dung chi tiết</vt:lpstr>
      <vt:lpstr>1. Truy vấn lồng</vt:lpstr>
      <vt:lpstr>1. Truy vấn lồng (tt)</vt:lpstr>
      <vt:lpstr>1. Truy vấn lồng (tt)</vt:lpstr>
      <vt:lpstr>1. Ví dụ - Lồng phân cấp</vt:lpstr>
      <vt:lpstr>1. Ví dụ - Lồng phân cấp</vt:lpstr>
      <vt:lpstr>1. Ví dụ - Lồng phân cấp (tt)</vt:lpstr>
      <vt:lpstr>1. Ví dụ - Lồng phân cấp (tt)</vt:lpstr>
      <vt:lpstr>1. Ví dụ - Lồng phân cấp (tt)</vt:lpstr>
      <vt:lpstr>1. Ví dụ - Lồng phân cấp (tt)</vt:lpstr>
      <vt:lpstr>1. Ví dụ - Lồng phân cấp (tt)</vt:lpstr>
      <vt:lpstr>Bài tập truy vấn lồng phân cấp</vt:lpstr>
      <vt:lpstr>1. Ví dụ - Lồng tương quan</vt:lpstr>
      <vt:lpstr>1. Ví dụ - Lồng tương quan</vt:lpstr>
      <vt:lpstr>1. Ví dụ - Lồng tương quan (tt)</vt:lpstr>
      <vt:lpstr>1. Ví dụ - Lồng tương quan (tt)</vt:lpstr>
      <vt:lpstr>1. Ví dụ - Lồng tương quan (tt)</vt:lpstr>
      <vt:lpstr>1. Ví dụ - Lồng tương quan (tt)</vt:lpstr>
      <vt:lpstr>Bài tập truy vấn lồng  (Dùng exists hoặc not exists)</vt:lpstr>
      <vt:lpstr>Nhận xét IN và EXISTS</vt:lpstr>
      <vt:lpstr>Phép chia</vt:lpstr>
      <vt:lpstr>2. Phép chia (tt)</vt:lpstr>
      <vt:lpstr>2. Phép chia (tt)</vt:lpstr>
      <vt:lpstr>2. Phép chia (tt)</vt:lpstr>
      <vt:lpstr>2. Phép chia (tt)</vt:lpstr>
      <vt:lpstr>2. Phép chia (tt)</vt:lpstr>
      <vt:lpstr>2. Phép chia (tt)</vt:lpstr>
      <vt:lpstr>2. Phép chia trong SQL</vt:lpstr>
      <vt:lpstr>2. Phép chia trong SQL (tt)</vt:lpstr>
      <vt:lpstr>2. Ví dụ</vt:lpstr>
      <vt:lpstr>2. Ví dụ - Phép chia (tt)</vt:lpstr>
      <vt:lpstr>2. Ví dụ - Phép chia (tt)</vt:lpstr>
      <vt:lpstr>Bài tập nhóm: Viết ĐSQH &amp; SQL (sử dụng phép chia)</vt:lpstr>
      <vt:lpstr>3. Khung nhìn</vt:lpstr>
      <vt:lpstr>3. Khung nhìn (tt)</vt:lpstr>
      <vt:lpstr>3. Định nghĩa khung nhìn</vt:lpstr>
      <vt:lpstr>3. Ví dụ</vt:lpstr>
      <vt:lpstr>3. Truy vấn trên khung nhìn</vt:lpstr>
      <vt:lpstr>3. Truy vấn trên khung nhìn (tt)</vt:lpstr>
      <vt:lpstr>3. Cập nhật trên khung nhìn</vt:lpstr>
      <vt:lpstr>3. Cập nhật trên khung nhìn (tt)</vt:lpstr>
      <vt:lpstr>4. Chỉ mục</vt:lpstr>
      <vt:lpstr>4. Chỉ mục (tt)</vt:lpstr>
      <vt:lpstr>4. Chỉ mục (tt)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Minh Thai Tran</cp:lastModifiedBy>
  <cp:revision>1746</cp:revision>
  <dcterms:created xsi:type="dcterms:W3CDTF">2003-05-25T12:47:52Z</dcterms:created>
  <dcterms:modified xsi:type="dcterms:W3CDTF">2025-03-09T14:40:52Z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0x0101004A476E08983BAD419130078E0A4D7CDC</vt:lpwstr>
  </property>
</Properties>
</file>