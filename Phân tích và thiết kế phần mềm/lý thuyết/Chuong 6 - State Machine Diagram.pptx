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slideLayouts/slideLayout12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slideLayouts/slideLayout13.xml" ContentType="application/vnd.openxmlformats-officedocument.presentationml.slideLayout+xml"/>
  <Override PartName="/ppt/theme/theme8.xml" ContentType="application/vnd.openxmlformats-officedocument.theme+xml"/>
  <Override PartName="/ppt/slideLayouts/slideLayout14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62" r:id="rId3"/>
    <p:sldMasterId id="2147483664" r:id="rId4"/>
    <p:sldMasterId id="2147483665" r:id="rId5"/>
    <p:sldMasterId id="2147483667" r:id="rId6"/>
    <p:sldMasterId id="2147483669" r:id="rId7"/>
    <p:sldMasterId id="2147483670" r:id="rId8"/>
    <p:sldMasterId id="2147483673" r:id="rId9"/>
  </p:sldMasterIdLst>
  <p:notesMasterIdLst>
    <p:notesMasterId r:id="rId48"/>
  </p:notesMasterIdLst>
  <p:handoutMasterIdLst>
    <p:handoutMasterId r:id="rId49"/>
  </p:handoutMasterIdLst>
  <p:sldIdLst>
    <p:sldId id="257" r:id="rId10"/>
    <p:sldId id="1190" r:id="rId11"/>
    <p:sldId id="1191" r:id="rId12"/>
    <p:sldId id="1237" r:id="rId13"/>
    <p:sldId id="1233" r:id="rId14"/>
    <p:sldId id="1217" r:id="rId15"/>
    <p:sldId id="1247" r:id="rId16"/>
    <p:sldId id="1248" r:id="rId17"/>
    <p:sldId id="1249" r:id="rId18"/>
    <p:sldId id="1250" r:id="rId19"/>
    <p:sldId id="1251" r:id="rId20"/>
    <p:sldId id="1252" r:id="rId21"/>
    <p:sldId id="1276" r:id="rId22"/>
    <p:sldId id="1277" r:id="rId23"/>
    <p:sldId id="1278" r:id="rId24"/>
    <p:sldId id="1253" r:id="rId25"/>
    <p:sldId id="1256" r:id="rId26"/>
    <p:sldId id="1254" r:id="rId27"/>
    <p:sldId id="1255" r:id="rId28"/>
    <p:sldId id="1258" r:id="rId29"/>
    <p:sldId id="1269" r:id="rId30"/>
    <p:sldId id="1270" r:id="rId31"/>
    <p:sldId id="1272" r:id="rId32"/>
    <p:sldId id="1271" r:id="rId33"/>
    <p:sldId id="1273" r:id="rId34"/>
    <p:sldId id="1274" r:id="rId35"/>
    <p:sldId id="1275" r:id="rId36"/>
    <p:sldId id="1266" r:id="rId37"/>
    <p:sldId id="1210" r:id="rId38"/>
    <p:sldId id="1211" r:id="rId39"/>
    <p:sldId id="1263" r:id="rId40"/>
    <p:sldId id="1264" r:id="rId41"/>
    <p:sldId id="1281" r:id="rId42"/>
    <p:sldId id="1279" r:id="rId43"/>
    <p:sldId id="1280" r:id="rId44"/>
    <p:sldId id="1214" r:id="rId45"/>
    <p:sldId id="1216" r:id="rId46"/>
    <p:sldId id="310" r:id="rId47"/>
  </p:sldIdLst>
  <p:sldSz cx="9144000" cy="6858000" type="screen4x3"/>
  <p:notesSz cx="9601200" cy="7315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968" autoAdjust="0"/>
  </p:normalViewPr>
  <p:slideViewPr>
    <p:cSldViewPr>
      <p:cViewPr varScale="1">
        <p:scale>
          <a:sx n="88" d="100"/>
          <a:sy n="88" d="100"/>
        </p:scale>
        <p:origin x="-1374" y="-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slide" Target="slides/slide17.xml"/><Relationship Id="rId39" Type="http://schemas.openxmlformats.org/officeDocument/2006/relationships/slide" Target="slides/slide30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2.xml"/><Relationship Id="rId34" Type="http://schemas.openxmlformats.org/officeDocument/2006/relationships/slide" Target="slides/slide25.xml"/><Relationship Id="rId42" Type="http://schemas.openxmlformats.org/officeDocument/2006/relationships/slide" Target="slides/slide33.xml"/><Relationship Id="rId47" Type="http://schemas.openxmlformats.org/officeDocument/2006/relationships/slide" Target="slides/slide38.xml"/><Relationship Id="rId50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slide" Target="slides/slide29.xml"/><Relationship Id="rId46" Type="http://schemas.openxmlformats.org/officeDocument/2006/relationships/slide" Target="slides/slide3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7.xml"/><Relationship Id="rId20" Type="http://schemas.openxmlformats.org/officeDocument/2006/relationships/slide" Target="slides/slide11.xml"/><Relationship Id="rId29" Type="http://schemas.openxmlformats.org/officeDocument/2006/relationships/slide" Target="slides/slide20.xml"/><Relationship Id="rId41" Type="http://schemas.openxmlformats.org/officeDocument/2006/relationships/slide" Target="slides/slide3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40" Type="http://schemas.openxmlformats.org/officeDocument/2006/relationships/slide" Target="slides/slide31.xml"/><Relationship Id="rId45" Type="http://schemas.openxmlformats.org/officeDocument/2006/relationships/slide" Target="slides/slide36.xml"/><Relationship Id="rId53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49" Type="http://schemas.openxmlformats.org/officeDocument/2006/relationships/handoutMaster" Target="handoutMasters/handoutMaster1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openxmlformats.org/officeDocument/2006/relationships/slide" Target="slides/slide22.xml"/><Relationship Id="rId44" Type="http://schemas.openxmlformats.org/officeDocument/2006/relationships/slide" Target="slides/slide35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43" Type="http://schemas.openxmlformats.org/officeDocument/2006/relationships/slide" Target="slides/slide34.xml"/><Relationship Id="rId48" Type="http://schemas.openxmlformats.org/officeDocument/2006/relationships/notesMaster" Target="notesMasters/notesMaster1.xml"/><Relationship Id="rId8" Type="http://schemas.openxmlformats.org/officeDocument/2006/relationships/slideMaster" Target="slideMasters/slideMaster8.xml"/><Relationship Id="rId5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57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438458" y="0"/>
            <a:ext cx="4160520" cy="3657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E6105953-6B5C-487F-B7B8-BDE4A0BA281D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948171"/>
            <a:ext cx="4160520" cy="3657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438458" y="6948171"/>
            <a:ext cx="4160520" cy="3657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8B7B5717-FCFB-479A-A889-35BE758710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3029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57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438458" y="0"/>
            <a:ext cx="4160520" cy="3657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F76C5060-921E-4620-B971-1C9B49191B05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71800" y="549275"/>
            <a:ext cx="3657600" cy="2743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60120" y="3474720"/>
            <a:ext cx="7680960" cy="3291840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948171"/>
            <a:ext cx="4160520" cy="3657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438458" y="6948171"/>
            <a:ext cx="4160520" cy="3657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F304BACC-CBAB-43D0-AEB0-A6C288158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925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Folienbildplatzhalt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Notizenplatzhalt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de-AT" altLang="de-DE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0923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622" tIns="48312" rIns="96622" bIns="48312"/>
          <a:lstStyle/>
          <a:p>
            <a:endParaRPr lang="de-AT" altLang="de-DE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50639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622" tIns="48312" rIns="96622" bIns="48312"/>
          <a:lstStyle/>
          <a:p>
            <a:pPr>
              <a:spcBef>
                <a:spcPts val="423"/>
              </a:spcBef>
            </a:pPr>
            <a:endParaRPr lang="de-AT" altLang="de-DE" sz="1100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64630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Folienbildplatzhalt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Notizenplatzhalt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de-AT" altLang="de-DE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66547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622" tIns="48312" rIns="96622" bIns="48312"/>
          <a:lstStyle/>
          <a:p>
            <a:endParaRPr lang="de-AT" altLang="de-DE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73620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622" tIns="48312" rIns="96622" bIns="48312"/>
          <a:lstStyle/>
          <a:p>
            <a:endParaRPr lang="de-AT" altLang="de-DE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40403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04BACC-CBAB-43D0-AEB0-A6C288158D5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4860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100903" tIns="50451" rIns="100903" bIns="50451"/>
          <a:lstStyle/>
          <a:p>
            <a:endParaRPr lang="de-AT" altLang="de-DE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17361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622" tIns="48312" rIns="96622" bIns="48312"/>
          <a:lstStyle/>
          <a:p>
            <a:endParaRPr lang="de-AT" altLang="de-DE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3863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622" tIns="48312" rIns="96622" bIns="48312"/>
          <a:lstStyle/>
          <a:p>
            <a:endParaRPr lang="de-AT" altLang="de-DE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92109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622" tIns="48312" rIns="96622" bIns="48312"/>
          <a:lstStyle/>
          <a:p>
            <a:endParaRPr lang="de-AT" altLang="de-DE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49100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622" tIns="48312" rIns="96622" bIns="48312"/>
          <a:lstStyle/>
          <a:p>
            <a:endParaRPr lang="de-AT" altLang="de-DE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13677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622" tIns="48312" rIns="96622" bIns="48312"/>
          <a:lstStyle/>
          <a:p>
            <a:endParaRPr lang="de-AT" altLang="de-DE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88841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75431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Folienbildplatzhalt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7827" name="Notizenplatzhalt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de-AT" altLang="de-DE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40760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Folienbildplatzhalt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9875" name="Notizenplatzhalt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GB" altLang="de-DE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58514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71800" y="549275"/>
            <a:ext cx="36576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Nguồn:</a:t>
            </a:r>
            <a:r>
              <a:rPr lang="en-US" baseline="0"/>
              <a:t> www.clipartkid.com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B37002-8C6A-41BC-A89D-EA5197A045A0}" type="slidenum">
              <a:rPr lang="en-US" smtClean="0"/>
              <a:t>38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40751-D9BD-4C22-B2AE-6ED8EEC96B41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18FBB-6A95-4EB9-B788-BB7494B5DC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40751-D9BD-4C22-B2AE-6ED8EEC96B41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18FBB-6A95-4EB9-B788-BB7494B5DC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40751-D9BD-4C22-B2AE-6ED8EEC96B41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18FBB-6A95-4EB9-B788-BB7494B5DC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40751-D9BD-4C22-B2AE-6ED8EEC96B41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18FBB-6A95-4EB9-B788-BB7494B5DC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40751-D9BD-4C22-B2AE-6ED8EEC96B41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18FBB-6A95-4EB9-B788-BB7494B5DC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40751-D9BD-4C22-B2AE-6ED8EEC96B41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18FBB-6A95-4EB9-B788-BB7494B5DC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40751-D9BD-4C22-B2AE-6ED8EEC96B41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18FBB-6A95-4EB9-B788-BB7494B5DC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40751-D9BD-4C22-B2AE-6ED8EEC96B41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18FBB-6A95-4EB9-B788-BB7494B5DC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40751-D9BD-4C22-B2AE-6ED8EEC96B41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18FBB-6A95-4EB9-B788-BB7494B5DC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40751-D9BD-4C22-B2AE-6ED8EEC96B41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18FBB-6A95-4EB9-B788-BB7494B5DC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40751-D9BD-4C22-B2AE-6ED8EEC96B41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18FBB-6A95-4EB9-B788-BB7494B5DC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olie mit Bullet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880" y="152400"/>
            <a:ext cx="8534400" cy="77627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 dirty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24000" y="1144800"/>
            <a:ext cx="8534280" cy="4713092"/>
          </a:xfrm>
        </p:spPr>
        <p:txBody>
          <a:bodyPr/>
          <a:lstStyle>
            <a:lvl1pPr>
              <a:buFont typeface="Wingdings" pitchFamily="2" charset="2"/>
              <a:buChar char="§"/>
              <a:defRPr/>
            </a:lvl1pPr>
            <a:lvl2pPr>
              <a:buSzPct val="100000"/>
              <a:buFont typeface="Wingdings" pitchFamily="2" charset="2"/>
              <a:buChar char="§"/>
              <a:defRPr/>
            </a:lvl2pPr>
            <a:lvl3pPr marL="1076325" indent="-190500">
              <a:buSzPct val="100000"/>
              <a:buFont typeface="Wingdings" pitchFamily="2" charset="2"/>
              <a:buChar char="§"/>
              <a:defRPr/>
            </a:lvl3pPr>
            <a:lvl4pPr>
              <a:buFont typeface="Wingdings" pitchFamily="2" charset="2"/>
              <a:buChar char="§"/>
              <a:defRPr/>
            </a:lvl4pPr>
            <a:lvl5pPr>
              <a:buFont typeface="Wingdings" pitchFamily="2" charset="2"/>
              <a:buChar char="§"/>
              <a:defRPr/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4" name="Fußzeilenplatzhalter 2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1100" b="0" i="1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5EAA76-C76D-4FD0-8492-2ED3D3341801}" type="slidenum"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5200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olie mit Bullet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880" y="152400"/>
            <a:ext cx="8534400" cy="77627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 dirty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24000" y="1144800"/>
            <a:ext cx="8534280" cy="4713092"/>
          </a:xfrm>
        </p:spPr>
        <p:txBody>
          <a:bodyPr/>
          <a:lstStyle>
            <a:lvl1pPr>
              <a:buFont typeface="Wingdings" pitchFamily="2" charset="2"/>
              <a:buChar char="§"/>
              <a:defRPr/>
            </a:lvl1pPr>
            <a:lvl2pPr>
              <a:buSzPct val="100000"/>
              <a:buFont typeface="Wingdings" pitchFamily="2" charset="2"/>
              <a:buChar char="§"/>
              <a:defRPr/>
            </a:lvl2pPr>
            <a:lvl3pPr marL="1076325" indent="-190500">
              <a:buSzPct val="100000"/>
              <a:buFont typeface="Wingdings" pitchFamily="2" charset="2"/>
              <a:buChar char="§"/>
              <a:defRPr/>
            </a:lvl3pPr>
            <a:lvl4pPr>
              <a:buFont typeface="Wingdings" pitchFamily="2" charset="2"/>
              <a:buChar char="§"/>
              <a:defRPr/>
            </a:lvl4pPr>
            <a:lvl5pPr>
              <a:buFont typeface="Wingdings" pitchFamily="2" charset="2"/>
              <a:buChar char="§"/>
              <a:defRPr/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4" name="Fußzeilenplatzhalter 2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1100" b="0" i="1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FE6D2D-A912-482E-86DF-3EC6C1F121A1}" type="slidenum">
              <a:rPr kumimoji="0" lang="de-DE" altLang="de-DE" sz="1400" b="0" i="0" u="none" strike="noStrike" kern="1200" cap="none" spc="0" normalizeH="0" baseline="0" noProof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de-DE" alt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51358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olie mit Bullet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880" y="152400"/>
            <a:ext cx="8534400" cy="77627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 dirty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24000" y="1144800"/>
            <a:ext cx="8534280" cy="4713092"/>
          </a:xfrm>
        </p:spPr>
        <p:txBody>
          <a:bodyPr/>
          <a:lstStyle>
            <a:lvl1pPr>
              <a:buFont typeface="Wingdings" pitchFamily="2" charset="2"/>
              <a:buChar char="§"/>
              <a:defRPr/>
            </a:lvl1pPr>
            <a:lvl2pPr>
              <a:buSzPct val="100000"/>
              <a:buFont typeface="Wingdings" pitchFamily="2" charset="2"/>
              <a:buChar char="§"/>
              <a:defRPr/>
            </a:lvl2pPr>
            <a:lvl3pPr marL="1076325" indent="-190500">
              <a:buSzPct val="100000"/>
              <a:buFont typeface="Wingdings" pitchFamily="2" charset="2"/>
              <a:buChar char="§"/>
              <a:defRPr/>
            </a:lvl3pPr>
            <a:lvl4pPr>
              <a:buFont typeface="Wingdings" pitchFamily="2" charset="2"/>
              <a:buChar char="§"/>
              <a:defRPr/>
            </a:lvl4pPr>
            <a:lvl5pPr>
              <a:buFont typeface="Wingdings" pitchFamily="2" charset="2"/>
              <a:buChar char="§"/>
              <a:defRPr/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5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AEA27A2-62FB-48B7-A924-1BB8CC709EB3}" type="slidenum"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25700" y="6096000"/>
            <a:ext cx="47371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100">
                <a:latin typeface="+mn-lt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1100" b="0" i="1" u="none" strike="noStrike" kern="1200" cap="none" spc="0" normalizeH="0" baseline="0" noProof="0" dirty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7572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theme" Target="../theme/theme2.xml"/><Relationship Id="rId4" Type="http://schemas.openxmlformats.org/officeDocument/2006/relationships/image" Target="../media/image3.jpe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theme" Target="../theme/theme5.xml"/><Relationship Id="rId4" Type="http://schemas.openxmlformats.org/officeDocument/2006/relationships/image" Target="../media/image3.jpe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e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jpe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jpeg"/><Relationship Id="rId4" Type="http://schemas.openxmlformats.org/officeDocument/2006/relationships/image" Target="../media/image5.jpeg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.jpeg"/><Relationship Id="rId4" Type="http://schemas.openxmlformats.org/officeDocument/2006/relationships/image" Target="../media/image5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C40751-D9BD-4C22-B2AE-6ED8EEC96B41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318FBB-6A95-4EB9-B788-BB7494B5DC3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490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Mastertitelformat bearbeiten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143000"/>
            <a:ext cx="85344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Mastertextformat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pic>
        <p:nvPicPr>
          <p:cNvPr id="3076" name="Picture 15" descr=" linie.jpg        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350" y="866775"/>
            <a:ext cx="9155113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17" descr=" linie.jpg        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19775"/>
            <a:ext cx="9120188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9" name="Picture 19" descr="figur_einzeln.jpg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00" y="6042025"/>
            <a:ext cx="573088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72375" y="6215063"/>
            <a:ext cx="106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Arial" pitchFamily="34" charset="0"/>
              </a:defRPr>
            </a:lvl1pPr>
          </a:lstStyle>
          <a:p>
            <a:fld id="{D518DE9D-3AFD-4F03-88BC-1C4C2EC2EF4D}" type="slidenum">
              <a:rPr lang="de-DE" altLang="de-DE"/>
              <a:pPr/>
              <a:t>‹#›</a:t>
            </a:fld>
            <a:endParaRPr lang="de-DE" altLang="de-DE"/>
          </a:p>
        </p:txBody>
      </p:sp>
      <p:sp>
        <p:nvSpPr>
          <p:cNvPr id="11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25700" y="6096000"/>
            <a:ext cx="47371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1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757983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+mj-lt"/>
          <a:ea typeface="MS PGothic" pitchFamily="34" charset="-128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  <a:ea typeface="MS PGothic" pitchFamily="34" charset="-128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  <a:ea typeface="MS PGothic" pitchFamily="34" charset="-128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  <a:ea typeface="MS PGothic" pitchFamily="34" charset="-128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  <a:ea typeface="MS PGothic" pitchFamily="34" charset="-128"/>
          <a:cs typeface="ＭＳ Ｐゴシック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9pPr>
    </p:titleStyle>
    <p:bodyStyle>
      <a:lvl1pPr marL="287338" indent="-287338" algn="l" rtl="0" eaLnBrk="0" fontAlgn="base" hangingPunct="0">
        <a:spcBef>
          <a:spcPct val="15000"/>
        </a:spcBef>
        <a:spcAft>
          <a:spcPct val="0"/>
        </a:spcAft>
        <a:buClr>
          <a:srgbClr val="FE8400"/>
        </a:buClr>
        <a:buFont typeface="Times" charset="0"/>
        <a:buAutoNum type="arabicPeriod"/>
        <a:defRPr sz="2000">
          <a:solidFill>
            <a:schemeClr val="tx2"/>
          </a:solidFill>
          <a:latin typeface="+mn-lt"/>
          <a:ea typeface="MS PGothic" pitchFamily="34" charset="-128"/>
          <a:cs typeface="ＭＳ Ｐゴシック" charset="0"/>
        </a:defRPr>
      </a:lvl1pPr>
      <a:lvl2pPr marL="809625" indent="-266700" algn="l" rtl="0" eaLnBrk="0" fontAlgn="base" hangingPunct="0">
        <a:spcBef>
          <a:spcPct val="15000"/>
        </a:spcBef>
        <a:spcAft>
          <a:spcPct val="0"/>
        </a:spcAft>
        <a:buClr>
          <a:schemeClr val="tx2"/>
        </a:buClr>
        <a:buSzPct val="125000"/>
        <a:buFont typeface="Wingdings" pitchFamily="2" charset="2"/>
        <a:buChar char="§"/>
        <a:defRPr>
          <a:solidFill>
            <a:schemeClr val="tx1"/>
          </a:solidFill>
          <a:latin typeface="+mn-lt"/>
          <a:ea typeface="MS PGothic" pitchFamily="34" charset="-128"/>
        </a:defRPr>
      </a:lvl2pPr>
      <a:lvl3pPr marL="1074738" indent="-188913" algn="l" rtl="0" eaLnBrk="0" fontAlgn="base" hangingPunct="0">
        <a:spcBef>
          <a:spcPct val="15000"/>
        </a:spcBef>
        <a:spcAft>
          <a:spcPct val="0"/>
        </a:spcAft>
        <a:buClr>
          <a:schemeClr val="bg2"/>
        </a:buClr>
        <a:buSzPct val="145000"/>
        <a:buChar char="•"/>
        <a:defRPr sz="1600">
          <a:solidFill>
            <a:schemeClr val="tx1"/>
          </a:solidFill>
          <a:latin typeface="+mn-lt"/>
          <a:ea typeface="MS PGothic" pitchFamily="34" charset="-128"/>
        </a:defRPr>
      </a:lvl3pPr>
      <a:lvl4pPr marL="1430338" indent="-165100" algn="l" rtl="0" eaLnBrk="0" fontAlgn="base" hangingPunct="0">
        <a:spcBef>
          <a:spcPct val="15000"/>
        </a:spcBef>
        <a:spcAft>
          <a:spcPct val="0"/>
        </a:spcAft>
        <a:buClr>
          <a:schemeClr val="folHlink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  <a:ea typeface="MS PGothic" pitchFamily="34" charset="-128"/>
        </a:defRPr>
      </a:lvl4pPr>
      <a:lvl5pPr marL="1819275" indent="-163513" algn="l" rtl="0" eaLnBrk="0" fontAlgn="base" hangingPunct="0"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  <a:ea typeface="MS PGothic" pitchFamily="34" charset="-128"/>
        </a:defRPr>
      </a:lvl5pPr>
      <a:lvl6pPr marL="22764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6pPr>
      <a:lvl7pPr marL="27336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7pPr>
      <a:lvl8pPr marL="31908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8pPr>
      <a:lvl9pPr marL="36480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490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Mastertitelformat bearbeiten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143000"/>
            <a:ext cx="8534400" cy="4643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Mastertextformat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pic>
        <p:nvPicPr>
          <p:cNvPr id="17412" name="Picture 15" descr=" linie.jpg        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350" y="866775"/>
            <a:ext cx="9155113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72375" y="6215063"/>
            <a:ext cx="106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Arial" pitchFamily="34" charset="0"/>
              </a:defRPr>
            </a:lvl1pPr>
          </a:lstStyle>
          <a:p>
            <a:fld id="{D8A19DB4-E212-456F-BF51-68B30C2C9CD6}" type="slidenum">
              <a:rPr lang="de-DE" altLang="de-DE"/>
              <a:pPr/>
              <a:t>‹#›</a:t>
            </a:fld>
            <a:endParaRPr lang="de-DE" altLang="de-DE"/>
          </a:p>
        </p:txBody>
      </p:sp>
      <p:sp>
        <p:nvSpPr>
          <p:cNvPr id="6" name="Fußzeilenplatzhalter 2"/>
          <p:cNvSpPr>
            <a:spLocks noGrp="1"/>
          </p:cNvSpPr>
          <p:nvPr>
            <p:ph type="ftr" sz="quarter" idx="3"/>
          </p:nvPr>
        </p:nvSpPr>
        <p:spPr>
          <a:xfrm>
            <a:off x="323850" y="6096000"/>
            <a:ext cx="687705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100">
                <a:latin typeface="Arial" pitchFamily="34" charset="0"/>
              </a:defRPr>
            </a:lvl1pPr>
          </a:lstStyle>
          <a:p>
            <a:endParaRPr lang="de-AT" altLang="de-DE"/>
          </a:p>
        </p:txBody>
      </p:sp>
      <p:pic>
        <p:nvPicPr>
          <p:cNvPr id="17415" name="Picture 19" descr="figur_einzeln.jpg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00" y="6042025"/>
            <a:ext cx="573088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183612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+mj-lt"/>
          <a:ea typeface="MS PGothic" pitchFamily="34" charset="-128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  <a:ea typeface="MS PGothic" pitchFamily="34" charset="-128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  <a:ea typeface="MS PGothic" pitchFamily="34" charset="-128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  <a:ea typeface="MS PGothic" pitchFamily="34" charset="-128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  <a:ea typeface="MS PGothic" pitchFamily="34" charset="-128"/>
          <a:cs typeface="ＭＳ Ｐゴシック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9pPr>
    </p:titleStyle>
    <p:bodyStyle>
      <a:lvl1pPr marL="287338" indent="-287338" algn="l" rtl="0" eaLnBrk="0" fontAlgn="base" hangingPunct="0">
        <a:spcBef>
          <a:spcPct val="15000"/>
        </a:spcBef>
        <a:spcAft>
          <a:spcPct val="0"/>
        </a:spcAft>
        <a:buClr>
          <a:srgbClr val="FE8400"/>
        </a:buClr>
        <a:buFont typeface="Times" charset="0"/>
        <a:buAutoNum type="arabicPeriod"/>
        <a:defRPr sz="2000">
          <a:solidFill>
            <a:schemeClr val="tx2"/>
          </a:solidFill>
          <a:latin typeface="+mn-lt"/>
          <a:ea typeface="MS PGothic" pitchFamily="34" charset="-128"/>
          <a:cs typeface="ＭＳ Ｐゴシック" charset="0"/>
        </a:defRPr>
      </a:lvl1pPr>
      <a:lvl2pPr marL="809625" indent="-266700" algn="l" defTabSz="809625" rtl="0" eaLnBrk="0" fontAlgn="base" hangingPunct="0">
        <a:spcBef>
          <a:spcPct val="15000"/>
        </a:spcBef>
        <a:spcAft>
          <a:spcPct val="0"/>
        </a:spcAft>
        <a:buClr>
          <a:schemeClr val="tx2"/>
        </a:buClr>
        <a:buSzPct val="125000"/>
        <a:buFont typeface="Wingdings" pitchFamily="2" charset="2"/>
        <a:buChar char="§"/>
        <a:defRPr>
          <a:solidFill>
            <a:schemeClr val="tx1"/>
          </a:solidFill>
          <a:latin typeface="+mn-lt"/>
          <a:ea typeface="MS PGothic" pitchFamily="34" charset="-128"/>
        </a:defRPr>
      </a:lvl2pPr>
      <a:lvl3pPr marL="1074738" indent="-188913" algn="l" rtl="0" eaLnBrk="0" fontAlgn="base" hangingPunct="0">
        <a:spcBef>
          <a:spcPct val="15000"/>
        </a:spcBef>
        <a:spcAft>
          <a:spcPct val="0"/>
        </a:spcAft>
        <a:buClr>
          <a:schemeClr val="bg2"/>
        </a:buClr>
        <a:buSzPct val="145000"/>
        <a:buChar char="•"/>
        <a:defRPr sz="1600">
          <a:solidFill>
            <a:schemeClr val="tx1"/>
          </a:solidFill>
          <a:latin typeface="+mn-lt"/>
          <a:ea typeface="MS PGothic" pitchFamily="34" charset="-128"/>
        </a:defRPr>
      </a:lvl3pPr>
      <a:lvl4pPr marL="1430338" indent="-165100" algn="l" rtl="0" eaLnBrk="0" fontAlgn="base" hangingPunct="0">
        <a:spcBef>
          <a:spcPct val="15000"/>
        </a:spcBef>
        <a:spcAft>
          <a:spcPct val="0"/>
        </a:spcAft>
        <a:buClr>
          <a:schemeClr val="folHlink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  <a:ea typeface="MS PGothic" pitchFamily="34" charset="-128"/>
        </a:defRPr>
      </a:lvl4pPr>
      <a:lvl5pPr marL="1819275" indent="-163513" algn="l" rtl="0" eaLnBrk="0" fontAlgn="base" hangingPunct="0"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  <a:ea typeface="MS PGothic" pitchFamily="34" charset="-128"/>
        </a:defRPr>
      </a:lvl5pPr>
      <a:lvl6pPr marL="22764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6pPr>
      <a:lvl7pPr marL="27336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7pPr>
      <a:lvl8pPr marL="31908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8pPr>
      <a:lvl9pPr marL="36480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490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Mastertitelformat bearbeiten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143000"/>
            <a:ext cx="85344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Mastertextformat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pic>
        <p:nvPicPr>
          <p:cNvPr id="10244" name="Picture 15" descr=" linie.jpg        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350" y="866775"/>
            <a:ext cx="9155113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6" name="Picture 19" descr="figur_einzeln.jpg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00" y="6042025"/>
            <a:ext cx="573088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72375" y="6215063"/>
            <a:ext cx="106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Arial" pitchFamily="34" charset="0"/>
              </a:defRPr>
            </a:lvl1pPr>
          </a:lstStyle>
          <a:p>
            <a:fld id="{9B50ACC3-A7D1-43CA-A4F6-5DC38AFE58BC}" type="slidenum">
              <a:rPr lang="de-DE" altLang="de-DE"/>
              <a:pPr/>
              <a:t>‹#›</a:t>
            </a:fld>
            <a:endParaRPr lang="de-DE" altLang="de-DE"/>
          </a:p>
        </p:txBody>
      </p:sp>
      <p:sp>
        <p:nvSpPr>
          <p:cNvPr id="10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25700" y="6096000"/>
            <a:ext cx="47371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1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133572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+mj-lt"/>
          <a:ea typeface="MS PGothic" pitchFamily="34" charset="-128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  <a:ea typeface="MS PGothic" pitchFamily="34" charset="-128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  <a:ea typeface="MS PGothic" pitchFamily="34" charset="-128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  <a:ea typeface="MS PGothic" pitchFamily="34" charset="-128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  <a:ea typeface="MS PGothic" pitchFamily="34" charset="-128"/>
          <a:cs typeface="ＭＳ Ｐゴシック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9pPr>
    </p:titleStyle>
    <p:bodyStyle>
      <a:lvl1pPr marL="287338" indent="-287338" algn="l" rtl="0" eaLnBrk="0" fontAlgn="base" hangingPunct="0">
        <a:spcBef>
          <a:spcPct val="15000"/>
        </a:spcBef>
        <a:spcAft>
          <a:spcPct val="0"/>
        </a:spcAft>
        <a:buClr>
          <a:srgbClr val="FE8400"/>
        </a:buClr>
        <a:buFont typeface="Times" charset="0"/>
        <a:buAutoNum type="arabicPeriod"/>
        <a:defRPr sz="2000">
          <a:solidFill>
            <a:schemeClr val="tx2"/>
          </a:solidFill>
          <a:latin typeface="+mn-lt"/>
          <a:ea typeface="MS PGothic" pitchFamily="34" charset="-128"/>
          <a:cs typeface="ＭＳ Ｐゴシック" charset="0"/>
        </a:defRPr>
      </a:lvl1pPr>
      <a:lvl2pPr marL="809625" indent="-266700" algn="l" rtl="0" eaLnBrk="0" fontAlgn="base" hangingPunct="0">
        <a:spcBef>
          <a:spcPct val="15000"/>
        </a:spcBef>
        <a:spcAft>
          <a:spcPct val="0"/>
        </a:spcAft>
        <a:buClr>
          <a:schemeClr val="tx2"/>
        </a:buClr>
        <a:buSzPct val="125000"/>
        <a:buFont typeface="Wingdings" pitchFamily="2" charset="2"/>
        <a:buChar char="§"/>
        <a:defRPr>
          <a:solidFill>
            <a:schemeClr val="tx1"/>
          </a:solidFill>
          <a:latin typeface="+mn-lt"/>
          <a:ea typeface="MS PGothic" pitchFamily="34" charset="-128"/>
        </a:defRPr>
      </a:lvl2pPr>
      <a:lvl3pPr marL="1074738" indent="-188913" algn="l" rtl="0" eaLnBrk="0" fontAlgn="base" hangingPunct="0">
        <a:spcBef>
          <a:spcPct val="15000"/>
        </a:spcBef>
        <a:spcAft>
          <a:spcPct val="0"/>
        </a:spcAft>
        <a:buClr>
          <a:schemeClr val="bg2"/>
        </a:buClr>
        <a:buSzPct val="145000"/>
        <a:buChar char="•"/>
        <a:defRPr sz="1600">
          <a:solidFill>
            <a:schemeClr val="tx1"/>
          </a:solidFill>
          <a:latin typeface="+mn-lt"/>
          <a:ea typeface="MS PGothic" pitchFamily="34" charset="-128"/>
        </a:defRPr>
      </a:lvl3pPr>
      <a:lvl4pPr marL="1430338" indent="-165100" algn="l" rtl="0" eaLnBrk="0" fontAlgn="base" hangingPunct="0">
        <a:spcBef>
          <a:spcPct val="15000"/>
        </a:spcBef>
        <a:spcAft>
          <a:spcPct val="0"/>
        </a:spcAft>
        <a:buClr>
          <a:schemeClr val="folHlink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  <a:ea typeface="MS PGothic" pitchFamily="34" charset="-128"/>
        </a:defRPr>
      </a:lvl4pPr>
      <a:lvl5pPr marL="1819275" indent="-163513" algn="l" rtl="0" eaLnBrk="0" fontAlgn="base" hangingPunct="0"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  <a:ea typeface="MS PGothic" pitchFamily="34" charset="-128"/>
        </a:defRPr>
      </a:lvl5pPr>
      <a:lvl6pPr marL="22764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6pPr>
      <a:lvl7pPr marL="27336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7pPr>
      <a:lvl8pPr marL="31908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8pPr>
      <a:lvl9pPr marL="36480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490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143000"/>
            <a:ext cx="85344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7173" name="Picture 15" descr=" linie.jpg        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6350" y="866775"/>
            <a:ext cx="9155113" cy="12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4" name="Picture 17" descr=" linie.jpg        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5819775"/>
            <a:ext cx="9120188" cy="12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6" name="Picture 19" descr="figur_einzeln.jpg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534400" y="6042025"/>
            <a:ext cx="573088" cy="81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72375" y="6215063"/>
            <a:ext cx="106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i="0">
                <a:latin typeface="+mn-lt"/>
              </a:defRPr>
            </a:lvl1pPr>
          </a:lstStyle>
          <a:p>
            <a:pPr>
              <a:defRPr/>
            </a:pPr>
            <a:fld id="{2ED14E15-06E6-46EF-93B0-463EC83E9D09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11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25700" y="6096000"/>
            <a:ext cx="47371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100">
                <a:latin typeface="+mn-lt"/>
              </a:defRPr>
            </a:lvl1pPr>
          </a:lstStyle>
          <a:p>
            <a:pPr>
              <a:defRPr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124912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9pPr>
    </p:titleStyle>
    <p:bodyStyle>
      <a:lvl1pPr marL="287338" indent="-287338" algn="l" rtl="0" eaLnBrk="0" fontAlgn="base" hangingPunct="0">
        <a:spcBef>
          <a:spcPct val="15000"/>
        </a:spcBef>
        <a:spcAft>
          <a:spcPct val="0"/>
        </a:spcAft>
        <a:buClr>
          <a:srgbClr val="FE8400"/>
        </a:buClr>
        <a:buFont typeface="Times"/>
        <a:buAutoNum type="arabicPeriod"/>
        <a:defRPr sz="2000">
          <a:solidFill>
            <a:schemeClr val="tx2"/>
          </a:solidFill>
          <a:latin typeface="+mn-lt"/>
          <a:ea typeface="+mn-ea"/>
          <a:cs typeface="+mn-cs"/>
        </a:defRPr>
      </a:lvl1pPr>
      <a:lvl2pPr marL="809625" indent="-266700" algn="l" rtl="0" eaLnBrk="0" fontAlgn="base" hangingPunct="0">
        <a:spcBef>
          <a:spcPct val="15000"/>
        </a:spcBef>
        <a:spcAft>
          <a:spcPct val="0"/>
        </a:spcAft>
        <a:buClr>
          <a:schemeClr val="tx2"/>
        </a:buClr>
        <a:buSzPct val="125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2pPr>
      <a:lvl3pPr marL="1074738" indent="-188913" algn="l" rtl="0" eaLnBrk="0" fontAlgn="base" hangingPunct="0">
        <a:spcBef>
          <a:spcPct val="15000"/>
        </a:spcBef>
        <a:spcAft>
          <a:spcPct val="0"/>
        </a:spcAft>
        <a:buClr>
          <a:schemeClr val="bg2"/>
        </a:buClr>
        <a:buSzPct val="145000"/>
        <a:buChar char="•"/>
        <a:defRPr sz="1600">
          <a:solidFill>
            <a:schemeClr val="tx1"/>
          </a:solidFill>
          <a:latin typeface="+mn-lt"/>
        </a:defRPr>
      </a:lvl3pPr>
      <a:lvl4pPr marL="1430338" indent="-165100" algn="l" rtl="0" eaLnBrk="0" fontAlgn="base" hangingPunct="0">
        <a:spcBef>
          <a:spcPct val="15000"/>
        </a:spcBef>
        <a:spcAft>
          <a:spcPct val="0"/>
        </a:spcAft>
        <a:buClr>
          <a:schemeClr val="folHlink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4pPr>
      <a:lvl5pPr marL="1819275" indent="-163513" algn="l" rtl="0" eaLnBrk="0" fontAlgn="base" hangingPunct="0">
        <a:spcBef>
          <a:spcPct val="15000"/>
        </a:spcBef>
        <a:spcAft>
          <a:spcPct val="0"/>
        </a:spcAft>
        <a:buClr>
          <a:schemeClr val="folHlink"/>
        </a:buClr>
        <a:buFont typeface="Times"/>
        <a:buChar char="•"/>
        <a:defRPr sz="1300">
          <a:solidFill>
            <a:schemeClr val="tx1"/>
          </a:solidFill>
          <a:latin typeface="+mn-lt"/>
        </a:defRPr>
      </a:lvl5pPr>
      <a:lvl6pPr marL="22764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6pPr>
      <a:lvl7pPr marL="27336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7pPr>
      <a:lvl8pPr marL="31908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8pPr>
      <a:lvl9pPr marL="36480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490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143000"/>
            <a:ext cx="8534400" cy="4643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9220" name="Picture 15" descr=" linie.jpg        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6350" y="866775"/>
            <a:ext cx="9155113" cy="12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72375" y="6215063"/>
            <a:ext cx="106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FFF95F15-FE8D-42C2-AC68-7D0AD9860EDA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6" name="Fußzeilenplatzhalter 2"/>
          <p:cNvSpPr>
            <a:spLocks noGrp="1"/>
          </p:cNvSpPr>
          <p:nvPr>
            <p:ph type="ftr" sz="quarter" idx="3"/>
          </p:nvPr>
        </p:nvSpPr>
        <p:spPr>
          <a:xfrm>
            <a:off x="323850" y="6096000"/>
            <a:ext cx="687705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de-DE"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AT"/>
          </a:p>
        </p:txBody>
      </p:sp>
      <p:pic>
        <p:nvPicPr>
          <p:cNvPr id="9223" name="Picture 19" descr="figur_einzeln.jpg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534400" y="6042025"/>
            <a:ext cx="573088" cy="81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65456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9pPr>
    </p:titleStyle>
    <p:bodyStyle>
      <a:lvl1pPr marL="287338" indent="-287338" algn="l" rtl="0" eaLnBrk="0" fontAlgn="base" hangingPunct="0">
        <a:spcBef>
          <a:spcPct val="15000"/>
        </a:spcBef>
        <a:spcAft>
          <a:spcPct val="0"/>
        </a:spcAft>
        <a:buClr>
          <a:srgbClr val="FE8400"/>
        </a:buClr>
        <a:buFont typeface="Times"/>
        <a:buAutoNum type="arabicPeriod"/>
        <a:defRPr sz="2000">
          <a:solidFill>
            <a:schemeClr val="tx2"/>
          </a:solidFill>
          <a:latin typeface="+mn-lt"/>
          <a:ea typeface="+mn-ea"/>
          <a:cs typeface="+mn-cs"/>
        </a:defRPr>
      </a:lvl1pPr>
      <a:lvl2pPr marL="809625" indent="-266700" algn="l" defTabSz="809625" rtl="0" eaLnBrk="0" fontAlgn="base" hangingPunct="0">
        <a:spcBef>
          <a:spcPct val="15000"/>
        </a:spcBef>
        <a:spcAft>
          <a:spcPct val="0"/>
        </a:spcAft>
        <a:buClr>
          <a:schemeClr val="tx2"/>
        </a:buClr>
        <a:buSzPct val="125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2pPr>
      <a:lvl3pPr marL="1074738" indent="-188913" algn="l" rtl="0" eaLnBrk="0" fontAlgn="base" hangingPunct="0">
        <a:spcBef>
          <a:spcPct val="15000"/>
        </a:spcBef>
        <a:spcAft>
          <a:spcPct val="0"/>
        </a:spcAft>
        <a:buClr>
          <a:schemeClr val="bg2"/>
        </a:buClr>
        <a:buSzPct val="145000"/>
        <a:buChar char="•"/>
        <a:defRPr sz="1600">
          <a:solidFill>
            <a:schemeClr val="tx1"/>
          </a:solidFill>
          <a:latin typeface="+mn-lt"/>
        </a:defRPr>
      </a:lvl3pPr>
      <a:lvl4pPr marL="1430338" indent="-165100" algn="l" rtl="0" eaLnBrk="0" fontAlgn="base" hangingPunct="0">
        <a:spcBef>
          <a:spcPct val="15000"/>
        </a:spcBef>
        <a:spcAft>
          <a:spcPct val="0"/>
        </a:spcAft>
        <a:buClr>
          <a:schemeClr val="folHlink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4pPr>
      <a:lvl5pPr marL="1819275" indent="-163513" algn="l" rtl="0" eaLnBrk="0" fontAlgn="base" hangingPunct="0">
        <a:spcBef>
          <a:spcPct val="15000"/>
        </a:spcBef>
        <a:spcAft>
          <a:spcPct val="0"/>
        </a:spcAft>
        <a:buClr>
          <a:schemeClr val="folHlink"/>
        </a:buClr>
        <a:buFont typeface="Times"/>
        <a:buChar char="•"/>
        <a:defRPr sz="1300">
          <a:solidFill>
            <a:schemeClr val="tx1"/>
          </a:solidFill>
          <a:latin typeface="+mn-lt"/>
        </a:defRPr>
      </a:lvl5pPr>
      <a:lvl6pPr marL="22764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6pPr>
      <a:lvl7pPr marL="27336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7pPr>
      <a:lvl8pPr marL="31908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8pPr>
      <a:lvl9pPr marL="36480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490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143000"/>
            <a:ext cx="85344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8197" name="Picture 15" descr=" linie.jpg        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6350" y="866775"/>
            <a:ext cx="9155113" cy="12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9" name="Picture 19" descr="figur_einzeln.jpg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34400" y="6042025"/>
            <a:ext cx="573088" cy="81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72375" y="6215063"/>
            <a:ext cx="106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i="0">
                <a:latin typeface="+mn-lt"/>
              </a:defRPr>
            </a:lvl1pPr>
          </a:lstStyle>
          <a:p>
            <a:pPr>
              <a:defRPr/>
            </a:pPr>
            <a:fld id="{1A42D91C-1CB2-4810-B047-F090727930CF}" type="slidenum">
              <a:rPr lang="de-DE" smtClean="0"/>
              <a:pPr>
                <a:defRPr/>
              </a:pPr>
              <a:t>‹#›</a:t>
            </a:fld>
            <a:endParaRPr lang="de-DE"/>
          </a:p>
        </p:txBody>
      </p:sp>
      <p:sp>
        <p:nvSpPr>
          <p:cNvPr id="10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25700" y="6096000"/>
            <a:ext cx="47371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100">
                <a:latin typeface="+mn-lt"/>
              </a:defRPr>
            </a:lvl1pPr>
          </a:lstStyle>
          <a:p>
            <a:pPr>
              <a:defRPr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7984604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9pPr>
    </p:titleStyle>
    <p:bodyStyle>
      <a:lvl1pPr marL="287338" indent="-287338" algn="l" defTabSz="540000" rtl="0" eaLnBrk="0" fontAlgn="base" hangingPunct="0">
        <a:spcBef>
          <a:spcPct val="15000"/>
        </a:spcBef>
        <a:spcAft>
          <a:spcPct val="0"/>
        </a:spcAft>
        <a:buClr>
          <a:srgbClr val="FE8400"/>
        </a:buClr>
        <a:buFont typeface="Times"/>
        <a:buAutoNum type="arabicPeriod"/>
        <a:defRPr sz="2000">
          <a:solidFill>
            <a:schemeClr val="tx2"/>
          </a:solidFill>
          <a:latin typeface="+mn-lt"/>
          <a:ea typeface="+mn-ea"/>
          <a:cs typeface="+mn-cs"/>
        </a:defRPr>
      </a:lvl1pPr>
      <a:lvl2pPr marL="809625" indent="-266700" algn="l" rtl="0" eaLnBrk="0" fontAlgn="base" hangingPunct="0">
        <a:spcBef>
          <a:spcPct val="15000"/>
        </a:spcBef>
        <a:spcAft>
          <a:spcPct val="0"/>
        </a:spcAft>
        <a:buClr>
          <a:schemeClr val="tx2"/>
        </a:buClr>
        <a:buSzPct val="125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2pPr>
      <a:lvl3pPr marL="1074738" indent="-188913" algn="l" rtl="0" eaLnBrk="0" fontAlgn="base" hangingPunct="0">
        <a:spcBef>
          <a:spcPct val="15000"/>
        </a:spcBef>
        <a:spcAft>
          <a:spcPct val="0"/>
        </a:spcAft>
        <a:buClr>
          <a:schemeClr val="bg2"/>
        </a:buClr>
        <a:buSzPct val="145000"/>
        <a:buChar char="•"/>
        <a:defRPr sz="1600">
          <a:solidFill>
            <a:schemeClr val="tx1"/>
          </a:solidFill>
          <a:latin typeface="+mn-lt"/>
        </a:defRPr>
      </a:lvl3pPr>
      <a:lvl4pPr marL="1430338" indent="-165100" algn="l" rtl="0" eaLnBrk="0" fontAlgn="base" hangingPunct="0">
        <a:spcBef>
          <a:spcPct val="15000"/>
        </a:spcBef>
        <a:spcAft>
          <a:spcPct val="0"/>
        </a:spcAft>
        <a:buClr>
          <a:schemeClr val="folHlink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4pPr>
      <a:lvl5pPr marL="1819275" indent="-163513" algn="l" rtl="0" eaLnBrk="0" fontAlgn="base" hangingPunct="0">
        <a:spcBef>
          <a:spcPct val="15000"/>
        </a:spcBef>
        <a:spcAft>
          <a:spcPct val="0"/>
        </a:spcAft>
        <a:buClr>
          <a:schemeClr val="folHlink"/>
        </a:buClr>
        <a:buFont typeface="Times"/>
        <a:buChar char="•"/>
        <a:defRPr sz="1300">
          <a:solidFill>
            <a:schemeClr val="tx1"/>
          </a:solidFill>
          <a:latin typeface="+mn-lt"/>
        </a:defRPr>
      </a:lvl5pPr>
      <a:lvl6pPr marL="22764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6pPr>
      <a:lvl7pPr marL="27336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7pPr>
      <a:lvl8pPr marL="31908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8pPr>
      <a:lvl9pPr marL="36480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490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143000"/>
            <a:ext cx="85344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6149" name="Picture 15" descr=" linie.jpg        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6350" y="866775"/>
            <a:ext cx="9155113" cy="12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50" name="Picture 17" descr=" linie.jpg        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5819775"/>
            <a:ext cx="9120188" cy="12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52" name="Picture 19" descr="figur_einzeln.jpg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534400" y="6042025"/>
            <a:ext cx="573088" cy="81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72375" y="6215063"/>
            <a:ext cx="106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i="0">
                <a:latin typeface="+mn-lt"/>
              </a:defRPr>
            </a:lvl1pPr>
          </a:lstStyle>
          <a:p>
            <a:pPr>
              <a:defRPr/>
            </a:pPr>
            <a:fld id="{8891EF70-49B5-4692-9A41-C18E4B0E01B5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11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25700" y="6096000"/>
            <a:ext cx="47371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100">
                <a:latin typeface="+mn-lt"/>
              </a:defRPr>
            </a:lvl1pPr>
          </a:lstStyle>
          <a:p>
            <a:pPr>
              <a:defRPr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6914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9pPr>
    </p:titleStyle>
    <p:bodyStyle>
      <a:lvl1pPr marL="287338" indent="-287338" algn="l" rtl="0" eaLnBrk="0" fontAlgn="base" hangingPunct="0">
        <a:spcBef>
          <a:spcPct val="15000"/>
        </a:spcBef>
        <a:spcAft>
          <a:spcPct val="0"/>
        </a:spcAft>
        <a:buClr>
          <a:srgbClr val="FE8400"/>
        </a:buClr>
        <a:buFont typeface="Times"/>
        <a:buAutoNum type="arabicPeriod"/>
        <a:defRPr sz="2000">
          <a:solidFill>
            <a:schemeClr val="tx2"/>
          </a:solidFill>
          <a:latin typeface="+mn-lt"/>
          <a:ea typeface="+mn-ea"/>
          <a:cs typeface="+mn-cs"/>
        </a:defRPr>
      </a:lvl1pPr>
      <a:lvl2pPr marL="809625" indent="-266700" algn="l" defTabSz="714375" rtl="0" eaLnBrk="0" fontAlgn="base" hangingPunct="0">
        <a:spcBef>
          <a:spcPct val="15000"/>
        </a:spcBef>
        <a:spcAft>
          <a:spcPct val="0"/>
        </a:spcAft>
        <a:buClr>
          <a:schemeClr val="tx2"/>
        </a:buClr>
        <a:buSzPct val="125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2pPr>
      <a:lvl3pPr marL="1076325" indent="-190500" algn="l" rtl="0" eaLnBrk="0" fontAlgn="base" hangingPunct="0">
        <a:spcBef>
          <a:spcPct val="15000"/>
        </a:spcBef>
        <a:spcAft>
          <a:spcPct val="0"/>
        </a:spcAft>
        <a:buClr>
          <a:schemeClr val="bg2"/>
        </a:buClr>
        <a:buSzPct val="145000"/>
        <a:buChar char="•"/>
        <a:defRPr sz="1600">
          <a:solidFill>
            <a:schemeClr val="tx1"/>
          </a:solidFill>
          <a:latin typeface="+mn-lt"/>
        </a:defRPr>
      </a:lvl3pPr>
      <a:lvl4pPr marL="1430338" indent="-165100" algn="l" rtl="0" eaLnBrk="0" fontAlgn="base" hangingPunct="0">
        <a:spcBef>
          <a:spcPct val="15000"/>
        </a:spcBef>
        <a:spcAft>
          <a:spcPct val="0"/>
        </a:spcAft>
        <a:buClr>
          <a:schemeClr val="folHlink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4pPr>
      <a:lvl5pPr marL="1819275" indent="-163513" algn="l" rtl="0" eaLnBrk="0" fontAlgn="base" hangingPunct="0">
        <a:spcBef>
          <a:spcPct val="15000"/>
        </a:spcBef>
        <a:spcAft>
          <a:spcPct val="0"/>
        </a:spcAft>
        <a:buClr>
          <a:schemeClr val="folHlink"/>
        </a:buClr>
        <a:buFont typeface="Times"/>
        <a:buChar char="•"/>
        <a:defRPr sz="1300">
          <a:solidFill>
            <a:schemeClr val="tx1"/>
          </a:solidFill>
          <a:latin typeface="+mn-lt"/>
        </a:defRPr>
      </a:lvl5pPr>
      <a:lvl6pPr marL="22764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6pPr>
      <a:lvl7pPr marL="27336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7pPr>
      <a:lvl8pPr marL="31908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8pPr>
      <a:lvl9pPr marL="36480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490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143000"/>
            <a:ext cx="85344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7173" name="Picture 15" descr=" linie.jpg        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6350" y="866775"/>
            <a:ext cx="9155113" cy="12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4" name="Picture 17" descr=" linie.jpg        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5819775"/>
            <a:ext cx="9120188" cy="12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6" name="Picture 19" descr="figur_einzeln.jpg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534400" y="6042025"/>
            <a:ext cx="573088" cy="81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72375" y="6215063"/>
            <a:ext cx="106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i="0">
                <a:latin typeface="+mn-lt"/>
              </a:defRPr>
            </a:lvl1pPr>
          </a:lstStyle>
          <a:p>
            <a:pPr>
              <a:defRPr/>
            </a:pPr>
            <a:fld id="{2ED14E15-06E6-46EF-93B0-463EC83E9D09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11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25700" y="6096000"/>
            <a:ext cx="47371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100">
                <a:latin typeface="+mn-lt"/>
              </a:defRPr>
            </a:lvl1pPr>
          </a:lstStyle>
          <a:p>
            <a:pPr>
              <a:defRPr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4229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9pPr>
    </p:titleStyle>
    <p:bodyStyle>
      <a:lvl1pPr marL="287338" indent="-287338" algn="l" rtl="0" eaLnBrk="0" fontAlgn="base" hangingPunct="0">
        <a:spcBef>
          <a:spcPct val="15000"/>
        </a:spcBef>
        <a:spcAft>
          <a:spcPct val="0"/>
        </a:spcAft>
        <a:buClr>
          <a:srgbClr val="FE8400"/>
        </a:buClr>
        <a:buFont typeface="Times"/>
        <a:buAutoNum type="arabicPeriod"/>
        <a:defRPr sz="2000">
          <a:solidFill>
            <a:schemeClr val="tx2"/>
          </a:solidFill>
          <a:latin typeface="+mn-lt"/>
          <a:ea typeface="+mn-ea"/>
          <a:cs typeface="+mn-cs"/>
        </a:defRPr>
      </a:lvl1pPr>
      <a:lvl2pPr marL="809625" indent="-266700" algn="l" rtl="0" eaLnBrk="0" fontAlgn="base" hangingPunct="0">
        <a:spcBef>
          <a:spcPct val="15000"/>
        </a:spcBef>
        <a:spcAft>
          <a:spcPct val="0"/>
        </a:spcAft>
        <a:buClr>
          <a:schemeClr val="tx2"/>
        </a:buClr>
        <a:buSzPct val="125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2pPr>
      <a:lvl3pPr marL="1074738" indent="-188913" algn="l" rtl="0" eaLnBrk="0" fontAlgn="base" hangingPunct="0">
        <a:spcBef>
          <a:spcPct val="15000"/>
        </a:spcBef>
        <a:spcAft>
          <a:spcPct val="0"/>
        </a:spcAft>
        <a:buClr>
          <a:schemeClr val="bg2"/>
        </a:buClr>
        <a:buSzPct val="145000"/>
        <a:buChar char="•"/>
        <a:defRPr sz="1600">
          <a:solidFill>
            <a:schemeClr val="tx1"/>
          </a:solidFill>
          <a:latin typeface="+mn-lt"/>
        </a:defRPr>
      </a:lvl3pPr>
      <a:lvl4pPr marL="1430338" indent="-165100" algn="l" rtl="0" eaLnBrk="0" fontAlgn="base" hangingPunct="0">
        <a:spcBef>
          <a:spcPct val="15000"/>
        </a:spcBef>
        <a:spcAft>
          <a:spcPct val="0"/>
        </a:spcAft>
        <a:buClr>
          <a:schemeClr val="folHlink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4pPr>
      <a:lvl5pPr marL="1819275" indent="-163513" algn="l" rtl="0" eaLnBrk="0" fontAlgn="base" hangingPunct="0">
        <a:spcBef>
          <a:spcPct val="15000"/>
        </a:spcBef>
        <a:spcAft>
          <a:spcPct val="0"/>
        </a:spcAft>
        <a:buClr>
          <a:schemeClr val="folHlink"/>
        </a:buClr>
        <a:buFont typeface="Times"/>
        <a:buChar char="•"/>
        <a:defRPr sz="1300">
          <a:solidFill>
            <a:schemeClr val="tx1"/>
          </a:solidFill>
          <a:latin typeface="+mn-lt"/>
        </a:defRPr>
      </a:lvl5pPr>
      <a:lvl6pPr marL="22764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6pPr>
      <a:lvl7pPr marL="27336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7pPr>
      <a:lvl8pPr marL="31908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8pPr>
      <a:lvl9pPr marL="36480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jpe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1.png"/><Relationship Id="rId5" Type="http://schemas.openxmlformats.org/officeDocument/2006/relationships/image" Target="../media/image57.png"/><Relationship Id="rId10" Type="http://schemas.openxmlformats.org/officeDocument/2006/relationships/image" Target="../media/image60.png"/><Relationship Id="rId4" Type="http://schemas.openxmlformats.org/officeDocument/2006/relationships/image" Target="../media/image49.png"/><Relationship Id="rId9" Type="http://schemas.openxmlformats.org/officeDocument/2006/relationships/image" Target="../media/image5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12" Type="http://schemas.openxmlformats.org/officeDocument/2006/relationships/image" Target="../media/image71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5.png"/><Relationship Id="rId11" Type="http://schemas.openxmlformats.org/officeDocument/2006/relationships/image" Target="../media/image70.png"/><Relationship Id="rId5" Type="http://schemas.openxmlformats.org/officeDocument/2006/relationships/image" Target="../media/image64.png"/><Relationship Id="rId10" Type="http://schemas.openxmlformats.org/officeDocument/2006/relationships/image" Target="../media/image69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2.png"/><Relationship Id="rId7" Type="http://schemas.openxmlformats.org/officeDocument/2006/relationships/image" Target="../media/image72.png"/><Relationship Id="rId12" Type="http://schemas.openxmlformats.org/officeDocument/2006/relationships/image" Target="../media/image71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5.png"/><Relationship Id="rId11" Type="http://schemas.openxmlformats.org/officeDocument/2006/relationships/image" Target="../media/image70.png"/><Relationship Id="rId5" Type="http://schemas.openxmlformats.org/officeDocument/2006/relationships/image" Target="../media/image64.png"/><Relationship Id="rId10" Type="http://schemas.openxmlformats.org/officeDocument/2006/relationships/image" Target="../media/image73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image" Target="../media/image79.png"/><Relationship Id="rId3" Type="http://schemas.openxmlformats.org/officeDocument/2006/relationships/image" Target="../media/image62.png"/><Relationship Id="rId7" Type="http://schemas.openxmlformats.org/officeDocument/2006/relationships/image" Target="../media/image74.png"/><Relationship Id="rId12" Type="http://schemas.openxmlformats.org/officeDocument/2006/relationships/image" Target="../media/image78.png"/><Relationship Id="rId17" Type="http://schemas.openxmlformats.org/officeDocument/2006/relationships/image" Target="../media/image71.png"/><Relationship Id="rId2" Type="http://schemas.openxmlformats.org/officeDocument/2006/relationships/image" Target="../media/image61.png"/><Relationship Id="rId16" Type="http://schemas.openxmlformats.org/officeDocument/2006/relationships/image" Target="../media/image7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5.png"/><Relationship Id="rId11" Type="http://schemas.openxmlformats.org/officeDocument/2006/relationships/image" Target="../media/image77.png"/><Relationship Id="rId5" Type="http://schemas.openxmlformats.org/officeDocument/2006/relationships/image" Target="../media/image64.png"/><Relationship Id="rId15" Type="http://schemas.openxmlformats.org/officeDocument/2006/relationships/image" Target="../media/image80.png"/><Relationship Id="rId10" Type="http://schemas.openxmlformats.org/officeDocument/2006/relationships/image" Target="../media/image76.png"/><Relationship Id="rId4" Type="http://schemas.openxmlformats.org/officeDocument/2006/relationships/image" Target="../media/image63.png"/><Relationship Id="rId9" Type="http://schemas.openxmlformats.org/officeDocument/2006/relationships/image" Target="../media/image75.png"/><Relationship Id="rId14" Type="http://schemas.openxmlformats.org/officeDocument/2006/relationships/image" Target="../media/image6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1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2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http://www.mytimemanagement.com/images/time_management_software_full_14177545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700"/>
            <a:ext cx="1498600" cy="1307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454025" y="1219200"/>
            <a:ext cx="815657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 err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Arial" panose="020B0604020202020204" pitchFamily="34" charset="0"/>
                <a:cs typeface="Arial" panose="020B0604020202020204" pitchFamily="34" charset="0"/>
              </a:rPr>
              <a:t>Chương</a:t>
            </a:r>
            <a:r>
              <a:rPr lang="en-US" sz="66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Arial" panose="020B0604020202020204" pitchFamily="34" charset="0"/>
                <a:cs typeface="Arial" panose="020B0604020202020204" pitchFamily="34" charset="0"/>
              </a:rPr>
              <a:t> 6 </a:t>
            </a:r>
            <a:r>
              <a:rPr lang="en-US" sz="66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Arial" panose="020B0604020202020204" pitchFamily="34" charset="0"/>
                <a:cs typeface="Arial" panose="020B0604020202020204" pitchFamily="34" charset="0"/>
              </a:rPr>
              <a:t>- State Machine Diagram</a:t>
            </a:r>
          </a:p>
        </p:txBody>
      </p:sp>
      <p:sp>
        <p:nvSpPr>
          <p:cNvPr id="10" name="AutoShape 6" descr="data:image/jpeg;base64,/9j/4AAQSkZJRgABAQAAAQABAAD/2wCEAAkGBxMTEhUREhMVFhUVFx4ZFxcXGBobFxgeIRgYHRoYGxgYHiogGhomIBoaITEhJSktLi4uGR8zODMsNygtLy0BCgoKDg0OGxAQGy0mHyYtLS8vLS8tLS0tLS0tLS0tLS0tLS0tLS0tLy0tLS0tLS0tLS0tLS0vLS0tLS0tLS0tLf/AABEIAJ8BPgMBEQACEQEDEQH/xAAbAAEAAgMBAQAAAAAAAAAAAAAABQYDBAcCAf/EADwQAAIBAgQDBQUGBgICAwAAAAECEQADBBIhMQUGQRMiUWFxBzJCgZEUI1KhwdEzYnKCsfAV4ZKyQ2PC/8QAGgEBAAMBAQEAAAAAAAAAAAAAAAIDBAEFBv/EADURAAICAQMCAgkEAgICAwAAAAABAgMRBCExEkEFURMiMmFxkaHB8IGx0eEU8SNCUnIGFTT/2gAMAwEAAhEDEQA/AO40AoBQCgFAKAUAoBQCgFAKAUAoBQCgFAKAUAoBQCgFAKAUAoBQCgFAKAUAoBQCgFAKAUAoBQCgFAKAUAoBQCgFAKAUAoBQCgFAKAUAoBQCgFAKAjeL8dw+GE37qp4LMufRB3j8hUJ2Rh7TNGn0l17xXFv9vnwUnintLZpXCWP773+cimY8yR6Vhs16/wCiPdo8BS3vn+i/l/wX7heMF6zbvLs6ho8JGo9QdPlW6E1OKku58/dU6rJVvs8G1UyoUAoBQCgFAKAUAoBQCgFAKAUAoBQCgFAKAUAoBQCgFAKAUAoBQCgFAKAUAoBQCgFAKA5Fzbwq1Z4i5uIXF8G4ihoLNBlc2/vAgAfiWvLupXpt90z6rRaqdmjSi8dLw3zt54/OGeHvLZDW7l020Zu+vZhBlykFMinM7S5+8UPrbXWpdCimm9vh+fMnFStanCOWuHnO+ec8Jbey8bMsHsk4ublq7h2Mm0wZT/K86f8AkCf7qv0j9Xp8jF4/p1G2Nsf+yw/iv6OgVrPnxQHntBOWRO8Tr9Kj1xz053B6qQFAKAUAoBQCgFAKAUAoBQCgFAKAUAoBQCgFAKAUAoBQCgFAKAUAoCs828Zv2GQWcgBEsWWeukaiIj8xWmiqM08nleI62zTtKGP1I61zC5VS+LRGIkgWZjcb69Qam6N9o/Uzx8TTinKxJ/Ak+U+MPda5auurspzKwAXMp6wPkf7hVd9Sik0afD9a7pShJ5a4+H5+5YL10KJNYb7o0wc5M9WMXJ4RGXsVcPxgeQGo+s14dms1VjSjNLOeFusfHPw/MGqMILsQnOHLN3HWbRRlS9auSjsSO6YzaqJBkKwj8Ir06YW2VL0nPZ+40aPWR01ktsxa3RDPyXgsDb+0Y+699ifdEgO3gFBzMfHM0eMVqp0fXLHLJ6rx61R9T1V9fz4I9Pxt3tKtkDB2GkILaqG3IALDZmg922JEe9rXq1aeFbxjOPl+fH5HzWo1llvrSk1n5/j93zJ7lPi7FThXbNdRM1svM3F6TOsjSesEHXeqdZU0nZWv9ndJc3/xy57e9HjC4y7iCQ2JCQJKqCsfPSfqd6+Ureo1bxK3p80lj6/2butdjXvX7WGvW3tsXX4nJkHWGgjQwPWorT16a+M6235t9+zKp3JF2Br6MtFAKAUAoBQCgFAKAUAoBQCgFAKAUAoBQCgFAKAUAoBQCgFAKA8G4o3I+tQdkVy0dwz4L6bZl+oqPp6846l80d6ZeRAc9YUNhmuHTs5JPgOv5gH5Vt08+mR5XitHpaG/I5fc4orqioh7oIJUMSxJ3M7eg862q1Jt5PmJaeycYpQxj47lg5WxN5sbZKYd0WMrdxwmUKZJZp16jzAFUWzi4NZyeloablqYzUelYw+eMe8tvHcViBeCrZdlGqFQSvmSQNDPQ18p4hXqLL00tluts/q/efY1OCjubHCMLdfW9bKR4kd7wEA6DyqzR6Oec2L+/lwvccssWMRJ6vZM5DczcNt4mybLMqvvbJIkN0+R2I8DVlc3CWUQsq644OUniPYlrGIDW8pYSsZh4qT8MHXMsnbcaH14x611wPDb6JdE/wBGWHgfAsRiL2HvoDYtWTm7RlyvcJMtltklsreLH4juNKosvhCEovdv5L9f4NdemlKcZrZL5v8APeZOP8LxNvEXjbVFssdLjuApzalFQS5aZEKs6V8xLRSc5dPD+5pnTZKT6eDe4Lyil1c92+7eKouTpsS2pHyFWx0EY+0x/hY9tl6tJlAUbAQK2pY2NSWNj1XTooBQCgFAKAUAoBQCgFAKAUAoBQCgFAKAUAoBQCgPjGgII8XvdFSfCD+9WdKL/RRNW1zUqXzaxFy0gCkzMd6RA3O4JqcaJyWYpsz220w2ctzcu83YJZzYm2I330/Kn+Ldz0sp/wAmrOOpEFgsTZuloggMxzDqATsfPT6edfHPT1TslCSw05NvG+E3n7du3vPUVkkk0yQRUBRhsYInfeDUKqa43Vyhnplus87fTnyOucnFplmdwNyB6mK+seyyzCRuI45bUwsN5yAPqd68q/xauDxCLl8OPmXx07a3aRsY7itmzZ+0XbipaABzk6a7AeJPQDU16lb60mu5Q9uTlHHPafi77P8A8ci27NuC1y6oLtroQpMKp2jVoPw9NCrS5IOXkdKt8wK+HtX0XN2q5lE6A/EGPkdNPCquncsiuohLy3LrFrrZtDA2Rf6VHXzmfM1NJF8YxN/hXBtmAyj8XU+n7/5o5YJzsUdkSlzgWHa/9qa0rXQAAx1iNiFOgbpmiYAE1z0klHpzsYfRx6urG5n4liCtt+zym4FLKp6x5bmoE8rOCvWAboF0kuzDfcgHppoBPhpVqwjUsJbEnw++FvFBAB0HqOvz1+tRa2ITi3DJM1AoFAKAUAoBQCgFAKAUAoBQCgFAKAUAoBQCgFAKAUAoBQFUHaqpAtNm1hsrSJ36a/pVmxrfS+5WV7uJYFCLoCkBg05SYZgF1EDSfOvQr3pXllnhaz/9UseS/NiI5kvA4TM6w2UopIuA+4QBNzUjSfrV9axNpfb7GOTfSm/v9yycp8p3RZtX1vrFxFuKMpkBgGAOuu8V8nqNBP07nCWHl9j6Ku1dCTRZf+CuHVro6fD/AN1QvDrXarLJ5x7ifpY9OEjkvtNwKPxK410AtlTpsMukT9a9jQyscH6TnL+Xb6Ga7Cl6vGDT47wHCKUNq2otMpCXA6uLmWAWICgo+oLKdia2RnLzKWkdKv8ACxjeFthRHaKue1/UCSvpOqnyavOr1OdVbW/+rXyaX3LlD/iizkHDccEIVggRoFwXFYrod8q94MPLXU1vkilM6b7Kbk4e+t9Iwtu6WsXbhAUgyHUGYIEA5hoS7a6VVNbrHJbB4RO4/nPh9mezHbMOllA30doQ/JqshpLpdsfEqnrK49/kSWN5rw9vBpjWJyXFBtrpnYkSEAmM289BB8Kz2J1txlyiUroxh1vg5ri+b2uh3uX3ztMWkLhFEQq6EAj+cmdzGwqnq8zzJ6xSi23+m5M+zbl9zdGMMqqkwetwkEESdSonc9R6xyCy8lPhtNllnp3st8e8s+H4fdS69tAwUNKNssHWJ8tq0prG59NCcencmcFwxU7zd5vyHoP1rjlkjO1y2Rv1EqFAKAUAoBQCgFAKAUAoBQCgFAKAUAoBQCgFAKAUAoBQFT5m5hxVrECxhrFu592HJdo3cpA1AmcoGsktAFRbedjBqNXOFno4Ry8Z59+DmvM3GcRdurinti2/ZCMh0Ky0EqwO8nQ7gDSr69bOutw6U0edZqeuxTaw8fQt3EeRLd4Lmv3isAgL2SDUDYLagnzNXx1kktkvqem9LCWMtltwV77PYS0qErZthRLSxCLAnugTA8qyyzJ5ZqTUVglsNezorxGZQ0HcSJqJNHN/aJyPexOK+1W7ttUKKhDZpBGbXQHTaqtRrVpq+pxbWewVLslsyNxPIXEcSFzXcOFQQIBRSTGZ8q2/eaASY1gVLS61WrqUJJe/H85Izpa7o6RwXh64ayouFc4WGbofIT/po6q/SytS3lz+fodi2oKLfBWE9nGCv4p8Wzs6NcL9gIVMx1YN8RBaWjTeNRV/pHjBDoWckDzHwwrj7gvTcVVz2EiVCwAiLbEDKplYG+XWZNb6bP8AiXTt5s8+6L9K1LfukeR2b/dlbYYHKrd3NsWUxaXQFQxhvwjqZqxOUfWX58ymXreq/wC/dx9zb5IsWMdYu8Pvg5bVwX7QBggNOYA+AYtPlcqjxGndT8/t/Rbo3G+t1y7FuwnIvD7W2HVj/wDYWefk5I/KvN6EbY6SlcRIbmj2iWMIxwmEti5eTuEAZbNmNIJ0zEfhXTSCVq2MG0W5jFYRW8HzTxHCYh7+Kd79pjlcBCtoeHZSBljodm6k6ET6YtbHHJo6rwfitrE2lvWHDo3XqD1UjcMPA1U008Mmnk3a4dFAKAUAoBQCgFAKAUAoBQCgFAfJoDx2y6iRpv8ASf1rmUd6WeTiV8a51I70SPJxY6A1zrR30bMNzHx4D1qDtwWKkxW+LCQGiDpPhXFcs4ZJ6d4yiTq8zCgFAKA557Qbl+3i7V2zbdgbQUlbRuARczDSIzA5WHmBVcm0zyddGxWxsgu2Htnvkq/HcT2thkGGurczQn3WoUZgvf8AeJyZEy7d2ai3sZbH1xx0POdtvv8ADY6Vg7xVLWYEHskkEQwPZiZB2I/Sr1we0nssnvE3hlMGe6QZHr+/5V062VfhfNmNMoLVvKhKqcjklQYBJDRMCvF1es1NU2oRyvg/sWxxg+8w85Y2zazpbtlpAjI3+M3Xb51HReIXXXejsikv1yWVOt2whL/s8c4xs39joNpyVDQQSAYO402PmK9orexFY3DmczEsPPp8q6VsjzdNs50aG8IMEeB/36V0ZIrnPAXcZatYjDWyb9l8pWR3lYCYJIBAMegLVp0tkYtxnwzNqapWJShyjBwzlTGMJYWsMxXKSrZ48xbQASNYl2idtoslqK0+7/PP+jkKJtdkRWLu4fg1xksK97FlAM93u2rYMHQLBaYGk9PeGoqu7UzvWHwer4V4JGT687fUreOu3sTcV72ILYhgGtIQYWYZFUju22IggAR7uYgzEI1pbvg+ppprpi8Q9VbN/R7d0v8ASJDmHlprlgcUwYLpeBuYi0JLI8ntXTqVzZiV6bjT3Skk+lnyWt0zoulDyf07ERypwXFY1XtYdFFlyO0ulQF0ZWA7SMzQVnIJ31HUSk1HdmRJvg7Tyhy3bwFjsUYsWbO7kAZmgDQdBAECTWec+p5Lox6UTlRJCgFAKAUAoBQCgFAKAUAoBQCgNP7ZXcA0Dcl39R/6is0vaZrj7KPRB6GuHcruamIxDKNYNVuTRZGMWQONZm1zGOlZ3vyalhcHnCYsspRjr0P70T7HGu5bOX8dmUWn0ZRp5jy8f98K20WZXS+Tz9RVh9S4JitBmFAcZxGAa5dvFb98uL7oQuYxDxJY3F0E/Ia7Ax47jZJtqT5f5yfaRthXCCcI46U8vHl/6v8Avjk+cvcVGF4hZ7XFubBVwxuO4QzbVkJRiYMkADea0aVy62m8mHxaEHQpqCi89sdnjlcls594/ZuYJvs9+WzL7jEEidRpGnlXqVRUpYZ5/gtcbNUoyWdn+xRkxN1CthcTiFutEa/dZmAITUz1AzbT0jWrvRrnse3bo6rE7fRxcVn44Xfy9+PLuTPKPE8TdwmMYubjo1vKW1KK0hiAOuhPlv0is98XBPD7fY8jX6Kiq5RxhdLf6pZRvcv8ZXD240clyYzEEaDWcpBBM+eleLTq3VF53yz5mOpikfOIcZAvreKm6q3g2W2MxYAEKFDRJ2jbao6duWrcs8lU7szi1vv2+DNjjXPV8gC1Yu2AfiupDH0B7o/OvUv02rm8Uyil8d/22LJeIVw9uMl+hbOVuJfacMrsQXHdfbcdSBpqCD86aecpQxLlbP4o1QkrIqS4e5kucIDOSTlXwG5/Yf7pV+R0lW5m4ljLWKGGwTW7dtbSsQ4WMzOV95tZJKj1NVycs7GK66xW+jrxxnf44IleeOIoFLpYIaYlCCYOU+6+moI26HwqHVJGR+JWxx1Jb/bbzPnONtsZgrWPKKryUbLMQGbKdekyPV60aezufU//AB3xBzxKW2SE4IHu3LLYOyzYm33bpP8ACK9mqAuZ7ogNppOu5irJS8+D6DUNVwnG6XqPjzznO38ltwGO/wCMtHBI/wBqxlxs/ZrJS0WA94+9Gkxu28AEmuRg5vPCPlfFvE42WdUY78Jd2WDlLH3jmsYgW1dQHUWwFXKd4AJGh6jx3O9StrSSlHg8zSamc5yrsxlbrHkyyVQbxQCgFAKAUAoBQCgFAKAUAoBQCgK41+pHSJxXEMt1vRT+UfpWG/aZuoWYGK9x5h7oqlzkuC5Vx7mqceXGuh61FyyWdK7GnhMeQ7Kehgj6H9aiGfMV3buYHuuNPIjcf4P18KI6b2FxzAiNwZXyPh6GuptPJxxUk0y+8Nxq3rYdfmPA9RXpQmpLKPJsrcJYZgxvF1ttkKsSPCP1NeXq/GKtNb6KUW2vLH8ltemlOPUjmXFuFMb7ZbzImJxBKq9lGQPcJgHvt6ZstU6bXU6mbjBtN74a/EfQ169QhFTqy4xSypY2XyNbmj2f4kI2Jv3rb5CpbKDmaSqjTKAI0Py+derVTKMupsw67xKm+hVVxax+e8xJwFWUdnlDBY8iQwE6ToQfqDWmLw8mHw/Ux016slws8e9ErwTBY2+wu2hZJsWzYGYkGCGIOxBIz6bbDSp9SPXev0MoSh6yUpdT2XO3v9xZPZ5y5fwhxDXgg7XJlCtJ7ueSYECcwjXx2rknkw+K6yrUSi687f0UXjHtF4z22J+z4C1dsWb72gexuue45XdXEnTWBAmq8I8jCMGBxt/EZsXdRbNyMz24yhW9wBbdwk67xrvW6quvpjtu/cfN6qyyF9ji8KPw7ryJK7irrWA1wAoXhDlRZIVs3ugTEjfxq+MIKWEYbdRdOpSnxnbhfHgn/Z0l612t24MmGZQc7nLLA6FQdxBOvXSJrw64SjbN9m2fS6By9DHPGETWJ50trcCpbLJIDOTlgTqwWJIG+sVpwbOrcp/O/FWtcTaGUDJbBzLmAEhg2XqVIDCPCqZPDPG1lsq9TleS7Z/MGDF8Sw9yw7DKHEqgIPa6Pb7MgxGXILhbX3mPiK5kzai2mypvbPbz5WP0xnPvL1yZg0fh1q3cUMrZpB2P3jEfpU6/ZR6/heYaaDXv/ckeDXcIubD4VrINs963bKyD1JA1nzqeT0LLJ2S6pvLOZHDHCYy7aAOcXDkMSWFzZjM5mhtZ3Nb6WpQwz5nXKdVylHlvHzJTla7dOKRlzPcFxhdB2CEAFmc+c6eK+dSvcejHbsZvD/S/5Clu5ZfV8Pe/idOrzj6wUAoBQCgFAKAUAoBQCgFAKAUAoCoE10kV7jj/AHnyA/z+9YtR7Zs0/smrilMAjYRP+/7tVDRqieA8a/7vFRZ0wYt5K3ZgAhbhAJMT3WgHWNj6jwqOWdZvXLqsvZpm1El2ABnpGvu/Q/owyMc53MNvEaBjpG/lU8Eiz8h8Ql7iH4+8Plvp6H8q0aeW7Rk1cPVUvI3OMYtUxaq5AVlXNJjTUb+GleRrYx/zl1+y0s/Df+i/TVOembit03grnNmJRblnsiGVcXh2Ugz/APIoOvzNV6WiqvW4qeY9t8+RclNUOU1h4Za+JXrty0UuWbb233HaMvUEAlQSDtX1GDwOruRXB+GYe5dewbLW2VA+l0upBJG7KDOnhUnBqPURjapTcO+Mlo4Xwq3YDC2D3zLEmZMQPIaVAtN6gOT2LiYZ8bbv4fEKz4rEtavpZBKJdI1RyQQZGbTTRaAqnC8Gq3cHh0xD35uXe3zW2Q5SqdkgzEkwQ50PxRtFTVk0sJmS3Q6e2XVOOX+p1bC8g4Zc2dneTI1yhR0XTf1P5UrutjHEpZfnhIzf/T6XyfzZr8WwGR1Q5mtqsW0kwsaAD5RruZ1JrnJujFQSiuEQmNRZyFcjH3fA+VdJPyLdyhj0xWFAcBmtHs3DAHUARv4qV+c1yccM5CUZoh+JcU4OL/YNatO8wzW7YyqZiGdYE+OunWKyztqi8Pk2V+Byvg7FUsfov9kHxnjV+4fsio2DsgEKigZ216sDGU6+6dT1NaEsbGaMVFYitjQ4fw1QBkEEah9VK+Yg7/MihIsnE+AG9aGLxF82ewRs9xklmtrDBtCCCvf1OpkVZXZ0GTVaRXrGcEbwD2q8FsWxbttetjcl7TFmPixSZNRlJyeWW0UQpj0wX9nR+E8UtYi2t6y2ZWAIkFTBEiVYAjTXUVEuNygFAQ/FCRdBuJcezk07MFoaTJdF1bTLGhiG8a6gecHjURXNpzdDOFS2ZzIxGqEv3lHxQRoJjoKA2WxtwEo1tQ5UskOShiMwLZAQRIMQZ+scBF8Hu3gcKMqw9hnabjEufuJdpT39dp+I6+PQb5413LLZNbhh1zfw9Qrk6d7K7Kp23npTAMz49izqlvNkcJJaBJUMxJgwoBGuskxpXAa78ayi4Cqs1trQi20g9o4QbjRgZ7p8tddO4BlfiL5uzyW84UM03SFAJOUBskljBJEaeO1cBt4DFC6mcCNSCN4Kkqwkb6g69aA2KAUAoCj4DObaZ/fyjNHjGtCbNbFcKd7u05yACNh0E+G1Zp1ylLJqrtjGJKX+VCVAW6oMa939fD5V10e8itTvuinX8LesXnsXu9BkMNmBnXbb9ZHSs9kcPDNcJRmso2LOBdswVSwgggddPPSq+hvgl1pclf4jzCtuUFthcGhziI/t3ny0qfQcUtyM/wCeDWuydVzSGDjRpHQnqpkiNtj0rvS0X9MJrbkmeXOKEXFcNGU+OvpUXlPJVjKwzp3DuLpdHeUMPMA/5rRGxS9pGSyhw9l4JD/jsM3eFm1mGoORZB6HbfzqyFNXV1KKz8DPO67pcXJ4+LIizxNFy5iAe7mBkEhiQykHciJnzre6m+Dy1qYrGfcYuCXgeIuAZAw8SP5bx/eu2RapWfP7EKZqWqeP/H9mW6sp6IoBQHwqN4oD7QELzTgy9ksgJZdQAJJjcADcxPzAqUOSq3PTlFfwHKb3jmvZrVoMGW3P3u2st8AJ1jf+mpuSjxuVRrlPd7L6lW41xPE3XbAYe39msqzL2aGHuQTma5c00MEnXxktXjX6uyc+iB9poPC9Np6lfY87Z92/7v7mvhOBqqOgt3GuAhR3Sqg5Wb3CMxGirmMAdoDGk1RHT5Tzlv8APzJvnrH1ReUo8+bxlLlbJ8vCzx+he+Xey4hg0cxnXuPpPeA97yJENp+KvVon1wWeT5bxTSf42plDtyvg/wCOCW4Py+lqGeHceXdX0Hj5n8quPPKx7TeP2lezgbj5Vb769oTKqfu7ZygxmcZj0i0QfeoDny4QYq+1omzdtOykZVDvbs24kvdZc/a3CUXc6Z/AUB3PguC7K0AR3jq3r4fIaUBv0AoDRvYe4Lhu22UhlCsjkgaEwysJynvEHQzA2igNd+FuzNdLKLpKFYBKrkzQDMFpzuCdNCIiKAzrhbjOLlzKMqsqqpJEtEsWIE7QBGknedAMWH4e6fZyCpNq12TSSJB7OWUxuOz2O87igPI4PLX5YZLikIBumfW4Z8S0N8q7kGN+EubVtWyXGW4blxWkW7hbPI2OgLAiQfdHqAPLcJuFmb7tQxsnKswvZXs8DQZpE6wNelMg2sTgD2puqttsyhWV/ImGDAHxgiNYG3XgNrA2CiBWIJkkkAKNSTAA2AmB1gazQGxQCgFAQeFsKuwk+JruDrZtF66cPiYnodK4dwUiziHx+Le6pP2e13EA2bxbzk6+kVkm+uR6NcFXDflklxRntITbA01gaE+lQllcFlajJ7nLudOI9qVPZkt+PYjyk7ikE29xZhbIqDXmBgg1d05KVZgmcDfgB8yrHvAsAT6DxqvofBa7Y85LzgecMN2aqcRZtuvVnTaNoVpnb86ejlngi7oZ5JDC8/YO3PaY5G/pt3W/9VqarkiqdsGuCSX2rcPiO1uXPSw//wCgKvWxjkk+xrt7V8Is9nh8UZ3y2UH+XrrZBQS4Rib2rT7mFv8A9+RR84nSmSWDofA+IfaMPav5SnaIGykzEjaeo8+tDjN6gFAKAUAoDm/tJwjWbi4m2B3iCf6ljQ+REaeTV5Wqr6LlNd/3X8o+p8DtjdXKib4/Z/w/sVnh9t8bdFjDkWraIBLvmZUgKYG8HLqEABPvE6VZGErPZ2Rsv1FOjWbmpTbzhLG/OX9m+OyOn8E4Th+HYdsrEg953YyXMQIA08gB+davUog2+D5fV6u3WWdUv0XkVnjXGMS57QXGtBtLdsEgx+Ix9ST5R0nyr7b3H0spdK7R7st0tEZz6Es+b7G5wbgS423ONTtlH8N2Zhcn4gGUg5PKYkVq8OsunFynx28/9DxGumuSjD2u/wCeZ94Nwrhdm/Fi8VZSJU3CUYjYZnBzEHwb9a9I8zKLwKHRQCgFAKAUAoBQCgFAKAUAoBQCgIRLi/CQakD67mgK5zvxfscKyqYe73AfCR3j9JHqRVdssIvoh1T3K1yzxbsraroBWLqwz03FSRaL+KW9bZe0KllIkASJESAeo3qSlkpcMbHCcdwhrTFLzLmBOpchT5gkx8prTGalwY51yjsz3wvlq7iZ7C0rAaZmcqpP8pkk+u1cc0tjsKZyWcE1wX2e3buftWtYco2WGTtSdu9owAGump+VcdqLY6WbWSO4nwM2MR9kUpcukiCtvKpU7MWO3prtXetdOSt0S6+gnm5DxKW+17ayYElFzTHWCYEx41H0qLHpmRmAwFy43uPlO+uv0ijuiji0kmdYw3srwsAtcdvy/Wr0YtyWwXs9wNv/AOPN/VB/SR8jQFpRAAFAAAEADYDoKA9UAoBQCgFAYMZg7d1cl1FdT8LAEfQ+tRlCMliSyTrtnXLqg2n7iM4zyxh8QqAr2bWv4Vy13HteGRl2HSNompLbgjKTk8vkrnF+HX7dofa8UmW3I7RkCod++0HKHjQ6AbwNa+f8UWqdy6YOUe2Prlef2NWnlXFesYeXeXM7y5m3ocwOlwbjIfw+Y/ztHSaSd7TsTUV2ez+H9nqW66umpei9p/Q98ycXuEdiUNm17oXbMNoLKYI/lBA8Sa+jjHbCPnZ2ZeZFds4UuwVFDSYjKDP9BVtf+utaq6Mrqlsjz79Zh9EFl/nkdJ5U4Y+Hsdm56yFmcug0n89NNaqulGUvVNOkrshD/ke7+hM1SahQCgFAKAUAoBQCgFAKAUAoBQHKsLzFhWjLfUE7CSp+jVImiVwnFwTpdU+TGPpO9cGCA53s373ZPbtm6iZswtwxE5IOWZOx2qqyLZfRNRzkhrmCdFVsjqp/ErL8oYVlcWuTWrE+D6uJaNzUcE+rJW+K8Na9diYHU/t5/tVkZYKpx6i98FwiW7cDQKoCqNAPCarzndlqs6Ekjb4Enag3XWM0GASQNAN+u1dSWTsr5pbGviOBdpjHvMIGVVU9AANp9ST86N52K4zx63cuvC+XAUliwkaTv/1V0Kdtyi3WNvCN/ActWLWyz61ZGmKKZ6mySxkmatM4oBQCgFAKAUAoBQCgPLoCCCAQdwdjQFUxXLd3DE3eHMACSzYVyRZcnUlGGtlz4jQyZBruc8gw2eLris1tVCX0/i4a8oDkaa6aMvg6yNdYO0JdS3iSiq3tMw8v4wWLhQ2jm+KYzgdPVfMaGo2auycvW48iynw3T1QzW8vzZb7GPRtvzorEzkqZI2QasKgzRqaDk0MVxm0gkuNOs6fWqZXRRdGicjXscVL6gQDtpqR4war9O2Xf48USGHxQbT4vD9RV0LFIzzrcfgbFWFYoBQCgFAKAUAoBQHO8N7MES8ri7mtiZBWHGnQjQ/QVLqO5LMvKWGHwsfU/sK5k71M2bXLuGXa2Pqf3rhzqZuJw+0AQLawRB0BkeBncUayMsqfGeQ0YlsOcp/A3u/I7j0NUSp8jRDUNe0VR+XnRm7VcrToOsDr5666VQ4tcmtWRa2JK1hRADeFRwRciS5e4KSFQSoG56R41ZXBsqsswW/A8NS3tJPienpWmMFEyym5G7UyAoBQCgFAKAUAoBQCgFAKAUAoDnnPvLxz/AGi2DM5gQSrI3VluDW2x11GhnUGKpk5QeVwzVX0WR6Zc+ZD4PmUXF7DHhjGgxKDLetHabiJtrHfSV7wzKIJqa6bFsRlCyh57fQseFuvYtqc/2iyVBGIBU/Nsvwn8QkeMVRKDjwXwtjZzySdnjotoLj6Ididj6Hauxm4nJ0qfBTOP87PiG7GyrFpJCqM227EeA6k6Cq5SlMsrqjXuz1ZvlO9cYM43bovks7f1b+m1VblredkbWGD3hnclVnuiYkfi9P8ANcOcEsMeqBQAwI+KDU1LBFxyXC3eBVW8QD9RXoLdHmNYZkVwaHD1QCgFAKAUAoBQCgFAKAUAoDzcthhDAEeBE0GTXXhtkHMLSA+OUVHoj5EuuXGTaqREUAoBQCgFAKAUAoBQCgFAKAUAoBQHxlBEHUUByTmXC22vxquS44BAhlHeUQem/wC9YW8S2PSrliO+5FcPx2JwbM1hlZM3fTXsXO5JUfwnM/xE0k94ECtELs7S+ZVbp0/Wr+X8EpfTD8SUiy72r6rm+yuwCsPG22oKGR3k02kLXZ090V1alx2lwUm5j8bhme1bw92yfdcC0xLeTOAc4101I103qpQaNyurfZMl+XbtzKXxSXEYGLYuIyKYElxmAzEaeQ38IhODRFTi+CwriHds7kqu4Q+8x118k2InvHXpBNOOx1bIz2+Zwn3ZUkHrpH08KllnHFHQMBila1bI2KKR81FejH2UeZP2mbQqRELfrgMD4piWVNI2aJA2kR1qSiDGmOuW47WGU7Og0HqKdPkCTRwRIMg9agD1QCgFAKAUAoBQCgFAKAUAoBQCgFAKAUAoBQCgFAKAUAoBQCgFAVvmjgBu/eWVXPBzDbNtB8J/eqLa294miq1LaRzbiPD3VWQBg7SDMgzrJis62e5qW5ScBgrtoAAHKplRJUoZ962w71tvNfmDWlXYKZURZ0Tl7np0hcYDdtqdLwH3tuOt22vvCfjTykTVqcZ8cmecJQ+BfsS1rF2N0u23GZLgCuFPwuOkg6yPyrskpLDIxk4vKKJxDB4lbgtDDu9xj7w/hR+I3DpHrr030rH6GWcYN6ui1nJB3cG9zS0GZixDAwMpBgg+AHiaejecHZWLGS2cd4zfwHDrN23aF1reS05M5EhSA7RrlkKOnvCYratlg8+W7LFhuZbf2G3jcVGHDIrOCT3STAjrqYjyIoRNzhHFLOJtres3M1ttmgwYMH0IOkGugq91M95rhxFy4hacqXWVUk7DsyIjx3qR0krWNfD3CGJey+oncTv5SD08xtUsZOFgwLIRnssMp3X4fp8JqDQJFLgPkfCoYB7oBQCgFAKAUAoBQCgFAKAUAoBQCgFAKAUAoBQCgFAKAUAoBQCgMOIwqPo6Kw/mAP8AmuNJ8nU2uDRucvYVt7Fv/wAaj0R8iXpJeZWOdOULS4c3cJbCXbZnQ7iQD7x6b/lXHBcosrsbeJEDh+DYnDMb2DdUJMtaP8G5r+Ee4/8AMvlOgq7OeSlryMNz2klL7W8VhuyUASVfOVMak5RBX01HgZ0lFJ7EctHvF882HYCzlJBIYEOJ+eXfzqOCWSa4FzDbc5QpVm0ytqp9CP1ArnAN3jvD7OMtPh70w8baEEEFSD4ggb0AwHDreAwRs2S2S2rGTqxZjqxiBMnYQK6jhp8Esl1zljl+BdNANAYiJ6/Opg3G6pow6gj/AB4HzmgPWFUIZRntt8mB8iOvzoCwYTF5oDaN5bH08K4DeW5UXEGUVEH/2Q==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1" name="AutoShape 8" descr="data:image/jpeg;base64,/9j/4AAQSkZJRgABAQAAAQABAAD/2wCEAAkGBxMTEhUREhMVFhUVFx4ZFxcXGBobFxgeIRgYHRoYGxgYHiogGhomIBoaITEhJSktLi4uGR8zODMsNygtLy0BCgoKDg0OGxAQGy0mHyYtLS8vLS8tLS0tLS0tLS0tLS0tLS0tLS0tLy0tLS0tLS0tLS0tLS0vLS0tLS0tLS0tLf/AABEIAJ8BPgMBEQACEQEDEQH/xAAbAAEAAgMBAQAAAAAAAAAAAAAABQYDBAcCAf/EADwQAAIBAgQDBQUGBgICAwAAAAECEQADBBIhMQUGQRMiUWFxBzJCgZEUI1KhwdEzYnKCsfAV4ZKyQ2PC/8QAGgEBAAMBAQEAAAAAAAAAAAAAAAIDBAEFBv/EADURAAICAQMCAgkEAgICAwAAAAABAgMRBCExEkEFURMiMmFxkaHB8IGx0eEU8SNCUnIGFTT/2gAMAwEAAhEDEQA/AO40AoBQCgFAKAUAoBQCgFAKAUAoBQCgFAKAUAoBQCgFAKAUAoBQCgFAKAUAoBQCgFAKAUAoBQCgFAKAUAoBQCgFAKAUAoBQCgFAKAUAoBQCgFAKAjeL8dw+GE37qp4LMufRB3j8hUJ2Rh7TNGn0l17xXFv9vnwUnintLZpXCWP773+cimY8yR6Vhs16/wCiPdo8BS3vn+i/l/wX7heMF6zbvLs6ho8JGo9QdPlW6E1OKku58/dU6rJVvs8G1UyoUAoBQCgFAKAUAoBQCgFAKAUAoBQCgFAKAUAoBQCgFAKAUAoBQCgFAKAUAoBQCgFAKA5Fzbwq1Z4i5uIXF8G4ihoLNBlc2/vAgAfiWvLupXpt90z6rRaqdmjSi8dLw3zt54/OGeHvLZDW7l020Zu+vZhBlykFMinM7S5+8UPrbXWpdCimm9vh+fMnFStanCOWuHnO+ec8Jbey8bMsHsk4ublq7h2Mm0wZT/K86f8AkCf7qv0j9Xp8jF4/p1G2Nsf+yw/iv6OgVrPnxQHntBOWRO8Tr9Kj1xz053B6qQFAKAUAoBQCgFAKAUAoBQCgFAKAUAoBQCgFAKAUAoBQCgFAKAUAoCs828Zv2GQWcgBEsWWeukaiIj8xWmiqM08nleI62zTtKGP1I61zC5VS+LRGIkgWZjcb69Qam6N9o/Uzx8TTinKxJ/Ak+U+MPda5auurspzKwAXMp6wPkf7hVd9Sik0afD9a7pShJ5a4+H5+5YL10KJNYb7o0wc5M9WMXJ4RGXsVcPxgeQGo+s14dms1VjSjNLOeFusfHPw/MGqMILsQnOHLN3HWbRRlS9auSjsSO6YzaqJBkKwj8Ir06YW2VL0nPZ+40aPWR01ktsxa3RDPyXgsDb+0Y+699ifdEgO3gFBzMfHM0eMVqp0fXLHLJ6rx61R9T1V9fz4I9Pxt3tKtkDB2GkILaqG3IALDZmg922JEe9rXq1aeFbxjOPl+fH5HzWo1llvrSk1n5/j93zJ7lPi7FThXbNdRM1svM3F6TOsjSesEHXeqdZU0nZWv9ndJc3/xy57e9HjC4y7iCQ2JCQJKqCsfPSfqd6+Ureo1bxK3p80lj6/2butdjXvX7WGvW3tsXX4nJkHWGgjQwPWorT16a+M6235t9+zKp3JF2Br6MtFAKAUAoBQCgFAKAUAoBQCgFAKAUAoBQCgFAKAUAoBQCgFAKA8G4o3I+tQdkVy0dwz4L6bZl+oqPp6846l80d6ZeRAc9YUNhmuHTs5JPgOv5gH5Vt08+mR5XitHpaG/I5fc4orqioh7oIJUMSxJ3M7eg862q1Jt5PmJaeycYpQxj47lg5WxN5sbZKYd0WMrdxwmUKZJZp16jzAFUWzi4NZyeloablqYzUelYw+eMe8tvHcViBeCrZdlGqFQSvmSQNDPQ18p4hXqLL00tluts/q/efY1OCjubHCMLdfW9bKR4kd7wEA6DyqzR6Oec2L+/lwvccssWMRJ6vZM5DczcNt4mybLMqvvbJIkN0+R2I8DVlc3CWUQsq644OUniPYlrGIDW8pYSsZh4qT8MHXMsnbcaH14x611wPDb6JdE/wBGWHgfAsRiL2HvoDYtWTm7RlyvcJMtltklsreLH4juNKosvhCEovdv5L9f4NdemlKcZrZL5v8APeZOP8LxNvEXjbVFssdLjuApzalFQS5aZEKs6V8xLRSc5dPD+5pnTZKT6eDe4Lyil1c92+7eKouTpsS2pHyFWx0EY+0x/hY9tl6tJlAUbAQK2pY2NSWNj1XTooBQCgFAKAUAoBQCgFAKAUAoBQCgFAKAUAoBQCgPjGgII8XvdFSfCD+9WdKL/RRNW1zUqXzaxFy0gCkzMd6RA3O4JqcaJyWYpsz220w2ctzcu83YJZzYm2I330/Kn+Ldz0sp/wAmrOOpEFgsTZuloggMxzDqATsfPT6edfHPT1TslCSw05NvG+E3n7du3vPUVkkk0yQRUBRhsYInfeDUKqa43Vyhnplus87fTnyOucnFplmdwNyB6mK+seyyzCRuI45bUwsN5yAPqd68q/xauDxCLl8OPmXx07a3aRsY7itmzZ+0XbipaABzk6a7AeJPQDU16lb60mu5Q9uTlHHPafi77P8A8ci27NuC1y6oLtroQpMKp2jVoPw9NCrS5IOXkdKt8wK+HtX0XN2q5lE6A/EGPkdNPCquncsiuohLy3LrFrrZtDA2Rf6VHXzmfM1NJF8YxN/hXBtmAyj8XU+n7/5o5YJzsUdkSlzgWHa/9qa0rXQAAx1iNiFOgbpmiYAE1z0klHpzsYfRx6urG5n4liCtt+zym4FLKp6x5bmoE8rOCvWAboF0kuzDfcgHppoBPhpVqwjUsJbEnw++FvFBAB0HqOvz1+tRa2ITi3DJM1AoFAKAUAoBQCgFAKAUAoBQCgFAKAUAoBQCgFAKAUAoBQFUHaqpAtNm1hsrSJ36a/pVmxrfS+5WV7uJYFCLoCkBg05SYZgF1EDSfOvQr3pXllnhaz/9UseS/NiI5kvA4TM6w2UopIuA+4QBNzUjSfrV9axNpfb7GOTfSm/v9yycp8p3RZtX1vrFxFuKMpkBgGAOuu8V8nqNBP07nCWHl9j6Ku1dCTRZf+CuHVro6fD/AN1QvDrXarLJ5x7ifpY9OEjkvtNwKPxK410AtlTpsMukT9a9jQyscH6TnL+Xb6Ga7Cl6vGDT47wHCKUNq2otMpCXA6uLmWAWICgo+oLKdia2RnLzKWkdKv8ACxjeFthRHaKue1/UCSvpOqnyavOr1OdVbW/+rXyaX3LlD/iizkHDccEIVggRoFwXFYrod8q94MPLXU1vkilM6b7Kbk4e+t9Iwtu6WsXbhAUgyHUGYIEA5hoS7a6VVNbrHJbB4RO4/nPh9mezHbMOllA30doQ/JqshpLpdsfEqnrK49/kSWN5rw9vBpjWJyXFBtrpnYkSEAmM289BB8Kz2J1txlyiUroxh1vg5ri+b2uh3uX3ztMWkLhFEQq6EAj+cmdzGwqnq8zzJ6xSi23+m5M+zbl9zdGMMqqkwetwkEESdSonc9R6xyCy8lPhtNllnp3st8e8s+H4fdS69tAwUNKNssHWJ8tq0prG59NCcencmcFwxU7zd5vyHoP1rjlkjO1y2Rv1EqFAKAUAoBQCgFAKAUAoBQCgFAKAUAoBQCgFAKAUAoBQFT5m5hxVrECxhrFu592HJdo3cpA1AmcoGsktAFRbedjBqNXOFno4Ry8Z59+DmvM3GcRdurinti2/ZCMh0Ky0EqwO8nQ7gDSr69bOutw6U0edZqeuxTaw8fQt3EeRLd4Lmv3isAgL2SDUDYLagnzNXx1kktkvqem9LCWMtltwV77PYS0qErZthRLSxCLAnugTA8qyyzJ5ZqTUVglsNezorxGZQ0HcSJqJNHN/aJyPexOK+1W7ttUKKhDZpBGbXQHTaqtRrVpq+pxbWewVLslsyNxPIXEcSFzXcOFQQIBRSTGZ8q2/eaASY1gVLS61WrqUJJe/H85Izpa7o6RwXh64ayouFc4WGbofIT/po6q/SytS3lz+fodi2oKLfBWE9nGCv4p8Wzs6NcL9gIVMx1YN8RBaWjTeNRV/pHjBDoWckDzHwwrj7gvTcVVz2EiVCwAiLbEDKplYG+XWZNb6bP8AiXTt5s8+6L9K1LfukeR2b/dlbYYHKrd3NsWUxaXQFQxhvwjqZqxOUfWX58ymXreq/wC/dx9zb5IsWMdYu8Pvg5bVwX7QBggNOYA+AYtPlcqjxGndT8/t/Rbo3G+t1y7FuwnIvD7W2HVj/wDYWefk5I/KvN6EbY6SlcRIbmj2iWMIxwmEti5eTuEAZbNmNIJ0zEfhXTSCVq2MG0W5jFYRW8HzTxHCYh7+Kd79pjlcBCtoeHZSBljodm6k6ET6YtbHHJo6rwfitrE2lvWHDo3XqD1UjcMPA1U008Mmnk3a4dFAKAUAoBQCgFAKAUAoBQCgFAfJoDx2y6iRpv8ASf1rmUd6WeTiV8a51I70SPJxY6A1zrR30bMNzHx4D1qDtwWKkxW+LCQGiDpPhXFcs4ZJ6d4yiTq8zCgFAKA557Qbl+3i7V2zbdgbQUlbRuARczDSIzA5WHmBVcm0zyddGxWxsgu2Htnvkq/HcT2thkGGurczQn3WoUZgvf8AeJyZEy7d2ai3sZbH1xx0POdtvv8ADY6Vg7xVLWYEHskkEQwPZiZB2I/Sr1we0nssnvE3hlMGe6QZHr+/5V062VfhfNmNMoLVvKhKqcjklQYBJDRMCvF1es1NU2oRyvg/sWxxg+8w85Y2zazpbtlpAjI3+M3Xb51HReIXXXejsikv1yWVOt2whL/s8c4xs39joNpyVDQQSAYO402PmK9orexFY3DmczEsPPp8q6VsjzdNs50aG8IMEeB/36V0ZIrnPAXcZatYjDWyb9l8pWR3lYCYJIBAMegLVp0tkYtxnwzNqapWJShyjBwzlTGMJYWsMxXKSrZ48xbQASNYl2idtoslqK0+7/PP+jkKJtdkRWLu4fg1xksK97FlAM93u2rYMHQLBaYGk9PeGoqu7UzvWHwer4V4JGT687fUreOu3sTcV72ILYhgGtIQYWYZFUju22IggAR7uYgzEI1pbvg+ppprpi8Q9VbN/R7d0v8ASJDmHlprlgcUwYLpeBuYi0JLI8ntXTqVzZiV6bjT3Skk+lnyWt0zoulDyf07ERypwXFY1XtYdFFlyO0ulQF0ZWA7SMzQVnIJ31HUSk1HdmRJvg7Tyhy3bwFjsUYsWbO7kAZmgDQdBAECTWec+p5Lox6UTlRJCgFAKAUAoBQCgFAKAUAoBQCgNP7ZXcA0Dcl39R/6is0vaZrj7KPRB6GuHcruamIxDKNYNVuTRZGMWQONZm1zGOlZ3vyalhcHnCYsspRjr0P70T7HGu5bOX8dmUWn0ZRp5jy8f98K20WZXS+Tz9RVh9S4JitBmFAcZxGAa5dvFb98uL7oQuYxDxJY3F0E/Ia7Ax47jZJtqT5f5yfaRthXCCcI46U8vHl/6v8Avjk+cvcVGF4hZ7XFubBVwxuO4QzbVkJRiYMkADea0aVy62m8mHxaEHQpqCi89sdnjlcls594/ZuYJvs9+WzL7jEEidRpGnlXqVRUpYZ5/gtcbNUoyWdn+xRkxN1CthcTiFutEa/dZmAITUz1AzbT0jWrvRrnse3bo6rE7fRxcVn44Xfy9+PLuTPKPE8TdwmMYubjo1vKW1KK0hiAOuhPlv0is98XBPD7fY8jX6Kiq5RxhdLf6pZRvcv8ZXD240clyYzEEaDWcpBBM+eleLTq3VF53yz5mOpikfOIcZAvreKm6q3g2W2MxYAEKFDRJ2jbao6duWrcs8lU7szi1vv2+DNjjXPV8gC1Yu2AfiupDH0B7o/OvUv02rm8Uyil8d/22LJeIVw9uMl+hbOVuJfacMrsQXHdfbcdSBpqCD86aecpQxLlbP4o1QkrIqS4e5kucIDOSTlXwG5/Yf7pV+R0lW5m4ljLWKGGwTW7dtbSsQ4WMzOV95tZJKj1NVycs7GK66xW+jrxxnf44IleeOIoFLpYIaYlCCYOU+6+moI26HwqHVJGR+JWxx1Jb/bbzPnONtsZgrWPKKryUbLMQGbKdekyPV60aezufU//AB3xBzxKW2SE4IHu3LLYOyzYm33bpP8ACK9mqAuZ7ogNppOu5irJS8+D6DUNVwnG6XqPjzznO38ltwGO/wCMtHBI/wBqxlxs/ZrJS0WA94+9Gkxu28AEmuRg5vPCPlfFvE42WdUY78Jd2WDlLH3jmsYgW1dQHUWwFXKd4AJGh6jx3O9StrSSlHg8zSamc5yrsxlbrHkyyVQbxQCgFAKAUAoBQCgFAKAUAoBQCgK41+pHSJxXEMt1vRT+UfpWG/aZuoWYGK9x5h7oqlzkuC5Vx7mqceXGuh61FyyWdK7GnhMeQ7Kehgj6H9aiGfMV3buYHuuNPIjcf4P18KI6b2FxzAiNwZXyPh6GuptPJxxUk0y+8Nxq3rYdfmPA9RXpQmpLKPJsrcJYZgxvF1ttkKsSPCP1NeXq/GKtNb6KUW2vLH8ltemlOPUjmXFuFMb7ZbzImJxBKq9lGQPcJgHvt6ZstU6bXU6mbjBtN74a/EfQ169QhFTqy4xSypY2XyNbmj2f4kI2Jv3rb5CpbKDmaSqjTKAI0Py+derVTKMupsw67xKm+hVVxax+e8xJwFWUdnlDBY8iQwE6ToQfqDWmLw8mHw/Ux016slws8e9ErwTBY2+wu2hZJsWzYGYkGCGIOxBIz6bbDSp9SPXev0MoSh6yUpdT2XO3v9xZPZ5y5fwhxDXgg7XJlCtJ7ueSYECcwjXx2rknkw+K6yrUSi687f0UXjHtF4z22J+z4C1dsWb72gexuue45XdXEnTWBAmq8I8jCMGBxt/EZsXdRbNyMz24yhW9wBbdwk67xrvW6quvpjtu/cfN6qyyF9ji8KPw7ryJK7irrWA1wAoXhDlRZIVs3ugTEjfxq+MIKWEYbdRdOpSnxnbhfHgn/Z0l612t24MmGZQc7nLLA6FQdxBOvXSJrw64SjbN9m2fS6By9DHPGETWJ50trcCpbLJIDOTlgTqwWJIG+sVpwbOrcp/O/FWtcTaGUDJbBzLmAEhg2XqVIDCPCqZPDPG1lsq9TleS7Z/MGDF8Sw9yw7DKHEqgIPa6Pb7MgxGXILhbX3mPiK5kzai2mypvbPbz5WP0xnPvL1yZg0fh1q3cUMrZpB2P3jEfpU6/ZR6/heYaaDXv/ckeDXcIubD4VrINs963bKyD1JA1nzqeT0LLJ2S6pvLOZHDHCYy7aAOcXDkMSWFzZjM5mhtZ3Nb6WpQwz5nXKdVylHlvHzJTla7dOKRlzPcFxhdB2CEAFmc+c6eK+dSvcejHbsZvD/S/5Clu5ZfV8Pe/idOrzj6wUAoBQCgFAKAUAoBQCgFAKAUAoCoE10kV7jj/AHnyA/z+9YtR7Zs0/smrilMAjYRP+/7tVDRqieA8a/7vFRZ0wYt5K3ZgAhbhAJMT3WgHWNj6jwqOWdZvXLqsvZpm1El2ABnpGvu/Q/owyMc53MNvEaBjpG/lU8Eiz8h8Ql7iH4+8Plvp6H8q0aeW7Rk1cPVUvI3OMYtUxaq5AVlXNJjTUb+GleRrYx/zl1+y0s/Df+i/TVOembit03grnNmJRblnsiGVcXh2Ugz/APIoOvzNV6WiqvW4qeY9t8+RclNUOU1h4Za+JXrty0UuWbb233HaMvUEAlQSDtX1GDwOruRXB+GYe5dewbLW2VA+l0upBJG7KDOnhUnBqPURjapTcO+Mlo4Xwq3YDC2D3zLEmZMQPIaVAtN6gOT2LiYZ8bbv4fEKz4rEtavpZBKJdI1RyQQZGbTTRaAqnC8Gq3cHh0xD35uXe3zW2Q5SqdkgzEkwQ50PxRtFTVk0sJmS3Q6e2XVOOX+p1bC8g4Zc2dneTI1yhR0XTf1P5UrutjHEpZfnhIzf/T6XyfzZr8WwGR1Q5mtqsW0kwsaAD5RruZ1JrnJujFQSiuEQmNRZyFcjH3fA+VdJPyLdyhj0xWFAcBmtHs3DAHUARv4qV+c1yccM5CUZoh+JcU4OL/YNatO8wzW7YyqZiGdYE+OunWKyztqi8Pk2V+Byvg7FUsfov9kHxnjV+4fsio2DsgEKigZ216sDGU6+6dT1NaEsbGaMVFYitjQ4fw1QBkEEah9VK+Yg7/MihIsnE+AG9aGLxF82ewRs9xklmtrDBtCCCvf1OpkVZXZ0GTVaRXrGcEbwD2q8FsWxbttetjcl7TFmPixSZNRlJyeWW0UQpj0wX9nR+E8UtYi2t6y2ZWAIkFTBEiVYAjTXUVEuNygFAQ/FCRdBuJcezk07MFoaTJdF1bTLGhiG8a6gecHjURXNpzdDOFS2ZzIxGqEv3lHxQRoJjoKA2WxtwEo1tQ5UskOShiMwLZAQRIMQZ+scBF8Hu3gcKMqw9hnabjEufuJdpT39dp+I6+PQb5413LLZNbhh1zfw9Qrk6d7K7Kp23npTAMz49izqlvNkcJJaBJUMxJgwoBGuskxpXAa78ayi4Cqs1trQi20g9o4QbjRgZ7p8tddO4BlfiL5uzyW84UM03SFAJOUBskljBJEaeO1cBt4DFC6mcCNSCN4Kkqwkb6g69aA2KAUAoCj4DObaZ/fyjNHjGtCbNbFcKd7u05yACNh0E+G1Zp1ylLJqrtjGJKX+VCVAW6oMa939fD5V10e8itTvuinX8LesXnsXu9BkMNmBnXbb9ZHSs9kcPDNcJRmso2LOBdswVSwgggddPPSq+hvgl1pclf4jzCtuUFthcGhziI/t3ny0qfQcUtyM/wCeDWuydVzSGDjRpHQnqpkiNtj0rvS0X9MJrbkmeXOKEXFcNGU+OvpUXlPJVjKwzp3DuLpdHeUMPMA/5rRGxS9pGSyhw9l4JD/jsM3eFm1mGoORZB6HbfzqyFNXV1KKz8DPO67pcXJ4+LIizxNFy5iAe7mBkEhiQykHciJnzre6m+Dy1qYrGfcYuCXgeIuAZAw8SP5bx/eu2RapWfP7EKZqWqeP/H9mW6sp6IoBQHwqN4oD7QELzTgy9ksgJZdQAJJjcADcxPzAqUOSq3PTlFfwHKb3jmvZrVoMGW3P3u2st8AJ1jf+mpuSjxuVRrlPd7L6lW41xPE3XbAYe39msqzL2aGHuQTma5c00MEnXxktXjX6uyc+iB9poPC9Np6lfY87Z92/7v7mvhOBqqOgt3GuAhR3Sqg5Wb3CMxGirmMAdoDGk1RHT5Tzlv8APzJvnrH1ReUo8+bxlLlbJ8vCzx+he+Xey4hg0cxnXuPpPeA97yJENp+KvVon1wWeT5bxTSf42plDtyvg/wCOCW4Py+lqGeHceXdX0Hj5n8quPPKx7TeP2lezgbj5Vb769oTKqfu7ZygxmcZj0i0QfeoDny4QYq+1omzdtOykZVDvbs24kvdZc/a3CUXc6Z/AUB3PguC7K0AR3jq3r4fIaUBv0AoDRvYe4Lhu22UhlCsjkgaEwysJynvEHQzA2igNd+FuzNdLKLpKFYBKrkzQDMFpzuCdNCIiKAzrhbjOLlzKMqsqqpJEtEsWIE7QBGknedAMWH4e6fZyCpNq12TSSJB7OWUxuOz2O87igPI4PLX5YZLikIBumfW4Z8S0N8q7kGN+EubVtWyXGW4blxWkW7hbPI2OgLAiQfdHqAPLcJuFmb7tQxsnKswvZXs8DQZpE6wNelMg2sTgD2puqttsyhWV/ImGDAHxgiNYG3XgNrA2CiBWIJkkkAKNSTAA2AmB1gazQGxQCgFAQeFsKuwk+JruDrZtF66cPiYnodK4dwUiziHx+Le6pP2e13EA2bxbzk6+kVkm+uR6NcFXDflklxRntITbA01gaE+lQllcFlajJ7nLudOI9qVPZkt+PYjyk7ikE29xZhbIqDXmBgg1d05KVZgmcDfgB8yrHvAsAT6DxqvofBa7Y85LzgecMN2aqcRZtuvVnTaNoVpnb86ejlngi7oZ5JDC8/YO3PaY5G/pt3W/9VqarkiqdsGuCSX2rcPiO1uXPSw//wCgKvWxjkk+xrt7V8Is9nh8UZ3y2UH+XrrZBQS4Rib2rT7mFv8A9+RR84nSmSWDofA+IfaMPav5SnaIGykzEjaeo8+tDjN6gFAKAUAoDm/tJwjWbi4m2B3iCf6ljQ+REaeTV5Wqr6LlNd/3X8o+p8DtjdXKib4/Z/w/sVnh9t8bdFjDkWraIBLvmZUgKYG8HLqEABPvE6VZGErPZ2Rsv1FOjWbmpTbzhLG/OX9m+OyOn8E4Th+HYdsrEg953YyXMQIA08gB+davUog2+D5fV6u3WWdUv0XkVnjXGMS57QXGtBtLdsEgx+Ix9ST5R0nyr7b3H0spdK7R7st0tEZz6Es+b7G5wbgS423ONTtlH8N2Zhcn4gGUg5PKYkVq8OsunFynx28/9DxGumuSjD2u/wCeZ94Nwrhdm/Fi8VZSJU3CUYjYZnBzEHwb9a9I8zKLwKHRQCgFAKAUAoBQCgFAKAUAoBQCgIRLi/CQakD67mgK5zvxfscKyqYe73AfCR3j9JHqRVdssIvoh1T3K1yzxbsraroBWLqwz03FSRaL+KW9bZe0KllIkASJESAeo3qSlkpcMbHCcdwhrTFLzLmBOpchT5gkx8prTGalwY51yjsz3wvlq7iZ7C0rAaZmcqpP8pkk+u1cc0tjsKZyWcE1wX2e3buftWtYco2WGTtSdu9owAGump+VcdqLY6WbWSO4nwM2MR9kUpcukiCtvKpU7MWO3prtXetdOSt0S6+gnm5DxKW+17ayYElFzTHWCYEx41H0qLHpmRmAwFy43uPlO+uv0ijuiji0kmdYw3srwsAtcdvy/Wr0YtyWwXs9wNv/AOPN/VB/SR8jQFpRAAFAAAEADYDoKA9UAoBQCgFAYMZg7d1cl1FdT8LAEfQ+tRlCMliSyTrtnXLqg2n7iM4zyxh8QqAr2bWv4Vy13HteGRl2HSNompLbgjKTk8vkrnF+HX7dofa8UmW3I7RkCod++0HKHjQ6AbwNa+f8UWqdy6YOUe2Prlef2NWnlXFesYeXeXM7y5m3ocwOlwbjIfw+Y/ztHSaSd7TsTUV2ez+H9nqW66umpei9p/Q98ycXuEdiUNm17oXbMNoLKYI/lBA8Sa+jjHbCPnZ2ZeZFds4UuwVFDSYjKDP9BVtf+utaq6Mrqlsjz79Zh9EFl/nkdJ5U4Y+Hsdm56yFmcug0n89NNaqulGUvVNOkrshD/ke7+hM1SahQCgFAKAUAoBQCgFAKAUAoBQHKsLzFhWjLfUE7CSp+jVImiVwnFwTpdU+TGPpO9cGCA53s373ZPbtm6iZswtwxE5IOWZOx2qqyLZfRNRzkhrmCdFVsjqp/ErL8oYVlcWuTWrE+D6uJaNzUcE+rJW+K8Na9diYHU/t5/tVkZYKpx6i98FwiW7cDQKoCqNAPCarzndlqs6Ekjb4Enag3XWM0GASQNAN+u1dSWTsr5pbGviOBdpjHvMIGVVU9AANp9ST86N52K4zx63cuvC+XAUliwkaTv/1V0Kdtyi3WNvCN/ActWLWyz61ZGmKKZ6mySxkmatM4oBQCgFAKAUAoBQCgPLoCCCAQdwdjQFUxXLd3DE3eHMACSzYVyRZcnUlGGtlz4jQyZBruc8gw2eLris1tVCX0/i4a8oDkaa6aMvg6yNdYO0JdS3iSiq3tMw8v4wWLhQ2jm+KYzgdPVfMaGo2auycvW48iynw3T1QzW8vzZb7GPRtvzorEzkqZI2QasKgzRqaDk0MVxm0gkuNOs6fWqZXRRdGicjXscVL6gQDtpqR4war9O2Xf48USGHxQbT4vD9RV0LFIzzrcfgbFWFYoBQCgFAKAUAoBQHO8N7MES8ri7mtiZBWHGnQjQ/QVLqO5LMvKWGHwsfU/sK5k71M2bXLuGXa2Pqf3rhzqZuJw+0AQLawRB0BkeBncUayMsqfGeQ0YlsOcp/A3u/I7j0NUSp8jRDUNe0VR+XnRm7VcrToOsDr5666VQ4tcmtWRa2JK1hRADeFRwRciS5e4KSFQSoG56R41ZXBsqsswW/A8NS3tJPienpWmMFEyym5G7UyAoBQCgFAKAUAoBQCgFAKAUAoDnnPvLxz/AGi2DM5gQSrI3VluDW2x11GhnUGKpk5QeVwzVX0WR6Zc+ZD4PmUXF7DHhjGgxKDLetHabiJtrHfSV7wzKIJqa6bFsRlCyh57fQseFuvYtqc/2iyVBGIBU/Nsvwn8QkeMVRKDjwXwtjZzySdnjotoLj6Ididj6Hauxm4nJ0qfBTOP87PiG7GyrFpJCqM227EeA6k6Cq5SlMsrqjXuz1ZvlO9cYM43bovks7f1b+m1VblredkbWGD3hnclVnuiYkfi9P8ANcOcEsMeqBQAwI+KDU1LBFxyXC3eBVW8QD9RXoLdHmNYZkVwaHD1QCgFAKAUAoBQCgFAKAUAoDzcthhDAEeBE0GTXXhtkHMLSA+OUVHoj5EuuXGTaqREUAoBQCgFAKAUAoBQCgFAKAUAoBQHxlBEHUUByTmXC22vxquS44BAhlHeUQem/wC9YW8S2PSrliO+5FcPx2JwbM1hlZM3fTXsXO5JUfwnM/xE0k94ECtELs7S+ZVbp0/Wr+X8EpfTD8SUiy72r6rm+yuwCsPG22oKGR3k02kLXZ090V1alx2lwUm5j8bhme1bw92yfdcC0xLeTOAc4101I103qpQaNyurfZMl+XbtzKXxSXEYGLYuIyKYElxmAzEaeQ38IhODRFTi+CwriHds7kqu4Q+8x118k2InvHXpBNOOx1bIz2+Zwn3ZUkHrpH08KllnHFHQMBila1bI2KKR81FejH2UeZP2mbQqRELfrgMD4piWVNI2aJA2kR1qSiDGmOuW47WGU7Og0HqKdPkCTRwRIMg9agD1QCgFAKAUAoBQCgFAKAUAoBQCgFAKAUAoBQCgFAKAUAoBQCgFAVvmjgBu/eWVXPBzDbNtB8J/eqLa294miq1LaRzbiPD3VWQBg7SDMgzrJis62e5qW5ScBgrtoAAHKplRJUoZ962w71tvNfmDWlXYKZURZ0Tl7np0hcYDdtqdLwH3tuOt22vvCfjTykTVqcZ8cmecJQ+BfsS1rF2N0u23GZLgCuFPwuOkg6yPyrskpLDIxk4vKKJxDB4lbgtDDu9xj7w/hR+I3DpHrr030rH6GWcYN6ui1nJB3cG9zS0GZixDAwMpBgg+AHiaejecHZWLGS2cd4zfwHDrN23aF1reS05M5EhSA7RrlkKOnvCYratlg8+W7LFhuZbf2G3jcVGHDIrOCT3STAjrqYjyIoRNzhHFLOJtres3M1ttmgwYMH0IOkGugq91M95rhxFy4hacqXWVUk7DsyIjx3qR0krWNfD3CGJey+oncTv5SD08xtUsZOFgwLIRnssMp3X4fp8JqDQJFLgPkfCoYB7oBQCgFAKAUAoBQCgFAKAUAoBQCgFAKAUAoBQCgFAKAUAoBQCgMOIwqPo6Kw/mAP8AmuNJ8nU2uDRucvYVt7Fv/wAaj0R8iXpJeZWOdOULS4c3cJbCXbZnQ7iQD7x6b/lXHBcosrsbeJEDh+DYnDMb2DdUJMtaP8G5r+Ee4/8AMvlOgq7OeSlryMNz2klL7W8VhuyUASVfOVMak5RBX01HgZ0lFJ7EctHvF882HYCzlJBIYEOJ+eXfzqOCWSa4FzDbc5QpVm0ytqp9CP1ArnAN3jvD7OMtPh70w8baEEEFSD4ggb0AwHDreAwRs2S2S2rGTqxZjqxiBMnYQK6jhp8Esl1zljl+BdNANAYiJ6/Opg3G6pow6gj/AB4HzmgPWFUIZRntt8mB8iOvzoCwYTF5oDaN5bH08K4DeW5UXEGUVEH/2Q=="/>
          <p:cNvSpPr>
            <a:spLocks noChangeAspect="1" noChangeArrowheads="1"/>
          </p:cNvSpPr>
          <p:nvPr/>
        </p:nvSpPr>
        <p:spPr bwMode="auto">
          <a:xfrm>
            <a:off x="307975" y="79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pic>
        <p:nvPicPr>
          <p:cNvPr id="1034" name="Picture 10" descr="http://www.ecommercetimes.com/article_images/story_graphics_xlarge/xl-2016-software-development-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4281054"/>
            <a:ext cx="8229600" cy="2111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6858000" y="6392532"/>
            <a:ext cx="2133600" cy="365125"/>
          </a:xfrm>
        </p:spPr>
        <p:txBody>
          <a:bodyPr/>
          <a:lstStyle/>
          <a:p>
            <a:fld id="{4B9A7932-7D00-4812-AC9E-4BA57C2528B4}" type="slidenum">
              <a:rPr lang="en-US" sz="2000" b="1" smtClean="0">
                <a:solidFill>
                  <a:srgbClr val="FF0000"/>
                </a:solidFill>
              </a:rPr>
              <a:t>1</a:t>
            </a:fld>
            <a:endParaRPr lang="en-US" sz="20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/>
              <a:t>Content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de-DE" dirty="0"/>
              <a:t>Introduction</a:t>
            </a:r>
          </a:p>
          <a:p>
            <a:r>
              <a:rPr lang="en-US" altLang="de-DE" dirty="0"/>
              <a:t>States</a:t>
            </a:r>
          </a:p>
          <a:p>
            <a:r>
              <a:rPr lang="en-US" altLang="de-DE" dirty="0"/>
              <a:t>Transitions</a:t>
            </a:r>
          </a:p>
          <a:p>
            <a:r>
              <a:rPr lang="en-US" altLang="de-DE" dirty="0"/>
              <a:t>Types of events</a:t>
            </a:r>
          </a:p>
          <a:p>
            <a:r>
              <a:rPr lang="en-US" altLang="de-DE" dirty="0"/>
              <a:t>Types of states</a:t>
            </a:r>
          </a:p>
          <a:p>
            <a:r>
              <a:rPr lang="en-US" altLang="de-DE" dirty="0"/>
              <a:t>Entry and exit points</a:t>
            </a: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FE6D2D-A912-482E-86DF-3EC6C1F121A1}" type="slidenum">
              <a:rPr kumimoji="0" lang="de-DE" alt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de-DE" alt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2482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/>
              <a:t>Introduction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de-DE" dirty="0" err="1"/>
              <a:t>Mỗi</a:t>
            </a:r>
            <a:r>
              <a:rPr lang="en-US" altLang="de-DE" dirty="0"/>
              <a:t> object </a:t>
            </a:r>
            <a:r>
              <a:rPr lang="en-US" altLang="de-DE" dirty="0" err="1"/>
              <a:t>có</a:t>
            </a:r>
            <a:r>
              <a:rPr lang="en-US" altLang="de-DE" dirty="0"/>
              <a:t> </a:t>
            </a:r>
            <a:r>
              <a:rPr lang="en-US" altLang="de-DE" dirty="0" err="1"/>
              <a:t>một</a:t>
            </a:r>
            <a:r>
              <a:rPr lang="en-US" altLang="de-DE" dirty="0"/>
              <a:t> </a:t>
            </a:r>
            <a:r>
              <a:rPr lang="en-US" altLang="de-DE" dirty="0" err="1"/>
              <a:t>số</a:t>
            </a:r>
            <a:r>
              <a:rPr lang="en-US" altLang="de-DE" dirty="0"/>
              <a:t> </a:t>
            </a:r>
            <a:r>
              <a:rPr lang="en-US" altLang="de-DE" dirty="0" err="1"/>
              <a:t>hữu</a:t>
            </a:r>
            <a:r>
              <a:rPr lang="en-US" altLang="de-DE" dirty="0"/>
              <a:t> </a:t>
            </a:r>
            <a:r>
              <a:rPr lang="en-US" altLang="de-DE" dirty="0" err="1"/>
              <a:t>hạn</a:t>
            </a:r>
            <a:r>
              <a:rPr lang="en-US" altLang="de-DE" dirty="0"/>
              <a:t> </a:t>
            </a:r>
            <a:r>
              <a:rPr lang="en-US" altLang="de-DE" dirty="0" err="1"/>
              <a:t>trạng</a:t>
            </a:r>
            <a:r>
              <a:rPr lang="en-US" altLang="de-DE" dirty="0"/>
              <a:t> </a:t>
            </a:r>
            <a:r>
              <a:rPr lang="en-US" altLang="de-DE" dirty="0" err="1"/>
              <a:t>thái</a:t>
            </a:r>
            <a:r>
              <a:rPr lang="en-US" altLang="de-DE" dirty="0"/>
              <a:t> </a:t>
            </a:r>
            <a:r>
              <a:rPr lang="en-US" altLang="de-DE" dirty="0" err="1"/>
              <a:t>trong</a:t>
            </a:r>
            <a:r>
              <a:rPr lang="en-US" altLang="de-DE" dirty="0"/>
              <a:t> chu </a:t>
            </a:r>
            <a:r>
              <a:rPr lang="en-US" altLang="de-DE" dirty="0" err="1"/>
              <a:t>trình</a:t>
            </a:r>
            <a:r>
              <a:rPr lang="en-US" altLang="de-DE" dirty="0"/>
              <a:t> </a:t>
            </a:r>
            <a:r>
              <a:rPr lang="en-US" altLang="de-DE" dirty="0" err="1"/>
              <a:t>sống</a:t>
            </a:r>
            <a:endParaRPr lang="en-US" altLang="de-DE" dirty="0"/>
          </a:p>
          <a:p>
            <a:r>
              <a:rPr lang="en-US" altLang="de-DE" dirty="0"/>
              <a:t>State machine diagram </a:t>
            </a:r>
            <a:r>
              <a:rPr lang="en-US" altLang="de-DE" dirty="0" err="1"/>
              <a:t>được</a:t>
            </a:r>
            <a:r>
              <a:rPr lang="en-US" altLang="de-DE" dirty="0"/>
              <a:t> </a:t>
            </a:r>
            <a:r>
              <a:rPr lang="en-US" altLang="de-DE" dirty="0" err="1"/>
              <a:t>sử</a:t>
            </a:r>
            <a:r>
              <a:rPr lang="en-US" altLang="de-DE" dirty="0"/>
              <a:t> </a:t>
            </a:r>
            <a:r>
              <a:rPr lang="en-US" altLang="de-DE" dirty="0" err="1"/>
              <a:t>dụng</a:t>
            </a:r>
            <a:r>
              <a:rPr lang="en-US" altLang="de-DE" dirty="0"/>
              <a:t> </a:t>
            </a:r>
            <a:r>
              <a:rPr lang="en-US" altLang="de-DE" dirty="0" err="1"/>
              <a:t>khi</a:t>
            </a:r>
            <a:r>
              <a:rPr lang="en-US" altLang="de-DE" dirty="0"/>
              <a:t>:</a:t>
            </a:r>
          </a:p>
          <a:p>
            <a:pPr lvl="1"/>
            <a:r>
              <a:rPr lang="en-US" altLang="de-DE" dirty="0" err="1"/>
              <a:t>Mô</a:t>
            </a:r>
            <a:r>
              <a:rPr lang="en-US" altLang="de-DE" dirty="0"/>
              <a:t> </a:t>
            </a:r>
            <a:r>
              <a:rPr lang="en-US" altLang="de-DE" dirty="0" err="1"/>
              <a:t>hình</a:t>
            </a:r>
            <a:r>
              <a:rPr lang="en-US" altLang="de-DE" dirty="0"/>
              <a:t> </a:t>
            </a:r>
            <a:r>
              <a:rPr lang="en-US" altLang="de-DE" dirty="0" err="1"/>
              <a:t>hóa</a:t>
            </a:r>
            <a:r>
              <a:rPr lang="en-US" altLang="de-DE" dirty="0"/>
              <a:t> </a:t>
            </a:r>
            <a:r>
              <a:rPr lang="en-US" altLang="de-DE" dirty="0" err="1"/>
              <a:t>các</a:t>
            </a:r>
            <a:r>
              <a:rPr lang="en-US" altLang="de-DE" dirty="0"/>
              <a:t> </a:t>
            </a:r>
            <a:r>
              <a:rPr lang="en-US" altLang="de-DE" dirty="0" err="1"/>
              <a:t>trạng</a:t>
            </a:r>
            <a:r>
              <a:rPr lang="en-US" altLang="de-DE" dirty="0"/>
              <a:t> </a:t>
            </a:r>
            <a:r>
              <a:rPr lang="en-US" altLang="de-DE" dirty="0" err="1"/>
              <a:t>thái</a:t>
            </a:r>
            <a:r>
              <a:rPr lang="en-US" altLang="de-DE" dirty="0"/>
              <a:t> </a:t>
            </a:r>
            <a:r>
              <a:rPr lang="en-US" altLang="de-DE" dirty="0" err="1"/>
              <a:t>có</a:t>
            </a:r>
            <a:r>
              <a:rPr lang="en-US" altLang="de-DE" dirty="0"/>
              <a:t> </a:t>
            </a:r>
            <a:r>
              <a:rPr lang="en-US" altLang="de-DE" dirty="0" err="1"/>
              <a:t>thể</a:t>
            </a:r>
            <a:r>
              <a:rPr lang="en-US" altLang="de-DE" dirty="0"/>
              <a:t> </a:t>
            </a:r>
            <a:r>
              <a:rPr lang="en-US" altLang="de-DE" dirty="0" err="1"/>
              <a:t>của</a:t>
            </a:r>
            <a:r>
              <a:rPr lang="en-US" altLang="de-DE" dirty="0"/>
              <a:t> 1 </a:t>
            </a:r>
            <a:r>
              <a:rPr lang="en-US" altLang="de-DE" dirty="0" err="1"/>
              <a:t>hệ</a:t>
            </a:r>
            <a:r>
              <a:rPr lang="en-US" altLang="de-DE" dirty="0"/>
              <a:t> </a:t>
            </a:r>
            <a:r>
              <a:rPr lang="en-US" altLang="de-DE" dirty="0" err="1"/>
              <a:t>thống</a:t>
            </a:r>
            <a:r>
              <a:rPr lang="en-US" altLang="de-DE" dirty="0"/>
              <a:t> hay 1 </a:t>
            </a:r>
            <a:r>
              <a:rPr lang="en-US" altLang="de-DE" dirty="0" err="1"/>
              <a:t>đối</a:t>
            </a:r>
            <a:r>
              <a:rPr lang="en-US" altLang="de-DE" dirty="0"/>
              <a:t> t</a:t>
            </a:r>
            <a:r>
              <a:rPr lang="vi-VN" altLang="de-DE" dirty="0"/>
              <a:t>ư</a:t>
            </a:r>
            <a:r>
              <a:rPr lang="en-US" altLang="de-DE" dirty="0" err="1"/>
              <a:t>ợng</a:t>
            </a:r>
            <a:endParaRPr lang="en-US" altLang="de-DE" dirty="0"/>
          </a:p>
          <a:p>
            <a:pPr lvl="1"/>
            <a:r>
              <a:rPr lang="en-US" altLang="de-DE" dirty="0" err="1"/>
              <a:t>Mô</a:t>
            </a:r>
            <a:r>
              <a:rPr lang="en-US" altLang="de-DE" dirty="0"/>
              <a:t> </a:t>
            </a:r>
            <a:r>
              <a:rPr lang="en-US" altLang="de-DE" dirty="0" err="1"/>
              <a:t>hình</a:t>
            </a:r>
            <a:r>
              <a:rPr lang="en-US" altLang="de-DE" dirty="0"/>
              <a:t> </a:t>
            </a:r>
            <a:r>
              <a:rPr lang="en-US" altLang="de-DE" dirty="0" err="1"/>
              <a:t>hóa</a:t>
            </a:r>
            <a:r>
              <a:rPr lang="en-US" altLang="de-DE" dirty="0"/>
              <a:t> </a:t>
            </a:r>
            <a:r>
              <a:rPr lang="en-US" altLang="de-DE" dirty="0" err="1"/>
              <a:t>các</a:t>
            </a:r>
            <a:r>
              <a:rPr lang="en-US" altLang="de-DE" dirty="0"/>
              <a:t> </a:t>
            </a:r>
            <a:r>
              <a:rPr lang="en-US" altLang="de-DE" dirty="0" err="1"/>
              <a:t>chuyển</a:t>
            </a:r>
            <a:r>
              <a:rPr lang="en-US" altLang="de-DE" dirty="0"/>
              <a:t> </a:t>
            </a:r>
            <a:r>
              <a:rPr lang="en-US" altLang="de-DE" dirty="0" err="1"/>
              <a:t>trạng</a:t>
            </a:r>
            <a:r>
              <a:rPr lang="en-US" altLang="de-DE" dirty="0"/>
              <a:t> </a:t>
            </a:r>
            <a:r>
              <a:rPr lang="en-US" altLang="de-DE" dirty="0" err="1"/>
              <a:t>xảy</a:t>
            </a:r>
            <a:r>
              <a:rPr lang="en-US" altLang="de-DE" dirty="0"/>
              <a:t> ra </a:t>
            </a:r>
            <a:r>
              <a:rPr lang="en-US" altLang="de-DE" dirty="0" err="1"/>
              <a:t>nh</a:t>
            </a:r>
            <a:r>
              <a:rPr lang="vi-VN" altLang="de-DE" dirty="0"/>
              <a:t>ư</a:t>
            </a:r>
            <a:r>
              <a:rPr lang="en-US" altLang="de-DE" dirty="0"/>
              <a:t> </a:t>
            </a:r>
            <a:r>
              <a:rPr lang="en-US" altLang="de-DE" dirty="0" err="1"/>
              <a:t>là</a:t>
            </a:r>
            <a:r>
              <a:rPr lang="en-US" altLang="de-DE" dirty="0"/>
              <a:t> 1 </a:t>
            </a:r>
            <a:r>
              <a:rPr lang="en-US" altLang="de-DE" dirty="0" err="1"/>
              <a:t>chuỗi</a:t>
            </a:r>
            <a:r>
              <a:rPr lang="en-US" altLang="de-DE" dirty="0"/>
              <a:t> </a:t>
            </a:r>
            <a:r>
              <a:rPr lang="en-US" altLang="de-DE" dirty="0" err="1"/>
              <a:t>sự</a:t>
            </a:r>
            <a:r>
              <a:rPr lang="en-US" altLang="de-DE" dirty="0"/>
              <a:t> </a:t>
            </a:r>
            <a:r>
              <a:rPr lang="en-US" altLang="de-DE" dirty="0" err="1"/>
              <a:t>kiện</a:t>
            </a:r>
            <a:endParaRPr lang="en-US" altLang="de-DE" dirty="0"/>
          </a:p>
          <a:p>
            <a:pPr lvl="1"/>
            <a:r>
              <a:rPr lang="en-US" altLang="de-DE" dirty="0" err="1"/>
              <a:t>Mô</a:t>
            </a:r>
            <a:r>
              <a:rPr lang="en-US" altLang="de-DE" dirty="0"/>
              <a:t> </a:t>
            </a:r>
            <a:r>
              <a:rPr lang="en-US" altLang="de-DE" dirty="0" err="1"/>
              <a:t>hình</a:t>
            </a:r>
            <a:r>
              <a:rPr lang="en-US" altLang="de-DE" dirty="0"/>
              <a:t> </a:t>
            </a:r>
            <a:r>
              <a:rPr lang="en-US" altLang="de-DE" dirty="0" err="1"/>
              <a:t>hóa</a:t>
            </a:r>
            <a:r>
              <a:rPr lang="en-US" altLang="de-DE" dirty="0"/>
              <a:t> </a:t>
            </a:r>
            <a:r>
              <a:rPr lang="en-US" altLang="de-DE" dirty="0" err="1"/>
              <a:t>hành</a:t>
            </a:r>
            <a:r>
              <a:rPr lang="en-US" altLang="de-DE" dirty="0"/>
              <a:t> vi </a:t>
            </a:r>
            <a:r>
              <a:rPr lang="en-US" altLang="de-DE" dirty="0" err="1"/>
              <a:t>của</a:t>
            </a:r>
            <a:r>
              <a:rPr lang="en-US" altLang="de-DE" dirty="0"/>
              <a:t> 1 </a:t>
            </a:r>
            <a:r>
              <a:rPr lang="en-US" altLang="de-DE" dirty="0" err="1"/>
              <a:t>hệ</a:t>
            </a:r>
            <a:r>
              <a:rPr lang="en-US" altLang="de-DE" dirty="0"/>
              <a:t> </a:t>
            </a:r>
            <a:r>
              <a:rPr lang="en-US" altLang="de-DE" dirty="0" err="1"/>
              <a:t>thống</a:t>
            </a:r>
            <a:r>
              <a:rPr lang="en-US" altLang="de-DE" dirty="0"/>
              <a:t> hay </a:t>
            </a:r>
            <a:r>
              <a:rPr lang="en-US" altLang="de-DE" dirty="0" err="1"/>
              <a:t>đối</a:t>
            </a:r>
            <a:r>
              <a:rPr lang="en-US" altLang="de-DE" dirty="0"/>
              <a:t> t</a:t>
            </a:r>
            <a:r>
              <a:rPr lang="vi-VN" altLang="de-DE" dirty="0"/>
              <a:t>ư</a:t>
            </a:r>
            <a:r>
              <a:rPr lang="en-US" altLang="de-DE" dirty="0" err="1"/>
              <a:t>ợng</a:t>
            </a:r>
            <a:r>
              <a:rPr lang="en-US" altLang="de-DE" dirty="0"/>
              <a:t> ở 1 </a:t>
            </a:r>
            <a:r>
              <a:rPr lang="en-US" altLang="de-DE" dirty="0" err="1"/>
              <a:t>trạng</a:t>
            </a:r>
            <a:r>
              <a:rPr lang="en-US" altLang="de-DE" dirty="0"/>
              <a:t> </a:t>
            </a:r>
            <a:r>
              <a:rPr lang="en-US" altLang="de-DE" dirty="0" err="1"/>
              <a:t>thái</a:t>
            </a:r>
            <a:endParaRPr lang="en-US" altLang="de-DE" sz="1800" dirty="0"/>
          </a:p>
          <a:p>
            <a:pPr lvl="1"/>
            <a:endParaRPr lang="en-US" altLang="de-DE" sz="1800" dirty="0"/>
          </a:p>
          <a:p>
            <a:r>
              <a:rPr lang="en-US" altLang="de-DE" sz="2000" dirty="0"/>
              <a:t>Example: </a:t>
            </a:r>
            <a:r>
              <a:rPr lang="en-US" altLang="de-DE" sz="2000" dirty="0">
                <a:solidFill>
                  <a:schemeClr val="tx1"/>
                </a:solidFill>
              </a:rPr>
              <a:t>high-level description of the behavior of a lecture hall  </a:t>
            </a:r>
          </a:p>
        </p:txBody>
      </p:sp>
      <p:sp>
        <p:nvSpPr>
          <p:cNvPr id="12" name="Textfeld 46"/>
          <p:cNvSpPr txBox="1">
            <a:spLocks noChangeArrowheads="1"/>
          </p:cNvSpPr>
          <p:nvPr/>
        </p:nvSpPr>
        <p:spPr bwMode="auto">
          <a:xfrm>
            <a:off x="4397581" y="3616721"/>
            <a:ext cx="1076325" cy="33813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15000"/>
              </a:spcBef>
              <a:buClr>
                <a:srgbClr val="FE8400"/>
              </a:buClr>
              <a:buFont typeface="Times" panose="02020603050405020304" pitchFamily="18" charset="0"/>
              <a:buAutoNum type="arabicPeriod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 defTabSz="714375">
              <a:spcBef>
                <a:spcPct val="15000"/>
              </a:spcBef>
              <a:buClr>
                <a:schemeClr val="tx2"/>
              </a:buClr>
              <a:buSzPct val="125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5000"/>
              </a:spcBef>
              <a:buClr>
                <a:schemeClr val="bg2"/>
              </a:buClr>
              <a:buSzPct val="145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15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15000"/>
              </a:spcBef>
              <a:buClr>
                <a:schemeClr val="folHlink"/>
              </a:buClr>
              <a:buFont typeface="Times" panose="02020603050405020304" pitchFamily="18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folHlink"/>
              </a:buClr>
              <a:buFont typeface="Times" panose="02020603050405020304" pitchFamily="18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folHlink"/>
              </a:buClr>
              <a:buFont typeface="Times" panose="02020603050405020304" pitchFamily="18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folHlink"/>
              </a:buClr>
              <a:buFont typeface="Times" panose="02020603050405020304" pitchFamily="18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folHlink"/>
              </a:buClr>
              <a:buFont typeface="Times" panose="02020603050405020304" pitchFamily="18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AT" altLang="de-DE" sz="1600" b="0" i="1" u="none" strike="noStrike" kern="1200" cap="none" spc="0" normalizeH="0" baseline="0" noProof="0" dirty="0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Transition</a:t>
            </a:r>
          </a:p>
        </p:txBody>
      </p:sp>
      <p:sp>
        <p:nvSpPr>
          <p:cNvPr id="17415" name="Line 28"/>
          <p:cNvSpPr>
            <a:spLocks noChangeShapeType="1"/>
          </p:cNvSpPr>
          <p:nvPr/>
        </p:nvSpPr>
        <p:spPr bwMode="auto">
          <a:xfrm flipH="1">
            <a:off x="4922250" y="3971715"/>
            <a:ext cx="0" cy="349336"/>
          </a:xfrm>
          <a:prstGeom prst="line">
            <a:avLst/>
          </a:prstGeom>
          <a:noFill/>
          <a:ln w="12700">
            <a:solidFill>
              <a:srgbClr val="FE8400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1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11" name="Textfeld 46"/>
          <p:cNvSpPr txBox="1">
            <a:spLocks noChangeArrowheads="1"/>
          </p:cNvSpPr>
          <p:nvPr/>
        </p:nvSpPr>
        <p:spPr bwMode="auto">
          <a:xfrm>
            <a:off x="6227614" y="3616722"/>
            <a:ext cx="660883" cy="33813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15000"/>
              </a:spcBef>
              <a:buClr>
                <a:srgbClr val="FE8400"/>
              </a:buClr>
              <a:buFont typeface="Times" panose="02020603050405020304" pitchFamily="18" charset="0"/>
              <a:buAutoNum type="arabicPeriod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 defTabSz="714375">
              <a:spcBef>
                <a:spcPct val="15000"/>
              </a:spcBef>
              <a:buClr>
                <a:schemeClr val="tx2"/>
              </a:buClr>
              <a:buSzPct val="125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5000"/>
              </a:spcBef>
              <a:buClr>
                <a:schemeClr val="bg2"/>
              </a:buClr>
              <a:buSzPct val="145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15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15000"/>
              </a:spcBef>
              <a:buClr>
                <a:schemeClr val="folHlink"/>
              </a:buClr>
              <a:buFont typeface="Times" panose="02020603050405020304" pitchFamily="18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folHlink"/>
              </a:buClr>
              <a:buFont typeface="Times" panose="02020603050405020304" pitchFamily="18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folHlink"/>
              </a:buClr>
              <a:buFont typeface="Times" panose="02020603050405020304" pitchFamily="18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folHlink"/>
              </a:buClr>
              <a:buFont typeface="Times" panose="02020603050405020304" pitchFamily="18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folHlink"/>
              </a:buClr>
              <a:buFont typeface="Times" panose="02020603050405020304" pitchFamily="18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AT" altLang="de-DE" sz="1600" b="0" i="1" u="none" strike="noStrike" kern="1200" cap="none" spc="0" normalizeH="0" baseline="0" noProof="0" dirty="0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State</a:t>
            </a:r>
          </a:p>
        </p:txBody>
      </p:sp>
      <p:sp>
        <p:nvSpPr>
          <p:cNvPr id="13" name="Line 28"/>
          <p:cNvSpPr>
            <a:spLocks noChangeShapeType="1"/>
          </p:cNvSpPr>
          <p:nvPr/>
        </p:nvSpPr>
        <p:spPr bwMode="auto">
          <a:xfrm flipH="1">
            <a:off x="6558055" y="3971715"/>
            <a:ext cx="0" cy="349336"/>
          </a:xfrm>
          <a:prstGeom prst="line">
            <a:avLst/>
          </a:prstGeom>
          <a:noFill/>
          <a:ln w="12700">
            <a:solidFill>
              <a:srgbClr val="FE8400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1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FE6D2D-A912-482E-86DF-3EC6C1F121A1}" type="slidenum">
              <a:rPr kumimoji="0" lang="de-DE" alt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de-DE" alt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9638" y="4450665"/>
            <a:ext cx="3485229" cy="96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91234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de-DE" dirty="0"/>
              <a:t>Example: Lecture Hall with Details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4036061" y="2139157"/>
            <a:ext cx="4505325" cy="2825728"/>
          </a:xfrm>
          <a:prstGeom prst="rect">
            <a:avLst/>
          </a:prstGeom>
          <a:ln cap="rnd">
            <a:round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80000" tIns="180000" rIns="180000" bIns="180000">
            <a:spAutoFit/>
          </a:bodyPr>
          <a:lstStyle/>
          <a:p>
            <a:pPr marL="0" marR="0" lvl="0" indent="0" algn="l" defTabSz="3600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Courier" pitchFamily="49" charset="0"/>
                <a:ea typeface="+mn-ea"/>
                <a:cs typeface="+mn-cs"/>
              </a:rPr>
              <a:t>class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Courier" pitchFamily="49" charset="0"/>
                <a:ea typeface="+mn-ea"/>
                <a:cs typeface="+mn-cs"/>
              </a:rPr>
              <a:t>LectureHall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Courier" pitchFamily="49" charset="0"/>
                <a:ea typeface="+mn-ea"/>
                <a:cs typeface="+mn-cs"/>
              </a:rPr>
              <a:t> {</a:t>
            </a:r>
          </a:p>
          <a:p>
            <a:pPr marL="0" marR="0" lvl="0" indent="0" algn="l" defTabSz="3600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Courier" pitchFamily="49" charset="0"/>
                <a:ea typeface="+mn-ea"/>
                <a:cs typeface="+mn-cs"/>
              </a:rPr>
              <a:t>	private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Courier" pitchFamily="49" charset="0"/>
                <a:ea typeface="+mn-ea"/>
                <a:cs typeface="+mn-cs"/>
              </a:rPr>
              <a:t>boolean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Courier" pitchFamily="49" charset="0"/>
                <a:ea typeface="+mn-ea"/>
                <a:cs typeface="+mn-cs"/>
              </a:rPr>
              <a:t> free;</a:t>
            </a:r>
          </a:p>
          <a:p>
            <a:pPr marL="0" marR="0" lvl="0" indent="0" algn="l" defTabSz="3600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Courier" pitchFamily="49" charset="0"/>
              <a:ea typeface="+mn-ea"/>
              <a:cs typeface="+mn-cs"/>
            </a:endParaRPr>
          </a:p>
          <a:p>
            <a:pPr marL="0" marR="0" lvl="0" indent="0" algn="l" defTabSz="3600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Courier" pitchFamily="49" charset="0"/>
                <a:ea typeface="+mn-ea"/>
                <a:cs typeface="+mn-cs"/>
              </a:rPr>
              <a:t>	public void occupy() {</a:t>
            </a:r>
          </a:p>
          <a:p>
            <a:pPr marL="0" marR="0" lvl="0" indent="0" algn="l" defTabSz="3600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Courier" pitchFamily="49" charset="0"/>
                <a:ea typeface="+mn-ea"/>
                <a:cs typeface="+mn-cs"/>
              </a:rPr>
              <a:t>		free=false;</a:t>
            </a:r>
          </a:p>
          <a:p>
            <a:pPr marL="0" marR="0" lvl="0" indent="0" algn="l" defTabSz="3600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Courier" pitchFamily="49" charset="0"/>
                <a:ea typeface="+mn-ea"/>
                <a:cs typeface="+mn-cs"/>
              </a:rPr>
              <a:t>	}</a:t>
            </a:r>
          </a:p>
          <a:p>
            <a:pPr marL="0" marR="0" lvl="0" indent="0" algn="l" defTabSz="3600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Courier" pitchFamily="49" charset="0"/>
                <a:ea typeface="+mn-ea"/>
                <a:cs typeface="+mn-cs"/>
              </a:rPr>
              <a:t>	public void release() {</a:t>
            </a:r>
          </a:p>
          <a:p>
            <a:pPr marL="0" marR="0" lvl="0" indent="0" algn="l" defTabSz="3600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Courier" pitchFamily="49" charset="0"/>
                <a:ea typeface="+mn-ea"/>
                <a:cs typeface="+mn-cs"/>
              </a:rPr>
              <a:t>		free=true;</a:t>
            </a:r>
          </a:p>
          <a:p>
            <a:pPr marL="0" marR="0" lvl="0" indent="0" algn="l" defTabSz="3600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Courier" pitchFamily="49" charset="0"/>
                <a:ea typeface="+mn-ea"/>
                <a:cs typeface="+mn-cs"/>
              </a:rPr>
              <a:t>	}</a:t>
            </a:r>
          </a:p>
          <a:p>
            <a:pPr marL="0" marR="0" lvl="0" indent="0" algn="l" defTabSz="3600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Courier" pitchFamily="49" charset="0"/>
                <a:ea typeface="+mn-ea"/>
                <a:cs typeface="+mn-cs"/>
              </a:rPr>
              <a:t>}</a:t>
            </a:r>
            <a:endParaRPr kumimoji="0" lang="de-AT" sz="1600" b="0" i="0" u="none" strike="noStrike" kern="1200" cap="none" spc="0" normalizeH="0" baseline="0" noProof="0" dirty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Courier" pitchFamily="49" charset="0"/>
              <a:ea typeface="+mn-ea"/>
              <a:cs typeface="+mn-cs"/>
            </a:endParaRPr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15" y="1654367"/>
            <a:ext cx="3139524" cy="867501"/>
          </a:xfrm>
          <a:prstGeom prst="rect">
            <a:avLst/>
          </a:prstGeom>
        </p:spPr>
      </p:pic>
      <p:pic>
        <p:nvPicPr>
          <p:cNvPr id="3" name="Grafik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7699" y="3113370"/>
            <a:ext cx="1809357" cy="2090264"/>
          </a:xfrm>
          <a:prstGeom prst="rect">
            <a:avLst/>
          </a:prstGeom>
        </p:spPr>
      </p:pic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FE6D2D-A912-482E-86DF-3EC6C1F121A1}" type="slidenum">
              <a:rPr kumimoji="0" lang="de-DE" alt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de-DE" alt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768041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de-DE" dirty="0"/>
              <a:t>Example: Digital Clock</a:t>
            </a:r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80" y="2600540"/>
            <a:ext cx="1407802" cy="1656919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9710" y="294314"/>
            <a:ext cx="1529465" cy="492442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487" y="1356104"/>
            <a:ext cx="6425293" cy="4145790"/>
          </a:xfrm>
          <a:prstGeom prst="rect">
            <a:avLst/>
          </a:prstGeom>
        </p:spPr>
      </p:pic>
      <p:sp>
        <p:nvSpPr>
          <p:cNvPr id="3" name="Foliennummernplatzhalt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FE6D2D-A912-482E-86DF-3EC6C1F121A1}" type="slidenum">
              <a:rPr kumimoji="0" lang="de-DE" alt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de-DE" alt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026" name="Picture 2" descr="Amazon.com: [Updated Version] Plumeet LED Alarm Clock - Digital Clocks with  Adjustable Brightness Dimmer and Alarm Volume - Blue Digit Display 12-24  Hrs - Kids Clocks with Snooze USB Port Phone Charger (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352784"/>
            <a:ext cx="3624383" cy="2298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3614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/>
              <a:t>State</a:t>
            </a: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de-DE" dirty="0"/>
              <a:t>States = nodes of the state machine </a:t>
            </a:r>
            <a:br>
              <a:rPr lang="en-US" altLang="de-DE" dirty="0"/>
            </a:br>
            <a:r>
              <a:rPr lang="en-US" altLang="de-DE" dirty="0"/>
              <a:t>	(</a:t>
            </a:r>
            <a:r>
              <a:rPr lang="en-US" altLang="de-DE" dirty="0" err="1"/>
              <a:t>nút</a:t>
            </a:r>
            <a:r>
              <a:rPr lang="en-US" altLang="de-DE" dirty="0"/>
              <a:t> </a:t>
            </a:r>
            <a:r>
              <a:rPr lang="en-US" altLang="de-DE" dirty="0" err="1"/>
              <a:t>của</a:t>
            </a:r>
            <a:r>
              <a:rPr lang="en-US" altLang="de-DE" dirty="0"/>
              <a:t> </a:t>
            </a:r>
            <a:r>
              <a:rPr lang="en-US" altLang="de-DE" dirty="0" err="1"/>
              <a:t>máy</a:t>
            </a:r>
            <a:r>
              <a:rPr lang="en-US" altLang="de-DE" dirty="0"/>
              <a:t> </a:t>
            </a:r>
            <a:r>
              <a:rPr lang="en-US" altLang="de-DE" dirty="0" err="1"/>
              <a:t>trạng</a:t>
            </a:r>
            <a:r>
              <a:rPr lang="en-US" altLang="de-DE" dirty="0"/>
              <a:t> </a:t>
            </a:r>
            <a:r>
              <a:rPr lang="en-US" altLang="de-DE" dirty="0" err="1"/>
              <a:t>thái</a:t>
            </a:r>
            <a:r>
              <a:rPr lang="en-US" altLang="de-DE" dirty="0"/>
              <a:t>)</a:t>
            </a:r>
          </a:p>
          <a:p>
            <a:r>
              <a:rPr lang="en-US" altLang="de-DE" dirty="0"/>
              <a:t>When a state is active</a:t>
            </a:r>
          </a:p>
          <a:p>
            <a:pPr lvl="1"/>
            <a:r>
              <a:rPr lang="en-US" altLang="de-DE" dirty="0"/>
              <a:t>The object is in that state</a:t>
            </a:r>
          </a:p>
          <a:p>
            <a:pPr lvl="1"/>
            <a:r>
              <a:rPr lang="en-US" altLang="de-DE" dirty="0"/>
              <a:t>All internal activities specified in this state can be executed</a:t>
            </a:r>
          </a:p>
          <a:p>
            <a:pPr lvl="2"/>
            <a:r>
              <a:rPr lang="en-US" altLang="de-DE" dirty="0"/>
              <a:t>An activity can consist of multiple actions</a:t>
            </a:r>
          </a:p>
          <a:p>
            <a:r>
              <a:rPr lang="en-US" altLang="de-DE" dirty="0"/>
              <a:t>entry / Activity(...)</a:t>
            </a:r>
          </a:p>
          <a:p>
            <a:pPr lvl="1"/>
            <a:r>
              <a:rPr lang="en-US" altLang="de-DE" dirty="0"/>
              <a:t>Executed when the object enters the state</a:t>
            </a:r>
          </a:p>
          <a:p>
            <a:r>
              <a:rPr lang="en-US" altLang="de-DE" dirty="0"/>
              <a:t>exit / Activity(...)</a:t>
            </a:r>
          </a:p>
          <a:p>
            <a:pPr lvl="1"/>
            <a:r>
              <a:rPr lang="en-US" altLang="de-DE" dirty="0"/>
              <a:t>Executed when the object exits the state</a:t>
            </a:r>
          </a:p>
          <a:p>
            <a:r>
              <a:rPr lang="en-US" altLang="de-DE" dirty="0"/>
              <a:t>do / Activity(...)</a:t>
            </a:r>
          </a:p>
          <a:p>
            <a:pPr lvl="1"/>
            <a:r>
              <a:rPr lang="en-US" altLang="de-DE" dirty="0"/>
              <a:t>Executed while the object remains in this state</a:t>
            </a:r>
          </a:p>
          <a:p>
            <a:r>
              <a:rPr lang="en-US" altLang="de-DE" dirty="0"/>
              <a:t>VD: </a:t>
            </a:r>
            <a:r>
              <a:rPr lang="en-US" altLang="de-DE" dirty="0" err="1"/>
              <a:t>khi</a:t>
            </a:r>
            <a:r>
              <a:rPr lang="en-US" altLang="de-DE" dirty="0"/>
              <a:t> 1 </a:t>
            </a:r>
            <a:r>
              <a:rPr lang="en-US" altLang="de-DE" dirty="0" err="1"/>
              <a:t>phòng</a:t>
            </a:r>
            <a:r>
              <a:rPr lang="en-US" altLang="de-DE" dirty="0"/>
              <a:t> </a:t>
            </a:r>
            <a:r>
              <a:rPr lang="en-US" altLang="de-DE" dirty="0" err="1"/>
              <a:t>học</a:t>
            </a:r>
            <a:r>
              <a:rPr lang="en-US" altLang="de-DE" dirty="0"/>
              <a:t> </a:t>
            </a:r>
            <a:r>
              <a:rPr lang="en-US" altLang="de-DE" dirty="0" err="1"/>
              <a:t>chuyển</a:t>
            </a:r>
            <a:r>
              <a:rPr lang="en-US" altLang="de-DE" dirty="0"/>
              <a:t> sang </a:t>
            </a:r>
            <a:r>
              <a:rPr lang="en-US" altLang="de-DE" dirty="0" err="1"/>
              <a:t>trạng</a:t>
            </a:r>
            <a:r>
              <a:rPr lang="en-US" altLang="de-DE" dirty="0"/>
              <a:t> </a:t>
            </a:r>
            <a:r>
              <a:rPr lang="en-US" altLang="de-DE" dirty="0" err="1"/>
              <a:t>thái</a:t>
            </a:r>
            <a:r>
              <a:rPr lang="en-US" altLang="de-DE" dirty="0"/>
              <a:t> </a:t>
            </a:r>
            <a:r>
              <a:rPr lang="en-US" altLang="de-DE" dirty="0" err="1"/>
              <a:t>bị</a:t>
            </a:r>
            <a:r>
              <a:rPr lang="en-US" altLang="de-DE" dirty="0"/>
              <a:t> </a:t>
            </a:r>
            <a:br>
              <a:rPr lang="en-US" altLang="de-DE" dirty="0"/>
            </a:br>
            <a:r>
              <a:rPr lang="en-US" altLang="de-DE" dirty="0" err="1"/>
              <a:t>sử</a:t>
            </a:r>
            <a:r>
              <a:rPr lang="en-US" altLang="de-DE" dirty="0"/>
              <a:t> </a:t>
            </a:r>
            <a:r>
              <a:rPr lang="en-US" altLang="de-DE" dirty="0" err="1"/>
              <a:t>dụng</a:t>
            </a:r>
            <a:r>
              <a:rPr lang="en-US" altLang="de-DE" dirty="0"/>
              <a:t>, </a:t>
            </a:r>
            <a:r>
              <a:rPr lang="en-US" altLang="de-DE" dirty="0" err="1"/>
              <a:t>các</a:t>
            </a:r>
            <a:r>
              <a:rPr lang="en-US" altLang="de-DE" dirty="0"/>
              <a:t> </a:t>
            </a:r>
            <a:r>
              <a:rPr lang="en-US" altLang="de-DE" dirty="0" err="1"/>
              <a:t>hành</a:t>
            </a:r>
            <a:r>
              <a:rPr lang="en-US" altLang="de-DE" dirty="0"/>
              <a:t> vi </a:t>
            </a:r>
            <a:r>
              <a:rPr lang="en-US" altLang="de-DE" dirty="0" err="1"/>
              <a:t>nào</a:t>
            </a:r>
            <a:r>
              <a:rPr lang="en-US" altLang="de-DE" dirty="0"/>
              <a:t> hay </a:t>
            </a:r>
            <a:r>
              <a:rPr lang="en-US" altLang="de-DE" dirty="0" err="1"/>
              <a:t>xảy</a:t>
            </a:r>
            <a:r>
              <a:rPr lang="en-US" altLang="de-DE" dirty="0"/>
              <a:t> ra?</a:t>
            </a:r>
          </a:p>
          <a:p>
            <a:endParaRPr lang="en-US" altLang="de-DE" dirty="0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684" y="1158309"/>
            <a:ext cx="1618491" cy="1032169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684" y="279930"/>
            <a:ext cx="1618491" cy="521209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3516" y="2901337"/>
            <a:ext cx="2465659" cy="2830578"/>
          </a:xfrm>
          <a:prstGeom prst="rect">
            <a:avLst/>
          </a:prstGeom>
        </p:spPr>
      </p:pic>
      <p:sp>
        <p:nvSpPr>
          <p:cNvPr id="2" name="Foliennummernplatzhalt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FE6D2D-A912-482E-86DF-3EC6C1F121A1}" type="slidenum">
              <a:rPr kumimoji="0" lang="de-DE" alt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de-DE" alt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094849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Transition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Change from one state to another</a:t>
            </a:r>
          </a:p>
        </p:txBody>
      </p:sp>
      <p:sp>
        <p:nvSpPr>
          <p:cNvPr id="9" name="Text Box 15"/>
          <p:cNvSpPr txBox="1">
            <a:spLocks noChangeArrowheads="1"/>
          </p:cNvSpPr>
          <p:nvPr/>
        </p:nvSpPr>
        <p:spPr bwMode="auto">
          <a:xfrm>
            <a:off x="1058415" y="4953700"/>
            <a:ext cx="1805302" cy="5847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15000"/>
              </a:spcBef>
              <a:buClr>
                <a:srgbClr val="FE8400"/>
              </a:buClr>
              <a:buFont typeface="Times" panose="02020603050405020304" pitchFamily="18" charset="0"/>
              <a:buAutoNum type="arabicPeriod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5000"/>
              </a:spcBef>
              <a:buClr>
                <a:schemeClr val="tx2"/>
              </a:buClr>
              <a:buSzPct val="125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5000"/>
              </a:spcBef>
              <a:buClr>
                <a:schemeClr val="bg2"/>
              </a:buClr>
              <a:buSzPct val="145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15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15000"/>
              </a:spcBef>
              <a:buClr>
                <a:schemeClr val="folHlink"/>
              </a:buClr>
              <a:buFont typeface="Times" panose="02020603050405020304" pitchFamily="18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folHlink"/>
              </a:buClr>
              <a:buFont typeface="Times" panose="02020603050405020304" pitchFamily="18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folHlink"/>
              </a:buClr>
              <a:buFont typeface="Times" panose="02020603050405020304" pitchFamily="18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folHlink"/>
              </a:buClr>
              <a:buFont typeface="Times" panose="02020603050405020304" pitchFamily="18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folHlink"/>
              </a:buClr>
              <a:buFont typeface="Times" panose="02020603050405020304" pitchFamily="18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AT" altLang="de-DE" sz="1600" b="0" i="1" u="none" strike="noStrike" kern="1200" cap="none" spc="0" normalizeH="0" baseline="0" noProof="0" dirty="0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Source state</a:t>
            </a:r>
            <a:br>
              <a:rPr kumimoji="0" lang="de-AT" altLang="de-DE" sz="1600" b="0" i="1" u="none" strike="noStrike" kern="1200" cap="none" spc="0" normalizeH="0" baseline="0" noProof="0" dirty="0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de-AT" altLang="de-DE" sz="1600" b="0" i="1" u="none" strike="noStrike" kern="1200" cap="none" spc="0" normalizeH="0" baseline="0" noProof="0" dirty="0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(trạng thái nguồn)</a:t>
            </a:r>
          </a:p>
        </p:txBody>
      </p:sp>
      <p:sp>
        <p:nvSpPr>
          <p:cNvPr id="10" name="Text Box 15"/>
          <p:cNvSpPr txBox="1">
            <a:spLocks noChangeArrowheads="1"/>
          </p:cNvSpPr>
          <p:nvPr/>
        </p:nvSpPr>
        <p:spPr bwMode="auto">
          <a:xfrm>
            <a:off x="5723156" y="4953700"/>
            <a:ext cx="1624163" cy="5847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15000"/>
              </a:spcBef>
              <a:buClr>
                <a:srgbClr val="FE8400"/>
              </a:buClr>
              <a:buFont typeface="Times" panose="02020603050405020304" pitchFamily="18" charset="0"/>
              <a:buAutoNum type="arabicPeriod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5000"/>
              </a:spcBef>
              <a:buClr>
                <a:schemeClr val="tx2"/>
              </a:buClr>
              <a:buSzPct val="125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5000"/>
              </a:spcBef>
              <a:buClr>
                <a:schemeClr val="bg2"/>
              </a:buClr>
              <a:buSzPct val="145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15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15000"/>
              </a:spcBef>
              <a:buClr>
                <a:schemeClr val="folHlink"/>
              </a:buClr>
              <a:buFont typeface="Times" panose="02020603050405020304" pitchFamily="18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folHlink"/>
              </a:buClr>
              <a:buFont typeface="Times" panose="02020603050405020304" pitchFamily="18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folHlink"/>
              </a:buClr>
              <a:buFont typeface="Times" panose="02020603050405020304" pitchFamily="18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folHlink"/>
              </a:buClr>
              <a:buFont typeface="Times" panose="02020603050405020304" pitchFamily="18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folHlink"/>
              </a:buClr>
              <a:buFont typeface="Times" panose="02020603050405020304" pitchFamily="18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AT" altLang="de-DE" sz="1600" b="0" i="1" u="none" strike="noStrike" kern="1200" cap="none" spc="0" normalizeH="0" baseline="0" noProof="0" dirty="0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Target state</a:t>
            </a:r>
            <a:br>
              <a:rPr kumimoji="0" lang="de-AT" altLang="de-DE" sz="1600" b="0" i="1" u="none" strike="noStrike" kern="1200" cap="none" spc="0" normalizeH="0" baseline="0" noProof="0" dirty="0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de-AT" altLang="de-DE" sz="1600" b="0" i="1" u="none" strike="noStrike" kern="1200" cap="none" spc="0" normalizeH="0" baseline="0" noProof="0" dirty="0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(trạng thái đích)</a:t>
            </a:r>
          </a:p>
        </p:txBody>
      </p:sp>
      <p:sp>
        <p:nvSpPr>
          <p:cNvPr id="11" name="Text Box 15"/>
          <p:cNvSpPr txBox="1">
            <a:spLocks noChangeArrowheads="1"/>
          </p:cNvSpPr>
          <p:nvPr/>
        </p:nvSpPr>
        <p:spPr bwMode="auto">
          <a:xfrm>
            <a:off x="3359892" y="4953700"/>
            <a:ext cx="1495922" cy="5847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15000"/>
              </a:spcBef>
              <a:buClr>
                <a:srgbClr val="FE8400"/>
              </a:buClr>
              <a:buFont typeface="Times" panose="02020603050405020304" pitchFamily="18" charset="0"/>
              <a:buAutoNum type="arabicPeriod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5000"/>
              </a:spcBef>
              <a:buClr>
                <a:schemeClr val="tx2"/>
              </a:buClr>
              <a:buSzPct val="125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5000"/>
              </a:spcBef>
              <a:buClr>
                <a:schemeClr val="bg2"/>
              </a:buClr>
              <a:buSzPct val="145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15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15000"/>
              </a:spcBef>
              <a:buClr>
                <a:schemeClr val="folHlink"/>
              </a:buClr>
              <a:buFont typeface="Times" panose="02020603050405020304" pitchFamily="18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folHlink"/>
              </a:buClr>
              <a:buFont typeface="Times" panose="02020603050405020304" pitchFamily="18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folHlink"/>
              </a:buClr>
              <a:buFont typeface="Times" panose="02020603050405020304" pitchFamily="18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folHlink"/>
              </a:buClr>
              <a:buFont typeface="Times" panose="02020603050405020304" pitchFamily="18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folHlink"/>
              </a:buClr>
              <a:buFont typeface="Times" panose="02020603050405020304" pitchFamily="18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AT" altLang="de-DE" sz="1600" b="0" i="1" u="none" strike="noStrike" kern="1200" cap="none" spc="0" normalizeH="0" baseline="0" noProof="0" dirty="0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Transition</a:t>
            </a:r>
            <a:br>
              <a:rPr kumimoji="0" lang="de-AT" altLang="de-DE" sz="1600" b="0" i="1" u="none" strike="noStrike" kern="1200" cap="none" spc="0" normalizeH="0" baseline="0" noProof="0" dirty="0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de-AT" altLang="de-DE" sz="1600" b="0" i="1" u="none" strike="noStrike" kern="1200" cap="none" spc="0" normalizeH="0" baseline="0" noProof="0" dirty="0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(phép chuyển)</a:t>
            </a:r>
          </a:p>
        </p:txBody>
      </p:sp>
      <p:sp>
        <p:nvSpPr>
          <p:cNvPr id="15" name="Text Box 15"/>
          <p:cNvSpPr txBox="1">
            <a:spLocks noChangeArrowheads="1"/>
          </p:cNvSpPr>
          <p:nvPr/>
        </p:nvSpPr>
        <p:spPr bwMode="auto">
          <a:xfrm>
            <a:off x="2337806" y="1754071"/>
            <a:ext cx="987771" cy="5847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15000"/>
              </a:spcBef>
              <a:buClr>
                <a:srgbClr val="FE8400"/>
              </a:buClr>
              <a:buFont typeface="Times" panose="02020603050405020304" pitchFamily="18" charset="0"/>
              <a:buAutoNum type="arabicPeriod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5000"/>
              </a:spcBef>
              <a:buClr>
                <a:schemeClr val="tx2"/>
              </a:buClr>
              <a:buSzPct val="125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5000"/>
              </a:spcBef>
              <a:buClr>
                <a:schemeClr val="bg2"/>
              </a:buClr>
              <a:buSzPct val="145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15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15000"/>
              </a:spcBef>
              <a:buClr>
                <a:schemeClr val="folHlink"/>
              </a:buClr>
              <a:buFont typeface="Times" panose="02020603050405020304" pitchFamily="18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folHlink"/>
              </a:buClr>
              <a:buFont typeface="Times" panose="02020603050405020304" pitchFamily="18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folHlink"/>
              </a:buClr>
              <a:buFont typeface="Times" panose="02020603050405020304" pitchFamily="18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folHlink"/>
              </a:buClr>
              <a:buFont typeface="Times" panose="02020603050405020304" pitchFamily="18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folHlink"/>
              </a:buClr>
              <a:buFont typeface="Times" panose="02020603050405020304" pitchFamily="18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AT" altLang="de-DE" sz="1600" b="0" i="1" u="none" strike="noStrike" kern="1200" cap="none" spc="0" normalizeH="0" baseline="0" noProof="0" dirty="0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Event</a:t>
            </a:r>
            <a:br>
              <a:rPr kumimoji="0" lang="de-AT" altLang="de-DE" sz="1600" b="0" i="1" u="none" strike="noStrike" kern="1200" cap="none" spc="0" normalizeH="0" baseline="0" noProof="0" dirty="0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de-AT" altLang="de-DE" sz="1600" b="0" i="1" u="none" strike="noStrike" kern="1200" cap="none" spc="0" normalizeH="0" baseline="0" noProof="0" dirty="0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(s</a:t>
            </a:r>
            <a:r>
              <a:rPr lang="en-US" altLang="de-DE" sz="1600" i="1" dirty="0">
                <a:solidFill>
                  <a:srgbClr val="FE8400"/>
                </a:solidFill>
                <a:latin typeface="Arial"/>
              </a:rPr>
              <a:t>ự </a:t>
            </a:r>
            <a:r>
              <a:rPr lang="en-US" altLang="de-DE" sz="1600" i="1" dirty="0" err="1">
                <a:solidFill>
                  <a:srgbClr val="FE8400"/>
                </a:solidFill>
                <a:latin typeface="Arial"/>
              </a:rPr>
              <a:t>kiện</a:t>
            </a:r>
            <a:r>
              <a:rPr lang="en-US" altLang="de-DE" sz="1600" i="1" dirty="0">
                <a:solidFill>
                  <a:srgbClr val="FE8400"/>
                </a:solidFill>
                <a:latin typeface="Arial"/>
              </a:rPr>
              <a:t>)</a:t>
            </a:r>
            <a:endParaRPr kumimoji="0" lang="de-AT" altLang="de-DE" sz="1600" b="0" i="1" u="none" strike="noStrike" kern="1200" cap="none" spc="0" normalizeH="0" baseline="0" noProof="0" dirty="0">
              <a:ln>
                <a:noFill/>
              </a:ln>
              <a:solidFill>
                <a:srgbClr val="FE84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Text Box 15"/>
          <p:cNvSpPr txBox="1">
            <a:spLocks noChangeArrowheads="1"/>
          </p:cNvSpPr>
          <p:nvPr/>
        </p:nvSpPr>
        <p:spPr bwMode="auto">
          <a:xfrm>
            <a:off x="3230522" y="1754071"/>
            <a:ext cx="803899" cy="33855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15000"/>
              </a:spcBef>
              <a:buClr>
                <a:srgbClr val="FE8400"/>
              </a:buClr>
              <a:buFont typeface="Times" panose="02020603050405020304" pitchFamily="18" charset="0"/>
              <a:buAutoNum type="arabicPeriod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5000"/>
              </a:spcBef>
              <a:buClr>
                <a:schemeClr val="tx2"/>
              </a:buClr>
              <a:buSzPct val="125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5000"/>
              </a:spcBef>
              <a:buClr>
                <a:schemeClr val="bg2"/>
              </a:buClr>
              <a:buSzPct val="145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15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15000"/>
              </a:spcBef>
              <a:buClr>
                <a:schemeClr val="folHlink"/>
              </a:buClr>
              <a:buFont typeface="Times" panose="02020603050405020304" pitchFamily="18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folHlink"/>
              </a:buClr>
              <a:buFont typeface="Times" panose="02020603050405020304" pitchFamily="18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folHlink"/>
              </a:buClr>
              <a:buFont typeface="Times" panose="02020603050405020304" pitchFamily="18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folHlink"/>
              </a:buClr>
              <a:buFont typeface="Times" panose="02020603050405020304" pitchFamily="18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folHlink"/>
              </a:buClr>
              <a:buFont typeface="Times" panose="02020603050405020304" pitchFamily="18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AT" altLang="de-DE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Guard</a:t>
            </a:r>
            <a:endParaRPr kumimoji="0" lang="de-AT" altLang="de-DE" sz="1600" b="0" i="1" u="none" strike="noStrike" kern="1200" cap="none" spc="0" normalizeH="0" baseline="0" noProof="0" dirty="0">
              <a:ln>
                <a:noFill/>
              </a:ln>
              <a:solidFill>
                <a:srgbClr val="FE84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Text Box 15"/>
          <p:cNvSpPr txBox="1">
            <a:spLocks noChangeArrowheads="1"/>
          </p:cNvSpPr>
          <p:nvPr/>
        </p:nvSpPr>
        <p:spPr bwMode="auto">
          <a:xfrm>
            <a:off x="4574555" y="1754071"/>
            <a:ext cx="2741456" cy="33855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15000"/>
              </a:spcBef>
              <a:buClr>
                <a:srgbClr val="FE8400"/>
              </a:buClr>
              <a:buFont typeface="Times" panose="02020603050405020304" pitchFamily="18" charset="0"/>
              <a:buAutoNum type="arabicPeriod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5000"/>
              </a:spcBef>
              <a:buClr>
                <a:schemeClr val="tx2"/>
              </a:buClr>
              <a:buSzPct val="125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5000"/>
              </a:spcBef>
              <a:buClr>
                <a:schemeClr val="bg2"/>
              </a:buClr>
              <a:buSzPct val="145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15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15000"/>
              </a:spcBef>
              <a:buClr>
                <a:schemeClr val="folHlink"/>
              </a:buClr>
              <a:buFont typeface="Times" panose="02020603050405020304" pitchFamily="18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folHlink"/>
              </a:buClr>
              <a:buFont typeface="Times" panose="02020603050405020304" pitchFamily="18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folHlink"/>
              </a:buClr>
              <a:buFont typeface="Times" panose="02020603050405020304" pitchFamily="18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folHlink"/>
              </a:buClr>
              <a:buFont typeface="Times" panose="02020603050405020304" pitchFamily="18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folHlink"/>
              </a:buClr>
              <a:buFont typeface="Times" panose="02020603050405020304" pitchFamily="18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AT" altLang="de-DE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Sequence</a:t>
            </a:r>
            <a:r>
              <a:rPr kumimoji="0" lang="de-AT" altLang="de-DE" sz="1600" b="0" i="1" u="none" strike="noStrike" kern="1200" cap="none" spc="0" normalizeH="0" baseline="0" noProof="0" dirty="0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de-AT" altLang="de-DE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of</a:t>
            </a:r>
            <a:r>
              <a:rPr kumimoji="0" lang="de-AT" altLang="de-DE" sz="1600" b="0" i="1" u="none" strike="noStrike" kern="1200" cap="none" spc="0" normalizeH="0" baseline="0" noProof="0" dirty="0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de-AT" altLang="de-DE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actions</a:t>
            </a:r>
            <a:r>
              <a:rPr kumimoji="0" lang="de-AT" altLang="de-DE" sz="1600" b="0" i="1" u="none" strike="noStrike" kern="1200" cap="none" spc="0" normalizeH="0" baseline="0" noProof="0" dirty="0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(</a:t>
            </a:r>
            <a:r>
              <a:rPr kumimoji="0" lang="de-AT" altLang="de-DE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effect</a:t>
            </a:r>
            <a:r>
              <a:rPr kumimoji="0" lang="de-AT" altLang="de-DE" sz="1600" b="0" i="1" u="none" strike="noStrike" kern="1200" cap="none" spc="0" normalizeH="0" baseline="0" noProof="0" dirty="0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</a:t>
            </a:r>
          </a:p>
        </p:txBody>
      </p:sp>
      <p:sp>
        <p:nvSpPr>
          <p:cNvPr id="19" name="Line 28"/>
          <p:cNvSpPr>
            <a:spLocks noChangeShapeType="1"/>
          </p:cNvSpPr>
          <p:nvPr/>
        </p:nvSpPr>
        <p:spPr bwMode="auto">
          <a:xfrm flipH="1">
            <a:off x="2683503" y="2093065"/>
            <a:ext cx="0" cy="752475"/>
          </a:xfrm>
          <a:prstGeom prst="line">
            <a:avLst/>
          </a:prstGeom>
          <a:noFill/>
          <a:ln w="12700">
            <a:solidFill>
              <a:srgbClr val="FE8400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1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20" name="Line 28"/>
          <p:cNvSpPr>
            <a:spLocks noChangeShapeType="1"/>
          </p:cNvSpPr>
          <p:nvPr/>
        </p:nvSpPr>
        <p:spPr bwMode="auto">
          <a:xfrm flipH="1">
            <a:off x="3576638" y="2093065"/>
            <a:ext cx="0" cy="752475"/>
          </a:xfrm>
          <a:prstGeom prst="line">
            <a:avLst/>
          </a:prstGeom>
          <a:noFill/>
          <a:ln w="12700">
            <a:solidFill>
              <a:srgbClr val="FE8400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1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21" name="Line 28"/>
          <p:cNvSpPr>
            <a:spLocks noChangeShapeType="1"/>
          </p:cNvSpPr>
          <p:nvPr/>
        </p:nvSpPr>
        <p:spPr bwMode="auto">
          <a:xfrm flipH="1">
            <a:off x="5070668" y="2093065"/>
            <a:ext cx="0" cy="752475"/>
          </a:xfrm>
          <a:prstGeom prst="line">
            <a:avLst/>
          </a:prstGeom>
          <a:noFill/>
          <a:ln w="12700">
            <a:solidFill>
              <a:srgbClr val="FE8400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1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22" name="Line 28"/>
          <p:cNvSpPr>
            <a:spLocks noChangeShapeType="1"/>
          </p:cNvSpPr>
          <p:nvPr/>
        </p:nvSpPr>
        <p:spPr bwMode="auto">
          <a:xfrm flipH="1" flipV="1">
            <a:off x="1709566" y="4200824"/>
            <a:ext cx="0" cy="752476"/>
          </a:xfrm>
          <a:prstGeom prst="line">
            <a:avLst/>
          </a:prstGeom>
          <a:noFill/>
          <a:ln w="12700">
            <a:solidFill>
              <a:srgbClr val="FE8400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1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7636" y="290804"/>
            <a:ext cx="1621539" cy="496825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315" y="2845980"/>
            <a:ext cx="5812710" cy="1248656"/>
          </a:xfrm>
          <a:prstGeom prst="rect">
            <a:avLst/>
          </a:prstGeom>
        </p:spPr>
      </p:pic>
      <p:sp>
        <p:nvSpPr>
          <p:cNvPr id="25" name="Line 28"/>
          <p:cNvSpPr>
            <a:spLocks noChangeShapeType="1"/>
          </p:cNvSpPr>
          <p:nvPr/>
        </p:nvSpPr>
        <p:spPr bwMode="auto">
          <a:xfrm flipH="1" flipV="1">
            <a:off x="6345066" y="4200824"/>
            <a:ext cx="0" cy="752476"/>
          </a:xfrm>
          <a:prstGeom prst="line">
            <a:avLst/>
          </a:prstGeom>
          <a:noFill/>
          <a:ln w="12700">
            <a:solidFill>
              <a:srgbClr val="FE8400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1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27" name="Line 28"/>
          <p:cNvSpPr>
            <a:spLocks noChangeShapeType="1"/>
          </p:cNvSpPr>
          <p:nvPr/>
        </p:nvSpPr>
        <p:spPr bwMode="auto">
          <a:xfrm flipH="1" flipV="1">
            <a:off x="3881266" y="3824586"/>
            <a:ext cx="0" cy="1128714"/>
          </a:xfrm>
          <a:prstGeom prst="line">
            <a:avLst/>
          </a:prstGeom>
          <a:noFill/>
          <a:ln w="12700">
            <a:solidFill>
              <a:srgbClr val="FE8400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1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FE6D2D-A912-482E-86DF-3EC6C1F121A1}" type="slidenum">
              <a:rPr kumimoji="0" lang="de-DE" alt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de-DE" alt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3516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Transition – Syntax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Event (trigger) (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kích</a:t>
            </a:r>
            <a:r>
              <a:rPr lang="en-US" dirty="0"/>
              <a:t> </a:t>
            </a:r>
            <a:r>
              <a:rPr lang="en-US" dirty="0" err="1"/>
              <a:t>khởi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Exogenous stimulus (</a:t>
            </a:r>
            <a:r>
              <a:rPr lang="en-US" dirty="0" err="1"/>
              <a:t>Kích</a:t>
            </a:r>
            <a:r>
              <a:rPr lang="en-US" dirty="0"/>
              <a:t> </a:t>
            </a:r>
            <a:r>
              <a:rPr lang="en-US" dirty="0" err="1"/>
              <a:t>khởi</a:t>
            </a:r>
            <a:r>
              <a:rPr lang="en-US" dirty="0"/>
              <a:t> </a:t>
            </a:r>
            <a:r>
              <a:rPr lang="en-US" dirty="0" err="1"/>
              <a:t>ngoại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Can trigger a state transition</a:t>
            </a:r>
          </a:p>
          <a:p>
            <a:r>
              <a:rPr lang="en-US" dirty="0"/>
              <a:t>Guard (condition) (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vệ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Boolean expression</a:t>
            </a:r>
          </a:p>
          <a:p>
            <a:pPr lvl="1"/>
            <a:r>
              <a:rPr lang="en-US" dirty="0"/>
              <a:t>If the event occurs, the guard is checked</a:t>
            </a:r>
          </a:p>
          <a:p>
            <a:pPr lvl="1"/>
            <a:r>
              <a:rPr lang="en-US" dirty="0"/>
              <a:t>If the guard is true</a:t>
            </a:r>
          </a:p>
          <a:p>
            <a:pPr lvl="2"/>
            <a:r>
              <a:rPr lang="en-US" dirty="0"/>
              <a:t>All activities in the current state are terminated</a:t>
            </a:r>
          </a:p>
          <a:p>
            <a:pPr lvl="2"/>
            <a:r>
              <a:rPr lang="en-US" dirty="0"/>
              <a:t>Any relevant exit activity is executed</a:t>
            </a:r>
          </a:p>
          <a:p>
            <a:pPr lvl="2"/>
            <a:r>
              <a:rPr lang="en-US" dirty="0"/>
              <a:t>The transition takes place</a:t>
            </a:r>
          </a:p>
          <a:p>
            <a:pPr lvl="1"/>
            <a:r>
              <a:rPr lang="en-US" dirty="0"/>
              <a:t>If the guard is false</a:t>
            </a:r>
          </a:p>
          <a:p>
            <a:pPr lvl="2"/>
            <a:r>
              <a:rPr lang="en-US" dirty="0"/>
              <a:t>No state transition takes place, the event is discarded</a:t>
            </a:r>
          </a:p>
          <a:p>
            <a:r>
              <a:rPr lang="en-US" dirty="0"/>
              <a:t>Activity (effect) (</a:t>
            </a:r>
            <a:r>
              <a:rPr lang="en-US" dirty="0" err="1"/>
              <a:t>Hành</a:t>
            </a:r>
            <a:r>
              <a:rPr lang="en-US" dirty="0"/>
              <a:t> vi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)</a:t>
            </a:r>
          </a:p>
          <a:p>
            <a:pPr lvl="1"/>
            <a:r>
              <a:rPr lang="de-AT" dirty="0" err="1"/>
              <a:t>Sequence</a:t>
            </a:r>
            <a:r>
              <a:rPr lang="de-AT" dirty="0"/>
              <a:t>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actions</a:t>
            </a:r>
            <a:r>
              <a:rPr lang="en-US" dirty="0"/>
              <a:t> executed during the state transition</a:t>
            </a:r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705" y="1055900"/>
            <a:ext cx="7990591" cy="1079809"/>
          </a:xfrm>
          <a:prstGeom prst="rect">
            <a:avLst/>
          </a:prstGeom>
        </p:spPr>
      </p:pic>
      <p:sp>
        <p:nvSpPr>
          <p:cNvPr id="5" name="Foliennummernplatzhalt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5EAA76-C76D-4FD0-8492-2ED3D3341801}" type="slidenum">
              <a:rPr kumimoji="0" 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5966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Transition – Types (1/2)</a:t>
            </a:r>
          </a:p>
        </p:txBody>
      </p:sp>
      <p:sp>
        <p:nvSpPr>
          <p:cNvPr id="16" name="Textfeld 15"/>
          <p:cNvSpPr txBox="1"/>
          <p:nvPr/>
        </p:nvSpPr>
        <p:spPr>
          <a:xfrm>
            <a:off x="604641" y="1133649"/>
            <a:ext cx="23471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7559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Internal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46BA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7559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transition</a:t>
            </a:r>
          </a:p>
        </p:txBody>
      </p:sp>
      <p:sp>
        <p:nvSpPr>
          <p:cNvPr id="17" name="Textfeld 16"/>
          <p:cNvSpPr txBox="1"/>
          <p:nvPr/>
        </p:nvSpPr>
        <p:spPr>
          <a:xfrm>
            <a:off x="4797814" y="1133649"/>
            <a:ext cx="24336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7559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External transition</a:t>
            </a:r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641" y="1607482"/>
            <a:ext cx="2099376" cy="1481498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7814" y="1607482"/>
            <a:ext cx="2970020" cy="2015120"/>
          </a:xfrm>
          <a:prstGeom prst="rect">
            <a:avLst/>
          </a:prstGeom>
        </p:spPr>
      </p:pic>
      <p:sp>
        <p:nvSpPr>
          <p:cNvPr id="15" name="Textplatzhalter 12"/>
          <p:cNvSpPr txBox="1">
            <a:spLocks/>
          </p:cNvSpPr>
          <p:nvPr/>
        </p:nvSpPr>
        <p:spPr bwMode="auto">
          <a:xfrm>
            <a:off x="604641" y="3806166"/>
            <a:ext cx="3829335" cy="19181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7338" indent="-287338" algn="l" rtl="0" eaLnBrk="0" fontAlgn="base" hangingPunct="0">
              <a:spcBef>
                <a:spcPct val="15000"/>
              </a:spcBef>
              <a:spcAft>
                <a:spcPct val="0"/>
              </a:spcAft>
              <a:buClr>
                <a:srgbClr val="FE8400"/>
              </a:buClr>
              <a:buFont typeface="Wingdings" pitchFamily="2" charset="2"/>
              <a:buChar char="§"/>
              <a:defRPr sz="2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809625" indent="-266700" algn="l" rtl="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2pPr>
            <a:lvl3pPr marL="1076325" indent="-190500" algn="l" rtl="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bg2"/>
              </a:buClr>
              <a:buSzPct val="10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3pPr>
            <a:lvl4pPr marL="1430338" indent="-165100" algn="l" rtl="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4pPr>
            <a:lvl5pPr marL="1819275" indent="-163513" algn="l" rtl="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buChar char="§"/>
              <a:defRPr sz="1300">
                <a:solidFill>
                  <a:schemeClr val="tx1"/>
                </a:solidFill>
                <a:latin typeface="+mn-lt"/>
              </a:defRPr>
            </a:lvl5pPr>
            <a:lvl6pPr marL="2276475" indent="-163513" algn="l" rtl="0" eaLnBrk="1" fontAlgn="base" hangingPunct="1">
              <a:lnSpc>
                <a:spcPct val="120000"/>
              </a:lnSpc>
              <a:spcBef>
                <a:spcPct val="15000"/>
              </a:spcBef>
              <a:spcAft>
                <a:spcPct val="0"/>
              </a:spcAft>
              <a:buClr>
                <a:schemeClr val="folHlink"/>
              </a:buClr>
              <a:buFont typeface="Times" charset="0"/>
              <a:buChar char="•"/>
              <a:defRPr sz="1300">
                <a:solidFill>
                  <a:schemeClr val="tx1"/>
                </a:solidFill>
                <a:latin typeface="+mn-lt"/>
              </a:defRPr>
            </a:lvl6pPr>
            <a:lvl7pPr marL="2733675" indent="-163513" algn="l" rtl="0" eaLnBrk="1" fontAlgn="base" hangingPunct="1">
              <a:lnSpc>
                <a:spcPct val="120000"/>
              </a:lnSpc>
              <a:spcBef>
                <a:spcPct val="15000"/>
              </a:spcBef>
              <a:spcAft>
                <a:spcPct val="0"/>
              </a:spcAft>
              <a:buClr>
                <a:schemeClr val="folHlink"/>
              </a:buClr>
              <a:buFont typeface="Times" charset="0"/>
              <a:buChar char="•"/>
              <a:defRPr sz="1300">
                <a:solidFill>
                  <a:schemeClr val="tx1"/>
                </a:solidFill>
                <a:latin typeface="+mn-lt"/>
              </a:defRPr>
            </a:lvl7pPr>
            <a:lvl8pPr marL="3190875" indent="-163513" algn="l" rtl="0" eaLnBrk="1" fontAlgn="base" hangingPunct="1">
              <a:lnSpc>
                <a:spcPct val="120000"/>
              </a:lnSpc>
              <a:spcBef>
                <a:spcPct val="15000"/>
              </a:spcBef>
              <a:spcAft>
                <a:spcPct val="0"/>
              </a:spcAft>
              <a:buClr>
                <a:schemeClr val="folHlink"/>
              </a:buClr>
              <a:buFont typeface="Times" charset="0"/>
              <a:buChar char="•"/>
              <a:defRPr sz="1300">
                <a:solidFill>
                  <a:schemeClr val="tx1"/>
                </a:solidFill>
                <a:latin typeface="+mn-lt"/>
              </a:defRPr>
            </a:lvl8pPr>
            <a:lvl9pPr marL="3648075" indent="-163513" algn="l" rtl="0" eaLnBrk="1" fontAlgn="base" hangingPunct="1">
              <a:lnSpc>
                <a:spcPct val="120000"/>
              </a:lnSpc>
              <a:spcBef>
                <a:spcPct val="15000"/>
              </a:spcBef>
              <a:spcAft>
                <a:spcPct val="0"/>
              </a:spcAft>
              <a:buClr>
                <a:schemeClr val="folHlink"/>
              </a:buClr>
              <a:buFont typeface="Times" charset="0"/>
              <a:buChar char="•"/>
              <a:defRPr sz="1300">
                <a:solidFill>
                  <a:schemeClr val="tx1"/>
                </a:solidFill>
                <a:latin typeface="+mn-lt"/>
              </a:defRPr>
            </a:lvl9pPr>
          </a:lstStyle>
          <a:p>
            <a:pPr marL="287338" marR="0" lvl="0" indent="-287338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>
                <a:srgbClr val="FE8400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7559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If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75590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event1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7559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occurs</a:t>
            </a:r>
          </a:p>
          <a:p>
            <a:pPr marL="809625" marR="0" lvl="1" indent="-26670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>
                <a:srgbClr val="075590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Object remains in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Courier" pitchFamily="49" charset="0"/>
                <a:ea typeface="+mn-ea"/>
                <a:cs typeface="+mn-cs"/>
              </a:rPr>
              <a:t>state1</a:t>
            </a:r>
          </a:p>
          <a:p>
            <a:pPr marL="809625" marR="0" lvl="1" indent="-26670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>
                <a:srgbClr val="075590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Activity3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is executed</a:t>
            </a:r>
          </a:p>
          <a:p>
            <a:pPr marL="809625" marR="0" lvl="1" indent="-266700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>
                <a:srgbClr val="075590"/>
              </a:buClr>
              <a:buSzPct val="100000"/>
              <a:buFont typeface="Wingdings" pitchFamily="2" charset="2"/>
              <a:buChar char="§"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Textplatzhalter 12"/>
          <p:cNvSpPr txBox="1">
            <a:spLocks/>
          </p:cNvSpPr>
          <p:nvPr/>
        </p:nvSpPr>
        <p:spPr bwMode="auto">
          <a:xfrm>
            <a:off x="4797814" y="3806166"/>
            <a:ext cx="3741545" cy="19181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87338" marR="0" lvl="0" indent="-287338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>
                <a:srgbClr val="FE8400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7559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If 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75590"/>
                </a:solidFill>
                <a:effectLst/>
                <a:uLnTx/>
                <a:uFillTx/>
                <a:latin typeface="Courier" pitchFamily="49" charset="0"/>
                <a:ea typeface="+mn-ea"/>
                <a:cs typeface="+mn-cs"/>
              </a:rPr>
              <a:t>event1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75590"/>
                </a:solidFill>
                <a:effectLst/>
                <a:uLnTx/>
                <a:uFillTx/>
                <a:latin typeface="Courier" pitchFamily="49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7559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occurs</a:t>
            </a:r>
          </a:p>
          <a:p>
            <a:pPr marL="809625" marR="0" lvl="1" indent="-266700" algn="l" defTabSz="809625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>
                <a:srgbClr val="075590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Object leaves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state1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and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Courier" pitchFamily="49" charset="0"/>
                <a:ea typeface="+mn-ea"/>
                <a:cs typeface="+mn-cs"/>
              </a:rPr>
              <a:t>Activity2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is executed</a:t>
            </a:r>
          </a:p>
          <a:p>
            <a:pPr marL="809625" marR="0" lvl="1" indent="-266700" algn="l" defTabSz="809625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>
                <a:srgbClr val="075590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Courier" pitchFamily="49" charset="0"/>
                <a:ea typeface="+mn-ea"/>
                <a:cs typeface="+mn-cs"/>
              </a:rPr>
              <a:t>Activity3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is executed</a:t>
            </a:r>
          </a:p>
          <a:p>
            <a:pPr marL="809625" marR="0" lvl="1" indent="-266700" algn="l" defTabSz="809625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>
                <a:srgbClr val="075590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Object enters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Courier" pitchFamily="49" charset="0"/>
                <a:ea typeface="+mn-ea"/>
                <a:cs typeface="+mn-cs"/>
              </a:rPr>
              <a:t>state1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and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Courier" pitchFamily="49" charset="0"/>
                <a:ea typeface="+mn-ea"/>
                <a:cs typeface="+mn-cs"/>
              </a:rPr>
              <a:t>Activity1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is executed</a:t>
            </a:r>
          </a:p>
          <a:p>
            <a:pPr marL="809625" marR="0" lvl="1" indent="-266700" algn="l" defTabSz="809625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>
                <a:srgbClr val="075590"/>
              </a:buClr>
              <a:buSzPct val="100000"/>
              <a:buFont typeface="Wingdings" pitchFamily="2" charset="2"/>
              <a:buChar char="§"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AEA27A2-62FB-48B7-A924-1BB8CC709EB3}" type="slidenum">
              <a:rPr kumimoji="0" 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6505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Transition – Types (2/2)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When do the following transitions take place? </a:t>
            </a:r>
          </a:p>
        </p:txBody>
      </p:sp>
      <p:grpSp>
        <p:nvGrpSpPr>
          <p:cNvPr id="16" name="Gruppieren 15"/>
          <p:cNvGrpSpPr/>
          <p:nvPr/>
        </p:nvGrpSpPr>
        <p:grpSpPr>
          <a:xfrm>
            <a:off x="448253" y="1581968"/>
            <a:ext cx="8247494" cy="4287982"/>
            <a:chOff x="477881" y="1607368"/>
            <a:chExt cx="8247494" cy="4287982"/>
          </a:xfrm>
        </p:grpSpPr>
        <p:sp>
          <p:nvSpPr>
            <p:cNvPr id="15" name="Textfeld 14"/>
            <p:cNvSpPr txBox="1"/>
            <p:nvPr/>
          </p:nvSpPr>
          <p:spPr>
            <a:xfrm>
              <a:off x="3066958" y="1607368"/>
              <a:ext cx="565841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7559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If </a:t>
              </a: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75590"/>
                  </a:solidFill>
                  <a:effectLst/>
                  <a:uLnTx/>
                  <a:uFillTx/>
                  <a:latin typeface="Courier" pitchFamily="49" charset="0"/>
                  <a:ea typeface="+mn-ea"/>
                  <a:cs typeface="+mn-cs"/>
                </a:rPr>
                <a:t>e1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7559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 occurs, </a:t>
              </a: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75590"/>
                  </a:solidFill>
                  <a:effectLst/>
                  <a:uLnTx/>
                  <a:uFillTx/>
                  <a:latin typeface="Courier" pitchFamily="49" charset="0"/>
                  <a:ea typeface="+mn-ea"/>
                  <a:cs typeface="+mn-cs"/>
                </a:rPr>
                <a:t>A1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7559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 is aborted and the object </a:t>
              </a:r>
              <a:b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7559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</a:b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7559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changes to </a:t>
              </a: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75590"/>
                  </a:solidFill>
                  <a:effectLst/>
                  <a:uLnTx/>
                  <a:uFillTx/>
                  <a:latin typeface="Courier" pitchFamily="49" charset="0"/>
                  <a:ea typeface="+mn-ea"/>
                  <a:cs typeface="+mn-cs"/>
                </a:rPr>
                <a:t>S2</a:t>
              </a:r>
            </a:p>
          </p:txBody>
        </p:sp>
        <p:sp>
          <p:nvSpPr>
            <p:cNvPr id="20" name="Textfeld 19"/>
            <p:cNvSpPr txBox="1"/>
            <p:nvPr/>
          </p:nvSpPr>
          <p:spPr>
            <a:xfrm>
              <a:off x="3066958" y="2385696"/>
              <a:ext cx="565841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7559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If </a:t>
              </a:r>
              <a:r>
                <a:rPr kumimoji="0" lang="en-US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75590"/>
                  </a:solidFill>
                  <a:effectLst/>
                  <a:uLnTx/>
                  <a:uFillTx/>
                  <a:latin typeface="Courier" pitchFamily="49" charset="0"/>
                  <a:ea typeface="+mn-ea"/>
                  <a:cs typeface="+mn-cs"/>
                </a:rPr>
                <a:t>e1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7559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 occurs and </a:t>
              </a: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75590"/>
                  </a:solidFill>
                  <a:effectLst/>
                  <a:uLnTx/>
                  <a:uFillTx/>
                  <a:latin typeface="Courier" pitchFamily="49" charset="0"/>
                  <a:ea typeface="+mn-ea"/>
                  <a:cs typeface="+mn-cs"/>
                </a:rPr>
                <a:t>g1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7559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 evaluates to true, </a:t>
              </a: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75590"/>
                  </a:solidFill>
                  <a:effectLst/>
                  <a:uLnTx/>
                  <a:uFillTx/>
                  <a:latin typeface="Courier" pitchFamily="49" charset="0"/>
                  <a:ea typeface="+mn-ea"/>
                  <a:cs typeface="+mn-cs"/>
                </a:rPr>
                <a:t>A1 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7559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is aborted and the object changes to </a:t>
              </a: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75590"/>
                  </a:solidFill>
                  <a:effectLst/>
                  <a:uLnTx/>
                  <a:uFillTx/>
                  <a:latin typeface="Courier" pitchFamily="49" charset="0"/>
                  <a:ea typeface="+mn-ea"/>
                  <a:cs typeface="+mn-cs"/>
                </a:rPr>
                <a:t>S2</a:t>
              </a:r>
            </a:p>
          </p:txBody>
        </p:sp>
        <p:sp>
          <p:nvSpPr>
            <p:cNvPr id="22" name="Textfeld 21"/>
            <p:cNvSpPr txBox="1"/>
            <p:nvPr/>
          </p:nvSpPr>
          <p:spPr>
            <a:xfrm>
              <a:off x="3066959" y="3483339"/>
              <a:ext cx="565841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7559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As soon as the execution of </a:t>
              </a: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75590"/>
                  </a:solidFill>
                  <a:effectLst/>
                  <a:uLnTx/>
                  <a:uFillTx/>
                  <a:latin typeface="Courier" pitchFamily="49" charset="0"/>
                  <a:ea typeface="+mn-ea"/>
                  <a:cs typeface="+mn-cs"/>
                </a:rPr>
                <a:t>A1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7559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 is finished, a completion event is generated that initiates the transition to </a:t>
              </a:r>
              <a:r>
                <a:rPr kumimoji="0" lang="en-US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75590"/>
                  </a:solidFill>
                  <a:effectLst/>
                  <a:uLnTx/>
                  <a:uFillTx/>
                  <a:latin typeface="Courier" pitchFamily="49" charset="0"/>
                  <a:ea typeface="+mn-ea"/>
                  <a:cs typeface="+mn-cs"/>
                </a:rPr>
                <a:t>S2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75590"/>
                </a:solidFill>
                <a:effectLst/>
                <a:uLnTx/>
                <a:uFillTx/>
                <a:latin typeface="Courier" pitchFamily="49" charset="0"/>
                <a:ea typeface="+mn-ea"/>
                <a:cs typeface="+mn-cs"/>
              </a:endParaRPr>
            </a:p>
          </p:txBody>
        </p:sp>
        <p:sp>
          <p:nvSpPr>
            <p:cNvPr id="23" name="Textfeld 22"/>
            <p:cNvSpPr txBox="1"/>
            <p:nvPr/>
          </p:nvSpPr>
          <p:spPr>
            <a:xfrm>
              <a:off x="3066958" y="4571911"/>
              <a:ext cx="5658417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7559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As soon as the execution of </a:t>
              </a: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75590"/>
                  </a:solidFill>
                  <a:effectLst/>
                  <a:uLnTx/>
                  <a:uFillTx/>
                  <a:latin typeface="Courier" pitchFamily="49" charset="0"/>
                  <a:ea typeface="+mn-ea"/>
                  <a:cs typeface="+mn-cs"/>
                </a:rPr>
                <a:t>A1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7559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 is finished, a completion event is generated; if </a:t>
              </a: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75590"/>
                  </a:solidFill>
                  <a:effectLst/>
                  <a:uLnTx/>
                  <a:uFillTx/>
                  <a:latin typeface="Courier" pitchFamily="49" charset="0"/>
                  <a:ea typeface="+mn-ea"/>
                  <a:cs typeface="+mn-cs"/>
                </a:rPr>
                <a:t>g1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7559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 evaluates to true, the transition takes place; If not, this transition can never happen</a:t>
              </a:r>
            </a:p>
          </p:txBody>
        </p:sp>
        <p:pic>
          <p:nvPicPr>
            <p:cNvPr id="5" name="Grafik 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7881" y="1690131"/>
              <a:ext cx="2449181" cy="542360"/>
            </a:xfrm>
            <a:prstGeom prst="rect">
              <a:avLst/>
            </a:prstGeom>
          </p:spPr>
        </p:pic>
        <p:pic>
          <p:nvPicPr>
            <p:cNvPr id="8" name="Grafik 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7881" y="2622347"/>
              <a:ext cx="2449181" cy="542360"/>
            </a:xfrm>
            <a:prstGeom prst="rect">
              <a:avLst/>
            </a:prstGeom>
          </p:spPr>
        </p:pic>
        <p:pic>
          <p:nvPicPr>
            <p:cNvPr id="12" name="Grafik 1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7881" y="3719990"/>
              <a:ext cx="2449181" cy="542360"/>
            </a:xfrm>
            <a:prstGeom prst="rect">
              <a:avLst/>
            </a:prstGeom>
          </p:spPr>
        </p:pic>
        <p:pic>
          <p:nvPicPr>
            <p:cNvPr id="14" name="Grafik 13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7881" y="4962450"/>
              <a:ext cx="2449181" cy="542360"/>
            </a:xfrm>
            <a:prstGeom prst="rect">
              <a:avLst/>
            </a:prstGeom>
          </p:spPr>
        </p:pic>
      </p:grp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AEA27A2-62FB-48B7-A924-1BB8CC709EB3}" type="slidenum">
              <a:rPr kumimoji="0" 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1251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000" y="1800000"/>
            <a:ext cx="5937621" cy="1160067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Transition – Sequence of Activity Executions</a:t>
            </a:r>
            <a:endParaRPr lang="en-US" dirty="0"/>
          </a:p>
        </p:txBody>
      </p:sp>
      <p:pic>
        <p:nvPicPr>
          <p:cNvPr id="22" name="Grafik 2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000" y="1800000"/>
            <a:ext cx="5937621" cy="1160067"/>
          </a:xfrm>
          <a:prstGeom prst="rect">
            <a:avLst/>
          </a:prstGeom>
        </p:spPr>
      </p:pic>
      <p:sp>
        <p:nvSpPr>
          <p:cNvPr id="29" name="Textplatzhalter 2"/>
          <p:cNvSpPr>
            <a:spLocks noGrp="1"/>
          </p:cNvSpPr>
          <p:nvPr>
            <p:ph type="body" sz="quarter" idx="13"/>
          </p:nvPr>
        </p:nvSpPr>
        <p:spPr>
          <a:xfrm>
            <a:off x="324000" y="1144800"/>
            <a:ext cx="8534280" cy="4713092"/>
          </a:xfrm>
        </p:spPr>
        <p:txBody>
          <a:bodyPr/>
          <a:lstStyle/>
          <a:p>
            <a:r>
              <a:rPr lang="en-US" dirty="0"/>
              <a:t>Assume </a:t>
            </a:r>
            <a:r>
              <a:rPr lang="en-US" b="1" dirty="0">
                <a:latin typeface="Courier"/>
              </a:rPr>
              <a:t>S1</a:t>
            </a:r>
            <a:r>
              <a:rPr lang="en-US" dirty="0"/>
              <a:t> is active … what is the value of </a:t>
            </a:r>
            <a:r>
              <a:rPr lang="en-US" b="1" dirty="0">
                <a:latin typeface="Courier" pitchFamily="49" charset="0"/>
              </a:rPr>
              <a:t>x</a:t>
            </a:r>
            <a:r>
              <a:rPr lang="en-US" dirty="0"/>
              <a:t> after </a:t>
            </a:r>
            <a:r>
              <a:rPr lang="en-US" b="1" dirty="0">
                <a:latin typeface="Courier" pitchFamily="49" charset="0"/>
              </a:rPr>
              <a:t>e</a:t>
            </a:r>
            <a:r>
              <a:rPr lang="en-US" dirty="0"/>
              <a:t> occurred?</a:t>
            </a:r>
          </a:p>
        </p:txBody>
      </p:sp>
      <p:sp>
        <p:nvSpPr>
          <p:cNvPr id="30" name="Textfeld 29"/>
          <p:cNvSpPr txBox="1"/>
          <p:nvPr/>
        </p:nvSpPr>
        <p:spPr>
          <a:xfrm>
            <a:off x="683640" y="3136279"/>
            <a:ext cx="48958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75590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S1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7559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becomes active,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75590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x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7559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is set to the value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75590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4</a:t>
            </a:r>
          </a:p>
        </p:txBody>
      </p:sp>
      <p:sp>
        <p:nvSpPr>
          <p:cNvPr id="31" name="Textfeld 30"/>
          <p:cNvSpPr txBox="1"/>
          <p:nvPr/>
        </p:nvSpPr>
        <p:spPr>
          <a:xfrm>
            <a:off x="683640" y="4229075"/>
            <a:ext cx="26324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75590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S1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7559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is left,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75590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x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7559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is set to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75590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5</a:t>
            </a:r>
          </a:p>
        </p:txBody>
      </p:sp>
      <p:sp>
        <p:nvSpPr>
          <p:cNvPr id="32" name="Textfeld 31"/>
          <p:cNvSpPr txBox="1"/>
          <p:nvPr/>
        </p:nvSpPr>
        <p:spPr>
          <a:xfrm>
            <a:off x="683640" y="3682677"/>
            <a:ext cx="61205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75590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7559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occurs, the guard is checked and evaluates to true</a:t>
            </a:r>
          </a:p>
        </p:txBody>
      </p:sp>
      <p:sp>
        <p:nvSpPr>
          <p:cNvPr id="33" name="Textfeld 32"/>
          <p:cNvSpPr txBox="1"/>
          <p:nvPr/>
        </p:nvSpPr>
        <p:spPr>
          <a:xfrm>
            <a:off x="683640" y="4801628"/>
            <a:ext cx="47307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7559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The transition takes place,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75590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x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7559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is set to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75590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10</a:t>
            </a:r>
          </a:p>
        </p:txBody>
      </p:sp>
      <p:sp>
        <p:nvSpPr>
          <p:cNvPr id="34" name="Textfeld 33"/>
          <p:cNvSpPr txBox="1"/>
          <p:nvPr/>
        </p:nvSpPr>
        <p:spPr>
          <a:xfrm>
            <a:off x="683640" y="5271123"/>
            <a:ext cx="33137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75590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S2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7559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is entered,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75590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x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7559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is set to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75590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11</a:t>
            </a:r>
          </a:p>
        </p:txBody>
      </p:sp>
      <p:pic>
        <p:nvPicPr>
          <p:cNvPr id="24" name="Grafik 2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997" y="1800000"/>
            <a:ext cx="5937621" cy="1160067"/>
          </a:xfrm>
          <a:prstGeom prst="rect">
            <a:avLst/>
          </a:prstGeom>
        </p:spPr>
      </p:pic>
      <p:pic>
        <p:nvPicPr>
          <p:cNvPr id="23" name="Grafik 2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998" y="1800000"/>
            <a:ext cx="5937621" cy="1160067"/>
          </a:xfrm>
          <a:prstGeom prst="rect">
            <a:avLst/>
          </a:prstGeom>
        </p:spPr>
      </p:pic>
      <p:pic>
        <p:nvPicPr>
          <p:cNvPr id="25" name="Grafik 2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999" y="1800000"/>
            <a:ext cx="5937621" cy="1160067"/>
          </a:xfrm>
          <a:prstGeom prst="rect">
            <a:avLst/>
          </a:prstGeom>
        </p:spPr>
      </p:pic>
      <p:pic>
        <p:nvPicPr>
          <p:cNvPr id="26" name="Grafik 2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999" y="1800000"/>
            <a:ext cx="5937621" cy="1160067"/>
          </a:xfrm>
          <a:prstGeom prst="rect">
            <a:avLst/>
          </a:prstGeom>
        </p:spPr>
      </p:pic>
      <p:pic>
        <p:nvPicPr>
          <p:cNvPr id="27" name="Grafik 2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000" y="1800000"/>
            <a:ext cx="5937621" cy="1160067"/>
          </a:xfrm>
          <a:prstGeom prst="rect">
            <a:avLst/>
          </a:prstGeom>
        </p:spPr>
      </p:pic>
      <p:sp>
        <p:nvSpPr>
          <p:cNvPr id="3" name="Foliennummernplatzhalt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AEA27A2-62FB-48B7-A924-1BB8CC709EB3}" type="slidenum">
              <a:rPr kumimoji="0" 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1102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/>
      <p:bldP spid="33" grpId="0"/>
      <p:bldP spid="3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Registration Status of an Exam</a:t>
            </a:r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979" y="2693783"/>
            <a:ext cx="7758043" cy="1470434"/>
          </a:xfrm>
          <a:prstGeom prst="rect">
            <a:avLst/>
          </a:prstGeom>
        </p:spPr>
      </p:pic>
      <p:sp>
        <p:nvSpPr>
          <p:cNvPr id="5" name="Foliennummernplatzhalt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AEA27A2-62FB-48B7-A924-1BB8CC709EB3}" type="slidenum">
              <a:rPr kumimoji="0" 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8141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 dirty="0"/>
              <a:t>Event – Types (1/2)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de-DE" b="1" dirty="0"/>
              <a:t>Signal event</a:t>
            </a:r>
          </a:p>
          <a:p>
            <a:pPr>
              <a:buNone/>
            </a:pPr>
            <a:r>
              <a:rPr lang="en-US" altLang="de-DE" dirty="0"/>
              <a:t>	Receipt of a signal</a:t>
            </a:r>
          </a:p>
          <a:p>
            <a:pPr lvl="1"/>
            <a:r>
              <a:rPr lang="en-US" altLang="de-DE" dirty="0"/>
              <a:t>E.g., </a:t>
            </a:r>
            <a:r>
              <a:rPr lang="en-US" altLang="de-DE" b="1" dirty="0" err="1">
                <a:latin typeface="Courier" pitchFamily="49" charset="0"/>
              </a:rPr>
              <a:t>rightmousedown</a:t>
            </a:r>
            <a:r>
              <a:rPr lang="en-US" altLang="de-DE" dirty="0"/>
              <a:t>, </a:t>
            </a:r>
            <a:r>
              <a:rPr lang="en-US" altLang="de-DE" b="1" dirty="0" err="1">
                <a:latin typeface="Courier" pitchFamily="49" charset="0"/>
              </a:rPr>
              <a:t>sendSMS</a:t>
            </a:r>
            <a:r>
              <a:rPr lang="en-US" altLang="de-DE" b="1" dirty="0">
                <a:latin typeface="Courier" pitchFamily="49" charset="0"/>
              </a:rPr>
              <a:t>(message)</a:t>
            </a:r>
          </a:p>
          <a:p>
            <a:r>
              <a:rPr lang="en-US" altLang="de-DE" b="1" dirty="0"/>
              <a:t>Call event</a:t>
            </a:r>
          </a:p>
          <a:p>
            <a:pPr>
              <a:buNone/>
            </a:pPr>
            <a:r>
              <a:rPr lang="en-US" altLang="de-DE" dirty="0"/>
              <a:t>	Operation call</a:t>
            </a:r>
          </a:p>
          <a:p>
            <a:pPr lvl="1"/>
            <a:r>
              <a:rPr lang="en-US" altLang="de-DE" dirty="0"/>
              <a:t>E.g., </a:t>
            </a:r>
            <a:r>
              <a:rPr lang="en-US" altLang="de-DE" b="1" dirty="0">
                <a:latin typeface="Courier" pitchFamily="49" charset="0"/>
              </a:rPr>
              <a:t>occupy(</a:t>
            </a:r>
            <a:r>
              <a:rPr lang="en-US" altLang="de-DE" b="1" dirty="0" err="1">
                <a:latin typeface="Courier" pitchFamily="49" charset="0"/>
              </a:rPr>
              <a:t>user,lectureHall</a:t>
            </a:r>
            <a:r>
              <a:rPr lang="en-US" altLang="de-DE" b="1" dirty="0">
                <a:latin typeface="Courier" pitchFamily="49" charset="0"/>
              </a:rPr>
              <a:t>)</a:t>
            </a:r>
            <a:r>
              <a:rPr lang="en-US" altLang="de-DE" dirty="0"/>
              <a:t>, </a:t>
            </a:r>
            <a:r>
              <a:rPr lang="en-US" altLang="de-DE" b="1" dirty="0">
                <a:latin typeface="Courier" pitchFamily="49" charset="0"/>
              </a:rPr>
              <a:t>register(exam)</a:t>
            </a:r>
          </a:p>
          <a:p>
            <a:r>
              <a:rPr lang="en-US" altLang="de-DE" b="1" dirty="0"/>
              <a:t>Time event</a:t>
            </a:r>
          </a:p>
          <a:p>
            <a:pPr>
              <a:buNone/>
            </a:pPr>
            <a:r>
              <a:rPr lang="en-US" altLang="de-DE" dirty="0"/>
              <a:t>	Time-based state transition</a:t>
            </a:r>
          </a:p>
          <a:p>
            <a:pPr lvl="1"/>
            <a:r>
              <a:rPr lang="en-US" altLang="de-DE" dirty="0"/>
              <a:t>Relative: based on the time of the occurrence of the event</a:t>
            </a:r>
          </a:p>
          <a:p>
            <a:pPr lvl="2"/>
            <a:r>
              <a:rPr lang="en-US" altLang="de-DE" dirty="0"/>
              <a:t>E.g., </a:t>
            </a:r>
            <a:r>
              <a:rPr lang="en-US" altLang="de-DE" b="1" dirty="0">
                <a:latin typeface="Courier" pitchFamily="49" charset="0"/>
              </a:rPr>
              <a:t>after(5 seconds)</a:t>
            </a:r>
          </a:p>
          <a:p>
            <a:pPr lvl="1"/>
            <a:r>
              <a:rPr lang="en-US" altLang="de-DE" dirty="0"/>
              <a:t>Absolute</a:t>
            </a:r>
          </a:p>
          <a:p>
            <a:pPr lvl="2"/>
            <a:r>
              <a:rPr lang="en-US" altLang="de-DE" dirty="0"/>
              <a:t>E.g., </a:t>
            </a:r>
            <a:r>
              <a:rPr lang="en-US" altLang="de-DE" b="1" dirty="0">
                <a:latin typeface="Courier" pitchFamily="49" charset="0"/>
              </a:rPr>
              <a:t>when(time==16:00)</a:t>
            </a:r>
            <a:r>
              <a:rPr lang="en-US" altLang="de-DE" dirty="0"/>
              <a:t>, </a:t>
            </a:r>
            <a:r>
              <a:rPr lang="en-US" altLang="de-DE" b="1" dirty="0">
                <a:latin typeface="Courier" pitchFamily="49" charset="0"/>
              </a:rPr>
              <a:t>when(date==20150101)</a:t>
            </a: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AEA27A2-62FB-48B7-A924-1BB8CC709EB3}" type="slidenum">
              <a:rPr kumimoji="0" 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759165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– Types (2/2)</a:t>
            </a:r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0334" y="1246400"/>
            <a:ext cx="1738841" cy="1272718"/>
          </a:xfrm>
          <a:prstGeom prst="rect">
            <a:avLst/>
          </a:prstGeom>
        </p:spPr>
      </p:pic>
      <p:sp>
        <p:nvSpPr>
          <p:cNvPr id="16" name="Textplatzhalter 2"/>
          <p:cNvSpPr>
            <a:spLocks noGrp="1"/>
          </p:cNvSpPr>
          <p:nvPr>
            <p:ph type="body" sz="quarter" idx="13"/>
          </p:nvPr>
        </p:nvSpPr>
        <p:spPr>
          <a:xfrm>
            <a:off x="324000" y="1144800"/>
            <a:ext cx="6555771" cy="4713092"/>
          </a:xfrm>
        </p:spPr>
        <p:txBody>
          <a:bodyPr/>
          <a:lstStyle/>
          <a:p>
            <a:r>
              <a:rPr lang="en-US" altLang="de-DE" b="1" dirty="0"/>
              <a:t>Any receive event</a:t>
            </a:r>
          </a:p>
          <a:p>
            <a:pPr>
              <a:buNone/>
            </a:pPr>
            <a:r>
              <a:rPr lang="en-US" altLang="de-DE" dirty="0"/>
              <a:t>	Occurs when any event occurs that does not trigger another transition from the active state</a:t>
            </a:r>
          </a:p>
          <a:p>
            <a:pPr lvl="1"/>
            <a:r>
              <a:rPr lang="en-US" altLang="de-DE" dirty="0"/>
              <a:t>Keyword </a:t>
            </a:r>
            <a:r>
              <a:rPr lang="en-US" altLang="de-DE" b="1" dirty="0">
                <a:latin typeface="Courier" pitchFamily="49" charset="0"/>
              </a:rPr>
              <a:t>all</a:t>
            </a:r>
          </a:p>
          <a:p>
            <a:r>
              <a:rPr lang="en-US" altLang="de-DE" b="1" dirty="0"/>
              <a:t>Completion event</a:t>
            </a:r>
          </a:p>
          <a:p>
            <a:pPr>
              <a:buNone/>
            </a:pPr>
            <a:r>
              <a:rPr lang="en-US" altLang="de-DE" dirty="0"/>
              <a:t>	Generated automatically when everything to be done in the current state is completed</a:t>
            </a:r>
          </a:p>
          <a:p>
            <a:r>
              <a:rPr lang="en-US" altLang="de-DE" b="1" dirty="0"/>
              <a:t>Change event</a:t>
            </a:r>
          </a:p>
          <a:p>
            <a:pPr>
              <a:buNone/>
            </a:pPr>
            <a:r>
              <a:rPr lang="en-US" altLang="de-DE" dirty="0"/>
              <a:t>	Permanently checking whether a condition becomes true</a:t>
            </a:r>
          </a:p>
          <a:p>
            <a:pPr lvl="1"/>
            <a:r>
              <a:rPr lang="en-US" altLang="de-DE" dirty="0"/>
              <a:t>E.g., </a:t>
            </a:r>
            <a:r>
              <a:rPr lang="en-US" altLang="de-DE" b="1" dirty="0">
                <a:latin typeface="Courier" pitchFamily="49" charset="0"/>
              </a:rPr>
              <a:t>when(x &gt; y), after(</a:t>
            </a:r>
            <a:r>
              <a:rPr lang="en-US" altLang="de-DE" b="1" dirty="0" err="1">
                <a:latin typeface="Courier" pitchFamily="49" charset="0"/>
              </a:rPr>
              <a:t>90min</a:t>
            </a:r>
            <a:r>
              <a:rPr lang="en-US" altLang="de-DE" b="1" dirty="0">
                <a:latin typeface="Courier" pitchFamily="49" charset="0"/>
              </a:rPr>
              <a:t>)</a:t>
            </a:r>
          </a:p>
          <a:p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AEA27A2-62FB-48B7-A924-1BB8CC709EB3}" type="slidenum">
              <a:rPr kumimoji="0" 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5257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Event vs. Guard</a:t>
            </a:r>
          </a:p>
        </p:txBody>
      </p:sp>
      <p:sp>
        <p:nvSpPr>
          <p:cNvPr id="7" name="Textfeld 6"/>
          <p:cNvSpPr txBox="1"/>
          <p:nvPr/>
        </p:nvSpPr>
        <p:spPr>
          <a:xfrm>
            <a:off x="3824066" y="1180950"/>
            <a:ext cx="25737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Checked permanently</a:t>
            </a:r>
          </a:p>
        </p:txBody>
      </p:sp>
      <p:sp>
        <p:nvSpPr>
          <p:cNvPr id="8" name="Textfeld 7"/>
          <p:cNvSpPr txBox="1"/>
          <p:nvPr/>
        </p:nvSpPr>
        <p:spPr>
          <a:xfrm>
            <a:off x="3208338" y="5206614"/>
            <a:ext cx="31895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Only checked when event occurs</a:t>
            </a:r>
          </a:p>
        </p:txBody>
      </p:sp>
      <p:sp>
        <p:nvSpPr>
          <p:cNvPr id="9" name="Line 28"/>
          <p:cNvSpPr>
            <a:spLocks noChangeShapeType="1"/>
          </p:cNvSpPr>
          <p:nvPr/>
        </p:nvSpPr>
        <p:spPr bwMode="auto">
          <a:xfrm flipH="1">
            <a:off x="4803096" y="1568420"/>
            <a:ext cx="0" cy="752475"/>
          </a:xfrm>
          <a:prstGeom prst="line">
            <a:avLst/>
          </a:prstGeom>
          <a:noFill/>
          <a:ln w="12700">
            <a:solidFill>
              <a:srgbClr val="FE8400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1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10" name="Line 28"/>
          <p:cNvSpPr>
            <a:spLocks noChangeShapeType="1"/>
          </p:cNvSpPr>
          <p:nvPr/>
        </p:nvSpPr>
        <p:spPr bwMode="auto">
          <a:xfrm flipH="1" flipV="1">
            <a:off x="4803096" y="4338411"/>
            <a:ext cx="0" cy="805089"/>
          </a:xfrm>
          <a:prstGeom prst="line">
            <a:avLst/>
          </a:prstGeom>
          <a:noFill/>
          <a:ln w="12700">
            <a:solidFill>
              <a:srgbClr val="FE8400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1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2897774" y="6130509"/>
            <a:ext cx="4865434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AT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Question</a:t>
            </a:r>
            <a:r>
              <a:rPr kumimoji="0" lang="de-AT" sz="1600" b="0" i="1" u="none" strike="noStrike" kern="1200" cap="none" spc="0" normalizeH="0" baseline="0" noProof="0" dirty="0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</a:t>
            </a:r>
            <a:r>
              <a:rPr kumimoji="0" lang="de-AT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What</a:t>
            </a:r>
            <a:r>
              <a:rPr kumimoji="0" lang="de-AT" sz="1600" b="0" i="1" u="none" strike="noStrike" kern="1200" cap="none" spc="0" normalizeH="0" baseline="0" noProof="0" dirty="0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de-AT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if</a:t>
            </a:r>
            <a:r>
              <a:rPr kumimoji="0" lang="de-AT" sz="1600" b="0" i="1" u="none" strike="noStrike" kern="1200" cap="none" spc="0" normalizeH="0" baseline="0" noProof="0" dirty="0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de-AT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the</a:t>
            </a:r>
            <a:r>
              <a:rPr kumimoji="0" lang="de-AT" sz="1600" b="0" i="1" u="none" strike="noStrike" kern="1200" cap="none" spc="0" normalizeH="0" baseline="0" noProof="0" dirty="0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de-AT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lecture</a:t>
            </a:r>
            <a:r>
              <a:rPr kumimoji="0" lang="de-AT" sz="1600" b="0" i="1" u="none" strike="noStrike" kern="1200" cap="none" spc="0" normalizeH="0" baseline="0" noProof="0" dirty="0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de-AT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is</a:t>
            </a:r>
            <a:r>
              <a:rPr kumimoji="0" lang="de-AT" sz="1600" b="0" i="1" u="none" strike="noStrike" kern="1200" cap="none" spc="0" normalizeH="0" baseline="0" noProof="0" dirty="0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de-AT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shorter</a:t>
            </a:r>
            <a:r>
              <a:rPr kumimoji="0" lang="de-AT" sz="1600" b="0" i="1" u="none" strike="noStrike" kern="1200" cap="none" spc="0" normalizeH="0" baseline="0" noProof="0" dirty="0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de-AT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than</a:t>
            </a:r>
            <a:r>
              <a:rPr kumimoji="0" lang="de-AT" sz="1600" b="0" i="1" u="none" strike="noStrike" kern="1200" cap="none" spc="0" normalizeH="0" baseline="0" noProof="0" dirty="0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90min?</a:t>
            </a:r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970" y="2320895"/>
            <a:ext cx="7034060" cy="2216210"/>
          </a:xfrm>
          <a:prstGeom prst="rect">
            <a:avLst/>
          </a:prstGeom>
        </p:spPr>
      </p:pic>
      <p:sp>
        <p:nvSpPr>
          <p:cNvPr id="5" name="Foliennummernplatzhalt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AEA27A2-62FB-48B7-A924-1BB8CC709EB3}" type="slidenum">
              <a:rPr kumimoji="0" 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9159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State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“Start” of a state machine diagram</a:t>
            </a:r>
          </a:p>
          <a:p>
            <a:r>
              <a:rPr lang="en-US" dirty="0" err="1"/>
              <a:t>Pseudostate</a:t>
            </a:r>
            <a:endParaRPr lang="en-US" dirty="0"/>
          </a:p>
          <a:p>
            <a:pPr lvl="1"/>
            <a:r>
              <a:rPr lang="en-US" dirty="0"/>
              <a:t>Transient, i.e.,  system cannot remain in that state</a:t>
            </a:r>
          </a:p>
          <a:p>
            <a:pPr lvl="1"/>
            <a:r>
              <a:rPr lang="en-US" dirty="0"/>
              <a:t>Rather a control structure than a real state</a:t>
            </a:r>
          </a:p>
          <a:p>
            <a:r>
              <a:rPr lang="en-US" dirty="0"/>
              <a:t>No incoming edges</a:t>
            </a:r>
          </a:p>
          <a:p>
            <a:r>
              <a:rPr lang="en-US" dirty="0"/>
              <a:t>If &gt;1 outgoing edges</a:t>
            </a:r>
          </a:p>
          <a:p>
            <a:pPr lvl="1"/>
            <a:r>
              <a:rPr lang="en-US" dirty="0"/>
              <a:t>Guards must be mutually exclusive(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trừ</a:t>
            </a:r>
            <a:r>
              <a:rPr lang="en-US" dirty="0"/>
              <a:t> </a:t>
            </a:r>
            <a:r>
              <a:rPr lang="en-US" dirty="0" err="1"/>
              <a:t>lẫn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) and cover all possible cases to ensure that exactly one target state is reached</a:t>
            </a:r>
          </a:p>
          <a:p>
            <a:r>
              <a:rPr lang="en-US" dirty="0"/>
              <a:t>If initial state becomes active, the object immediately switches to the next state</a:t>
            </a:r>
          </a:p>
          <a:p>
            <a:pPr lvl="1"/>
            <a:r>
              <a:rPr lang="en-US" dirty="0"/>
              <a:t>No events allowed on the outgoing edges (exception: </a:t>
            </a:r>
            <a:r>
              <a:rPr lang="en-US" b="1" dirty="0">
                <a:latin typeface="Courier" pitchFamily="49" charset="0"/>
              </a:rPr>
              <a:t>new()</a:t>
            </a:r>
            <a:r>
              <a:rPr lang="en-US" dirty="0"/>
              <a:t>)</a:t>
            </a:r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5710" y="398802"/>
            <a:ext cx="283465" cy="283465"/>
          </a:xfrm>
          <a:prstGeom prst="rect">
            <a:avLst/>
          </a:prstGeom>
        </p:spPr>
      </p:pic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AEA27A2-62FB-48B7-A924-1BB8CC709EB3}" type="slidenum">
              <a:rPr kumimoji="0" 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467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State and Terminate Node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Final State (</a:t>
            </a:r>
            <a:r>
              <a:rPr lang="en-US" b="1" dirty="0" err="1"/>
              <a:t>trạng</a:t>
            </a:r>
            <a:r>
              <a:rPr lang="en-US" b="1" dirty="0"/>
              <a:t> </a:t>
            </a:r>
            <a:r>
              <a:rPr lang="en-US" b="1" dirty="0" err="1"/>
              <a:t>thái</a:t>
            </a:r>
            <a:r>
              <a:rPr lang="en-US" b="1" dirty="0"/>
              <a:t> </a:t>
            </a:r>
            <a:r>
              <a:rPr lang="en-US" b="1" dirty="0" err="1"/>
              <a:t>cuối</a:t>
            </a:r>
            <a:r>
              <a:rPr lang="en-US" b="1" dirty="0"/>
              <a:t>)</a:t>
            </a:r>
          </a:p>
          <a:p>
            <a:r>
              <a:rPr lang="en-US" dirty="0"/>
              <a:t>Real state (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thật</a:t>
            </a:r>
            <a:r>
              <a:rPr lang="en-US" dirty="0"/>
              <a:t>)</a:t>
            </a:r>
          </a:p>
          <a:p>
            <a:r>
              <a:rPr lang="en-US" dirty="0"/>
              <a:t>Marks the end of the sequence of states</a:t>
            </a:r>
          </a:p>
          <a:p>
            <a:r>
              <a:rPr lang="en-US" dirty="0"/>
              <a:t>Object can remain in a final state forever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Terminate Node (</a:t>
            </a:r>
            <a:r>
              <a:rPr lang="en-US" b="1" dirty="0" err="1"/>
              <a:t>trạng</a:t>
            </a:r>
            <a:r>
              <a:rPr lang="en-US" b="1" dirty="0"/>
              <a:t> </a:t>
            </a:r>
            <a:r>
              <a:rPr lang="en-US" b="1" dirty="0" err="1"/>
              <a:t>thái</a:t>
            </a:r>
            <a:r>
              <a:rPr lang="en-US" b="1" dirty="0"/>
              <a:t> </a:t>
            </a:r>
            <a:r>
              <a:rPr lang="en-US" b="1" dirty="0" err="1"/>
              <a:t>ngừng</a:t>
            </a:r>
            <a:r>
              <a:rPr lang="en-US" b="1" dirty="0"/>
              <a:t>)</a:t>
            </a:r>
          </a:p>
          <a:p>
            <a:r>
              <a:rPr lang="en-US" dirty="0" err="1"/>
              <a:t>Pseudostate</a:t>
            </a:r>
            <a:r>
              <a:rPr lang="en-US" dirty="0"/>
              <a:t> (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ảo</a:t>
            </a:r>
            <a:r>
              <a:rPr lang="en-US" dirty="0"/>
              <a:t>)</a:t>
            </a:r>
          </a:p>
          <a:p>
            <a:r>
              <a:rPr lang="en-US" dirty="0"/>
              <a:t>Terminates the state machine</a:t>
            </a:r>
          </a:p>
          <a:p>
            <a:r>
              <a:rPr lang="en-US" dirty="0"/>
              <a:t>The modeled object ceases to exist (= is deleted)</a:t>
            </a:r>
          </a:p>
          <a:p>
            <a:endParaRPr lang="en-US" dirty="0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1080" y="1295400"/>
            <a:ext cx="283465" cy="283465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3377" y="2967599"/>
            <a:ext cx="201168" cy="201168"/>
          </a:xfrm>
          <a:prstGeom prst="rect">
            <a:avLst/>
          </a:prstGeom>
        </p:spPr>
      </p:pic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FE6D2D-A912-482E-86DF-3EC6C1F121A1}" type="slidenum">
              <a:rPr kumimoji="0" lang="de-DE" alt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de-DE" alt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2757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Node (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quyết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)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err="1"/>
              <a:t>Pseudostate</a:t>
            </a:r>
            <a:r>
              <a:rPr lang="en-US" dirty="0"/>
              <a:t> (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ảo</a:t>
            </a:r>
            <a:r>
              <a:rPr lang="en-US" dirty="0"/>
              <a:t>)</a:t>
            </a:r>
          </a:p>
          <a:p>
            <a:r>
              <a:rPr lang="en-US" dirty="0"/>
              <a:t>Used to model alternative transitions (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lựa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11" name="Textfeld 10"/>
          <p:cNvSpPr txBox="1"/>
          <p:nvPr/>
        </p:nvSpPr>
        <p:spPr>
          <a:xfrm>
            <a:off x="4340745" y="2258778"/>
            <a:ext cx="12472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equivalent?</a:t>
            </a:r>
          </a:p>
        </p:txBody>
      </p:sp>
      <p:sp>
        <p:nvSpPr>
          <p:cNvPr id="12" name="Textfeld 11"/>
          <p:cNvSpPr txBox="1"/>
          <p:nvPr/>
        </p:nvSpPr>
        <p:spPr>
          <a:xfrm>
            <a:off x="4622797" y="2674249"/>
            <a:ext cx="6006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=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E84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Textfeld 12"/>
          <p:cNvSpPr txBox="1"/>
          <p:nvPr/>
        </p:nvSpPr>
        <p:spPr>
          <a:xfrm>
            <a:off x="4653484" y="4809664"/>
            <a:ext cx="5392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≠</a:t>
            </a:r>
          </a:p>
        </p:txBody>
      </p:sp>
      <p:sp>
        <p:nvSpPr>
          <p:cNvPr id="14" name="Textfeld 13"/>
          <p:cNvSpPr txBox="1"/>
          <p:nvPr/>
        </p:nvSpPr>
        <p:spPr>
          <a:xfrm>
            <a:off x="4340744" y="4374235"/>
            <a:ext cx="12472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equivalent?</a:t>
            </a:r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168" y="2202245"/>
            <a:ext cx="3207495" cy="1167802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5543" y="2201046"/>
            <a:ext cx="2441289" cy="1167802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168" y="4333159"/>
            <a:ext cx="3207495" cy="1167802"/>
          </a:xfrm>
          <a:prstGeom prst="rect">
            <a:avLst/>
          </a:prstGeom>
        </p:spPr>
      </p:pic>
      <p:pic>
        <p:nvPicPr>
          <p:cNvPr id="16" name="Grafik 1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5543" y="4333159"/>
            <a:ext cx="2441289" cy="1167802"/>
          </a:xfrm>
          <a:prstGeom prst="rect">
            <a:avLst/>
          </a:prstGeom>
        </p:spPr>
      </p:pic>
      <p:pic>
        <p:nvPicPr>
          <p:cNvPr id="17" name="Grafik 1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6069" y="305888"/>
            <a:ext cx="1213106" cy="475489"/>
          </a:xfrm>
          <a:prstGeom prst="rect">
            <a:avLst/>
          </a:prstGeom>
        </p:spPr>
      </p:pic>
      <p:sp>
        <p:nvSpPr>
          <p:cNvPr id="8" name="Foliennummernplatzhalt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FE6D2D-A912-482E-86DF-3EC6C1F121A1}" type="slidenum">
              <a:rPr kumimoji="0" lang="de-DE" alt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de-DE" alt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3960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Decision Node </a:t>
            </a:r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476" y="1233210"/>
            <a:ext cx="6939049" cy="4391580"/>
          </a:xfrm>
          <a:prstGeom prst="rect">
            <a:avLst/>
          </a:prstGeom>
        </p:spPr>
      </p:pic>
      <p:sp>
        <p:nvSpPr>
          <p:cNvPr id="3" name="Foliennummernplatzhalt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AEA27A2-62FB-48B7-A924-1BB8CC709EB3}" type="slidenum">
              <a:rPr kumimoji="0" 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4936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Parallelization and Synchronization Node</a:t>
            </a:r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Parallelization node (</a:t>
            </a:r>
            <a:r>
              <a:rPr lang="en-US" b="1" dirty="0" err="1"/>
              <a:t>nút</a:t>
            </a:r>
            <a:r>
              <a:rPr lang="en-US" b="1" dirty="0"/>
              <a:t> song song)</a:t>
            </a:r>
          </a:p>
          <a:p>
            <a:r>
              <a:rPr lang="de-AT" dirty="0" err="1"/>
              <a:t>Pseudostate</a:t>
            </a:r>
            <a:endParaRPr lang="en-US" dirty="0"/>
          </a:p>
          <a:p>
            <a:r>
              <a:rPr lang="en-US" dirty="0"/>
              <a:t>Splits the control flow into multiple concurrent flows</a:t>
            </a:r>
          </a:p>
          <a:p>
            <a:r>
              <a:rPr lang="en-US" dirty="0"/>
              <a:t>1 incoming edge</a:t>
            </a:r>
          </a:p>
          <a:p>
            <a:r>
              <a:rPr lang="en-US" dirty="0"/>
              <a:t>&gt;1 outgoing edges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Synchronization node (</a:t>
            </a:r>
            <a:r>
              <a:rPr lang="en-US" b="1" dirty="0" err="1"/>
              <a:t>nút</a:t>
            </a:r>
            <a:r>
              <a:rPr lang="en-US" b="1" dirty="0"/>
              <a:t> </a:t>
            </a:r>
            <a:r>
              <a:rPr lang="en-US" b="1" dirty="0" err="1"/>
              <a:t>đồng</a:t>
            </a:r>
            <a:r>
              <a:rPr lang="en-US" b="1" dirty="0"/>
              <a:t> </a:t>
            </a:r>
            <a:r>
              <a:rPr lang="en-US" b="1" dirty="0" err="1"/>
              <a:t>bộ</a:t>
            </a:r>
            <a:r>
              <a:rPr lang="en-US" b="1" dirty="0"/>
              <a:t>)</a:t>
            </a:r>
          </a:p>
          <a:p>
            <a:r>
              <a:rPr lang="de-AT" dirty="0" err="1"/>
              <a:t>Pseudostate</a:t>
            </a:r>
            <a:endParaRPr lang="en-US" dirty="0"/>
          </a:p>
          <a:p>
            <a:r>
              <a:rPr lang="en-US" dirty="0"/>
              <a:t>Merges multiple concurrent flows</a:t>
            </a:r>
          </a:p>
          <a:p>
            <a:r>
              <a:rPr lang="en-US" dirty="0"/>
              <a:t>&gt;1 incoming edges</a:t>
            </a:r>
          </a:p>
          <a:p>
            <a:r>
              <a:rPr lang="en-US" dirty="0"/>
              <a:t>1 outgoing edge</a:t>
            </a:r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1551" y="1236263"/>
            <a:ext cx="868682" cy="762002"/>
          </a:xfrm>
          <a:prstGeom prst="rect">
            <a:avLst/>
          </a:prstGeom>
        </p:spPr>
      </p:pic>
      <p:pic>
        <p:nvPicPr>
          <p:cNvPr id="3" name="Grafik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8200" y="3568216"/>
            <a:ext cx="868682" cy="762002"/>
          </a:xfrm>
          <a:prstGeom prst="rect">
            <a:avLst/>
          </a:prstGeom>
        </p:spPr>
      </p:pic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FE6D2D-A912-482E-86DF-3EC6C1F121A1}" type="slidenum">
              <a:rPr kumimoji="0" lang="de-DE" alt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de-DE" alt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4047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540" y="3158422"/>
            <a:ext cx="6390919" cy="245577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Composite State (trạng thái tổng h</a:t>
            </a:r>
            <a:r>
              <a:rPr lang="en-US" dirty="0" err="1"/>
              <a:t>ợp</a:t>
            </a:r>
            <a:r>
              <a:rPr lang="en-US" dirty="0"/>
              <a:t>)</a:t>
            </a:r>
            <a:endParaRPr lang="de-AT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Synonyms: complex state (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phức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), nested state (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lồng</a:t>
            </a:r>
            <a:r>
              <a:rPr lang="en-US" dirty="0"/>
              <a:t>)</a:t>
            </a:r>
          </a:p>
          <a:p>
            <a:r>
              <a:rPr lang="en-US" dirty="0"/>
              <a:t>Contains other states – “</a:t>
            </a:r>
            <a:r>
              <a:rPr lang="en-US" dirty="0" err="1"/>
              <a:t>substates</a:t>
            </a:r>
            <a:r>
              <a:rPr lang="en-US" dirty="0"/>
              <a:t>“</a:t>
            </a:r>
          </a:p>
          <a:p>
            <a:pPr lvl="1"/>
            <a:r>
              <a:rPr lang="en-US" dirty="0"/>
              <a:t>Only one of its </a:t>
            </a:r>
            <a:r>
              <a:rPr lang="en-US" dirty="0" err="1"/>
              <a:t>substates</a:t>
            </a:r>
            <a:r>
              <a:rPr lang="en-US" dirty="0"/>
              <a:t> is active at any point in time</a:t>
            </a:r>
          </a:p>
          <a:p>
            <a:r>
              <a:rPr lang="en-US" dirty="0"/>
              <a:t>Arbitrary nesting depth of </a:t>
            </a:r>
            <a:r>
              <a:rPr lang="en-US" dirty="0" err="1"/>
              <a:t>substates</a:t>
            </a:r>
            <a:r>
              <a:rPr lang="en-US" dirty="0"/>
              <a:t> (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lồng</a:t>
            </a:r>
            <a:r>
              <a:rPr lang="en-US" dirty="0"/>
              <a:t> </a:t>
            </a:r>
            <a:r>
              <a:rPr lang="en-US" dirty="0" err="1"/>
              <a:t>phụ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substates</a:t>
            </a:r>
            <a:r>
              <a:rPr lang="en-US"/>
              <a:t>)</a:t>
            </a:r>
            <a:endParaRPr lang="en-US" dirty="0"/>
          </a:p>
        </p:txBody>
      </p:sp>
      <p:sp>
        <p:nvSpPr>
          <p:cNvPr id="6" name="Textfeld 5"/>
          <p:cNvSpPr txBox="1"/>
          <p:nvPr/>
        </p:nvSpPr>
        <p:spPr>
          <a:xfrm>
            <a:off x="5262479" y="3139805"/>
            <a:ext cx="16542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Composite state</a:t>
            </a:r>
          </a:p>
        </p:txBody>
      </p:sp>
      <p:sp>
        <p:nvSpPr>
          <p:cNvPr id="7" name="Line 28"/>
          <p:cNvSpPr>
            <a:spLocks noChangeShapeType="1"/>
          </p:cNvSpPr>
          <p:nvPr/>
        </p:nvSpPr>
        <p:spPr bwMode="auto">
          <a:xfrm flipH="1">
            <a:off x="5268324" y="3496976"/>
            <a:ext cx="821295" cy="669865"/>
          </a:xfrm>
          <a:prstGeom prst="line">
            <a:avLst/>
          </a:prstGeom>
          <a:noFill/>
          <a:ln w="12700">
            <a:solidFill>
              <a:srgbClr val="FE8400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1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8" name="Textfeld 7"/>
          <p:cNvSpPr txBox="1"/>
          <p:nvPr/>
        </p:nvSpPr>
        <p:spPr>
          <a:xfrm>
            <a:off x="3349044" y="5870647"/>
            <a:ext cx="10869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Substates</a:t>
            </a:r>
            <a:endParaRPr kumimoji="0" lang="en-US" sz="1600" b="0" i="1" u="none" strike="noStrike" kern="1200" cap="none" spc="0" normalizeH="0" baseline="0" noProof="0" dirty="0">
              <a:ln>
                <a:noFill/>
              </a:ln>
              <a:solidFill>
                <a:srgbClr val="FE84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Line 28"/>
          <p:cNvSpPr>
            <a:spLocks noChangeShapeType="1"/>
          </p:cNvSpPr>
          <p:nvPr/>
        </p:nvSpPr>
        <p:spPr bwMode="auto">
          <a:xfrm flipH="1" flipV="1">
            <a:off x="3313570" y="4808152"/>
            <a:ext cx="528149" cy="1048511"/>
          </a:xfrm>
          <a:prstGeom prst="line">
            <a:avLst/>
          </a:prstGeom>
          <a:noFill/>
          <a:ln w="12700">
            <a:solidFill>
              <a:srgbClr val="FE8400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1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10" name="Line 28"/>
          <p:cNvSpPr>
            <a:spLocks noChangeShapeType="1"/>
          </p:cNvSpPr>
          <p:nvPr/>
        </p:nvSpPr>
        <p:spPr bwMode="auto">
          <a:xfrm flipV="1">
            <a:off x="3930620" y="4806730"/>
            <a:ext cx="568581" cy="1049933"/>
          </a:xfrm>
          <a:prstGeom prst="line">
            <a:avLst/>
          </a:prstGeom>
          <a:noFill/>
          <a:ln w="12700">
            <a:solidFill>
              <a:srgbClr val="FE8400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1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FE6D2D-A912-482E-86DF-3EC6C1F121A1}" type="slidenum">
              <a:rPr kumimoji="0" lang="de-DE" alt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de-DE" alt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988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Entering</a:t>
            </a:r>
            <a:r>
              <a:rPr lang="de-AT" dirty="0"/>
              <a:t> a Composite State (1/2)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3"/>
          </p:nvPr>
        </p:nvSpPr>
        <p:spPr>
          <a:xfrm>
            <a:off x="324000" y="1144800"/>
            <a:ext cx="4171800" cy="4713092"/>
          </a:xfrm>
        </p:spPr>
        <p:txBody>
          <a:bodyPr/>
          <a:lstStyle/>
          <a:p>
            <a:r>
              <a:rPr lang="de-AT" dirty="0"/>
              <a:t>Transition </a:t>
            </a:r>
            <a:r>
              <a:rPr lang="de-AT" dirty="0" err="1"/>
              <a:t>to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boundary</a:t>
            </a:r>
            <a:endParaRPr lang="de-AT" dirty="0"/>
          </a:p>
          <a:p>
            <a:pPr lvl="1"/>
            <a:r>
              <a:rPr lang="de-AT" dirty="0"/>
              <a:t>Initial </a:t>
            </a:r>
            <a:r>
              <a:rPr lang="de-AT" dirty="0" err="1"/>
              <a:t>node</a:t>
            </a:r>
            <a:r>
              <a:rPr lang="de-AT" dirty="0"/>
              <a:t>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composite</a:t>
            </a:r>
            <a:r>
              <a:rPr lang="de-AT" dirty="0"/>
              <a:t> </a:t>
            </a:r>
            <a:r>
              <a:rPr lang="de-AT" dirty="0" err="1"/>
              <a:t>state</a:t>
            </a:r>
            <a:r>
              <a:rPr lang="de-AT" dirty="0"/>
              <a:t> </a:t>
            </a:r>
            <a:r>
              <a:rPr lang="de-AT" dirty="0" err="1"/>
              <a:t>is</a:t>
            </a:r>
            <a:r>
              <a:rPr lang="de-AT" dirty="0"/>
              <a:t> </a:t>
            </a:r>
            <a:r>
              <a:rPr lang="de-AT" dirty="0" err="1"/>
              <a:t>activated</a:t>
            </a:r>
            <a:endParaRPr lang="de-AT" dirty="0"/>
          </a:p>
        </p:txBody>
      </p:sp>
      <p:graphicFrame>
        <p:nvGraphicFramePr>
          <p:cNvPr id="6" name="Tabel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8588003"/>
              </p:ext>
            </p:extLst>
          </p:nvPr>
        </p:nvGraphicFramePr>
        <p:xfrm>
          <a:off x="4560064" y="1259933"/>
          <a:ext cx="4072386" cy="134093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5746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5746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5746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11387"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Event</a:t>
                      </a:r>
                    </a:p>
                  </a:txBody>
                  <a:tcPr marL="91453" marR="91453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State</a:t>
                      </a:r>
                    </a:p>
                  </a:txBody>
                  <a:tcPr marL="91453" marR="91453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dirty="0" err="1">
                          <a:solidFill>
                            <a:schemeClr val="tx1"/>
                          </a:solidFill>
                        </a:rPr>
                        <a:t>Executed</a:t>
                      </a:r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AT" sz="1400" dirty="0" err="1">
                          <a:solidFill>
                            <a:schemeClr val="tx1"/>
                          </a:solidFill>
                        </a:rPr>
                        <a:t>Activities</a:t>
                      </a:r>
                      <a:endParaRPr lang="de-AT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11387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</a:rPr>
                        <a:t>“Beginning“</a:t>
                      </a:r>
                    </a:p>
                  </a:txBody>
                  <a:tcPr marL="91453" marR="91453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S3</a:t>
                      </a:r>
                    </a:p>
                  </a:txBody>
                  <a:tcPr marL="91453" marR="91453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11387"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e2</a:t>
                      </a: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S1/S1.1</a:t>
                      </a: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a0-a2-a3-a4</a:t>
                      </a:r>
                    </a:p>
                  </a:txBody>
                  <a:tcPr marL="91453" marR="91453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pic>
        <p:nvPicPr>
          <p:cNvPr id="29" name="Grafik 2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000" y="2412000"/>
            <a:ext cx="7240914" cy="3385263"/>
          </a:xfrm>
          <a:prstGeom prst="rect">
            <a:avLst/>
          </a:prstGeom>
        </p:spPr>
      </p:pic>
      <p:pic>
        <p:nvPicPr>
          <p:cNvPr id="30" name="Grafik 2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000" y="2411999"/>
            <a:ext cx="7240914" cy="3385263"/>
          </a:xfrm>
          <a:prstGeom prst="rect">
            <a:avLst/>
          </a:prstGeom>
        </p:spPr>
      </p:pic>
      <p:pic>
        <p:nvPicPr>
          <p:cNvPr id="31" name="Grafik 3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000" y="2412000"/>
            <a:ext cx="7240914" cy="3385263"/>
          </a:xfrm>
          <a:prstGeom prst="rect">
            <a:avLst/>
          </a:prstGeom>
        </p:spPr>
      </p:pic>
      <p:sp>
        <p:nvSpPr>
          <p:cNvPr id="17" name="Rechteck 16"/>
          <p:cNvSpPr/>
          <p:nvPr/>
        </p:nvSpPr>
        <p:spPr bwMode="auto">
          <a:xfrm>
            <a:off x="2373235" y="-568672"/>
            <a:ext cx="789701" cy="40551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AT" sz="2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pic>
        <p:nvPicPr>
          <p:cNvPr id="32" name="Grafik 3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000" y="2412000"/>
            <a:ext cx="7240914" cy="3385263"/>
          </a:xfrm>
          <a:prstGeom prst="rect">
            <a:avLst/>
          </a:prstGeom>
        </p:spPr>
      </p:pic>
      <p:grpSp>
        <p:nvGrpSpPr>
          <p:cNvPr id="8" name="Gruppieren 7"/>
          <p:cNvGrpSpPr/>
          <p:nvPr/>
        </p:nvGrpSpPr>
        <p:grpSpPr>
          <a:xfrm>
            <a:off x="396000" y="2412000"/>
            <a:ext cx="7240914" cy="3385263"/>
            <a:chOff x="948764" y="2370358"/>
            <a:chExt cx="7240914" cy="3385263"/>
          </a:xfrm>
        </p:grpSpPr>
        <p:sp>
          <p:nvSpPr>
            <p:cNvPr id="20" name="Rechteck 19"/>
            <p:cNvSpPr/>
            <p:nvPr/>
          </p:nvSpPr>
          <p:spPr bwMode="auto">
            <a:xfrm>
              <a:off x="3779520" y="2417518"/>
              <a:ext cx="789701" cy="40551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AT" sz="2400" b="0" i="0" u="none" strike="noStrike" kern="1200" cap="none" spc="0" normalizeH="0" baseline="0" noProof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pic>
          <p:nvPicPr>
            <p:cNvPr id="33" name="Grafik 32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8764" y="2370358"/>
              <a:ext cx="7240914" cy="3385263"/>
            </a:xfrm>
            <a:prstGeom prst="rect">
              <a:avLst/>
            </a:prstGeom>
          </p:spPr>
        </p:pic>
      </p:grpSp>
      <p:pic>
        <p:nvPicPr>
          <p:cNvPr id="11" name="Grafik 1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000" y="2412000"/>
            <a:ext cx="7240915" cy="3385263"/>
          </a:xfrm>
          <a:prstGeom prst="rect">
            <a:avLst/>
          </a:prstGeom>
        </p:spPr>
      </p:pic>
      <p:pic>
        <p:nvPicPr>
          <p:cNvPr id="35" name="Grafik 3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99" y="2411999"/>
            <a:ext cx="7240914" cy="3385263"/>
          </a:xfrm>
          <a:prstGeom prst="rect">
            <a:avLst/>
          </a:prstGeom>
        </p:spPr>
      </p:pic>
      <p:pic>
        <p:nvPicPr>
          <p:cNvPr id="36" name="Grafik 35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98" y="2411999"/>
            <a:ext cx="7240914" cy="3385263"/>
          </a:xfrm>
          <a:prstGeom prst="rect">
            <a:avLst/>
          </a:prstGeom>
        </p:spPr>
      </p:pic>
      <p:pic>
        <p:nvPicPr>
          <p:cNvPr id="37" name="Grafik 36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000" y="2412000"/>
            <a:ext cx="7240914" cy="3385263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000" y="2411998"/>
            <a:ext cx="7240915" cy="3385263"/>
          </a:xfrm>
          <a:prstGeom prst="rect">
            <a:avLst/>
          </a:prstGeom>
        </p:spPr>
      </p:pic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FE6D2D-A912-482E-86DF-3EC6C1F121A1}" type="slidenum">
              <a:rPr kumimoji="0" lang="de-DE" alt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de-DE" alt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8658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Entering</a:t>
            </a:r>
            <a:r>
              <a:rPr lang="de-AT" dirty="0"/>
              <a:t> a Composite State (2/2)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AT" dirty="0"/>
              <a:t>Transition </a:t>
            </a:r>
            <a:r>
              <a:rPr lang="de-AT" dirty="0" err="1"/>
              <a:t>to</a:t>
            </a:r>
            <a:r>
              <a:rPr lang="de-AT" dirty="0"/>
              <a:t> a </a:t>
            </a:r>
            <a:r>
              <a:rPr lang="de-AT" dirty="0" err="1"/>
              <a:t>substate</a:t>
            </a:r>
            <a:endParaRPr lang="de-AT" dirty="0"/>
          </a:p>
          <a:p>
            <a:pPr lvl="1"/>
            <a:r>
              <a:rPr lang="de-AT" dirty="0" err="1"/>
              <a:t>Substate</a:t>
            </a:r>
            <a:r>
              <a:rPr lang="de-AT" dirty="0"/>
              <a:t> </a:t>
            </a:r>
            <a:r>
              <a:rPr lang="de-AT" dirty="0" err="1"/>
              <a:t>is</a:t>
            </a:r>
            <a:r>
              <a:rPr lang="de-AT" dirty="0"/>
              <a:t> </a:t>
            </a:r>
            <a:r>
              <a:rPr lang="de-AT" dirty="0" err="1"/>
              <a:t>activated</a:t>
            </a:r>
            <a:endParaRPr lang="de-AT" dirty="0"/>
          </a:p>
        </p:txBody>
      </p:sp>
      <p:graphicFrame>
        <p:nvGraphicFramePr>
          <p:cNvPr id="6" name="Tabel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2196716"/>
              </p:ext>
            </p:extLst>
          </p:nvPr>
        </p:nvGraphicFramePr>
        <p:xfrm>
          <a:off x="4557294" y="1265070"/>
          <a:ext cx="4072386" cy="134093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5746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5746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5746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11387"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Event</a:t>
                      </a:r>
                    </a:p>
                  </a:txBody>
                  <a:tcPr marL="91453" marR="91453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State</a:t>
                      </a:r>
                    </a:p>
                  </a:txBody>
                  <a:tcPr marL="91453" marR="91453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dirty="0" err="1">
                          <a:solidFill>
                            <a:schemeClr val="tx1"/>
                          </a:solidFill>
                        </a:rPr>
                        <a:t>Executed</a:t>
                      </a:r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AT" sz="1400" dirty="0" err="1">
                          <a:solidFill>
                            <a:schemeClr val="tx1"/>
                          </a:solidFill>
                        </a:rPr>
                        <a:t>Activities</a:t>
                      </a:r>
                      <a:endParaRPr lang="de-AT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11387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Beginning“</a:t>
                      </a:r>
                    </a:p>
                  </a:txBody>
                  <a:tcPr marL="91453" marR="91453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S3</a:t>
                      </a:r>
                    </a:p>
                  </a:txBody>
                  <a:tcPr marL="91453" marR="91453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11387"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e1</a:t>
                      </a: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S1/S1.2</a:t>
                      </a: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a0-a1-a3-a7</a:t>
                      </a:r>
                    </a:p>
                  </a:txBody>
                  <a:tcPr marL="91453" marR="91453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pic>
        <p:nvPicPr>
          <p:cNvPr id="7" name="Grafik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000" y="2412000"/>
            <a:ext cx="7240915" cy="3385263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000" y="2412000"/>
            <a:ext cx="7240915" cy="3385263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000" y="2412000"/>
            <a:ext cx="7240915" cy="3385263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000" y="2412000"/>
            <a:ext cx="7240915" cy="3385263"/>
          </a:xfrm>
          <a:prstGeom prst="rect">
            <a:avLst/>
          </a:prstGeom>
        </p:spPr>
      </p:pic>
      <p:pic>
        <p:nvPicPr>
          <p:cNvPr id="11" name="Grafik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728" y="2412000"/>
            <a:ext cx="7240915" cy="3385263"/>
          </a:xfrm>
          <a:prstGeom prst="rect">
            <a:avLst/>
          </a:prstGeom>
        </p:spPr>
      </p:pic>
      <p:pic>
        <p:nvPicPr>
          <p:cNvPr id="12" name="Grafik 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000" y="2412000"/>
            <a:ext cx="7240915" cy="3385263"/>
          </a:xfrm>
          <a:prstGeom prst="rect">
            <a:avLst/>
          </a:prstGeom>
        </p:spPr>
      </p:pic>
      <p:pic>
        <p:nvPicPr>
          <p:cNvPr id="13" name="Grafik 1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000" y="2412000"/>
            <a:ext cx="7240915" cy="3385263"/>
          </a:xfrm>
          <a:prstGeom prst="rect">
            <a:avLst/>
          </a:prstGeom>
        </p:spPr>
      </p:pic>
      <p:pic>
        <p:nvPicPr>
          <p:cNvPr id="14" name="Grafik 13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000" y="2412000"/>
            <a:ext cx="7240915" cy="3385263"/>
          </a:xfrm>
          <a:prstGeom prst="rect">
            <a:avLst/>
          </a:prstGeom>
        </p:spPr>
      </p:pic>
      <p:sp>
        <p:nvSpPr>
          <p:cNvPr id="16" name="Foliennummernplatzhalter 3"/>
          <p:cNvSpPr txBox="1">
            <a:spLocks/>
          </p:cNvSpPr>
          <p:nvPr/>
        </p:nvSpPr>
        <p:spPr bwMode="auto">
          <a:xfrm>
            <a:off x="7572375" y="6215063"/>
            <a:ext cx="106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40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i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i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i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i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i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i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i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i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23</a:t>
            </a: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000" y="2411999"/>
            <a:ext cx="7240915" cy="3385263"/>
          </a:xfrm>
          <a:prstGeom prst="rect">
            <a:avLst/>
          </a:prstGeom>
        </p:spPr>
      </p:pic>
      <p:sp>
        <p:nvSpPr>
          <p:cNvPr id="5" name="Foliennummernplatzhalt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FE6D2D-A912-482E-86DF-3EC6C1F121A1}" type="slidenum">
              <a:rPr kumimoji="0" lang="de-DE" alt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de-DE" alt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5511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Exiting</a:t>
            </a:r>
            <a:r>
              <a:rPr lang="de-AT" dirty="0"/>
              <a:t> </a:t>
            </a:r>
            <a:r>
              <a:rPr lang="de-AT" dirty="0" err="1"/>
              <a:t>from</a:t>
            </a:r>
            <a:r>
              <a:rPr lang="de-AT" dirty="0"/>
              <a:t> a Composite State (1/3)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AT" dirty="0"/>
              <a:t>Transition </a:t>
            </a:r>
            <a:r>
              <a:rPr lang="de-AT" dirty="0" err="1"/>
              <a:t>from</a:t>
            </a:r>
            <a:r>
              <a:rPr lang="de-AT" dirty="0"/>
              <a:t> a </a:t>
            </a:r>
            <a:r>
              <a:rPr lang="de-AT" dirty="0" err="1"/>
              <a:t>substate</a:t>
            </a:r>
            <a:endParaRPr lang="de-AT" dirty="0"/>
          </a:p>
        </p:txBody>
      </p:sp>
      <p:graphicFrame>
        <p:nvGraphicFramePr>
          <p:cNvPr id="6" name="Tabelle 5"/>
          <p:cNvGraphicFramePr>
            <a:graphicFrameLocks noGrp="1"/>
          </p:cNvGraphicFramePr>
          <p:nvPr/>
        </p:nvGraphicFramePr>
        <p:xfrm>
          <a:off x="4550914" y="1259100"/>
          <a:ext cx="4072386" cy="134093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5746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5746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5746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11387"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Event</a:t>
                      </a:r>
                    </a:p>
                  </a:txBody>
                  <a:tcPr marL="91453" marR="91453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State</a:t>
                      </a:r>
                    </a:p>
                  </a:txBody>
                  <a:tcPr marL="91453" marR="91453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dirty="0" err="1">
                          <a:solidFill>
                            <a:schemeClr val="tx1"/>
                          </a:solidFill>
                        </a:rPr>
                        <a:t>Executed</a:t>
                      </a:r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AT" sz="1400" dirty="0" err="1">
                          <a:solidFill>
                            <a:schemeClr val="tx1"/>
                          </a:solidFill>
                        </a:rPr>
                        <a:t>Activities</a:t>
                      </a:r>
                      <a:endParaRPr lang="de-AT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11387"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„</a:t>
                      </a:r>
                      <a:r>
                        <a:rPr lang="de-AT" sz="1400" dirty="0" err="1">
                          <a:solidFill>
                            <a:schemeClr val="tx1"/>
                          </a:solidFill>
                        </a:rPr>
                        <a:t>Beginning</a:t>
                      </a:r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 marL="91453" marR="91453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S1/S1.1</a:t>
                      </a:r>
                    </a:p>
                  </a:txBody>
                  <a:tcPr marL="91453" marR="91453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dirty="0" err="1">
                          <a:solidFill>
                            <a:schemeClr val="tx1"/>
                          </a:solidFill>
                        </a:rPr>
                        <a:t>a3-a4</a:t>
                      </a:r>
                      <a:endParaRPr lang="de-AT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11387"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e3</a:t>
                      </a: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S2</a:t>
                      </a: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a6-a5-a2-a1</a:t>
                      </a:r>
                    </a:p>
                  </a:txBody>
                  <a:tcPr marL="91453" marR="91453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pic>
        <p:nvPicPr>
          <p:cNvPr id="17" name="Grafik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2700000"/>
            <a:ext cx="7540415" cy="3046942"/>
          </a:xfrm>
          <a:prstGeom prst="rect">
            <a:avLst/>
          </a:prstGeom>
        </p:spPr>
      </p:pic>
      <p:pic>
        <p:nvPicPr>
          <p:cNvPr id="18" name="Grafik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2700000"/>
            <a:ext cx="7540415" cy="3046942"/>
          </a:xfrm>
          <a:prstGeom prst="rect">
            <a:avLst/>
          </a:prstGeom>
        </p:spPr>
      </p:pic>
      <p:pic>
        <p:nvPicPr>
          <p:cNvPr id="19" name="Grafik 1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998" y="2700000"/>
            <a:ext cx="7540415" cy="3046942"/>
          </a:xfrm>
          <a:prstGeom prst="rect">
            <a:avLst/>
          </a:prstGeom>
        </p:spPr>
      </p:pic>
      <p:pic>
        <p:nvPicPr>
          <p:cNvPr id="20" name="Grafik 1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999" y="2700000"/>
            <a:ext cx="7540415" cy="3046942"/>
          </a:xfrm>
          <a:prstGeom prst="rect">
            <a:avLst/>
          </a:prstGeom>
        </p:spPr>
      </p:pic>
      <p:pic>
        <p:nvPicPr>
          <p:cNvPr id="21" name="Grafik 2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2700000"/>
            <a:ext cx="7540415" cy="3046942"/>
          </a:xfrm>
          <a:prstGeom prst="rect">
            <a:avLst/>
          </a:prstGeom>
        </p:spPr>
      </p:pic>
      <p:pic>
        <p:nvPicPr>
          <p:cNvPr id="22" name="Grafik 2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2700000"/>
            <a:ext cx="7540415" cy="3046942"/>
          </a:xfrm>
          <a:prstGeom prst="rect">
            <a:avLst/>
          </a:prstGeom>
        </p:spPr>
      </p:pic>
      <p:pic>
        <p:nvPicPr>
          <p:cNvPr id="23" name="Grafik 2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2700000"/>
            <a:ext cx="7540415" cy="3046942"/>
          </a:xfrm>
          <a:prstGeom prst="rect">
            <a:avLst/>
          </a:prstGeom>
        </p:spPr>
      </p:pic>
      <p:pic>
        <p:nvPicPr>
          <p:cNvPr id="24" name="Grafik 23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2700000"/>
            <a:ext cx="7540415" cy="3046942"/>
          </a:xfrm>
          <a:prstGeom prst="rect">
            <a:avLst/>
          </a:prstGeom>
        </p:spPr>
      </p:pic>
      <p:pic>
        <p:nvPicPr>
          <p:cNvPr id="25" name="Grafik 24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2700000"/>
            <a:ext cx="7540415" cy="3046942"/>
          </a:xfrm>
          <a:prstGeom prst="rect">
            <a:avLst/>
          </a:prstGeom>
        </p:spPr>
      </p:pic>
      <p:pic>
        <p:nvPicPr>
          <p:cNvPr id="26" name="Grafik 25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2700000"/>
            <a:ext cx="7540415" cy="3046942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997" y="2700000"/>
            <a:ext cx="7540415" cy="3046942"/>
          </a:xfrm>
          <a:prstGeom prst="rect">
            <a:avLst/>
          </a:prstGeom>
        </p:spPr>
      </p:pic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FE6D2D-A912-482E-86DF-3EC6C1F121A1}" type="slidenum">
              <a:rPr kumimoji="0" lang="de-DE" alt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de-DE" alt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5578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elle 6"/>
          <p:cNvGraphicFramePr>
            <a:graphicFrameLocks noGrp="1"/>
          </p:cNvGraphicFramePr>
          <p:nvPr/>
        </p:nvGraphicFramePr>
        <p:xfrm>
          <a:off x="4550914" y="1259100"/>
          <a:ext cx="4072386" cy="134093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5746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5746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5746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11387"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Event</a:t>
                      </a:r>
                    </a:p>
                  </a:txBody>
                  <a:tcPr marL="91453" marR="91453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State</a:t>
                      </a:r>
                    </a:p>
                  </a:txBody>
                  <a:tcPr marL="91453" marR="91453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dirty="0" err="1">
                          <a:solidFill>
                            <a:schemeClr val="tx1"/>
                          </a:solidFill>
                        </a:rPr>
                        <a:t>Executed</a:t>
                      </a:r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AT" sz="1400" dirty="0" err="1">
                          <a:solidFill>
                            <a:schemeClr val="tx1"/>
                          </a:solidFill>
                        </a:rPr>
                        <a:t>Activities</a:t>
                      </a:r>
                      <a:endParaRPr lang="de-AT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11387"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„</a:t>
                      </a:r>
                      <a:r>
                        <a:rPr lang="de-AT" sz="1400" dirty="0" err="1">
                          <a:solidFill>
                            <a:schemeClr val="tx1"/>
                          </a:solidFill>
                        </a:rPr>
                        <a:t>Beginning</a:t>
                      </a:r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 marL="91453" marR="91453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S1/S1.1</a:t>
                      </a:r>
                    </a:p>
                  </a:txBody>
                  <a:tcPr marL="91453" marR="91453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a3-a4</a:t>
                      </a:r>
                    </a:p>
                  </a:txBody>
                  <a:tcPr marL="91453" marR="91453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11387"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e5</a:t>
                      </a: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S2</a:t>
                      </a: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a6-a5-a3-a1</a:t>
                      </a:r>
                    </a:p>
                  </a:txBody>
                  <a:tcPr marL="91453" marR="91453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Exiting</a:t>
            </a:r>
            <a:r>
              <a:rPr lang="de-AT" dirty="0"/>
              <a:t> </a:t>
            </a:r>
            <a:r>
              <a:rPr lang="de-AT" dirty="0" err="1"/>
              <a:t>from</a:t>
            </a:r>
            <a:r>
              <a:rPr lang="de-AT" dirty="0"/>
              <a:t> a Composite State (2/3)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AT" dirty="0"/>
              <a:t>Transition </a:t>
            </a:r>
            <a:r>
              <a:rPr lang="de-AT" dirty="0" err="1"/>
              <a:t>from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composite</a:t>
            </a:r>
            <a:r>
              <a:rPr lang="de-AT" dirty="0"/>
              <a:t> </a:t>
            </a:r>
            <a:r>
              <a:rPr lang="de-AT" dirty="0" err="1"/>
              <a:t>state</a:t>
            </a:r>
            <a:endParaRPr lang="de-AT" dirty="0"/>
          </a:p>
        </p:txBody>
      </p:sp>
      <p:sp>
        <p:nvSpPr>
          <p:cNvPr id="8" name="Textfeld 7"/>
          <p:cNvSpPr txBox="1"/>
          <p:nvPr/>
        </p:nvSpPr>
        <p:spPr>
          <a:xfrm>
            <a:off x="747596" y="1614051"/>
            <a:ext cx="30770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No matter which </a:t>
            </a:r>
            <a:r>
              <a:rPr kumimoji="0" lang="en-US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substate</a:t>
            </a: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of S1 is active, as soon as e5 occurs, the system changes to S2</a:t>
            </a:r>
          </a:p>
        </p:txBody>
      </p:sp>
      <p:pic>
        <p:nvPicPr>
          <p:cNvPr id="31" name="Grafik 3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2700000"/>
            <a:ext cx="7540414" cy="3046942"/>
          </a:xfrm>
          <a:prstGeom prst="rect">
            <a:avLst/>
          </a:prstGeom>
        </p:spPr>
      </p:pic>
      <p:pic>
        <p:nvPicPr>
          <p:cNvPr id="32" name="Grafik 3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2700000"/>
            <a:ext cx="7540414" cy="3046942"/>
          </a:xfrm>
          <a:prstGeom prst="rect">
            <a:avLst/>
          </a:prstGeom>
        </p:spPr>
      </p:pic>
      <p:pic>
        <p:nvPicPr>
          <p:cNvPr id="33" name="Grafik 3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2700000"/>
            <a:ext cx="7540414" cy="3046942"/>
          </a:xfrm>
          <a:prstGeom prst="rect">
            <a:avLst/>
          </a:prstGeom>
        </p:spPr>
      </p:pic>
      <p:pic>
        <p:nvPicPr>
          <p:cNvPr id="34" name="Grafik 3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2700000"/>
            <a:ext cx="7540414" cy="3046942"/>
          </a:xfrm>
          <a:prstGeom prst="rect">
            <a:avLst/>
          </a:prstGeom>
        </p:spPr>
      </p:pic>
      <p:pic>
        <p:nvPicPr>
          <p:cNvPr id="35" name="Grafik 3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2700000"/>
            <a:ext cx="7540414" cy="3046942"/>
          </a:xfrm>
          <a:prstGeom prst="rect">
            <a:avLst/>
          </a:prstGeom>
        </p:spPr>
      </p:pic>
      <p:pic>
        <p:nvPicPr>
          <p:cNvPr id="36" name="Grafik 3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2700000"/>
            <a:ext cx="7540414" cy="3046942"/>
          </a:xfrm>
          <a:prstGeom prst="rect">
            <a:avLst/>
          </a:prstGeom>
        </p:spPr>
      </p:pic>
      <p:pic>
        <p:nvPicPr>
          <p:cNvPr id="37" name="Grafik 36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2700000"/>
            <a:ext cx="7540414" cy="3046942"/>
          </a:xfrm>
          <a:prstGeom prst="rect">
            <a:avLst/>
          </a:prstGeom>
        </p:spPr>
      </p:pic>
      <p:pic>
        <p:nvPicPr>
          <p:cNvPr id="38" name="Grafik 37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2700000"/>
            <a:ext cx="7540414" cy="3046942"/>
          </a:xfrm>
          <a:prstGeom prst="rect">
            <a:avLst/>
          </a:prstGeom>
        </p:spPr>
      </p:pic>
      <p:pic>
        <p:nvPicPr>
          <p:cNvPr id="39" name="Grafik 38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2700000"/>
            <a:ext cx="7540414" cy="3046942"/>
          </a:xfrm>
          <a:prstGeom prst="rect">
            <a:avLst/>
          </a:prstGeom>
        </p:spPr>
      </p:pic>
      <p:pic>
        <p:nvPicPr>
          <p:cNvPr id="40" name="Grafik 39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2700000"/>
            <a:ext cx="7540414" cy="3046942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2700000"/>
            <a:ext cx="7540414" cy="3046942"/>
          </a:xfrm>
          <a:prstGeom prst="rect">
            <a:avLst/>
          </a:prstGeom>
        </p:spPr>
      </p:pic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FE6D2D-A912-482E-86DF-3EC6C1F121A1}" type="slidenum">
              <a:rPr kumimoji="0" lang="de-DE" alt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de-DE" alt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7446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elle 6"/>
          <p:cNvGraphicFramePr>
            <a:graphicFrameLocks noGrp="1"/>
          </p:cNvGraphicFramePr>
          <p:nvPr/>
        </p:nvGraphicFramePr>
        <p:xfrm>
          <a:off x="4556094" y="1258870"/>
          <a:ext cx="4072386" cy="175232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5746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5746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5746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11387"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Event</a:t>
                      </a:r>
                    </a:p>
                  </a:txBody>
                  <a:tcPr marL="91453" marR="91453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State</a:t>
                      </a:r>
                    </a:p>
                  </a:txBody>
                  <a:tcPr marL="91453" marR="91453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dirty="0" err="1">
                          <a:solidFill>
                            <a:schemeClr val="tx1"/>
                          </a:solidFill>
                        </a:rPr>
                        <a:t>Executed</a:t>
                      </a:r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AT" sz="1400" dirty="0" err="1">
                          <a:solidFill>
                            <a:schemeClr val="tx1"/>
                          </a:solidFill>
                        </a:rPr>
                        <a:t>Activities</a:t>
                      </a:r>
                      <a:endParaRPr lang="de-AT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11387"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„</a:t>
                      </a:r>
                      <a:r>
                        <a:rPr lang="de-AT" sz="1400" dirty="0" err="1">
                          <a:solidFill>
                            <a:schemeClr val="tx1"/>
                          </a:solidFill>
                        </a:rPr>
                        <a:t>Beginning</a:t>
                      </a:r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 marL="91453" marR="91453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S1/S1.1</a:t>
                      </a:r>
                    </a:p>
                  </a:txBody>
                  <a:tcPr marL="91453" marR="91453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a3-a4</a:t>
                      </a:r>
                    </a:p>
                  </a:txBody>
                  <a:tcPr marL="91453" marR="91453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11387"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e4</a:t>
                      </a: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S1/S1.2</a:t>
                      </a: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a6-a7</a:t>
                      </a:r>
                    </a:p>
                  </a:txBody>
                  <a:tcPr marL="91453" marR="91453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11387"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e4</a:t>
                      </a: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S2</a:t>
                      </a: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a8-a5-a1</a:t>
                      </a:r>
                    </a:p>
                  </a:txBody>
                  <a:tcPr marL="91453" marR="91453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Exiting</a:t>
            </a:r>
            <a:r>
              <a:rPr lang="de-AT" dirty="0"/>
              <a:t> </a:t>
            </a:r>
            <a:r>
              <a:rPr lang="de-AT" dirty="0" err="1"/>
              <a:t>from</a:t>
            </a:r>
            <a:r>
              <a:rPr lang="de-AT" dirty="0"/>
              <a:t> a Composite State (3/3)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3"/>
          </p:nvPr>
        </p:nvSpPr>
        <p:spPr>
          <a:xfrm>
            <a:off x="324000" y="1144800"/>
            <a:ext cx="4209900" cy="4713092"/>
          </a:xfrm>
        </p:spPr>
        <p:txBody>
          <a:bodyPr/>
          <a:lstStyle/>
          <a:p>
            <a:r>
              <a:rPr lang="de-AT" dirty="0" err="1"/>
              <a:t>Completion</a:t>
            </a:r>
            <a:r>
              <a:rPr lang="de-AT" dirty="0"/>
              <a:t> </a:t>
            </a:r>
            <a:r>
              <a:rPr lang="de-AT" dirty="0" err="1"/>
              <a:t>transition</a:t>
            </a:r>
            <a:r>
              <a:rPr lang="de-AT" dirty="0"/>
              <a:t> </a:t>
            </a:r>
            <a:r>
              <a:rPr lang="de-AT" dirty="0" err="1"/>
              <a:t>from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composite</a:t>
            </a:r>
            <a:r>
              <a:rPr lang="de-AT" dirty="0"/>
              <a:t> </a:t>
            </a:r>
            <a:r>
              <a:rPr lang="de-AT" dirty="0" err="1"/>
              <a:t>state</a:t>
            </a:r>
            <a:endParaRPr lang="de-AT" dirty="0"/>
          </a:p>
        </p:txBody>
      </p:sp>
      <p:pic>
        <p:nvPicPr>
          <p:cNvPr id="24" name="Grafik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" y="2880000"/>
            <a:ext cx="7035800" cy="2843037"/>
          </a:xfrm>
          <a:prstGeom prst="rect">
            <a:avLst/>
          </a:prstGeom>
        </p:spPr>
      </p:pic>
      <p:pic>
        <p:nvPicPr>
          <p:cNvPr id="25" name="Grafik 2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" y="2880000"/>
            <a:ext cx="7035800" cy="2843037"/>
          </a:xfrm>
          <a:prstGeom prst="rect">
            <a:avLst/>
          </a:prstGeom>
        </p:spPr>
      </p:pic>
      <p:pic>
        <p:nvPicPr>
          <p:cNvPr id="26" name="Grafik 2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" y="2880000"/>
            <a:ext cx="7035800" cy="2843037"/>
          </a:xfrm>
          <a:prstGeom prst="rect">
            <a:avLst/>
          </a:prstGeom>
        </p:spPr>
      </p:pic>
      <p:pic>
        <p:nvPicPr>
          <p:cNvPr id="27" name="Grafik 2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" y="2880000"/>
            <a:ext cx="7035800" cy="2843037"/>
          </a:xfrm>
          <a:prstGeom prst="rect">
            <a:avLst/>
          </a:prstGeom>
        </p:spPr>
      </p:pic>
      <p:pic>
        <p:nvPicPr>
          <p:cNvPr id="28" name="Grafik 2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" y="2880000"/>
            <a:ext cx="7035800" cy="2843037"/>
          </a:xfrm>
          <a:prstGeom prst="rect">
            <a:avLst/>
          </a:prstGeom>
        </p:spPr>
      </p:pic>
      <p:pic>
        <p:nvPicPr>
          <p:cNvPr id="29" name="Grafik 2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" y="2880000"/>
            <a:ext cx="7035800" cy="2843037"/>
          </a:xfrm>
          <a:prstGeom prst="rect">
            <a:avLst/>
          </a:prstGeom>
        </p:spPr>
      </p:pic>
      <p:pic>
        <p:nvPicPr>
          <p:cNvPr id="30" name="Grafik 29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" y="2880000"/>
            <a:ext cx="7035800" cy="2843037"/>
          </a:xfrm>
          <a:prstGeom prst="rect">
            <a:avLst/>
          </a:prstGeom>
        </p:spPr>
      </p:pic>
      <p:pic>
        <p:nvPicPr>
          <p:cNvPr id="31" name="Grafik 30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" y="2880000"/>
            <a:ext cx="7035800" cy="2843037"/>
          </a:xfrm>
          <a:prstGeom prst="rect">
            <a:avLst/>
          </a:prstGeom>
        </p:spPr>
      </p:pic>
      <p:pic>
        <p:nvPicPr>
          <p:cNvPr id="32" name="Grafik 31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" y="2880000"/>
            <a:ext cx="7035800" cy="2843037"/>
          </a:xfrm>
          <a:prstGeom prst="rect">
            <a:avLst/>
          </a:prstGeom>
        </p:spPr>
      </p:pic>
      <p:pic>
        <p:nvPicPr>
          <p:cNvPr id="33" name="Grafik 32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" y="2881183"/>
            <a:ext cx="7035800" cy="2843037"/>
          </a:xfrm>
          <a:prstGeom prst="rect">
            <a:avLst/>
          </a:prstGeom>
        </p:spPr>
      </p:pic>
      <p:pic>
        <p:nvPicPr>
          <p:cNvPr id="34" name="Grafik 33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" y="2880000"/>
            <a:ext cx="7035800" cy="2843037"/>
          </a:xfrm>
          <a:prstGeom prst="rect">
            <a:avLst/>
          </a:prstGeom>
        </p:spPr>
      </p:pic>
      <p:pic>
        <p:nvPicPr>
          <p:cNvPr id="35" name="Grafik 34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" y="2880000"/>
            <a:ext cx="7035800" cy="2843037"/>
          </a:xfrm>
          <a:prstGeom prst="rect">
            <a:avLst/>
          </a:prstGeom>
        </p:spPr>
      </p:pic>
      <p:pic>
        <p:nvPicPr>
          <p:cNvPr id="36" name="Grafik 35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" y="2880000"/>
            <a:ext cx="7035800" cy="2843037"/>
          </a:xfrm>
          <a:prstGeom prst="rect">
            <a:avLst/>
          </a:prstGeom>
        </p:spPr>
      </p:pic>
      <p:pic>
        <p:nvPicPr>
          <p:cNvPr id="37" name="Grafik 36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" y="2880000"/>
            <a:ext cx="7035800" cy="2843037"/>
          </a:xfrm>
          <a:prstGeom prst="rect">
            <a:avLst/>
          </a:prstGeom>
        </p:spPr>
      </p:pic>
      <p:pic>
        <p:nvPicPr>
          <p:cNvPr id="38" name="Grafik 37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" y="2880000"/>
            <a:ext cx="7035800" cy="2843037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" y="2879037"/>
            <a:ext cx="7038184" cy="2844000"/>
          </a:xfrm>
          <a:prstGeom prst="rect">
            <a:avLst/>
          </a:prstGeom>
        </p:spPr>
      </p:pic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FE6D2D-A912-482E-86DF-3EC6C1F121A1}" type="slidenum">
              <a:rPr kumimoji="0" lang="de-DE" alt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de-DE" alt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2851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Orthogonal State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Composite state is divided into two or more regions separated by a dashed line</a:t>
            </a:r>
          </a:p>
          <a:p>
            <a:r>
              <a:rPr lang="en-US" dirty="0"/>
              <a:t>One state of each region is always active at any point in time, i.e., concurrent </a:t>
            </a:r>
            <a:r>
              <a:rPr lang="en-US" dirty="0" err="1"/>
              <a:t>substates</a:t>
            </a:r>
            <a:endParaRPr lang="en-US" dirty="0"/>
          </a:p>
          <a:p>
            <a:r>
              <a:rPr lang="en-US" dirty="0"/>
              <a:t>Entry: </a:t>
            </a:r>
            <a:r>
              <a:rPr lang="en-US" dirty="0">
                <a:solidFill>
                  <a:schemeClr val="tx1"/>
                </a:solidFill>
              </a:rPr>
              <a:t>transition to the boundary of the orthogonal state activates the initial states of all regions</a:t>
            </a:r>
          </a:p>
          <a:p>
            <a:r>
              <a:rPr lang="en-US" dirty="0"/>
              <a:t>Exit: </a:t>
            </a:r>
            <a:r>
              <a:rPr lang="en-US" dirty="0">
                <a:solidFill>
                  <a:schemeClr val="tx1"/>
                </a:solidFill>
              </a:rPr>
              <a:t>final state must be reached in all regions to trigger completion event</a:t>
            </a:r>
            <a:endParaRPr lang="de-AT" dirty="0">
              <a:solidFill>
                <a:schemeClr val="tx1"/>
              </a:solidFill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313423" y="4051319"/>
            <a:ext cx="30770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Using parallelization and synchronization node to enter different </a:t>
            </a:r>
            <a:r>
              <a:rPr kumimoji="0" lang="en-US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substates</a:t>
            </a: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6717" y="3666163"/>
            <a:ext cx="5064007" cy="2130782"/>
          </a:xfrm>
          <a:prstGeom prst="rect">
            <a:avLst/>
          </a:prstGeom>
        </p:spPr>
      </p:pic>
      <p:sp>
        <p:nvSpPr>
          <p:cNvPr id="5" name="Foliennummernplatzhalt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FE6D2D-A912-482E-86DF-3EC6C1F121A1}" type="slidenum">
              <a:rPr kumimoji="0" lang="de-DE" alt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de-DE" alt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9610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de-DE" dirty="0"/>
              <a:t>Submachine State (SMS)</a:t>
            </a:r>
          </a:p>
        </p:txBody>
      </p:sp>
      <p:sp>
        <p:nvSpPr>
          <p:cNvPr id="41986" name="Textplatzhalter 1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eaLnBrk="1" hangingPunct="1">
              <a:spcBef>
                <a:spcPct val="20000"/>
              </a:spcBef>
              <a:buClr>
                <a:srgbClr val="FF9900"/>
              </a:buClr>
              <a:buSzPct val="100000"/>
            </a:pPr>
            <a:r>
              <a:rPr lang="en-US" altLang="de-DE" dirty="0"/>
              <a:t>To reuse parts of state machine diagrams in other state machine diagrams</a:t>
            </a:r>
          </a:p>
          <a:p>
            <a:pPr eaLnBrk="1" hangingPunct="1">
              <a:spcBef>
                <a:spcPct val="20000"/>
              </a:spcBef>
              <a:buClr>
                <a:srgbClr val="FF9900"/>
              </a:buClr>
              <a:buSzPct val="100000"/>
            </a:pPr>
            <a:r>
              <a:rPr lang="en-US" altLang="de-DE" dirty="0"/>
              <a:t>Notation: </a:t>
            </a:r>
            <a:r>
              <a:rPr lang="en-US" altLang="de-DE" b="1" dirty="0" err="1">
                <a:latin typeface="Courier" pitchFamily="49" charset="0"/>
              </a:rPr>
              <a:t>state:submachineState</a:t>
            </a:r>
            <a:endParaRPr lang="en-US" altLang="de-DE" b="1" dirty="0">
              <a:latin typeface="Courier" pitchFamily="49" charset="0"/>
            </a:endParaRPr>
          </a:p>
          <a:p>
            <a:pPr eaLnBrk="1" hangingPunct="1">
              <a:spcBef>
                <a:spcPct val="20000"/>
              </a:spcBef>
              <a:buClr>
                <a:srgbClr val="FF9900"/>
              </a:buClr>
              <a:buSzPct val="100000"/>
            </a:pPr>
            <a:r>
              <a:rPr lang="en-US" altLang="de-DE" dirty="0"/>
              <a:t>As soon as the submachine state is activated, the behavior of the submachine is executed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de-DE" dirty="0"/>
              <a:t>Corresponds to calling a subroutine in programming languages</a:t>
            </a: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FE6D2D-A912-482E-86DF-3EC6C1F121A1}" type="slidenum">
              <a:rPr kumimoji="0" lang="de-DE" alt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de-DE" altLang="de-DE" sz="1400" b="0" i="0" u="none" strike="noStrike" kern="1200" cap="none" spc="0" normalizeH="0" baseline="0" noProof="0" dirty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1989" name="Rectangle 3"/>
          <p:cNvSpPr>
            <a:spLocks noChangeArrowheads="1"/>
          </p:cNvSpPr>
          <p:nvPr/>
        </p:nvSpPr>
        <p:spPr bwMode="auto">
          <a:xfrm>
            <a:off x="609600" y="1419225"/>
            <a:ext cx="7772400" cy="4827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SzPct val="80000"/>
              <a:buFont typeface="Wingdings" pitchFamily="2" charset="2"/>
              <a:buChar char="n"/>
              <a:tabLst/>
              <a:defRPr/>
            </a:pPr>
            <a:endParaRPr kumimoji="0" lang="en-US" altLang="de-DE" sz="20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8" name="Text Box 15"/>
          <p:cNvSpPr txBox="1">
            <a:spLocks noChangeArrowheads="1"/>
          </p:cNvSpPr>
          <p:nvPr/>
        </p:nvSpPr>
        <p:spPr bwMode="auto">
          <a:xfrm>
            <a:off x="6934716" y="4477043"/>
            <a:ext cx="1939955" cy="5847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15000"/>
              </a:spcBef>
              <a:buClr>
                <a:srgbClr val="FE8400"/>
              </a:buClr>
              <a:buFont typeface="Times" panose="02020603050405020304" pitchFamily="18" charset="0"/>
              <a:buAutoNum type="arabicPeriod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5000"/>
              </a:spcBef>
              <a:buClr>
                <a:schemeClr val="tx2"/>
              </a:buClr>
              <a:buSzPct val="125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5000"/>
              </a:spcBef>
              <a:buClr>
                <a:schemeClr val="bg2"/>
              </a:buClr>
              <a:buSzPct val="145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15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15000"/>
              </a:spcBef>
              <a:buClr>
                <a:schemeClr val="folHlink"/>
              </a:buClr>
              <a:buFont typeface="Times" panose="02020603050405020304" pitchFamily="18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folHlink"/>
              </a:buClr>
              <a:buFont typeface="Times" panose="02020603050405020304" pitchFamily="18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folHlink"/>
              </a:buClr>
              <a:buFont typeface="Times" panose="02020603050405020304" pitchFamily="18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folHlink"/>
              </a:buClr>
              <a:buFont typeface="Times" panose="02020603050405020304" pitchFamily="18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folHlink"/>
              </a:buClr>
              <a:buFont typeface="Times" panose="02020603050405020304" pitchFamily="18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AT" altLang="de-DE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Refinement</a:t>
            </a:r>
            <a:r>
              <a:rPr kumimoji="0" lang="de-AT" altLang="de-DE" sz="1600" b="0" i="1" u="none" strike="noStrike" kern="1200" cap="none" spc="0" normalizeH="0" baseline="0" noProof="0" dirty="0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de-AT" altLang="de-DE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symbol</a:t>
            </a:r>
            <a:endParaRPr kumimoji="0" lang="de-AT" altLang="de-DE" sz="1600" b="0" i="1" u="none" strike="noStrike" kern="1200" cap="none" spc="0" normalizeH="0" baseline="0" noProof="0" dirty="0">
              <a:ln>
                <a:noFill/>
              </a:ln>
              <a:solidFill>
                <a:srgbClr val="FE84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AT" altLang="de-DE" sz="1600" b="0" i="1" u="none" strike="noStrike" kern="1200" cap="none" spc="0" normalizeH="0" baseline="0" noProof="0" dirty="0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(optional)</a:t>
            </a: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0698" y="3501346"/>
            <a:ext cx="4982605" cy="2001337"/>
          </a:xfrm>
          <a:prstGeom prst="rect">
            <a:avLst/>
          </a:prstGeom>
        </p:spPr>
      </p:pic>
      <p:sp>
        <p:nvSpPr>
          <p:cNvPr id="9" name="Line 28"/>
          <p:cNvSpPr>
            <a:spLocks noChangeShapeType="1"/>
          </p:cNvSpPr>
          <p:nvPr/>
        </p:nvSpPr>
        <p:spPr bwMode="auto">
          <a:xfrm flipH="1" flipV="1">
            <a:off x="6934716" y="4045312"/>
            <a:ext cx="295275" cy="455164"/>
          </a:xfrm>
          <a:prstGeom prst="line">
            <a:avLst/>
          </a:prstGeom>
          <a:noFill/>
          <a:ln w="12700">
            <a:solidFill>
              <a:srgbClr val="FE8400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1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3605" y="279930"/>
            <a:ext cx="1115570" cy="521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63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de-DE" dirty="0"/>
              <a:t>History State</a:t>
            </a:r>
          </a:p>
        </p:txBody>
      </p:sp>
      <p:sp>
        <p:nvSpPr>
          <p:cNvPr id="38916" name="Rectangle 2"/>
          <p:cNvSpPr>
            <a:spLocks noGrp="1" noChangeArrowheads="1"/>
          </p:cNvSpPr>
          <p:nvPr>
            <p:ph type="body" sz="quarter" idx="13"/>
          </p:nvPr>
        </p:nvSpPr>
        <p:spPr/>
        <p:txBody>
          <a:bodyPr/>
          <a:lstStyle/>
          <a:p>
            <a:pPr eaLnBrk="1" hangingPunct="1"/>
            <a:r>
              <a:rPr lang="en-US" altLang="de-DE" dirty="0"/>
              <a:t>Remembers which </a:t>
            </a:r>
            <a:r>
              <a:rPr lang="en-US" altLang="de-DE" dirty="0" err="1"/>
              <a:t>substate</a:t>
            </a:r>
            <a:r>
              <a:rPr lang="en-US" altLang="de-DE" dirty="0"/>
              <a:t> of a composite state was the last active one</a:t>
            </a:r>
          </a:p>
          <a:p>
            <a:pPr eaLnBrk="1" hangingPunct="1"/>
            <a:r>
              <a:rPr lang="en-US" altLang="de-DE" dirty="0"/>
              <a:t>Activates the “old” </a:t>
            </a:r>
            <a:r>
              <a:rPr lang="en-US" altLang="de-DE" dirty="0" err="1"/>
              <a:t>substate</a:t>
            </a:r>
            <a:r>
              <a:rPr lang="en-US" altLang="de-DE" dirty="0"/>
              <a:t> and all entry activities are conducted sequentially from the outside to the inside of the composite state</a:t>
            </a:r>
          </a:p>
          <a:p>
            <a:pPr eaLnBrk="1" hangingPunct="1"/>
            <a:r>
              <a:rPr lang="en-US" altLang="de-DE" dirty="0"/>
              <a:t>Exactly one outgoing edge of the history state points to a </a:t>
            </a:r>
            <a:r>
              <a:rPr lang="en-US" altLang="de-DE" dirty="0" err="1"/>
              <a:t>substate</a:t>
            </a:r>
            <a:r>
              <a:rPr lang="en-US" altLang="de-DE" dirty="0"/>
              <a:t> which is used if</a:t>
            </a:r>
          </a:p>
          <a:p>
            <a:pPr lvl="1" eaLnBrk="1" hangingPunct="1"/>
            <a:r>
              <a:rPr lang="en-US" altLang="de-DE" dirty="0"/>
              <a:t>the composite state was never active before</a:t>
            </a:r>
          </a:p>
          <a:p>
            <a:pPr lvl="1" eaLnBrk="1" hangingPunct="1"/>
            <a:r>
              <a:rPr lang="en-US" altLang="de-DE" dirty="0"/>
              <a:t>the composite state was exited via the final state</a:t>
            </a:r>
          </a:p>
          <a:p>
            <a:pPr eaLnBrk="1" hangingPunct="1"/>
            <a:r>
              <a:rPr lang="en-US" altLang="de-DE" dirty="0"/>
              <a:t>Shallow history state restores the state that is on the same level of the composite state</a:t>
            </a:r>
          </a:p>
          <a:p>
            <a:pPr eaLnBrk="1" hangingPunct="1"/>
            <a:endParaRPr lang="en-US" altLang="de-DE" dirty="0"/>
          </a:p>
          <a:p>
            <a:pPr eaLnBrk="1" hangingPunct="1"/>
            <a:r>
              <a:rPr lang="en-US" altLang="de-DE" dirty="0"/>
              <a:t>Deep history state restores the last active </a:t>
            </a:r>
            <a:r>
              <a:rPr lang="en-US" altLang="de-DE" dirty="0" err="1"/>
              <a:t>substate</a:t>
            </a:r>
            <a:r>
              <a:rPr lang="en-US" altLang="de-DE" dirty="0"/>
              <a:t> over the entire nesting depth</a:t>
            </a:r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1135" y="4224891"/>
            <a:ext cx="390145" cy="390145"/>
          </a:xfrm>
          <a:prstGeom prst="rect">
            <a:avLst/>
          </a:prstGeom>
        </p:spPr>
      </p:pic>
      <p:pic>
        <p:nvPicPr>
          <p:cNvPr id="3" name="Grafik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7765" y="5364849"/>
            <a:ext cx="390145" cy="390145"/>
          </a:xfrm>
          <a:prstGeom prst="rect">
            <a:avLst/>
          </a:prstGeom>
        </p:spPr>
      </p:pic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FE6D2D-A912-482E-86DF-3EC6C1F121A1}" type="slidenum">
              <a:rPr kumimoji="0" lang="de-DE" alt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de-DE" alt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28459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de-DE" dirty="0"/>
              <a:t>Example: History State (1/4)</a:t>
            </a:r>
          </a:p>
        </p:txBody>
      </p:sp>
      <p:sp>
        <p:nvSpPr>
          <p:cNvPr id="39938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/>
          <a:lstStyle/>
          <a:p>
            <a:pPr eaLnBrk="1" hangingPunct="1"/>
            <a:endParaRPr lang="en-US" altLang="de-DE"/>
          </a:p>
          <a:p>
            <a:pPr eaLnBrk="1" hangingPunct="1"/>
            <a:endParaRPr lang="en-US" altLang="de-DE"/>
          </a:p>
          <a:p>
            <a:pPr eaLnBrk="1" hangingPunct="1"/>
            <a:endParaRPr lang="en-US" altLang="de-DE"/>
          </a:p>
          <a:p>
            <a:pPr eaLnBrk="1" hangingPunct="1">
              <a:buFont typeface="Wingdings" pitchFamily="2" charset="2"/>
              <a:buNone/>
            </a:pPr>
            <a:endParaRPr lang="en-US" altLang="de-DE"/>
          </a:p>
          <a:p>
            <a:pPr eaLnBrk="1" hangingPunct="1"/>
            <a:endParaRPr lang="en-US" altLang="de-DE"/>
          </a:p>
          <a:p>
            <a:pPr eaLnBrk="1" hangingPunct="1"/>
            <a:endParaRPr lang="en-US" altLang="de-DE"/>
          </a:p>
          <a:p>
            <a:pPr eaLnBrk="1" hangingPunct="1"/>
            <a:endParaRPr lang="en-US" altLang="de-DE"/>
          </a:p>
        </p:txBody>
      </p:sp>
      <p:graphicFrame>
        <p:nvGraphicFramePr>
          <p:cNvPr id="6" name="Tabelle 5"/>
          <p:cNvGraphicFramePr>
            <a:graphicFrameLocks noGrp="1"/>
          </p:cNvGraphicFramePr>
          <p:nvPr/>
        </p:nvGraphicFramePr>
        <p:xfrm>
          <a:off x="5456211" y="2194839"/>
          <a:ext cx="3182964" cy="246832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9148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9148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11387"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Event</a:t>
                      </a:r>
                    </a:p>
                  </a:txBody>
                  <a:tcPr marL="91453" marR="91453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State</a:t>
                      </a:r>
                    </a:p>
                  </a:txBody>
                  <a:tcPr marL="91453" marR="91453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11387"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„</a:t>
                      </a:r>
                      <a:r>
                        <a:rPr lang="de-AT" sz="1400" dirty="0" err="1">
                          <a:solidFill>
                            <a:schemeClr val="tx1"/>
                          </a:solidFill>
                        </a:rPr>
                        <a:t>Beginning</a:t>
                      </a:r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 marL="91453" marR="91453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S5</a:t>
                      </a:r>
                    </a:p>
                  </a:txBody>
                  <a:tcPr marL="91453" marR="91453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11387"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e1</a:t>
                      </a: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S4/S1/S1.1</a:t>
                      </a:r>
                    </a:p>
                  </a:txBody>
                  <a:tcPr marL="91453" marR="91453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11387"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e2</a:t>
                      </a:r>
                    </a:p>
                  </a:txBody>
                  <a:tcPr marL="91453" marR="91453"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S1.2</a:t>
                      </a:r>
                    </a:p>
                  </a:txBody>
                  <a:tcPr marL="91453" marR="91453"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11387"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e10</a:t>
                      </a:r>
                    </a:p>
                  </a:txBody>
                  <a:tcPr marL="91453" marR="9145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S5</a:t>
                      </a:r>
                    </a:p>
                  </a:txBody>
                  <a:tcPr marL="91453" marR="9145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11387"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e9</a:t>
                      </a:r>
                    </a:p>
                  </a:txBody>
                  <a:tcPr marL="91453" marR="9145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(H</a:t>
                      </a:r>
                      <a:r>
                        <a:rPr lang="de-AT" sz="14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) S1/</a:t>
                      </a:r>
                      <a:r>
                        <a:rPr lang="de-AT" sz="1400" baseline="0" dirty="0">
                          <a:solidFill>
                            <a:schemeClr val="tx1"/>
                          </a:solidFill>
                        </a:rPr>
                        <a:t>S1.1</a:t>
                      </a:r>
                      <a:endParaRPr lang="de-AT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pic>
        <p:nvPicPr>
          <p:cNvPr id="3" name="Grafik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80" y="2036728"/>
            <a:ext cx="4892560" cy="2784544"/>
          </a:xfrm>
          <a:prstGeom prst="rect">
            <a:avLst/>
          </a:prstGeom>
        </p:spPr>
      </p:pic>
      <p:sp>
        <p:nvSpPr>
          <p:cNvPr id="2" name="Foliennummernplatzhalt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FE6D2D-A912-482E-86DF-3EC6C1F121A1}" type="slidenum">
              <a:rPr kumimoji="0" lang="de-DE" alt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de-DE" alt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8797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de-DE" dirty="0"/>
              <a:t>Example: History State (2/4)</a:t>
            </a:r>
          </a:p>
        </p:txBody>
      </p:sp>
      <p:sp>
        <p:nvSpPr>
          <p:cNvPr id="39938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/>
          <a:lstStyle/>
          <a:p>
            <a:pPr eaLnBrk="1" hangingPunct="1"/>
            <a:endParaRPr lang="en-US" altLang="de-DE"/>
          </a:p>
          <a:p>
            <a:pPr eaLnBrk="1" hangingPunct="1"/>
            <a:endParaRPr lang="en-US" altLang="de-DE"/>
          </a:p>
          <a:p>
            <a:pPr eaLnBrk="1" hangingPunct="1"/>
            <a:endParaRPr lang="en-US" altLang="de-DE"/>
          </a:p>
          <a:p>
            <a:pPr eaLnBrk="1" hangingPunct="1">
              <a:buFont typeface="Wingdings" pitchFamily="2" charset="2"/>
              <a:buNone/>
            </a:pPr>
            <a:endParaRPr lang="en-US" altLang="de-DE"/>
          </a:p>
          <a:p>
            <a:pPr eaLnBrk="1" hangingPunct="1"/>
            <a:endParaRPr lang="en-US" altLang="de-DE"/>
          </a:p>
          <a:p>
            <a:pPr eaLnBrk="1" hangingPunct="1"/>
            <a:endParaRPr lang="en-US" altLang="de-DE"/>
          </a:p>
          <a:p>
            <a:pPr eaLnBrk="1" hangingPunct="1"/>
            <a:endParaRPr lang="en-US" altLang="de-DE"/>
          </a:p>
        </p:txBody>
      </p:sp>
      <p:graphicFrame>
        <p:nvGraphicFramePr>
          <p:cNvPr id="6" name="Tabelle 5"/>
          <p:cNvGraphicFramePr>
            <a:graphicFrameLocks noGrp="1"/>
          </p:cNvGraphicFramePr>
          <p:nvPr/>
        </p:nvGraphicFramePr>
        <p:xfrm>
          <a:off x="5456211" y="2194839"/>
          <a:ext cx="3182964" cy="246832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9148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9148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11387"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Event</a:t>
                      </a:r>
                    </a:p>
                  </a:txBody>
                  <a:tcPr marL="91453" marR="91453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State</a:t>
                      </a:r>
                    </a:p>
                  </a:txBody>
                  <a:tcPr marL="91453" marR="91453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11387"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„</a:t>
                      </a:r>
                      <a:r>
                        <a:rPr lang="de-AT" sz="1400" dirty="0" err="1">
                          <a:solidFill>
                            <a:schemeClr val="tx1"/>
                          </a:solidFill>
                        </a:rPr>
                        <a:t>Beginning</a:t>
                      </a:r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 marL="91453" marR="91453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S5</a:t>
                      </a:r>
                    </a:p>
                  </a:txBody>
                  <a:tcPr marL="91453" marR="91453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11387"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e1</a:t>
                      </a: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S4/S1/S1.1</a:t>
                      </a:r>
                    </a:p>
                  </a:txBody>
                  <a:tcPr marL="91453" marR="91453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11387"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e2</a:t>
                      </a:r>
                    </a:p>
                  </a:txBody>
                  <a:tcPr marL="91453" marR="91453"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S1.2</a:t>
                      </a:r>
                    </a:p>
                  </a:txBody>
                  <a:tcPr marL="91453" marR="91453"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11387"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e10</a:t>
                      </a:r>
                    </a:p>
                  </a:txBody>
                  <a:tcPr marL="91453" marR="9145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S5</a:t>
                      </a:r>
                    </a:p>
                  </a:txBody>
                  <a:tcPr marL="91453" marR="9145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11387"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e8</a:t>
                      </a:r>
                    </a:p>
                  </a:txBody>
                  <a:tcPr marL="91453" marR="9145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(H*</a:t>
                      </a:r>
                      <a:r>
                        <a:rPr lang="de-AT" sz="14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de-AT" sz="1400" baseline="0" dirty="0">
                          <a:solidFill>
                            <a:schemeClr val="tx1"/>
                          </a:solidFill>
                        </a:rPr>
                        <a:t> S1.2</a:t>
                      </a:r>
                      <a:endParaRPr lang="de-AT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pic>
        <p:nvPicPr>
          <p:cNvPr id="15" name="Grafik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80" y="2036728"/>
            <a:ext cx="4892560" cy="2784544"/>
          </a:xfrm>
          <a:prstGeom prst="rect">
            <a:avLst/>
          </a:prstGeom>
        </p:spPr>
      </p:pic>
      <p:sp>
        <p:nvSpPr>
          <p:cNvPr id="2" name="Foliennummernplatzhalt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FE6D2D-A912-482E-86DF-3EC6C1F121A1}" type="slidenum">
              <a:rPr kumimoji="0" lang="de-DE" alt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de-DE" alt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00000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de-DE" dirty="0"/>
              <a:t>Example: History State (3/4)</a:t>
            </a:r>
          </a:p>
        </p:txBody>
      </p:sp>
      <p:sp>
        <p:nvSpPr>
          <p:cNvPr id="39938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/>
          <a:lstStyle/>
          <a:p>
            <a:pPr eaLnBrk="1" hangingPunct="1"/>
            <a:endParaRPr lang="en-US" altLang="de-DE"/>
          </a:p>
          <a:p>
            <a:pPr eaLnBrk="1" hangingPunct="1"/>
            <a:endParaRPr lang="en-US" altLang="de-DE"/>
          </a:p>
          <a:p>
            <a:pPr eaLnBrk="1" hangingPunct="1"/>
            <a:endParaRPr lang="en-US" altLang="de-DE"/>
          </a:p>
          <a:p>
            <a:pPr eaLnBrk="1" hangingPunct="1">
              <a:buFont typeface="Wingdings" pitchFamily="2" charset="2"/>
              <a:buNone/>
            </a:pPr>
            <a:endParaRPr lang="en-US" altLang="de-DE"/>
          </a:p>
          <a:p>
            <a:pPr eaLnBrk="1" hangingPunct="1"/>
            <a:endParaRPr lang="en-US" altLang="de-DE"/>
          </a:p>
          <a:p>
            <a:pPr eaLnBrk="1" hangingPunct="1"/>
            <a:endParaRPr lang="en-US" altLang="de-DE"/>
          </a:p>
          <a:p>
            <a:pPr eaLnBrk="1" hangingPunct="1"/>
            <a:endParaRPr lang="en-US" altLang="de-DE"/>
          </a:p>
        </p:txBody>
      </p:sp>
      <p:graphicFrame>
        <p:nvGraphicFramePr>
          <p:cNvPr id="6" name="Tabelle 5"/>
          <p:cNvGraphicFramePr>
            <a:graphicFrameLocks noGrp="1"/>
          </p:cNvGraphicFramePr>
          <p:nvPr/>
        </p:nvGraphicFramePr>
        <p:xfrm>
          <a:off x="5456211" y="2189620"/>
          <a:ext cx="3182964" cy="123416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9148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9148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11387"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Event</a:t>
                      </a:r>
                    </a:p>
                  </a:txBody>
                  <a:tcPr marL="91453" marR="91453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State</a:t>
                      </a:r>
                    </a:p>
                  </a:txBody>
                  <a:tcPr marL="91453" marR="91453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11387"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„</a:t>
                      </a:r>
                      <a:r>
                        <a:rPr lang="de-AT" sz="1400" dirty="0" err="1">
                          <a:solidFill>
                            <a:schemeClr val="tx1"/>
                          </a:solidFill>
                        </a:rPr>
                        <a:t>Beginning</a:t>
                      </a:r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 marL="91453" marR="91453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S5</a:t>
                      </a:r>
                    </a:p>
                  </a:txBody>
                  <a:tcPr marL="91453" marR="91453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11387"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e9</a:t>
                      </a: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(H</a:t>
                      </a:r>
                      <a:r>
                        <a:rPr lang="de-AT" sz="14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) S1/S1.1</a:t>
                      </a:r>
                    </a:p>
                  </a:txBody>
                  <a:tcPr marL="91453" marR="91453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pic>
        <p:nvPicPr>
          <p:cNvPr id="15" name="Grafik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80" y="2036728"/>
            <a:ext cx="4892560" cy="2784544"/>
          </a:xfrm>
          <a:prstGeom prst="rect">
            <a:avLst/>
          </a:prstGeom>
        </p:spPr>
      </p:pic>
      <p:sp>
        <p:nvSpPr>
          <p:cNvPr id="2" name="Foliennummernplatzhalt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FE6D2D-A912-482E-86DF-3EC6C1F121A1}" type="slidenum">
              <a:rPr kumimoji="0" lang="de-DE" alt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de-DE" alt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089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de-DE" dirty="0"/>
              <a:t>Example: History State (4/4)</a:t>
            </a:r>
          </a:p>
        </p:txBody>
      </p:sp>
      <p:sp>
        <p:nvSpPr>
          <p:cNvPr id="39938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/>
          <a:lstStyle/>
          <a:p>
            <a:pPr eaLnBrk="1" hangingPunct="1"/>
            <a:endParaRPr lang="en-US" altLang="de-DE"/>
          </a:p>
          <a:p>
            <a:pPr eaLnBrk="1" hangingPunct="1"/>
            <a:endParaRPr lang="en-US" altLang="de-DE"/>
          </a:p>
          <a:p>
            <a:pPr eaLnBrk="1" hangingPunct="1"/>
            <a:endParaRPr lang="en-US" altLang="de-DE"/>
          </a:p>
          <a:p>
            <a:pPr eaLnBrk="1" hangingPunct="1">
              <a:buFont typeface="Wingdings" pitchFamily="2" charset="2"/>
              <a:buNone/>
            </a:pPr>
            <a:endParaRPr lang="en-US" altLang="de-DE"/>
          </a:p>
          <a:p>
            <a:pPr eaLnBrk="1" hangingPunct="1"/>
            <a:endParaRPr lang="en-US" altLang="de-DE"/>
          </a:p>
          <a:p>
            <a:pPr eaLnBrk="1" hangingPunct="1"/>
            <a:endParaRPr lang="en-US" altLang="de-DE"/>
          </a:p>
          <a:p>
            <a:pPr eaLnBrk="1" hangingPunct="1"/>
            <a:endParaRPr lang="en-US" altLang="de-DE"/>
          </a:p>
        </p:txBody>
      </p:sp>
      <p:graphicFrame>
        <p:nvGraphicFramePr>
          <p:cNvPr id="6" name="Tabelle 5"/>
          <p:cNvGraphicFramePr>
            <a:graphicFrameLocks noGrp="1"/>
          </p:cNvGraphicFramePr>
          <p:nvPr/>
        </p:nvGraphicFramePr>
        <p:xfrm>
          <a:off x="5456211" y="2189620"/>
          <a:ext cx="3182964" cy="123416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9148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9148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11387"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Event</a:t>
                      </a:r>
                    </a:p>
                  </a:txBody>
                  <a:tcPr marL="91453" marR="91453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State</a:t>
                      </a:r>
                    </a:p>
                  </a:txBody>
                  <a:tcPr marL="91453" marR="91453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11387"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„</a:t>
                      </a:r>
                      <a:r>
                        <a:rPr lang="de-AT" sz="1400" dirty="0" err="1">
                          <a:solidFill>
                            <a:schemeClr val="tx1"/>
                          </a:solidFill>
                        </a:rPr>
                        <a:t>Beginning</a:t>
                      </a:r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“</a:t>
                      </a:r>
                    </a:p>
                  </a:txBody>
                  <a:tcPr marL="91453" marR="91453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S5</a:t>
                      </a:r>
                    </a:p>
                  </a:txBody>
                  <a:tcPr marL="91453" marR="91453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11387">
                <a:tc>
                  <a:txBody>
                    <a:bodyPr/>
                    <a:lstStyle/>
                    <a:p>
                      <a:pPr algn="ctr"/>
                      <a:r>
                        <a:rPr lang="de-AT" sz="1400" dirty="0" err="1">
                          <a:solidFill>
                            <a:schemeClr val="tx1"/>
                          </a:solidFill>
                        </a:rPr>
                        <a:t>e8</a:t>
                      </a:r>
                      <a:endParaRPr lang="de-AT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(H*</a:t>
                      </a:r>
                      <a:r>
                        <a:rPr lang="de-AT" sz="14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de-AT" sz="1400" dirty="0" err="1">
                          <a:solidFill>
                            <a:schemeClr val="tx1"/>
                          </a:solidFill>
                        </a:rPr>
                        <a:t>S3</a:t>
                      </a:r>
                      <a:r>
                        <a:rPr lang="de-AT" sz="140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de-AT" sz="1400" dirty="0" err="1">
                          <a:solidFill>
                            <a:schemeClr val="tx1"/>
                          </a:solidFill>
                        </a:rPr>
                        <a:t>S3.1</a:t>
                      </a:r>
                      <a:endParaRPr lang="de-AT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53" marR="91453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pic>
        <p:nvPicPr>
          <p:cNvPr id="15" name="Grafik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80" y="2036728"/>
            <a:ext cx="4892560" cy="2784544"/>
          </a:xfrm>
          <a:prstGeom prst="rect">
            <a:avLst/>
          </a:prstGeom>
        </p:spPr>
      </p:pic>
      <p:sp>
        <p:nvSpPr>
          <p:cNvPr id="2" name="Foliennummernplatzhalt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FE6D2D-A912-482E-86DF-3EC6C1F121A1}" type="slidenum">
              <a:rPr kumimoji="0" lang="de-DE" alt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de-DE" alt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1781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Entry </a:t>
            </a:r>
            <a:r>
              <a:rPr lang="de-AT" dirty="0" err="1"/>
              <a:t>and</a:t>
            </a:r>
            <a:r>
              <a:rPr lang="de-AT" dirty="0"/>
              <a:t> Exit Points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Encapsulation mechanism</a:t>
            </a:r>
          </a:p>
          <a:p>
            <a:pPr lvl="1"/>
            <a:r>
              <a:rPr lang="en-US" dirty="0"/>
              <a:t>A composite state shall be entered or exited via a state other than the initial and final states</a:t>
            </a:r>
          </a:p>
          <a:p>
            <a:pPr lvl="1"/>
            <a:r>
              <a:rPr lang="en-US" dirty="0"/>
              <a:t>The external transition must/need not know the structure of the composite state</a:t>
            </a:r>
            <a:endParaRPr lang="de-AT" dirty="0"/>
          </a:p>
        </p:txBody>
      </p:sp>
      <p:sp>
        <p:nvSpPr>
          <p:cNvPr id="6" name="Text Box 15"/>
          <p:cNvSpPr txBox="1">
            <a:spLocks noChangeArrowheads="1"/>
          </p:cNvSpPr>
          <p:nvPr/>
        </p:nvSpPr>
        <p:spPr bwMode="auto">
          <a:xfrm>
            <a:off x="7054751" y="3270053"/>
            <a:ext cx="1402948" cy="33855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15000"/>
              </a:spcBef>
              <a:buClr>
                <a:srgbClr val="FE8400"/>
              </a:buClr>
              <a:buFont typeface="Times" panose="02020603050405020304" pitchFamily="18" charset="0"/>
              <a:buAutoNum type="arabicPeriod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5000"/>
              </a:spcBef>
              <a:buClr>
                <a:schemeClr val="tx2"/>
              </a:buClr>
              <a:buSzPct val="125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5000"/>
              </a:spcBef>
              <a:buClr>
                <a:schemeClr val="bg2"/>
              </a:buClr>
              <a:buSzPct val="145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15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15000"/>
              </a:spcBef>
              <a:buClr>
                <a:schemeClr val="folHlink"/>
              </a:buClr>
              <a:buFont typeface="Times" panose="02020603050405020304" pitchFamily="18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folHlink"/>
              </a:buClr>
              <a:buFont typeface="Times" panose="02020603050405020304" pitchFamily="18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folHlink"/>
              </a:buClr>
              <a:buFont typeface="Times" panose="02020603050405020304" pitchFamily="18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folHlink"/>
              </a:buClr>
              <a:buFont typeface="Times" panose="02020603050405020304" pitchFamily="18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folHlink"/>
              </a:buClr>
              <a:buFont typeface="Times" panose="02020603050405020304" pitchFamily="18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AT" altLang="de-DE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External</a:t>
            </a:r>
            <a:r>
              <a:rPr kumimoji="0" lang="de-AT" altLang="de-DE" sz="1600" b="0" i="1" u="none" strike="noStrike" kern="1200" cap="none" spc="0" normalizeH="0" baseline="0" noProof="0" dirty="0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de-AT" altLang="de-DE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view</a:t>
            </a:r>
            <a:endParaRPr kumimoji="0" lang="de-AT" altLang="de-DE" sz="1600" b="0" i="1" u="none" strike="noStrike" kern="1200" cap="none" spc="0" normalizeH="0" baseline="0" noProof="0" dirty="0">
              <a:ln>
                <a:noFill/>
              </a:ln>
              <a:solidFill>
                <a:srgbClr val="FE84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8516" y="3120672"/>
            <a:ext cx="4034168" cy="2597855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316" y="3120672"/>
            <a:ext cx="4034168" cy="2597855"/>
          </a:xfrm>
          <a:prstGeom prst="rect">
            <a:avLst/>
          </a:prstGeom>
        </p:spPr>
      </p:pic>
      <p:sp>
        <p:nvSpPr>
          <p:cNvPr id="5" name="Foliennummernplatzhalt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FE6D2D-A912-482E-86DF-3EC6C1F121A1}" type="slidenum">
              <a:rPr kumimoji="0" lang="de-DE" alt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de-DE" alt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201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Example</a:t>
            </a:r>
            <a:r>
              <a:rPr lang="de-AT" dirty="0"/>
              <a:t>: Entry </a:t>
            </a:r>
            <a:r>
              <a:rPr lang="de-AT" dirty="0" err="1"/>
              <a:t>and</a:t>
            </a:r>
            <a:r>
              <a:rPr lang="de-AT" dirty="0"/>
              <a:t> Exit Points </a:t>
            </a:r>
          </a:p>
        </p:txBody>
      </p:sp>
      <p:grpSp>
        <p:nvGrpSpPr>
          <p:cNvPr id="10" name="Gruppieren 9"/>
          <p:cNvGrpSpPr/>
          <p:nvPr/>
        </p:nvGrpSpPr>
        <p:grpSpPr>
          <a:xfrm>
            <a:off x="1196332" y="1128902"/>
            <a:ext cx="6751336" cy="4600197"/>
            <a:chOff x="1349257" y="1063243"/>
            <a:chExt cx="6751336" cy="4600197"/>
          </a:xfrm>
        </p:grpSpPr>
        <p:pic>
          <p:nvPicPr>
            <p:cNvPr id="8" name="Grafik 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57071" y="3541927"/>
              <a:ext cx="6735708" cy="2121513"/>
            </a:xfrm>
            <a:prstGeom prst="rect">
              <a:avLst/>
            </a:prstGeom>
          </p:spPr>
        </p:pic>
        <p:pic>
          <p:nvPicPr>
            <p:cNvPr id="9" name="Grafik 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49257" y="1063243"/>
              <a:ext cx="6751336" cy="2121513"/>
            </a:xfrm>
            <a:prstGeom prst="rect">
              <a:avLst/>
            </a:prstGeom>
          </p:spPr>
        </p:pic>
      </p:grpSp>
      <p:sp>
        <p:nvSpPr>
          <p:cNvPr id="3" name="Foliennummernplatzhalt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FE6D2D-A912-482E-86DF-3EC6C1F121A1}" type="slidenum">
              <a:rPr kumimoji="0" lang="de-DE" alt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de-DE" alt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7617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de-DE" dirty="0"/>
              <a:t>Notation Elements (1/2)</a:t>
            </a:r>
          </a:p>
        </p:txBody>
      </p:sp>
      <p:graphicFrame>
        <p:nvGraphicFramePr>
          <p:cNvPr id="2789379" name="Group 3"/>
          <p:cNvGraphicFramePr>
            <a:graphicFrameLocks noGrp="1"/>
          </p:cNvGraphicFramePr>
          <p:nvPr>
            <p:ph type="tbl" idx="4294967295"/>
          </p:nvPr>
        </p:nvGraphicFramePr>
        <p:xfrm>
          <a:off x="531813" y="1073730"/>
          <a:ext cx="8080375" cy="4710540"/>
        </p:xfrm>
        <a:graphic>
          <a:graphicData uri="http://schemas.openxmlformats.org/drawingml/2006/table">
            <a:tbl>
              <a:tblPr/>
              <a:tblGrid>
                <a:gridCol w="207505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85358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15172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505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de-AT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Name</a:t>
                      </a:r>
                    </a:p>
                  </a:txBody>
                  <a:tcPr marT="45713" marB="45713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de-AT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Notation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de-AT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Description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4245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State</a:t>
                      </a:r>
                    </a:p>
                  </a:txBody>
                  <a:tcPr marT="45713" marB="45713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lang="en-US" sz="1800" kern="1200" baseline="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lang="en-US" sz="1800" kern="1200" baseline="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Description of a specific “time span” in which an object finds itself during its “life cycle”. Within a state, activities can be executed by the object.</a:t>
                      </a:r>
                    </a:p>
                  </a:txBody>
                  <a:tcPr marT="45713" marB="4571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993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Transition</a:t>
                      </a:r>
                    </a:p>
                  </a:txBody>
                  <a:tcPr marT="45713" marB="45713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baseline="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State transition e from a source state S to a target state T</a:t>
                      </a:r>
                      <a:endParaRPr kumimoji="0" lang="en-US" sz="16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45713" marB="4571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Initial state</a:t>
                      </a:r>
                    </a:p>
                  </a:txBody>
                  <a:tcPr marT="45713" marB="45713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sz="1800" kern="1200" baseline="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Start of a state machine diagram</a:t>
                      </a:r>
                      <a:endParaRPr kumimoji="0" lang="en-US" sz="16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45713" marB="4571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Final state</a:t>
                      </a:r>
                    </a:p>
                  </a:txBody>
                  <a:tcPr marT="45713" marB="45713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lang="en-US" sz="1800" kern="1200" baseline="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End of a state machine diagram</a:t>
                      </a:r>
                      <a:endParaRPr kumimoji="0" lang="en-US" sz="16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45713" marB="4571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Terminate node</a:t>
                      </a:r>
                    </a:p>
                  </a:txBody>
                  <a:tcPr marT="45713" marB="45713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lang="en-US" sz="1800" kern="1200" baseline="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Termination of an object’s state machine diagram</a:t>
                      </a:r>
                      <a:endParaRPr kumimoji="0" lang="en-US" sz="16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45713" marB="4571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pic>
        <p:nvPicPr>
          <p:cNvPr id="2" name="Grafik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5929" y="1627249"/>
            <a:ext cx="1618491" cy="1030226"/>
          </a:xfrm>
          <a:prstGeom prst="rect">
            <a:avLst/>
          </a:prstGeom>
        </p:spPr>
      </p:pic>
      <p:pic>
        <p:nvPicPr>
          <p:cNvPr id="3" name="Grafik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4405" y="3020991"/>
            <a:ext cx="1621539" cy="496825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3442" y="3853073"/>
            <a:ext cx="283465" cy="283465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3442" y="4524723"/>
            <a:ext cx="283465" cy="283465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4590" y="5304514"/>
            <a:ext cx="201168" cy="201168"/>
          </a:xfrm>
          <a:prstGeom prst="rect">
            <a:avLst/>
          </a:prstGeom>
        </p:spPr>
      </p:pic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FE6D2D-A912-482E-86DF-3EC6C1F121A1}" type="slidenum">
              <a:rPr kumimoji="0" lang="de-DE" alt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de-DE" alt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8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de-DE" dirty="0"/>
              <a:t>Notation Elements (2/2)</a:t>
            </a:r>
          </a:p>
        </p:txBody>
      </p:sp>
      <p:graphicFrame>
        <p:nvGraphicFramePr>
          <p:cNvPr id="2791427" name="Group 3"/>
          <p:cNvGraphicFramePr>
            <a:graphicFrameLocks noGrp="1"/>
          </p:cNvGraphicFramePr>
          <p:nvPr>
            <p:ph type="tbl" idx="4294967295"/>
          </p:nvPr>
        </p:nvGraphicFramePr>
        <p:xfrm>
          <a:off x="534691" y="1068250"/>
          <a:ext cx="8074618" cy="4721501"/>
        </p:xfrm>
        <a:graphic>
          <a:graphicData uri="http://schemas.openxmlformats.org/drawingml/2006/table">
            <a:tbl>
              <a:tblPr/>
              <a:tblGrid>
                <a:gridCol w="249305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43279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14876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5626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de-AT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Name</a:t>
                      </a:r>
                    </a:p>
                  </a:txBody>
                  <a:tcPr marT="45714" marB="45714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de-AT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Syntax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de-A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Beschreibung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0041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Decision node</a:t>
                      </a:r>
                    </a:p>
                  </a:txBody>
                  <a:tcPr marT="45714" marB="45714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baseline="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Node from which multiple alternative</a:t>
                      </a:r>
                    </a:p>
                    <a:p>
                      <a:r>
                        <a:rPr lang="en-US" sz="1800" kern="1200" baseline="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transitions can origin</a:t>
                      </a:r>
                      <a:endParaRPr kumimoji="0" lang="en-US" sz="16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0320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Parallelization node</a:t>
                      </a:r>
                    </a:p>
                  </a:txBody>
                  <a:tcPr marT="45714" marB="45714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baseline="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Splitting of a transition into multiple</a:t>
                      </a:r>
                    </a:p>
                    <a:p>
                      <a:r>
                        <a:rPr lang="en-US" sz="1800" kern="1200" baseline="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parallel transitions</a:t>
                      </a:r>
                      <a:endParaRPr kumimoji="0" lang="en-US" sz="16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335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Synchronization node</a:t>
                      </a:r>
                    </a:p>
                  </a:txBody>
                  <a:tcPr marT="45714" marB="45714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baseline="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Merging of multiple parallel transitions</a:t>
                      </a:r>
                    </a:p>
                    <a:p>
                      <a:r>
                        <a:rPr lang="en-US" sz="1800" kern="1200" baseline="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into one transition</a:t>
                      </a:r>
                      <a:endParaRPr kumimoji="0" lang="en-US" sz="16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1860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Shallow / deep history state</a:t>
                      </a:r>
                    </a:p>
                  </a:txBody>
                  <a:tcPr marT="45714" marB="45714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baseline="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“Return address” to a </a:t>
                      </a:r>
                      <a:r>
                        <a:rPr lang="en-US" sz="1800" kern="1200" baseline="0" noProof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substate</a:t>
                      </a:r>
                      <a:r>
                        <a:rPr lang="en-US" sz="1800" kern="1200" baseline="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or a</a:t>
                      </a:r>
                    </a:p>
                    <a:p>
                      <a:r>
                        <a:rPr lang="en-US" sz="1800" kern="1200" baseline="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nested </a:t>
                      </a:r>
                      <a:r>
                        <a:rPr lang="en-US" sz="1800" kern="1200" baseline="0" noProof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substate</a:t>
                      </a:r>
                      <a:r>
                        <a:rPr lang="en-US" sz="1800" kern="1200" baseline="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of a composite state</a:t>
                      </a:r>
                      <a:endParaRPr kumimoji="0" lang="en-US" sz="16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45714" marB="4571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46104" name="Picture 27"/>
          <p:cNvSpPr>
            <a:spLocks noChangeAspect="1" noChangeArrowheads="1"/>
          </p:cNvSpPr>
          <p:nvPr/>
        </p:nvSpPr>
        <p:spPr bwMode="auto">
          <a:xfrm>
            <a:off x="3200400" y="1841500"/>
            <a:ext cx="769938" cy="8191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AT" altLang="de-DE" sz="1600" b="0" i="1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46105" name="Picture 28"/>
          <p:cNvSpPr>
            <a:spLocks noChangeAspect="1" noChangeArrowheads="1"/>
          </p:cNvSpPr>
          <p:nvPr/>
        </p:nvSpPr>
        <p:spPr bwMode="auto">
          <a:xfrm>
            <a:off x="2990850" y="3357563"/>
            <a:ext cx="1281113" cy="8413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AT" altLang="de-DE" sz="1600" b="0" i="1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46106" name="Picture 29"/>
          <p:cNvSpPr>
            <a:spLocks noChangeAspect="1" noChangeArrowheads="1"/>
          </p:cNvSpPr>
          <p:nvPr/>
        </p:nvSpPr>
        <p:spPr bwMode="auto">
          <a:xfrm>
            <a:off x="2938463" y="4716463"/>
            <a:ext cx="1358900" cy="9985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AT" altLang="de-DE" sz="1600" b="0" i="1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6453" y="1712177"/>
            <a:ext cx="1213106" cy="475489"/>
          </a:xfrm>
          <a:prstGeom prst="rect">
            <a:avLst/>
          </a:prstGeom>
        </p:spPr>
      </p:pic>
      <p:pic>
        <p:nvPicPr>
          <p:cNvPr id="3" name="Grafik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8665" y="2601912"/>
            <a:ext cx="868682" cy="762002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8665" y="3679826"/>
            <a:ext cx="868682" cy="762002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6557" y="4993267"/>
            <a:ext cx="1072898" cy="390145"/>
          </a:xfrm>
          <a:prstGeom prst="rect">
            <a:avLst/>
          </a:prstGeom>
        </p:spPr>
      </p:pic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FE6D2D-A912-482E-86DF-3EC6C1F121A1}" type="slidenum">
              <a:rPr kumimoji="0" lang="de-DE" alt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de-DE" alt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182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www.clipartkid.com/images/459/question-and-answer-images-clipart-panda-free-clipart-images-EodNcb-clipar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295400"/>
            <a:ext cx="7799119" cy="541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4800" b="1" spc="15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Câu hỏi ?</a:t>
            </a:r>
          </a:p>
        </p:txBody>
      </p:sp>
      <p:sp>
        <p:nvSpPr>
          <p:cNvPr id="10" name="AutoShape 6" descr="data:image/jpeg;base64,/9j/4AAQSkZJRgABAQAAAQABAAD/2wCEAAkGBxMTEhUREhMVFhUVFx4ZFxcXGBobFxgeIRgYHRoYGxgYHiogGhomIBoaITEhJSktLi4uGR8zODMsNygtLy0BCgoKDg0OGxAQGy0mHyYtLS8vLS8tLS0tLS0tLS0tLS0tLS0tLS0tLy0tLS0tLS0tLS0tLS0vLS0tLS0tLS0tLf/AABEIAJ8BPgMBEQACEQEDEQH/xAAbAAEAAgMBAQAAAAAAAAAAAAAABQYDBAcCAf/EADwQAAIBAgQDBQUGBgICAwAAAAECEQADBBIhMQUGQRMiUWFxBzJCgZEUI1KhwdEzYnKCsfAV4ZKyQ2PC/8QAGgEBAAMBAQEAAAAAAAAAAAAAAAIDBAEFBv/EADURAAICAQMCAgkEAgICAwAAAAABAgMRBCExEkEFURMiMmFxkaHB8IGx0eEU8SNCUnIGFTT/2gAMAwEAAhEDEQA/AO40AoBQCgFAKAUAoBQCgFAKAUAoBQCgFAKAUAoBQCgFAKAUAoBQCgFAKAUAoBQCgFAKAUAoBQCgFAKAUAoBQCgFAKAUAoBQCgFAKAUAoBQCgFAKAjeL8dw+GE37qp4LMufRB3j8hUJ2Rh7TNGn0l17xXFv9vnwUnintLZpXCWP773+cimY8yR6Vhs16/wCiPdo8BS3vn+i/l/wX7heMF6zbvLs6ho8JGo9QdPlW6E1OKku58/dU6rJVvs8G1UyoUAoBQCgFAKAUAoBQCgFAKAUAoBQCgFAKAUAoBQCgFAKAUAoBQCgFAKAUAoBQCgFAKA5Fzbwq1Z4i5uIXF8G4ihoLNBlc2/vAgAfiWvLupXpt90z6rRaqdmjSi8dLw3zt54/OGeHvLZDW7l020Zu+vZhBlykFMinM7S5+8UPrbXWpdCimm9vh+fMnFStanCOWuHnO+ec8Jbey8bMsHsk4ublq7h2Mm0wZT/K86f8AkCf7qv0j9Xp8jF4/p1G2Nsf+yw/iv6OgVrPnxQHntBOWRO8Tr9Kj1xz053B6qQFAKAUAoBQCgFAKAUAoBQCgFAKAUAoBQCgFAKAUAoBQCgFAKAUAoCs828Zv2GQWcgBEsWWeukaiIj8xWmiqM08nleI62zTtKGP1I61zC5VS+LRGIkgWZjcb69Qam6N9o/Uzx8TTinKxJ/Ak+U+MPda5auurspzKwAXMp6wPkf7hVd9Sik0afD9a7pShJ5a4+H5+5YL10KJNYb7o0wc5M9WMXJ4RGXsVcPxgeQGo+s14dms1VjSjNLOeFusfHPw/MGqMILsQnOHLN3HWbRRlS9auSjsSO6YzaqJBkKwj8Ir06YW2VL0nPZ+40aPWR01ktsxa3RDPyXgsDb+0Y+699ifdEgO3gFBzMfHM0eMVqp0fXLHLJ6rx61R9T1V9fz4I9Pxt3tKtkDB2GkILaqG3IALDZmg922JEe9rXq1aeFbxjOPl+fH5HzWo1llvrSk1n5/j93zJ7lPi7FThXbNdRM1svM3F6TOsjSesEHXeqdZU0nZWv9ndJc3/xy57e9HjC4y7iCQ2JCQJKqCsfPSfqd6+Ureo1bxK3p80lj6/2butdjXvX7WGvW3tsXX4nJkHWGgjQwPWorT16a+M6235t9+zKp3JF2Br6MtFAKAUAoBQCgFAKAUAoBQCgFAKAUAoBQCgFAKAUAoBQCgFAKA8G4o3I+tQdkVy0dwz4L6bZl+oqPp6846l80d6ZeRAc9YUNhmuHTs5JPgOv5gH5Vt08+mR5XitHpaG/I5fc4orqioh7oIJUMSxJ3M7eg862q1Jt5PmJaeycYpQxj47lg5WxN5sbZKYd0WMrdxwmUKZJZp16jzAFUWzi4NZyeloablqYzUelYw+eMe8tvHcViBeCrZdlGqFQSvmSQNDPQ18p4hXqLL00tluts/q/efY1OCjubHCMLdfW9bKR4kd7wEA6DyqzR6Oec2L+/lwvccssWMRJ6vZM5DczcNt4mybLMqvvbJIkN0+R2I8DVlc3CWUQsq644OUniPYlrGIDW8pYSsZh4qT8MHXMsnbcaH14x611wPDb6JdE/wBGWHgfAsRiL2HvoDYtWTm7RlyvcJMtltklsreLH4juNKosvhCEovdv5L9f4NdemlKcZrZL5v8APeZOP8LxNvEXjbVFssdLjuApzalFQS5aZEKs6V8xLRSc5dPD+5pnTZKT6eDe4Lyil1c92+7eKouTpsS2pHyFWx0EY+0x/hY9tl6tJlAUbAQK2pY2NSWNj1XTooBQCgFAKAUAoBQCgFAKAUAoBQCgFAKAUAoBQCgPjGgII8XvdFSfCD+9WdKL/RRNW1zUqXzaxFy0gCkzMd6RA3O4JqcaJyWYpsz220w2ctzcu83YJZzYm2I330/Kn+Ldz0sp/wAmrOOpEFgsTZuloggMxzDqATsfPT6edfHPT1TslCSw05NvG+E3n7du3vPUVkkk0yQRUBRhsYInfeDUKqa43Vyhnplus87fTnyOucnFplmdwNyB6mK+seyyzCRuI45bUwsN5yAPqd68q/xauDxCLl8OPmXx07a3aRsY7itmzZ+0XbipaABzk6a7AeJPQDU16lb60mu5Q9uTlHHPafi77P8A8ci27NuC1y6oLtroQpMKp2jVoPw9NCrS5IOXkdKt8wK+HtX0XN2q5lE6A/EGPkdNPCquncsiuohLy3LrFrrZtDA2Rf6VHXzmfM1NJF8YxN/hXBtmAyj8XU+n7/5o5YJzsUdkSlzgWHa/9qa0rXQAAx1iNiFOgbpmiYAE1z0klHpzsYfRx6urG5n4liCtt+zym4FLKp6x5bmoE8rOCvWAboF0kuzDfcgHppoBPhpVqwjUsJbEnw++FvFBAB0HqOvz1+tRa2ITi3DJM1AoFAKAUAoBQCgFAKAUAoBQCgFAKAUAoBQCgFAKAUAoBQFUHaqpAtNm1hsrSJ36a/pVmxrfS+5WV7uJYFCLoCkBg05SYZgF1EDSfOvQr3pXllnhaz/9UseS/NiI5kvA4TM6w2UopIuA+4QBNzUjSfrV9axNpfb7GOTfSm/v9yycp8p3RZtX1vrFxFuKMpkBgGAOuu8V8nqNBP07nCWHl9j6Ku1dCTRZf+CuHVro6fD/AN1QvDrXarLJ5x7ifpY9OEjkvtNwKPxK410AtlTpsMukT9a9jQyscH6TnL+Xb6Ga7Cl6vGDT47wHCKUNq2otMpCXA6uLmWAWICgo+oLKdia2RnLzKWkdKv8ACxjeFthRHaKue1/UCSvpOqnyavOr1OdVbW/+rXyaX3LlD/iizkHDccEIVggRoFwXFYrod8q94MPLXU1vkilM6b7Kbk4e+t9Iwtu6WsXbhAUgyHUGYIEA5hoS7a6VVNbrHJbB4RO4/nPh9mezHbMOllA30doQ/JqshpLpdsfEqnrK49/kSWN5rw9vBpjWJyXFBtrpnYkSEAmM289BB8Kz2J1txlyiUroxh1vg5ri+b2uh3uX3ztMWkLhFEQq6EAj+cmdzGwqnq8zzJ6xSi23+m5M+zbl9zdGMMqqkwetwkEESdSonc9R6xyCy8lPhtNllnp3st8e8s+H4fdS69tAwUNKNssHWJ8tq0prG59NCcencmcFwxU7zd5vyHoP1rjlkjO1y2Rv1EqFAKAUAoBQCgFAKAUAoBQCgFAKAUAoBQCgFAKAUAoBQFT5m5hxVrECxhrFu592HJdo3cpA1AmcoGsktAFRbedjBqNXOFno4Ry8Z59+DmvM3GcRdurinti2/ZCMh0Ky0EqwO8nQ7gDSr69bOutw6U0edZqeuxTaw8fQt3EeRLd4Lmv3isAgL2SDUDYLagnzNXx1kktkvqem9LCWMtltwV77PYS0qErZthRLSxCLAnugTA8qyyzJ5ZqTUVglsNezorxGZQ0HcSJqJNHN/aJyPexOK+1W7ttUKKhDZpBGbXQHTaqtRrVpq+pxbWewVLslsyNxPIXEcSFzXcOFQQIBRSTGZ8q2/eaASY1gVLS61WrqUJJe/H85Izpa7o6RwXh64ayouFc4WGbofIT/po6q/SytS3lz+fodi2oKLfBWE9nGCv4p8Wzs6NcL9gIVMx1YN8RBaWjTeNRV/pHjBDoWckDzHwwrj7gvTcVVz2EiVCwAiLbEDKplYG+XWZNb6bP8AiXTt5s8+6L9K1LfukeR2b/dlbYYHKrd3NsWUxaXQFQxhvwjqZqxOUfWX58ymXreq/wC/dx9zb5IsWMdYu8Pvg5bVwX7QBggNOYA+AYtPlcqjxGndT8/t/Rbo3G+t1y7FuwnIvD7W2HVj/wDYWefk5I/KvN6EbY6SlcRIbmj2iWMIxwmEti5eTuEAZbNmNIJ0zEfhXTSCVq2MG0W5jFYRW8HzTxHCYh7+Kd79pjlcBCtoeHZSBljodm6k6ET6YtbHHJo6rwfitrE2lvWHDo3XqD1UjcMPA1U008Mmnk3a4dFAKAUAoBQCgFAKAUAoBQCgFAfJoDx2y6iRpv8ASf1rmUd6WeTiV8a51I70SPJxY6A1zrR30bMNzHx4D1qDtwWKkxW+LCQGiDpPhXFcs4ZJ6d4yiTq8zCgFAKA557Qbl+3i7V2zbdgbQUlbRuARczDSIzA5WHmBVcm0zyddGxWxsgu2Htnvkq/HcT2thkGGurczQn3WoUZgvf8AeJyZEy7d2ai3sZbH1xx0POdtvv8ADY6Vg7xVLWYEHskkEQwPZiZB2I/Sr1we0nssnvE3hlMGe6QZHr+/5V062VfhfNmNMoLVvKhKqcjklQYBJDRMCvF1es1NU2oRyvg/sWxxg+8w85Y2zazpbtlpAjI3+M3Xb51HReIXXXejsikv1yWVOt2whL/s8c4xs39joNpyVDQQSAYO402PmK9orexFY3DmczEsPPp8q6VsjzdNs50aG8IMEeB/36V0ZIrnPAXcZatYjDWyb9l8pWR3lYCYJIBAMegLVp0tkYtxnwzNqapWJShyjBwzlTGMJYWsMxXKSrZ48xbQASNYl2idtoslqK0+7/PP+jkKJtdkRWLu4fg1xksK97FlAM93u2rYMHQLBaYGk9PeGoqu7UzvWHwer4V4JGT687fUreOu3sTcV72ILYhgGtIQYWYZFUju22IggAR7uYgzEI1pbvg+ppprpi8Q9VbN/R7d0v8ASJDmHlprlgcUwYLpeBuYi0JLI8ntXTqVzZiV6bjT3Skk+lnyWt0zoulDyf07ERypwXFY1XtYdFFlyO0ulQF0ZWA7SMzQVnIJ31HUSk1HdmRJvg7Tyhy3bwFjsUYsWbO7kAZmgDQdBAECTWec+p5Lox6UTlRJCgFAKAUAoBQCgFAKAUAoBQCgNP7ZXcA0Dcl39R/6is0vaZrj7KPRB6GuHcruamIxDKNYNVuTRZGMWQONZm1zGOlZ3vyalhcHnCYsspRjr0P70T7HGu5bOX8dmUWn0ZRp5jy8f98K20WZXS+Tz9RVh9S4JitBmFAcZxGAa5dvFb98uL7oQuYxDxJY3F0E/Ia7Ax47jZJtqT5f5yfaRthXCCcI46U8vHl/6v8Avjk+cvcVGF4hZ7XFubBVwxuO4QzbVkJRiYMkADea0aVy62m8mHxaEHQpqCi89sdnjlcls594/ZuYJvs9+WzL7jEEidRpGnlXqVRUpYZ5/gtcbNUoyWdn+xRkxN1CthcTiFutEa/dZmAITUz1AzbT0jWrvRrnse3bo6rE7fRxcVn44Xfy9+PLuTPKPE8TdwmMYubjo1vKW1KK0hiAOuhPlv0is98XBPD7fY8jX6Kiq5RxhdLf6pZRvcv8ZXD240clyYzEEaDWcpBBM+eleLTq3VF53yz5mOpikfOIcZAvreKm6q3g2W2MxYAEKFDRJ2jbao6duWrcs8lU7szi1vv2+DNjjXPV8gC1Yu2AfiupDH0B7o/OvUv02rm8Uyil8d/22LJeIVw9uMl+hbOVuJfacMrsQXHdfbcdSBpqCD86aecpQxLlbP4o1QkrIqS4e5kucIDOSTlXwG5/Yf7pV+R0lW5m4ljLWKGGwTW7dtbSsQ4WMzOV95tZJKj1NVycs7GK66xW+jrxxnf44IleeOIoFLpYIaYlCCYOU+6+moI26HwqHVJGR+JWxx1Jb/bbzPnONtsZgrWPKKryUbLMQGbKdekyPV60aezufU//AB3xBzxKW2SE4IHu3LLYOyzYm33bpP8ACK9mqAuZ7ogNppOu5irJS8+D6DUNVwnG6XqPjzznO38ltwGO/wCMtHBI/wBqxlxs/ZrJS0WA94+9Gkxu28AEmuRg5vPCPlfFvE42WdUY78Jd2WDlLH3jmsYgW1dQHUWwFXKd4AJGh6jx3O9StrSSlHg8zSamc5yrsxlbrHkyyVQbxQCgFAKAUAoBQCgFAKAUAoBQCgK41+pHSJxXEMt1vRT+UfpWG/aZuoWYGK9x5h7oqlzkuC5Vx7mqceXGuh61FyyWdK7GnhMeQ7Kehgj6H9aiGfMV3buYHuuNPIjcf4P18KI6b2FxzAiNwZXyPh6GuptPJxxUk0y+8Nxq3rYdfmPA9RXpQmpLKPJsrcJYZgxvF1ttkKsSPCP1NeXq/GKtNb6KUW2vLH8ltemlOPUjmXFuFMb7ZbzImJxBKq9lGQPcJgHvt6ZstU6bXU6mbjBtN74a/EfQ169QhFTqy4xSypY2XyNbmj2f4kI2Jv3rb5CpbKDmaSqjTKAI0Py+derVTKMupsw67xKm+hVVxax+e8xJwFWUdnlDBY8iQwE6ToQfqDWmLw8mHw/Ux016slws8e9ErwTBY2+wu2hZJsWzYGYkGCGIOxBIz6bbDSp9SPXev0MoSh6yUpdT2XO3v9xZPZ5y5fwhxDXgg7XJlCtJ7ueSYECcwjXx2rknkw+K6yrUSi687f0UXjHtF4z22J+z4C1dsWb72gexuue45XdXEnTWBAmq8I8jCMGBxt/EZsXdRbNyMz24yhW9wBbdwk67xrvW6quvpjtu/cfN6qyyF9ji8KPw7ryJK7irrWA1wAoXhDlRZIVs3ugTEjfxq+MIKWEYbdRdOpSnxnbhfHgn/Z0l612t24MmGZQc7nLLA6FQdxBOvXSJrw64SjbN9m2fS6By9DHPGETWJ50trcCpbLJIDOTlgTqwWJIG+sVpwbOrcp/O/FWtcTaGUDJbBzLmAEhg2XqVIDCPCqZPDPG1lsq9TleS7Z/MGDF8Sw9yw7DKHEqgIPa6Pb7MgxGXILhbX3mPiK5kzai2mypvbPbz5WP0xnPvL1yZg0fh1q3cUMrZpB2P3jEfpU6/ZR6/heYaaDXv/ckeDXcIubD4VrINs963bKyD1JA1nzqeT0LLJ2S6pvLOZHDHCYy7aAOcXDkMSWFzZjM5mhtZ3Nb6WpQwz5nXKdVylHlvHzJTla7dOKRlzPcFxhdB2CEAFmc+c6eK+dSvcejHbsZvD/S/5Clu5ZfV8Pe/idOrzj6wUAoBQCgFAKAUAoBQCgFAKAUAoCoE10kV7jj/AHnyA/z+9YtR7Zs0/smrilMAjYRP+/7tVDRqieA8a/7vFRZ0wYt5K3ZgAhbhAJMT3WgHWNj6jwqOWdZvXLqsvZpm1El2ABnpGvu/Q/owyMc53MNvEaBjpG/lU8Eiz8h8Ql7iH4+8Plvp6H8q0aeW7Rk1cPVUvI3OMYtUxaq5AVlXNJjTUb+GleRrYx/zl1+y0s/Df+i/TVOembit03grnNmJRblnsiGVcXh2Ugz/APIoOvzNV6WiqvW4qeY9t8+RclNUOU1h4Za+JXrty0UuWbb233HaMvUEAlQSDtX1GDwOruRXB+GYe5dewbLW2VA+l0upBJG7KDOnhUnBqPURjapTcO+Mlo4Xwq3YDC2D3zLEmZMQPIaVAtN6gOT2LiYZ8bbv4fEKz4rEtavpZBKJdI1RyQQZGbTTRaAqnC8Gq3cHh0xD35uXe3zW2Q5SqdkgzEkwQ50PxRtFTVk0sJmS3Q6e2XVOOX+p1bC8g4Zc2dneTI1yhR0XTf1P5UrutjHEpZfnhIzf/T6XyfzZr8WwGR1Q5mtqsW0kwsaAD5RruZ1JrnJujFQSiuEQmNRZyFcjH3fA+VdJPyLdyhj0xWFAcBmtHs3DAHUARv4qV+c1yccM5CUZoh+JcU4OL/YNatO8wzW7YyqZiGdYE+OunWKyztqi8Pk2V+Byvg7FUsfov9kHxnjV+4fsio2DsgEKigZ216sDGU6+6dT1NaEsbGaMVFYitjQ4fw1QBkEEah9VK+Yg7/MihIsnE+AG9aGLxF82ewRs9xklmtrDBtCCCvf1OpkVZXZ0GTVaRXrGcEbwD2q8FsWxbttetjcl7TFmPixSZNRlJyeWW0UQpj0wX9nR+E8UtYi2t6y2ZWAIkFTBEiVYAjTXUVEuNygFAQ/FCRdBuJcezk07MFoaTJdF1bTLGhiG8a6gecHjURXNpzdDOFS2ZzIxGqEv3lHxQRoJjoKA2WxtwEo1tQ5UskOShiMwLZAQRIMQZ+scBF8Hu3gcKMqw9hnabjEufuJdpT39dp+I6+PQb5413LLZNbhh1zfw9Qrk6d7K7Kp23npTAMz49izqlvNkcJJaBJUMxJgwoBGuskxpXAa78ayi4Cqs1trQi20g9o4QbjRgZ7p8tddO4BlfiL5uzyW84UM03SFAJOUBskljBJEaeO1cBt4DFC6mcCNSCN4Kkqwkb6g69aA2KAUAoCj4DObaZ/fyjNHjGtCbNbFcKd7u05yACNh0E+G1Zp1ylLJqrtjGJKX+VCVAW6oMa939fD5V10e8itTvuinX8LesXnsXu9BkMNmBnXbb9ZHSs9kcPDNcJRmso2LOBdswVSwgggddPPSq+hvgl1pclf4jzCtuUFthcGhziI/t3ny0qfQcUtyM/wCeDWuydVzSGDjRpHQnqpkiNtj0rvS0X9MJrbkmeXOKEXFcNGU+OvpUXlPJVjKwzp3DuLpdHeUMPMA/5rRGxS9pGSyhw9l4JD/jsM3eFm1mGoORZB6HbfzqyFNXV1KKz8DPO67pcXJ4+LIizxNFy5iAe7mBkEhiQykHciJnzre6m+Dy1qYrGfcYuCXgeIuAZAw8SP5bx/eu2RapWfP7EKZqWqeP/H9mW6sp6IoBQHwqN4oD7QELzTgy9ksgJZdQAJJjcADcxPzAqUOSq3PTlFfwHKb3jmvZrVoMGW3P3u2st8AJ1jf+mpuSjxuVRrlPd7L6lW41xPE3XbAYe39msqzL2aGHuQTma5c00MEnXxktXjX6uyc+iB9poPC9Np6lfY87Z92/7v7mvhOBqqOgt3GuAhR3Sqg5Wb3CMxGirmMAdoDGk1RHT5Tzlv8APzJvnrH1ReUo8+bxlLlbJ8vCzx+he+Xey4hg0cxnXuPpPeA97yJENp+KvVon1wWeT5bxTSf42plDtyvg/wCOCW4Py+lqGeHceXdX0Hj5n8quPPKx7TeP2lezgbj5Vb769oTKqfu7ZygxmcZj0i0QfeoDny4QYq+1omzdtOykZVDvbs24kvdZc/a3CUXc6Z/AUB3PguC7K0AR3jq3r4fIaUBv0AoDRvYe4Lhu22UhlCsjkgaEwysJynvEHQzA2igNd+FuzNdLKLpKFYBKrkzQDMFpzuCdNCIiKAzrhbjOLlzKMqsqqpJEtEsWIE7QBGknedAMWH4e6fZyCpNq12TSSJB7OWUxuOz2O87igPI4PLX5YZLikIBumfW4Z8S0N8q7kGN+EubVtWyXGW4blxWkW7hbPI2OgLAiQfdHqAPLcJuFmb7tQxsnKswvZXs8DQZpE6wNelMg2sTgD2puqttsyhWV/ImGDAHxgiNYG3XgNrA2CiBWIJkkkAKNSTAA2AmB1gazQGxQCgFAQeFsKuwk+JruDrZtF66cPiYnodK4dwUiziHx+Le6pP2e13EA2bxbzk6+kVkm+uR6NcFXDflklxRntITbA01gaE+lQllcFlajJ7nLudOI9qVPZkt+PYjyk7ikE29xZhbIqDXmBgg1d05KVZgmcDfgB8yrHvAsAT6DxqvofBa7Y85LzgecMN2aqcRZtuvVnTaNoVpnb86ejlngi7oZ5JDC8/YO3PaY5G/pt3W/9VqarkiqdsGuCSX2rcPiO1uXPSw//wCgKvWxjkk+xrt7V8Is9nh8UZ3y2UH+XrrZBQS4Rib2rT7mFv8A9+RR84nSmSWDofA+IfaMPav5SnaIGykzEjaeo8+tDjN6gFAKAUAoDm/tJwjWbi4m2B3iCf6ljQ+REaeTV5Wqr6LlNd/3X8o+p8DtjdXKib4/Z/w/sVnh9t8bdFjDkWraIBLvmZUgKYG8HLqEABPvE6VZGErPZ2Rsv1FOjWbmpTbzhLG/OX9m+OyOn8E4Th+HYdsrEg953YyXMQIA08gB+davUog2+D5fV6u3WWdUv0XkVnjXGMS57QXGtBtLdsEgx+Ix9ST5R0nyr7b3H0spdK7R7st0tEZz6Es+b7G5wbgS423ONTtlH8N2Zhcn4gGUg5PKYkVq8OsunFynx28/9DxGumuSjD2u/wCeZ94Nwrhdm/Fi8VZSJU3CUYjYZnBzEHwb9a9I8zKLwKHRQCgFAKAUAoBQCgFAKAUAoBQCgIRLi/CQakD67mgK5zvxfscKyqYe73AfCR3j9JHqRVdssIvoh1T3K1yzxbsraroBWLqwz03FSRaL+KW9bZe0KllIkASJESAeo3qSlkpcMbHCcdwhrTFLzLmBOpchT5gkx8prTGalwY51yjsz3wvlq7iZ7C0rAaZmcqpP8pkk+u1cc0tjsKZyWcE1wX2e3buftWtYco2WGTtSdu9owAGump+VcdqLY6WbWSO4nwM2MR9kUpcukiCtvKpU7MWO3prtXetdOSt0S6+gnm5DxKW+17ayYElFzTHWCYEx41H0qLHpmRmAwFy43uPlO+uv0ijuiji0kmdYw3srwsAtcdvy/Wr0YtyWwXs9wNv/AOPN/VB/SR8jQFpRAAFAAAEADYDoKA9UAoBQCgFAYMZg7d1cl1FdT8LAEfQ+tRlCMliSyTrtnXLqg2n7iM4zyxh8QqAr2bWv4Vy13HteGRl2HSNompLbgjKTk8vkrnF+HX7dofa8UmW3I7RkCod++0HKHjQ6AbwNa+f8UWqdy6YOUe2Prlef2NWnlXFesYeXeXM7y5m3ocwOlwbjIfw+Y/ztHSaSd7TsTUV2ez+H9nqW66umpei9p/Q98ycXuEdiUNm17oXbMNoLKYI/lBA8Sa+jjHbCPnZ2ZeZFds4UuwVFDSYjKDP9BVtf+utaq6Mrqlsjz79Zh9EFl/nkdJ5U4Y+Hsdm56yFmcug0n89NNaqulGUvVNOkrshD/ke7+hM1SahQCgFAKAUAoBQCgFAKAUAoBQHKsLzFhWjLfUE7CSp+jVImiVwnFwTpdU+TGPpO9cGCA53s373ZPbtm6iZswtwxE5IOWZOx2qqyLZfRNRzkhrmCdFVsjqp/ErL8oYVlcWuTWrE+D6uJaNzUcE+rJW+K8Na9diYHU/t5/tVkZYKpx6i98FwiW7cDQKoCqNAPCarzndlqs6Ekjb4Enag3XWM0GASQNAN+u1dSWTsr5pbGviOBdpjHvMIGVVU9AANp9ST86N52K4zx63cuvC+XAUliwkaTv/1V0Kdtyi3WNvCN/ActWLWyz61ZGmKKZ6mySxkmatM4oBQCgFAKAUAoBQCgPLoCCCAQdwdjQFUxXLd3DE3eHMACSzYVyRZcnUlGGtlz4jQyZBruc8gw2eLris1tVCX0/i4a8oDkaa6aMvg6yNdYO0JdS3iSiq3tMw8v4wWLhQ2jm+KYzgdPVfMaGo2auycvW48iynw3T1QzW8vzZb7GPRtvzorEzkqZI2QasKgzRqaDk0MVxm0gkuNOs6fWqZXRRdGicjXscVL6gQDtpqR4war9O2Xf48USGHxQbT4vD9RV0LFIzzrcfgbFWFYoBQCgFAKAUAoBQHO8N7MES8ri7mtiZBWHGnQjQ/QVLqO5LMvKWGHwsfU/sK5k71M2bXLuGXa2Pqf3rhzqZuJw+0AQLawRB0BkeBncUayMsqfGeQ0YlsOcp/A3u/I7j0NUSp8jRDUNe0VR+XnRm7VcrToOsDr5666VQ4tcmtWRa2JK1hRADeFRwRciS5e4KSFQSoG56R41ZXBsqsswW/A8NS3tJPienpWmMFEyym5G7UyAoBQCgFAKAUAoBQCgFAKAUAoDnnPvLxz/AGi2DM5gQSrI3VluDW2x11GhnUGKpk5QeVwzVX0WR6Zc+ZD4PmUXF7DHhjGgxKDLetHabiJtrHfSV7wzKIJqa6bFsRlCyh57fQseFuvYtqc/2iyVBGIBU/Nsvwn8QkeMVRKDjwXwtjZzySdnjotoLj6Ididj6Hauxm4nJ0qfBTOP87PiG7GyrFpJCqM227EeA6k6Cq5SlMsrqjXuz1ZvlO9cYM43bovks7f1b+m1VblredkbWGD3hnclVnuiYkfi9P8ANcOcEsMeqBQAwI+KDU1LBFxyXC3eBVW8QD9RXoLdHmNYZkVwaHD1QCgFAKAUAoBQCgFAKAUAoDzcthhDAEeBE0GTXXhtkHMLSA+OUVHoj5EuuXGTaqREUAoBQCgFAKAUAoBQCgFAKAUAoBQHxlBEHUUByTmXC22vxquS44BAhlHeUQem/wC9YW8S2PSrliO+5FcPx2JwbM1hlZM3fTXsXO5JUfwnM/xE0k94ECtELs7S+ZVbp0/Wr+X8EpfTD8SUiy72r6rm+yuwCsPG22oKGR3k02kLXZ090V1alx2lwUm5j8bhme1bw92yfdcC0xLeTOAc4101I103qpQaNyurfZMl+XbtzKXxSXEYGLYuIyKYElxmAzEaeQ38IhODRFTi+CwriHds7kqu4Q+8x118k2InvHXpBNOOx1bIz2+Zwn3ZUkHrpH08KllnHFHQMBila1bI2KKR81FejH2UeZP2mbQqRELfrgMD4piWVNI2aJA2kR1qSiDGmOuW47WGU7Og0HqKdPkCTRwRIMg9agD1QCgFAKAUAoBQCgFAKAUAoBQCgFAKAUAoBQCgFAKAUAoBQCgFAVvmjgBu/eWVXPBzDbNtB8J/eqLa294miq1LaRzbiPD3VWQBg7SDMgzrJis62e5qW5ScBgrtoAAHKplRJUoZ962w71tvNfmDWlXYKZURZ0Tl7np0hcYDdtqdLwH3tuOt22vvCfjTykTVqcZ8cmecJQ+BfsS1rF2N0u23GZLgCuFPwuOkg6yPyrskpLDIxk4vKKJxDB4lbgtDDu9xj7w/hR+I3DpHrr030rH6GWcYN6ui1nJB3cG9zS0GZixDAwMpBgg+AHiaejecHZWLGS2cd4zfwHDrN23aF1reS05M5EhSA7RrlkKOnvCYratlg8+W7LFhuZbf2G3jcVGHDIrOCT3STAjrqYjyIoRNzhHFLOJtres3M1ttmgwYMH0IOkGugq91M95rhxFy4hacqXWVUk7DsyIjx3qR0krWNfD3CGJey+oncTv5SD08xtUsZOFgwLIRnssMp3X4fp8JqDQJFLgPkfCoYB7oBQCgFAKAUAoBQCgFAKAUAoBQCgFAKAUAoBQCgFAKAUAoBQCgMOIwqPo6Kw/mAP8AmuNJ8nU2uDRucvYVt7Fv/wAaj0R8iXpJeZWOdOULS4c3cJbCXbZnQ7iQD7x6b/lXHBcosrsbeJEDh+DYnDMb2DdUJMtaP8G5r+Ee4/8AMvlOgq7OeSlryMNz2klL7W8VhuyUASVfOVMak5RBX01HgZ0lFJ7EctHvF882HYCzlJBIYEOJ+eXfzqOCWSa4FzDbc5QpVm0ytqp9CP1ArnAN3jvD7OMtPh70w8baEEEFSD4ggb0AwHDreAwRs2S2S2rGTqxZjqxiBMnYQK6jhp8Esl1zljl+BdNANAYiJ6/Opg3G6pow6gj/AB4HzmgPWFUIZRntt8mB8iOvzoCwYTF5oDaN5bH08K4DeW5UXEGUVEH/2Q==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1" name="AutoShape 8" descr="data:image/jpeg;base64,/9j/4AAQSkZJRgABAQAAAQABAAD/2wCEAAkGBxMTEhUREhMVFhUVFx4ZFxcXGBobFxgeIRgYHRoYGxgYHiogGhomIBoaITEhJSktLi4uGR8zODMsNygtLy0BCgoKDg0OGxAQGy0mHyYtLS8vLS8tLS0tLS0tLS0tLS0tLS0tLS0tLy0tLS0tLS0tLS0tLS0vLS0tLS0tLS0tLf/AABEIAJ8BPgMBEQACEQEDEQH/xAAbAAEAAgMBAQAAAAAAAAAAAAAABQYDBAcCAf/EADwQAAIBAgQDBQUGBgICAwAAAAECEQADBBIhMQUGQRMiUWFxBzJCgZEUI1KhwdEzYnKCsfAV4ZKyQ2PC/8QAGgEBAAMBAQEAAAAAAAAAAAAAAAIDBAEFBv/EADURAAICAQMCAgkEAgICAwAAAAABAgMRBCExEkEFURMiMmFxkaHB8IGx0eEU8SNCUnIGFTT/2gAMAwEAAhEDEQA/AO40AoBQCgFAKAUAoBQCgFAKAUAoBQCgFAKAUAoBQCgFAKAUAoBQCgFAKAUAoBQCgFAKAUAoBQCgFAKAUAoBQCgFAKAUAoBQCgFAKAUAoBQCgFAKAjeL8dw+GE37qp4LMufRB3j8hUJ2Rh7TNGn0l17xXFv9vnwUnintLZpXCWP773+cimY8yR6Vhs16/wCiPdo8BS3vn+i/l/wX7heMF6zbvLs6ho8JGo9QdPlW6E1OKku58/dU6rJVvs8G1UyoUAoBQCgFAKAUAoBQCgFAKAUAoBQCgFAKAUAoBQCgFAKAUAoBQCgFAKAUAoBQCgFAKA5Fzbwq1Z4i5uIXF8G4ihoLNBlc2/vAgAfiWvLupXpt90z6rRaqdmjSi8dLw3zt54/OGeHvLZDW7l020Zu+vZhBlykFMinM7S5+8UPrbXWpdCimm9vh+fMnFStanCOWuHnO+ec8Jbey8bMsHsk4ublq7h2Mm0wZT/K86f8AkCf7qv0j9Xp8jF4/p1G2Nsf+yw/iv6OgVrPnxQHntBOWRO8Tr9Kj1xz053B6qQFAKAUAoBQCgFAKAUAoBQCgFAKAUAoBQCgFAKAUAoBQCgFAKAUAoCs828Zv2GQWcgBEsWWeukaiIj8xWmiqM08nleI62zTtKGP1I61zC5VS+LRGIkgWZjcb69Qam6N9o/Uzx8TTinKxJ/Ak+U+MPda5auurspzKwAXMp6wPkf7hVd9Sik0afD9a7pShJ5a4+H5+5YL10KJNYb7o0wc5M9WMXJ4RGXsVcPxgeQGo+s14dms1VjSjNLOeFusfHPw/MGqMILsQnOHLN3HWbRRlS9auSjsSO6YzaqJBkKwj8Ir06YW2VL0nPZ+40aPWR01ktsxa3RDPyXgsDb+0Y+699ifdEgO3gFBzMfHM0eMVqp0fXLHLJ6rx61R9T1V9fz4I9Pxt3tKtkDB2GkILaqG3IALDZmg922JEe9rXq1aeFbxjOPl+fH5HzWo1llvrSk1n5/j93zJ7lPi7FThXbNdRM1svM3F6TOsjSesEHXeqdZU0nZWv9ndJc3/xy57e9HjC4y7iCQ2JCQJKqCsfPSfqd6+Ureo1bxK3p80lj6/2butdjXvX7WGvW3tsXX4nJkHWGgjQwPWorT16a+M6235t9+zKp3JF2Br6MtFAKAUAoBQCgFAKAUAoBQCgFAKAUAoBQCgFAKAUAoBQCgFAKA8G4o3I+tQdkVy0dwz4L6bZl+oqPp6846l80d6ZeRAc9YUNhmuHTs5JPgOv5gH5Vt08+mR5XitHpaG/I5fc4orqioh7oIJUMSxJ3M7eg862q1Jt5PmJaeycYpQxj47lg5WxN5sbZKYd0WMrdxwmUKZJZp16jzAFUWzi4NZyeloablqYzUelYw+eMe8tvHcViBeCrZdlGqFQSvmSQNDPQ18p4hXqLL00tluts/q/efY1OCjubHCMLdfW9bKR4kd7wEA6DyqzR6Oec2L+/lwvccssWMRJ6vZM5DczcNt4mybLMqvvbJIkN0+R2I8DVlc3CWUQsq644OUniPYlrGIDW8pYSsZh4qT8MHXMsnbcaH14x611wPDb6JdE/wBGWHgfAsRiL2HvoDYtWTm7RlyvcJMtltklsreLH4juNKosvhCEovdv5L9f4NdemlKcZrZL5v8APeZOP8LxNvEXjbVFssdLjuApzalFQS5aZEKs6V8xLRSc5dPD+5pnTZKT6eDe4Lyil1c92+7eKouTpsS2pHyFWx0EY+0x/hY9tl6tJlAUbAQK2pY2NSWNj1XTooBQCgFAKAUAoBQCgFAKAUAoBQCgFAKAUAoBQCgPjGgII8XvdFSfCD+9WdKL/RRNW1zUqXzaxFy0gCkzMd6RA3O4JqcaJyWYpsz220w2ctzcu83YJZzYm2I330/Kn+Ldz0sp/wAmrOOpEFgsTZuloggMxzDqATsfPT6edfHPT1TslCSw05NvG+E3n7du3vPUVkkk0yQRUBRhsYInfeDUKqa43Vyhnplus87fTnyOucnFplmdwNyB6mK+seyyzCRuI45bUwsN5yAPqd68q/xauDxCLl8OPmXx07a3aRsY7itmzZ+0XbipaABzk6a7AeJPQDU16lb60mu5Q9uTlHHPafi77P8A8ci27NuC1y6oLtroQpMKp2jVoPw9NCrS5IOXkdKt8wK+HtX0XN2q5lE6A/EGPkdNPCquncsiuohLy3LrFrrZtDA2Rf6VHXzmfM1NJF8YxN/hXBtmAyj8XU+n7/5o5YJzsUdkSlzgWHa/9qa0rXQAAx1iNiFOgbpmiYAE1z0klHpzsYfRx6urG5n4liCtt+zym4FLKp6x5bmoE8rOCvWAboF0kuzDfcgHppoBPhpVqwjUsJbEnw++FvFBAB0HqOvz1+tRa2ITi3DJM1AoFAKAUAoBQCgFAKAUAoBQCgFAKAUAoBQCgFAKAUAoBQFUHaqpAtNm1hsrSJ36a/pVmxrfS+5WV7uJYFCLoCkBg05SYZgF1EDSfOvQr3pXllnhaz/9UseS/NiI5kvA4TM6w2UopIuA+4QBNzUjSfrV9axNpfb7GOTfSm/v9yycp8p3RZtX1vrFxFuKMpkBgGAOuu8V8nqNBP07nCWHl9j6Ku1dCTRZf+CuHVro6fD/AN1QvDrXarLJ5x7ifpY9OEjkvtNwKPxK410AtlTpsMukT9a9jQyscH6TnL+Xb6Ga7Cl6vGDT47wHCKUNq2otMpCXA6uLmWAWICgo+oLKdia2RnLzKWkdKv8ACxjeFthRHaKue1/UCSvpOqnyavOr1OdVbW/+rXyaX3LlD/iizkHDccEIVggRoFwXFYrod8q94MPLXU1vkilM6b7Kbk4e+t9Iwtu6WsXbhAUgyHUGYIEA5hoS7a6VVNbrHJbB4RO4/nPh9mezHbMOllA30doQ/JqshpLpdsfEqnrK49/kSWN5rw9vBpjWJyXFBtrpnYkSEAmM289BB8Kz2J1txlyiUroxh1vg5ri+b2uh3uX3ztMWkLhFEQq6EAj+cmdzGwqnq8zzJ6xSi23+m5M+zbl9zdGMMqqkwetwkEESdSonc9R6xyCy8lPhtNllnp3st8e8s+H4fdS69tAwUNKNssHWJ8tq0prG59NCcencmcFwxU7zd5vyHoP1rjlkjO1y2Rv1EqFAKAUAoBQCgFAKAUAoBQCgFAKAUAoBQCgFAKAUAoBQFT5m5hxVrECxhrFu592HJdo3cpA1AmcoGsktAFRbedjBqNXOFno4Ry8Z59+DmvM3GcRdurinti2/ZCMh0Ky0EqwO8nQ7gDSr69bOutw6U0edZqeuxTaw8fQt3EeRLd4Lmv3isAgL2SDUDYLagnzNXx1kktkvqem9LCWMtltwV77PYS0qErZthRLSxCLAnugTA8qyyzJ5ZqTUVglsNezorxGZQ0HcSJqJNHN/aJyPexOK+1W7ttUKKhDZpBGbXQHTaqtRrVpq+pxbWewVLslsyNxPIXEcSFzXcOFQQIBRSTGZ8q2/eaASY1gVLS61WrqUJJe/H85Izpa7o6RwXh64ayouFc4WGbofIT/po6q/SytS3lz+fodi2oKLfBWE9nGCv4p8Wzs6NcL9gIVMx1YN8RBaWjTeNRV/pHjBDoWckDzHwwrj7gvTcVVz2EiVCwAiLbEDKplYG+XWZNb6bP8AiXTt5s8+6L9K1LfukeR2b/dlbYYHKrd3NsWUxaXQFQxhvwjqZqxOUfWX58ymXreq/wC/dx9zb5IsWMdYu8Pvg5bVwX7QBggNOYA+AYtPlcqjxGndT8/t/Rbo3G+t1y7FuwnIvD7W2HVj/wDYWefk5I/KvN6EbY6SlcRIbmj2iWMIxwmEti5eTuEAZbNmNIJ0zEfhXTSCVq2MG0W5jFYRW8HzTxHCYh7+Kd79pjlcBCtoeHZSBljodm6k6ET6YtbHHJo6rwfitrE2lvWHDo3XqD1UjcMPA1U008Mmnk3a4dFAKAUAoBQCgFAKAUAoBQCgFAfJoDx2y6iRpv8ASf1rmUd6WeTiV8a51I70SPJxY6A1zrR30bMNzHx4D1qDtwWKkxW+LCQGiDpPhXFcs4ZJ6d4yiTq8zCgFAKA557Qbl+3i7V2zbdgbQUlbRuARczDSIzA5WHmBVcm0zyddGxWxsgu2Htnvkq/HcT2thkGGurczQn3WoUZgvf8AeJyZEy7d2ai3sZbH1xx0POdtvv8ADY6Vg7xVLWYEHskkEQwPZiZB2I/Sr1we0nssnvE3hlMGe6QZHr+/5V062VfhfNmNMoLVvKhKqcjklQYBJDRMCvF1es1NU2oRyvg/sWxxg+8w85Y2zazpbtlpAjI3+M3Xb51HReIXXXejsikv1yWVOt2whL/s8c4xs39joNpyVDQQSAYO402PmK9orexFY3DmczEsPPp8q6VsjzdNs50aG8IMEeB/36V0ZIrnPAXcZatYjDWyb9l8pWR3lYCYJIBAMegLVp0tkYtxnwzNqapWJShyjBwzlTGMJYWsMxXKSrZ48xbQASNYl2idtoslqK0+7/PP+jkKJtdkRWLu4fg1xksK97FlAM93u2rYMHQLBaYGk9PeGoqu7UzvWHwer4V4JGT687fUreOu3sTcV72ILYhgGtIQYWYZFUju22IggAR7uYgzEI1pbvg+ppprpi8Q9VbN/R7d0v8ASJDmHlprlgcUwYLpeBuYi0JLI8ntXTqVzZiV6bjT3Skk+lnyWt0zoulDyf07ERypwXFY1XtYdFFlyO0ulQF0ZWA7SMzQVnIJ31HUSk1HdmRJvg7Tyhy3bwFjsUYsWbO7kAZmgDQdBAECTWec+p5Lox6UTlRJCgFAKAUAoBQCgFAKAUAoBQCgNP7ZXcA0Dcl39R/6is0vaZrj7KPRB6GuHcruamIxDKNYNVuTRZGMWQONZm1zGOlZ3vyalhcHnCYsspRjr0P70T7HGu5bOX8dmUWn0ZRp5jy8f98K20WZXS+Tz9RVh9S4JitBmFAcZxGAa5dvFb98uL7oQuYxDxJY3F0E/Ia7Ax47jZJtqT5f5yfaRthXCCcI46U8vHl/6v8Avjk+cvcVGF4hZ7XFubBVwxuO4QzbVkJRiYMkADea0aVy62m8mHxaEHQpqCi89sdnjlcls594/ZuYJvs9+WzL7jEEidRpGnlXqVRUpYZ5/gtcbNUoyWdn+xRkxN1CthcTiFutEa/dZmAITUz1AzbT0jWrvRrnse3bo6rE7fRxcVn44Xfy9+PLuTPKPE8TdwmMYubjo1vKW1KK0hiAOuhPlv0is98XBPD7fY8jX6Kiq5RxhdLf6pZRvcv8ZXD240clyYzEEaDWcpBBM+eleLTq3VF53yz5mOpikfOIcZAvreKm6q3g2W2MxYAEKFDRJ2jbao6duWrcs8lU7szi1vv2+DNjjXPV8gC1Yu2AfiupDH0B7o/OvUv02rm8Uyil8d/22LJeIVw9uMl+hbOVuJfacMrsQXHdfbcdSBpqCD86aecpQxLlbP4o1QkrIqS4e5kucIDOSTlXwG5/Yf7pV+R0lW5m4ljLWKGGwTW7dtbSsQ4WMzOV95tZJKj1NVycs7GK66xW+jrxxnf44IleeOIoFLpYIaYlCCYOU+6+moI26HwqHVJGR+JWxx1Jb/bbzPnONtsZgrWPKKryUbLMQGbKdekyPV60aezufU//AB3xBzxKW2SE4IHu3LLYOyzYm33bpP8ACK9mqAuZ7ogNppOu5irJS8+D6DUNVwnG6XqPjzznO38ltwGO/wCMtHBI/wBqxlxs/ZrJS0WA94+9Gkxu28AEmuRg5vPCPlfFvE42WdUY78Jd2WDlLH3jmsYgW1dQHUWwFXKd4AJGh6jx3O9StrSSlHg8zSamc5yrsxlbrHkyyVQbxQCgFAKAUAoBQCgFAKAUAoBQCgK41+pHSJxXEMt1vRT+UfpWG/aZuoWYGK9x5h7oqlzkuC5Vx7mqceXGuh61FyyWdK7GnhMeQ7Kehgj6H9aiGfMV3buYHuuNPIjcf4P18KI6b2FxzAiNwZXyPh6GuptPJxxUk0y+8Nxq3rYdfmPA9RXpQmpLKPJsrcJYZgxvF1ttkKsSPCP1NeXq/GKtNb6KUW2vLH8ltemlOPUjmXFuFMb7ZbzImJxBKq9lGQPcJgHvt6ZstU6bXU6mbjBtN74a/EfQ169QhFTqy4xSypY2XyNbmj2f4kI2Jv3rb5CpbKDmaSqjTKAI0Py+derVTKMupsw67xKm+hVVxax+e8xJwFWUdnlDBY8iQwE6ToQfqDWmLw8mHw/Ux016slws8e9ErwTBY2+wu2hZJsWzYGYkGCGIOxBIz6bbDSp9SPXev0MoSh6yUpdT2XO3v9xZPZ5y5fwhxDXgg7XJlCtJ7ueSYECcwjXx2rknkw+K6yrUSi687f0UXjHtF4z22J+z4C1dsWb72gexuue45XdXEnTWBAmq8I8jCMGBxt/EZsXdRbNyMz24yhW9wBbdwk67xrvW6quvpjtu/cfN6qyyF9ji8KPw7ryJK7irrWA1wAoXhDlRZIVs3ugTEjfxq+MIKWEYbdRdOpSnxnbhfHgn/Z0l612t24MmGZQc7nLLA6FQdxBOvXSJrw64SjbN9m2fS6By9DHPGETWJ50trcCpbLJIDOTlgTqwWJIG+sVpwbOrcp/O/FWtcTaGUDJbBzLmAEhg2XqVIDCPCqZPDPG1lsq9TleS7Z/MGDF8Sw9yw7DKHEqgIPa6Pb7MgxGXILhbX3mPiK5kzai2mypvbPbz5WP0xnPvL1yZg0fh1q3cUMrZpB2P3jEfpU6/ZR6/heYaaDXv/ckeDXcIubD4VrINs963bKyD1JA1nzqeT0LLJ2S6pvLOZHDHCYy7aAOcXDkMSWFzZjM5mhtZ3Nb6WpQwz5nXKdVylHlvHzJTla7dOKRlzPcFxhdB2CEAFmc+c6eK+dSvcejHbsZvD/S/5Clu5ZfV8Pe/idOrzj6wUAoBQCgFAKAUAoBQCgFAKAUAoCoE10kV7jj/AHnyA/z+9YtR7Zs0/smrilMAjYRP+/7tVDRqieA8a/7vFRZ0wYt5K3ZgAhbhAJMT3WgHWNj6jwqOWdZvXLqsvZpm1El2ABnpGvu/Q/owyMc53MNvEaBjpG/lU8Eiz8h8Ql7iH4+8Plvp6H8q0aeW7Rk1cPVUvI3OMYtUxaq5AVlXNJjTUb+GleRrYx/zl1+y0s/Df+i/TVOembit03grnNmJRblnsiGVcXh2Ugz/APIoOvzNV6WiqvW4qeY9t8+RclNUOU1h4Za+JXrty0UuWbb233HaMvUEAlQSDtX1GDwOruRXB+GYe5dewbLW2VA+l0upBJG7KDOnhUnBqPURjapTcO+Mlo4Xwq3YDC2D3zLEmZMQPIaVAtN6gOT2LiYZ8bbv4fEKz4rEtavpZBKJdI1RyQQZGbTTRaAqnC8Gq3cHh0xD35uXe3zW2Q5SqdkgzEkwQ50PxRtFTVk0sJmS3Q6e2XVOOX+p1bC8g4Zc2dneTI1yhR0XTf1P5UrutjHEpZfnhIzf/T6XyfzZr8WwGR1Q5mtqsW0kwsaAD5RruZ1JrnJujFQSiuEQmNRZyFcjH3fA+VdJPyLdyhj0xWFAcBmtHs3DAHUARv4qV+c1yccM5CUZoh+JcU4OL/YNatO8wzW7YyqZiGdYE+OunWKyztqi8Pk2V+Byvg7FUsfov9kHxnjV+4fsio2DsgEKigZ216sDGU6+6dT1NaEsbGaMVFYitjQ4fw1QBkEEah9VK+Yg7/MihIsnE+AG9aGLxF82ewRs9xklmtrDBtCCCvf1OpkVZXZ0GTVaRXrGcEbwD2q8FsWxbttetjcl7TFmPixSZNRlJyeWW0UQpj0wX9nR+E8UtYi2t6y2ZWAIkFTBEiVYAjTXUVEuNygFAQ/FCRdBuJcezk07MFoaTJdF1bTLGhiG8a6gecHjURXNpzdDOFS2ZzIxGqEv3lHxQRoJjoKA2WxtwEo1tQ5UskOShiMwLZAQRIMQZ+scBF8Hu3gcKMqw9hnabjEufuJdpT39dp+I6+PQb5413LLZNbhh1zfw9Qrk6d7K7Kp23npTAMz49izqlvNkcJJaBJUMxJgwoBGuskxpXAa78ayi4Cqs1trQi20g9o4QbjRgZ7p8tddO4BlfiL5uzyW84UM03SFAJOUBskljBJEaeO1cBt4DFC6mcCNSCN4Kkqwkb6g69aA2KAUAoCj4DObaZ/fyjNHjGtCbNbFcKd7u05yACNh0E+G1Zp1ylLJqrtjGJKX+VCVAW6oMa939fD5V10e8itTvuinX8LesXnsXu9BkMNmBnXbb9ZHSs9kcPDNcJRmso2LOBdswVSwgggddPPSq+hvgl1pclf4jzCtuUFthcGhziI/t3ny0qfQcUtyM/wCeDWuydVzSGDjRpHQnqpkiNtj0rvS0X9MJrbkmeXOKEXFcNGU+OvpUXlPJVjKwzp3DuLpdHeUMPMA/5rRGxS9pGSyhw9l4JD/jsM3eFm1mGoORZB6HbfzqyFNXV1KKz8DPO67pcXJ4+LIizxNFy5iAe7mBkEhiQykHciJnzre6m+Dy1qYrGfcYuCXgeIuAZAw8SP5bx/eu2RapWfP7EKZqWqeP/H9mW6sp6IoBQHwqN4oD7QELzTgy9ksgJZdQAJJjcADcxPzAqUOSq3PTlFfwHKb3jmvZrVoMGW3P3u2st8AJ1jf+mpuSjxuVRrlPd7L6lW41xPE3XbAYe39msqzL2aGHuQTma5c00MEnXxktXjX6uyc+iB9poPC9Np6lfY87Z92/7v7mvhOBqqOgt3GuAhR3Sqg5Wb3CMxGirmMAdoDGk1RHT5Tzlv8APzJvnrH1ReUo8+bxlLlbJ8vCzx+he+Xey4hg0cxnXuPpPeA97yJENp+KvVon1wWeT5bxTSf42plDtyvg/wCOCW4Py+lqGeHceXdX0Hj5n8quPPKx7TeP2lezgbj5Vb769oTKqfu7ZygxmcZj0i0QfeoDny4QYq+1omzdtOykZVDvbs24kvdZc/a3CUXc6Z/AUB3PguC7K0AR3jq3r4fIaUBv0AoDRvYe4Lhu22UhlCsjkgaEwysJynvEHQzA2igNd+FuzNdLKLpKFYBKrkzQDMFpzuCdNCIiKAzrhbjOLlzKMqsqqpJEtEsWIE7QBGknedAMWH4e6fZyCpNq12TSSJB7OWUxuOz2O87igPI4PLX5YZLikIBumfW4Z8S0N8q7kGN+EubVtWyXGW4blxWkW7hbPI2OgLAiQfdHqAPLcJuFmb7tQxsnKswvZXs8DQZpE6wNelMg2sTgD2puqttsyhWV/ImGDAHxgiNYG3XgNrA2CiBWIJkkkAKNSTAA2AmB1gazQGxQCgFAQeFsKuwk+JruDrZtF66cPiYnodK4dwUiziHx+Le6pP2e13EA2bxbzk6+kVkm+uR6NcFXDflklxRntITbA01gaE+lQllcFlajJ7nLudOI9qVPZkt+PYjyk7ikE29xZhbIqDXmBgg1d05KVZgmcDfgB8yrHvAsAT6DxqvofBa7Y85LzgecMN2aqcRZtuvVnTaNoVpnb86ejlngi7oZ5JDC8/YO3PaY5G/pt3W/9VqarkiqdsGuCSX2rcPiO1uXPSw//wCgKvWxjkk+xrt7V8Is9nh8UZ3y2UH+XrrZBQS4Rib2rT7mFv8A9+RR84nSmSWDofA+IfaMPav5SnaIGykzEjaeo8+tDjN6gFAKAUAoDm/tJwjWbi4m2B3iCf6ljQ+REaeTV5Wqr6LlNd/3X8o+p8DtjdXKib4/Z/w/sVnh9t8bdFjDkWraIBLvmZUgKYG8HLqEABPvE6VZGErPZ2Rsv1FOjWbmpTbzhLG/OX9m+OyOn8E4Th+HYdsrEg953YyXMQIA08gB+davUog2+D5fV6u3WWdUv0XkVnjXGMS57QXGtBtLdsEgx+Ix9ST5R0nyr7b3H0spdK7R7st0tEZz6Es+b7G5wbgS423ONTtlH8N2Zhcn4gGUg5PKYkVq8OsunFynx28/9DxGumuSjD2u/wCeZ94Nwrhdm/Fi8VZSJU3CUYjYZnBzEHwb9a9I8zKLwKHRQCgFAKAUAoBQCgFAKAUAoBQCgIRLi/CQakD67mgK5zvxfscKyqYe73AfCR3j9JHqRVdssIvoh1T3K1yzxbsraroBWLqwz03FSRaL+KW9bZe0KllIkASJESAeo3qSlkpcMbHCcdwhrTFLzLmBOpchT5gkx8prTGalwY51yjsz3wvlq7iZ7C0rAaZmcqpP8pkk+u1cc0tjsKZyWcE1wX2e3buftWtYco2WGTtSdu9owAGump+VcdqLY6WbWSO4nwM2MR9kUpcukiCtvKpU7MWO3prtXetdOSt0S6+gnm5DxKW+17ayYElFzTHWCYEx41H0qLHpmRmAwFy43uPlO+uv0ijuiji0kmdYw3srwsAtcdvy/Wr0YtyWwXs9wNv/AOPN/VB/SR8jQFpRAAFAAAEADYDoKA9UAoBQCgFAYMZg7d1cl1FdT8LAEfQ+tRlCMliSyTrtnXLqg2n7iM4zyxh8QqAr2bWv4Vy13HteGRl2HSNompLbgjKTk8vkrnF+HX7dofa8UmW3I7RkCod++0HKHjQ6AbwNa+f8UWqdy6YOUe2Prlef2NWnlXFesYeXeXM7y5m3ocwOlwbjIfw+Y/ztHSaSd7TsTUV2ez+H9nqW66umpei9p/Q98ycXuEdiUNm17oXbMNoLKYI/lBA8Sa+jjHbCPnZ2ZeZFds4UuwVFDSYjKDP9BVtf+utaq6Mrqlsjz79Zh9EFl/nkdJ5U4Y+Hsdm56yFmcug0n89NNaqulGUvVNOkrshD/ke7+hM1SahQCgFAKAUAoBQCgFAKAUAoBQHKsLzFhWjLfUE7CSp+jVImiVwnFwTpdU+TGPpO9cGCA53s373ZPbtm6iZswtwxE5IOWZOx2qqyLZfRNRzkhrmCdFVsjqp/ErL8oYVlcWuTWrE+D6uJaNzUcE+rJW+K8Na9diYHU/t5/tVkZYKpx6i98FwiW7cDQKoCqNAPCarzndlqs6Ekjb4Enag3XWM0GASQNAN+u1dSWTsr5pbGviOBdpjHvMIGVVU9AANp9ST86N52K4zx63cuvC+XAUliwkaTv/1V0Kdtyi3WNvCN/ActWLWyz61ZGmKKZ6mySxkmatM4oBQCgFAKAUAoBQCgPLoCCCAQdwdjQFUxXLd3DE3eHMACSzYVyRZcnUlGGtlz4jQyZBruc8gw2eLris1tVCX0/i4a8oDkaa6aMvg6yNdYO0JdS3iSiq3tMw8v4wWLhQ2jm+KYzgdPVfMaGo2auycvW48iynw3T1QzW8vzZb7GPRtvzorEzkqZI2QasKgzRqaDk0MVxm0gkuNOs6fWqZXRRdGicjXscVL6gQDtpqR4war9O2Xf48USGHxQbT4vD9RV0LFIzzrcfgbFWFYoBQCgFAKAUAoBQHO8N7MES8ri7mtiZBWHGnQjQ/QVLqO5LMvKWGHwsfU/sK5k71M2bXLuGXa2Pqf3rhzqZuJw+0AQLawRB0BkeBncUayMsqfGeQ0YlsOcp/A3u/I7j0NUSp8jRDUNe0VR+XnRm7VcrToOsDr5666VQ4tcmtWRa2JK1hRADeFRwRciS5e4KSFQSoG56R41ZXBsqsswW/A8NS3tJPienpWmMFEyym5G7UyAoBQCgFAKAUAoBQCgFAKAUAoDnnPvLxz/AGi2DM5gQSrI3VluDW2x11GhnUGKpk5QeVwzVX0WR6Zc+ZD4PmUXF7DHhjGgxKDLetHabiJtrHfSV7wzKIJqa6bFsRlCyh57fQseFuvYtqc/2iyVBGIBU/Nsvwn8QkeMVRKDjwXwtjZzySdnjotoLj6Ididj6Hauxm4nJ0qfBTOP87PiG7GyrFpJCqM227EeA6k6Cq5SlMsrqjXuz1ZvlO9cYM43bovks7f1b+m1VblredkbWGD3hnclVnuiYkfi9P8ANcOcEsMeqBQAwI+KDU1LBFxyXC3eBVW8QD9RXoLdHmNYZkVwaHD1QCgFAKAUAoBQCgFAKAUAoDzcthhDAEeBE0GTXXhtkHMLSA+OUVHoj5EuuXGTaqREUAoBQCgFAKAUAoBQCgFAKAUAoBQHxlBEHUUByTmXC22vxquS44BAhlHeUQem/wC9YW8S2PSrliO+5FcPx2JwbM1hlZM3fTXsXO5JUfwnM/xE0k94ECtELs7S+ZVbp0/Wr+X8EpfTD8SUiy72r6rm+yuwCsPG22oKGR3k02kLXZ090V1alx2lwUm5j8bhme1bw92yfdcC0xLeTOAc4101I103qpQaNyurfZMl+XbtzKXxSXEYGLYuIyKYElxmAzEaeQ38IhODRFTi+CwriHds7kqu4Q+8x118k2InvHXpBNOOx1bIz2+Zwn3ZUkHrpH08KllnHFHQMBila1bI2KKR81FejH2UeZP2mbQqRELfrgMD4piWVNI2aJA2kR1qSiDGmOuW47WGU7Og0HqKdPkCTRwRIMg9agD1QCgFAKAUAoBQCgFAKAUAoBQCgFAKAUAoBQCgFAKAUAoBQCgFAVvmjgBu/eWVXPBzDbNtB8J/eqLa294miq1LaRzbiPD3VWQBg7SDMgzrJis62e5qW5ScBgrtoAAHKplRJUoZ962w71tvNfmDWlXYKZURZ0Tl7np0hcYDdtqdLwH3tuOt22vvCfjTykTVqcZ8cmecJQ+BfsS1rF2N0u23GZLgCuFPwuOkg6yPyrskpLDIxk4vKKJxDB4lbgtDDu9xj7w/hR+I3DpHrr030rH6GWcYN6ui1nJB3cG9zS0GZixDAwMpBgg+AHiaejecHZWLGS2cd4zfwHDrN23aF1reS05M5EhSA7RrlkKOnvCYratlg8+W7LFhuZbf2G3jcVGHDIrOCT3STAjrqYjyIoRNzhHFLOJtres3M1ttmgwYMH0IOkGugq91M95rhxFy4hacqXWVUk7DsyIjx3qR0krWNfD3CGJey+oncTv5SD08xtUsZOFgwLIRnssMp3X4fp8JqDQJFLgPkfCoYB7oBQCgFAKAUAoBQCgFAKAUAoBQCgFAKAUAoBQCgFAKAUAoBQCgMOIwqPo6Kw/mAP8AmuNJ8nU2uDRucvYVt7Fv/wAaj0R8iXpJeZWOdOULS4c3cJbCXbZnQ7iQD7x6b/lXHBcosrsbeJEDh+DYnDMb2DdUJMtaP8G5r+Ee4/8AMvlOgq7OeSlryMNz2klL7W8VhuyUASVfOVMak5RBX01HgZ0lFJ7EctHvF882HYCzlJBIYEOJ+eXfzqOCWSa4FzDbc5QpVm0ytqp9CP1ArnAN3jvD7OMtPh70w8baEEEFSD4ggb0AwHDreAwRs2S2S2rGTqxZjqxiBMnYQK6jhp8Esl1zljl+BdNANAYiJ6/Opg3G6pow6gj/AB4HzmgPWFUIZRntt8mB8iOvzoCwYTF5oDaN5bH08K4DeW5UXEGUVEH/2Q=="/>
          <p:cNvSpPr>
            <a:spLocks noChangeAspect="1" noChangeArrowheads="1"/>
          </p:cNvSpPr>
          <p:nvPr/>
        </p:nvSpPr>
        <p:spPr bwMode="auto">
          <a:xfrm>
            <a:off x="307975" y="79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6858000" y="6392532"/>
            <a:ext cx="2133600" cy="365125"/>
          </a:xfrm>
        </p:spPr>
        <p:txBody>
          <a:bodyPr/>
          <a:lstStyle/>
          <a:p>
            <a:fld id="{4B9A7932-7D00-4812-AC9E-4BA57C2528B4}" type="slidenum">
              <a:rPr lang="en-US" sz="2000" b="1" smtClean="0">
                <a:solidFill>
                  <a:srgbClr val="FF0000"/>
                </a:solidFill>
              </a:rPr>
              <a:t>38</a:t>
            </a:fld>
            <a:endParaRPr lang="en-US" sz="2000" b="1">
              <a:solidFill>
                <a:srgbClr val="FF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12777" y="1752600"/>
            <a:ext cx="7845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3" name="AutoShape 2" descr="http://www.skipprichard.com/wp-content/uploads/2015/09/bigstock-D-Knob-Maximize-Efficiency-82341836-583x443.jpg"/>
          <p:cNvSpPr>
            <a:spLocks noChangeAspect="1" noChangeArrowheads="1"/>
          </p:cNvSpPr>
          <p:nvPr/>
        </p:nvSpPr>
        <p:spPr bwMode="auto">
          <a:xfrm>
            <a:off x="460375" y="168275"/>
            <a:ext cx="296863" cy="296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IG Master mit Strichen oben und unten">
  <a:themeElements>
    <a:clrScheme name="Larissa-Design 1">
      <a:dk1>
        <a:srgbClr val="343434"/>
      </a:dk1>
      <a:lt1>
        <a:srgbClr val="FFFFFF"/>
      </a:lt1>
      <a:dk2>
        <a:srgbClr val="075590"/>
      </a:dk2>
      <a:lt2>
        <a:srgbClr val="7B7B7B"/>
      </a:lt2>
      <a:accent1>
        <a:srgbClr val="FF7E00"/>
      </a:accent1>
      <a:accent2>
        <a:srgbClr val="FFE23B"/>
      </a:accent2>
      <a:accent3>
        <a:srgbClr val="FFFFFF"/>
      </a:accent3>
      <a:accent4>
        <a:srgbClr val="2B2B2B"/>
      </a:accent4>
      <a:accent5>
        <a:srgbClr val="FFC0AA"/>
      </a:accent5>
      <a:accent6>
        <a:srgbClr val="E7CD35"/>
      </a:accent6>
      <a:hlink>
        <a:srgbClr val="579DA2"/>
      </a:hlink>
      <a:folHlink>
        <a:srgbClr val="77795A"/>
      </a:folHlink>
    </a:clrScheme>
    <a:fontScheme name="Larissa-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Larissa-Design 1">
        <a:dk1>
          <a:srgbClr val="343434"/>
        </a:dk1>
        <a:lt1>
          <a:srgbClr val="FFFFFF"/>
        </a:lt1>
        <a:dk2>
          <a:srgbClr val="075590"/>
        </a:dk2>
        <a:lt2>
          <a:srgbClr val="7B7B7B"/>
        </a:lt2>
        <a:accent1>
          <a:srgbClr val="FF7E00"/>
        </a:accent1>
        <a:accent2>
          <a:srgbClr val="FFE23B"/>
        </a:accent2>
        <a:accent3>
          <a:srgbClr val="FFFFFF"/>
        </a:accent3>
        <a:accent4>
          <a:srgbClr val="2B2B2B"/>
        </a:accent4>
        <a:accent5>
          <a:srgbClr val="FFC0AA"/>
        </a:accent5>
        <a:accent6>
          <a:srgbClr val="E7CD35"/>
        </a:accent6>
        <a:hlink>
          <a:srgbClr val="579DA2"/>
        </a:hlink>
        <a:folHlink>
          <a:srgbClr val="77795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2">
        <a:dk1>
          <a:srgbClr val="343434"/>
        </a:dk1>
        <a:lt1>
          <a:srgbClr val="FFFFFF"/>
        </a:lt1>
        <a:dk2>
          <a:srgbClr val="FF7E00"/>
        </a:dk2>
        <a:lt2>
          <a:srgbClr val="7B7B7B"/>
        </a:lt2>
        <a:accent1>
          <a:srgbClr val="FF7E00"/>
        </a:accent1>
        <a:accent2>
          <a:srgbClr val="FFE23B"/>
        </a:accent2>
        <a:accent3>
          <a:srgbClr val="FFFFFF"/>
        </a:accent3>
        <a:accent4>
          <a:srgbClr val="2B2B2B"/>
        </a:accent4>
        <a:accent5>
          <a:srgbClr val="FFC0AA"/>
        </a:accent5>
        <a:accent6>
          <a:srgbClr val="E7CD35"/>
        </a:accent6>
        <a:hlink>
          <a:srgbClr val="579DA2"/>
        </a:hlink>
        <a:folHlink>
          <a:srgbClr val="77795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BIG Master ohne Logo, ohne Strich unten">
  <a:themeElements>
    <a:clrScheme name="Larissa-Design 1">
      <a:dk1>
        <a:srgbClr val="343434"/>
      </a:dk1>
      <a:lt1>
        <a:srgbClr val="FFFFFF"/>
      </a:lt1>
      <a:dk2>
        <a:srgbClr val="075590"/>
      </a:dk2>
      <a:lt2>
        <a:srgbClr val="7B7B7B"/>
      </a:lt2>
      <a:accent1>
        <a:srgbClr val="FF7E00"/>
      </a:accent1>
      <a:accent2>
        <a:srgbClr val="FFE23B"/>
      </a:accent2>
      <a:accent3>
        <a:srgbClr val="FFFFFF"/>
      </a:accent3>
      <a:accent4>
        <a:srgbClr val="2B2B2B"/>
      </a:accent4>
      <a:accent5>
        <a:srgbClr val="FFC0AA"/>
      </a:accent5>
      <a:accent6>
        <a:srgbClr val="E7CD35"/>
      </a:accent6>
      <a:hlink>
        <a:srgbClr val="579DA2"/>
      </a:hlink>
      <a:folHlink>
        <a:srgbClr val="77795A"/>
      </a:folHlink>
    </a:clrScheme>
    <a:fontScheme name="Larissa-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Larissa-Design 1">
        <a:dk1>
          <a:srgbClr val="343434"/>
        </a:dk1>
        <a:lt1>
          <a:srgbClr val="FFFFFF"/>
        </a:lt1>
        <a:dk2>
          <a:srgbClr val="075590"/>
        </a:dk2>
        <a:lt2>
          <a:srgbClr val="7B7B7B"/>
        </a:lt2>
        <a:accent1>
          <a:srgbClr val="FF7E00"/>
        </a:accent1>
        <a:accent2>
          <a:srgbClr val="FFE23B"/>
        </a:accent2>
        <a:accent3>
          <a:srgbClr val="FFFFFF"/>
        </a:accent3>
        <a:accent4>
          <a:srgbClr val="2B2B2B"/>
        </a:accent4>
        <a:accent5>
          <a:srgbClr val="FFC0AA"/>
        </a:accent5>
        <a:accent6>
          <a:srgbClr val="E7CD35"/>
        </a:accent6>
        <a:hlink>
          <a:srgbClr val="579DA2"/>
        </a:hlink>
        <a:folHlink>
          <a:srgbClr val="77795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2">
        <a:dk1>
          <a:srgbClr val="343434"/>
        </a:dk1>
        <a:lt1>
          <a:srgbClr val="FFFFFF"/>
        </a:lt1>
        <a:dk2>
          <a:srgbClr val="FF7E00"/>
        </a:dk2>
        <a:lt2>
          <a:srgbClr val="7B7B7B"/>
        </a:lt2>
        <a:accent1>
          <a:srgbClr val="FF7E00"/>
        </a:accent1>
        <a:accent2>
          <a:srgbClr val="FFE23B"/>
        </a:accent2>
        <a:accent3>
          <a:srgbClr val="FFFFFF"/>
        </a:accent3>
        <a:accent4>
          <a:srgbClr val="2B2B2B"/>
        </a:accent4>
        <a:accent5>
          <a:srgbClr val="FFC0AA"/>
        </a:accent5>
        <a:accent6>
          <a:srgbClr val="E7CD35"/>
        </a:accent6>
        <a:hlink>
          <a:srgbClr val="579DA2"/>
        </a:hlink>
        <a:folHlink>
          <a:srgbClr val="77795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BIG Master ohne Strich unten">
  <a:themeElements>
    <a:clrScheme name="Larissa-Design 1">
      <a:dk1>
        <a:srgbClr val="343434"/>
      </a:dk1>
      <a:lt1>
        <a:srgbClr val="FFFFFF"/>
      </a:lt1>
      <a:dk2>
        <a:srgbClr val="075590"/>
      </a:dk2>
      <a:lt2>
        <a:srgbClr val="7B7B7B"/>
      </a:lt2>
      <a:accent1>
        <a:srgbClr val="FF7E00"/>
      </a:accent1>
      <a:accent2>
        <a:srgbClr val="FFE23B"/>
      </a:accent2>
      <a:accent3>
        <a:srgbClr val="FFFFFF"/>
      </a:accent3>
      <a:accent4>
        <a:srgbClr val="2B2B2B"/>
      </a:accent4>
      <a:accent5>
        <a:srgbClr val="FFC0AA"/>
      </a:accent5>
      <a:accent6>
        <a:srgbClr val="E7CD35"/>
      </a:accent6>
      <a:hlink>
        <a:srgbClr val="579DA2"/>
      </a:hlink>
      <a:folHlink>
        <a:srgbClr val="77795A"/>
      </a:folHlink>
    </a:clrScheme>
    <a:fontScheme name="Larissa-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Larissa-Design 1">
        <a:dk1>
          <a:srgbClr val="343434"/>
        </a:dk1>
        <a:lt1>
          <a:srgbClr val="FFFFFF"/>
        </a:lt1>
        <a:dk2>
          <a:srgbClr val="075590"/>
        </a:dk2>
        <a:lt2>
          <a:srgbClr val="7B7B7B"/>
        </a:lt2>
        <a:accent1>
          <a:srgbClr val="FF7E00"/>
        </a:accent1>
        <a:accent2>
          <a:srgbClr val="FFE23B"/>
        </a:accent2>
        <a:accent3>
          <a:srgbClr val="FFFFFF"/>
        </a:accent3>
        <a:accent4>
          <a:srgbClr val="2B2B2B"/>
        </a:accent4>
        <a:accent5>
          <a:srgbClr val="FFC0AA"/>
        </a:accent5>
        <a:accent6>
          <a:srgbClr val="E7CD35"/>
        </a:accent6>
        <a:hlink>
          <a:srgbClr val="579DA2"/>
        </a:hlink>
        <a:folHlink>
          <a:srgbClr val="77795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2">
        <a:dk1>
          <a:srgbClr val="343434"/>
        </a:dk1>
        <a:lt1>
          <a:srgbClr val="FFFFFF"/>
        </a:lt1>
        <a:dk2>
          <a:srgbClr val="FF7E00"/>
        </a:dk2>
        <a:lt2>
          <a:srgbClr val="7B7B7B"/>
        </a:lt2>
        <a:accent1>
          <a:srgbClr val="FF7E00"/>
        </a:accent1>
        <a:accent2>
          <a:srgbClr val="FFE23B"/>
        </a:accent2>
        <a:accent3>
          <a:srgbClr val="FFFFFF"/>
        </a:accent3>
        <a:accent4>
          <a:srgbClr val="2B2B2B"/>
        </a:accent4>
        <a:accent5>
          <a:srgbClr val="FFC0AA"/>
        </a:accent5>
        <a:accent6>
          <a:srgbClr val="E7CD35"/>
        </a:accent6>
        <a:hlink>
          <a:srgbClr val="579DA2"/>
        </a:hlink>
        <a:folHlink>
          <a:srgbClr val="77795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_BIG Master mit Strichen oben und unten">
  <a:themeElements>
    <a:clrScheme name="Larissa-Design 1">
      <a:dk1>
        <a:srgbClr val="343434"/>
      </a:dk1>
      <a:lt1>
        <a:srgbClr val="FFFFFF"/>
      </a:lt1>
      <a:dk2>
        <a:srgbClr val="075590"/>
      </a:dk2>
      <a:lt2>
        <a:srgbClr val="7B7B7B"/>
      </a:lt2>
      <a:accent1>
        <a:srgbClr val="FF7E00"/>
      </a:accent1>
      <a:accent2>
        <a:srgbClr val="FFE23B"/>
      </a:accent2>
      <a:accent3>
        <a:srgbClr val="FFFFFF"/>
      </a:accent3>
      <a:accent4>
        <a:srgbClr val="2B2B2B"/>
      </a:accent4>
      <a:accent5>
        <a:srgbClr val="FFC0AA"/>
      </a:accent5>
      <a:accent6>
        <a:srgbClr val="E7CD35"/>
      </a:accent6>
      <a:hlink>
        <a:srgbClr val="579DA2"/>
      </a:hlink>
      <a:folHlink>
        <a:srgbClr val="77795A"/>
      </a:folHlink>
    </a:clrScheme>
    <a:fontScheme name="Larissa-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Larissa-Design 1">
        <a:dk1>
          <a:srgbClr val="343434"/>
        </a:dk1>
        <a:lt1>
          <a:srgbClr val="FFFFFF"/>
        </a:lt1>
        <a:dk2>
          <a:srgbClr val="075590"/>
        </a:dk2>
        <a:lt2>
          <a:srgbClr val="7B7B7B"/>
        </a:lt2>
        <a:accent1>
          <a:srgbClr val="FF7E00"/>
        </a:accent1>
        <a:accent2>
          <a:srgbClr val="FFE23B"/>
        </a:accent2>
        <a:accent3>
          <a:srgbClr val="FFFFFF"/>
        </a:accent3>
        <a:accent4>
          <a:srgbClr val="2B2B2B"/>
        </a:accent4>
        <a:accent5>
          <a:srgbClr val="FFC0AA"/>
        </a:accent5>
        <a:accent6>
          <a:srgbClr val="E7CD35"/>
        </a:accent6>
        <a:hlink>
          <a:srgbClr val="579DA2"/>
        </a:hlink>
        <a:folHlink>
          <a:srgbClr val="77795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2">
        <a:dk1>
          <a:srgbClr val="343434"/>
        </a:dk1>
        <a:lt1>
          <a:srgbClr val="FFFFFF"/>
        </a:lt1>
        <a:dk2>
          <a:srgbClr val="FF7E00"/>
        </a:dk2>
        <a:lt2>
          <a:srgbClr val="7B7B7B"/>
        </a:lt2>
        <a:accent1>
          <a:srgbClr val="FF7E00"/>
        </a:accent1>
        <a:accent2>
          <a:srgbClr val="FFE23B"/>
        </a:accent2>
        <a:accent3>
          <a:srgbClr val="FFFFFF"/>
        </a:accent3>
        <a:accent4>
          <a:srgbClr val="2B2B2B"/>
        </a:accent4>
        <a:accent5>
          <a:srgbClr val="FFC0AA"/>
        </a:accent5>
        <a:accent6>
          <a:srgbClr val="E7CD35"/>
        </a:accent6>
        <a:hlink>
          <a:srgbClr val="579DA2"/>
        </a:hlink>
        <a:folHlink>
          <a:srgbClr val="77795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2_BIG Master ohne Logo, ohne Strich unten">
  <a:themeElements>
    <a:clrScheme name="Larissa-Design 1">
      <a:dk1>
        <a:srgbClr val="343434"/>
      </a:dk1>
      <a:lt1>
        <a:srgbClr val="FFFFFF"/>
      </a:lt1>
      <a:dk2>
        <a:srgbClr val="075590"/>
      </a:dk2>
      <a:lt2>
        <a:srgbClr val="7B7B7B"/>
      </a:lt2>
      <a:accent1>
        <a:srgbClr val="FF7E00"/>
      </a:accent1>
      <a:accent2>
        <a:srgbClr val="FFE23B"/>
      </a:accent2>
      <a:accent3>
        <a:srgbClr val="FFFFFF"/>
      </a:accent3>
      <a:accent4>
        <a:srgbClr val="2B2B2B"/>
      </a:accent4>
      <a:accent5>
        <a:srgbClr val="FFC0AA"/>
      </a:accent5>
      <a:accent6>
        <a:srgbClr val="E7CD35"/>
      </a:accent6>
      <a:hlink>
        <a:srgbClr val="579DA2"/>
      </a:hlink>
      <a:folHlink>
        <a:srgbClr val="77795A"/>
      </a:folHlink>
    </a:clrScheme>
    <a:fontScheme name="Larissa-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Larissa-Design 1">
        <a:dk1>
          <a:srgbClr val="343434"/>
        </a:dk1>
        <a:lt1>
          <a:srgbClr val="FFFFFF"/>
        </a:lt1>
        <a:dk2>
          <a:srgbClr val="075590"/>
        </a:dk2>
        <a:lt2>
          <a:srgbClr val="7B7B7B"/>
        </a:lt2>
        <a:accent1>
          <a:srgbClr val="FF7E00"/>
        </a:accent1>
        <a:accent2>
          <a:srgbClr val="FFE23B"/>
        </a:accent2>
        <a:accent3>
          <a:srgbClr val="FFFFFF"/>
        </a:accent3>
        <a:accent4>
          <a:srgbClr val="2B2B2B"/>
        </a:accent4>
        <a:accent5>
          <a:srgbClr val="FFC0AA"/>
        </a:accent5>
        <a:accent6>
          <a:srgbClr val="E7CD35"/>
        </a:accent6>
        <a:hlink>
          <a:srgbClr val="579DA2"/>
        </a:hlink>
        <a:folHlink>
          <a:srgbClr val="77795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2">
        <a:dk1>
          <a:srgbClr val="343434"/>
        </a:dk1>
        <a:lt1>
          <a:srgbClr val="FFFFFF"/>
        </a:lt1>
        <a:dk2>
          <a:srgbClr val="FF7E00"/>
        </a:dk2>
        <a:lt2>
          <a:srgbClr val="7B7B7B"/>
        </a:lt2>
        <a:accent1>
          <a:srgbClr val="FF7E00"/>
        </a:accent1>
        <a:accent2>
          <a:srgbClr val="FFE23B"/>
        </a:accent2>
        <a:accent3>
          <a:srgbClr val="FFFFFF"/>
        </a:accent3>
        <a:accent4>
          <a:srgbClr val="2B2B2B"/>
        </a:accent4>
        <a:accent5>
          <a:srgbClr val="FFC0AA"/>
        </a:accent5>
        <a:accent6>
          <a:srgbClr val="E7CD35"/>
        </a:accent6>
        <a:hlink>
          <a:srgbClr val="579DA2"/>
        </a:hlink>
        <a:folHlink>
          <a:srgbClr val="77795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1_BIG Master ohne Strich unten">
  <a:themeElements>
    <a:clrScheme name="Larissa-Design 1">
      <a:dk1>
        <a:srgbClr val="343434"/>
      </a:dk1>
      <a:lt1>
        <a:srgbClr val="FFFFFF"/>
      </a:lt1>
      <a:dk2>
        <a:srgbClr val="075590"/>
      </a:dk2>
      <a:lt2>
        <a:srgbClr val="7B7B7B"/>
      </a:lt2>
      <a:accent1>
        <a:srgbClr val="FF7E00"/>
      </a:accent1>
      <a:accent2>
        <a:srgbClr val="FFE23B"/>
      </a:accent2>
      <a:accent3>
        <a:srgbClr val="FFFFFF"/>
      </a:accent3>
      <a:accent4>
        <a:srgbClr val="2B2B2B"/>
      </a:accent4>
      <a:accent5>
        <a:srgbClr val="FFC0AA"/>
      </a:accent5>
      <a:accent6>
        <a:srgbClr val="E7CD35"/>
      </a:accent6>
      <a:hlink>
        <a:srgbClr val="579DA2"/>
      </a:hlink>
      <a:folHlink>
        <a:srgbClr val="77795A"/>
      </a:folHlink>
    </a:clrScheme>
    <a:fontScheme name="Larissa-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Larissa-Design 1">
        <a:dk1>
          <a:srgbClr val="343434"/>
        </a:dk1>
        <a:lt1>
          <a:srgbClr val="FFFFFF"/>
        </a:lt1>
        <a:dk2>
          <a:srgbClr val="075590"/>
        </a:dk2>
        <a:lt2>
          <a:srgbClr val="7B7B7B"/>
        </a:lt2>
        <a:accent1>
          <a:srgbClr val="FF7E00"/>
        </a:accent1>
        <a:accent2>
          <a:srgbClr val="FFE23B"/>
        </a:accent2>
        <a:accent3>
          <a:srgbClr val="FFFFFF"/>
        </a:accent3>
        <a:accent4>
          <a:srgbClr val="2B2B2B"/>
        </a:accent4>
        <a:accent5>
          <a:srgbClr val="FFC0AA"/>
        </a:accent5>
        <a:accent6>
          <a:srgbClr val="E7CD35"/>
        </a:accent6>
        <a:hlink>
          <a:srgbClr val="579DA2"/>
        </a:hlink>
        <a:folHlink>
          <a:srgbClr val="77795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2">
        <a:dk1>
          <a:srgbClr val="343434"/>
        </a:dk1>
        <a:lt1>
          <a:srgbClr val="FFFFFF"/>
        </a:lt1>
        <a:dk2>
          <a:srgbClr val="FF7E00"/>
        </a:dk2>
        <a:lt2>
          <a:srgbClr val="7B7B7B"/>
        </a:lt2>
        <a:accent1>
          <a:srgbClr val="FF7E00"/>
        </a:accent1>
        <a:accent2>
          <a:srgbClr val="FFE23B"/>
        </a:accent2>
        <a:accent3>
          <a:srgbClr val="FFFFFF"/>
        </a:accent3>
        <a:accent4>
          <a:srgbClr val="2B2B2B"/>
        </a:accent4>
        <a:accent5>
          <a:srgbClr val="FFC0AA"/>
        </a:accent5>
        <a:accent6>
          <a:srgbClr val="E7CD35"/>
        </a:accent6>
        <a:hlink>
          <a:srgbClr val="579DA2"/>
        </a:hlink>
        <a:folHlink>
          <a:srgbClr val="77795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1_BIGMaster">
  <a:themeElements>
    <a:clrScheme name="Larissa-Design 1">
      <a:dk1>
        <a:srgbClr val="343434"/>
      </a:dk1>
      <a:lt1>
        <a:srgbClr val="FFFFFF"/>
      </a:lt1>
      <a:dk2>
        <a:srgbClr val="075590"/>
      </a:dk2>
      <a:lt2>
        <a:srgbClr val="7B7B7B"/>
      </a:lt2>
      <a:accent1>
        <a:srgbClr val="FF7E00"/>
      </a:accent1>
      <a:accent2>
        <a:srgbClr val="FFE23B"/>
      </a:accent2>
      <a:accent3>
        <a:srgbClr val="FFFFFF"/>
      </a:accent3>
      <a:accent4>
        <a:srgbClr val="2B2B2B"/>
      </a:accent4>
      <a:accent5>
        <a:srgbClr val="FFC0AA"/>
      </a:accent5>
      <a:accent6>
        <a:srgbClr val="E7CD35"/>
      </a:accent6>
      <a:hlink>
        <a:srgbClr val="579DA2"/>
      </a:hlink>
      <a:folHlink>
        <a:srgbClr val="77795A"/>
      </a:folHlink>
    </a:clrScheme>
    <a:fontScheme name="Larissa-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Larissa-Design 1">
        <a:dk1>
          <a:srgbClr val="343434"/>
        </a:dk1>
        <a:lt1>
          <a:srgbClr val="FFFFFF"/>
        </a:lt1>
        <a:dk2>
          <a:srgbClr val="075590"/>
        </a:dk2>
        <a:lt2>
          <a:srgbClr val="7B7B7B"/>
        </a:lt2>
        <a:accent1>
          <a:srgbClr val="FF7E00"/>
        </a:accent1>
        <a:accent2>
          <a:srgbClr val="FFE23B"/>
        </a:accent2>
        <a:accent3>
          <a:srgbClr val="FFFFFF"/>
        </a:accent3>
        <a:accent4>
          <a:srgbClr val="2B2B2B"/>
        </a:accent4>
        <a:accent5>
          <a:srgbClr val="FFC0AA"/>
        </a:accent5>
        <a:accent6>
          <a:srgbClr val="E7CD35"/>
        </a:accent6>
        <a:hlink>
          <a:srgbClr val="579DA2"/>
        </a:hlink>
        <a:folHlink>
          <a:srgbClr val="77795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2">
        <a:dk1>
          <a:srgbClr val="343434"/>
        </a:dk1>
        <a:lt1>
          <a:srgbClr val="FFFFFF"/>
        </a:lt1>
        <a:dk2>
          <a:srgbClr val="FF7E00"/>
        </a:dk2>
        <a:lt2>
          <a:srgbClr val="7B7B7B"/>
        </a:lt2>
        <a:accent1>
          <a:srgbClr val="FF7E00"/>
        </a:accent1>
        <a:accent2>
          <a:srgbClr val="FFE23B"/>
        </a:accent2>
        <a:accent3>
          <a:srgbClr val="FFFFFF"/>
        </a:accent3>
        <a:accent4>
          <a:srgbClr val="2B2B2B"/>
        </a:accent4>
        <a:accent5>
          <a:srgbClr val="FFC0AA"/>
        </a:accent5>
        <a:accent6>
          <a:srgbClr val="E7CD35"/>
        </a:accent6>
        <a:hlink>
          <a:srgbClr val="579DA2"/>
        </a:hlink>
        <a:folHlink>
          <a:srgbClr val="77795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2_BIG Master mit Strichen oben und unten">
  <a:themeElements>
    <a:clrScheme name="Larissa-Design 1">
      <a:dk1>
        <a:srgbClr val="343434"/>
      </a:dk1>
      <a:lt1>
        <a:srgbClr val="FFFFFF"/>
      </a:lt1>
      <a:dk2>
        <a:srgbClr val="075590"/>
      </a:dk2>
      <a:lt2>
        <a:srgbClr val="7B7B7B"/>
      </a:lt2>
      <a:accent1>
        <a:srgbClr val="FF7E00"/>
      </a:accent1>
      <a:accent2>
        <a:srgbClr val="FFE23B"/>
      </a:accent2>
      <a:accent3>
        <a:srgbClr val="FFFFFF"/>
      </a:accent3>
      <a:accent4>
        <a:srgbClr val="2B2B2B"/>
      </a:accent4>
      <a:accent5>
        <a:srgbClr val="FFC0AA"/>
      </a:accent5>
      <a:accent6>
        <a:srgbClr val="E7CD35"/>
      </a:accent6>
      <a:hlink>
        <a:srgbClr val="579DA2"/>
      </a:hlink>
      <a:folHlink>
        <a:srgbClr val="77795A"/>
      </a:folHlink>
    </a:clrScheme>
    <a:fontScheme name="Larissa-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Larissa-Design 1">
        <a:dk1>
          <a:srgbClr val="343434"/>
        </a:dk1>
        <a:lt1>
          <a:srgbClr val="FFFFFF"/>
        </a:lt1>
        <a:dk2>
          <a:srgbClr val="075590"/>
        </a:dk2>
        <a:lt2>
          <a:srgbClr val="7B7B7B"/>
        </a:lt2>
        <a:accent1>
          <a:srgbClr val="FF7E00"/>
        </a:accent1>
        <a:accent2>
          <a:srgbClr val="FFE23B"/>
        </a:accent2>
        <a:accent3>
          <a:srgbClr val="FFFFFF"/>
        </a:accent3>
        <a:accent4>
          <a:srgbClr val="2B2B2B"/>
        </a:accent4>
        <a:accent5>
          <a:srgbClr val="FFC0AA"/>
        </a:accent5>
        <a:accent6>
          <a:srgbClr val="E7CD35"/>
        </a:accent6>
        <a:hlink>
          <a:srgbClr val="579DA2"/>
        </a:hlink>
        <a:folHlink>
          <a:srgbClr val="77795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2">
        <a:dk1>
          <a:srgbClr val="343434"/>
        </a:dk1>
        <a:lt1>
          <a:srgbClr val="FFFFFF"/>
        </a:lt1>
        <a:dk2>
          <a:srgbClr val="FF7E00"/>
        </a:dk2>
        <a:lt2>
          <a:srgbClr val="7B7B7B"/>
        </a:lt2>
        <a:accent1>
          <a:srgbClr val="FF7E00"/>
        </a:accent1>
        <a:accent2>
          <a:srgbClr val="FFE23B"/>
        </a:accent2>
        <a:accent3>
          <a:srgbClr val="FFFFFF"/>
        </a:accent3>
        <a:accent4>
          <a:srgbClr val="2B2B2B"/>
        </a:accent4>
        <a:accent5>
          <a:srgbClr val="FFC0AA"/>
        </a:accent5>
        <a:accent6>
          <a:srgbClr val="E7CD35"/>
        </a:accent6>
        <a:hlink>
          <a:srgbClr val="579DA2"/>
        </a:hlink>
        <a:folHlink>
          <a:srgbClr val="77795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</TotalTime>
  <Words>1494</Words>
  <Application>Microsoft Office PowerPoint</Application>
  <PresentationFormat>On-screen Show (4:3)</PresentationFormat>
  <Paragraphs>386</Paragraphs>
  <Slides>38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9</vt:i4>
      </vt:variant>
      <vt:variant>
        <vt:lpstr>Slide Titles</vt:lpstr>
      </vt:variant>
      <vt:variant>
        <vt:i4>38</vt:i4>
      </vt:variant>
    </vt:vector>
  </HeadingPairs>
  <TitlesOfParts>
    <vt:vector size="47" baseType="lpstr">
      <vt:lpstr>Office Theme</vt:lpstr>
      <vt:lpstr>BIG Master mit Strichen oben und unten</vt:lpstr>
      <vt:lpstr>1_BIG Master ohne Logo, ohne Strich unten</vt:lpstr>
      <vt:lpstr>BIG Master ohne Strich unten</vt:lpstr>
      <vt:lpstr>1_BIG Master mit Strichen oben und unten</vt:lpstr>
      <vt:lpstr>2_BIG Master ohne Logo, ohne Strich unten</vt:lpstr>
      <vt:lpstr>1_BIG Master ohne Strich unten</vt:lpstr>
      <vt:lpstr>1_BIGMaster</vt:lpstr>
      <vt:lpstr>2_BIG Master mit Strichen oben und unten</vt:lpstr>
      <vt:lpstr>PowerPoint Presentation</vt:lpstr>
      <vt:lpstr>Content</vt:lpstr>
      <vt:lpstr>Introduction</vt:lpstr>
      <vt:lpstr>Example: Lecture Hall with Details</vt:lpstr>
      <vt:lpstr>Example: Digital Clock</vt:lpstr>
      <vt:lpstr>State</vt:lpstr>
      <vt:lpstr>Transition</vt:lpstr>
      <vt:lpstr>Transition – Syntax</vt:lpstr>
      <vt:lpstr>Transition – Types (1/2)</vt:lpstr>
      <vt:lpstr>Transition – Types (2/2)</vt:lpstr>
      <vt:lpstr>Transition – Sequence of Activity Executions</vt:lpstr>
      <vt:lpstr>Example: Registration Status of an Exam</vt:lpstr>
      <vt:lpstr>Event – Types (1/2)</vt:lpstr>
      <vt:lpstr>Event – Types (2/2)</vt:lpstr>
      <vt:lpstr>Change Event vs. Guard</vt:lpstr>
      <vt:lpstr>Initial State</vt:lpstr>
      <vt:lpstr>Final State and Terminate Node</vt:lpstr>
      <vt:lpstr>Decision Node (Nút quyết định)</vt:lpstr>
      <vt:lpstr>Example: Decision Node </vt:lpstr>
      <vt:lpstr>Parallelization and Synchronization Node</vt:lpstr>
      <vt:lpstr>Composite State (trạng thái tổng hợp)</vt:lpstr>
      <vt:lpstr>Entering a Composite State (1/2)</vt:lpstr>
      <vt:lpstr>Entering a Composite State (2/2)</vt:lpstr>
      <vt:lpstr>Exiting from a Composite State (1/3)</vt:lpstr>
      <vt:lpstr>Exiting from a Composite State (2/3)</vt:lpstr>
      <vt:lpstr>Exiting from a Composite State (3/3)</vt:lpstr>
      <vt:lpstr>Orthogonal State</vt:lpstr>
      <vt:lpstr>Submachine State (SMS)</vt:lpstr>
      <vt:lpstr>History State</vt:lpstr>
      <vt:lpstr>Example: History State (1/4)</vt:lpstr>
      <vt:lpstr>Example: History State (2/4)</vt:lpstr>
      <vt:lpstr>Example: History State (3/4)</vt:lpstr>
      <vt:lpstr>Example: History State (4/4)</vt:lpstr>
      <vt:lpstr>Entry and Exit Points</vt:lpstr>
      <vt:lpstr>Example: Entry and Exit Points </vt:lpstr>
      <vt:lpstr>Notation Elements (1/2)</vt:lpstr>
      <vt:lpstr>Notation Elements (2/2)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admin</cp:lastModifiedBy>
  <cp:revision>59</cp:revision>
  <cp:lastPrinted>2019-02-28T01:52:10Z</cp:lastPrinted>
  <dcterms:created xsi:type="dcterms:W3CDTF">2016-08-01T09:56:00Z</dcterms:created>
  <dcterms:modified xsi:type="dcterms:W3CDTF">2021-03-26T03:36:15Z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1033-10.2.0.5811</vt:lpwstr>
  </property>
</Properties>
</file>