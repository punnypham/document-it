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597" autoAdjust="0"/>
    <p:restoredTop sz="94669" autoAdjust="0"/>
  </p:normalViewPr>
  <p:slideViewPr>
    <p:cSldViewPr>
      <p:cViewPr varScale="1">
        <p:scale>
          <a:sx n="53" d="100"/>
          <a:sy n="53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18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5E55A-54B3-4EC6-886F-397C751ABE3B}" type="datetimeFigureOut">
              <a:rPr lang="en-US" smtClean="0"/>
              <a:t>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18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76A67-7254-4A8C-8562-C2F2356D7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09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8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3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3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1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4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2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2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06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4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1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33528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Phân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tích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Thiết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kế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Phần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mềm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200" b="1" dirty="0" err="1" smtClean="0"/>
              <a:t>Giảng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viên</a:t>
            </a:r>
            <a:r>
              <a:rPr lang="en-US" sz="3200" b="1" dirty="0" smtClean="0"/>
              <a:t>: </a:t>
            </a:r>
            <a:r>
              <a:rPr lang="en-US" sz="3200" b="1" dirty="0" err="1" smtClean="0"/>
              <a:t>Ts</a:t>
            </a:r>
            <a:r>
              <a:rPr lang="en-US" sz="3200" b="1" dirty="0" smtClean="0"/>
              <a:t>. </a:t>
            </a:r>
            <a:r>
              <a:rPr lang="en-US" sz="3200" b="1" dirty="0" err="1" smtClean="0"/>
              <a:t>Nguyễn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Đức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Cường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err="1" smtClean="0"/>
              <a:t>các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Thầy</a:t>
            </a:r>
            <a:r>
              <a:rPr lang="en-US" sz="3200" b="1" dirty="0" smtClean="0"/>
              <a:t>/</a:t>
            </a:r>
            <a:r>
              <a:rPr lang="en-US" sz="3200" b="1" dirty="0" err="1" smtClean="0"/>
              <a:t>Cô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khác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343400"/>
            <a:ext cx="7406640" cy="1752600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Khoa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Công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nghệ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Thông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tin</a:t>
            </a:r>
          </a:p>
          <a:p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Đại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học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Ngoại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ngữ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- Tin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học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TPHCM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2023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07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UML</a:t>
            </a:r>
            <a:r>
              <a:rPr lang="en-US" dirty="0" smtClean="0"/>
              <a:t>. Unified </a:t>
            </a:r>
            <a:r>
              <a:rPr lang="en-US" smtClean="0"/>
              <a:t>Modelling Language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8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UML @ Classroom - An Introduction to Object-Oriented </a:t>
            </a:r>
            <a:r>
              <a:rPr lang="en-US" b="1" dirty="0" smtClean="0"/>
              <a:t>Modeling, 2014</a:t>
            </a:r>
          </a:p>
          <a:p>
            <a:r>
              <a:rPr lang="en-US" b="1" dirty="0" err="1" smtClean="0"/>
              <a:t>Phần</a:t>
            </a:r>
            <a:r>
              <a:rPr lang="en-US" b="1" dirty="0" smtClean="0"/>
              <a:t> </a:t>
            </a:r>
            <a:r>
              <a:rPr lang="en-US" b="1" dirty="0" err="1" smtClean="0"/>
              <a:t>mềm</a:t>
            </a:r>
            <a:r>
              <a:rPr lang="en-US" b="1" dirty="0" smtClean="0"/>
              <a:t> </a:t>
            </a:r>
            <a:r>
              <a:rPr lang="en-US" b="1" dirty="0" err="1" smtClean="0"/>
              <a:t>StarUML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07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Class activities, attendance + </a:t>
            </a:r>
            <a:r>
              <a:rPr lang="en-US" altLang="en-US" smtClean="0"/>
              <a:t>Milestone checking: </a:t>
            </a:r>
            <a:r>
              <a:rPr lang="en-US" altLang="en-US" dirty="0"/>
              <a:t>20</a:t>
            </a:r>
            <a:r>
              <a:rPr lang="en-US" altLang="en-US" dirty="0" smtClean="0"/>
              <a:t>%</a:t>
            </a:r>
          </a:p>
          <a:p>
            <a:r>
              <a:rPr lang="en-US" altLang="en-US" dirty="0" smtClean="0"/>
              <a:t>Practice: 30%</a:t>
            </a:r>
            <a:endParaRPr lang="en-US" altLang="en-US" dirty="0"/>
          </a:p>
          <a:p>
            <a:r>
              <a:rPr lang="en-US" altLang="en-US" dirty="0"/>
              <a:t>Final </a:t>
            </a:r>
            <a:r>
              <a:rPr lang="en-US" altLang="en-US" dirty="0" smtClean="0"/>
              <a:t>Examination (</a:t>
            </a:r>
            <a:r>
              <a:rPr lang="en-US" altLang="en-US" dirty="0" err="1" smtClean="0"/>
              <a:t>Báo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cáo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đồ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án</a:t>
            </a:r>
            <a:r>
              <a:rPr lang="en-US" altLang="en-US" dirty="0" smtClean="0"/>
              <a:t>): 50</a:t>
            </a:r>
            <a:r>
              <a:rPr lang="en-US" altLang="en-US" dirty="0"/>
              <a:t>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54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1957</TotalTime>
  <Words>87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Phân tích Thiết kế Phần mềm  Giảng viên: Ts. Nguyễn Đức Cường các Thầy/Cô khác</vt:lpstr>
      <vt:lpstr>Nội dung</vt:lpstr>
      <vt:lpstr>Textbooks</vt:lpstr>
      <vt:lpstr>Grading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Công nghệ Thông tin  Chương 0</dc:title>
  <dc:creator>admin</dc:creator>
  <cp:lastModifiedBy>CUONG</cp:lastModifiedBy>
  <cp:revision>18</cp:revision>
  <cp:lastPrinted>2018-09-03T06:16:45Z</cp:lastPrinted>
  <dcterms:created xsi:type="dcterms:W3CDTF">2006-08-16T00:00:00Z</dcterms:created>
  <dcterms:modified xsi:type="dcterms:W3CDTF">2023-01-31T02:35:25Z</dcterms:modified>
</cp:coreProperties>
</file>