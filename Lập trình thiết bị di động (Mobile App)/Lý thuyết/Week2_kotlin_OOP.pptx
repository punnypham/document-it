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6T08:55:24.569"/>
    </inkml:context>
    <inkml:brush xml:id="br0">
      <inkml:brushProperty name="width" value="0.05" units="cm"/>
      <inkml:brushProperty name="height" value="0.3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16T08:55:41.537"/>
    </inkml:context>
    <inkml:brush xml:id="br0">
      <inkml:brushProperty name="width" value="0.05" units="cm"/>
      <inkml:brushProperty name="height" value="0.3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mailto:x@y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0832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1360D9-B352-ED66-136B-86C642EAF5B0}"/>
                  </a:ext>
                </a:extLst>
              </p14:cNvPr>
              <p14:cNvContentPartPr/>
              <p14:nvPr/>
            </p14:nvContentPartPr>
            <p14:xfrm>
              <a:off x="7510174" y="1920984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1360D9-B352-ED66-136B-86C642EAF5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01534" y="1867344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B53F77-72A4-3876-4412-2E973B9C4B52}"/>
                  </a:ext>
                </a:extLst>
              </p14:cNvPr>
              <p14:cNvContentPartPr/>
              <p14:nvPr/>
            </p14:nvContentPartPr>
            <p14:xfrm>
              <a:off x="3308254" y="4880184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B53F77-72A4-3876-4412-2E973B9C4B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9614" y="4826184"/>
                <a:ext cx="18000" cy="108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52E4AA-B269-0A6A-9E0A-E1C242ACE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754" y="118600"/>
            <a:ext cx="11936491" cy="6620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04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554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D6C9F4-F0AB-3E52-FC2E-8DE2E4578069}"/>
              </a:ext>
            </a:extLst>
          </p:cNvPr>
          <p:cNvSpPr/>
          <p:nvPr/>
        </p:nvSpPr>
        <p:spPr>
          <a:xfrm>
            <a:off x="6672064" y="1916832"/>
            <a:ext cx="4752528" cy="11521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0194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13C3BA-F99A-2729-E3E2-1482C180D8B3}"/>
              </a:ext>
            </a:extLst>
          </p:cNvPr>
          <p:cNvSpPr/>
          <p:nvPr/>
        </p:nvSpPr>
        <p:spPr>
          <a:xfrm>
            <a:off x="6312024" y="1556792"/>
            <a:ext cx="5472608" cy="9361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74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C852B-AE38-1FB6-2D0A-9C68E5EBAA62}"/>
              </a:ext>
            </a:extLst>
          </p:cNvPr>
          <p:cNvSpPr/>
          <p:nvPr/>
        </p:nvSpPr>
        <p:spPr>
          <a:xfrm>
            <a:off x="6240016" y="4221088"/>
            <a:ext cx="5688632" cy="302433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91344" y="188640"/>
            <a:ext cx="12000656" cy="12126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10463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B8665-AC6D-9FDD-7196-32EED271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91" y="287658"/>
            <a:ext cx="8434157" cy="65703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762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524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3391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7956FE-F3EB-4A9F-37BC-6C8717E680B2}"/>
              </a:ext>
            </a:extLst>
          </p:cNvPr>
          <p:cNvSpPr/>
          <p:nvPr/>
        </p:nvSpPr>
        <p:spPr>
          <a:xfrm>
            <a:off x="7464152" y="2060848"/>
            <a:ext cx="2952328" cy="93610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770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628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77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57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208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3981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B4601-69A8-4B30-A6B5-A1CA67766D55}"/>
              </a:ext>
            </a:extLst>
          </p:cNvPr>
          <p:cNvSpPr/>
          <p:nvPr/>
        </p:nvSpPr>
        <p:spPr>
          <a:xfrm>
            <a:off x="6672064" y="980728"/>
            <a:ext cx="5328592" cy="5040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hlinkClick r:id="rId2"/>
          </p:cNvPr>
          <p:cNvSpPr/>
          <p:nvPr/>
        </p:nvSpPr>
        <p:spPr>
          <a:xfrm>
            <a:off x="0" y="0"/>
            <a:ext cx="12191999" cy="84386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Thái Thị Thanh Thảo</cp:lastModifiedBy>
  <cp:revision>2</cp:revision>
  <dcterms:modified xsi:type="dcterms:W3CDTF">2025-12-16T08:59:51Z</dcterms:modified>
</cp:coreProperties>
</file>