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Lst>
  <p:notesMasterIdLst>
    <p:notesMasterId r:id="rId53"/>
  </p:notesMasterIdLst>
  <p:handoutMasterIdLst>
    <p:handoutMasterId r:id="rId54"/>
  </p:handoutMasterIdLst>
  <p:sldIdLst>
    <p:sldId id="256" r:id="rId2"/>
    <p:sldId id="258" r:id="rId3"/>
    <p:sldId id="356" r:id="rId4"/>
    <p:sldId id="327" r:id="rId5"/>
    <p:sldId id="328" r:id="rId6"/>
    <p:sldId id="259" r:id="rId7"/>
    <p:sldId id="343" r:id="rId8"/>
    <p:sldId id="341" r:id="rId9"/>
    <p:sldId id="265" r:id="rId10"/>
    <p:sldId id="268" r:id="rId11"/>
    <p:sldId id="260" r:id="rId12"/>
    <p:sldId id="329" r:id="rId13"/>
    <p:sldId id="330" r:id="rId14"/>
    <p:sldId id="346" r:id="rId15"/>
    <p:sldId id="332" r:id="rId16"/>
    <p:sldId id="347" r:id="rId17"/>
    <p:sldId id="331" r:id="rId18"/>
    <p:sldId id="333" r:id="rId19"/>
    <p:sldId id="299" r:id="rId20"/>
    <p:sldId id="273" r:id="rId21"/>
    <p:sldId id="342" r:id="rId22"/>
    <p:sldId id="274" r:id="rId23"/>
    <p:sldId id="275" r:id="rId24"/>
    <p:sldId id="277" r:id="rId25"/>
    <p:sldId id="276" r:id="rId26"/>
    <p:sldId id="354" r:id="rId27"/>
    <p:sldId id="300" r:id="rId28"/>
    <p:sldId id="279" r:id="rId29"/>
    <p:sldId id="280" r:id="rId30"/>
    <p:sldId id="281" r:id="rId31"/>
    <p:sldId id="355" r:id="rId32"/>
    <p:sldId id="266" r:id="rId33"/>
    <p:sldId id="267" r:id="rId34"/>
    <p:sldId id="307" r:id="rId35"/>
    <p:sldId id="304" r:id="rId36"/>
    <p:sldId id="336" r:id="rId37"/>
    <p:sldId id="334" r:id="rId38"/>
    <p:sldId id="335" r:id="rId39"/>
    <p:sldId id="337" r:id="rId40"/>
    <p:sldId id="348" r:id="rId41"/>
    <p:sldId id="294" r:id="rId42"/>
    <p:sldId id="311" r:id="rId43"/>
    <p:sldId id="312" r:id="rId44"/>
    <p:sldId id="296" r:id="rId45"/>
    <p:sldId id="297" r:id="rId46"/>
    <p:sldId id="344" r:id="rId47"/>
    <p:sldId id="345" r:id="rId48"/>
    <p:sldId id="349" r:id="rId49"/>
    <p:sldId id="350" r:id="rId50"/>
    <p:sldId id="352" r:id="rId51"/>
    <p:sldId id="351" r:id="rId52"/>
  </p:sldIdLst>
  <p:sldSz cx="9906000" cy="6858000" type="A4"/>
  <p:notesSz cx="6858000" cy="9144000"/>
  <p:defaultTextStyle>
    <a:defPPr>
      <a:defRPr lang="en-US"/>
    </a:defPPr>
    <a:lvl1pPr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5pPr>
    <a:lvl6pPr marL="2286000" algn="l" defTabSz="914400" rtl="0" eaLnBrk="1" latinLnBrk="0" hangingPunct="1">
      <a:defRPr kern="1200">
        <a:solidFill>
          <a:schemeClr val="tx1"/>
        </a:solidFill>
        <a:latin typeface="Tahoma" panose="020B0604030504040204" pitchFamily="34" charset="0"/>
        <a:ea typeface="+mn-ea"/>
        <a:cs typeface="+mn-cs"/>
      </a:defRPr>
    </a:lvl6pPr>
    <a:lvl7pPr marL="2743200" algn="l" defTabSz="914400" rtl="0" eaLnBrk="1" latinLnBrk="0" hangingPunct="1">
      <a:defRPr kern="1200">
        <a:solidFill>
          <a:schemeClr val="tx1"/>
        </a:solidFill>
        <a:latin typeface="Tahoma" panose="020B0604030504040204" pitchFamily="34" charset="0"/>
        <a:ea typeface="+mn-ea"/>
        <a:cs typeface="+mn-cs"/>
      </a:defRPr>
    </a:lvl7pPr>
    <a:lvl8pPr marL="3200400" algn="l" defTabSz="914400" rtl="0" eaLnBrk="1" latinLnBrk="0" hangingPunct="1">
      <a:defRPr kern="1200">
        <a:solidFill>
          <a:schemeClr val="tx1"/>
        </a:solidFill>
        <a:latin typeface="Tahoma" panose="020B0604030504040204" pitchFamily="34" charset="0"/>
        <a:ea typeface="+mn-ea"/>
        <a:cs typeface="+mn-cs"/>
      </a:defRPr>
    </a:lvl8pPr>
    <a:lvl9pPr marL="3657600" algn="l" defTabSz="914400" rtl="0" eaLnBrk="1" latinLnBrk="0" hangingPunct="1">
      <a:defRPr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4FE7A6-E10B-814A-84DD-57F4E281A29E}" v="9" dt="2023-02-07T08:35:24.7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042" autoAdjust="0"/>
    <p:restoredTop sz="94913" autoAdjust="0"/>
  </p:normalViewPr>
  <p:slideViewPr>
    <p:cSldViewPr>
      <p:cViewPr varScale="1">
        <p:scale>
          <a:sx n="98" d="100"/>
          <a:sy n="98" d="100"/>
        </p:scale>
        <p:origin x="1232" y="192"/>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nh Thai Tran" userId="996740aabe1fc7dc" providerId="LiveId" clId="{B016565C-77AB-5F4B-8681-C220A8DE6644}"/>
    <pc:docChg chg="undo custSel addSld delSld modSld sldOrd">
      <pc:chgData name="Minh Thai Tran" userId="996740aabe1fc7dc" providerId="LiveId" clId="{B016565C-77AB-5F4B-8681-C220A8DE6644}" dt="2022-03-04T06:44:53.276" v="584" actId="20577"/>
      <pc:docMkLst>
        <pc:docMk/>
      </pc:docMkLst>
      <pc:sldChg chg="modSp mod">
        <pc:chgData name="Minh Thai Tran" userId="996740aabe1fc7dc" providerId="LiveId" clId="{B016565C-77AB-5F4B-8681-C220A8DE6644}" dt="2022-03-04T00:26:38.095" v="32" actId="20577"/>
        <pc:sldMkLst>
          <pc:docMk/>
          <pc:sldMk cId="0" sldId="256"/>
        </pc:sldMkLst>
        <pc:spChg chg="mod">
          <ac:chgData name="Minh Thai Tran" userId="996740aabe1fc7dc" providerId="LiveId" clId="{B016565C-77AB-5F4B-8681-C220A8DE6644}" dt="2022-03-04T00:26:38.095" v="32" actId="20577"/>
          <ac:spMkLst>
            <pc:docMk/>
            <pc:sldMk cId="0" sldId="256"/>
            <ac:spMk id="5124" creationId="{EBE12804-817B-3F4D-8F44-DA6BB41033C0}"/>
          </ac:spMkLst>
        </pc:spChg>
      </pc:sldChg>
      <pc:sldChg chg="modSp mod">
        <pc:chgData name="Minh Thai Tran" userId="996740aabe1fc7dc" providerId="LiveId" clId="{B016565C-77AB-5F4B-8681-C220A8DE6644}" dt="2022-03-04T00:56:23.338" v="263" actId="20577"/>
        <pc:sldMkLst>
          <pc:docMk/>
          <pc:sldMk cId="0" sldId="259"/>
        </pc:sldMkLst>
        <pc:spChg chg="mod">
          <ac:chgData name="Minh Thai Tran" userId="996740aabe1fc7dc" providerId="LiveId" clId="{B016565C-77AB-5F4B-8681-C220A8DE6644}" dt="2022-03-04T00:56:23.338" v="263" actId="20577"/>
          <ac:spMkLst>
            <pc:docMk/>
            <pc:sldMk cId="0" sldId="259"/>
            <ac:spMk id="11268" creationId="{6DB3113D-94D2-FD4B-B94C-6349438D1A06}"/>
          </ac:spMkLst>
        </pc:spChg>
      </pc:sldChg>
      <pc:sldChg chg="modSp mod">
        <pc:chgData name="Minh Thai Tran" userId="996740aabe1fc7dc" providerId="LiveId" clId="{B016565C-77AB-5F4B-8681-C220A8DE6644}" dt="2022-03-04T00:56:49.272" v="287" actId="20577"/>
        <pc:sldMkLst>
          <pc:docMk/>
          <pc:sldMk cId="0" sldId="265"/>
        </pc:sldMkLst>
        <pc:spChg chg="mod">
          <ac:chgData name="Minh Thai Tran" userId="996740aabe1fc7dc" providerId="LiveId" clId="{B016565C-77AB-5F4B-8681-C220A8DE6644}" dt="2022-03-04T00:56:49.272" v="287" actId="20577"/>
          <ac:spMkLst>
            <pc:docMk/>
            <pc:sldMk cId="0" sldId="265"/>
            <ac:spMk id="17412" creationId="{8943735A-982F-A843-A906-02CC347B0104}"/>
          </ac:spMkLst>
        </pc:spChg>
      </pc:sldChg>
      <pc:sldChg chg="addSp modSp mod modClrScheme chgLayout">
        <pc:chgData name="Minh Thai Tran" userId="996740aabe1fc7dc" providerId="LiveId" clId="{B016565C-77AB-5F4B-8681-C220A8DE6644}" dt="2022-03-04T01:00:07.591" v="348" actId="27614"/>
        <pc:sldMkLst>
          <pc:docMk/>
          <pc:sldMk cId="0" sldId="276"/>
        </pc:sldMkLst>
        <pc:spChg chg="mod ord">
          <ac:chgData name="Minh Thai Tran" userId="996740aabe1fc7dc" providerId="LiveId" clId="{B016565C-77AB-5F4B-8681-C220A8DE6644}" dt="2022-03-04T00:59:42.561" v="347" actId="26606"/>
          <ac:spMkLst>
            <pc:docMk/>
            <pc:sldMk cId="0" sldId="276"/>
            <ac:spMk id="4" creationId="{7BF54631-1EE7-0D4B-8105-27A6FA0BE12C}"/>
          </ac:spMkLst>
        </pc:spChg>
        <pc:spChg chg="mod ord">
          <ac:chgData name="Minh Thai Tran" userId="996740aabe1fc7dc" providerId="LiveId" clId="{B016565C-77AB-5F4B-8681-C220A8DE6644}" dt="2022-03-04T00:59:42.561" v="347" actId="26606"/>
          <ac:spMkLst>
            <pc:docMk/>
            <pc:sldMk cId="0" sldId="276"/>
            <ac:spMk id="44035" creationId="{DC5DC18A-2F18-ED4A-BEB1-4350C01D7582}"/>
          </ac:spMkLst>
        </pc:spChg>
        <pc:spChg chg="mod">
          <ac:chgData name="Minh Thai Tran" userId="996740aabe1fc7dc" providerId="LiveId" clId="{B016565C-77AB-5F4B-8681-C220A8DE6644}" dt="2022-03-04T00:59:42.561" v="347" actId="26606"/>
          <ac:spMkLst>
            <pc:docMk/>
            <pc:sldMk cId="0" sldId="276"/>
            <ac:spMk id="44036" creationId="{DECC363F-1861-BD42-8448-F98CCE25A707}"/>
          </ac:spMkLst>
        </pc:spChg>
        <pc:spChg chg="mod ord">
          <ac:chgData name="Minh Thai Tran" userId="996740aabe1fc7dc" providerId="LiveId" clId="{B016565C-77AB-5F4B-8681-C220A8DE6644}" dt="2022-03-04T00:59:42.561" v="347" actId="26606"/>
          <ac:spMkLst>
            <pc:docMk/>
            <pc:sldMk cId="0" sldId="276"/>
            <ac:spMk id="44037" creationId="{4667CA61-95E2-7449-B3B0-E3FDA162CBF2}"/>
          </ac:spMkLst>
        </pc:spChg>
        <pc:picChg chg="add mod">
          <ac:chgData name="Minh Thai Tran" userId="996740aabe1fc7dc" providerId="LiveId" clId="{B016565C-77AB-5F4B-8681-C220A8DE6644}" dt="2022-03-04T01:00:07.591" v="348" actId="27614"/>
          <ac:picMkLst>
            <pc:docMk/>
            <pc:sldMk cId="0" sldId="276"/>
            <ac:picMk id="6" creationId="{4E26A7C5-1090-1E41-B47C-66549FBF36B1}"/>
          </ac:picMkLst>
        </pc:picChg>
      </pc:sldChg>
      <pc:sldChg chg="modSp mod">
        <pc:chgData name="Minh Thai Tran" userId="996740aabe1fc7dc" providerId="LiveId" clId="{B016565C-77AB-5F4B-8681-C220A8DE6644}" dt="2022-03-04T01:00:40.972" v="349" actId="20577"/>
        <pc:sldMkLst>
          <pc:docMk/>
          <pc:sldMk cId="0" sldId="304"/>
        </pc:sldMkLst>
        <pc:spChg chg="mod">
          <ac:chgData name="Minh Thai Tran" userId="996740aabe1fc7dc" providerId="LiveId" clId="{B016565C-77AB-5F4B-8681-C220A8DE6644}" dt="2022-03-04T01:00:40.972" v="349" actId="20577"/>
          <ac:spMkLst>
            <pc:docMk/>
            <pc:sldMk cId="0" sldId="304"/>
            <ac:spMk id="48133" creationId="{365908C0-F3EF-8040-9B4D-BF5DD9433EA5}"/>
          </ac:spMkLst>
        </pc:spChg>
      </pc:sldChg>
      <pc:sldChg chg="modSp mod">
        <pc:chgData name="Minh Thai Tran" userId="996740aabe1fc7dc" providerId="LiveId" clId="{B016565C-77AB-5F4B-8681-C220A8DE6644}" dt="2022-03-04T00:26:44.572" v="35" actId="20577"/>
        <pc:sldMkLst>
          <pc:docMk/>
          <pc:sldMk cId="2771004758" sldId="327"/>
        </pc:sldMkLst>
        <pc:spChg chg="mod">
          <ac:chgData name="Minh Thai Tran" userId="996740aabe1fc7dc" providerId="LiveId" clId="{B016565C-77AB-5F4B-8681-C220A8DE6644}" dt="2022-03-04T00:26:44.572" v="35" actId="20577"/>
          <ac:spMkLst>
            <pc:docMk/>
            <pc:sldMk cId="2771004758" sldId="327"/>
            <ac:spMk id="9218" creationId="{EA0CA760-A05C-9149-A50D-7A4226D30E2B}"/>
          </ac:spMkLst>
        </pc:spChg>
      </pc:sldChg>
      <pc:sldChg chg="modSp mod">
        <pc:chgData name="Minh Thai Tran" userId="996740aabe1fc7dc" providerId="LiveId" clId="{B016565C-77AB-5F4B-8681-C220A8DE6644}" dt="2022-03-04T00:56:39.954" v="279" actId="20577"/>
        <pc:sldMkLst>
          <pc:docMk/>
          <pc:sldMk cId="263319776" sldId="328"/>
        </pc:sldMkLst>
        <pc:spChg chg="mod">
          <ac:chgData name="Minh Thai Tran" userId="996740aabe1fc7dc" providerId="LiveId" clId="{B016565C-77AB-5F4B-8681-C220A8DE6644}" dt="2022-03-04T00:56:39.954" v="279" actId="20577"/>
          <ac:spMkLst>
            <pc:docMk/>
            <pc:sldMk cId="263319776" sldId="328"/>
            <ac:spMk id="14338" creationId="{B4FFA2D4-5B9A-2949-8A89-41348CAFE743}"/>
          </ac:spMkLst>
        </pc:spChg>
      </pc:sldChg>
      <pc:sldChg chg="modSp mod">
        <pc:chgData name="Minh Thai Tran" userId="996740aabe1fc7dc" providerId="LiveId" clId="{B016565C-77AB-5F4B-8681-C220A8DE6644}" dt="2022-03-04T00:57:07.355" v="290" actId="20577"/>
        <pc:sldMkLst>
          <pc:docMk/>
          <pc:sldMk cId="0" sldId="329"/>
        </pc:sldMkLst>
        <pc:spChg chg="mod">
          <ac:chgData name="Minh Thai Tran" userId="996740aabe1fc7dc" providerId="LiveId" clId="{B016565C-77AB-5F4B-8681-C220A8DE6644}" dt="2022-03-04T00:57:07.355" v="290" actId="20577"/>
          <ac:spMkLst>
            <pc:docMk/>
            <pc:sldMk cId="0" sldId="329"/>
            <ac:spMk id="23554" creationId="{8519B612-509A-514B-9AF5-E76C1F5E6D17}"/>
          </ac:spMkLst>
        </pc:spChg>
      </pc:sldChg>
      <pc:sldChg chg="modSp mod">
        <pc:chgData name="Minh Thai Tran" userId="996740aabe1fc7dc" providerId="LiveId" clId="{B016565C-77AB-5F4B-8681-C220A8DE6644}" dt="2022-03-04T00:55:55.640" v="255" actId="14100"/>
        <pc:sldMkLst>
          <pc:docMk/>
          <pc:sldMk cId="0" sldId="332"/>
        </pc:sldMkLst>
        <pc:spChg chg="mod">
          <ac:chgData name="Minh Thai Tran" userId="996740aabe1fc7dc" providerId="LiveId" clId="{B016565C-77AB-5F4B-8681-C220A8DE6644}" dt="2022-03-04T00:55:55.640" v="255" actId="14100"/>
          <ac:spMkLst>
            <pc:docMk/>
            <pc:sldMk cId="0" sldId="332"/>
            <ac:spMk id="26627" creationId="{BB8596DD-04FF-F24C-B069-A03C0BCE10D4}"/>
          </ac:spMkLst>
        </pc:spChg>
      </pc:sldChg>
      <pc:sldChg chg="modSp mod">
        <pc:chgData name="Minh Thai Tran" userId="996740aabe1fc7dc" providerId="LiveId" clId="{B016565C-77AB-5F4B-8681-C220A8DE6644}" dt="2022-03-04T01:05:25.247" v="386" actId="20577"/>
        <pc:sldMkLst>
          <pc:docMk/>
          <pc:sldMk cId="0" sldId="337"/>
        </pc:sldMkLst>
        <pc:spChg chg="mod">
          <ac:chgData name="Minh Thai Tran" userId="996740aabe1fc7dc" providerId="LiveId" clId="{B016565C-77AB-5F4B-8681-C220A8DE6644}" dt="2022-03-04T01:05:25.247" v="386" actId="20577"/>
          <ac:spMkLst>
            <pc:docMk/>
            <pc:sldMk cId="0" sldId="337"/>
            <ac:spMk id="66563" creationId="{235CF217-31FA-ED4D-BFF5-ADF040D22763}"/>
          </ac:spMkLst>
        </pc:spChg>
      </pc:sldChg>
      <pc:sldChg chg="del">
        <pc:chgData name="Minh Thai Tran" userId="996740aabe1fc7dc" providerId="LiveId" clId="{B016565C-77AB-5F4B-8681-C220A8DE6644}" dt="2022-03-04T01:03:15.515" v="350" actId="2696"/>
        <pc:sldMkLst>
          <pc:docMk/>
          <pc:sldMk cId="0" sldId="338"/>
        </pc:sldMkLst>
      </pc:sldChg>
      <pc:sldChg chg="del">
        <pc:chgData name="Minh Thai Tran" userId="996740aabe1fc7dc" providerId="LiveId" clId="{B016565C-77AB-5F4B-8681-C220A8DE6644}" dt="2022-03-04T01:06:14.491" v="390" actId="2696"/>
        <pc:sldMkLst>
          <pc:docMk/>
          <pc:sldMk cId="0" sldId="340"/>
        </pc:sldMkLst>
      </pc:sldChg>
      <pc:sldChg chg="modSp mod">
        <pc:chgData name="Minh Thai Tran" userId="996740aabe1fc7dc" providerId="LiveId" clId="{B016565C-77AB-5F4B-8681-C220A8DE6644}" dt="2022-03-04T00:56:31.072" v="271" actId="20577"/>
        <pc:sldMkLst>
          <pc:docMk/>
          <pc:sldMk cId="0" sldId="343"/>
        </pc:sldMkLst>
        <pc:spChg chg="mod">
          <ac:chgData name="Minh Thai Tran" userId="996740aabe1fc7dc" providerId="LiveId" clId="{B016565C-77AB-5F4B-8681-C220A8DE6644}" dt="2022-03-04T00:56:31.072" v="271" actId="20577"/>
          <ac:spMkLst>
            <pc:docMk/>
            <pc:sldMk cId="0" sldId="343"/>
            <ac:spMk id="13314" creationId="{38B3F7A0-24EC-984A-89A0-C1617A625F8A}"/>
          </ac:spMkLst>
        </pc:spChg>
      </pc:sldChg>
      <pc:sldChg chg="modSp new del mod">
        <pc:chgData name="Minh Thai Tran" userId="996740aabe1fc7dc" providerId="LiveId" clId="{B016565C-77AB-5F4B-8681-C220A8DE6644}" dt="2022-03-04T01:06:06.491" v="388" actId="2696"/>
        <pc:sldMkLst>
          <pc:docMk/>
          <pc:sldMk cId="1835797362" sldId="344"/>
        </pc:sldMkLst>
        <pc:spChg chg="mod">
          <ac:chgData name="Minh Thai Tran" userId="996740aabe1fc7dc" providerId="LiveId" clId="{B016565C-77AB-5F4B-8681-C220A8DE6644}" dt="2022-03-04T00:36:10.769" v="66" actId="20577"/>
          <ac:spMkLst>
            <pc:docMk/>
            <pc:sldMk cId="1835797362" sldId="344"/>
            <ac:spMk id="2" creationId="{AB28CDCD-E057-8042-A2EC-2AE6F1B5FB6D}"/>
          </ac:spMkLst>
        </pc:spChg>
        <pc:spChg chg="mod">
          <ac:chgData name="Minh Thai Tran" userId="996740aabe1fc7dc" providerId="LiveId" clId="{B016565C-77AB-5F4B-8681-C220A8DE6644}" dt="2022-03-04T00:36:19.027" v="68" actId="20577"/>
          <ac:spMkLst>
            <pc:docMk/>
            <pc:sldMk cId="1835797362" sldId="344"/>
            <ac:spMk id="3" creationId="{47BBD8CB-5900-F646-921A-75B292012CD6}"/>
          </ac:spMkLst>
        </pc:spChg>
      </pc:sldChg>
      <pc:sldChg chg="add">
        <pc:chgData name="Minh Thai Tran" userId="996740aabe1fc7dc" providerId="LiveId" clId="{B016565C-77AB-5F4B-8681-C220A8DE6644}" dt="2022-03-04T01:06:11.331" v="389"/>
        <pc:sldMkLst>
          <pc:docMk/>
          <pc:sldMk cId="2897336240" sldId="344"/>
        </pc:sldMkLst>
      </pc:sldChg>
      <pc:sldChg chg="add">
        <pc:chgData name="Minh Thai Tran" userId="996740aabe1fc7dc" providerId="LiveId" clId="{B016565C-77AB-5F4B-8681-C220A8DE6644}" dt="2022-03-04T01:06:11.331" v="389"/>
        <pc:sldMkLst>
          <pc:docMk/>
          <pc:sldMk cId="2764577596" sldId="345"/>
        </pc:sldMkLst>
      </pc:sldChg>
      <pc:sldChg chg="modSp new del mod">
        <pc:chgData name="Minh Thai Tran" userId="996740aabe1fc7dc" providerId="LiveId" clId="{B016565C-77AB-5F4B-8681-C220A8DE6644}" dt="2022-03-04T01:06:06.491" v="388" actId="2696"/>
        <pc:sldMkLst>
          <pc:docMk/>
          <pc:sldMk cId="3291038573" sldId="345"/>
        </pc:sldMkLst>
        <pc:spChg chg="mod">
          <ac:chgData name="Minh Thai Tran" userId="996740aabe1fc7dc" providerId="LiveId" clId="{B016565C-77AB-5F4B-8681-C220A8DE6644}" dt="2022-03-04T00:39:17.413" v="106" actId="20577"/>
          <ac:spMkLst>
            <pc:docMk/>
            <pc:sldMk cId="3291038573" sldId="345"/>
            <ac:spMk id="2" creationId="{BFF5678C-7A82-5443-8269-5BD34C1F5F29}"/>
          </ac:spMkLst>
        </pc:spChg>
        <pc:spChg chg="mod">
          <ac:chgData name="Minh Thai Tran" userId="996740aabe1fc7dc" providerId="LiveId" clId="{B016565C-77AB-5F4B-8681-C220A8DE6644}" dt="2022-03-04T00:38:50.954" v="70"/>
          <ac:spMkLst>
            <pc:docMk/>
            <pc:sldMk cId="3291038573" sldId="345"/>
            <ac:spMk id="3" creationId="{9397C1EE-B6C6-8B48-AAA0-A560789D1AE4}"/>
          </ac:spMkLst>
        </pc:spChg>
      </pc:sldChg>
      <pc:sldChg chg="modSp add mod">
        <pc:chgData name="Minh Thai Tran" userId="996740aabe1fc7dc" providerId="LiveId" clId="{B016565C-77AB-5F4B-8681-C220A8DE6644}" dt="2022-03-04T06:44:53.276" v="584" actId="20577"/>
        <pc:sldMkLst>
          <pc:docMk/>
          <pc:sldMk cId="2344394380" sldId="346"/>
        </pc:sldMkLst>
        <pc:spChg chg="mod">
          <ac:chgData name="Minh Thai Tran" userId="996740aabe1fc7dc" providerId="LiveId" clId="{B016565C-77AB-5F4B-8681-C220A8DE6644}" dt="2022-03-04T06:44:53.276" v="584" actId="20577"/>
          <ac:spMkLst>
            <pc:docMk/>
            <pc:sldMk cId="2344394380" sldId="346"/>
            <ac:spMk id="26627" creationId="{BB8596DD-04FF-F24C-B069-A03C0BCE10D4}"/>
          </ac:spMkLst>
        </pc:spChg>
      </pc:sldChg>
      <pc:sldChg chg="modSp add mod">
        <pc:chgData name="Minh Thai Tran" userId="996740aabe1fc7dc" providerId="LiveId" clId="{B016565C-77AB-5F4B-8681-C220A8DE6644}" dt="2022-03-04T00:55:47.806" v="254" actId="14100"/>
        <pc:sldMkLst>
          <pc:docMk/>
          <pc:sldMk cId="2269214968" sldId="347"/>
        </pc:sldMkLst>
        <pc:spChg chg="mod">
          <ac:chgData name="Minh Thai Tran" userId="996740aabe1fc7dc" providerId="LiveId" clId="{B016565C-77AB-5F4B-8681-C220A8DE6644}" dt="2022-03-04T00:55:47.806" v="254" actId="14100"/>
          <ac:spMkLst>
            <pc:docMk/>
            <pc:sldMk cId="2269214968" sldId="347"/>
            <ac:spMk id="26627" creationId="{BB8596DD-04FF-F24C-B069-A03C0BCE10D4}"/>
          </ac:spMkLst>
        </pc:spChg>
      </pc:sldChg>
      <pc:sldChg chg="modSp add mod">
        <pc:chgData name="Minh Thai Tran" userId="996740aabe1fc7dc" providerId="LiveId" clId="{B016565C-77AB-5F4B-8681-C220A8DE6644}" dt="2022-03-04T01:05:29.254" v="387" actId="20577"/>
        <pc:sldMkLst>
          <pc:docMk/>
          <pc:sldMk cId="3168979098" sldId="348"/>
        </pc:sldMkLst>
        <pc:spChg chg="mod">
          <ac:chgData name="Minh Thai Tran" userId="996740aabe1fc7dc" providerId="LiveId" clId="{B016565C-77AB-5F4B-8681-C220A8DE6644}" dt="2022-03-04T01:05:29.254" v="387" actId="20577"/>
          <ac:spMkLst>
            <pc:docMk/>
            <pc:sldMk cId="3168979098" sldId="348"/>
            <ac:spMk id="66563" creationId="{235CF217-31FA-ED4D-BFF5-ADF040D22763}"/>
          </ac:spMkLst>
        </pc:spChg>
      </pc:sldChg>
      <pc:sldChg chg="addSp delSp modSp new del mod">
        <pc:chgData name="Minh Thai Tran" userId="996740aabe1fc7dc" providerId="LiveId" clId="{B016565C-77AB-5F4B-8681-C220A8DE6644}" dt="2022-03-04T00:59:16.725" v="345" actId="2696"/>
        <pc:sldMkLst>
          <pc:docMk/>
          <pc:sldMk cId="4286352395" sldId="348"/>
        </pc:sldMkLst>
        <pc:spChg chg="mod">
          <ac:chgData name="Minh Thai Tran" userId="996740aabe1fc7dc" providerId="LiveId" clId="{B016565C-77AB-5F4B-8681-C220A8DE6644}" dt="2022-03-04T00:58:23.047" v="341" actId="20577"/>
          <ac:spMkLst>
            <pc:docMk/>
            <pc:sldMk cId="4286352395" sldId="348"/>
            <ac:spMk id="2" creationId="{2675AE62-61E0-3A49-B195-A4FDA78170B8}"/>
          </ac:spMkLst>
        </pc:spChg>
        <pc:spChg chg="del">
          <ac:chgData name="Minh Thai Tran" userId="996740aabe1fc7dc" providerId="LiveId" clId="{B016565C-77AB-5F4B-8681-C220A8DE6644}" dt="2022-03-04T00:58:33.632" v="343" actId="478"/>
          <ac:spMkLst>
            <pc:docMk/>
            <pc:sldMk cId="4286352395" sldId="348"/>
            <ac:spMk id="3" creationId="{F4D54E8E-5196-3947-B56D-083191E43EB0}"/>
          </ac:spMkLst>
        </pc:spChg>
        <pc:picChg chg="add del mod">
          <ac:chgData name="Minh Thai Tran" userId="996740aabe1fc7dc" providerId="LiveId" clId="{B016565C-77AB-5F4B-8681-C220A8DE6644}" dt="2022-03-04T00:59:14.158" v="344" actId="21"/>
          <ac:picMkLst>
            <pc:docMk/>
            <pc:sldMk cId="4286352395" sldId="348"/>
            <ac:picMk id="6" creationId="{EE963A6B-BF17-DD42-AAD7-148C441F8B44}"/>
          </ac:picMkLst>
        </pc:picChg>
      </pc:sldChg>
      <pc:sldChg chg="modSp new mod">
        <pc:chgData name="Minh Thai Tran" userId="996740aabe1fc7dc" providerId="LiveId" clId="{B016565C-77AB-5F4B-8681-C220A8DE6644}" dt="2022-03-04T01:08:51.767" v="458" actId="20577"/>
        <pc:sldMkLst>
          <pc:docMk/>
          <pc:sldMk cId="3388231676" sldId="349"/>
        </pc:sldMkLst>
        <pc:spChg chg="mod">
          <ac:chgData name="Minh Thai Tran" userId="996740aabe1fc7dc" providerId="LiveId" clId="{B016565C-77AB-5F4B-8681-C220A8DE6644}" dt="2022-03-04T01:07:33.679" v="418" actId="20577"/>
          <ac:spMkLst>
            <pc:docMk/>
            <pc:sldMk cId="3388231676" sldId="349"/>
            <ac:spMk id="2" creationId="{B0144BC0-AE1C-9442-BE42-1B749FC32413}"/>
          </ac:spMkLst>
        </pc:spChg>
        <pc:spChg chg="mod">
          <ac:chgData name="Minh Thai Tran" userId="996740aabe1fc7dc" providerId="LiveId" clId="{B016565C-77AB-5F4B-8681-C220A8DE6644}" dt="2022-03-04T01:08:51.767" v="458" actId="20577"/>
          <ac:spMkLst>
            <pc:docMk/>
            <pc:sldMk cId="3388231676" sldId="349"/>
            <ac:spMk id="3" creationId="{1EC38ABC-B3FF-554B-93EA-36A668C67CDF}"/>
          </ac:spMkLst>
        </pc:spChg>
      </pc:sldChg>
      <pc:sldChg chg="modSp new mod">
        <pc:chgData name="Minh Thai Tran" userId="996740aabe1fc7dc" providerId="LiveId" clId="{B016565C-77AB-5F4B-8681-C220A8DE6644}" dt="2022-03-04T01:17:28.927" v="516" actId="20577"/>
        <pc:sldMkLst>
          <pc:docMk/>
          <pc:sldMk cId="3002080735" sldId="350"/>
        </pc:sldMkLst>
        <pc:spChg chg="mod">
          <ac:chgData name="Minh Thai Tran" userId="996740aabe1fc7dc" providerId="LiveId" clId="{B016565C-77AB-5F4B-8681-C220A8DE6644}" dt="2022-03-04T01:17:28.927" v="516" actId="20577"/>
          <ac:spMkLst>
            <pc:docMk/>
            <pc:sldMk cId="3002080735" sldId="350"/>
            <ac:spMk id="2" creationId="{632B0023-56E2-8F4C-8846-4B1DC3BF01D5}"/>
          </ac:spMkLst>
        </pc:spChg>
        <pc:spChg chg="mod">
          <ac:chgData name="Minh Thai Tran" userId="996740aabe1fc7dc" providerId="LiveId" clId="{B016565C-77AB-5F4B-8681-C220A8DE6644}" dt="2022-03-04T01:11:22.468" v="491" actId="20577"/>
          <ac:spMkLst>
            <pc:docMk/>
            <pc:sldMk cId="3002080735" sldId="350"/>
            <ac:spMk id="3" creationId="{7DDA29B3-4035-CF4A-B1C9-6A49B68EB666}"/>
          </ac:spMkLst>
        </pc:spChg>
      </pc:sldChg>
      <pc:sldChg chg="modSp new mod">
        <pc:chgData name="Minh Thai Tran" userId="996740aabe1fc7dc" providerId="LiveId" clId="{B016565C-77AB-5F4B-8681-C220A8DE6644}" dt="2022-03-04T01:20:01.909" v="578" actId="20577"/>
        <pc:sldMkLst>
          <pc:docMk/>
          <pc:sldMk cId="2360623841" sldId="351"/>
        </pc:sldMkLst>
        <pc:spChg chg="mod">
          <ac:chgData name="Minh Thai Tran" userId="996740aabe1fc7dc" providerId="LiveId" clId="{B016565C-77AB-5F4B-8681-C220A8DE6644}" dt="2022-03-04T01:19:45.164" v="570" actId="20577"/>
          <ac:spMkLst>
            <pc:docMk/>
            <pc:sldMk cId="2360623841" sldId="351"/>
            <ac:spMk id="2" creationId="{671D6D32-238E-2E46-9976-074FE5B5F845}"/>
          </ac:spMkLst>
        </pc:spChg>
        <pc:spChg chg="mod">
          <ac:chgData name="Minh Thai Tran" userId="996740aabe1fc7dc" providerId="LiveId" clId="{B016565C-77AB-5F4B-8681-C220A8DE6644}" dt="2022-03-04T01:20:01.909" v="578" actId="20577"/>
          <ac:spMkLst>
            <pc:docMk/>
            <pc:sldMk cId="2360623841" sldId="351"/>
            <ac:spMk id="3" creationId="{DEBF7CEA-C86A-E946-9405-3C88FBA8C6BF}"/>
          </ac:spMkLst>
        </pc:spChg>
      </pc:sldChg>
      <pc:sldChg chg="modSp add mod ord">
        <pc:chgData name="Minh Thai Tran" userId="996740aabe1fc7dc" providerId="LiveId" clId="{B016565C-77AB-5F4B-8681-C220A8DE6644}" dt="2022-03-04T01:19:37.118" v="564" actId="20578"/>
        <pc:sldMkLst>
          <pc:docMk/>
          <pc:sldMk cId="1171397152" sldId="352"/>
        </pc:sldMkLst>
        <pc:spChg chg="mod">
          <ac:chgData name="Minh Thai Tran" userId="996740aabe1fc7dc" providerId="LiveId" clId="{B016565C-77AB-5F4B-8681-C220A8DE6644}" dt="2022-03-04T01:19:29.687" v="563" actId="20577"/>
          <ac:spMkLst>
            <pc:docMk/>
            <pc:sldMk cId="1171397152" sldId="352"/>
            <ac:spMk id="2" creationId="{671D6D32-238E-2E46-9976-074FE5B5F845}"/>
          </ac:spMkLst>
        </pc:spChg>
        <pc:spChg chg="mod">
          <ac:chgData name="Minh Thai Tran" userId="996740aabe1fc7dc" providerId="LiveId" clId="{B016565C-77AB-5F4B-8681-C220A8DE6644}" dt="2022-03-04T01:19:26.156" v="558" actId="20577"/>
          <ac:spMkLst>
            <pc:docMk/>
            <pc:sldMk cId="1171397152" sldId="352"/>
            <ac:spMk id="3" creationId="{DEBF7CEA-C86A-E946-9405-3C88FBA8C6BF}"/>
          </ac:spMkLst>
        </pc:spChg>
      </pc:sldChg>
    </pc:docChg>
  </pc:docChgLst>
  <pc:docChgLst>
    <pc:chgData name="Minh Thai Tran" userId="996740aabe1fc7dc" providerId="LiveId" clId="{F94CA54C-B179-4728-BE70-FC86613D30D3}"/>
    <pc:docChg chg="undo redo custSel addSld delSld modSld sldOrd">
      <pc:chgData name="Minh Thai Tran" userId="996740aabe1fc7dc" providerId="LiveId" clId="{F94CA54C-B179-4728-BE70-FC86613D30D3}" dt="2023-02-05T14:29:08.765" v="593" actId="20577"/>
      <pc:docMkLst>
        <pc:docMk/>
      </pc:docMkLst>
      <pc:sldChg chg="modSp mod">
        <pc:chgData name="Minh Thai Tran" userId="996740aabe1fc7dc" providerId="LiveId" clId="{F94CA54C-B179-4728-BE70-FC86613D30D3}" dt="2023-02-05T14:18:04.609" v="520" actId="1036"/>
        <pc:sldMkLst>
          <pc:docMk/>
          <pc:sldMk cId="0" sldId="256"/>
        </pc:sldMkLst>
        <pc:spChg chg="mod">
          <ac:chgData name="Minh Thai Tran" userId="996740aabe1fc7dc" providerId="LiveId" clId="{F94CA54C-B179-4728-BE70-FC86613D30D3}" dt="2023-02-05T14:17:21.098" v="503" actId="255"/>
          <ac:spMkLst>
            <pc:docMk/>
            <pc:sldMk cId="0" sldId="256"/>
            <ac:spMk id="2050" creationId="{98ECB038-B847-8C4B-82D6-9A7B25F09169}"/>
          </ac:spMkLst>
        </pc:spChg>
        <pc:spChg chg="mod">
          <ac:chgData name="Minh Thai Tran" userId="996740aabe1fc7dc" providerId="LiveId" clId="{F94CA54C-B179-4728-BE70-FC86613D30D3}" dt="2023-02-05T14:17:43.425" v="511" actId="6549"/>
          <ac:spMkLst>
            <pc:docMk/>
            <pc:sldMk cId="0" sldId="256"/>
            <ac:spMk id="2053" creationId="{B97A96A4-4D49-FC44-8A5C-635718DA7ED9}"/>
          </ac:spMkLst>
        </pc:spChg>
        <pc:spChg chg="mod">
          <ac:chgData name="Minh Thai Tran" userId="996740aabe1fc7dc" providerId="LiveId" clId="{F94CA54C-B179-4728-BE70-FC86613D30D3}" dt="2023-02-05T14:18:04.609" v="520" actId="1036"/>
          <ac:spMkLst>
            <pc:docMk/>
            <pc:sldMk cId="0" sldId="256"/>
            <ac:spMk id="5124" creationId="{EBE12804-817B-3F4D-8F44-DA6BB41033C0}"/>
          </ac:spMkLst>
        </pc:spChg>
      </pc:sldChg>
      <pc:sldChg chg="modSp mod">
        <pc:chgData name="Minh Thai Tran" userId="996740aabe1fc7dc" providerId="LiveId" clId="{F94CA54C-B179-4728-BE70-FC86613D30D3}" dt="2023-02-05T14:18:15.742" v="527"/>
        <pc:sldMkLst>
          <pc:docMk/>
          <pc:sldMk cId="0" sldId="258"/>
        </pc:sldMkLst>
        <pc:spChg chg="mod">
          <ac:chgData name="Minh Thai Tran" userId="996740aabe1fc7dc" providerId="LiveId" clId="{F94CA54C-B179-4728-BE70-FC86613D30D3}" dt="2023-02-05T14:17:06.908" v="497" actId="20577"/>
          <ac:spMkLst>
            <pc:docMk/>
            <pc:sldMk cId="0" sldId="258"/>
            <ac:spMk id="4101" creationId="{8F579FF0-27F1-C149-A91C-87347EFC7155}"/>
          </ac:spMkLst>
        </pc:spChg>
        <pc:spChg chg="mod">
          <ac:chgData name="Minh Thai Tran" userId="996740aabe1fc7dc" providerId="LiveId" clId="{F94CA54C-B179-4728-BE70-FC86613D30D3}" dt="2023-02-05T14:18:15.742" v="527"/>
          <ac:spMkLst>
            <pc:docMk/>
            <pc:sldMk cId="0" sldId="258"/>
            <ac:spMk id="7172" creationId="{446E71A8-98E3-474A-9714-246E9025F504}"/>
          </ac:spMkLst>
        </pc:spChg>
      </pc:sldChg>
      <pc:sldChg chg="modSp mod ord">
        <pc:chgData name="Minh Thai Tran" userId="996740aabe1fc7dc" providerId="LiveId" clId="{F94CA54C-B179-4728-BE70-FC86613D30D3}" dt="2023-02-05T14:27:39.385" v="554"/>
        <pc:sldMkLst>
          <pc:docMk/>
          <pc:sldMk cId="0" sldId="259"/>
        </pc:sldMkLst>
        <pc:spChg chg="mod">
          <ac:chgData name="Minh Thai Tran" userId="996740aabe1fc7dc" providerId="LiveId" clId="{F94CA54C-B179-4728-BE70-FC86613D30D3}" dt="2023-02-05T14:04:35.229" v="244" actId="20577"/>
          <ac:spMkLst>
            <pc:docMk/>
            <pc:sldMk cId="0" sldId="259"/>
            <ac:spMk id="9" creationId="{86F02E25-CEAD-4843-B376-9F834CABE3AB}"/>
          </ac:spMkLst>
        </pc:spChg>
        <pc:spChg chg="mod">
          <ac:chgData name="Minh Thai Tran" userId="996740aabe1fc7dc" providerId="LiveId" clId="{F94CA54C-B179-4728-BE70-FC86613D30D3}" dt="2023-02-05T14:23:04.235" v="551" actId="948"/>
          <ac:spMkLst>
            <pc:docMk/>
            <pc:sldMk cId="0" sldId="259"/>
            <ac:spMk id="11271" creationId="{51E47D2E-E639-4A43-AE84-D26C51229F1F}"/>
          </ac:spMkLst>
        </pc:spChg>
        <pc:spChg chg="mod">
          <ac:chgData name="Minh Thai Tran" userId="996740aabe1fc7dc" providerId="LiveId" clId="{F94CA54C-B179-4728-BE70-FC86613D30D3}" dt="2023-02-05T14:22:28.425" v="548" actId="1037"/>
          <ac:spMkLst>
            <pc:docMk/>
            <pc:sldMk cId="0" sldId="259"/>
            <ac:spMk id="11272" creationId="{52D6305A-265E-704A-B16D-8720126A566C}"/>
          </ac:spMkLst>
        </pc:spChg>
        <pc:spChg chg="mod">
          <ac:chgData name="Minh Thai Tran" userId="996740aabe1fc7dc" providerId="LiveId" clId="{F94CA54C-B179-4728-BE70-FC86613D30D3}" dt="2023-02-05T14:23:10.751" v="552" actId="14100"/>
          <ac:spMkLst>
            <pc:docMk/>
            <pc:sldMk cId="0" sldId="259"/>
            <ac:spMk id="11273" creationId="{ADC51329-1A62-6143-9DC3-5C97DAC5A155}"/>
          </ac:spMkLst>
        </pc:spChg>
        <pc:spChg chg="mod">
          <ac:chgData name="Minh Thai Tran" userId="996740aabe1fc7dc" providerId="LiveId" clId="{F94CA54C-B179-4728-BE70-FC86613D30D3}" dt="2023-02-05T14:22:28.425" v="548" actId="1037"/>
          <ac:spMkLst>
            <pc:docMk/>
            <pc:sldMk cId="0" sldId="259"/>
            <ac:spMk id="11274" creationId="{1746D901-AD28-0041-8C1B-E7C84468ABEE}"/>
          </ac:spMkLst>
        </pc:spChg>
        <pc:grpChg chg="mod">
          <ac:chgData name="Minh Thai Tran" userId="996740aabe1fc7dc" providerId="LiveId" clId="{F94CA54C-B179-4728-BE70-FC86613D30D3}" dt="2023-02-05T14:22:28.425" v="548" actId="1037"/>
          <ac:grpSpMkLst>
            <pc:docMk/>
            <pc:sldMk cId="0" sldId="259"/>
            <ac:grpSpMk id="11270" creationId="{0A1C2021-929B-C94F-A2F9-5A7D0308A2F8}"/>
          </ac:grpSpMkLst>
        </pc:grpChg>
      </pc:sldChg>
      <pc:sldChg chg="modSp mod">
        <pc:chgData name="Minh Thai Tran" userId="996740aabe1fc7dc" providerId="LiveId" clId="{F94CA54C-B179-4728-BE70-FC86613D30D3}" dt="2023-02-05T14:29:08.765" v="593" actId="20577"/>
        <pc:sldMkLst>
          <pc:docMk/>
          <pc:sldMk cId="0" sldId="265"/>
        </pc:sldMkLst>
        <pc:spChg chg="mod">
          <ac:chgData name="Minh Thai Tran" userId="996740aabe1fc7dc" providerId="LiveId" clId="{F94CA54C-B179-4728-BE70-FC86613D30D3}" dt="2023-02-05T14:29:08.765" v="593" actId="20577"/>
          <ac:spMkLst>
            <pc:docMk/>
            <pc:sldMk cId="0" sldId="265"/>
            <ac:spMk id="17413" creationId="{1B5D5A27-8269-1141-AE76-DD6B96A8EED9}"/>
          </ac:spMkLst>
        </pc:spChg>
      </pc:sldChg>
      <pc:sldChg chg="modSp mod">
        <pc:chgData name="Minh Thai Tran" userId="996740aabe1fc7dc" providerId="LiveId" clId="{F94CA54C-B179-4728-BE70-FC86613D30D3}" dt="2023-02-05T14:11:13.723" v="408" actId="5793"/>
        <pc:sldMkLst>
          <pc:docMk/>
          <pc:sldMk cId="0" sldId="273"/>
        </pc:sldMkLst>
        <pc:spChg chg="mod">
          <ac:chgData name="Minh Thai Tran" userId="996740aabe1fc7dc" providerId="LiveId" clId="{F94CA54C-B179-4728-BE70-FC86613D30D3}" dt="2023-02-05T14:11:13.723" v="408" actId="5793"/>
          <ac:spMkLst>
            <pc:docMk/>
            <pc:sldMk cId="0" sldId="273"/>
            <ac:spMk id="34821" creationId="{09A80984-6F8A-AC4D-9E38-B5BE8A7BAA3D}"/>
          </ac:spMkLst>
        </pc:spChg>
      </pc:sldChg>
      <pc:sldChg chg="modSp mod">
        <pc:chgData name="Minh Thai Tran" userId="996740aabe1fc7dc" providerId="LiveId" clId="{F94CA54C-B179-4728-BE70-FC86613D30D3}" dt="2023-02-05T14:10:45.768" v="404" actId="13822"/>
        <pc:sldMkLst>
          <pc:docMk/>
          <pc:sldMk cId="0" sldId="274"/>
        </pc:sldMkLst>
        <pc:spChg chg="mod">
          <ac:chgData name="Minh Thai Tran" userId="996740aabe1fc7dc" providerId="LiveId" clId="{F94CA54C-B179-4728-BE70-FC86613D30D3}" dt="2023-02-05T14:10:31.656" v="402" actId="207"/>
          <ac:spMkLst>
            <pc:docMk/>
            <pc:sldMk cId="0" sldId="274"/>
            <ac:spMk id="37895" creationId="{C5893F68-0038-3B44-8466-899455DC5A64}"/>
          </ac:spMkLst>
        </pc:spChg>
        <pc:spChg chg="mod">
          <ac:chgData name="Minh Thai Tran" userId="996740aabe1fc7dc" providerId="LiveId" clId="{F94CA54C-B179-4728-BE70-FC86613D30D3}" dt="2023-02-05T14:10:45.768" v="404" actId="13822"/>
          <ac:spMkLst>
            <pc:docMk/>
            <pc:sldMk cId="0" sldId="274"/>
            <ac:spMk id="37898" creationId="{05C10BB5-00DC-A743-B991-3A7C7EA1B896}"/>
          </ac:spMkLst>
        </pc:spChg>
      </pc:sldChg>
      <pc:sldChg chg="modSp mod">
        <pc:chgData name="Minh Thai Tran" userId="996740aabe1fc7dc" providerId="LiveId" clId="{F94CA54C-B179-4728-BE70-FC86613D30D3}" dt="2023-02-05T14:11:37.618" v="410" actId="113"/>
        <pc:sldMkLst>
          <pc:docMk/>
          <pc:sldMk cId="0" sldId="299"/>
        </pc:sldMkLst>
        <pc:spChg chg="mod">
          <ac:chgData name="Minh Thai Tran" userId="996740aabe1fc7dc" providerId="LiveId" clId="{F94CA54C-B179-4728-BE70-FC86613D30D3}" dt="2023-02-05T14:11:37.618" v="410" actId="113"/>
          <ac:spMkLst>
            <pc:docMk/>
            <pc:sldMk cId="0" sldId="299"/>
            <ac:spMk id="32772" creationId="{F2D05D76-4D92-F544-A71A-810F6763AEA7}"/>
          </ac:spMkLst>
        </pc:spChg>
      </pc:sldChg>
      <pc:sldChg chg="modSp mod">
        <pc:chgData name="Minh Thai Tran" userId="996740aabe1fc7dc" providerId="LiveId" clId="{F94CA54C-B179-4728-BE70-FC86613D30D3}" dt="2023-02-05T14:12:30.306" v="415" actId="113"/>
        <pc:sldMkLst>
          <pc:docMk/>
          <pc:sldMk cId="0" sldId="300"/>
        </pc:sldMkLst>
        <pc:spChg chg="mod">
          <ac:chgData name="Minh Thai Tran" userId="996740aabe1fc7dc" providerId="LiveId" clId="{F94CA54C-B179-4728-BE70-FC86613D30D3}" dt="2023-02-05T14:12:30.306" v="415" actId="113"/>
          <ac:spMkLst>
            <pc:docMk/>
            <pc:sldMk cId="0" sldId="300"/>
            <ac:spMk id="46084" creationId="{E7900415-4376-6C4E-BDCF-0F3887071EAA}"/>
          </ac:spMkLst>
        </pc:spChg>
      </pc:sldChg>
      <pc:sldChg chg="modSp del mod">
        <pc:chgData name="Minh Thai Tran" userId="996740aabe1fc7dc" providerId="LiveId" clId="{F94CA54C-B179-4728-BE70-FC86613D30D3}" dt="2023-02-05T14:27:51.194" v="555" actId="2696"/>
        <pc:sldMkLst>
          <pc:docMk/>
          <pc:sldMk cId="2771004758" sldId="327"/>
        </pc:sldMkLst>
        <pc:spChg chg="mod">
          <ac:chgData name="Minh Thai Tran" userId="996740aabe1fc7dc" providerId="LiveId" clId="{F94CA54C-B179-4728-BE70-FC86613D30D3}" dt="2023-02-05T14:07:15.664" v="369" actId="20577"/>
          <ac:spMkLst>
            <pc:docMk/>
            <pc:sldMk cId="2771004758" sldId="327"/>
            <ac:spMk id="9218" creationId="{EA0CA760-A05C-9149-A50D-7A4226D30E2B}"/>
          </ac:spMkLst>
        </pc:spChg>
        <pc:spChg chg="mod">
          <ac:chgData name="Minh Thai Tran" userId="996740aabe1fc7dc" providerId="LiveId" clId="{F94CA54C-B179-4728-BE70-FC86613D30D3}" dt="2023-02-05T14:03:57.771" v="165"/>
          <ac:spMkLst>
            <pc:docMk/>
            <pc:sldMk cId="2771004758" sldId="327"/>
            <ac:spMk id="9221" creationId="{D6EF8725-BB90-1A48-B0BB-AFF8C6DB0D1D}"/>
          </ac:spMkLst>
        </pc:spChg>
      </pc:sldChg>
      <pc:sldChg chg="modSp del mod">
        <pc:chgData name="Minh Thai Tran" userId="996740aabe1fc7dc" providerId="LiveId" clId="{F94CA54C-B179-4728-BE70-FC86613D30D3}" dt="2023-02-05T14:27:51.194" v="555" actId="2696"/>
        <pc:sldMkLst>
          <pc:docMk/>
          <pc:sldMk cId="263319776" sldId="328"/>
        </pc:sldMkLst>
        <pc:spChg chg="mod">
          <ac:chgData name="Minh Thai Tran" userId="996740aabe1fc7dc" providerId="LiveId" clId="{F94CA54C-B179-4728-BE70-FC86613D30D3}" dt="2023-02-05T14:07:37.194" v="385" actId="20577"/>
          <ac:spMkLst>
            <pc:docMk/>
            <pc:sldMk cId="263319776" sldId="328"/>
            <ac:spMk id="14341" creationId="{53C3A565-F993-444E-8276-1D34147EE9EA}"/>
          </ac:spMkLst>
        </pc:spChg>
      </pc:sldChg>
      <pc:sldChg chg="modSp mod">
        <pc:chgData name="Minh Thai Tran" userId="996740aabe1fc7dc" providerId="LiveId" clId="{F94CA54C-B179-4728-BE70-FC86613D30D3}" dt="2023-02-05T14:14:31.539" v="429" actId="6549"/>
        <pc:sldMkLst>
          <pc:docMk/>
          <pc:sldMk cId="0" sldId="337"/>
        </pc:sldMkLst>
        <pc:spChg chg="mod">
          <ac:chgData name="Minh Thai Tran" userId="996740aabe1fc7dc" providerId="LiveId" clId="{F94CA54C-B179-4728-BE70-FC86613D30D3}" dt="2023-02-05T14:14:15.408" v="428" actId="6549"/>
          <ac:spMkLst>
            <pc:docMk/>
            <pc:sldMk cId="0" sldId="337"/>
            <ac:spMk id="66562" creationId="{BFDE4A3D-0088-9842-A545-BDFD25876B69}"/>
          </ac:spMkLst>
        </pc:spChg>
        <pc:spChg chg="mod">
          <ac:chgData name="Minh Thai Tran" userId="996740aabe1fc7dc" providerId="LiveId" clId="{F94CA54C-B179-4728-BE70-FC86613D30D3}" dt="2023-02-05T14:14:31.539" v="429" actId="6549"/>
          <ac:spMkLst>
            <pc:docMk/>
            <pc:sldMk cId="0" sldId="337"/>
            <ac:spMk id="66563" creationId="{235CF217-31FA-ED4D-BFF5-ADF040D22763}"/>
          </ac:spMkLst>
        </pc:spChg>
      </pc:sldChg>
      <pc:sldChg chg="modSp mod">
        <pc:chgData name="Minh Thai Tran" userId="996740aabe1fc7dc" providerId="LiveId" clId="{F94CA54C-B179-4728-BE70-FC86613D30D3}" dt="2023-02-05T14:08:00.808" v="394"/>
        <pc:sldMkLst>
          <pc:docMk/>
          <pc:sldMk cId="0" sldId="341"/>
        </pc:sldMkLst>
        <pc:spChg chg="mod">
          <ac:chgData name="Minh Thai Tran" userId="996740aabe1fc7dc" providerId="LiveId" clId="{F94CA54C-B179-4728-BE70-FC86613D30D3}" dt="2023-02-05T14:08:00.808" v="394"/>
          <ac:spMkLst>
            <pc:docMk/>
            <pc:sldMk cId="0" sldId="341"/>
            <ac:spMk id="16387" creationId="{B244FBD5-2081-F442-A16B-38384BCE95A9}"/>
          </ac:spMkLst>
        </pc:spChg>
      </pc:sldChg>
      <pc:sldChg chg="ord">
        <pc:chgData name="Minh Thai Tran" userId="996740aabe1fc7dc" providerId="LiveId" clId="{F94CA54C-B179-4728-BE70-FC86613D30D3}" dt="2023-02-05T14:27:39.385" v="554"/>
        <pc:sldMkLst>
          <pc:docMk/>
          <pc:sldMk cId="0" sldId="343"/>
        </pc:sldMkLst>
      </pc:sldChg>
      <pc:sldChg chg="modSp mod">
        <pc:chgData name="Minh Thai Tran" userId="996740aabe1fc7dc" providerId="LiveId" clId="{F94CA54C-B179-4728-BE70-FC86613D30D3}" dt="2023-02-05T14:16:30.341" v="448" actId="6549"/>
        <pc:sldMkLst>
          <pc:docMk/>
          <pc:sldMk cId="2897336240" sldId="344"/>
        </pc:sldMkLst>
        <pc:spChg chg="mod">
          <ac:chgData name="Minh Thai Tran" userId="996740aabe1fc7dc" providerId="LiveId" clId="{F94CA54C-B179-4728-BE70-FC86613D30D3}" dt="2023-02-05T14:16:30.341" v="448" actId="6549"/>
          <ac:spMkLst>
            <pc:docMk/>
            <pc:sldMk cId="2897336240" sldId="344"/>
            <ac:spMk id="2" creationId="{AB28CDCD-E057-8042-A2EC-2AE6F1B5FB6D}"/>
          </ac:spMkLst>
        </pc:spChg>
      </pc:sldChg>
      <pc:sldChg chg="modSp new del mod">
        <pc:chgData name="Minh Thai Tran" userId="996740aabe1fc7dc" providerId="LiveId" clId="{F94CA54C-B179-4728-BE70-FC86613D30D3}" dt="2023-02-05T14:27:51.194" v="555" actId="2696"/>
        <pc:sldMkLst>
          <pc:docMk/>
          <pc:sldMk cId="2252775247" sldId="353"/>
        </pc:sldMkLst>
        <pc:spChg chg="mod">
          <ac:chgData name="Minh Thai Tran" userId="996740aabe1fc7dc" providerId="LiveId" clId="{F94CA54C-B179-4728-BE70-FC86613D30D3}" dt="2023-02-05T14:06:41.142" v="265" actId="20577"/>
          <ac:spMkLst>
            <pc:docMk/>
            <pc:sldMk cId="2252775247" sldId="353"/>
            <ac:spMk id="2" creationId="{0A525895-29B6-945B-6157-C84DED947069}"/>
          </ac:spMkLst>
        </pc:spChg>
        <pc:spChg chg="mod">
          <ac:chgData name="Minh Thai Tran" userId="996740aabe1fc7dc" providerId="LiveId" clId="{F94CA54C-B179-4728-BE70-FC86613D30D3}" dt="2023-02-05T14:21:06.865" v="544" actId="113"/>
          <ac:spMkLst>
            <pc:docMk/>
            <pc:sldMk cId="2252775247" sldId="353"/>
            <ac:spMk id="3" creationId="{07970CF5-CAC8-A6BA-0834-0F30C910F9CC}"/>
          </ac:spMkLst>
        </pc:spChg>
      </pc:sldChg>
      <pc:sldChg chg="add">
        <pc:chgData name="Minh Thai Tran" userId="996740aabe1fc7dc" providerId="LiveId" clId="{F94CA54C-B179-4728-BE70-FC86613D30D3}" dt="2023-02-05T14:27:57.672" v="556"/>
        <pc:sldMkLst>
          <pc:docMk/>
          <pc:sldMk cId="2909299254" sldId="353"/>
        </pc:sldMkLst>
      </pc:sldChg>
    </pc:docChg>
  </pc:docChgLst>
  <pc:docChgLst>
    <pc:chgData name="Minh Thai Tran" userId="996740aabe1fc7dc" providerId="LiveId" clId="{AD4FE7A6-E10B-814A-84DD-57F4E281A29E}"/>
    <pc:docChg chg="custSel addSld delSld modSld sldOrd">
      <pc:chgData name="Minh Thai Tran" userId="996740aabe1fc7dc" providerId="LiveId" clId="{AD4FE7A6-E10B-814A-84DD-57F4E281A29E}" dt="2023-02-08T02:38:20.661" v="231" actId="478"/>
      <pc:docMkLst>
        <pc:docMk/>
      </pc:docMkLst>
      <pc:sldChg chg="addSp delSp mod">
        <pc:chgData name="Minh Thai Tran" userId="996740aabe1fc7dc" providerId="LiveId" clId="{AD4FE7A6-E10B-814A-84DD-57F4E281A29E}" dt="2023-02-08T02:38:20.661" v="231" actId="478"/>
        <pc:sldMkLst>
          <pc:docMk/>
          <pc:sldMk cId="0" sldId="341"/>
        </pc:sldMkLst>
        <pc:spChg chg="add del">
          <ac:chgData name="Minh Thai Tran" userId="996740aabe1fc7dc" providerId="LiveId" clId="{AD4FE7A6-E10B-814A-84DD-57F4E281A29E}" dt="2023-02-08T02:38:20.661" v="231" actId="478"/>
          <ac:spMkLst>
            <pc:docMk/>
            <pc:sldMk cId="0" sldId="341"/>
            <ac:spMk id="2" creationId="{4DBCF254-CB36-08E6-6374-3E28BE8EEA15}"/>
          </ac:spMkLst>
        </pc:spChg>
      </pc:sldChg>
      <pc:sldChg chg="del">
        <pc:chgData name="Minh Thai Tran" userId="996740aabe1fc7dc" providerId="LiveId" clId="{AD4FE7A6-E10B-814A-84DD-57F4E281A29E}" dt="2023-02-07T08:36:14.782" v="229" actId="2696"/>
        <pc:sldMkLst>
          <pc:docMk/>
          <pc:sldMk cId="2909299254" sldId="353"/>
        </pc:sldMkLst>
      </pc:sldChg>
      <pc:sldChg chg="addSp delSp modSp new mod ord">
        <pc:chgData name="Minh Thai Tran" userId="996740aabe1fc7dc" providerId="LiveId" clId="{AD4FE7A6-E10B-814A-84DD-57F4E281A29E}" dt="2023-02-07T08:34:09.875" v="91" actId="20577"/>
        <pc:sldMkLst>
          <pc:docMk/>
          <pc:sldMk cId="1138675861" sldId="354"/>
        </pc:sldMkLst>
        <pc:spChg chg="del mod">
          <ac:chgData name="Minh Thai Tran" userId="996740aabe1fc7dc" providerId="LiveId" clId="{AD4FE7A6-E10B-814A-84DD-57F4E281A29E}" dt="2023-02-07T08:33:12.207" v="50" actId="478"/>
          <ac:spMkLst>
            <pc:docMk/>
            <pc:sldMk cId="1138675861" sldId="354"/>
            <ac:spMk id="2" creationId="{2FFB77BC-9F7A-DB92-AA03-71AA13A9737C}"/>
          </ac:spMkLst>
        </pc:spChg>
        <pc:spChg chg="del">
          <ac:chgData name="Minh Thai Tran" userId="996740aabe1fc7dc" providerId="LiveId" clId="{AD4FE7A6-E10B-814A-84DD-57F4E281A29E}" dt="2023-02-07T08:33:16.303" v="52" actId="478"/>
          <ac:spMkLst>
            <pc:docMk/>
            <pc:sldMk cId="1138675861" sldId="354"/>
            <ac:spMk id="3" creationId="{D891EB45-8348-D330-EA13-FDC5D384129D}"/>
          </ac:spMkLst>
        </pc:spChg>
        <pc:spChg chg="del">
          <ac:chgData name="Minh Thai Tran" userId="996740aabe1fc7dc" providerId="LiveId" clId="{AD4FE7A6-E10B-814A-84DD-57F4E281A29E}" dt="2023-02-07T08:33:28.596" v="53" actId="478"/>
          <ac:spMkLst>
            <pc:docMk/>
            <pc:sldMk cId="1138675861" sldId="354"/>
            <ac:spMk id="4" creationId="{B9408FB8-FBB8-C7FC-02D4-91867621E935}"/>
          </ac:spMkLst>
        </pc:spChg>
        <pc:spChg chg="del">
          <ac:chgData name="Minh Thai Tran" userId="996740aabe1fc7dc" providerId="LiveId" clId="{AD4FE7A6-E10B-814A-84DD-57F4E281A29E}" dt="2023-02-07T08:33:32.659" v="54" actId="478"/>
          <ac:spMkLst>
            <pc:docMk/>
            <pc:sldMk cId="1138675861" sldId="354"/>
            <ac:spMk id="5" creationId="{2CFB3580-A5FD-7188-8E65-2710B4390134}"/>
          </ac:spMkLst>
        </pc:spChg>
        <pc:spChg chg="add del mod">
          <ac:chgData name="Minh Thai Tran" userId="996740aabe1fc7dc" providerId="LiveId" clId="{AD4FE7A6-E10B-814A-84DD-57F4E281A29E}" dt="2023-02-07T08:33:13.775" v="51" actId="478"/>
          <ac:spMkLst>
            <pc:docMk/>
            <pc:sldMk cId="1138675861" sldId="354"/>
            <ac:spMk id="6" creationId="{FA804483-B304-878F-5563-F4FD8E6CA2A0}"/>
          </ac:spMkLst>
        </pc:spChg>
        <pc:spChg chg="add mod">
          <ac:chgData name="Minh Thai Tran" userId="996740aabe1fc7dc" providerId="LiveId" clId="{AD4FE7A6-E10B-814A-84DD-57F4E281A29E}" dt="2023-02-07T08:34:09.875" v="91" actId="20577"/>
          <ac:spMkLst>
            <pc:docMk/>
            <pc:sldMk cId="1138675861" sldId="354"/>
            <ac:spMk id="7" creationId="{7F87EFB9-9AAD-CC16-E836-BA13A4071353}"/>
          </ac:spMkLst>
        </pc:spChg>
      </pc:sldChg>
      <pc:sldChg chg="new del">
        <pc:chgData name="Minh Thai Tran" userId="996740aabe1fc7dc" providerId="LiveId" clId="{AD4FE7A6-E10B-814A-84DD-57F4E281A29E}" dt="2023-02-07T08:32:43.335" v="3" actId="2696"/>
        <pc:sldMkLst>
          <pc:docMk/>
          <pc:sldMk cId="3444010986" sldId="354"/>
        </pc:sldMkLst>
      </pc:sldChg>
      <pc:sldChg chg="new del">
        <pc:chgData name="Minh Thai Tran" userId="996740aabe1fc7dc" providerId="LiveId" clId="{AD4FE7A6-E10B-814A-84DD-57F4E281A29E}" dt="2023-02-07T03:56:57.665" v="1" actId="2696"/>
        <pc:sldMkLst>
          <pc:docMk/>
          <pc:sldMk cId="3880047732" sldId="354"/>
        </pc:sldMkLst>
      </pc:sldChg>
      <pc:sldChg chg="new del">
        <pc:chgData name="Minh Thai Tran" userId="996740aabe1fc7dc" providerId="LiveId" clId="{AD4FE7A6-E10B-814A-84DD-57F4E281A29E}" dt="2023-02-07T08:34:24.726" v="93" actId="2696"/>
        <pc:sldMkLst>
          <pc:docMk/>
          <pc:sldMk cId="33339360" sldId="355"/>
        </pc:sldMkLst>
      </pc:sldChg>
      <pc:sldChg chg="modSp add mod">
        <pc:chgData name="Minh Thai Tran" userId="996740aabe1fc7dc" providerId="LiveId" clId="{AD4FE7A6-E10B-814A-84DD-57F4E281A29E}" dt="2023-02-07T08:35:07.531" v="131" actId="1076"/>
        <pc:sldMkLst>
          <pc:docMk/>
          <pc:sldMk cId="1013498111" sldId="355"/>
        </pc:sldMkLst>
        <pc:spChg chg="mod">
          <ac:chgData name="Minh Thai Tran" userId="996740aabe1fc7dc" providerId="LiveId" clId="{AD4FE7A6-E10B-814A-84DD-57F4E281A29E}" dt="2023-02-07T08:35:07.531" v="131" actId="1076"/>
          <ac:spMkLst>
            <pc:docMk/>
            <pc:sldMk cId="1013498111" sldId="355"/>
            <ac:spMk id="7" creationId="{7F87EFB9-9AAD-CC16-E836-BA13A4071353}"/>
          </ac:spMkLst>
        </pc:spChg>
      </pc:sldChg>
      <pc:sldChg chg="modSp add mod">
        <pc:chgData name="Minh Thai Tran" userId="996740aabe1fc7dc" providerId="LiveId" clId="{AD4FE7A6-E10B-814A-84DD-57F4E281A29E}" dt="2023-02-07T08:36:12.529" v="228" actId="1076"/>
        <pc:sldMkLst>
          <pc:docMk/>
          <pc:sldMk cId="893516623" sldId="356"/>
        </pc:sldMkLst>
        <pc:spChg chg="mod">
          <ac:chgData name="Minh Thai Tran" userId="996740aabe1fc7dc" providerId="LiveId" clId="{AD4FE7A6-E10B-814A-84DD-57F4E281A29E}" dt="2023-02-07T08:36:12.529" v="228" actId="1076"/>
          <ac:spMkLst>
            <pc:docMk/>
            <pc:sldMk cId="893516623" sldId="356"/>
            <ac:spMk id="7" creationId="{7F87EFB9-9AAD-CC16-E836-BA13A4071353}"/>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06BBD47-47F6-4842-9A8B-F028A73215FA}" type="doc">
      <dgm:prSet loTypeId="urn:microsoft.com/office/officeart/2005/8/layout/process4" loCatId="" qsTypeId="urn:microsoft.com/office/officeart/2005/8/quickstyle/simple1" qsCatId="simple" csTypeId="urn:microsoft.com/office/officeart/2005/8/colors/accent1_2" csCatId="accent1" phldr="1"/>
      <dgm:spPr/>
      <dgm:t>
        <a:bodyPr/>
        <a:lstStyle/>
        <a:p>
          <a:endParaRPr lang="en-US"/>
        </a:p>
      </dgm:t>
    </dgm:pt>
    <dgm:pt modelId="{5F3F79A6-93AE-BD49-A19E-8DC6E544DD79}">
      <dgm:prSet phldrT="[Text]" custT="1"/>
      <dgm:spPr/>
      <dgm:t>
        <a:bodyPr/>
        <a:lstStyle/>
        <a:p>
          <a:r>
            <a:rPr lang="en-US" sz="2600" dirty="0" err="1"/>
            <a:t>Xử</a:t>
          </a:r>
          <a:r>
            <a:rPr lang="en-US" sz="2600" dirty="0"/>
            <a:t> </a:t>
          </a:r>
          <a:r>
            <a:rPr lang="en-US" sz="2600" dirty="0" err="1"/>
            <a:t>lý</a:t>
          </a:r>
          <a:r>
            <a:rPr lang="en-US" sz="2600" dirty="0"/>
            <a:t> </a:t>
          </a:r>
          <a:r>
            <a:rPr lang="en-US" sz="2600" dirty="0" err="1"/>
            <a:t>dựa</a:t>
          </a:r>
          <a:r>
            <a:rPr lang="en-US" sz="2600" dirty="0"/>
            <a:t> </a:t>
          </a:r>
          <a:r>
            <a:rPr lang="en-US" sz="2600" dirty="0" err="1"/>
            <a:t>trên</a:t>
          </a:r>
          <a:r>
            <a:rPr lang="en-US" sz="2600" dirty="0"/>
            <a:t> </a:t>
          </a:r>
          <a:r>
            <a:rPr lang="en-US" sz="2600" dirty="0" err="1"/>
            <a:t>hệ</a:t>
          </a:r>
          <a:r>
            <a:rPr lang="en-US" sz="2600" dirty="0"/>
            <a:t> </a:t>
          </a:r>
          <a:r>
            <a:rPr lang="en-US" sz="2600" dirty="0" err="1"/>
            <a:t>thống</a:t>
          </a:r>
          <a:r>
            <a:rPr lang="en-US" sz="2600" dirty="0"/>
            <a:t> </a:t>
          </a:r>
          <a:r>
            <a:rPr lang="en-US" sz="2600" dirty="0" err="1"/>
            <a:t>xử</a:t>
          </a:r>
          <a:r>
            <a:rPr lang="en-US" sz="2600" dirty="0"/>
            <a:t> </a:t>
          </a:r>
          <a:r>
            <a:rPr lang="en-US" sz="2600" dirty="0" err="1"/>
            <a:t>lý</a:t>
          </a:r>
          <a:r>
            <a:rPr lang="en-US" sz="2600" dirty="0"/>
            <a:t> </a:t>
          </a:r>
          <a:r>
            <a:rPr lang="en-US" sz="2600" dirty="0" err="1"/>
            <a:t>tập</a:t>
          </a:r>
          <a:r>
            <a:rPr lang="en-US" sz="2600" dirty="0"/>
            <a:t> tin</a:t>
          </a:r>
        </a:p>
      </dgm:t>
    </dgm:pt>
    <dgm:pt modelId="{FA45C250-92C1-F041-A5CC-904DF2CFACF0}" type="parTrans" cxnId="{137E6A88-E991-9F4C-AA92-8871001559B8}">
      <dgm:prSet/>
      <dgm:spPr/>
      <dgm:t>
        <a:bodyPr/>
        <a:lstStyle/>
        <a:p>
          <a:endParaRPr lang="en-US" sz="2600"/>
        </a:p>
      </dgm:t>
    </dgm:pt>
    <dgm:pt modelId="{BB9CEB0F-AE5D-DD41-938C-75D6E53431DA}" type="sibTrans" cxnId="{137E6A88-E991-9F4C-AA92-8871001559B8}">
      <dgm:prSet/>
      <dgm:spPr/>
      <dgm:t>
        <a:bodyPr/>
        <a:lstStyle/>
        <a:p>
          <a:endParaRPr lang="en-US" sz="2600"/>
        </a:p>
      </dgm:t>
    </dgm:pt>
    <dgm:pt modelId="{A7C5591A-C5E5-8F4C-857C-27E9D6FE5A85}">
      <dgm:prSet phldrT="[Text]" custT="1"/>
      <dgm:spPr/>
      <dgm:t>
        <a:bodyPr/>
        <a:lstStyle/>
        <a:p>
          <a:r>
            <a:rPr lang="en-US" sz="2600" dirty="0" err="1"/>
            <a:t>Cách</a:t>
          </a:r>
          <a:r>
            <a:rPr lang="en-US" sz="2600" dirty="0"/>
            <a:t> </a:t>
          </a:r>
          <a:r>
            <a:rPr lang="en-US" sz="2600" dirty="0" err="1"/>
            <a:t>tiếp</a:t>
          </a:r>
          <a:r>
            <a:rPr lang="en-US" sz="2600" dirty="0"/>
            <a:t> </a:t>
          </a:r>
          <a:r>
            <a:rPr lang="en-US" sz="2600" dirty="0" err="1"/>
            <a:t>cận</a:t>
          </a:r>
          <a:r>
            <a:rPr lang="en-US" sz="2600" dirty="0"/>
            <a:t> </a:t>
          </a:r>
          <a:r>
            <a:rPr lang="en-US" sz="2600" dirty="0" err="1"/>
            <a:t>dựa</a:t>
          </a:r>
          <a:r>
            <a:rPr lang="en-US" sz="2600" dirty="0"/>
            <a:t> </a:t>
          </a:r>
          <a:r>
            <a:rPr lang="en-US" sz="2600" dirty="0" err="1"/>
            <a:t>trên</a:t>
          </a:r>
          <a:r>
            <a:rPr lang="en-US" sz="2600" dirty="0"/>
            <a:t> CSDL</a:t>
          </a:r>
        </a:p>
      </dgm:t>
    </dgm:pt>
    <dgm:pt modelId="{4B53D830-3099-4144-8EAA-86BD1257BF66}" type="parTrans" cxnId="{6364632D-1534-084B-89C3-EEB361E18EFA}">
      <dgm:prSet/>
      <dgm:spPr/>
      <dgm:t>
        <a:bodyPr/>
        <a:lstStyle/>
        <a:p>
          <a:endParaRPr lang="en-US" sz="2600"/>
        </a:p>
      </dgm:t>
    </dgm:pt>
    <dgm:pt modelId="{77A08110-F743-C641-A723-2348A052B34C}" type="sibTrans" cxnId="{6364632D-1534-084B-89C3-EEB361E18EFA}">
      <dgm:prSet/>
      <dgm:spPr/>
      <dgm:t>
        <a:bodyPr/>
        <a:lstStyle/>
        <a:p>
          <a:endParaRPr lang="en-US" sz="2600"/>
        </a:p>
      </dgm:t>
    </dgm:pt>
    <dgm:pt modelId="{8ED00552-04C8-4548-B123-B3BFEFBB21CE}" type="pres">
      <dgm:prSet presAssocID="{B06BBD47-47F6-4842-9A8B-F028A73215FA}" presName="Name0" presStyleCnt="0">
        <dgm:presLayoutVars>
          <dgm:dir/>
          <dgm:animLvl val="lvl"/>
          <dgm:resizeHandles val="exact"/>
        </dgm:presLayoutVars>
      </dgm:prSet>
      <dgm:spPr/>
    </dgm:pt>
    <dgm:pt modelId="{05AD7F2B-3882-8944-8A27-F339681D2368}" type="pres">
      <dgm:prSet presAssocID="{A7C5591A-C5E5-8F4C-857C-27E9D6FE5A85}" presName="boxAndChildren" presStyleCnt="0"/>
      <dgm:spPr/>
    </dgm:pt>
    <dgm:pt modelId="{98FF6709-07E1-F249-8401-5C153F4E3A8C}" type="pres">
      <dgm:prSet presAssocID="{A7C5591A-C5E5-8F4C-857C-27E9D6FE5A85}" presName="parentTextBox" presStyleLbl="node1" presStyleIdx="0" presStyleCnt="2"/>
      <dgm:spPr/>
    </dgm:pt>
    <dgm:pt modelId="{CDF32AC3-D8E9-E248-8B76-E9D3DE11B052}" type="pres">
      <dgm:prSet presAssocID="{BB9CEB0F-AE5D-DD41-938C-75D6E53431DA}" presName="sp" presStyleCnt="0"/>
      <dgm:spPr/>
    </dgm:pt>
    <dgm:pt modelId="{9B1229D1-79F3-7843-B14A-F27DADFB7FB3}" type="pres">
      <dgm:prSet presAssocID="{5F3F79A6-93AE-BD49-A19E-8DC6E544DD79}" presName="arrowAndChildren" presStyleCnt="0"/>
      <dgm:spPr/>
    </dgm:pt>
    <dgm:pt modelId="{B39C1297-CF34-4646-B4B0-DB009EB6E1AD}" type="pres">
      <dgm:prSet presAssocID="{5F3F79A6-93AE-BD49-A19E-8DC6E544DD79}" presName="parentTextArrow" presStyleLbl="node1" presStyleIdx="1" presStyleCnt="2"/>
      <dgm:spPr/>
    </dgm:pt>
  </dgm:ptLst>
  <dgm:cxnLst>
    <dgm:cxn modelId="{6364632D-1534-084B-89C3-EEB361E18EFA}" srcId="{B06BBD47-47F6-4842-9A8B-F028A73215FA}" destId="{A7C5591A-C5E5-8F4C-857C-27E9D6FE5A85}" srcOrd="1" destOrd="0" parTransId="{4B53D830-3099-4144-8EAA-86BD1257BF66}" sibTransId="{77A08110-F743-C641-A723-2348A052B34C}"/>
    <dgm:cxn modelId="{50A6296B-178E-9941-A64D-97B04CF6DBB8}" type="presOf" srcId="{A7C5591A-C5E5-8F4C-857C-27E9D6FE5A85}" destId="{98FF6709-07E1-F249-8401-5C153F4E3A8C}" srcOrd="0" destOrd="0" presId="urn:microsoft.com/office/officeart/2005/8/layout/process4"/>
    <dgm:cxn modelId="{8A7A9372-EB54-A54C-94CA-7036F2EA29B6}" type="presOf" srcId="{B06BBD47-47F6-4842-9A8B-F028A73215FA}" destId="{8ED00552-04C8-4548-B123-B3BFEFBB21CE}" srcOrd="0" destOrd="0" presId="urn:microsoft.com/office/officeart/2005/8/layout/process4"/>
    <dgm:cxn modelId="{137E6A88-E991-9F4C-AA92-8871001559B8}" srcId="{B06BBD47-47F6-4842-9A8B-F028A73215FA}" destId="{5F3F79A6-93AE-BD49-A19E-8DC6E544DD79}" srcOrd="0" destOrd="0" parTransId="{FA45C250-92C1-F041-A5CC-904DF2CFACF0}" sibTransId="{BB9CEB0F-AE5D-DD41-938C-75D6E53431DA}"/>
    <dgm:cxn modelId="{67E3C1A8-07EE-E349-9060-43833E402C67}" type="presOf" srcId="{5F3F79A6-93AE-BD49-A19E-8DC6E544DD79}" destId="{B39C1297-CF34-4646-B4B0-DB009EB6E1AD}" srcOrd="0" destOrd="0" presId="urn:microsoft.com/office/officeart/2005/8/layout/process4"/>
    <dgm:cxn modelId="{44B0B1ED-5DBB-6943-A8AC-CD12F15F0EFC}" type="presParOf" srcId="{8ED00552-04C8-4548-B123-B3BFEFBB21CE}" destId="{05AD7F2B-3882-8944-8A27-F339681D2368}" srcOrd="0" destOrd="0" presId="urn:microsoft.com/office/officeart/2005/8/layout/process4"/>
    <dgm:cxn modelId="{5B56341E-C528-384E-9937-7E130A42FBED}" type="presParOf" srcId="{05AD7F2B-3882-8944-8A27-F339681D2368}" destId="{98FF6709-07E1-F249-8401-5C153F4E3A8C}" srcOrd="0" destOrd="0" presId="urn:microsoft.com/office/officeart/2005/8/layout/process4"/>
    <dgm:cxn modelId="{21FAEA82-1C66-3D4C-83E2-8C2B576DA37C}" type="presParOf" srcId="{8ED00552-04C8-4548-B123-B3BFEFBB21CE}" destId="{CDF32AC3-D8E9-E248-8B76-E9D3DE11B052}" srcOrd="1" destOrd="0" presId="urn:microsoft.com/office/officeart/2005/8/layout/process4"/>
    <dgm:cxn modelId="{4C2F339A-C701-D744-9A7A-B28B8DE7CAB0}" type="presParOf" srcId="{8ED00552-04C8-4548-B123-B3BFEFBB21CE}" destId="{9B1229D1-79F3-7843-B14A-F27DADFB7FB3}" srcOrd="2" destOrd="0" presId="urn:microsoft.com/office/officeart/2005/8/layout/process4"/>
    <dgm:cxn modelId="{B210CE37-30D7-D841-99E8-CF240B3F08F2}" type="presParOf" srcId="{9B1229D1-79F3-7843-B14A-F27DADFB7FB3}" destId="{B39C1297-CF34-4646-B4B0-DB009EB6E1AD}"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FF6709-07E1-F249-8401-5C153F4E3A8C}">
      <dsp:nvSpPr>
        <dsp:cNvPr id="0" name=""/>
        <dsp:cNvSpPr/>
      </dsp:nvSpPr>
      <dsp:spPr>
        <a:xfrm>
          <a:off x="0" y="2299536"/>
          <a:ext cx="6604000" cy="150874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US" sz="2600" kern="1200" dirty="0" err="1"/>
            <a:t>Cách</a:t>
          </a:r>
          <a:r>
            <a:rPr lang="en-US" sz="2600" kern="1200" dirty="0"/>
            <a:t> </a:t>
          </a:r>
          <a:r>
            <a:rPr lang="en-US" sz="2600" kern="1200" dirty="0" err="1"/>
            <a:t>tiếp</a:t>
          </a:r>
          <a:r>
            <a:rPr lang="en-US" sz="2600" kern="1200" dirty="0"/>
            <a:t> </a:t>
          </a:r>
          <a:r>
            <a:rPr lang="en-US" sz="2600" kern="1200" dirty="0" err="1"/>
            <a:t>cận</a:t>
          </a:r>
          <a:r>
            <a:rPr lang="en-US" sz="2600" kern="1200" dirty="0"/>
            <a:t> </a:t>
          </a:r>
          <a:r>
            <a:rPr lang="en-US" sz="2600" kern="1200" dirty="0" err="1"/>
            <a:t>dựa</a:t>
          </a:r>
          <a:r>
            <a:rPr lang="en-US" sz="2600" kern="1200" dirty="0"/>
            <a:t> </a:t>
          </a:r>
          <a:r>
            <a:rPr lang="en-US" sz="2600" kern="1200" dirty="0" err="1"/>
            <a:t>trên</a:t>
          </a:r>
          <a:r>
            <a:rPr lang="en-US" sz="2600" kern="1200" dirty="0"/>
            <a:t> CSDL</a:t>
          </a:r>
        </a:p>
      </dsp:txBody>
      <dsp:txXfrm>
        <a:off x="0" y="2299536"/>
        <a:ext cx="6604000" cy="1508745"/>
      </dsp:txXfrm>
    </dsp:sp>
    <dsp:sp modelId="{B39C1297-CF34-4646-B4B0-DB009EB6E1AD}">
      <dsp:nvSpPr>
        <dsp:cNvPr id="0" name=""/>
        <dsp:cNvSpPr/>
      </dsp:nvSpPr>
      <dsp:spPr>
        <a:xfrm rot="10800000">
          <a:off x="0" y="1718"/>
          <a:ext cx="6604000" cy="2320449"/>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US" sz="2600" kern="1200" dirty="0" err="1"/>
            <a:t>Xử</a:t>
          </a:r>
          <a:r>
            <a:rPr lang="en-US" sz="2600" kern="1200" dirty="0"/>
            <a:t> </a:t>
          </a:r>
          <a:r>
            <a:rPr lang="en-US" sz="2600" kern="1200" dirty="0" err="1"/>
            <a:t>lý</a:t>
          </a:r>
          <a:r>
            <a:rPr lang="en-US" sz="2600" kern="1200" dirty="0"/>
            <a:t> </a:t>
          </a:r>
          <a:r>
            <a:rPr lang="en-US" sz="2600" kern="1200" dirty="0" err="1"/>
            <a:t>dựa</a:t>
          </a:r>
          <a:r>
            <a:rPr lang="en-US" sz="2600" kern="1200" dirty="0"/>
            <a:t> </a:t>
          </a:r>
          <a:r>
            <a:rPr lang="en-US" sz="2600" kern="1200" dirty="0" err="1"/>
            <a:t>trên</a:t>
          </a:r>
          <a:r>
            <a:rPr lang="en-US" sz="2600" kern="1200" dirty="0"/>
            <a:t> </a:t>
          </a:r>
          <a:r>
            <a:rPr lang="en-US" sz="2600" kern="1200" dirty="0" err="1"/>
            <a:t>hệ</a:t>
          </a:r>
          <a:r>
            <a:rPr lang="en-US" sz="2600" kern="1200" dirty="0"/>
            <a:t> </a:t>
          </a:r>
          <a:r>
            <a:rPr lang="en-US" sz="2600" kern="1200" dirty="0" err="1"/>
            <a:t>thống</a:t>
          </a:r>
          <a:r>
            <a:rPr lang="en-US" sz="2600" kern="1200" dirty="0"/>
            <a:t> </a:t>
          </a:r>
          <a:r>
            <a:rPr lang="en-US" sz="2600" kern="1200" dirty="0" err="1"/>
            <a:t>xử</a:t>
          </a:r>
          <a:r>
            <a:rPr lang="en-US" sz="2600" kern="1200" dirty="0"/>
            <a:t> </a:t>
          </a:r>
          <a:r>
            <a:rPr lang="en-US" sz="2600" kern="1200" dirty="0" err="1"/>
            <a:t>lý</a:t>
          </a:r>
          <a:r>
            <a:rPr lang="en-US" sz="2600" kern="1200" dirty="0"/>
            <a:t> </a:t>
          </a:r>
          <a:r>
            <a:rPr lang="en-US" sz="2600" kern="1200" dirty="0" err="1"/>
            <a:t>tập</a:t>
          </a:r>
          <a:r>
            <a:rPr lang="en-US" sz="2600" kern="1200" dirty="0"/>
            <a:t> tin</a:t>
          </a:r>
        </a:p>
      </dsp:txBody>
      <dsp:txXfrm rot="10800000">
        <a:off x="0" y="1718"/>
        <a:ext cx="6604000" cy="1507758"/>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5458" name="Rectangle 2">
            <a:extLst>
              <a:ext uri="{FF2B5EF4-FFF2-40B4-BE49-F238E27FC236}">
                <a16:creationId xmlns:a16="http://schemas.microsoft.com/office/drawing/2014/main" id="{3C62E1C6-CAB9-7541-867D-DCEE727472C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spcBef>
                <a:spcPct val="0"/>
              </a:spcBef>
              <a:defRPr sz="1200">
                <a:latin typeface="Arial" charset="0"/>
              </a:defRPr>
            </a:lvl1pPr>
          </a:lstStyle>
          <a:p>
            <a:pPr>
              <a:defRPr/>
            </a:pPr>
            <a:endParaRPr lang="en-US"/>
          </a:p>
        </p:txBody>
      </p:sp>
      <p:sp>
        <p:nvSpPr>
          <p:cNvPr id="275459" name="Rectangle 3">
            <a:extLst>
              <a:ext uri="{FF2B5EF4-FFF2-40B4-BE49-F238E27FC236}">
                <a16:creationId xmlns:a16="http://schemas.microsoft.com/office/drawing/2014/main" id="{E6F017F1-1309-5D46-9CEC-CA9CC32A3786}"/>
              </a:ext>
            </a:extLst>
          </p:cNvPr>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spcBef>
                <a:spcPct val="0"/>
              </a:spcBef>
              <a:defRPr sz="1200">
                <a:latin typeface="Arial" charset="0"/>
              </a:defRPr>
            </a:lvl1pPr>
          </a:lstStyle>
          <a:p>
            <a:pPr>
              <a:defRPr/>
            </a:pPr>
            <a:endParaRPr lang="en-US"/>
          </a:p>
        </p:txBody>
      </p:sp>
      <p:sp>
        <p:nvSpPr>
          <p:cNvPr id="275460" name="Rectangle 4">
            <a:extLst>
              <a:ext uri="{FF2B5EF4-FFF2-40B4-BE49-F238E27FC236}">
                <a16:creationId xmlns:a16="http://schemas.microsoft.com/office/drawing/2014/main" id="{B9A331D3-4F0B-964A-B13B-400EB6BBB83C}"/>
              </a:ext>
            </a:extLst>
          </p:cNvPr>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spcBef>
                <a:spcPct val="0"/>
              </a:spcBef>
              <a:defRPr sz="1200">
                <a:latin typeface="Arial" charset="0"/>
              </a:defRPr>
            </a:lvl1pPr>
          </a:lstStyle>
          <a:p>
            <a:pPr>
              <a:defRPr/>
            </a:pPr>
            <a:endParaRPr lang="en-US"/>
          </a:p>
        </p:txBody>
      </p:sp>
      <p:sp>
        <p:nvSpPr>
          <p:cNvPr id="275461" name="Rectangle 5">
            <a:extLst>
              <a:ext uri="{FF2B5EF4-FFF2-40B4-BE49-F238E27FC236}">
                <a16:creationId xmlns:a16="http://schemas.microsoft.com/office/drawing/2014/main" id="{6150C564-E97D-A94D-86C4-3C43929313DA}"/>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pPr>
              <a:defRPr/>
            </a:pPr>
            <a:fld id="{1D829B26-677F-EC45-8E98-C7C2FA70ADBC}" type="slidenum">
              <a:rPr lang="en-US" altLang="en-VN"/>
              <a:pPr>
                <a:defRPr/>
              </a:pPr>
              <a:t>‹#›</a:t>
            </a:fld>
            <a:endParaRPr lang="en-US" altLang="en-V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1F7F953C-3AA0-5B48-8509-46CF8C9AFBFF}"/>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spcBef>
                <a:spcPct val="0"/>
              </a:spcBef>
              <a:defRPr sz="1200">
                <a:latin typeface="Arial" charset="0"/>
              </a:defRPr>
            </a:lvl1pPr>
          </a:lstStyle>
          <a:p>
            <a:pPr>
              <a:defRPr/>
            </a:pPr>
            <a:endParaRPr lang="en-US"/>
          </a:p>
        </p:txBody>
      </p:sp>
      <p:sp>
        <p:nvSpPr>
          <p:cNvPr id="16387" name="Rectangle 3">
            <a:extLst>
              <a:ext uri="{FF2B5EF4-FFF2-40B4-BE49-F238E27FC236}">
                <a16:creationId xmlns:a16="http://schemas.microsoft.com/office/drawing/2014/main" id="{EED83D6A-4814-C046-982F-F9FEC332E75D}"/>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spcBef>
                <a:spcPct val="0"/>
              </a:spcBef>
              <a:defRPr sz="1200">
                <a:latin typeface="Arial" charset="0"/>
              </a:defRPr>
            </a:lvl1pPr>
          </a:lstStyle>
          <a:p>
            <a:pPr>
              <a:defRPr/>
            </a:pPr>
            <a:endParaRPr lang="en-US"/>
          </a:p>
        </p:txBody>
      </p:sp>
      <p:sp>
        <p:nvSpPr>
          <p:cNvPr id="3076" name="Rectangle 4">
            <a:extLst>
              <a:ext uri="{FF2B5EF4-FFF2-40B4-BE49-F238E27FC236}">
                <a16:creationId xmlns:a16="http://schemas.microsoft.com/office/drawing/2014/main" id="{AD763813-6BCD-144D-A611-F2723999B1F7}"/>
              </a:ext>
            </a:extLst>
          </p:cNvPr>
          <p:cNvSpPr>
            <a:spLocks noGrp="1" noRot="1" noChangeAspect="1" noChangeArrowheads="1" noTextEdit="1"/>
          </p:cNvSpPr>
          <p:nvPr>
            <p:ph type="sldImg" idx="2"/>
          </p:nvPr>
        </p:nvSpPr>
        <p:spPr bwMode="auto">
          <a:xfrm>
            <a:off x="952500" y="685800"/>
            <a:ext cx="4953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9" name="Rectangle 5">
            <a:extLst>
              <a:ext uri="{FF2B5EF4-FFF2-40B4-BE49-F238E27FC236}">
                <a16:creationId xmlns:a16="http://schemas.microsoft.com/office/drawing/2014/main" id="{9DCEB820-52EC-314F-8434-F17E0DC031DA}"/>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390" name="Rectangle 6">
            <a:extLst>
              <a:ext uri="{FF2B5EF4-FFF2-40B4-BE49-F238E27FC236}">
                <a16:creationId xmlns:a16="http://schemas.microsoft.com/office/drawing/2014/main" id="{C2CEF666-672D-E341-97E7-90FFCB39A68D}"/>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spcBef>
                <a:spcPct val="0"/>
              </a:spcBef>
              <a:defRPr sz="1200">
                <a:latin typeface="Arial" charset="0"/>
              </a:defRPr>
            </a:lvl1pPr>
          </a:lstStyle>
          <a:p>
            <a:pPr>
              <a:defRPr/>
            </a:pPr>
            <a:endParaRPr lang="en-US"/>
          </a:p>
        </p:txBody>
      </p:sp>
      <p:sp>
        <p:nvSpPr>
          <p:cNvPr id="16391" name="Rectangle 7">
            <a:extLst>
              <a:ext uri="{FF2B5EF4-FFF2-40B4-BE49-F238E27FC236}">
                <a16:creationId xmlns:a16="http://schemas.microsoft.com/office/drawing/2014/main" id="{AD41AE07-0513-BB4D-8B9B-04CC653A6DD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pPr>
              <a:defRPr/>
            </a:pPr>
            <a:fld id="{15FF2D58-A077-2C4E-9784-1ACB812C9F73}" type="slidenum">
              <a:rPr lang="en-US" altLang="en-VN"/>
              <a:pPr>
                <a:defRPr/>
              </a:pPr>
              <a:t>‹#›</a:t>
            </a:fld>
            <a:endParaRPr lang="en-US" altLang="en-V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a:extLst>
              <a:ext uri="{FF2B5EF4-FFF2-40B4-BE49-F238E27FC236}">
                <a16:creationId xmlns:a16="http://schemas.microsoft.com/office/drawing/2014/main" id="{31DE2508-FB2A-0A47-97A9-98C9F85A116D}"/>
              </a:ext>
            </a:extLst>
          </p:cNvPr>
          <p:cNvSpPr>
            <a:spLocks noGrp="1" noRot="1" noChangeAspect="1" noChangeArrowheads="1" noTextEdit="1"/>
          </p:cNvSpPr>
          <p:nvPr>
            <p:ph type="sldImg"/>
          </p:nvPr>
        </p:nvSpPr>
        <p:spPr>
          <a:ln/>
        </p:spPr>
      </p:sp>
      <p:sp>
        <p:nvSpPr>
          <p:cNvPr id="6147" name="Notes Placeholder 2">
            <a:extLst>
              <a:ext uri="{FF2B5EF4-FFF2-40B4-BE49-F238E27FC236}">
                <a16:creationId xmlns:a16="http://schemas.microsoft.com/office/drawing/2014/main" id="{93B2362B-EDA0-C540-A38D-4EA599EAB3B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6148" name="Slide Number Placeholder 3">
            <a:extLst>
              <a:ext uri="{FF2B5EF4-FFF2-40B4-BE49-F238E27FC236}">
                <a16:creationId xmlns:a16="http://schemas.microsoft.com/office/drawing/2014/main" id="{F8199B23-5FB5-A547-B38E-E95576B3C8A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399C849B-F2F7-5F4D-866F-3CC69B759D9B}" type="slidenum">
              <a:rPr lang="en-US" altLang="en-US" smtClean="0">
                <a:latin typeface="Arial" panose="020B0604020202020204" pitchFamily="34" charset="0"/>
              </a:rPr>
              <a:pPr/>
              <a:t>1</a:t>
            </a:fld>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27154D63-FCF9-EB45-83CD-9C7AB2D7DE1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7F3E31F-DDD7-C44B-A186-CF5D7935AD8F}" type="slidenum">
              <a:rPr lang="en-US" altLang="en-US" smtClean="0"/>
              <a:pPr>
                <a:spcBef>
                  <a:spcPct val="0"/>
                </a:spcBef>
              </a:pPr>
              <a:t>2</a:t>
            </a:fld>
            <a:endParaRPr lang="en-US" altLang="en-US"/>
          </a:p>
        </p:txBody>
      </p:sp>
      <p:sp>
        <p:nvSpPr>
          <p:cNvPr id="8195" name="Rectangle 2">
            <a:extLst>
              <a:ext uri="{FF2B5EF4-FFF2-40B4-BE49-F238E27FC236}">
                <a16:creationId xmlns:a16="http://schemas.microsoft.com/office/drawing/2014/main" id="{618C6184-06D4-8746-97D9-4C10032CD898}"/>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7B7D92B6-4513-244A-94FF-D959F869909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89B7953C-DF49-9242-8237-6D45F89E9F49}"/>
              </a:ext>
            </a:extLst>
          </p:cNvPr>
          <p:cNvSpPr>
            <a:spLocks noGrp="1" noRot="1" noChangeAspect="1" noChangeArrowheads="1" noTextEdit="1"/>
          </p:cNvSpPr>
          <p:nvPr>
            <p:ph type="sldImg"/>
          </p:nvPr>
        </p:nvSpPr>
        <p:spPr>
          <a:ln/>
        </p:spPr>
      </p:sp>
      <p:sp>
        <p:nvSpPr>
          <p:cNvPr id="10243" name="Notes Placeholder 2">
            <a:extLst>
              <a:ext uri="{FF2B5EF4-FFF2-40B4-BE49-F238E27FC236}">
                <a16:creationId xmlns:a16="http://schemas.microsoft.com/office/drawing/2014/main" id="{CBAE7947-EE53-F446-857A-6795032C1F4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10244" name="Slide Number Placeholder 3">
            <a:extLst>
              <a:ext uri="{FF2B5EF4-FFF2-40B4-BE49-F238E27FC236}">
                <a16:creationId xmlns:a16="http://schemas.microsoft.com/office/drawing/2014/main" id="{2C0F80F6-6F00-1C4E-9576-33EC7561919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3BC8E845-6C22-A849-B72F-A88036586FCE}" type="slidenum">
              <a:rPr lang="en-US" altLang="en-US" smtClean="0">
                <a:latin typeface="Arial" panose="020B0604020202020204" pitchFamily="34" charset="0"/>
              </a:rPr>
              <a:pPr/>
              <a:t>4</a:t>
            </a:fld>
            <a:endParaRPr lang="en-US" altLang="en-US">
              <a:latin typeface="Arial" panose="020B0604020202020204" pitchFamily="34" charset="0"/>
            </a:endParaRPr>
          </a:p>
        </p:txBody>
      </p:sp>
    </p:spTree>
    <p:extLst>
      <p:ext uri="{BB962C8B-B14F-4D97-AF65-F5344CB8AC3E}">
        <p14:creationId xmlns:p14="http://schemas.microsoft.com/office/powerpoint/2010/main" val="15850588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12EEE596-BECF-6245-9F05-A1E1DAD64F85}"/>
              </a:ext>
            </a:extLst>
          </p:cNvPr>
          <p:cNvSpPr>
            <a:spLocks noGrp="1" noRot="1" noChangeAspect="1" noChangeArrowheads="1" noTextEdit="1"/>
          </p:cNvSpPr>
          <p:nvPr>
            <p:ph type="sldImg"/>
          </p:nvPr>
        </p:nvSpPr>
        <p:spPr>
          <a:ln/>
        </p:spPr>
      </p:sp>
      <p:sp>
        <p:nvSpPr>
          <p:cNvPr id="15363" name="Notes Placeholder 2">
            <a:extLst>
              <a:ext uri="{FF2B5EF4-FFF2-40B4-BE49-F238E27FC236}">
                <a16:creationId xmlns:a16="http://schemas.microsoft.com/office/drawing/2014/main" id="{3BD78165-7675-4F40-AE12-B62CC24BB16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15364" name="Slide Number Placeholder 3">
            <a:extLst>
              <a:ext uri="{FF2B5EF4-FFF2-40B4-BE49-F238E27FC236}">
                <a16:creationId xmlns:a16="http://schemas.microsoft.com/office/drawing/2014/main" id="{DD37A692-C5F8-BD47-AD24-AB2D42D5A0E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166841D2-E077-1847-BAEF-5EE5DAF816DD}" type="slidenum">
              <a:rPr lang="en-US" altLang="en-US" smtClean="0">
                <a:latin typeface="Arial" panose="020B0604020202020204" pitchFamily="34" charset="0"/>
              </a:rPr>
              <a:pPr/>
              <a:t>5</a:t>
            </a:fld>
            <a:endParaRPr lang="en-US" altLang="en-US">
              <a:latin typeface="Arial" panose="020B0604020202020204" pitchFamily="34" charset="0"/>
            </a:endParaRPr>
          </a:p>
        </p:txBody>
      </p:sp>
    </p:spTree>
    <p:extLst>
      <p:ext uri="{BB962C8B-B14F-4D97-AF65-F5344CB8AC3E}">
        <p14:creationId xmlns:p14="http://schemas.microsoft.com/office/powerpoint/2010/main" val="26345838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263B4FF9-F8EB-DC44-AFC6-88F73E7801C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8A1E8DD-EFAC-B245-A5F8-19CB45C35A13}" type="slidenum">
              <a:rPr lang="en-US" altLang="en-US" smtClean="0"/>
              <a:pPr>
                <a:spcBef>
                  <a:spcPct val="0"/>
                </a:spcBef>
              </a:pPr>
              <a:t>6</a:t>
            </a:fld>
            <a:endParaRPr lang="en-US" altLang="en-US"/>
          </a:p>
        </p:txBody>
      </p:sp>
      <p:sp>
        <p:nvSpPr>
          <p:cNvPr id="12291" name="Rectangle 2">
            <a:extLst>
              <a:ext uri="{FF2B5EF4-FFF2-40B4-BE49-F238E27FC236}">
                <a16:creationId xmlns:a16="http://schemas.microsoft.com/office/drawing/2014/main" id="{DD61FF9B-6EE8-4E47-8C05-7EB1449F7784}"/>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4A1E1A59-2A65-2342-A508-866EE93B09E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Trong vô số thông tin ta chọn lọc ra những sự kiện, khái niệm, số liệu, … để tổ chức lưu trữ, gọi là dữ liệu.</a:t>
            </a:r>
          </a:p>
          <a:p>
            <a:pPr eaLnBrk="1" hangingPunct="1"/>
            <a:r>
              <a:rPr lang="en-US" altLang="en-US">
                <a:latin typeface="Arial" panose="020B0604020202020204" pitchFamily="34" charset="0"/>
              </a:rPr>
              <a:t>Dữ liệu được mô tả dưới nhiều dạng, ví dụ như ký tự hay ký số gắn liền với 1 ngữ nghĩa nào đó.</a:t>
            </a:r>
          </a:p>
          <a:p>
            <a:pPr eaLnBrk="1" hangingPunct="1"/>
            <a:endParaRPr lang="en-US"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A315B3E9-8AB7-3549-908A-86AF9D23BC0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FD5CB79-45F7-254C-AD7B-781E01E38DAF}" type="slidenum">
              <a:rPr lang="en-US" altLang="en-US" smtClean="0"/>
              <a:pPr>
                <a:spcBef>
                  <a:spcPct val="0"/>
                </a:spcBef>
              </a:pPr>
              <a:t>9</a:t>
            </a:fld>
            <a:endParaRPr lang="en-US" altLang="en-US"/>
          </a:p>
        </p:txBody>
      </p:sp>
      <p:sp>
        <p:nvSpPr>
          <p:cNvPr id="18435" name="Rectangle 2">
            <a:extLst>
              <a:ext uri="{FF2B5EF4-FFF2-40B4-BE49-F238E27FC236}">
                <a16:creationId xmlns:a16="http://schemas.microsoft.com/office/drawing/2014/main" id="{9E952548-CE44-8145-BBEC-F47C9C5CF2A0}"/>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8029FE8B-B8F3-1348-B5FC-3B7AB0DBF60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287BFACA-FAC2-7445-B231-488C8688094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C220082-3D4E-2043-91A8-ECBDF9052882}" type="slidenum">
              <a:rPr lang="en-US" altLang="en-US" smtClean="0"/>
              <a:pPr>
                <a:spcBef>
                  <a:spcPct val="0"/>
                </a:spcBef>
              </a:pPr>
              <a:t>10</a:t>
            </a:fld>
            <a:endParaRPr lang="en-US" altLang="en-US"/>
          </a:p>
        </p:txBody>
      </p:sp>
      <p:sp>
        <p:nvSpPr>
          <p:cNvPr id="20483" name="Rectangle 2">
            <a:extLst>
              <a:ext uri="{FF2B5EF4-FFF2-40B4-BE49-F238E27FC236}">
                <a16:creationId xmlns:a16="http://schemas.microsoft.com/office/drawing/2014/main" id="{5DA6FC8A-25B2-D846-9064-3EF94BB9C1FF}"/>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79C33A9C-28BF-A44C-A12F-EAF3A31D63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58DC6B5E-9BF3-CA44-A9E3-F4C08E23F7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652357D-710C-9641-9276-0A8F41E5CC95}" type="slidenum">
              <a:rPr lang="en-US" altLang="en-US" smtClean="0"/>
              <a:pPr>
                <a:spcBef>
                  <a:spcPct val="0"/>
                </a:spcBef>
              </a:pPr>
              <a:t>11</a:t>
            </a:fld>
            <a:endParaRPr lang="en-US" altLang="en-US"/>
          </a:p>
        </p:txBody>
      </p:sp>
      <p:sp>
        <p:nvSpPr>
          <p:cNvPr id="22531" name="Rectangle 2">
            <a:extLst>
              <a:ext uri="{FF2B5EF4-FFF2-40B4-BE49-F238E27FC236}">
                <a16:creationId xmlns:a16="http://schemas.microsoft.com/office/drawing/2014/main" id="{91D5FC50-B404-8944-A41C-1034EEFDAD31}"/>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F8554215-557A-3549-A78B-E02B725A78D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a:extLst>
              <a:ext uri="{FF2B5EF4-FFF2-40B4-BE49-F238E27FC236}">
                <a16:creationId xmlns:a16="http://schemas.microsoft.com/office/drawing/2014/main" id="{EF4FAB6D-54EF-274F-B182-F0517463778C}"/>
              </a:ext>
            </a:extLst>
          </p:cNvPr>
          <p:cNvSpPr>
            <a:spLocks noGrp="1" noRot="1" noChangeAspect="1" noChangeArrowheads="1" noTextEdit="1"/>
          </p:cNvSpPr>
          <p:nvPr>
            <p:ph type="sldImg"/>
          </p:nvPr>
        </p:nvSpPr>
        <p:spPr>
          <a:ln/>
        </p:spPr>
      </p:sp>
      <p:sp>
        <p:nvSpPr>
          <p:cNvPr id="24579" name="Notes Placeholder 2">
            <a:extLst>
              <a:ext uri="{FF2B5EF4-FFF2-40B4-BE49-F238E27FC236}">
                <a16:creationId xmlns:a16="http://schemas.microsoft.com/office/drawing/2014/main" id="{BB4B3185-D6C5-F14D-BC15-B3E6E3DC5B9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Từ lúc máy tính phát triển luôn luôn có 2 chuyện để quan tâm. Tìm ra cách tổ chức dữ liệu cho bài toán, và đưa ra các thuật toán tương ứng để xử lý các dl đó trong thực tế</a:t>
            </a:r>
          </a:p>
        </p:txBody>
      </p:sp>
      <p:sp>
        <p:nvSpPr>
          <p:cNvPr id="24580" name="Slide Number Placeholder 3">
            <a:extLst>
              <a:ext uri="{FF2B5EF4-FFF2-40B4-BE49-F238E27FC236}">
                <a16:creationId xmlns:a16="http://schemas.microsoft.com/office/drawing/2014/main" id="{FBD0344E-87B7-C64D-849D-F670B08EB98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F1F48054-384B-8E44-9A4A-537D197AE519}" type="slidenum">
              <a:rPr lang="en-US" altLang="en-US" smtClean="0">
                <a:latin typeface="Arial" panose="020B0604020202020204" pitchFamily="34" charset="0"/>
              </a:rPr>
              <a:pPr/>
              <a:t>12</a:t>
            </a:fld>
            <a:endParaRPr lang="en-US"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8436D14C-3844-0945-9D35-B7EA25809413}"/>
              </a:ext>
            </a:extLst>
          </p:cNvPr>
          <p:cNvSpPr>
            <a:spLocks noGrp="1" noRot="1" noChangeAspect="1" noChangeArrowheads="1" noTextEdit="1"/>
          </p:cNvSpPr>
          <p:nvPr>
            <p:ph type="sldImg"/>
          </p:nvPr>
        </p:nvSpPr>
        <p:spPr>
          <a:ln/>
        </p:spPr>
      </p:sp>
      <p:sp>
        <p:nvSpPr>
          <p:cNvPr id="27651" name="Notes Placeholder 2">
            <a:extLst>
              <a:ext uri="{FF2B5EF4-FFF2-40B4-BE49-F238E27FC236}">
                <a16:creationId xmlns:a16="http://schemas.microsoft.com/office/drawing/2014/main" id="{FC9F4239-D9B2-0C41-B1C5-C709AF0A64F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vi-VN" altLang="en-US">
                <a:latin typeface="Arial" panose="020B0604020202020204" pitchFamily="34" charset="0"/>
              </a:rPr>
              <a:t>Dữ liệu tách biệt và không chia sẽ</a:t>
            </a:r>
            <a:r>
              <a:rPr lang="en-US" altLang="en-US">
                <a:latin typeface="Arial" panose="020B0604020202020204" pitchFamily="34" charset="0"/>
              </a:rPr>
              <a:t>: </a:t>
            </a:r>
          </a:p>
          <a:p>
            <a:r>
              <a:rPr lang="en-US" altLang="en-US">
                <a:latin typeface="Arial" panose="020B0604020202020204" pitchFamily="34" charset="0"/>
              </a:rPr>
              <a:t>  - Mỗi ứng dụng sử dụng một hệ thống tập tin riêng</a:t>
            </a:r>
          </a:p>
          <a:p>
            <a:r>
              <a:rPr lang="en-US" altLang="en-US">
                <a:latin typeface="Arial" panose="020B0604020202020204" pitchFamily="34" charset="0"/>
              </a:rPr>
              <a:t>  - Dữ liệu không thể chia sẽ giữa các ứng dụng</a:t>
            </a:r>
          </a:p>
          <a:p>
            <a:r>
              <a:rPr lang="en-US" altLang="en-US">
                <a:latin typeface="Arial" panose="020B0604020202020204" pitchFamily="34" charset="0"/>
              </a:rPr>
              <a:t>(vd: he thong vay, he thong tai khoan tiet kiem, ke thong tai khoan ca nhan)</a:t>
            </a:r>
          </a:p>
          <a:p>
            <a:r>
              <a:rPr lang="vi-VN" altLang="en-US">
                <a:latin typeface="Arial" panose="020B0604020202020204" pitchFamily="34" charset="0"/>
              </a:rPr>
              <a:t>Sự trùng lắp</a:t>
            </a:r>
            <a:r>
              <a:rPr lang="en-US" altLang="en-US">
                <a:latin typeface="Arial" panose="020B0604020202020204" pitchFamily="34" charset="0"/>
              </a:rPr>
              <a:t>:</a:t>
            </a:r>
          </a:p>
          <a:p>
            <a:r>
              <a:rPr lang="en-US" altLang="en-US">
                <a:latin typeface="Arial" panose="020B0604020202020204" pitchFamily="34" charset="0"/>
              </a:rPr>
              <a:t> -Trùng lắp giữa các ứng dụng</a:t>
            </a:r>
          </a:p>
          <a:p>
            <a:r>
              <a:rPr lang="en-US" altLang="en-US">
                <a:latin typeface="Arial" panose="020B0604020202020204" pitchFamily="34" charset="0"/>
              </a:rPr>
              <a:t> - Tốn không gian lưu trữ</a:t>
            </a:r>
          </a:p>
          <a:p>
            <a:r>
              <a:rPr lang="en-US" altLang="en-US">
                <a:latin typeface="Arial" panose="020B0604020202020204" pitchFamily="34" charset="0"/>
              </a:rPr>
              <a:t> - Có thể không nhất quán</a:t>
            </a:r>
          </a:p>
          <a:p>
            <a:r>
              <a:rPr lang="vi-VN" altLang="en-US">
                <a:latin typeface="Arial" panose="020B0604020202020204" pitchFamily="34" charset="0"/>
              </a:rPr>
              <a:t>Phụ thuộc dữ liệu</a:t>
            </a:r>
            <a:endParaRPr lang="en-US" altLang="en-US">
              <a:latin typeface="Arial" panose="020B0604020202020204" pitchFamily="34" charset="0"/>
            </a:endParaRPr>
          </a:p>
          <a:p>
            <a:r>
              <a:rPr lang="en-US" altLang="en-US">
                <a:latin typeface="Arial" panose="020B0604020202020204" pitchFamily="34" charset="0"/>
              </a:rPr>
              <a:t> - Khi xây dựng cấu trúc tập tin như thế nào thì chương trinh viết phải khớp với cấu rúc đó</a:t>
            </a:r>
          </a:p>
          <a:p>
            <a:r>
              <a:rPr lang="vi-VN" altLang="en-US">
                <a:latin typeface="Arial" panose="020B0604020202020204" pitchFamily="34" charset="0"/>
              </a:rPr>
              <a:t>Định dạng tập tin không tương thích</a:t>
            </a:r>
            <a:endParaRPr lang="en-US" altLang="en-US">
              <a:latin typeface="Arial" panose="020B0604020202020204" pitchFamily="34" charset="0"/>
            </a:endParaRPr>
          </a:p>
          <a:p>
            <a:r>
              <a:rPr lang="en-US" altLang="en-US">
                <a:latin typeface="Arial" panose="020B0604020202020204" pitchFamily="34" charset="0"/>
              </a:rPr>
              <a:t> - khi tổ chức cấu trúc tập tin của taì khoản vay khác với tiết kiệm khác với tài khoản cá nhân thì không thể trao đổi thông tin của các ứng dụng, nó sẽ khó, thì phải dùng một chương trinh chuyển đổi khác để truy xuất rất mất công và phức tạp</a:t>
            </a:r>
          </a:p>
          <a:p>
            <a:r>
              <a:rPr lang="vi-VN" altLang="en-US">
                <a:latin typeface="Arial" panose="020B0604020202020204" pitchFamily="34" charset="0"/>
              </a:rPr>
              <a:t>Câu truy vấn được cố định trước</a:t>
            </a:r>
            <a:endParaRPr lang="en-US" altLang="en-US">
              <a:latin typeface="Arial" panose="020B0604020202020204" pitchFamily="34" charset="0"/>
            </a:endParaRPr>
          </a:p>
          <a:p>
            <a:r>
              <a:rPr lang="en-US" altLang="en-US">
                <a:latin typeface="Arial" panose="020B0604020202020204" pitchFamily="34" charset="0"/>
              </a:rPr>
              <a:t> đây là hệ quả của phụ thuộc dữ liệu, khi thiết kế bài toán theo một câu trúc dl nào đó thỉ ct thuật toán gắn theo cấu trúc dó bị cố định, kh6ng thể mang sang khai thác ở một cấu trúc khác, không linh hoạt được</a:t>
            </a:r>
          </a:p>
        </p:txBody>
      </p:sp>
      <p:sp>
        <p:nvSpPr>
          <p:cNvPr id="27652" name="Slide Number Placeholder 3">
            <a:extLst>
              <a:ext uri="{FF2B5EF4-FFF2-40B4-BE49-F238E27FC236}">
                <a16:creationId xmlns:a16="http://schemas.microsoft.com/office/drawing/2014/main" id="{DEDF5DF7-C688-9D4E-ABBB-7A9DE15B2CF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3107AFD1-A8B6-054C-9B8C-4DCCC2EAC8C7}" type="slidenum">
              <a:rPr lang="en-US" altLang="en-US" smtClean="0">
                <a:latin typeface="Arial" panose="020B0604020202020204" pitchFamily="34" charset="0"/>
              </a:rPr>
              <a:pPr/>
              <a:t>14</a:t>
            </a:fld>
            <a:endParaRPr lang="en-US" altLang="en-US">
              <a:latin typeface="Arial" panose="020B0604020202020204" pitchFamily="34" charset="0"/>
            </a:endParaRPr>
          </a:p>
        </p:txBody>
      </p:sp>
    </p:spTree>
    <p:extLst>
      <p:ext uri="{BB962C8B-B14F-4D97-AF65-F5344CB8AC3E}">
        <p14:creationId xmlns:p14="http://schemas.microsoft.com/office/powerpoint/2010/main" val="35006576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8436D14C-3844-0945-9D35-B7EA25809413}"/>
              </a:ext>
            </a:extLst>
          </p:cNvPr>
          <p:cNvSpPr>
            <a:spLocks noGrp="1" noRot="1" noChangeAspect="1" noChangeArrowheads="1" noTextEdit="1"/>
          </p:cNvSpPr>
          <p:nvPr>
            <p:ph type="sldImg"/>
          </p:nvPr>
        </p:nvSpPr>
        <p:spPr>
          <a:ln/>
        </p:spPr>
      </p:sp>
      <p:sp>
        <p:nvSpPr>
          <p:cNvPr id="27651" name="Notes Placeholder 2">
            <a:extLst>
              <a:ext uri="{FF2B5EF4-FFF2-40B4-BE49-F238E27FC236}">
                <a16:creationId xmlns:a16="http://schemas.microsoft.com/office/drawing/2014/main" id="{FC9F4239-D9B2-0C41-B1C5-C709AF0A64F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vi-VN" altLang="en-US">
                <a:latin typeface="Arial" panose="020B0604020202020204" pitchFamily="34" charset="0"/>
              </a:rPr>
              <a:t>Dữ liệu tách biệt và không chia sẽ</a:t>
            </a:r>
            <a:r>
              <a:rPr lang="en-US" altLang="en-US">
                <a:latin typeface="Arial" panose="020B0604020202020204" pitchFamily="34" charset="0"/>
              </a:rPr>
              <a:t>: </a:t>
            </a:r>
          </a:p>
          <a:p>
            <a:r>
              <a:rPr lang="en-US" altLang="en-US">
                <a:latin typeface="Arial" panose="020B0604020202020204" pitchFamily="34" charset="0"/>
              </a:rPr>
              <a:t>  - Mỗi ứng dụng sử dụng một hệ thống tập tin riêng</a:t>
            </a:r>
          </a:p>
          <a:p>
            <a:r>
              <a:rPr lang="en-US" altLang="en-US">
                <a:latin typeface="Arial" panose="020B0604020202020204" pitchFamily="34" charset="0"/>
              </a:rPr>
              <a:t>  - Dữ liệu không thể chia sẽ giữa các ứng dụng</a:t>
            </a:r>
          </a:p>
          <a:p>
            <a:r>
              <a:rPr lang="en-US" altLang="en-US">
                <a:latin typeface="Arial" panose="020B0604020202020204" pitchFamily="34" charset="0"/>
              </a:rPr>
              <a:t>(vd: he thong vay, he thong tai khoan tiet kiem, ke thong tai khoan ca nhan)</a:t>
            </a:r>
          </a:p>
          <a:p>
            <a:r>
              <a:rPr lang="vi-VN" altLang="en-US">
                <a:latin typeface="Arial" panose="020B0604020202020204" pitchFamily="34" charset="0"/>
              </a:rPr>
              <a:t>Sự trùng lắp</a:t>
            </a:r>
            <a:r>
              <a:rPr lang="en-US" altLang="en-US">
                <a:latin typeface="Arial" panose="020B0604020202020204" pitchFamily="34" charset="0"/>
              </a:rPr>
              <a:t>:</a:t>
            </a:r>
          </a:p>
          <a:p>
            <a:r>
              <a:rPr lang="en-US" altLang="en-US">
                <a:latin typeface="Arial" panose="020B0604020202020204" pitchFamily="34" charset="0"/>
              </a:rPr>
              <a:t> -Trùng lắp giữa các ứng dụng</a:t>
            </a:r>
          </a:p>
          <a:p>
            <a:r>
              <a:rPr lang="en-US" altLang="en-US">
                <a:latin typeface="Arial" panose="020B0604020202020204" pitchFamily="34" charset="0"/>
              </a:rPr>
              <a:t> - Tốn không gian lưu trữ</a:t>
            </a:r>
          </a:p>
          <a:p>
            <a:r>
              <a:rPr lang="en-US" altLang="en-US">
                <a:latin typeface="Arial" panose="020B0604020202020204" pitchFamily="34" charset="0"/>
              </a:rPr>
              <a:t> - Có thể không nhất quán</a:t>
            </a:r>
          </a:p>
          <a:p>
            <a:r>
              <a:rPr lang="vi-VN" altLang="en-US">
                <a:latin typeface="Arial" panose="020B0604020202020204" pitchFamily="34" charset="0"/>
              </a:rPr>
              <a:t>Phụ thuộc dữ liệu</a:t>
            </a:r>
            <a:endParaRPr lang="en-US" altLang="en-US">
              <a:latin typeface="Arial" panose="020B0604020202020204" pitchFamily="34" charset="0"/>
            </a:endParaRPr>
          </a:p>
          <a:p>
            <a:r>
              <a:rPr lang="en-US" altLang="en-US">
                <a:latin typeface="Arial" panose="020B0604020202020204" pitchFamily="34" charset="0"/>
              </a:rPr>
              <a:t> - Khi xây dựng cấu trúc tập tin như thế nào thì chương trinh viết phải khớp với cấu rúc đó</a:t>
            </a:r>
          </a:p>
          <a:p>
            <a:r>
              <a:rPr lang="vi-VN" altLang="en-US">
                <a:latin typeface="Arial" panose="020B0604020202020204" pitchFamily="34" charset="0"/>
              </a:rPr>
              <a:t>Định dạng tập tin không tương thích</a:t>
            </a:r>
            <a:endParaRPr lang="en-US" altLang="en-US">
              <a:latin typeface="Arial" panose="020B0604020202020204" pitchFamily="34" charset="0"/>
            </a:endParaRPr>
          </a:p>
          <a:p>
            <a:r>
              <a:rPr lang="en-US" altLang="en-US">
                <a:latin typeface="Arial" panose="020B0604020202020204" pitchFamily="34" charset="0"/>
              </a:rPr>
              <a:t> - khi tổ chức cấu trúc tập tin của taì khoản vay khác với tiết kiệm khác với tài khoản cá nhân thì không thể trao đổi thông tin của các ứng dụng, nó sẽ khó, thì phải dùng một chương trinh chuyển đổi khác để truy xuất rất mất công và phức tạp</a:t>
            </a:r>
          </a:p>
          <a:p>
            <a:r>
              <a:rPr lang="vi-VN" altLang="en-US">
                <a:latin typeface="Arial" panose="020B0604020202020204" pitchFamily="34" charset="0"/>
              </a:rPr>
              <a:t>Câu truy vấn được cố định trước</a:t>
            </a:r>
            <a:endParaRPr lang="en-US" altLang="en-US">
              <a:latin typeface="Arial" panose="020B0604020202020204" pitchFamily="34" charset="0"/>
            </a:endParaRPr>
          </a:p>
          <a:p>
            <a:r>
              <a:rPr lang="en-US" altLang="en-US">
                <a:latin typeface="Arial" panose="020B0604020202020204" pitchFamily="34" charset="0"/>
              </a:rPr>
              <a:t> đây là hệ quả của phụ thuộc dữ liệu, khi thiết kế bài toán theo một câu trúc dl nào đó thỉ ct thuật toán gắn theo cấu trúc dó bị cố định, kh6ng thể mang sang khai thác ở một cấu trúc khác, không linh hoạt được</a:t>
            </a:r>
          </a:p>
        </p:txBody>
      </p:sp>
      <p:sp>
        <p:nvSpPr>
          <p:cNvPr id="27652" name="Slide Number Placeholder 3">
            <a:extLst>
              <a:ext uri="{FF2B5EF4-FFF2-40B4-BE49-F238E27FC236}">
                <a16:creationId xmlns:a16="http://schemas.microsoft.com/office/drawing/2014/main" id="{DEDF5DF7-C688-9D4E-ABBB-7A9DE15B2CF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3107AFD1-A8B6-054C-9B8C-4DCCC2EAC8C7}" type="slidenum">
              <a:rPr lang="en-US" altLang="en-US" smtClean="0">
                <a:latin typeface="Arial" panose="020B0604020202020204" pitchFamily="34" charset="0"/>
              </a:rPr>
              <a:pPr/>
              <a:t>15</a:t>
            </a:fld>
            <a:endParaRPr lang="en-US"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8436D14C-3844-0945-9D35-B7EA25809413}"/>
              </a:ext>
            </a:extLst>
          </p:cNvPr>
          <p:cNvSpPr>
            <a:spLocks noGrp="1" noRot="1" noChangeAspect="1" noChangeArrowheads="1" noTextEdit="1"/>
          </p:cNvSpPr>
          <p:nvPr>
            <p:ph type="sldImg"/>
          </p:nvPr>
        </p:nvSpPr>
        <p:spPr>
          <a:ln/>
        </p:spPr>
      </p:sp>
      <p:sp>
        <p:nvSpPr>
          <p:cNvPr id="27651" name="Notes Placeholder 2">
            <a:extLst>
              <a:ext uri="{FF2B5EF4-FFF2-40B4-BE49-F238E27FC236}">
                <a16:creationId xmlns:a16="http://schemas.microsoft.com/office/drawing/2014/main" id="{FC9F4239-D9B2-0C41-B1C5-C709AF0A64F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vi-VN" altLang="en-US">
                <a:latin typeface="Arial" panose="020B0604020202020204" pitchFamily="34" charset="0"/>
              </a:rPr>
              <a:t>Dữ liệu tách biệt và không chia sẽ</a:t>
            </a:r>
            <a:r>
              <a:rPr lang="en-US" altLang="en-US">
                <a:latin typeface="Arial" panose="020B0604020202020204" pitchFamily="34" charset="0"/>
              </a:rPr>
              <a:t>: </a:t>
            </a:r>
          </a:p>
          <a:p>
            <a:r>
              <a:rPr lang="en-US" altLang="en-US">
                <a:latin typeface="Arial" panose="020B0604020202020204" pitchFamily="34" charset="0"/>
              </a:rPr>
              <a:t>  - Mỗi ứng dụng sử dụng một hệ thống tập tin riêng</a:t>
            </a:r>
          </a:p>
          <a:p>
            <a:r>
              <a:rPr lang="en-US" altLang="en-US">
                <a:latin typeface="Arial" panose="020B0604020202020204" pitchFamily="34" charset="0"/>
              </a:rPr>
              <a:t>  - Dữ liệu không thể chia sẽ giữa các ứng dụng</a:t>
            </a:r>
          </a:p>
          <a:p>
            <a:r>
              <a:rPr lang="en-US" altLang="en-US">
                <a:latin typeface="Arial" panose="020B0604020202020204" pitchFamily="34" charset="0"/>
              </a:rPr>
              <a:t>(vd: he thong vay, he thong tai khoan tiet kiem, ke thong tai khoan ca nhan)</a:t>
            </a:r>
          </a:p>
          <a:p>
            <a:r>
              <a:rPr lang="vi-VN" altLang="en-US">
                <a:latin typeface="Arial" panose="020B0604020202020204" pitchFamily="34" charset="0"/>
              </a:rPr>
              <a:t>Sự trùng lắp</a:t>
            </a:r>
            <a:r>
              <a:rPr lang="en-US" altLang="en-US">
                <a:latin typeface="Arial" panose="020B0604020202020204" pitchFamily="34" charset="0"/>
              </a:rPr>
              <a:t>:</a:t>
            </a:r>
          </a:p>
          <a:p>
            <a:r>
              <a:rPr lang="en-US" altLang="en-US">
                <a:latin typeface="Arial" panose="020B0604020202020204" pitchFamily="34" charset="0"/>
              </a:rPr>
              <a:t> -Trùng lắp giữa các ứng dụng</a:t>
            </a:r>
          </a:p>
          <a:p>
            <a:r>
              <a:rPr lang="en-US" altLang="en-US">
                <a:latin typeface="Arial" panose="020B0604020202020204" pitchFamily="34" charset="0"/>
              </a:rPr>
              <a:t> - Tốn không gian lưu trữ</a:t>
            </a:r>
          </a:p>
          <a:p>
            <a:r>
              <a:rPr lang="en-US" altLang="en-US">
                <a:latin typeface="Arial" panose="020B0604020202020204" pitchFamily="34" charset="0"/>
              </a:rPr>
              <a:t> - Có thể không nhất quán</a:t>
            </a:r>
          </a:p>
          <a:p>
            <a:r>
              <a:rPr lang="vi-VN" altLang="en-US">
                <a:latin typeface="Arial" panose="020B0604020202020204" pitchFamily="34" charset="0"/>
              </a:rPr>
              <a:t>Phụ thuộc dữ liệu</a:t>
            </a:r>
            <a:endParaRPr lang="en-US" altLang="en-US">
              <a:latin typeface="Arial" panose="020B0604020202020204" pitchFamily="34" charset="0"/>
            </a:endParaRPr>
          </a:p>
          <a:p>
            <a:r>
              <a:rPr lang="en-US" altLang="en-US">
                <a:latin typeface="Arial" panose="020B0604020202020204" pitchFamily="34" charset="0"/>
              </a:rPr>
              <a:t> - Khi xây dựng cấu trúc tập tin như thế nào thì chương trinh viết phải khớp với cấu rúc đó</a:t>
            </a:r>
          </a:p>
          <a:p>
            <a:r>
              <a:rPr lang="vi-VN" altLang="en-US">
                <a:latin typeface="Arial" panose="020B0604020202020204" pitchFamily="34" charset="0"/>
              </a:rPr>
              <a:t>Định dạng tập tin không tương thích</a:t>
            </a:r>
            <a:endParaRPr lang="en-US" altLang="en-US">
              <a:latin typeface="Arial" panose="020B0604020202020204" pitchFamily="34" charset="0"/>
            </a:endParaRPr>
          </a:p>
          <a:p>
            <a:r>
              <a:rPr lang="en-US" altLang="en-US">
                <a:latin typeface="Arial" panose="020B0604020202020204" pitchFamily="34" charset="0"/>
              </a:rPr>
              <a:t> - khi tổ chức cấu trúc tập tin của taì khoản vay khác với tiết kiệm khác với tài khoản cá nhân thì không thể trao đổi thông tin của các ứng dụng, nó sẽ khó, thì phải dùng một chương trinh chuyển đổi khác để truy xuất rất mất công và phức tạp</a:t>
            </a:r>
          </a:p>
          <a:p>
            <a:r>
              <a:rPr lang="vi-VN" altLang="en-US">
                <a:latin typeface="Arial" panose="020B0604020202020204" pitchFamily="34" charset="0"/>
              </a:rPr>
              <a:t>Câu truy vấn được cố định trước</a:t>
            </a:r>
            <a:endParaRPr lang="en-US" altLang="en-US">
              <a:latin typeface="Arial" panose="020B0604020202020204" pitchFamily="34" charset="0"/>
            </a:endParaRPr>
          </a:p>
          <a:p>
            <a:r>
              <a:rPr lang="en-US" altLang="en-US">
                <a:latin typeface="Arial" panose="020B0604020202020204" pitchFamily="34" charset="0"/>
              </a:rPr>
              <a:t> đây là hệ quả của phụ thuộc dữ liệu, khi thiết kế bài toán theo một câu trúc dl nào đó thỉ ct thuật toán gắn theo cấu trúc dó bị cố định, kh6ng thể mang sang khai thác ở một cấu trúc khác, không linh hoạt được</a:t>
            </a:r>
          </a:p>
        </p:txBody>
      </p:sp>
      <p:sp>
        <p:nvSpPr>
          <p:cNvPr id="27652" name="Slide Number Placeholder 3">
            <a:extLst>
              <a:ext uri="{FF2B5EF4-FFF2-40B4-BE49-F238E27FC236}">
                <a16:creationId xmlns:a16="http://schemas.microsoft.com/office/drawing/2014/main" id="{DEDF5DF7-C688-9D4E-ABBB-7A9DE15B2CF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3107AFD1-A8B6-054C-9B8C-4DCCC2EAC8C7}" type="slidenum">
              <a:rPr lang="en-US" altLang="en-US" smtClean="0">
                <a:latin typeface="Arial" panose="020B0604020202020204" pitchFamily="34" charset="0"/>
              </a:rPr>
              <a:pPr/>
              <a:t>16</a:t>
            </a:fld>
            <a:endParaRPr lang="en-US" altLang="en-US">
              <a:latin typeface="Arial" panose="020B0604020202020204" pitchFamily="34" charset="0"/>
            </a:endParaRPr>
          </a:p>
        </p:txBody>
      </p:sp>
    </p:spTree>
    <p:extLst>
      <p:ext uri="{BB962C8B-B14F-4D97-AF65-F5344CB8AC3E}">
        <p14:creationId xmlns:p14="http://schemas.microsoft.com/office/powerpoint/2010/main" val="32154201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a:extLst>
              <a:ext uri="{FF2B5EF4-FFF2-40B4-BE49-F238E27FC236}">
                <a16:creationId xmlns:a16="http://schemas.microsoft.com/office/drawing/2014/main" id="{DDD6C5E5-8D56-B042-9666-2B83ED164E2C}"/>
              </a:ext>
            </a:extLst>
          </p:cNvPr>
          <p:cNvSpPr>
            <a:spLocks noGrp="1" noRot="1" noChangeAspect="1" noChangeArrowheads="1" noTextEdit="1"/>
          </p:cNvSpPr>
          <p:nvPr>
            <p:ph type="sldImg"/>
          </p:nvPr>
        </p:nvSpPr>
        <p:spPr>
          <a:ln/>
        </p:spPr>
      </p:sp>
      <p:sp>
        <p:nvSpPr>
          <p:cNvPr id="29699" name="Notes Placeholder 2">
            <a:extLst>
              <a:ext uri="{FF2B5EF4-FFF2-40B4-BE49-F238E27FC236}">
                <a16:creationId xmlns:a16="http://schemas.microsoft.com/office/drawing/2014/main" id="{283D7B1D-A5FC-3C44-8F1C-FA5B386E10F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Vì những hạn chế đó nên người ta mong muốn một cấu trúc khác giảm đi đến mức tối thiểu mà hệ thống tập tin đang tồn tại</a:t>
            </a:r>
          </a:p>
          <a:p>
            <a:r>
              <a:rPr lang="en-US" altLang="en-US">
                <a:latin typeface="Arial" panose="020B0604020202020204" pitchFamily="34" charset="0"/>
              </a:rPr>
              <a:t>Dưa ra một cách tổ chức mới</a:t>
            </a:r>
          </a:p>
          <a:p>
            <a:r>
              <a:rPr lang="en-US" altLang="en-US">
                <a:latin typeface="Arial" panose="020B0604020202020204" pitchFamily="34" charset="0"/>
              </a:rPr>
              <a:t>Thay vì thiết kế 3 hệ thống tập tin riêng lẻ thì thiết kế chung dữ liệu ở một chỗ hy vọng chuyện trùng lắp ko tồn tại, hy vọng chuyện không nhất quán không xảy ra.</a:t>
            </a:r>
          </a:p>
          <a:p>
            <a:r>
              <a:rPr lang="en-US" altLang="en-US">
                <a:latin typeface="Arial" panose="020B0604020202020204" pitchFamily="34" charset="0"/>
              </a:rPr>
              <a:t> </a:t>
            </a:r>
          </a:p>
          <a:p>
            <a:r>
              <a:rPr lang="en-US" altLang="en-US">
                <a:latin typeface="Arial" panose="020B0604020202020204" pitchFamily="34" charset="0"/>
              </a:rPr>
              <a:t>Tập trung dữ liệu lại một chỗ, mỗi thôn tin lưu một lần, nếu lưu trữ mô hình tốt thì giảm được tính trùng lắp và sẽ nhất quán</a:t>
            </a:r>
          </a:p>
        </p:txBody>
      </p:sp>
      <p:sp>
        <p:nvSpPr>
          <p:cNvPr id="29700" name="Slide Number Placeholder 3">
            <a:extLst>
              <a:ext uri="{FF2B5EF4-FFF2-40B4-BE49-F238E27FC236}">
                <a16:creationId xmlns:a16="http://schemas.microsoft.com/office/drawing/2014/main" id="{A673DA96-40A7-C649-93DC-936415FF171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47B7AC5-6177-E844-888B-8F6DA30AC172}" type="slidenum">
              <a:rPr lang="en-US" altLang="en-US" smtClean="0">
                <a:latin typeface="Arial" panose="020B0604020202020204" pitchFamily="34" charset="0"/>
              </a:rPr>
              <a:pPr/>
              <a:t>17</a:t>
            </a:fld>
            <a:endParaRPr lang="en-US" altLang="en-US">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a:extLst>
              <a:ext uri="{FF2B5EF4-FFF2-40B4-BE49-F238E27FC236}">
                <a16:creationId xmlns:a16="http://schemas.microsoft.com/office/drawing/2014/main" id="{307F75A1-CA79-8246-990D-4BB07A094F66}"/>
              </a:ext>
            </a:extLst>
          </p:cNvPr>
          <p:cNvSpPr>
            <a:spLocks noGrp="1" noRot="1" noChangeAspect="1" noChangeArrowheads="1" noTextEdit="1"/>
          </p:cNvSpPr>
          <p:nvPr>
            <p:ph type="sldImg"/>
          </p:nvPr>
        </p:nvSpPr>
        <p:spPr>
          <a:ln/>
        </p:spPr>
      </p:sp>
      <p:sp>
        <p:nvSpPr>
          <p:cNvPr id="31747" name="Notes Placeholder 2">
            <a:extLst>
              <a:ext uri="{FF2B5EF4-FFF2-40B4-BE49-F238E27FC236}">
                <a16:creationId xmlns:a16="http://schemas.microsoft.com/office/drawing/2014/main" id="{4EE9846D-8E0F-CA48-A418-94583868940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31748" name="Slide Number Placeholder 3">
            <a:extLst>
              <a:ext uri="{FF2B5EF4-FFF2-40B4-BE49-F238E27FC236}">
                <a16:creationId xmlns:a16="http://schemas.microsoft.com/office/drawing/2014/main" id="{C0C88217-7092-2B48-9A18-304E9FBDD4C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65573F27-91C5-F44E-9455-184ECAE983EB}" type="slidenum">
              <a:rPr lang="en-US" altLang="en-US" smtClean="0">
                <a:latin typeface="Arial" panose="020B0604020202020204" pitchFamily="34" charset="0"/>
              </a:rPr>
              <a:pPr/>
              <a:t>18</a:t>
            </a:fld>
            <a:endParaRPr lang="en-US" alt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52F64484-414A-6446-8B36-A7537B032B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2C30112-AA0F-0B40-B8D8-DD1EB16C77B9}" type="slidenum">
              <a:rPr lang="en-US" altLang="en-US" smtClean="0"/>
              <a:pPr>
                <a:spcBef>
                  <a:spcPct val="0"/>
                </a:spcBef>
              </a:pPr>
              <a:t>19</a:t>
            </a:fld>
            <a:endParaRPr lang="en-US" altLang="en-US"/>
          </a:p>
        </p:txBody>
      </p:sp>
      <p:sp>
        <p:nvSpPr>
          <p:cNvPr id="33795" name="Rectangle 2">
            <a:extLst>
              <a:ext uri="{FF2B5EF4-FFF2-40B4-BE49-F238E27FC236}">
                <a16:creationId xmlns:a16="http://schemas.microsoft.com/office/drawing/2014/main" id="{08A8BA80-E416-3B47-BACC-757227EC6B84}"/>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4B5B1FB2-195F-CB42-8339-7305BD0427F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2492C0CF-0AB5-B540-9487-B263E38654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53D3F4E-D03A-B640-A491-628A75353253}" type="slidenum">
              <a:rPr lang="en-US" altLang="en-US" smtClean="0"/>
              <a:pPr>
                <a:spcBef>
                  <a:spcPct val="0"/>
                </a:spcBef>
              </a:pPr>
              <a:t>20</a:t>
            </a:fld>
            <a:endParaRPr lang="en-US" altLang="en-US"/>
          </a:p>
        </p:txBody>
      </p:sp>
      <p:sp>
        <p:nvSpPr>
          <p:cNvPr id="35843" name="Rectangle 2">
            <a:extLst>
              <a:ext uri="{FF2B5EF4-FFF2-40B4-BE49-F238E27FC236}">
                <a16:creationId xmlns:a16="http://schemas.microsoft.com/office/drawing/2014/main" id="{C128789E-C408-DD46-A6BB-EDA999A4D694}"/>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E76AF342-6C81-534D-9BD6-B36313D83B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1128736C-4D7C-3E47-9D94-B67BC038757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8CD95B2-74C9-E444-9E5F-3ED8A7A5FB8B}" type="slidenum">
              <a:rPr lang="en-US" altLang="en-US" smtClean="0"/>
              <a:pPr>
                <a:spcBef>
                  <a:spcPct val="0"/>
                </a:spcBef>
              </a:pPr>
              <a:t>22</a:t>
            </a:fld>
            <a:endParaRPr lang="en-US" altLang="en-US"/>
          </a:p>
        </p:txBody>
      </p:sp>
      <p:sp>
        <p:nvSpPr>
          <p:cNvPr id="38915" name="Rectangle 2">
            <a:extLst>
              <a:ext uri="{FF2B5EF4-FFF2-40B4-BE49-F238E27FC236}">
                <a16:creationId xmlns:a16="http://schemas.microsoft.com/office/drawing/2014/main" id="{FD55A27A-6E26-0C46-BD2D-7C427F343063}"/>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3BF96BBC-4E9B-5841-B161-9AA28882E39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5C483E79-FD77-A244-A71C-CFACE5C227D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B4F0FF7-00E4-DD4D-9D0E-F41336EF3B81}" type="slidenum">
              <a:rPr lang="en-US" altLang="en-US" smtClean="0"/>
              <a:pPr>
                <a:spcBef>
                  <a:spcPct val="0"/>
                </a:spcBef>
              </a:pPr>
              <a:t>23</a:t>
            </a:fld>
            <a:endParaRPr lang="en-US" altLang="en-US"/>
          </a:p>
        </p:txBody>
      </p:sp>
      <p:sp>
        <p:nvSpPr>
          <p:cNvPr id="40963" name="Rectangle 2">
            <a:extLst>
              <a:ext uri="{FF2B5EF4-FFF2-40B4-BE49-F238E27FC236}">
                <a16:creationId xmlns:a16="http://schemas.microsoft.com/office/drawing/2014/main" id="{65D9EEBB-B8A1-A847-A8D9-561ED5313058}"/>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7911BBBA-ECA0-F046-8971-A145439A30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6AD7FBF4-74C2-6949-B3BD-CEB644A4754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C0395E8-6B63-114F-AF47-275D6975B893}" type="slidenum">
              <a:rPr lang="en-US" altLang="en-US" smtClean="0"/>
              <a:pPr>
                <a:spcBef>
                  <a:spcPct val="0"/>
                </a:spcBef>
              </a:pPr>
              <a:t>24</a:t>
            </a:fld>
            <a:endParaRPr lang="en-US" altLang="en-US"/>
          </a:p>
        </p:txBody>
      </p:sp>
      <p:sp>
        <p:nvSpPr>
          <p:cNvPr id="43011" name="Rectangle 2">
            <a:extLst>
              <a:ext uri="{FF2B5EF4-FFF2-40B4-BE49-F238E27FC236}">
                <a16:creationId xmlns:a16="http://schemas.microsoft.com/office/drawing/2014/main" id="{27464F0D-0976-ED46-BF6A-2EBF1FAB91E8}"/>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93A17EC1-4D43-614E-93AE-A0BA981A3DD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E2178A81-1931-2F4F-82F4-D84B5692BB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6827970-EE5D-BC44-BAC8-05A180B84134}" type="slidenum">
              <a:rPr lang="en-US" altLang="en-US" smtClean="0"/>
              <a:pPr>
                <a:spcBef>
                  <a:spcPct val="0"/>
                </a:spcBef>
              </a:pPr>
              <a:t>25</a:t>
            </a:fld>
            <a:endParaRPr lang="en-US" altLang="en-US"/>
          </a:p>
        </p:txBody>
      </p:sp>
      <p:sp>
        <p:nvSpPr>
          <p:cNvPr id="45059" name="Rectangle 2">
            <a:extLst>
              <a:ext uri="{FF2B5EF4-FFF2-40B4-BE49-F238E27FC236}">
                <a16:creationId xmlns:a16="http://schemas.microsoft.com/office/drawing/2014/main" id="{7CF6F59F-3279-4D47-91EB-304F874E2993}"/>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EC96D0E0-0A11-DB4D-85F6-979470D4D69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80EB433E-8810-C941-AA49-9567613FE1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B857AFF-AC97-1544-B8F0-4CC198041B13}" type="slidenum">
              <a:rPr lang="en-US" altLang="en-US" smtClean="0"/>
              <a:pPr>
                <a:spcBef>
                  <a:spcPct val="0"/>
                </a:spcBef>
              </a:pPr>
              <a:t>27</a:t>
            </a:fld>
            <a:endParaRPr lang="en-US" altLang="en-US"/>
          </a:p>
        </p:txBody>
      </p:sp>
      <p:sp>
        <p:nvSpPr>
          <p:cNvPr id="47107" name="Rectangle 2">
            <a:extLst>
              <a:ext uri="{FF2B5EF4-FFF2-40B4-BE49-F238E27FC236}">
                <a16:creationId xmlns:a16="http://schemas.microsoft.com/office/drawing/2014/main" id="{09F556CF-A2F7-8D41-97DC-9A866DB539B3}"/>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1FCE6B50-972B-BB42-A003-955711C448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F012DDF9-8993-AD49-9D22-8BB95E827D5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76C8C8C-D370-2A44-AAF4-A4F25DA13B49}" type="slidenum">
              <a:rPr lang="en-US" altLang="en-US" smtClean="0"/>
              <a:pPr>
                <a:spcBef>
                  <a:spcPct val="0"/>
                </a:spcBef>
              </a:pPr>
              <a:t>28</a:t>
            </a:fld>
            <a:endParaRPr lang="en-US" altLang="en-US"/>
          </a:p>
        </p:txBody>
      </p:sp>
      <p:sp>
        <p:nvSpPr>
          <p:cNvPr id="49155" name="Rectangle 2">
            <a:extLst>
              <a:ext uri="{FF2B5EF4-FFF2-40B4-BE49-F238E27FC236}">
                <a16:creationId xmlns:a16="http://schemas.microsoft.com/office/drawing/2014/main" id="{9FA90A12-2E77-CF4E-ACFD-D630C4686AFB}"/>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1F6CB7CD-1E69-0941-8B5E-0A858AB8318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Bất kỳ tổ chức nào cũng có sự dùng chung tài nguyên.</a:t>
            </a:r>
          </a:p>
          <a:p>
            <a:pPr eaLnBrk="1" hangingPunct="1"/>
            <a:r>
              <a:rPr lang="en-US" altLang="en-US">
                <a:latin typeface="Arial" panose="020B0604020202020204" pitchFamily="34" charset="0"/>
              </a:rPr>
              <a:t>Cần có người để theo dõi và quản lý tài nguyên đó.</a:t>
            </a:r>
          </a:p>
          <a:p>
            <a:pPr eaLnBrk="1" hangingPunct="1"/>
            <a:r>
              <a:rPr lang="en-US" altLang="en-US">
                <a:latin typeface="Arial" panose="020B0604020202020204" pitchFamily="34" charset="0"/>
              </a:rPr>
              <a:t>Ở đây tài nguyên là CSDL, hệ quản trị CSDL và các chương trình khai thác CSDL.</a:t>
            </a:r>
          </a:p>
          <a:p>
            <a:pPr eaLnBrk="1" hangingPunct="1"/>
            <a:endParaRPr lang="en-US" altLang="en-US">
              <a:latin typeface="Arial" panose="020B0604020202020204" pitchFamily="34" charset="0"/>
            </a:endParaRPr>
          </a:p>
          <a:p>
            <a:pPr eaLnBrk="1" hangingPunct="1"/>
            <a:endParaRPr lang="en-US" altLang="en-US">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96D9FA70-1F9A-3249-88DC-05BA492787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EDBE9A2-72D3-FD41-9E52-4EFE93149C9A}" type="slidenum">
              <a:rPr lang="en-US" altLang="en-US" smtClean="0"/>
              <a:pPr>
                <a:spcBef>
                  <a:spcPct val="0"/>
                </a:spcBef>
              </a:pPr>
              <a:t>29</a:t>
            </a:fld>
            <a:endParaRPr lang="en-US" altLang="en-US"/>
          </a:p>
        </p:txBody>
      </p:sp>
      <p:sp>
        <p:nvSpPr>
          <p:cNvPr id="51203" name="Rectangle 2">
            <a:extLst>
              <a:ext uri="{FF2B5EF4-FFF2-40B4-BE49-F238E27FC236}">
                <a16:creationId xmlns:a16="http://schemas.microsoft.com/office/drawing/2014/main" id="{FCE1F6B4-20AC-804B-A7E2-6B0FE5EAE0A4}"/>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B7AB64A1-C56B-3046-9BC7-A77275BAF9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0898B329-537A-5946-9FB4-7A08C15B6F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4AC1D8E-6D21-E644-8A42-1B0EAA02297D}" type="slidenum">
              <a:rPr lang="en-US" altLang="en-US" smtClean="0"/>
              <a:pPr>
                <a:spcBef>
                  <a:spcPct val="0"/>
                </a:spcBef>
              </a:pPr>
              <a:t>30</a:t>
            </a:fld>
            <a:endParaRPr lang="en-US" altLang="en-US"/>
          </a:p>
        </p:txBody>
      </p:sp>
      <p:sp>
        <p:nvSpPr>
          <p:cNvPr id="53251" name="Rectangle 2">
            <a:extLst>
              <a:ext uri="{FF2B5EF4-FFF2-40B4-BE49-F238E27FC236}">
                <a16:creationId xmlns:a16="http://schemas.microsoft.com/office/drawing/2014/main" id="{E256E50F-4EB5-2F4D-AE52-210DA2DB0F57}"/>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86C29CFE-6F30-A040-8D2E-50F3BA6456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9C00E841-64FF-C14D-A8A0-4D200FD88C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76F360C-60BA-A443-9D10-2642F4834274}" type="slidenum">
              <a:rPr lang="en-US" altLang="en-US" smtClean="0"/>
              <a:pPr>
                <a:spcBef>
                  <a:spcPct val="0"/>
                </a:spcBef>
              </a:pPr>
              <a:t>32</a:t>
            </a:fld>
            <a:endParaRPr lang="en-US" altLang="en-US"/>
          </a:p>
        </p:txBody>
      </p:sp>
      <p:sp>
        <p:nvSpPr>
          <p:cNvPr id="55299" name="Rectangle 2">
            <a:extLst>
              <a:ext uri="{FF2B5EF4-FFF2-40B4-BE49-F238E27FC236}">
                <a16:creationId xmlns:a16="http://schemas.microsoft.com/office/drawing/2014/main" id="{CF3123EF-AA08-7A48-89FE-8C0386B80960}"/>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C44AB15B-196E-5945-A049-53823A716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C67DB642-E8C3-0F45-8837-70E95B44D3C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325DAA3-C5BB-A243-BFAD-1A5E83BF06D4}" type="slidenum">
              <a:rPr lang="en-US" altLang="en-US" smtClean="0"/>
              <a:pPr>
                <a:spcBef>
                  <a:spcPct val="0"/>
                </a:spcBef>
              </a:pPr>
              <a:t>33</a:t>
            </a:fld>
            <a:endParaRPr lang="en-US" altLang="en-US"/>
          </a:p>
        </p:txBody>
      </p:sp>
      <p:sp>
        <p:nvSpPr>
          <p:cNvPr id="57347" name="Rectangle 2">
            <a:extLst>
              <a:ext uri="{FF2B5EF4-FFF2-40B4-BE49-F238E27FC236}">
                <a16:creationId xmlns:a16="http://schemas.microsoft.com/office/drawing/2014/main" id="{15FCC70E-DBDD-0A45-B8D0-D11515652234}"/>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B419E4AA-3B09-5145-81F1-CF1245DEFC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4AA50759-7AEA-CF45-9A75-7D85877DAB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D322844-44A0-1C41-8A3E-517166C33C06}" type="slidenum">
              <a:rPr lang="en-US" altLang="en-US" smtClean="0"/>
              <a:pPr>
                <a:spcBef>
                  <a:spcPct val="0"/>
                </a:spcBef>
              </a:pPr>
              <a:t>34</a:t>
            </a:fld>
            <a:endParaRPr lang="en-US" altLang="en-US"/>
          </a:p>
        </p:txBody>
      </p:sp>
      <p:sp>
        <p:nvSpPr>
          <p:cNvPr id="59395" name="Rectangle 2">
            <a:extLst>
              <a:ext uri="{FF2B5EF4-FFF2-40B4-BE49-F238E27FC236}">
                <a16:creationId xmlns:a16="http://schemas.microsoft.com/office/drawing/2014/main" id="{44572C96-A584-4B44-A033-6D86FEB2286C}"/>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54C501FF-D3DD-A94C-9E6A-65DED681A12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47991D48-4075-DD4B-A5C8-53DC7DA42E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D690D23-7D15-3743-A8DE-5C7F60D29651}" type="slidenum">
              <a:rPr lang="en-US" altLang="en-US" smtClean="0"/>
              <a:pPr>
                <a:spcBef>
                  <a:spcPct val="0"/>
                </a:spcBef>
              </a:pPr>
              <a:t>35</a:t>
            </a:fld>
            <a:endParaRPr lang="en-US" altLang="en-US"/>
          </a:p>
        </p:txBody>
      </p:sp>
      <p:sp>
        <p:nvSpPr>
          <p:cNvPr id="61443" name="Rectangle 2">
            <a:extLst>
              <a:ext uri="{FF2B5EF4-FFF2-40B4-BE49-F238E27FC236}">
                <a16:creationId xmlns:a16="http://schemas.microsoft.com/office/drawing/2014/main" id="{81A2B068-44A2-6341-B5B6-660E65BA18AB}"/>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8ED66947-2DE5-7D45-80B0-EDC4A4D423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a:extLst>
              <a:ext uri="{FF2B5EF4-FFF2-40B4-BE49-F238E27FC236}">
                <a16:creationId xmlns:a16="http://schemas.microsoft.com/office/drawing/2014/main" id="{F24E9497-D8B3-5543-886F-6BE74E26B31A}"/>
              </a:ext>
            </a:extLst>
          </p:cNvPr>
          <p:cNvSpPr>
            <a:spLocks noGrp="1" noRot="1" noChangeAspect="1" noChangeArrowheads="1" noTextEdit="1"/>
          </p:cNvSpPr>
          <p:nvPr>
            <p:ph type="sldImg"/>
          </p:nvPr>
        </p:nvSpPr>
        <p:spPr>
          <a:ln/>
        </p:spPr>
      </p:sp>
      <p:sp>
        <p:nvSpPr>
          <p:cNvPr id="64515" name="Notes Placeholder 2">
            <a:extLst>
              <a:ext uri="{FF2B5EF4-FFF2-40B4-BE49-F238E27FC236}">
                <a16:creationId xmlns:a16="http://schemas.microsoft.com/office/drawing/2014/main" id="{524BBB10-F9EF-624C-8475-9FD279EF5AC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64516" name="Slide Number Placeholder 3">
            <a:extLst>
              <a:ext uri="{FF2B5EF4-FFF2-40B4-BE49-F238E27FC236}">
                <a16:creationId xmlns:a16="http://schemas.microsoft.com/office/drawing/2014/main" id="{8A35DA2C-808F-1644-9565-2D85756C708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D40F2182-FEAA-E147-B6F5-7847ABA7CDD7}" type="slidenum">
              <a:rPr lang="en-US" altLang="en-US" smtClean="0">
                <a:latin typeface="Arial" panose="020B0604020202020204" pitchFamily="34" charset="0"/>
              </a:rPr>
              <a:pPr/>
              <a:t>37</a:t>
            </a:fld>
            <a:endParaRPr lang="en-US" altLang="en-US">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a:extLst>
              <a:ext uri="{FF2B5EF4-FFF2-40B4-BE49-F238E27FC236}">
                <a16:creationId xmlns:a16="http://schemas.microsoft.com/office/drawing/2014/main" id="{9D71826A-200F-BC46-81BB-42F0931B6F5F}"/>
              </a:ext>
            </a:extLst>
          </p:cNvPr>
          <p:cNvSpPr>
            <a:spLocks noGrp="1" noRot="1" noChangeAspect="1" noChangeArrowheads="1" noTextEdit="1"/>
          </p:cNvSpPr>
          <p:nvPr>
            <p:ph type="sldImg"/>
          </p:nvPr>
        </p:nvSpPr>
        <p:spPr>
          <a:ln/>
        </p:spPr>
      </p:sp>
      <p:sp>
        <p:nvSpPr>
          <p:cNvPr id="67587" name="Notes Placeholder 2">
            <a:extLst>
              <a:ext uri="{FF2B5EF4-FFF2-40B4-BE49-F238E27FC236}">
                <a16:creationId xmlns:a16="http://schemas.microsoft.com/office/drawing/2014/main" id="{9CB02FF8-DD62-9E4F-B0B4-E2BAEC220A3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Mô tả ở mức trừu tượng (công cụ mô tả)</a:t>
            </a:r>
          </a:p>
          <a:p>
            <a:r>
              <a:rPr lang="en-US" altLang="en-US">
                <a:latin typeface="Arial" panose="020B0604020202020204" pitchFamily="34" charset="0"/>
              </a:rPr>
              <a:t>Khi nói đến mô hình là ta có 2 chuyện: một một bộ các ký hiệu dược sử dụng trong mô hình đó và quy tắc để tổ hợp các ký hiệu đó. VD có một csdl nếu sử dụng ngôn ngữ tự nhiên thì tả cà kê dê ngỗn thì chưa chắc người khác hiểu được những gì tôi tả. Cho nên dùng mô hình (mô hình có rất nhiều trong thực tế bảng đồ,….)</a:t>
            </a:r>
          </a:p>
          <a:p>
            <a:endParaRPr lang="en-US" altLang="en-US">
              <a:latin typeface="Arial" panose="020B0604020202020204" pitchFamily="34" charset="0"/>
            </a:endParaRPr>
          </a:p>
          <a:p>
            <a:pPr lvl="1"/>
            <a:r>
              <a:rPr lang="en-US" altLang="en-US">
                <a:latin typeface="Arial" panose="020B0604020202020204" pitchFamily="34" charset="0"/>
              </a:rPr>
              <a:t>Mô hình phân cấp: phân cấp như thư mục trong máy tính có quan hệ cha -con (nhưng trong thực thế không phải đối được nào cũng phân cấp được vì tồn tại nhiều chiều) cho nên ra đời mô hình mạng</a:t>
            </a:r>
          </a:p>
          <a:p>
            <a:pPr lvl="1"/>
            <a:r>
              <a:rPr lang="en-US" altLang="en-US">
                <a:latin typeface="Arial" panose="020B0604020202020204" pitchFamily="34" charset="0"/>
              </a:rPr>
              <a:t>Mô hình mạng:</a:t>
            </a:r>
          </a:p>
          <a:p>
            <a:pPr lvl="1"/>
            <a:r>
              <a:rPr lang="en-US" altLang="en-US">
                <a:latin typeface="Arial" panose="020B0604020202020204" pitchFamily="34" charset="0"/>
              </a:rPr>
              <a:t>Mô hình quan hệ: 1970 ra đời để bảo đảm tính độ lập vật lý và độc lập logic, lưu trữ ở dạng bảng 2 chiều, </a:t>
            </a:r>
          </a:p>
          <a:p>
            <a:pPr lvl="1"/>
            <a:r>
              <a:rPr lang="en-US" altLang="en-US">
                <a:latin typeface="Arial" panose="020B0604020202020204" pitchFamily="34" charset="0"/>
              </a:rPr>
              <a:t>Nhưng đằng sau mô hình hinh này cần có tính toán trên các bảng này</a:t>
            </a:r>
          </a:p>
          <a:p>
            <a:pPr lvl="1"/>
            <a:r>
              <a:rPr lang="en-US" altLang="en-US">
                <a:latin typeface="Arial" panose="020B0604020202020204" pitchFamily="34" charset="0"/>
              </a:rPr>
              <a:t>Mô hình hướng đối tượng: mu61n</a:t>
            </a:r>
          </a:p>
          <a:p>
            <a:endParaRPr lang="en-US" altLang="en-US">
              <a:latin typeface="Arial" panose="020B0604020202020204" pitchFamily="34" charset="0"/>
            </a:endParaRPr>
          </a:p>
          <a:p>
            <a:r>
              <a:rPr lang="en-US" altLang="en-US">
                <a:latin typeface="Arial" panose="020B0604020202020204" pitchFamily="34" charset="0"/>
              </a:rPr>
              <a:t>Mô hình phân cấp và mạng phụ thuộc vào vật lý rất nhiều, tính độc lập khó bảo đảm  </a:t>
            </a:r>
          </a:p>
        </p:txBody>
      </p:sp>
      <p:sp>
        <p:nvSpPr>
          <p:cNvPr id="67588" name="Slide Number Placeholder 3">
            <a:extLst>
              <a:ext uri="{FF2B5EF4-FFF2-40B4-BE49-F238E27FC236}">
                <a16:creationId xmlns:a16="http://schemas.microsoft.com/office/drawing/2014/main" id="{FB9A2A0B-2A10-E84E-A842-7C9E1B5DD15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830E10F1-ED11-E54F-AF7C-A27427FC1199}" type="slidenum">
              <a:rPr lang="en-US" altLang="en-US" smtClean="0">
                <a:latin typeface="Arial" panose="020B0604020202020204" pitchFamily="34" charset="0"/>
              </a:rPr>
              <a:pPr/>
              <a:t>39</a:t>
            </a:fld>
            <a:endParaRPr lang="en-US" altLang="en-US">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a:extLst>
              <a:ext uri="{FF2B5EF4-FFF2-40B4-BE49-F238E27FC236}">
                <a16:creationId xmlns:a16="http://schemas.microsoft.com/office/drawing/2014/main" id="{9D71826A-200F-BC46-81BB-42F0931B6F5F}"/>
              </a:ext>
            </a:extLst>
          </p:cNvPr>
          <p:cNvSpPr>
            <a:spLocks noGrp="1" noRot="1" noChangeAspect="1" noChangeArrowheads="1" noTextEdit="1"/>
          </p:cNvSpPr>
          <p:nvPr>
            <p:ph type="sldImg"/>
          </p:nvPr>
        </p:nvSpPr>
        <p:spPr>
          <a:ln/>
        </p:spPr>
      </p:sp>
      <p:sp>
        <p:nvSpPr>
          <p:cNvPr id="67587" name="Notes Placeholder 2">
            <a:extLst>
              <a:ext uri="{FF2B5EF4-FFF2-40B4-BE49-F238E27FC236}">
                <a16:creationId xmlns:a16="http://schemas.microsoft.com/office/drawing/2014/main" id="{9CB02FF8-DD62-9E4F-B0B4-E2BAEC220A3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Mô tả ở mức trừu tượng (công cụ mô tả)</a:t>
            </a:r>
          </a:p>
          <a:p>
            <a:r>
              <a:rPr lang="en-US" altLang="en-US">
                <a:latin typeface="Arial" panose="020B0604020202020204" pitchFamily="34" charset="0"/>
              </a:rPr>
              <a:t>Khi nói đến mô hình là ta có 2 chuyện: một một bộ các ký hiệu dược sử dụng trong mô hình đó và quy tắc để tổ hợp các ký hiệu đó. VD có một csdl nếu sử dụng ngôn ngữ tự nhiên thì tả cà kê dê ngỗn thì chưa chắc người khác hiểu được những gì tôi tả. Cho nên dùng mô hình (mô hình có rất nhiều trong thực tế bảng đồ,….)</a:t>
            </a:r>
          </a:p>
          <a:p>
            <a:endParaRPr lang="en-US" altLang="en-US">
              <a:latin typeface="Arial" panose="020B0604020202020204" pitchFamily="34" charset="0"/>
            </a:endParaRPr>
          </a:p>
          <a:p>
            <a:pPr lvl="1"/>
            <a:r>
              <a:rPr lang="en-US" altLang="en-US">
                <a:latin typeface="Arial" panose="020B0604020202020204" pitchFamily="34" charset="0"/>
              </a:rPr>
              <a:t>Mô hình phân cấp: phân cấp như thư mục trong máy tính có quan hệ cha -con (nhưng trong thực thế không phải đối được nào cũng phân cấp được vì tồn tại nhiều chiều) cho nên ra đời mô hình mạng</a:t>
            </a:r>
          </a:p>
          <a:p>
            <a:pPr lvl="1"/>
            <a:r>
              <a:rPr lang="en-US" altLang="en-US">
                <a:latin typeface="Arial" panose="020B0604020202020204" pitchFamily="34" charset="0"/>
              </a:rPr>
              <a:t>Mô hình mạng:</a:t>
            </a:r>
          </a:p>
          <a:p>
            <a:pPr lvl="1"/>
            <a:r>
              <a:rPr lang="en-US" altLang="en-US">
                <a:latin typeface="Arial" panose="020B0604020202020204" pitchFamily="34" charset="0"/>
              </a:rPr>
              <a:t>Mô hình quan hệ: 1970 ra đời để bảo đảm tính độ lập vật lý và độc lập logic, lưu trữ ở dạng bảng 2 chiều, </a:t>
            </a:r>
          </a:p>
          <a:p>
            <a:pPr lvl="1"/>
            <a:r>
              <a:rPr lang="en-US" altLang="en-US">
                <a:latin typeface="Arial" panose="020B0604020202020204" pitchFamily="34" charset="0"/>
              </a:rPr>
              <a:t>Nhưng đằng sau mô hình hinh này cần có tính toán trên các bảng này</a:t>
            </a:r>
          </a:p>
          <a:p>
            <a:pPr lvl="1"/>
            <a:r>
              <a:rPr lang="en-US" altLang="en-US">
                <a:latin typeface="Arial" panose="020B0604020202020204" pitchFamily="34" charset="0"/>
              </a:rPr>
              <a:t>Mô hình hướng đối tượng: mu61n</a:t>
            </a:r>
          </a:p>
          <a:p>
            <a:endParaRPr lang="en-US" altLang="en-US">
              <a:latin typeface="Arial" panose="020B0604020202020204" pitchFamily="34" charset="0"/>
            </a:endParaRPr>
          </a:p>
          <a:p>
            <a:r>
              <a:rPr lang="en-US" altLang="en-US">
                <a:latin typeface="Arial" panose="020B0604020202020204" pitchFamily="34" charset="0"/>
              </a:rPr>
              <a:t>Mô hình phân cấp và mạng phụ thuộc vào vật lý rất nhiều, tính độc lập khó bảo đảm  </a:t>
            </a:r>
          </a:p>
        </p:txBody>
      </p:sp>
      <p:sp>
        <p:nvSpPr>
          <p:cNvPr id="67588" name="Slide Number Placeholder 3">
            <a:extLst>
              <a:ext uri="{FF2B5EF4-FFF2-40B4-BE49-F238E27FC236}">
                <a16:creationId xmlns:a16="http://schemas.microsoft.com/office/drawing/2014/main" id="{FB9A2A0B-2A10-E84E-A842-7C9E1B5DD15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830E10F1-ED11-E54F-AF7C-A27427FC1199}" type="slidenum">
              <a:rPr lang="en-US" altLang="en-US" smtClean="0">
                <a:latin typeface="Arial" panose="020B0604020202020204" pitchFamily="34" charset="0"/>
              </a:rPr>
              <a:pPr/>
              <a:t>40</a:t>
            </a:fld>
            <a:endParaRPr lang="en-US" altLang="en-US">
              <a:latin typeface="Arial" panose="020B0604020202020204" pitchFamily="34" charset="0"/>
            </a:endParaRPr>
          </a:p>
        </p:txBody>
      </p:sp>
    </p:spTree>
    <p:extLst>
      <p:ext uri="{BB962C8B-B14F-4D97-AF65-F5344CB8AC3E}">
        <p14:creationId xmlns:p14="http://schemas.microsoft.com/office/powerpoint/2010/main" val="15020152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22363C9E-4054-BC4B-8C85-E9573F52F6C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FD49F01-8FE6-4043-ABD1-F2B6F2F26ED9}" type="slidenum">
              <a:rPr lang="en-US" altLang="en-US" smtClean="0"/>
              <a:pPr>
                <a:spcBef>
                  <a:spcPct val="0"/>
                </a:spcBef>
              </a:pPr>
              <a:t>41</a:t>
            </a:fld>
            <a:endParaRPr lang="en-US" altLang="en-US"/>
          </a:p>
        </p:txBody>
      </p:sp>
      <p:sp>
        <p:nvSpPr>
          <p:cNvPr id="71683" name="Rectangle 2">
            <a:extLst>
              <a:ext uri="{FF2B5EF4-FFF2-40B4-BE49-F238E27FC236}">
                <a16:creationId xmlns:a16="http://schemas.microsoft.com/office/drawing/2014/main" id="{B2EB232E-FB62-5345-8A7D-3401E342A404}"/>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id="{7A1558B4-8B32-CA49-8744-A559B63FE51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766D407A-E1EF-7B44-B9E3-4BCBC3A328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C45BF90-9BE2-EA4E-B10D-5C4DA3964AE2}" type="slidenum">
              <a:rPr lang="en-US" altLang="en-US" smtClean="0"/>
              <a:pPr>
                <a:spcBef>
                  <a:spcPct val="0"/>
                </a:spcBef>
              </a:pPr>
              <a:t>42</a:t>
            </a:fld>
            <a:endParaRPr lang="en-US" altLang="en-US"/>
          </a:p>
        </p:txBody>
      </p:sp>
      <p:sp>
        <p:nvSpPr>
          <p:cNvPr id="73731" name="Rectangle 2">
            <a:extLst>
              <a:ext uri="{FF2B5EF4-FFF2-40B4-BE49-F238E27FC236}">
                <a16:creationId xmlns:a16="http://schemas.microsoft.com/office/drawing/2014/main" id="{81065B97-DDC8-9147-AC4C-28118AFE84E2}"/>
              </a:ext>
            </a:extLst>
          </p:cNvPr>
          <p:cNvSpPr>
            <a:spLocks noGrp="1" noRot="1" noChangeAspect="1" noChangeArrowheads="1" noTextEdit="1"/>
          </p:cNvSpPr>
          <p:nvPr>
            <p:ph type="sldImg"/>
          </p:nvPr>
        </p:nvSpPr>
        <p:spPr>
          <a:ln/>
        </p:spPr>
      </p:sp>
      <p:sp>
        <p:nvSpPr>
          <p:cNvPr id="73732" name="Rectangle 3">
            <a:extLst>
              <a:ext uri="{FF2B5EF4-FFF2-40B4-BE49-F238E27FC236}">
                <a16:creationId xmlns:a16="http://schemas.microsoft.com/office/drawing/2014/main" id="{4E118798-3120-6C4E-85CE-D085A5E442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74667D4F-F938-1445-8BF6-45F1582BB40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CBD4B30-E953-F643-B4F5-495A50A2428A}" type="slidenum">
              <a:rPr lang="en-US" altLang="en-US" smtClean="0"/>
              <a:pPr>
                <a:spcBef>
                  <a:spcPct val="0"/>
                </a:spcBef>
              </a:pPr>
              <a:t>43</a:t>
            </a:fld>
            <a:endParaRPr lang="en-US" altLang="en-US"/>
          </a:p>
        </p:txBody>
      </p:sp>
      <p:sp>
        <p:nvSpPr>
          <p:cNvPr id="75779" name="Rectangle 2">
            <a:extLst>
              <a:ext uri="{FF2B5EF4-FFF2-40B4-BE49-F238E27FC236}">
                <a16:creationId xmlns:a16="http://schemas.microsoft.com/office/drawing/2014/main" id="{679A0BFA-DFDA-3B48-A5B0-C14F3ABFD0FE}"/>
              </a:ext>
            </a:extLst>
          </p:cNvPr>
          <p:cNvSpPr>
            <a:spLocks noGrp="1" noRot="1" noChangeAspect="1" noChangeArrowheads="1" noTextEdit="1"/>
          </p:cNvSpPr>
          <p:nvPr>
            <p:ph type="sldImg"/>
          </p:nvPr>
        </p:nvSpPr>
        <p:spPr>
          <a:ln/>
        </p:spPr>
      </p:sp>
      <p:sp>
        <p:nvSpPr>
          <p:cNvPr id="75780" name="Rectangle 3">
            <a:extLst>
              <a:ext uri="{FF2B5EF4-FFF2-40B4-BE49-F238E27FC236}">
                <a16:creationId xmlns:a16="http://schemas.microsoft.com/office/drawing/2014/main" id="{87B21DFC-6F28-4747-962A-6EE3AC23AEA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B1C381DE-2639-A748-8341-3AB324FE187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D1D08B7-9F16-1543-95C2-9E7B0710C05A}" type="slidenum">
              <a:rPr lang="en-US" altLang="en-US" smtClean="0"/>
              <a:pPr>
                <a:spcBef>
                  <a:spcPct val="0"/>
                </a:spcBef>
              </a:pPr>
              <a:t>44</a:t>
            </a:fld>
            <a:endParaRPr lang="en-US" altLang="en-US"/>
          </a:p>
        </p:txBody>
      </p:sp>
      <p:sp>
        <p:nvSpPr>
          <p:cNvPr id="77827" name="Rectangle 2">
            <a:extLst>
              <a:ext uri="{FF2B5EF4-FFF2-40B4-BE49-F238E27FC236}">
                <a16:creationId xmlns:a16="http://schemas.microsoft.com/office/drawing/2014/main" id="{E95C4519-863E-0049-B2C9-EADE117A07E1}"/>
              </a:ext>
            </a:extLst>
          </p:cNvPr>
          <p:cNvSpPr>
            <a:spLocks noGrp="1" noRot="1" noChangeAspect="1" noChangeArrowheads="1" noTextEdit="1"/>
          </p:cNvSpPr>
          <p:nvPr>
            <p:ph type="sldImg"/>
          </p:nvPr>
        </p:nvSpPr>
        <p:spPr>
          <a:ln/>
        </p:spPr>
      </p:sp>
      <p:sp>
        <p:nvSpPr>
          <p:cNvPr id="77828" name="Rectangle 3">
            <a:extLst>
              <a:ext uri="{FF2B5EF4-FFF2-40B4-BE49-F238E27FC236}">
                <a16:creationId xmlns:a16="http://schemas.microsoft.com/office/drawing/2014/main" id="{6BA2B977-3855-AF44-8AC7-4CD5598F3C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9EBDE448-25CD-BA4B-BCC0-62A500BD895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A560F9B-842A-5F4A-B0CA-E1CF03B18F2E}" type="slidenum">
              <a:rPr lang="en-US" altLang="en-US" smtClean="0"/>
              <a:pPr>
                <a:spcBef>
                  <a:spcPct val="0"/>
                </a:spcBef>
              </a:pPr>
              <a:t>45</a:t>
            </a:fld>
            <a:endParaRPr lang="en-US" altLang="en-US"/>
          </a:p>
        </p:txBody>
      </p:sp>
      <p:sp>
        <p:nvSpPr>
          <p:cNvPr id="79875" name="Rectangle 2">
            <a:extLst>
              <a:ext uri="{FF2B5EF4-FFF2-40B4-BE49-F238E27FC236}">
                <a16:creationId xmlns:a16="http://schemas.microsoft.com/office/drawing/2014/main" id="{05B12AB6-CF9D-6F4C-AC67-084AA9DB7B14}"/>
              </a:ext>
            </a:extLst>
          </p:cNvPr>
          <p:cNvSpPr>
            <a:spLocks noGrp="1" noRot="1" noChangeAspect="1" noChangeArrowheads="1" noTextEdit="1"/>
          </p:cNvSpPr>
          <p:nvPr>
            <p:ph type="sldImg"/>
          </p:nvPr>
        </p:nvSpPr>
        <p:spPr>
          <a:ln/>
        </p:spPr>
      </p:sp>
      <p:sp>
        <p:nvSpPr>
          <p:cNvPr id="79876" name="Rectangle 3">
            <a:extLst>
              <a:ext uri="{FF2B5EF4-FFF2-40B4-BE49-F238E27FC236}">
                <a16:creationId xmlns:a16="http://schemas.microsoft.com/office/drawing/2014/main" id="{229B4576-1A7C-314A-92A0-B35D97146C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2BB3BF76-1AF6-FF41-A6B5-EB74F98BB459}"/>
              </a:ext>
            </a:extLst>
          </p:cNvPr>
          <p:cNvSpPr>
            <a:spLocks noChangeArrowheads="1"/>
          </p:cNvSpPr>
          <p:nvPr/>
        </p:nvSpPr>
        <p:spPr bwMode="auto">
          <a:xfrm>
            <a:off x="660400" y="1752600"/>
            <a:ext cx="85852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31750" cap="flat" cmpd="sng">
            <a:solidFill>
              <a:srgbClr val="CC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VN"/>
          </a:p>
        </p:txBody>
      </p:sp>
      <p:sp>
        <p:nvSpPr>
          <p:cNvPr id="5" name="Line 8">
            <a:extLst>
              <a:ext uri="{FF2B5EF4-FFF2-40B4-BE49-F238E27FC236}">
                <a16:creationId xmlns:a16="http://schemas.microsoft.com/office/drawing/2014/main" id="{DE16F660-EB37-AE44-8B66-05BB60E95019}"/>
              </a:ext>
            </a:extLst>
          </p:cNvPr>
          <p:cNvSpPr>
            <a:spLocks noChangeShapeType="1"/>
          </p:cNvSpPr>
          <p:nvPr/>
        </p:nvSpPr>
        <p:spPr bwMode="auto">
          <a:xfrm>
            <a:off x="1320800" y="5029200"/>
            <a:ext cx="7054850" cy="0"/>
          </a:xfrm>
          <a:prstGeom prst="line">
            <a:avLst/>
          </a:prstGeom>
          <a:noFill/>
          <a:ln w="31750">
            <a:solidFill>
              <a:srgbClr val="CC0000"/>
            </a:solidFill>
            <a:round/>
            <a:headEnd/>
            <a:tailEnd/>
          </a:ln>
          <a:extLst>
            <a:ext uri="{909E8E84-426E-40DD-AFC4-6F175D3DCCD1}">
              <a14:hiddenFill xmlns:a14="http://schemas.microsoft.com/office/drawing/2010/main">
                <a:noFill/>
              </a14:hiddenFill>
            </a:ext>
          </a:extLst>
        </p:spPr>
        <p:txBody>
          <a:bodyPr/>
          <a:lstStyle/>
          <a:p>
            <a:endParaRPr lang="en-VN"/>
          </a:p>
        </p:txBody>
      </p:sp>
      <p:sp>
        <p:nvSpPr>
          <p:cNvPr id="14338" name="Rectangle 2"/>
          <p:cNvSpPr>
            <a:spLocks noGrp="1" noChangeArrowheads="1"/>
          </p:cNvSpPr>
          <p:nvPr>
            <p:ph type="ctrTitle"/>
          </p:nvPr>
        </p:nvSpPr>
        <p:spPr>
          <a:xfrm>
            <a:off x="990600" y="2057400"/>
            <a:ext cx="8255000" cy="1752600"/>
          </a:xfrm>
        </p:spPr>
        <p:txBody>
          <a:bodyPr/>
          <a:lstStyle>
            <a:lvl1pPr>
              <a:defRPr sz="4800" b="0"/>
            </a:lvl1pPr>
          </a:lstStyle>
          <a:p>
            <a:r>
              <a:rPr lang="en-US" altLang="en-US"/>
              <a:t>Click to edit Master title style</a:t>
            </a:r>
          </a:p>
        </p:txBody>
      </p:sp>
      <p:sp>
        <p:nvSpPr>
          <p:cNvPr id="14339" name="Rectangle 3"/>
          <p:cNvSpPr>
            <a:spLocks noGrp="1" noChangeArrowheads="1"/>
          </p:cNvSpPr>
          <p:nvPr>
            <p:ph type="subTitle" idx="1"/>
          </p:nvPr>
        </p:nvSpPr>
        <p:spPr>
          <a:xfrm>
            <a:off x="1320800" y="5029200"/>
            <a:ext cx="7099300" cy="1752600"/>
          </a:xfrm>
        </p:spPr>
        <p:txBody>
          <a:bodyPr/>
          <a:lstStyle>
            <a:lvl1pPr marL="0" indent="0">
              <a:buFont typeface="Wingdings 2" pitchFamily="18" charset="2"/>
              <a:buNone/>
              <a:defRPr sz="2400"/>
            </a:lvl1pPr>
          </a:lstStyle>
          <a:p>
            <a:r>
              <a:rPr lang="en-US" altLang="en-US"/>
              <a:t>Click to edit Master subtitle style</a:t>
            </a:r>
          </a:p>
        </p:txBody>
      </p:sp>
      <p:sp>
        <p:nvSpPr>
          <p:cNvPr id="6" name="Rectangle 4">
            <a:extLst>
              <a:ext uri="{FF2B5EF4-FFF2-40B4-BE49-F238E27FC236}">
                <a16:creationId xmlns:a16="http://schemas.microsoft.com/office/drawing/2014/main" id="{42E3D70C-E3E3-0F45-82A7-3C60C1DAB1E7}"/>
              </a:ext>
            </a:extLst>
          </p:cNvPr>
          <p:cNvSpPr>
            <a:spLocks noGrp="1" noChangeArrowheads="1"/>
          </p:cNvSpPr>
          <p:nvPr>
            <p:ph type="dt" sz="half" idx="10"/>
          </p:nvPr>
        </p:nvSpPr>
        <p:spPr>
          <a:xfrm>
            <a:off x="495300" y="6400800"/>
            <a:ext cx="2311400" cy="457200"/>
          </a:xfrm>
        </p:spPr>
        <p:txBody>
          <a:bodyPr/>
          <a:lstStyle>
            <a:lvl1pPr>
              <a:defRPr sz="1200"/>
            </a:lvl1pPr>
          </a:lstStyle>
          <a:p>
            <a:pPr>
              <a:defRPr/>
            </a:pPr>
            <a:r>
              <a:rPr lang="en-US"/>
              <a:t>Cơ sở dữ liệu - Bộ môn Hệ thống Thông tin</a:t>
            </a:r>
            <a:endParaRPr lang="en-US" altLang="en-US"/>
          </a:p>
        </p:txBody>
      </p:sp>
      <p:sp>
        <p:nvSpPr>
          <p:cNvPr id="7" name="Rectangle 5">
            <a:extLst>
              <a:ext uri="{FF2B5EF4-FFF2-40B4-BE49-F238E27FC236}">
                <a16:creationId xmlns:a16="http://schemas.microsoft.com/office/drawing/2014/main" id="{EFADDAF2-CF12-6D44-942E-D1644E264049}"/>
              </a:ext>
            </a:extLst>
          </p:cNvPr>
          <p:cNvSpPr>
            <a:spLocks noGrp="1" noChangeArrowheads="1"/>
          </p:cNvSpPr>
          <p:nvPr>
            <p:ph type="ftr" sz="quarter" idx="11"/>
          </p:nvPr>
        </p:nvSpPr>
        <p:spPr/>
        <p:txBody>
          <a:bodyPr/>
          <a:lstStyle>
            <a:lvl1pPr>
              <a:defRPr/>
            </a:lvl1pPr>
          </a:lstStyle>
          <a:p>
            <a:pPr>
              <a:defRPr/>
            </a:pPr>
            <a:endParaRPr lang="en-US" altLang="en-US"/>
          </a:p>
        </p:txBody>
      </p:sp>
      <p:sp>
        <p:nvSpPr>
          <p:cNvPr id="8" name="Rectangle 6">
            <a:extLst>
              <a:ext uri="{FF2B5EF4-FFF2-40B4-BE49-F238E27FC236}">
                <a16:creationId xmlns:a16="http://schemas.microsoft.com/office/drawing/2014/main" id="{BB0D5337-87BF-F743-A010-4B8ACE24052F}"/>
              </a:ext>
            </a:extLst>
          </p:cNvPr>
          <p:cNvSpPr>
            <a:spLocks noGrp="1" noChangeArrowheads="1"/>
          </p:cNvSpPr>
          <p:nvPr>
            <p:ph type="sldNum" sz="quarter" idx="12"/>
          </p:nvPr>
        </p:nvSpPr>
        <p:spPr>
          <a:xfrm>
            <a:off x="7099300" y="6400800"/>
            <a:ext cx="2311400" cy="457200"/>
          </a:xfrm>
        </p:spPr>
        <p:txBody>
          <a:bodyPr/>
          <a:lstStyle>
            <a:lvl1pPr>
              <a:defRPr/>
            </a:lvl1pPr>
          </a:lstStyle>
          <a:p>
            <a:pPr>
              <a:defRPr/>
            </a:pPr>
            <a:fld id="{653DC783-9CBE-894D-BE4F-66A98CC502D3}" type="slidenum">
              <a:rPr lang="en-US" altLang="en-US"/>
              <a:pPr>
                <a:defRPr/>
              </a:pPr>
              <a:t>‹#›</a:t>
            </a:fld>
            <a:endParaRPr lang="en-US" altLang="en-US"/>
          </a:p>
        </p:txBody>
      </p:sp>
    </p:spTree>
    <p:extLst>
      <p:ext uri="{BB962C8B-B14F-4D97-AF65-F5344CB8AC3E}">
        <p14:creationId xmlns:p14="http://schemas.microsoft.com/office/powerpoint/2010/main" val="22381971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7B13C26-5653-0344-90D3-DA9DF679E2A8}"/>
              </a:ext>
            </a:extLst>
          </p:cNvPr>
          <p:cNvSpPr>
            <a:spLocks noGrp="1" noChangeArrowheads="1"/>
          </p:cNvSpPr>
          <p:nvPr>
            <p:ph type="dt" sz="half" idx="10"/>
          </p:nvPr>
        </p:nvSpPr>
        <p:spPr>
          <a:ln/>
        </p:spPr>
        <p:txBody>
          <a:bodyPr/>
          <a:lstStyle>
            <a:lvl1pPr>
              <a:defRPr/>
            </a:lvl1pPr>
          </a:lstStyle>
          <a:p>
            <a:pPr>
              <a:defRPr/>
            </a:pPr>
            <a:r>
              <a:rPr lang="en-US"/>
              <a:t>Cơ sở dữ liệu - Bộ môn Hệ thống Thông tin</a:t>
            </a:r>
            <a:endParaRPr lang="en-US" altLang="en-US"/>
          </a:p>
        </p:txBody>
      </p:sp>
      <p:sp>
        <p:nvSpPr>
          <p:cNvPr id="5" name="Rectangle 5">
            <a:extLst>
              <a:ext uri="{FF2B5EF4-FFF2-40B4-BE49-F238E27FC236}">
                <a16:creationId xmlns:a16="http://schemas.microsoft.com/office/drawing/2014/main" id="{A8DB556D-A95D-104D-B8C8-056981F80609}"/>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FD8A7904-6601-1F48-9B17-7E4290C6AF7B}"/>
              </a:ext>
            </a:extLst>
          </p:cNvPr>
          <p:cNvSpPr>
            <a:spLocks noGrp="1" noChangeArrowheads="1"/>
          </p:cNvSpPr>
          <p:nvPr>
            <p:ph type="sldNum" sz="quarter" idx="12"/>
          </p:nvPr>
        </p:nvSpPr>
        <p:spPr>
          <a:ln/>
        </p:spPr>
        <p:txBody>
          <a:bodyPr/>
          <a:lstStyle>
            <a:lvl1pPr>
              <a:defRPr/>
            </a:lvl1pPr>
          </a:lstStyle>
          <a:p>
            <a:pPr>
              <a:defRPr/>
            </a:pPr>
            <a:fld id="{2C080CA9-DDD7-DD4A-80FE-9BC926C65541}" type="slidenum">
              <a:rPr lang="en-US" altLang="en-US"/>
              <a:pPr>
                <a:defRPr/>
              </a:pPr>
              <a:t>‹#›</a:t>
            </a:fld>
            <a:endParaRPr lang="en-US" altLang="en-US"/>
          </a:p>
        </p:txBody>
      </p:sp>
    </p:spTree>
    <p:extLst>
      <p:ext uri="{BB962C8B-B14F-4D97-AF65-F5344CB8AC3E}">
        <p14:creationId xmlns:p14="http://schemas.microsoft.com/office/powerpoint/2010/main" val="1255165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638" y="4406900"/>
            <a:ext cx="84201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7D815E85-852A-2F41-8255-720FB85245E1}"/>
              </a:ext>
            </a:extLst>
          </p:cNvPr>
          <p:cNvSpPr>
            <a:spLocks noGrp="1" noChangeArrowheads="1"/>
          </p:cNvSpPr>
          <p:nvPr>
            <p:ph type="dt" sz="half" idx="10"/>
          </p:nvPr>
        </p:nvSpPr>
        <p:spPr>
          <a:ln/>
        </p:spPr>
        <p:txBody>
          <a:bodyPr/>
          <a:lstStyle>
            <a:lvl1pPr>
              <a:defRPr/>
            </a:lvl1pPr>
          </a:lstStyle>
          <a:p>
            <a:pPr>
              <a:defRPr/>
            </a:pPr>
            <a:r>
              <a:rPr lang="en-US"/>
              <a:t>Cơ sở dữ liệu - Bộ môn Hệ thống Thông tin</a:t>
            </a:r>
            <a:endParaRPr lang="en-US" altLang="en-US"/>
          </a:p>
        </p:txBody>
      </p:sp>
      <p:sp>
        <p:nvSpPr>
          <p:cNvPr id="5" name="Rectangle 5">
            <a:extLst>
              <a:ext uri="{FF2B5EF4-FFF2-40B4-BE49-F238E27FC236}">
                <a16:creationId xmlns:a16="http://schemas.microsoft.com/office/drawing/2014/main" id="{26CDE37B-A957-4F4A-86EA-D94A7AF2E035}"/>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37A20C63-54EC-4748-B3B3-55F8EF3BE2DB}"/>
              </a:ext>
            </a:extLst>
          </p:cNvPr>
          <p:cNvSpPr>
            <a:spLocks noGrp="1" noChangeArrowheads="1"/>
          </p:cNvSpPr>
          <p:nvPr>
            <p:ph type="sldNum" sz="quarter" idx="12"/>
          </p:nvPr>
        </p:nvSpPr>
        <p:spPr>
          <a:ln/>
        </p:spPr>
        <p:txBody>
          <a:bodyPr/>
          <a:lstStyle>
            <a:lvl1pPr>
              <a:defRPr/>
            </a:lvl1pPr>
          </a:lstStyle>
          <a:p>
            <a:pPr>
              <a:defRPr/>
            </a:pPr>
            <a:fld id="{E4BD1999-9621-D143-82CF-C3A0C50F0B79}" type="slidenum">
              <a:rPr lang="en-US" altLang="en-US"/>
              <a:pPr>
                <a:defRPr/>
              </a:pPr>
              <a:t>‹#›</a:t>
            </a:fld>
            <a:endParaRPr lang="en-US" altLang="en-US"/>
          </a:p>
        </p:txBody>
      </p:sp>
    </p:spTree>
    <p:extLst>
      <p:ext uri="{BB962C8B-B14F-4D97-AF65-F5344CB8AC3E}">
        <p14:creationId xmlns:p14="http://schemas.microsoft.com/office/powerpoint/2010/main" val="3692416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95300" y="1219200"/>
            <a:ext cx="4381500" cy="4911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29200" y="1219200"/>
            <a:ext cx="4381500" cy="4911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CB22CF7C-71A9-8D43-BB42-486B33FDEB33}"/>
              </a:ext>
            </a:extLst>
          </p:cNvPr>
          <p:cNvSpPr>
            <a:spLocks noGrp="1" noChangeArrowheads="1"/>
          </p:cNvSpPr>
          <p:nvPr>
            <p:ph type="dt" sz="half" idx="10"/>
          </p:nvPr>
        </p:nvSpPr>
        <p:spPr>
          <a:ln/>
        </p:spPr>
        <p:txBody>
          <a:bodyPr/>
          <a:lstStyle>
            <a:lvl1pPr>
              <a:defRPr/>
            </a:lvl1pPr>
          </a:lstStyle>
          <a:p>
            <a:pPr>
              <a:defRPr/>
            </a:pPr>
            <a:r>
              <a:rPr lang="en-US"/>
              <a:t>Cơ sở dữ liệu - Bộ môn Hệ thống Thông tin</a:t>
            </a:r>
            <a:endParaRPr lang="en-US" altLang="en-US"/>
          </a:p>
        </p:txBody>
      </p:sp>
      <p:sp>
        <p:nvSpPr>
          <p:cNvPr id="6" name="Rectangle 5">
            <a:extLst>
              <a:ext uri="{FF2B5EF4-FFF2-40B4-BE49-F238E27FC236}">
                <a16:creationId xmlns:a16="http://schemas.microsoft.com/office/drawing/2014/main" id="{4C0B8D8C-0CC8-6845-8DBB-6CF2482B5ADF}"/>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8143B25B-FB8C-654A-88C7-56EB98CA542C}"/>
              </a:ext>
            </a:extLst>
          </p:cNvPr>
          <p:cNvSpPr>
            <a:spLocks noGrp="1" noChangeArrowheads="1"/>
          </p:cNvSpPr>
          <p:nvPr>
            <p:ph type="sldNum" sz="quarter" idx="12"/>
          </p:nvPr>
        </p:nvSpPr>
        <p:spPr>
          <a:ln/>
        </p:spPr>
        <p:txBody>
          <a:bodyPr/>
          <a:lstStyle>
            <a:lvl1pPr>
              <a:defRPr/>
            </a:lvl1pPr>
          </a:lstStyle>
          <a:p>
            <a:pPr>
              <a:defRPr/>
            </a:pPr>
            <a:fld id="{BBD34758-013D-C041-8EC4-6451CFE33009}" type="slidenum">
              <a:rPr lang="en-US" altLang="en-US"/>
              <a:pPr>
                <a:defRPr/>
              </a:pPr>
              <a:t>‹#›</a:t>
            </a:fld>
            <a:endParaRPr lang="en-US" altLang="en-US"/>
          </a:p>
        </p:txBody>
      </p:sp>
    </p:spTree>
    <p:extLst>
      <p:ext uri="{BB962C8B-B14F-4D97-AF65-F5344CB8AC3E}">
        <p14:creationId xmlns:p14="http://schemas.microsoft.com/office/powerpoint/2010/main" val="156349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8"/>
            <a:ext cx="8915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3DDB7478-8E66-E44D-B88C-244D6E38744A}"/>
              </a:ext>
            </a:extLst>
          </p:cNvPr>
          <p:cNvSpPr>
            <a:spLocks noGrp="1" noChangeArrowheads="1"/>
          </p:cNvSpPr>
          <p:nvPr>
            <p:ph type="dt" sz="half" idx="10"/>
          </p:nvPr>
        </p:nvSpPr>
        <p:spPr>
          <a:ln/>
        </p:spPr>
        <p:txBody>
          <a:bodyPr/>
          <a:lstStyle>
            <a:lvl1pPr>
              <a:defRPr/>
            </a:lvl1pPr>
          </a:lstStyle>
          <a:p>
            <a:pPr>
              <a:defRPr/>
            </a:pPr>
            <a:r>
              <a:rPr lang="en-US"/>
              <a:t>Cơ sở dữ liệu - Bộ môn Hệ thống Thông tin</a:t>
            </a:r>
            <a:endParaRPr lang="en-US" altLang="en-US"/>
          </a:p>
        </p:txBody>
      </p:sp>
      <p:sp>
        <p:nvSpPr>
          <p:cNvPr id="8" name="Rectangle 5">
            <a:extLst>
              <a:ext uri="{FF2B5EF4-FFF2-40B4-BE49-F238E27FC236}">
                <a16:creationId xmlns:a16="http://schemas.microsoft.com/office/drawing/2014/main" id="{6EACBC56-B3C8-544F-9C1F-6A216937D88C}"/>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a:extLst>
              <a:ext uri="{FF2B5EF4-FFF2-40B4-BE49-F238E27FC236}">
                <a16:creationId xmlns:a16="http://schemas.microsoft.com/office/drawing/2014/main" id="{16D4E019-EAE6-B148-B7F1-06843F812AE0}"/>
              </a:ext>
            </a:extLst>
          </p:cNvPr>
          <p:cNvSpPr>
            <a:spLocks noGrp="1" noChangeArrowheads="1"/>
          </p:cNvSpPr>
          <p:nvPr>
            <p:ph type="sldNum" sz="quarter" idx="12"/>
          </p:nvPr>
        </p:nvSpPr>
        <p:spPr>
          <a:ln/>
        </p:spPr>
        <p:txBody>
          <a:bodyPr/>
          <a:lstStyle>
            <a:lvl1pPr>
              <a:defRPr/>
            </a:lvl1pPr>
          </a:lstStyle>
          <a:p>
            <a:pPr>
              <a:defRPr/>
            </a:pPr>
            <a:fld id="{8C638742-38E7-BD4C-9D4A-FFEC984DC022}" type="slidenum">
              <a:rPr lang="en-US" altLang="en-US"/>
              <a:pPr>
                <a:defRPr/>
              </a:pPr>
              <a:t>‹#›</a:t>
            </a:fld>
            <a:endParaRPr lang="en-US" altLang="en-US"/>
          </a:p>
        </p:txBody>
      </p:sp>
    </p:spTree>
    <p:extLst>
      <p:ext uri="{BB962C8B-B14F-4D97-AF65-F5344CB8AC3E}">
        <p14:creationId xmlns:p14="http://schemas.microsoft.com/office/powerpoint/2010/main" val="2569575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CE2E3229-D17E-7742-AE68-42DB2B825F18}"/>
              </a:ext>
            </a:extLst>
          </p:cNvPr>
          <p:cNvSpPr>
            <a:spLocks noGrp="1" noChangeArrowheads="1"/>
          </p:cNvSpPr>
          <p:nvPr>
            <p:ph type="dt" sz="half" idx="10"/>
          </p:nvPr>
        </p:nvSpPr>
        <p:spPr>
          <a:ln/>
        </p:spPr>
        <p:txBody>
          <a:bodyPr/>
          <a:lstStyle>
            <a:lvl1pPr>
              <a:defRPr/>
            </a:lvl1pPr>
          </a:lstStyle>
          <a:p>
            <a:pPr>
              <a:defRPr/>
            </a:pPr>
            <a:r>
              <a:rPr lang="en-US"/>
              <a:t>Cơ sở dữ liệu - Bộ môn Hệ thống Thông tin</a:t>
            </a:r>
            <a:endParaRPr lang="en-US" altLang="en-US"/>
          </a:p>
        </p:txBody>
      </p:sp>
      <p:sp>
        <p:nvSpPr>
          <p:cNvPr id="4" name="Rectangle 5">
            <a:extLst>
              <a:ext uri="{FF2B5EF4-FFF2-40B4-BE49-F238E27FC236}">
                <a16:creationId xmlns:a16="http://schemas.microsoft.com/office/drawing/2014/main" id="{5517875E-BFDB-964A-B18B-9147E97CEEB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EE33B405-DEAB-F240-B22D-193B60361EC3}"/>
              </a:ext>
            </a:extLst>
          </p:cNvPr>
          <p:cNvSpPr>
            <a:spLocks noGrp="1" noChangeArrowheads="1"/>
          </p:cNvSpPr>
          <p:nvPr>
            <p:ph type="sldNum" sz="quarter" idx="12"/>
          </p:nvPr>
        </p:nvSpPr>
        <p:spPr>
          <a:ln/>
        </p:spPr>
        <p:txBody>
          <a:bodyPr/>
          <a:lstStyle>
            <a:lvl1pPr>
              <a:defRPr/>
            </a:lvl1pPr>
          </a:lstStyle>
          <a:p>
            <a:pPr>
              <a:defRPr/>
            </a:pPr>
            <a:fld id="{76D5B176-2040-C94D-A079-C76FCC84B41E}" type="slidenum">
              <a:rPr lang="en-US" altLang="en-US"/>
              <a:pPr>
                <a:defRPr/>
              </a:pPr>
              <a:t>‹#›</a:t>
            </a:fld>
            <a:endParaRPr lang="en-US" altLang="en-US"/>
          </a:p>
        </p:txBody>
      </p:sp>
    </p:spTree>
    <p:extLst>
      <p:ext uri="{BB962C8B-B14F-4D97-AF65-F5344CB8AC3E}">
        <p14:creationId xmlns:p14="http://schemas.microsoft.com/office/powerpoint/2010/main" val="270966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A6078E50-082C-C448-80C1-978908F5630E}"/>
              </a:ext>
            </a:extLst>
          </p:cNvPr>
          <p:cNvSpPr>
            <a:spLocks noGrp="1" noChangeArrowheads="1"/>
          </p:cNvSpPr>
          <p:nvPr>
            <p:ph type="dt" sz="half" idx="10"/>
          </p:nvPr>
        </p:nvSpPr>
        <p:spPr>
          <a:ln/>
        </p:spPr>
        <p:txBody>
          <a:bodyPr/>
          <a:lstStyle>
            <a:lvl1pPr>
              <a:defRPr/>
            </a:lvl1pPr>
          </a:lstStyle>
          <a:p>
            <a:pPr>
              <a:defRPr/>
            </a:pPr>
            <a:r>
              <a:rPr lang="en-US"/>
              <a:t>Cơ sở dữ liệu - Bộ môn Hệ thống Thông tin</a:t>
            </a:r>
            <a:endParaRPr lang="en-US" altLang="en-US"/>
          </a:p>
        </p:txBody>
      </p:sp>
      <p:sp>
        <p:nvSpPr>
          <p:cNvPr id="3" name="Rectangle 5">
            <a:extLst>
              <a:ext uri="{FF2B5EF4-FFF2-40B4-BE49-F238E27FC236}">
                <a16:creationId xmlns:a16="http://schemas.microsoft.com/office/drawing/2014/main" id="{3A736CF1-E38D-124E-9760-61626A453318}"/>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C063FCF3-E0E8-F041-BBCB-1B7DF74EFB47}"/>
              </a:ext>
            </a:extLst>
          </p:cNvPr>
          <p:cNvSpPr>
            <a:spLocks noGrp="1" noChangeArrowheads="1"/>
          </p:cNvSpPr>
          <p:nvPr>
            <p:ph type="sldNum" sz="quarter" idx="12"/>
          </p:nvPr>
        </p:nvSpPr>
        <p:spPr>
          <a:ln/>
        </p:spPr>
        <p:txBody>
          <a:bodyPr/>
          <a:lstStyle>
            <a:lvl1pPr>
              <a:defRPr/>
            </a:lvl1pPr>
          </a:lstStyle>
          <a:p>
            <a:pPr>
              <a:defRPr/>
            </a:pPr>
            <a:fld id="{E7EF2C59-65B1-244B-AF79-F5F3C109033E}" type="slidenum">
              <a:rPr lang="en-US" altLang="en-US"/>
              <a:pPr>
                <a:defRPr/>
              </a:pPr>
              <a:t>‹#›</a:t>
            </a:fld>
            <a:endParaRPr lang="en-US" altLang="en-US"/>
          </a:p>
        </p:txBody>
      </p:sp>
    </p:spTree>
    <p:extLst>
      <p:ext uri="{BB962C8B-B14F-4D97-AF65-F5344CB8AC3E}">
        <p14:creationId xmlns:p14="http://schemas.microsoft.com/office/powerpoint/2010/main" val="2941861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138"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BAE9ED6F-C169-9C4D-BE0F-03577F34A686}"/>
              </a:ext>
            </a:extLst>
          </p:cNvPr>
          <p:cNvSpPr>
            <a:spLocks noGrp="1" noChangeArrowheads="1"/>
          </p:cNvSpPr>
          <p:nvPr>
            <p:ph type="dt" sz="half" idx="10"/>
          </p:nvPr>
        </p:nvSpPr>
        <p:spPr>
          <a:ln/>
        </p:spPr>
        <p:txBody>
          <a:bodyPr/>
          <a:lstStyle>
            <a:lvl1pPr>
              <a:defRPr/>
            </a:lvl1pPr>
          </a:lstStyle>
          <a:p>
            <a:pPr>
              <a:defRPr/>
            </a:pPr>
            <a:r>
              <a:rPr lang="en-US"/>
              <a:t>Cơ sở dữ liệu - Bộ môn Hệ thống Thông tin</a:t>
            </a:r>
            <a:endParaRPr lang="en-US" altLang="en-US"/>
          </a:p>
        </p:txBody>
      </p:sp>
      <p:sp>
        <p:nvSpPr>
          <p:cNvPr id="6" name="Rectangle 5">
            <a:extLst>
              <a:ext uri="{FF2B5EF4-FFF2-40B4-BE49-F238E27FC236}">
                <a16:creationId xmlns:a16="http://schemas.microsoft.com/office/drawing/2014/main" id="{16E8A01A-CD8F-0C41-A8B2-00F346DDB3DA}"/>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81395E37-28B9-AB46-B527-E510D16288F6}"/>
              </a:ext>
            </a:extLst>
          </p:cNvPr>
          <p:cNvSpPr>
            <a:spLocks noGrp="1" noChangeArrowheads="1"/>
          </p:cNvSpPr>
          <p:nvPr>
            <p:ph type="sldNum" sz="quarter" idx="12"/>
          </p:nvPr>
        </p:nvSpPr>
        <p:spPr>
          <a:ln/>
        </p:spPr>
        <p:txBody>
          <a:bodyPr/>
          <a:lstStyle>
            <a:lvl1pPr>
              <a:defRPr/>
            </a:lvl1pPr>
          </a:lstStyle>
          <a:p>
            <a:pPr>
              <a:defRPr/>
            </a:pPr>
            <a:fld id="{0C905988-0426-694B-A987-4F564684644D}" type="slidenum">
              <a:rPr lang="en-US" altLang="en-US"/>
              <a:pPr>
                <a:defRPr/>
              </a:pPr>
              <a:t>‹#›</a:t>
            </a:fld>
            <a:endParaRPr lang="en-US" altLang="en-US"/>
          </a:p>
        </p:txBody>
      </p:sp>
    </p:spTree>
    <p:extLst>
      <p:ext uri="{BB962C8B-B14F-4D97-AF65-F5344CB8AC3E}">
        <p14:creationId xmlns:p14="http://schemas.microsoft.com/office/powerpoint/2010/main" val="1941439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513" y="4800600"/>
            <a:ext cx="59436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FB8D80E0-7210-6C43-B7FF-FC917235E0F7}"/>
              </a:ext>
            </a:extLst>
          </p:cNvPr>
          <p:cNvSpPr>
            <a:spLocks noGrp="1" noChangeArrowheads="1"/>
          </p:cNvSpPr>
          <p:nvPr>
            <p:ph type="dt" sz="half" idx="10"/>
          </p:nvPr>
        </p:nvSpPr>
        <p:spPr>
          <a:ln/>
        </p:spPr>
        <p:txBody>
          <a:bodyPr/>
          <a:lstStyle>
            <a:lvl1pPr>
              <a:defRPr/>
            </a:lvl1pPr>
          </a:lstStyle>
          <a:p>
            <a:pPr>
              <a:defRPr/>
            </a:pPr>
            <a:r>
              <a:rPr lang="en-US"/>
              <a:t>Cơ sở dữ liệu - Bộ môn Hệ thống Thông tin</a:t>
            </a:r>
            <a:endParaRPr lang="en-US" altLang="en-US"/>
          </a:p>
        </p:txBody>
      </p:sp>
      <p:sp>
        <p:nvSpPr>
          <p:cNvPr id="6" name="Rectangle 5">
            <a:extLst>
              <a:ext uri="{FF2B5EF4-FFF2-40B4-BE49-F238E27FC236}">
                <a16:creationId xmlns:a16="http://schemas.microsoft.com/office/drawing/2014/main" id="{6D31B5CB-0CC1-7A45-AED2-DC971B21AA00}"/>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70588FEE-F936-7841-AD17-6E03D49DE237}"/>
              </a:ext>
            </a:extLst>
          </p:cNvPr>
          <p:cNvSpPr>
            <a:spLocks noGrp="1" noChangeArrowheads="1"/>
          </p:cNvSpPr>
          <p:nvPr>
            <p:ph type="sldNum" sz="quarter" idx="12"/>
          </p:nvPr>
        </p:nvSpPr>
        <p:spPr>
          <a:ln/>
        </p:spPr>
        <p:txBody>
          <a:bodyPr/>
          <a:lstStyle>
            <a:lvl1pPr>
              <a:defRPr/>
            </a:lvl1pPr>
          </a:lstStyle>
          <a:p>
            <a:pPr>
              <a:defRPr/>
            </a:pPr>
            <a:fld id="{8B782DEA-C321-4A46-B1A8-F1A3821DE470}" type="slidenum">
              <a:rPr lang="en-US" altLang="en-US"/>
              <a:pPr>
                <a:defRPr/>
              </a:pPr>
              <a:t>‹#›</a:t>
            </a:fld>
            <a:endParaRPr lang="en-US" altLang="en-US"/>
          </a:p>
        </p:txBody>
      </p:sp>
    </p:spTree>
    <p:extLst>
      <p:ext uri="{BB962C8B-B14F-4D97-AF65-F5344CB8AC3E}">
        <p14:creationId xmlns:p14="http://schemas.microsoft.com/office/powerpoint/2010/main" val="4281083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E134107F-6437-B642-8BE5-CEB4E3CB3C2E}"/>
              </a:ext>
            </a:extLst>
          </p:cNvPr>
          <p:cNvSpPr>
            <a:spLocks noGrp="1" noChangeArrowheads="1"/>
          </p:cNvSpPr>
          <p:nvPr>
            <p:ph type="dt" sz="half" idx="10"/>
          </p:nvPr>
        </p:nvSpPr>
        <p:spPr>
          <a:ln/>
        </p:spPr>
        <p:txBody>
          <a:bodyPr/>
          <a:lstStyle>
            <a:lvl1pPr>
              <a:defRPr/>
            </a:lvl1pPr>
          </a:lstStyle>
          <a:p>
            <a:pPr>
              <a:defRPr/>
            </a:pPr>
            <a:r>
              <a:rPr lang="en-US"/>
              <a:t>Cơ sở dữ liệu - Bộ môn Hệ thống Thông tin</a:t>
            </a:r>
            <a:endParaRPr lang="en-US" altLang="en-US"/>
          </a:p>
        </p:txBody>
      </p:sp>
      <p:sp>
        <p:nvSpPr>
          <p:cNvPr id="5" name="Rectangle 5">
            <a:extLst>
              <a:ext uri="{FF2B5EF4-FFF2-40B4-BE49-F238E27FC236}">
                <a16:creationId xmlns:a16="http://schemas.microsoft.com/office/drawing/2014/main" id="{AEB2E0BC-90C1-1347-9339-20B213E96F85}"/>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ACE253EC-BD9A-3F4D-845F-9C81EE7451BA}"/>
              </a:ext>
            </a:extLst>
          </p:cNvPr>
          <p:cNvSpPr>
            <a:spLocks noGrp="1" noChangeArrowheads="1"/>
          </p:cNvSpPr>
          <p:nvPr>
            <p:ph type="sldNum" sz="quarter" idx="12"/>
          </p:nvPr>
        </p:nvSpPr>
        <p:spPr>
          <a:ln/>
        </p:spPr>
        <p:txBody>
          <a:bodyPr/>
          <a:lstStyle>
            <a:lvl1pPr>
              <a:defRPr/>
            </a:lvl1pPr>
          </a:lstStyle>
          <a:p>
            <a:pPr>
              <a:defRPr/>
            </a:pPr>
            <a:fld id="{D484E6F3-3B10-404C-866E-1EEEB7FDDF50}" type="slidenum">
              <a:rPr lang="en-US" altLang="en-US"/>
              <a:pPr>
                <a:defRPr/>
              </a:pPr>
              <a:t>‹#›</a:t>
            </a:fld>
            <a:endParaRPr lang="en-US" altLang="en-US"/>
          </a:p>
        </p:txBody>
      </p:sp>
    </p:spTree>
    <p:extLst>
      <p:ext uri="{BB962C8B-B14F-4D97-AF65-F5344CB8AC3E}">
        <p14:creationId xmlns:p14="http://schemas.microsoft.com/office/powerpoint/2010/main" val="3984464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81850" y="354013"/>
            <a:ext cx="2228850" cy="57769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95300" y="354013"/>
            <a:ext cx="6534150" cy="57769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01D4E5F5-134B-EE4B-B20F-BBFDA20646C3}"/>
              </a:ext>
            </a:extLst>
          </p:cNvPr>
          <p:cNvSpPr>
            <a:spLocks noGrp="1" noChangeArrowheads="1"/>
          </p:cNvSpPr>
          <p:nvPr>
            <p:ph type="dt" sz="half" idx="10"/>
          </p:nvPr>
        </p:nvSpPr>
        <p:spPr>
          <a:ln/>
        </p:spPr>
        <p:txBody>
          <a:bodyPr/>
          <a:lstStyle>
            <a:lvl1pPr>
              <a:defRPr/>
            </a:lvl1pPr>
          </a:lstStyle>
          <a:p>
            <a:pPr>
              <a:defRPr/>
            </a:pPr>
            <a:r>
              <a:rPr lang="en-US"/>
              <a:t>Cơ sở dữ liệu - Bộ môn Hệ thống Thông tin</a:t>
            </a:r>
            <a:endParaRPr lang="en-US" altLang="en-US"/>
          </a:p>
        </p:txBody>
      </p:sp>
      <p:sp>
        <p:nvSpPr>
          <p:cNvPr id="5" name="Rectangle 5">
            <a:extLst>
              <a:ext uri="{FF2B5EF4-FFF2-40B4-BE49-F238E27FC236}">
                <a16:creationId xmlns:a16="http://schemas.microsoft.com/office/drawing/2014/main" id="{F39ACA0D-2527-4545-9A8B-645746580CE2}"/>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1206B315-8514-0040-8430-64328C608B01}"/>
              </a:ext>
            </a:extLst>
          </p:cNvPr>
          <p:cNvSpPr>
            <a:spLocks noGrp="1" noChangeArrowheads="1"/>
          </p:cNvSpPr>
          <p:nvPr>
            <p:ph type="sldNum" sz="quarter" idx="12"/>
          </p:nvPr>
        </p:nvSpPr>
        <p:spPr>
          <a:ln/>
        </p:spPr>
        <p:txBody>
          <a:bodyPr/>
          <a:lstStyle>
            <a:lvl1pPr>
              <a:defRPr/>
            </a:lvl1pPr>
          </a:lstStyle>
          <a:p>
            <a:pPr>
              <a:defRPr/>
            </a:pPr>
            <a:fld id="{DD7BFAD8-3371-BC49-89CF-413084F78B13}" type="slidenum">
              <a:rPr lang="en-US" altLang="en-US"/>
              <a:pPr>
                <a:defRPr/>
              </a:pPr>
              <a:t>‹#›</a:t>
            </a:fld>
            <a:endParaRPr lang="en-US" altLang="en-US"/>
          </a:p>
        </p:txBody>
      </p:sp>
    </p:spTree>
    <p:extLst>
      <p:ext uri="{BB962C8B-B14F-4D97-AF65-F5344CB8AC3E}">
        <p14:creationId xmlns:p14="http://schemas.microsoft.com/office/powerpoint/2010/main" val="18015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354013"/>
            <a:ext cx="8915400" cy="788987"/>
          </a:xfrm>
        </p:spPr>
        <p:txBody>
          <a:bodyPr/>
          <a:lstStyle/>
          <a:p>
            <a:r>
              <a:rPr lang="en-US"/>
              <a:t>Click to edit Master title style</a:t>
            </a:r>
          </a:p>
        </p:txBody>
      </p:sp>
      <p:sp>
        <p:nvSpPr>
          <p:cNvPr id="3" name="Table Placeholder 2"/>
          <p:cNvSpPr>
            <a:spLocks noGrp="1"/>
          </p:cNvSpPr>
          <p:nvPr>
            <p:ph type="tbl" idx="1"/>
          </p:nvPr>
        </p:nvSpPr>
        <p:spPr>
          <a:xfrm>
            <a:off x="495300" y="1219200"/>
            <a:ext cx="8915400" cy="4911725"/>
          </a:xfrm>
        </p:spPr>
        <p:txBody>
          <a:bodyPr/>
          <a:lstStyle/>
          <a:p>
            <a:pPr lvl="0"/>
            <a:endParaRPr lang="en-US" noProof="0"/>
          </a:p>
        </p:txBody>
      </p:sp>
      <p:sp>
        <p:nvSpPr>
          <p:cNvPr id="4" name="Rectangle 4">
            <a:extLst>
              <a:ext uri="{FF2B5EF4-FFF2-40B4-BE49-F238E27FC236}">
                <a16:creationId xmlns:a16="http://schemas.microsoft.com/office/drawing/2014/main" id="{0FD1FAD5-AC06-274C-B7C5-432AB9D0B786}"/>
              </a:ext>
            </a:extLst>
          </p:cNvPr>
          <p:cNvSpPr>
            <a:spLocks noGrp="1" noChangeArrowheads="1"/>
          </p:cNvSpPr>
          <p:nvPr>
            <p:ph type="dt" sz="half" idx="10"/>
          </p:nvPr>
        </p:nvSpPr>
        <p:spPr>
          <a:ln/>
        </p:spPr>
        <p:txBody>
          <a:bodyPr/>
          <a:lstStyle>
            <a:lvl1pPr>
              <a:defRPr/>
            </a:lvl1pPr>
          </a:lstStyle>
          <a:p>
            <a:pPr>
              <a:defRPr/>
            </a:pPr>
            <a:r>
              <a:rPr lang="en-US"/>
              <a:t>Cơ sở dữ liệu - Bộ môn Hệ thống Thông tin</a:t>
            </a:r>
            <a:endParaRPr lang="en-US" altLang="en-US"/>
          </a:p>
        </p:txBody>
      </p:sp>
      <p:sp>
        <p:nvSpPr>
          <p:cNvPr id="5" name="Rectangle 5">
            <a:extLst>
              <a:ext uri="{FF2B5EF4-FFF2-40B4-BE49-F238E27FC236}">
                <a16:creationId xmlns:a16="http://schemas.microsoft.com/office/drawing/2014/main" id="{A6BC2040-3574-3E4E-A7C9-58DD667BEAB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B6C87430-3017-244C-B4E1-821C7216424F}"/>
              </a:ext>
            </a:extLst>
          </p:cNvPr>
          <p:cNvSpPr>
            <a:spLocks noGrp="1" noChangeArrowheads="1"/>
          </p:cNvSpPr>
          <p:nvPr>
            <p:ph type="sldNum" sz="quarter" idx="12"/>
          </p:nvPr>
        </p:nvSpPr>
        <p:spPr>
          <a:ln/>
        </p:spPr>
        <p:txBody>
          <a:bodyPr/>
          <a:lstStyle>
            <a:lvl1pPr>
              <a:defRPr/>
            </a:lvl1pPr>
          </a:lstStyle>
          <a:p>
            <a:pPr>
              <a:defRPr/>
            </a:pPr>
            <a:fld id="{30FF3BA0-064D-3D4A-BA61-08713193DCF2}" type="slidenum">
              <a:rPr lang="en-US" altLang="en-US"/>
              <a:pPr>
                <a:defRPr/>
              </a:pPr>
              <a:t>‹#›</a:t>
            </a:fld>
            <a:endParaRPr lang="en-US" altLang="en-US"/>
          </a:p>
        </p:txBody>
      </p:sp>
    </p:spTree>
    <p:extLst>
      <p:ext uri="{BB962C8B-B14F-4D97-AF65-F5344CB8AC3E}">
        <p14:creationId xmlns:p14="http://schemas.microsoft.com/office/powerpoint/2010/main" val="33581910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DA0807D-B34A-854D-BCC9-09EEEE43FD73}"/>
              </a:ext>
            </a:extLst>
          </p:cNvPr>
          <p:cNvSpPr>
            <a:spLocks noGrp="1" noChangeArrowheads="1"/>
          </p:cNvSpPr>
          <p:nvPr>
            <p:ph type="title"/>
          </p:nvPr>
        </p:nvSpPr>
        <p:spPr bwMode="auto">
          <a:xfrm>
            <a:off x="495300" y="354013"/>
            <a:ext cx="8915400" cy="78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0C00E431-D3D2-2C45-8851-15303310FC2A}"/>
              </a:ext>
            </a:extLst>
          </p:cNvPr>
          <p:cNvSpPr>
            <a:spLocks noGrp="1" noChangeArrowheads="1"/>
          </p:cNvSpPr>
          <p:nvPr>
            <p:ph type="body" idx="1"/>
          </p:nvPr>
        </p:nvSpPr>
        <p:spPr bwMode="auto">
          <a:xfrm>
            <a:off x="495300" y="1219200"/>
            <a:ext cx="8915400" cy="491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3316" name="Rectangle 4">
            <a:extLst>
              <a:ext uri="{FF2B5EF4-FFF2-40B4-BE49-F238E27FC236}">
                <a16:creationId xmlns:a16="http://schemas.microsoft.com/office/drawing/2014/main" id="{18F28233-0823-EF4F-BB99-E7B42DAE6FD0}"/>
              </a:ext>
            </a:extLst>
          </p:cNvPr>
          <p:cNvSpPr>
            <a:spLocks noGrp="1" noChangeArrowheads="1"/>
          </p:cNvSpPr>
          <p:nvPr>
            <p:ph type="dt" sz="half" idx="2"/>
          </p:nvPr>
        </p:nvSpPr>
        <p:spPr bwMode="auto">
          <a:xfrm>
            <a:off x="495300" y="6396038"/>
            <a:ext cx="602615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spcBef>
                <a:spcPct val="0"/>
              </a:spcBef>
              <a:defRPr sz="1000">
                <a:latin typeface="+mn-lt"/>
              </a:defRPr>
            </a:lvl1pPr>
          </a:lstStyle>
          <a:p>
            <a:pPr>
              <a:defRPr/>
            </a:pPr>
            <a:r>
              <a:rPr lang="en-US"/>
              <a:t>Cơ sở dữ liệu - Bộ môn Hệ thống Thông tin</a:t>
            </a:r>
            <a:endParaRPr lang="en-US" altLang="en-US"/>
          </a:p>
        </p:txBody>
      </p:sp>
      <p:sp>
        <p:nvSpPr>
          <p:cNvPr id="13317" name="Rectangle 5">
            <a:extLst>
              <a:ext uri="{FF2B5EF4-FFF2-40B4-BE49-F238E27FC236}">
                <a16:creationId xmlns:a16="http://schemas.microsoft.com/office/drawing/2014/main" id="{75255ABC-0154-C644-9E93-0ECDBA4DAAE4}"/>
              </a:ext>
            </a:extLst>
          </p:cNvPr>
          <p:cNvSpPr>
            <a:spLocks noGrp="1" noChangeArrowheads="1"/>
          </p:cNvSpPr>
          <p:nvPr>
            <p:ph type="ftr" sz="quarter" idx="3"/>
          </p:nvPr>
        </p:nvSpPr>
        <p:spPr bwMode="auto">
          <a:xfrm>
            <a:off x="3384550" y="6400800"/>
            <a:ext cx="31369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spcBef>
                <a:spcPct val="0"/>
              </a:spcBef>
              <a:defRPr sz="1000">
                <a:latin typeface="+mn-lt"/>
              </a:defRPr>
            </a:lvl1pPr>
          </a:lstStyle>
          <a:p>
            <a:pPr>
              <a:defRPr/>
            </a:pPr>
            <a:endParaRPr lang="en-US" altLang="en-US"/>
          </a:p>
        </p:txBody>
      </p:sp>
      <p:sp>
        <p:nvSpPr>
          <p:cNvPr id="13318" name="Rectangle 6">
            <a:extLst>
              <a:ext uri="{FF2B5EF4-FFF2-40B4-BE49-F238E27FC236}">
                <a16:creationId xmlns:a16="http://schemas.microsoft.com/office/drawing/2014/main" id="{7E28BE8A-8B2C-4A4B-B797-D9962BABE90B}"/>
              </a:ext>
            </a:extLst>
          </p:cNvPr>
          <p:cNvSpPr>
            <a:spLocks noGrp="1" noChangeArrowheads="1"/>
          </p:cNvSpPr>
          <p:nvPr>
            <p:ph type="sldNum" sz="quarter" idx="4"/>
          </p:nvPr>
        </p:nvSpPr>
        <p:spPr bwMode="auto">
          <a:xfrm>
            <a:off x="7099300" y="6396038"/>
            <a:ext cx="2311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000">
                <a:latin typeface="Arial" panose="020B0604020202020204" pitchFamily="34" charset="0"/>
              </a:defRPr>
            </a:lvl1pPr>
          </a:lstStyle>
          <a:p>
            <a:pPr>
              <a:defRPr/>
            </a:pPr>
            <a:fld id="{6594B20F-F0E5-7B45-B887-990800AC9EC4}" type="slidenum">
              <a:rPr lang="en-US" altLang="en-US"/>
              <a:pPr>
                <a:defRPr/>
              </a:pPr>
              <a:t>‹#›</a:t>
            </a:fld>
            <a:endParaRPr lang="en-US" altLang="en-US"/>
          </a:p>
        </p:txBody>
      </p:sp>
      <p:sp>
        <p:nvSpPr>
          <p:cNvPr id="1031" name="Freeform 7">
            <a:extLst>
              <a:ext uri="{FF2B5EF4-FFF2-40B4-BE49-F238E27FC236}">
                <a16:creationId xmlns:a16="http://schemas.microsoft.com/office/drawing/2014/main" id="{63344DD5-E869-8540-B7C9-960FF1F5374C}"/>
              </a:ext>
            </a:extLst>
          </p:cNvPr>
          <p:cNvSpPr>
            <a:spLocks noChangeArrowheads="1"/>
          </p:cNvSpPr>
          <p:nvPr/>
        </p:nvSpPr>
        <p:spPr bwMode="auto">
          <a:xfrm>
            <a:off x="412750" y="304800"/>
            <a:ext cx="8915400" cy="6096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31750" cap="flat" cmpd="sng">
            <a:solidFill>
              <a:srgbClr val="CC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VN"/>
          </a:p>
        </p:txBody>
      </p:sp>
      <p:sp>
        <p:nvSpPr>
          <p:cNvPr id="1032" name="Line 8">
            <a:extLst>
              <a:ext uri="{FF2B5EF4-FFF2-40B4-BE49-F238E27FC236}">
                <a16:creationId xmlns:a16="http://schemas.microsoft.com/office/drawing/2014/main" id="{6AAE0D1D-D3B0-264E-8BAA-1B9E56822E2C}"/>
              </a:ext>
            </a:extLst>
          </p:cNvPr>
          <p:cNvSpPr>
            <a:spLocks noChangeShapeType="1"/>
          </p:cNvSpPr>
          <p:nvPr/>
        </p:nvSpPr>
        <p:spPr bwMode="auto">
          <a:xfrm>
            <a:off x="495300" y="6553200"/>
            <a:ext cx="8915400" cy="0"/>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en-VN"/>
          </a:p>
        </p:txBody>
      </p:sp>
    </p:spTree>
  </p:cSld>
  <p:clrMap bg1="lt1" tx1="dk1" bg2="lt2" tx2="dk2" accent1="accent1" accent2="accent2" accent3="accent3" accent4="accent4" accent5="accent5" accent6="accent6" hlink="hlink" folHlink="folHlink"/>
  <p:sldLayoutIdLst>
    <p:sldLayoutId id="2147483869" r:id="rId1"/>
    <p:sldLayoutId id="2147483858" r:id="rId2"/>
    <p:sldLayoutId id="2147483859" r:id="rId3"/>
    <p:sldLayoutId id="2147483860" r:id="rId4"/>
    <p:sldLayoutId id="2147483861" r:id="rId5"/>
    <p:sldLayoutId id="2147483862" r:id="rId6"/>
    <p:sldLayoutId id="2147483863" r:id="rId7"/>
    <p:sldLayoutId id="2147483864" r:id="rId8"/>
    <p:sldLayoutId id="2147483865" r:id="rId9"/>
    <p:sldLayoutId id="2147483866" r:id="rId10"/>
    <p:sldLayoutId id="2147483867" r:id="rId11"/>
    <p:sldLayoutId id="2147483868" r:id="rId12"/>
  </p:sldLayoutIdLst>
  <p:hf hdr="0" ftr="0"/>
  <p:txStyles>
    <p:titleStyle>
      <a:lvl1pPr algn="l" rtl="0" eaLnBrk="0" fontAlgn="base" hangingPunct="0">
        <a:spcBef>
          <a:spcPct val="0"/>
        </a:spcBef>
        <a:spcAft>
          <a:spcPct val="0"/>
        </a:spcAft>
        <a:defRPr sz="3900" b="1">
          <a:solidFill>
            <a:schemeClr val="tx1"/>
          </a:solidFill>
          <a:latin typeface="+mj-lt"/>
          <a:ea typeface="+mj-ea"/>
          <a:cs typeface="+mj-cs"/>
        </a:defRPr>
      </a:lvl1pPr>
      <a:lvl2pPr algn="l" rtl="0" eaLnBrk="0" fontAlgn="base" hangingPunct="0">
        <a:spcBef>
          <a:spcPct val="0"/>
        </a:spcBef>
        <a:spcAft>
          <a:spcPct val="0"/>
        </a:spcAft>
        <a:defRPr sz="3900" b="1">
          <a:solidFill>
            <a:schemeClr val="tx1"/>
          </a:solidFill>
          <a:latin typeface="Verdana" pitchFamily="34" charset="0"/>
        </a:defRPr>
      </a:lvl2pPr>
      <a:lvl3pPr algn="l" rtl="0" eaLnBrk="0" fontAlgn="base" hangingPunct="0">
        <a:spcBef>
          <a:spcPct val="0"/>
        </a:spcBef>
        <a:spcAft>
          <a:spcPct val="0"/>
        </a:spcAft>
        <a:defRPr sz="3900" b="1">
          <a:solidFill>
            <a:schemeClr val="tx1"/>
          </a:solidFill>
          <a:latin typeface="Verdana" pitchFamily="34" charset="0"/>
        </a:defRPr>
      </a:lvl3pPr>
      <a:lvl4pPr algn="l" rtl="0" eaLnBrk="0" fontAlgn="base" hangingPunct="0">
        <a:spcBef>
          <a:spcPct val="0"/>
        </a:spcBef>
        <a:spcAft>
          <a:spcPct val="0"/>
        </a:spcAft>
        <a:defRPr sz="3900" b="1">
          <a:solidFill>
            <a:schemeClr val="tx1"/>
          </a:solidFill>
          <a:latin typeface="Verdana" pitchFamily="34" charset="0"/>
        </a:defRPr>
      </a:lvl4pPr>
      <a:lvl5pPr algn="l" rtl="0" eaLnBrk="0" fontAlgn="base" hangingPunct="0">
        <a:spcBef>
          <a:spcPct val="0"/>
        </a:spcBef>
        <a:spcAft>
          <a:spcPct val="0"/>
        </a:spcAft>
        <a:defRPr sz="3900" b="1">
          <a:solidFill>
            <a:schemeClr val="tx1"/>
          </a:solidFill>
          <a:latin typeface="Verdana" pitchFamily="34" charset="0"/>
        </a:defRPr>
      </a:lvl5pPr>
      <a:lvl6pPr marL="457200" algn="l" rtl="0" fontAlgn="base">
        <a:spcBef>
          <a:spcPct val="0"/>
        </a:spcBef>
        <a:spcAft>
          <a:spcPct val="0"/>
        </a:spcAft>
        <a:defRPr sz="3900" b="1">
          <a:solidFill>
            <a:schemeClr val="tx1"/>
          </a:solidFill>
          <a:latin typeface="Verdana" pitchFamily="34" charset="0"/>
        </a:defRPr>
      </a:lvl6pPr>
      <a:lvl7pPr marL="914400" algn="l" rtl="0" fontAlgn="base">
        <a:spcBef>
          <a:spcPct val="0"/>
        </a:spcBef>
        <a:spcAft>
          <a:spcPct val="0"/>
        </a:spcAft>
        <a:defRPr sz="3900" b="1">
          <a:solidFill>
            <a:schemeClr val="tx1"/>
          </a:solidFill>
          <a:latin typeface="Verdana" pitchFamily="34" charset="0"/>
        </a:defRPr>
      </a:lvl7pPr>
      <a:lvl8pPr marL="1371600" algn="l" rtl="0" fontAlgn="base">
        <a:spcBef>
          <a:spcPct val="0"/>
        </a:spcBef>
        <a:spcAft>
          <a:spcPct val="0"/>
        </a:spcAft>
        <a:defRPr sz="3900" b="1">
          <a:solidFill>
            <a:schemeClr val="tx1"/>
          </a:solidFill>
          <a:latin typeface="Verdana" pitchFamily="34" charset="0"/>
        </a:defRPr>
      </a:lvl8pPr>
      <a:lvl9pPr marL="1828800" algn="l" rtl="0" fontAlgn="base">
        <a:spcBef>
          <a:spcPct val="0"/>
        </a:spcBef>
        <a:spcAft>
          <a:spcPct val="0"/>
        </a:spcAft>
        <a:defRPr sz="3900" b="1">
          <a:solidFill>
            <a:schemeClr val="tx1"/>
          </a:solidFill>
          <a:latin typeface="Verdana" pitchFamily="34" charset="0"/>
        </a:defRPr>
      </a:lvl9pPr>
    </p:titleStyle>
    <p:bodyStyle>
      <a:lvl1pPr marL="342900" indent="-342900" algn="just" rtl="0" eaLnBrk="0" fontAlgn="base" hangingPunct="0">
        <a:spcBef>
          <a:spcPct val="20000"/>
        </a:spcBef>
        <a:spcAft>
          <a:spcPct val="0"/>
        </a:spcAft>
        <a:buClr>
          <a:srgbClr val="CC0000"/>
        </a:buClr>
        <a:buFont typeface="Wingdings 2" pitchFamily="2" charset="2"/>
        <a:buChar char="¡"/>
        <a:defRPr sz="2600">
          <a:solidFill>
            <a:schemeClr val="tx1"/>
          </a:solidFill>
          <a:latin typeface="+mn-lt"/>
          <a:ea typeface="+mn-ea"/>
          <a:cs typeface="+mn-cs"/>
        </a:defRPr>
      </a:lvl1pPr>
      <a:lvl2pPr marL="669925" indent="-325438" algn="just" rtl="0" eaLnBrk="0" fontAlgn="base" hangingPunct="0">
        <a:spcBef>
          <a:spcPct val="20000"/>
        </a:spcBef>
        <a:spcAft>
          <a:spcPct val="0"/>
        </a:spcAft>
        <a:buClr>
          <a:srgbClr val="CC0000"/>
        </a:buClr>
        <a:buFont typeface="Arial" panose="020B0604020202020204" pitchFamily="34" charset="0"/>
        <a:buChar char="-"/>
        <a:defRPr sz="2300">
          <a:solidFill>
            <a:schemeClr val="tx1"/>
          </a:solidFill>
          <a:latin typeface="+mn-lt"/>
        </a:defRPr>
      </a:lvl2pPr>
      <a:lvl3pPr marL="1022350" indent="-350838" algn="just" rtl="0" eaLnBrk="0" fontAlgn="base" hangingPunct="0">
        <a:spcBef>
          <a:spcPct val="20000"/>
        </a:spcBef>
        <a:spcAft>
          <a:spcPct val="0"/>
        </a:spcAft>
        <a:buClr>
          <a:srgbClr val="CC0000"/>
        </a:buClr>
        <a:buFont typeface="Wingdings" pitchFamily="2" charset="2"/>
        <a:buChar char=""/>
        <a:defRPr sz="2000">
          <a:solidFill>
            <a:schemeClr val="tx1"/>
          </a:solidFill>
          <a:latin typeface="+mn-lt"/>
        </a:defRPr>
      </a:lvl3pPr>
      <a:lvl4pPr marL="1339850" indent="-315913" algn="just" rtl="0" eaLnBrk="0" fontAlgn="base" hangingPunct="0">
        <a:spcBef>
          <a:spcPct val="20000"/>
        </a:spcBef>
        <a:spcAft>
          <a:spcPct val="0"/>
        </a:spcAft>
        <a:buClr>
          <a:srgbClr val="CC0000"/>
        </a:buClr>
        <a:buFont typeface="Symbol" pitchFamily="2" charset="2"/>
        <a:buChar char="*"/>
        <a:defRPr sz="1700">
          <a:solidFill>
            <a:schemeClr val="tx1"/>
          </a:solidFill>
          <a:latin typeface="+mn-lt"/>
        </a:defRPr>
      </a:lvl4pPr>
      <a:lvl5pPr marL="1681163" indent="-339725" algn="just" rtl="0" eaLnBrk="0" fontAlgn="base" hangingPunct="0">
        <a:spcBef>
          <a:spcPct val="20000"/>
        </a:spcBef>
        <a:spcAft>
          <a:spcPct val="0"/>
        </a:spcAft>
        <a:buClr>
          <a:srgbClr val="CC0000"/>
        </a:buClr>
        <a:buFont typeface="Wingdings" pitchFamily="2" charset="2"/>
        <a:buChar char="§"/>
        <a:defRPr sz="1400">
          <a:solidFill>
            <a:schemeClr val="tx1"/>
          </a:solidFill>
          <a:latin typeface="+mn-lt"/>
        </a:defRPr>
      </a:lvl5pPr>
      <a:lvl6pPr marL="2138363" indent="-339725" algn="just" rtl="0" fontAlgn="base">
        <a:spcBef>
          <a:spcPct val="20000"/>
        </a:spcBef>
        <a:spcAft>
          <a:spcPct val="0"/>
        </a:spcAft>
        <a:buClr>
          <a:srgbClr val="CC0000"/>
        </a:buClr>
        <a:buFont typeface="Wingdings" pitchFamily="2" charset="2"/>
        <a:buChar char="§"/>
        <a:defRPr sz="1400">
          <a:solidFill>
            <a:schemeClr val="tx1"/>
          </a:solidFill>
          <a:latin typeface="+mn-lt"/>
        </a:defRPr>
      </a:lvl6pPr>
      <a:lvl7pPr marL="2595563" indent="-339725" algn="just" rtl="0" fontAlgn="base">
        <a:spcBef>
          <a:spcPct val="20000"/>
        </a:spcBef>
        <a:spcAft>
          <a:spcPct val="0"/>
        </a:spcAft>
        <a:buClr>
          <a:srgbClr val="CC0000"/>
        </a:buClr>
        <a:buFont typeface="Wingdings" pitchFamily="2" charset="2"/>
        <a:buChar char="§"/>
        <a:defRPr sz="1400">
          <a:solidFill>
            <a:schemeClr val="tx1"/>
          </a:solidFill>
          <a:latin typeface="+mn-lt"/>
        </a:defRPr>
      </a:lvl7pPr>
      <a:lvl8pPr marL="3052763" indent="-339725" algn="just" rtl="0" fontAlgn="base">
        <a:spcBef>
          <a:spcPct val="20000"/>
        </a:spcBef>
        <a:spcAft>
          <a:spcPct val="0"/>
        </a:spcAft>
        <a:buClr>
          <a:srgbClr val="CC0000"/>
        </a:buClr>
        <a:buFont typeface="Wingdings" pitchFamily="2" charset="2"/>
        <a:buChar char="§"/>
        <a:defRPr sz="1400">
          <a:solidFill>
            <a:schemeClr val="tx1"/>
          </a:solidFill>
          <a:latin typeface="+mn-lt"/>
        </a:defRPr>
      </a:lvl8pPr>
      <a:lvl9pPr marL="3509963" indent="-339725" algn="just" rtl="0" fontAlgn="base">
        <a:spcBef>
          <a:spcPct val="20000"/>
        </a:spcBef>
        <a:spcAft>
          <a:spcPct val="0"/>
        </a:spcAft>
        <a:buClr>
          <a:srgbClr val="CC0000"/>
        </a:buClr>
        <a:buFont typeface="Wingdings" pitchFamily="2" charset="2"/>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minhthai@huflit.edu.v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15.emf"/><Relationship Id="rId5" Type="http://schemas.openxmlformats.org/officeDocument/2006/relationships/image" Target="../media/image14.emf"/><Relationship Id="rId4" Type="http://schemas.openxmlformats.org/officeDocument/2006/relationships/image" Target="../media/image13.emf"/></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98ECB038-B847-8C4B-82D6-9A7B25F09169}"/>
              </a:ext>
            </a:extLst>
          </p:cNvPr>
          <p:cNvSpPr>
            <a:spLocks noGrp="1" noChangeArrowheads="1"/>
          </p:cNvSpPr>
          <p:nvPr>
            <p:ph type="ctrTitle"/>
          </p:nvPr>
        </p:nvSpPr>
        <p:spPr>
          <a:xfrm>
            <a:off x="990600" y="2438400"/>
            <a:ext cx="7842250" cy="914400"/>
          </a:xfrm>
        </p:spPr>
        <p:txBody>
          <a:bodyPr/>
          <a:lstStyle/>
          <a:p>
            <a:pPr algn="ctr" eaLnBrk="1" hangingPunct="1">
              <a:defRPr/>
            </a:pPr>
            <a:r>
              <a:rPr lang="vi-VN" sz="4000" dirty="0">
                <a:effectLst>
                  <a:outerShdw blurRad="38100" dist="38100" dir="2700000" algn="tl">
                    <a:srgbClr val="C0C0C0"/>
                  </a:outerShdw>
                </a:effectLst>
              </a:rPr>
              <a:t>Chương</a:t>
            </a:r>
            <a:r>
              <a:rPr lang="en-US" sz="4000" dirty="0">
                <a:effectLst>
                  <a:outerShdw blurRad="38100" dist="38100" dir="2700000" algn="tl">
                    <a:srgbClr val="C0C0C0"/>
                  </a:outerShdw>
                </a:effectLst>
              </a:rPr>
              <a:t> </a:t>
            </a:r>
            <a:r>
              <a:rPr lang="vi-VN" sz="4000" dirty="0">
                <a:effectLst>
                  <a:outerShdw blurRad="38100" dist="38100" dir="2700000" algn="tl">
                    <a:srgbClr val="C0C0C0"/>
                  </a:outerShdw>
                </a:effectLst>
              </a:rPr>
              <a:t>0</a:t>
            </a:r>
            <a:r>
              <a:rPr lang="en-US" sz="4000" dirty="0">
                <a:effectLst>
                  <a:outerShdw blurRad="38100" dist="38100" dir="2700000" algn="tl">
                    <a:srgbClr val="C0C0C0"/>
                  </a:outerShdw>
                </a:effectLst>
              </a:rPr>
              <a:t>1</a:t>
            </a:r>
          </a:p>
        </p:txBody>
      </p:sp>
      <p:sp>
        <p:nvSpPr>
          <p:cNvPr id="2053" name="Rectangle 5">
            <a:extLst>
              <a:ext uri="{FF2B5EF4-FFF2-40B4-BE49-F238E27FC236}">
                <a16:creationId xmlns:a16="http://schemas.microsoft.com/office/drawing/2014/main" id="{B97A96A4-4D49-FC44-8A5C-635718DA7ED9}"/>
              </a:ext>
            </a:extLst>
          </p:cNvPr>
          <p:cNvSpPr>
            <a:spLocks noChangeArrowheads="1"/>
          </p:cNvSpPr>
          <p:nvPr/>
        </p:nvSpPr>
        <p:spPr bwMode="auto">
          <a:xfrm>
            <a:off x="381000" y="3276600"/>
            <a:ext cx="9144000" cy="1524000"/>
          </a:xfrm>
          <a:prstGeom prst="rect">
            <a:avLst/>
          </a:prstGeom>
          <a:noFill/>
          <a:ln w="9525">
            <a:noFill/>
            <a:miter lim="800000"/>
            <a:headEnd/>
            <a:tailEnd/>
          </a:ln>
          <a:effectLst/>
        </p:spPr>
        <p:txBody>
          <a:bodyPr/>
          <a:lstStyle/>
          <a:p>
            <a:pPr algn="ctr" eaLnBrk="1" hangingPunct="1">
              <a:defRPr/>
            </a:pPr>
            <a:r>
              <a:rPr lang="en-US" sz="4400" b="1" dirty="0">
                <a:effectLst>
                  <a:outerShdw blurRad="38100" dist="38100" dir="2700000" algn="tl">
                    <a:srgbClr val="C0C0C0"/>
                  </a:outerShdw>
                </a:effectLst>
                <a:latin typeface="Verdana" pitchFamily="34" charset="0"/>
              </a:rPr>
              <a:t>Tổng </a:t>
            </a:r>
            <a:r>
              <a:rPr lang="en-US" sz="4400" b="1" dirty="0" err="1">
                <a:effectLst>
                  <a:outerShdw blurRad="38100" dist="38100" dir="2700000" algn="tl">
                    <a:srgbClr val="C0C0C0"/>
                  </a:outerShdw>
                </a:effectLst>
                <a:latin typeface="Verdana" pitchFamily="34" charset="0"/>
              </a:rPr>
              <a:t>quan</a:t>
            </a:r>
            <a:r>
              <a:rPr lang="en-US" sz="4400" b="1" dirty="0">
                <a:effectLst>
                  <a:outerShdw blurRad="38100" dist="38100" dir="2700000" algn="tl">
                    <a:srgbClr val="C0C0C0"/>
                  </a:outerShdw>
                </a:effectLst>
                <a:latin typeface="Verdana" pitchFamily="34" charset="0"/>
              </a:rPr>
              <a:t> </a:t>
            </a:r>
            <a:r>
              <a:rPr lang="en-US" sz="4400" b="1" dirty="0" err="1">
                <a:effectLst>
                  <a:outerShdw blurRad="38100" dist="38100" dir="2700000" algn="tl">
                    <a:srgbClr val="C0C0C0"/>
                  </a:outerShdw>
                </a:effectLst>
                <a:latin typeface="Verdana" pitchFamily="34" charset="0"/>
              </a:rPr>
              <a:t>về</a:t>
            </a:r>
            <a:r>
              <a:rPr lang="en-US" sz="4400" b="1" dirty="0">
                <a:effectLst>
                  <a:outerShdw blurRad="38100" dist="38100" dir="2700000" algn="tl">
                    <a:srgbClr val="C0C0C0"/>
                  </a:outerShdw>
                </a:effectLst>
                <a:latin typeface="Verdana" pitchFamily="34" charset="0"/>
              </a:rPr>
              <a:t> </a:t>
            </a:r>
            <a:r>
              <a:rPr lang="vi-VN" sz="4400" b="1" dirty="0">
                <a:effectLst>
                  <a:outerShdw blurRad="38100" dist="38100" dir="2700000" algn="tl">
                    <a:srgbClr val="C0C0C0"/>
                  </a:outerShdw>
                </a:effectLst>
                <a:latin typeface="Verdana" pitchFamily="34" charset="0"/>
              </a:rPr>
              <a:t>Cơ sở dữ liệu </a:t>
            </a:r>
          </a:p>
          <a:p>
            <a:pPr algn="ctr" eaLnBrk="1" hangingPunct="1">
              <a:defRPr/>
            </a:pPr>
            <a:r>
              <a:rPr lang="en-US" sz="4400" i="1" dirty="0">
                <a:effectLst>
                  <a:outerShdw blurRad="38100" dist="38100" dir="2700000" algn="tl">
                    <a:srgbClr val="C0C0C0"/>
                  </a:outerShdw>
                </a:effectLst>
                <a:latin typeface="Verdana" pitchFamily="34" charset="0"/>
              </a:rPr>
              <a:t>(</a:t>
            </a:r>
            <a:r>
              <a:rPr lang="vi-VN" sz="4400" i="1" dirty="0">
                <a:effectLst>
                  <a:outerShdw blurRad="38100" dist="38100" dir="2700000" algn="tl">
                    <a:srgbClr val="C0C0C0"/>
                  </a:outerShdw>
                </a:effectLst>
                <a:latin typeface="Verdana" pitchFamily="34" charset="0"/>
              </a:rPr>
              <a:t>0</a:t>
            </a:r>
            <a:r>
              <a:rPr lang="en-US" sz="4400" i="1" dirty="0">
                <a:effectLst>
                  <a:outerShdw blurRad="38100" dist="38100" dir="2700000" algn="tl">
                    <a:srgbClr val="C0C0C0"/>
                  </a:outerShdw>
                </a:effectLst>
                <a:latin typeface="Verdana" pitchFamily="34" charset="0"/>
              </a:rPr>
              <a:t>3 </a:t>
            </a:r>
            <a:r>
              <a:rPr lang="en-US" sz="4400" i="1" dirty="0" err="1">
                <a:effectLst>
                  <a:outerShdw blurRad="38100" dist="38100" dir="2700000" algn="tl">
                    <a:srgbClr val="C0C0C0"/>
                  </a:outerShdw>
                </a:effectLst>
                <a:latin typeface="Verdana" pitchFamily="34" charset="0"/>
              </a:rPr>
              <a:t>tiết</a:t>
            </a:r>
            <a:r>
              <a:rPr lang="en-US" sz="4400" i="1" dirty="0">
                <a:effectLst>
                  <a:outerShdw blurRad="38100" dist="38100" dir="2700000" algn="tl">
                    <a:srgbClr val="C0C0C0"/>
                  </a:outerShdw>
                </a:effectLst>
                <a:latin typeface="Verdana" pitchFamily="34" charset="0"/>
              </a:rPr>
              <a:t>)</a:t>
            </a:r>
          </a:p>
        </p:txBody>
      </p:sp>
      <p:sp>
        <p:nvSpPr>
          <p:cNvPr id="5124" name="Rectangle 6">
            <a:extLst>
              <a:ext uri="{FF2B5EF4-FFF2-40B4-BE49-F238E27FC236}">
                <a16:creationId xmlns:a16="http://schemas.microsoft.com/office/drawing/2014/main" id="{EBE12804-817B-3F4D-8F44-DA6BB41033C0}"/>
              </a:ext>
            </a:extLst>
          </p:cNvPr>
          <p:cNvSpPr>
            <a:spLocks noGrp="1" noChangeArrowheads="1"/>
          </p:cNvSpPr>
          <p:nvPr>
            <p:ph type="subTitle" idx="1"/>
          </p:nvPr>
        </p:nvSpPr>
        <p:spPr>
          <a:xfrm>
            <a:off x="1320800" y="5257800"/>
            <a:ext cx="7099300" cy="990600"/>
          </a:xfrm>
        </p:spPr>
        <p:txBody>
          <a:bodyPr/>
          <a:lstStyle/>
          <a:p>
            <a:pPr eaLnBrk="1" hangingPunct="1">
              <a:buFont typeface="Wingdings 2" pitchFamily="2" charset="2"/>
              <a:buNone/>
            </a:pPr>
            <a:r>
              <a:rPr lang="vi-VN" altLang="en-US" dirty="0"/>
              <a:t>GV: </a:t>
            </a:r>
            <a:r>
              <a:rPr lang="en-US" altLang="en-US" dirty="0"/>
              <a:t>TS. Trần Minh Thái – </a:t>
            </a:r>
            <a:r>
              <a:rPr lang="en-US" altLang="en-US" dirty="0" err="1">
                <a:hlinkClick r:id="rId3"/>
              </a:rPr>
              <a:t>thai</a:t>
            </a:r>
            <a:r>
              <a:rPr lang="vi-VN" altLang="en-US" dirty="0">
                <a:hlinkClick r:id="rId3"/>
              </a:rPr>
              <a:t>tm</a:t>
            </a:r>
            <a:r>
              <a:rPr lang="en-US" altLang="en-US" dirty="0">
                <a:hlinkClick r:id="rId3"/>
              </a:rPr>
              <a:t>@huflit.edu.vn</a:t>
            </a:r>
            <a:endParaRPr lang="en-US" altLang="en-US" dirty="0"/>
          </a:p>
          <a:p>
            <a:pPr eaLnBrk="1" hangingPunct="1">
              <a:buFont typeface="Wingdings 2" pitchFamily="2" charset="2"/>
              <a:buNone/>
            </a:pPr>
            <a:r>
              <a:rPr lang="en-US" altLang="en-US" dirty="0" err="1"/>
              <a:t>Cập</a:t>
            </a:r>
            <a:r>
              <a:rPr lang="en-US" altLang="en-US" dirty="0"/>
              <a:t> </a:t>
            </a:r>
            <a:r>
              <a:rPr lang="en-US" altLang="en-US" dirty="0" err="1"/>
              <a:t>nhật</a:t>
            </a:r>
            <a:r>
              <a:rPr lang="en-US" altLang="en-US" dirty="0"/>
              <a:t>: 03/</a:t>
            </a:r>
            <a:r>
              <a:rPr lang="vi-VN" altLang="en-US" dirty="0"/>
              <a:t>02</a:t>
            </a:r>
            <a:r>
              <a:rPr lang="en-US" altLang="en-US" dirty="0"/>
              <a:t>/</a:t>
            </a:r>
            <a:r>
              <a:rPr lang="vi-VN" altLang="en-US" dirty="0"/>
              <a:t>2023</a:t>
            </a:r>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ntr" presetSubtype="0" fill="hold" grpId="0" nodeType="withEffect">
                                  <p:stCondLst>
                                    <p:cond delay="0"/>
                                  </p:stCondLst>
                                  <p:childTnLst>
                                    <p:set>
                                      <p:cBhvr>
                                        <p:cTn id="6" dur="1" fill="hold">
                                          <p:stCondLst>
                                            <p:cond delay="0"/>
                                          </p:stCondLst>
                                        </p:cTn>
                                        <p:tgtEl>
                                          <p:spTgt spid="2053"/>
                                        </p:tgtEl>
                                        <p:attrNameLst>
                                          <p:attrName>style.visibility</p:attrName>
                                        </p:attrNameLst>
                                      </p:cBhvr>
                                      <p:to>
                                        <p:strVal val="visible"/>
                                      </p:to>
                                    </p:set>
                                    <p:animEffect transition="in" filter="wipe(down)">
                                      <p:cBhvr>
                                        <p:cTn id="7" dur="580">
                                          <p:stCondLst>
                                            <p:cond delay="0"/>
                                          </p:stCondLst>
                                        </p:cTn>
                                        <p:tgtEl>
                                          <p:spTgt spid="2053"/>
                                        </p:tgtEl>
                                      </p:cBhvr>
                                    </p:animEffect>
                                    <p:anim calcmode="lin" valueType="num">
                                      <p:cBhvr>
                                        <p:cTn id="8" dur="1822" tmFilter="0,0; 0.14,0.36; 0.43,0.73; 0.71,0.91; 1.0,1.0">
                                          <p:stCondLst>
                                            <p:cond delay="0"/>
                                          </p:stCondLst>
                                        </p:cTn>
                                        <p:tgtEl>
                                          <p:spTgt spid="205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05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05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05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053"/>
                                        </p:tgtEl>
                                        <p:attrNameLst>
                                          <p:attrName>ppt_y</p:attrName>
                                        </p:attrNameLst>
                                      </p:cBhvr>
                                      <p:tavLst>
                                        <p:tav tm="0" fmla="#ppt_y-sin(pi*$)/81">
                                          <p:val>
                                            <p:fltVal val="0"/>
                                          </p:val>
                                        </p:tav>
                                        <p:tav tm="100000">
                                          <p:val>
                                            <p:fltVal val="1"/>
                                          </p:val>
                                        </p:tav>
                                      </p:tavLst>
                                    </p:anim>
                                    <p:animScale>
                                      <p:cBhvr>
                                        <p:cTn id="13" dur="26">
                                          <p:stCondLst>
                                            <p:cond delay="650"/>
                                          </p:stCondLst>
                                        </p:cTn>
                                        <p:tgtEl>
                                          <p:spTgt spid="2053"/>
                                        </p:tgtEl>
                                      </p:cBhvr>
                                      <p:to x="100000" y="60000"/>
                                    </p:animScale>
                                    <p:animScale>
                                      <p:cBhvr>
                                        <p:cTn id="14" dur="166" decel="50000">
                                          <p:stCondLst>
                                            <p:cond delay="676"/>
                                          </p:stCondLst>
                                        </p:cTn>
                                        <p:tgtEl>
                                          <p:spTgt spid="2053"/>
                                        </p:tgtEl>
                                      </p:cBhvr>
                                      <p:to x="100000" y="100000"/>
                                    </p:animScale>
                                    <p:animScale>
                                      <p:cBhvr>
                                        <p:cTn id="15" dur="26">
                                          <p:stCondLst>
                                            <p:cond delay="1312"/>
                                          </p:stCondLst>
                                        </p:cTn>
                                        <p:tgtEl>
                                          <p:spTgt spid="2053"/>
                                        </p:tgtEl>
                                      </p:cBhvr>
                                      <p:to x="100000" y="80000"/>
                                    </p:animScale>
                                    <p:animScale>
                                      <p:cBhvr>
                                        <p:cTn id="16" dur="166" decel="50000">
                                          <p:stCondLst>
                                            <p:cond delay="1338"/>
                                          </p:stCondLst>
                                        </p:cTn>
                                        <p:tgtEl>
                                          <p:spTgt spid="2053"/>
                                        </p:tgtEl>
                                      </p:cBhvr>
                                      <p:to x="100000" y="100000"/>
                                    </p:animScale>
                                    <p:animScale>
                                      <p:cBhvr>
                                        <p:cTn id="17" dur="26">
                                          <p:stCondLst>
                                            <p:cond delay="1642"/>
                                          </p:stCondLst>
                                        </p:cTn>
                                        <p:tgtEl>
                                          <p:spTgt spid="2053"/>
                                        </p:tgtEl>
                                      </p:cBhvr>
                                      <p:to x="100000" y="90000"/>
                                    </p:animScale>
                                    <p:animScale>
                                      <p:cBhvr>
                                        <p:cTn id="18" dur="166" decel="50000">
                                          <p:stCondLst>
                                            <p:cond delay="1668"/>
                                          </p:stCondLst>
                                        </p:cTn>
                                        <p:tgtEl>
                                          <p:spTgt spid="2053"/>
                                        </p:tgtEl>
                                      </p:cBhvr>
                                      <p:to x="100000" y="100000"/>
                                    </p:animScale>
                                    <p:animScale>
                                      <p:cBhvr>
                                        <p:cTn id="19" dur="26">
                                          <p:stCondLst>
                                            <p:cond delay="1808"/>
                                          </p:stCondLst>
                                        </p:cTn>
                                        <p:tgtEl>
                                          <p:spTgt spid="2053"/>
                                        </p:tgtEl>
                                      </p:cBhvr>
                                      <p:to x="100000" y="95000"/>
                                    </p:animScale>
                                    <p:animScale>
                                      <p:cBhvr>
                                        <p:cTn id="20" dur="166" decel="50000">
                                          <p:stCondLst>
                                            <p:cond delay="1834"/>
                                          </p:stCondLst>
                                        </p:cTn>
                                        <p:tgtEl>
                                          <p:spTgt spid="2053"/>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2050"/>
                                        </p:tgtEl>
                                        <p:attrNameLst>
                                          <p:attrName>style.visibility</p:attrName>
                                        </p:attrNameLst>
                                      </p:cBhvr>
                                      <p:to>
                                        <p:strVal val="visible"/>
                                      </p:to>
                                    </p:set>
                                    <p:animEffect transition="in" filter="wipe(down)">
                                      <p:cBhvr>
                                        <p:cTn id="23" dur="580">
                                          <p:stCondLst>
                                            <p:cond delay="0"/>
                                          </p:stCondLst>
                                        </p:cTn>
                                        <p:tgtEl>
                                          <p:spTgt spid="2050"/>
                                        </p:tgtEl>
                                      </p:cBhvr>
                                    </p:animEffect>
                                    <p:anim calcmode="lin" valueType="num">
                                      <p:cBhvr>
                                        <p:cTn id="24" dur="1822" tmFilter="0,0; 0.14,0.36; 0.43,0.73; 0.71,0.91; 1.0,1.0">
                                          <p:stCondLst>
                                            <p:cond delay="0"/>
                                          </p:stCondLst>
                                        </p:cTn>
                                        <p:tgtEl>
                                          <p:spTgt spid="2050"/>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2050"/>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2050"/>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2050"/>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2050"/>
                                        </p:tgtEl>
                                        <p:attrNameLst>
                                          <p:attrName>ppt_y</p:attrName>
                                        </p:attrNameLst>
                                      </p:cBhvr>
                                      <p:tavLst>
                                        <p:tav tm="0" fmla="#ppt_y-sin(pi*$)/81">
                                          <p:val>
                                            <p:fltVal val="0"/>
                                          </p:val>
                                        </p:tav>
                                        <p:tav tm="100000">
                                          <p:val>
                                            <p:fltVal val="1"/>
                                          </p:val>
                                        </p:tav>
                                      </p:tavLst>
                                    </p:anim>
                                    <p:animScale>
                                      <p:cBhvr>
                                        <p:cTn id="29" dur="26">
                                          <p:stCondLst>
                                            <p:cond delay="650"/>
                                          </p:stCondLst>
                                        </p:cTn>
                                        <p:tgtEl>
                                          <p:spTgt spid="2050"/>
                                        </p:tgtEl>
                                      </p:cBhvr>
                                      <p:to x="100000" y="60000"/>
                                    </p:animScale>
                                    <p:animScale>
                                      <p:cBhvr>
                                        <p:cTn id="30" dur="166" decel="50000">
                                          <p:stCondLst>
                                            <p:cond delay="676"/>
                                          </p:stCondLst>
                                        </p:cTn>
                                        <p:tgtEl>
                                          <p:spTgt spid="2050"/>
                                        </p:tgtEl>
                                      </p:cBhvr>
                                      <p:to x="100000" y="100000"/>
                                    </p:animScale>
                                    <p:animScale>
                                      <p:cBhvr>
                                        <p:cTn id="31" dur="26">
                                          <p:stCondLst>
                                            <p:cond delay="1312"/>
                                          </p:stCondLst>
                                        </p:cTn>
                                        <p:tgtEl>
                                          <p:spTgt spid="2050"/>
                                        </p:tgtEl>
                                      </p:cBhvr>
                                      <p:to x="100000" y="80000"/>
                                    </p:animScale>
                                    <p:animScale>
                                      <p:cBhvr>
                                        <p:cTn id="32" dur="166" decel="50000">
                                          <p:stCondLst>
                                            <p:cond delay="1338"/>
                                          </p:stCondLst>
                                        </p:cTn>
                                        <p:tgtEl>
                                          <p:spTgt spid="2050"/>
                                        </p:tgtEl>
                                      </p:cBhvr>
                                      <p:to x="100000" y="100000"/>
                                    </p:animScale>
                                    <p:animScale>
                                      <p:cBhvr>
                                        <p:cTn id="33" dur="26">
                                          <p:stCondLst>
                                            <p:cond delay="1642"/>
                                          </p:stCondLst>
                                        </p:cTn>
                                        <p:tgtEl>
                                          <p:spTgt spid="2050"/>
                                        </p:tgtEl>
                                      </p:cBhvr>
                                      <p:to x="100000" y="90000"/>
                                    </p:animScale>
                                    <p:animScale>
                                      <p:cBhvr>
                                        <p:cTn id="34" dur="166" decel="50000">
                                          <p:stCondLst>
                                            <p:cond delay="1668"/>
                                          </p:stCondLst>
                                        </p:cTn>
                                        <p:tgtEl>
                                          <p:spTgt spid="2050"/>
                                        </p:tgtEl>
                                      </p:cBhvr>
                                      <p:to x="100000" y="100000"/>
                                    </p:animScale>
                                    <p:animScale>
                                      <p:cBhvr>
                                        <p:cTn id="35" dur="26">
                                          <p:stCondLst>
                                            <p:cond delay="1808"/>
                                          </p:stCondLst>
                                        </p:cTn>
                                        <p:tgtEl>
                                          <p:spTgt spid="2050"/>
                                        </p:tgtEl>
                                      </p:cBhvr>
                                      <p:to x="100000" y="95000"/>
                                    </p:animScale>
                                    <p:animScale>
                                      <p:cBhvr>
                                        <p:cTn id="36" dur="166" decel="50000">
                                          <p:stCondLst>
                                            <p:cond delay="1834"/>
                                          </p:stCondLst>
                                        </p:cTn>
                                        <p:tgtEl>
                                          <p:spTgt spid="205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0" grpId="0"/>
      <p:bldP spid="205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057999-274E-E643-AC47-07E96B643406}"/>
              </a:ext>
            </a:extLst>
          </p:cNvPr>
          <p:cNvSpPr>
            <a:spLocks noGrp="1"/>
          </p:cNvSpPr>
          <p:nvPr>
            <p:ph type="dt" sz="quarter" idx="10"/>
          </p:nvPr>
        </p:nvSpPr>
        <p:spPr/>
        <p:txBody>
          <a:bodyPr/>
          <a:lstStyle/>
          <a:p>
            <a:pPr>
              <a:defRPr/>
            </a:pPr>
            <a:r>
              <a:rPr lang="en-US" dirty="0" err="1"/>
              <a:t>Cơ</a:t>
            </a:r>
            <a:r>
              <a:rPr lang="en-US" dirty="0"/>
              <a:t> </a:t>
            </a:r>
            <a:r>
              <a:rPr lang="en-US" dirty="0" err="1"/>
              <a:t>sở</a:t>
            </a:r>
            <a:r>
              <a:rPr lang="en-US" dirty="0"/>
              <a:t> </a:t>
            </a:r>
            <a:r>
              <a:rPr lang="en-US" dirty="0" err="1"/>
              <a:t>dữ</a:t>
            </a:r>
            <a:r>
              <a:rPr lang="en-US" dirty="0"/>
              <a:t> </a:t>
            </a:r>
            <a:r>
              <a:rPr lang="en-US" dirty="0" err="1"/>
              <a:t>liệu</a:t>
            </a:r>
            <a:r>
              <a:rPr lang="en-US" dirty="0"/>
              <a:t> - </a:t>
            </a:r>
            <a:r>
              <a:rPr lang="en-US" dirty="0" err="1"/>
              <a:t>Bộ</a:t>
            </a:r>
            <a:r>
              <a:rPr lang="en-US" dirty="0"/>
              <a:t> </a:t>
            </a:r>
            <a:r>
              <a:rPr lang="en-US" dirty="0" err="1"/>
              <a:t>môn</a:t>
            </a:r>
            <a:r>
              <a:rPr lang="en-US" dirty="0"/>
              <a:t> </a:t>
            </a:r>
            <a:r>
              <a:rPr lang="en-US" dirty="0" err="1"/>
              <a:t>Hệ</a:t>
            </a:r>
            <a:r>
              <a:rPr lang="en-US" dirty="0"/>
              <a:t> </a:t>
            </a:r>
            <a:r>
              <a:rPr lang="en-US" dirty="0" err="1"/>
              <a:t>thống</a:t>
            </a:r>
            <a:r>
              <a:rPr lang="en-US" dirty="0"/>
              <a:t> </a:t>
            </a:r>
            <a:r>
              <a:rPr lang="en-US" dirty="0" err="1"/>
              <a:t>Thông</a:t>
            </a:r>
            <a:r>
              <a:rPr lang="en-US" dirty="0"/>
              <a:t> tin</a:t>
            </a:r>
            <a:endParaRPr lang="en-US" altLang="en-US" dirty="0"/>
          </a:p>
        </p:txBody>
      </p:sp>
      <p:sp>
        <p:nvSpPr>
          <p:cNvPr id="7171" name="Slide Number Placeholder 5">
            <a:extLst>
              <a:ext uri="{FF2B5EF4-FFF2-40B4-BE49-F238E27FC236}">
                <a16:creationId xmlns:a16="http://schemas.microsoft.com/office/drawing/2014/main" id="{43C36CF1-2523-3247-9DF4-B3BE4A9B5F5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r">
              <a:spcBef>
                <a:spcPct val="0"/>
              </a:spcBef>
              <a:buClrTx/>
              <a:buFontTx/>
              <a:buNone/>
            </a:pPr>
            <a:fld id="{CEA88DE5-FE9C-8640-B230-FD6ABBC169C1}" type="slidenum">
              <a:rPr lang="en-US" altLang="en-US" sz="1000" smtClean="0"/>
              <a:pPr algn="r">
                <a:spcBef>
                  <a:spcPct val="0"/>
                </a:spcBef>
                <a:buClrTx/>
                <a:buFontTx/>
                <a:buNone/>
              </a:pPr>
              <a:t>2</a:t>
            </a:fld>
            <a:endParaRPr lang="en-US" altLang="en-US" sz="1000"/>
          </a:p>
        </p:txBody>
      </p:sp>
      <p:sp>
        <p:nvSpPr>
          <p:cNvPr id="7172" name="Rectangle 2">
            <a:extLst>
              <a:ext uri="{FF2B5EF4-FFF2-40B4-BE49-F238E27FC236}">
                <a16:creationId xmlns:a16="http://schemas.microsoft.com/office/drawing/2014/main" id="{446E71A8-98E3-474A-9714-246E9025F504}"/>
              </a:ext>
            </a:extLst>
          </p:cNvPr>
          <p:cNvSpPr>
            <a:spLocks noGrp="1" noChangeArrowheads="1"/>
          </p:cNvSpPr>
          <p:nvPr>
            <p:ph type="title"/>
          </p:nvPr>
        </p:nvSpPr>
        <p:spPr>
          <a:xfrm>
            <a:off x="495300" y="354013"/>
            <a:ext cx="8915400" cy="620712"/>
          </a:xfrm>
        </p:spPr>
        <p:txBody>
          <a:bodyPr/>
          <a:lstStyle/>
          <a:p>
            <a:pPr eaLnBrk="1" hangingPunct="1"/>
            <a:r>
              <a:rPr lang="en-US" altLang="en-US" sz="3500" dirty="0" err="1"/>
              <a:t>Nội</a:t>
            </a:r>
            <a:r>
              <a:rPr lang="en-US" altLang="en-US" sz="3500" dirty="0"/>
              <a:t> </a:t>
            </a:r>
            <a:r>
              <a:rPr lang="vi-VN" altLang="en-US" sz="3500" dirty="0"/>
              <a:t>dung</a:t>
            </a:r>
            <a:endParaRPr lang="en-US" altLang="en-US" sz="3500" dirty="0"/>
          </a:p>
        </p:txBody>
      </p:sp>
      <p:sp>
        <p:nvSpPr>
          <p:cNvPr id="4101" name="Rectangle 3">
            <a:extLst>
              <a:ext uri="{FF2B5EF4-FFF2-40B4-BE49-F238E27FC236}">
                <a16:creationId xmlns:a16="http://schemas.microsoft.com/office/drawing/2014/main" id="{8F579FF0-27F1-C149-A91C-87347EFC7155}"/>
              </a:ext>
            </a:extLst>
          </p:cNvPr>
          <p:cNvSpPr>
            <a:spLocks noGrp="1" noChangeArrowheads="1"/>
          </p:cNvSpPr>
          <p:nvPr>
            <p:ph type="body" idx="1"/>
          </p:nvPr>
        </p:nvSpPr>
        <p:spPr>
          <a:xfrm>
            <a:off x="495300" y="1295400"/>
            <a:ext cx="8915400" cy="4835525"/>
          </a:xfrm>
        </p:spPr>
        <p:txBody>
          <a:bodyPr/>
          <a:lstStyle/>
          <a:p>
            <a:pPr marL="531812" indent="-514350">
              <a:buFont typeface="+mj-lt"/>
              <a:buAutoNum type="arabicPeriod"/>
              <a:defRPr/>
            </a:pPr>
            <a:r>
              <a:rPr lang="en-US" sz="2700" dirty="0" err="1"/>
              <a:t>Giới</a:t>
            </a:r>
            <a:r>
              <a:rPr lang="en-US" sz="2700" dirty="0"/>
              <a:t> </a:t>
            </a:r>
            <a:r>
              <a:rPr lang="en-US" sz="2700" dirty="0" err="1"/>
              <a:t>thiệu</a:t>
            </a:r>
            <a:endParaRPr lang="en-US" sz="2700" dirty="0"/>
          </a:p>
          <a:p>
            <a:pPr marL="531812" indent="-514350">
              <a:buFont typeface="+mj-lt"/>
              <a:buAutoNum type="arabicPeriod"/>
              <a:defRPr/>
            </a:pPr>
            <a:r>
              <a:rPr lang="en-US" sz="2700" dirty="0" err="1"/>
              <a:t>Quá</a:t>
            </a:r>
            <a:r>
              <a:rPr lang="en-US" sz="2700" dirty="0"/>
              <a:t> </a:t>
            </a:r>
            <a:r>
              <a:rPr lang="en-US" sz="2700" dirty="0" err="1"/>
              <a:t>trình</a:t>
            </a:r>
            <a:r>
              <a:rPr lang="en-US" sz="2700" dirty="0"/>
              <a:t> </a:t>
            </a:r>
            <a:r>
              <a:rPr lang="en-US" sz="2700" dirty="0" err="1"/>
              <a:t>phát</a:t>
            </a:r>
            <a:r>
              <a:rPr lang="en-US" sz="2700" dirty="0"/>
              <a:t> </a:t>
            </a:r>
            <a:r>
              <a:rPr lang="en-US" sz="2700" dirty="0" err="1"/>
              <a:t>triển</a:t>
            </a:r>
            <a:r>
              <a:rPr lang="vi-VN" sz="2700" dirty="0"/>
              <a:t> hệ CSDL</a:t>
            </a:r>
            <a:endParaRPr lang="en-US" sz="2700" dirty="0"/>
          </a:p>
          <a:p>
            <a:pPr marL="531812" indent="-514350">
              <a:buFont typeface="+mj-lt"/>
              <a:buAutoNum type="arabicPeriod"/>
              <a:defRPr/>
            </a:pPr>
            <a:r>
              <a:rPr lang="vi-VN" sz="2700" dirty="0"/>
              <a:t>Một số đặc tính của CSDL</a:t>
            </a:r>
          </a:p>
          <a:p>
            <a:pPr marL="531812" indent="-514350">
              <a:buFont typeface="+mj-lt"/>
              <a:buAutoNum type="arabicPeriod"/>
              <a:defRPr/>
            </a:pPr>
            <a:r>
              <a:rPr lang="vi-VN" sz="2700" dirty="0"/>
              <a:t>Các đối tượng sử </a:t>
            </a:r>
            <a:r>
              <a:rPr lang="en-US" sz="2700" dirty="0" err="1"/>
              <a:t>dụng</a:t>
            </a:r>
            <a:r>
              <a:rPr lang="en-US" sz="2700" dirty="0"/>
              <a:t> CSDL</a:t>
            </a:r>
          </a:p>
          <a:p>
            <a:pPr marL="531812" indent="-514350">
              <a:buFont typeface="+mj-lt"/>
              <a:buAutoNum type="arabicPeriod"/>
              <a:defRPr/>
            </a:pPr>
            <a:r>
              <a:rPr lang="en-US" sz="2700" dirty="0" err="1"/>
              <a:t>Kiến</a:t>
            </a:r>
            <a:r>
              <a:rPr lang="fr-FR" sz="2700" dirty="0"/>
              <a:t> </a:t>
            </a:r>
            <a:r>
              <a:rPr lang="fr-FR" sz="2700" dirty="0" err="1"/>
              <a:t>trúc</a:t>
            </a:r>
            <a:r>
              <a:rPr lang="fr-FR" sz="2700" dirty="0"/>
              <a:t> </a:t>
            </a:r>
            <a:r>
              <a:rPr lang="fr-FR" sz="2700" dirty="0" err="1"/>
              <a:t>và</a:t>
            </a:r>
            <a:r>
              <a:rPr lang="fr-FR" sz="2700" dirty="0"/>
              <a:t> </a:t>
            </a:r>
            <a:r>
              <a:rPr lang="fr-FR" sz="2700" dirty="0" err="1"/>
              <a:t>các</a:t>
            </a:r>
            <a:r>
              <a:rPr lang="fr-FR" sz="2700" dirty="0"/>
              <a:t> </a:t>
            </a:r>
            <a:r>
              <a:rPr lang="fr-FR" sz="2700" dirty="0" err="1"/>
              <a:t>tính</a:t>
            </a:r>
            <a:r>
              <a:rPr lang="fr-FR" sz="2700" dirty="0"/>
              <a:t> </a:t>
            </a:r>
            <a:r>
              <a:rPr lang="fr-FR" sz="2700" dirty="0" err="1"/>
              <a:t>năng</a:t>
            </a:r>
            <a:r>
              <a:rPr lang="fr-FR" sz="2700" dirty="0"/>
              <a:t> </a:t>
            </a:r>
            <a:r>
              <a:rPr lang="fr-FR" sz="2700" dirty="0" err="1"/>
              <a:t>của</a:t>
            </a:r>
            <a:r>
              <a:rPr lang="fr-FR" sz="2700" dirty="0"/>
              <a:t> </a:t>
            </a:r>
            <a:r>
              <a:rPr lang="fr-FR" sz="2700" dirty="0" err="1"/>
              <a:t>hệ</a:t>
            </a:r>
            <a:r>
              <a:rPr lang="fr-FR" sz="2700" dirty="0"/>
              <a:t> </a:t>
            </a:r>
            <a:r>
              <a:rPr lang="fr-FR" sz="2700" dirty="0" err="1"/>
              <a:t>quản</a:t>
            </a:r>
            <a:r>
              <a:rPr lang="fr-FR" sz="2700" dirty="0"/>
              <a:t> </a:t>
            </a:r>
            <a:r>
              <a:rPr lang="fr-FR" sz="2700" dirty="0" err="1"/>
              <a:t>trị</a:t>
            </a:r>
            <a:r>
              <a:rPr lang="fr-FR" sz="2700" dirty="0"/>
              <a:t> CSDL</a:t>
            </a:r>
            <a:endParaRPr lang="en-US" sz="2700" dirty="0"/>
          </a:p>
          <a:p>
            <a:pPr marL="531812" indent="-514350">
              <a:buFont typeface="+mj-lt"/>
              <a:buAutoNum type="arabicPeriod"/>
              <a:defRPr/>
            </a:pPr>
            <a:r>
              <a:rPr lang="vi-VN" sz="2700" dirty="0"/>
              <a:t>Các m</a:t>
            </a:r>
            <a:r>
              <a:rPr lang="fr-FR" sz="2700" dirty="0"/>
              <a:t>ô </a:t>
            </a:r>
            <a:r>
              <a:rPr lang="en-US" sz="2700" dirty="0" err="1"/>
              <a:t>hình</a:t>
            </a:r>
            <a:r>
              <a:rPr lang="fr-FR" sz="2700" dirty="0"/>
              <a:t> </a:t>
            </a:r>
            <a:r>
              <a:rPr lang="fr-FR" sz="2700" dirty="0" err="1"/>
              <a:t>dữ</a:t>
            </a:r>
            <a:r>
              <a:rPr lang="fr-FR" sz="2700" dirty="0"/>
              <a:t> </a:t>
            </a:r>
            <a:r>
              <a:rPr lang="fr-FR" sz="2700" dirty="0" err="1"/>
              <a:t>liệu</a:t>
            </a:r>
            <a:endParaRPr lang="vi-VN" sz="2700" dirty="0"/>
          </a:p>
          <a:p>
            <a:pPr marL="531812" indent="-514350">
              <a:buFont typeface="+mj-lt"/>
              <a:buAutoNum type="arabicPeriod"/>
              <a:defRPr/>
            </a:pPr>
            <a:r>
              <a:rPr lang="vi-VN" sz="2700" dirty="0"/>
              <a:t>Các ứng dụng của CSDL</a:t>
            </a:r>
            <a:endParaRPr lang="en-US" sz="2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F87EFB9-9AAD-CC16-E836-BA13A4071353}"/>
              </a:ext>
            </a:extLst>
          </p:cNvPr>
          <p:cNvSpPr txBox="1"/>
          <p:nvPr/>
        </p:nvSpPr>
        <p:spPr>
          <a:xfrm>
            <a:off x="1531230" y="2459504"/>
            <a:ext cx="6843540" cy="1938992"/>
          </a:xfrm>
          <a:prstGeom prst="rect">
            <a:avLst/>
          </a:prstGeom>
          <a:noFill/>
        </p:spPr>
        <p:txBody>
          <a:bodyPr wrap="none" rtlCol="0">
            <a:spAutoFit/>
          </a:bodyPr>
          <a:lstStyle/>
          <a:p>
            <a:r>
              <a:rPr lang="en-US" sz="4000" b="1"/>
              <a:t>Dữ liệu (Data)?</a:t>
            </a:r>
          </a:p>
          <a:p>
            <a:r>
              <a:rPr lang="en-US" sz="4000" b="1"/>
              <a:t>Thông tin (Information)?</a:t>
            </a:r>
          </a:p>
          <a:p>
            <a:r>
              <a:rPr lang="en-US" sz="4000" b="1"/>
              <a:t>Cơ sở dữ liệu (Database)?</a:t>
            </a:r>
          </a:p>
        </p:txBody>
      </p:sp>
    </p:spTree>
    <p:extLst>
      <p:ext uri="{BB962C8B-B14F-4D97-AF65-F5344CB8AC3E}">
        <p14:creationId xmlns:p14="http://schemas.microsoft.com/office/powerpoint/2010/main" val="893516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EA0CA760-A05C-9149-A50D-7A4226D30E2B}"/>
              </a:ext>
            </a:extLst>
          </p:cNvPr>
          <p:cNvSpPr>
            <a:spLocks noGrp="1" noChangeArrowheads="1"/>
          </p:cNvSpPr>
          <p:nvPr>
            <p:ph type="title"/>
          </p:nvPr>
        </p:nvSpPr>
        <p:spPr/>
        <p:txBody>
          <a:bodyPr/>
          <a:lstStyle/>
          <a:p>
            <a:r>
              <a:rPr lang="en-US" altLang="en-US" sz="4000" dirty="0"/>
              <a:t>1. </a:t>
            </a:r>
            <a:r>
              <a:rPr lang="en-US" altLang="en-US" sz="4000" dirty="0" err="1"/>
              <a:t>Giới</a:t>
            </a:r>
            <a:r>
              <a:rPr lang="en-US" altLang="en-US" sz="4000" dirty="0"/>
              <a:t> </a:t>
            </a:r>
            <a:r>
              <a:rPr lang="en-US" altLang="en-US" sz="4000" dirty="0" err="1"/>
              <a:t>thiệu</a:t>
            </a:r>
            <a:r>
              <a:rPr lang="vi-VN" altLang="en-US" sz="4000" dirty="0"/>
              <a:t> (tt)</a:t>
            </a:r>
            <a:endParaRPr lang="en-US" altLang="en-US" dirty="0"/>
          </a:p>
        </p:txBody>
      </p:sp>
      <p:sp>
        <p:nvSpPr>
          <p:cNvPr id="4" name="Date Placeholder 3">
            <a:extLst>
              <a:ext uri="{FF2B5EF4-FFF2-40B4-BE49-F238E27FC236}">
                <a16:creationId xmlns:a16="http://schemas.microsoft.com/office/drawing/2014/main" id="{854A88C4-FE5C-794F-A5D2-06EBDEB374C7}"/>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9220" name="Slide Number Placeholder 4">
            <a:extLst>
              <a:ext uri="{FF2B5EF4-FFF2-40B4-BE49-F238E27FC236}">
                <a16:creationId xmlns:a16="http://schemas.microsoft.com/office/drawing/2014/main" id="{8FBD0EDE-8E0B-954A-8639-FBC76636497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7946533B-1145-0049-81E2-73839B30631F}" type="slidenum">
              <a:rPr lang="en-US" altLang="en-US" smtClean="0">
                <a:latin typeface="Arial" panose="020B0604020202020204" pitchFamily="34" charset="0"/>
              </a:rPr>
              <a:pPr/>
              <a:t>4</a:t>
            </a:fld>
            <a:endParaRPr lang="en-US" altLang="en-US">
              <a:latin typeface="Arial" panose="020B0604020202020204" pitchFamily="34" charset="0"/>
            </a:endParaRPr>
          </a:p>
        </p:txBody>
      </p:sp>
      <p:sp>
        <p:nvSpPr>
          <p:cNvPr id="9221" name="Content Placeholder 2">
            <a:extLst>
              <a:ext uri="{FF2B5EF4-FFF2-40B4-BE49-F238E27FC236}">
                <a16:creationId xmlns:a16="http://schemas.microsoft.com/office/drawing/2014/main" id="{D6EF8725-BB90-1A48-B0BB-AFF8C6DB0D1D}"/>
              </a:ext>
            </a:extLst>
          </p:cNvPr>
          <p:cNvSpPr>
            <a:spLocks noGrp="1" noChangeArrowheads="1"/>
          </p:cNvSpPr>
          <p:nvPr>
            <p:ph idx="1"/>
          </p:nvPr>
        </p:nvSpPr>
        <p:spPr>
          <a:xfrm>
            <a:off x="476250" y="1219200"/>
            <a:ext cx="8953500" cy="6548438"/>
          </a:xfrm>
        </p:spPr>
        <p:txBody>
          <a:bodyPr/>
          <a:lstStyle/>
          <a:p>
            <a:pPr marL="457200" indent="-457200"/>
            <a:r>
              <a:rPr lang="en-US" altLang="en-US" sz="2400" b="1" dirty="0" err="1"/>
              <a:t>Dữ</a:t>
            </a:r>
            <a:r>
              <a:rPr lang="en-US" altLang="en-US" sz="2400" b="1" dirty="0"/>
              <a:t> </a:t>
            </a:r>
            <a:r>
              <a:rPr lang="en-US" altLang="en-US" sz="2400" b="1" dirty="0" err="1"/>
              <a:t>liệu</a:t>
            </a:r>
            <a:r>
              <a:rPr lang="en-US" altLang="en-US" sz="2400" b="1" dirty="0"/>
              <a:t> </a:t>
            </a:r>
            <a:r>
              <a:rPr lang="en-US" altLang="en-US" sz="2400" dirty="0" err="1"/>
              <a:t>là</a:t>
            </a:r>
            <a:r>
              <a:rPr lang="en-US" altLang="en-US" sz="2400" dirty="0"/>
              <a:t> </a:t>
            </a:r>
            <a:r>
              <a:rPr lang="en-US" altLang="en-US" sz="2400" dirty="0" err="1"/>
              <a:t>các</a:t>
            </a:r>
            <a:r>
              <a:rPr lang="en-US" altLang="en-US" sz="2400" dirty="0"/>
              <a:t> </a:t>
            </a:r>
            <a:r>
              <a:rPr lang="en-US" altLang="en-US" sz="2400" dirty="0" err="1"/>
              <a:t>giá</a:t>
            </a:r>
            <a:r>
              <a:rPr lang="en-US" altLang="en-US" sz="2400" dirty="0"/>
              <a:t> </a:t>
            </a:r>
            <a:r>
              <a:rPr lang="en-US" altLang="en-US" sz="2400" dirty="0" err="1"/>
              <a:t>trị</a:t>
            </a:r>
            <a:r>
              <a:rPr lang="en-US" altLang="en-US" sz="2400" dirty="0"/>
              <a:t> </a:t>
            </a:r>
            <a:r>
              <a:rPr lang="en-US" altLang="en-US" sz="2400" dirty="0" err="1"/>
              <a:t>thô</a:t>
            </a:r>
            <a:r>
              <a:rPr lang="en-US" altLang="en-US" sz="2400" dirty="0"/>
              <a:t>, </a:t>
            </a:r>
            <a:r>
              <a:rPr lang="en-US" altLang="en-US" sz="2400" dirty="0" err="1"/>
              <a:t>chưa</a:t>
            </a:r>
            <a:r>
              <a:rPr lang="en-US" altLang="en-US" sz="2400" dirty="0"/>
              <a:t> </a:t>
            </a:r>
            <a:r>
              <a:rPr lang="en-US" altLang="en-US" sz="2400" dirty="0" err="1"/>
              <a:t>có</a:t>
            </a:r>
            <a:r>
              <a:rPr lang="en-US" altLang="en-US" sz="2400" dirty="0"/>
              <a:t> ý </a:t>
            </a:r>
            <a:r>
              <a:rPr lang="en-US" altLang="en-US" sz="2400" dirty="0" err="1"/>
              <a:t>nghĩa</a:t>
            </a:r>
            <a:r>
              <a:rPr lang="en-US" altLang="en-US" sz="2400" dirty="0"/>
              <a:t> </a:t>
            </a:r>
            <a:r>
              <a:rPr lang="en-US" altLang="en-US" sz="2400" dirty="0" err="1"/>
              <a:t>với</a:t>
            </a:r>
            <a:r>
              <a:rPr lang="en-US" altLang="en-US" sz="2400" dirty="0"/>
              <a:t> </a:t>
            </a:r>
            <a:r>
              <a:rPr lang="en-US" altLang="en-US" sz="2400" dirty="0" err="1"/>
              <a:t>người</a:t>
            </a:r>
            <a:r>
              <a:rPr lang="en-US" altLang="en-US" sz="2400" dirty="0"/>
              <a:t> </a:t>
            </a:r>
            <a:r>
              <a:rPr lang="en-US" altLang="en-US" sz="2400" dirty="0" err="1"/>
              <a:t>sử</a:t>
            </a:r>
            <a:r>
              <a:rPr lang="en-US" altLang="en-US" sz="2400" dirty="0"/>
              <a:t> </a:t>
            </a:r>
            <a:r>
              <a:rPr lang="en-US" altLang="en-US" sz="2400" dirty="0" err="1"/>
              <a:t>dụng</a:t>
            </a:r>
            <a:r>
              <a:rPr lang="en-US" altLang="en-US" sz="2400" dirty="0"/>
              <a:t>. </a:t>
            </a:r>
            <a:r>
              <a:rPr lang="en-US" altLang="en-US" sz="2400" dirty="0" err="1"/>
              <a:t>Có</a:t>
            </a:r>
            <a:r>
              <a:rPr lang="en-US" altLang="en-US" sz="2400" dirty="0"/>
              <a:t> </a:t>
            </a:r>
            <a:r>
              <a:rPr lang="en-US" altLang="en-US" sz="2400" dirty="0" err="1"/>
              <a:t>thể</a:t>
            </a:r>
            <a:r>
              <a:rPr lang="en-US" altLang="en-US" sz="2400" dirty="0"/>
              <a:t> </a:t>
            </a:r>
            <a:r>
              <a:rPr lang="en-US" altLang="en-US" sz="2400" dirty="0" err="1"/>
              <a:t>là</a:t>
            </a:r>
            <a:r>
              <a:rPr lang="en-US" altLang="en-US" sz="2400" dirty="0"/>
              <a:t> </a:t>
            </a:r>
            <a:r>
              <a:rPr lang="en-US" altLang="en-US" sz="2400" dirty="0" err="1"/>
              <a:t>một</a:t>
            </a:r>
            <a:r>
              <a:rPr lang="en-US" altLang="en-US" sz="2400" dirty="0"/>
              <a:t> </a:t>
            </a:r>
            <a:r>
              <a:rPr lang="en-US" altLang="en-US" sz="2400" dirty="0" err="1"/>
              <a:t>tập</a:t>
            </a:r>
            <a:r>
              <a:rPr lang="en-US" altLang="en-US" sz="2400" dirty="0"/>
              <a:t> </a:t>
            </a:r>
            <a:r>
              <a:rPr lang="en-US" altLang="en-US" sz="2400" dirty="0" err="1"/>
              <a:t>hợp</a:t>
            </a:r>
            <a:r>
              <a:rPr lang="en-US" altLang="en-US" sz="2400" dirty="0"/>
              <a:t> </a:t>
            </a:r>
            <a:r>
              <a:rPr lang="en-US" altLang="en-US" sz="2400" dirty="0" err="1"/>
              <a:t>các</a:t>
            </a:r>
            <a:r>
              <a:rPr lang="en-US" altLang="en-US" sz="2400" dirty="0"/>
              <a:t> </a:t>
            </a:r>
            <a:r>
              <a:rPr lang="en-US" altLang="en-US" sz="2400" dirty="0" err="1"/>
              <a:t>giá</a:t>
            </a:r>
            <a:r>
              <a:rPr lang="en-US" altLang="en-US" sz="2400" dirty="0"/>
              <a:t> </a:t>
            </a:r>
            <a:r>
              <a:rPr lang="en-US" altLang="en-US" sz="2400" dirty="0" err="1"/>
              <a:t>trị</a:t>
            </a:r>
            <a:r>
              <a:rPr lang="en-US" altLang="en-US" sz="2400" dirty="0"/>
              <a:t> </a:t>
            </a:r>
            <a:r>
              <a:rPr lang="en-US" altLang="en-US" sz="2400" dirty="0" err="1"/>
              <a:t>mà</a:t>
            </a:r>
            <a:r>
              <a:rPr lang="en-US" altLang="en-US" sz="2400" dirty="0"/>
              <a:t> </a:t>
            </a:r>
            <a:r>
              <a:rPr lang="en-US" altLang="en-US" sz="2400" dirty="0" err="1"/>
              <a:t>không</a:t>
            </a:r>
            <a:r>
              <a:rPr lang="en-US" altLang="en-US" sz="2400" dirty="0"/>
              <a:t> </a:t>
            </a:r>
            <a:r>
              <a:rPr lang="en-US" altLang="en-US" sz="2400" dirty="0" err="1"/>
              <a:t>biết</a:t>
            </a:r>
            <a:r>
              <a:rPr lang="en-US" altLang="en-US" sz="2400" dirty="0"/>
              <a:t> </a:t>
            </a:r>
            <a:r>
              <a:rPr lang="en-US" altLang="en-US" sz="2400" dirty="0" err="1"/>
              <a:t>được</a:t>
            </a:r>
            <a:r>
              <a:rPr lang="en-US" altLang="en-US" sz="2400" dirty="0"/>
              <a:t> </a:t>
            </a:r>
            <a:r>
              <a:rPr lang="en-US" altLang="en-US" sz="2400" dirty="0" err="1"/>
              <a:t>sự</a:t>
            </a:r>
            <a:r>
              <a:rPr lang="en-US" altLang="en-US" sz="2400" dirty="0"/>
              <a:t> </a:t>
            </a:r>
            <a:r>
              <a:rPr lang="en-US" altLang="en-US" sz="2400" dirty="0" err="1"/>
              <a:t>liên</a:t>
            </a:r>
            <a:r>
              <a:rPr lang="en-US" altLang="en-US" sz="2400" dirty="0"/>
              <a:t> </a:t>
            </a:r>
            <a:r>
              <a:rPr lang="en-US" altLang="en-US" sz="2400" dirty="0" err="1"/>
              <a:t>hệ</a:t>
            </a:r>
            <a:r>
              <a:rPr lang="en-US" altLang="en-US" sz="2400" dirty="0"/>
              <a:t> </a:t>
            </a:r>
            <a:r>
              <a:rPr lang="en-US" altLang="en-US" sz="2400" dirty="0" err="1"/>
              <a:t>giữa</a:t>
            </a:r>
            <a:r>
              <a:rPr lang="en-US" altLang="en-US" sz="2400" dirty="0"/>
              <a:t> </a:t>
            </a:r>
            <a:r>
              <a:rPr lang="en-US" altLang="en-US" sz="2400" dirty="0" err="1"/>
              <a:t>chúng</a:t>
            </a:r>
            <a:r>
              <a:rPr lang="en-US" altLang="en-US" sz="2400" dirty="0"/>
              <a:t>.</a:t>
            </a:r>
          </a:p>
          <a:p>
            <a:pPr marL="457200" indent="-457200"/>
            <a:r>
              <a:rPr lang="en-US" altLang="en-US" sz="2400" dirty="0" err="1"/>
              <a:t>Dữ</a:t>
            </a:r>
            <a:r>
              <a:rPr lang="en-US" altLang="en-US" sz="2400" dirty="0"/>
              <a:t> </a:t>
            </a:r>
            <a:r>
              <a:rPr lang="en-US" altLang="en-US" sz="2400" dirty="0" err="1"/>
              <a:t>liệu</a:t>
            </a:r>
            <a:r>
              <a:rPr lang="en-US" altLang="en-US" sz="2400" dirty="0"/>
              <a:t> </a:t>
            </a:r>
            <a:r>
              <a:rPr lang="en-US" altLang="en-US" sz="2400" dirty="0" err="1"/>
              <a:t>có</a:t>
            </a:r>
            <a:r>
              <a:rPr lang="en-US" altLang="en-US" sz="2400" dirty="0"/>
              <a:t> </a:t>
            </a:r>
            <a:r>
              <a:rPr lang="en-US" altLang="en-US" sz="2400" dirty="0" err="1"/>
              <a:t>thể</a:t>
            </a:r>
            <a:r>
              <a:rPr lang="en-US" altLang="en-US" sz="2400" dirty="0"/>
              <a:t> </a:t>
            </a:r>
            <a:r>
              <a:rPr lang="en-US" altLang="en-US" sz="2400" dirty="0" err="1"/>
              <a:t>biểu</a:t>
            </a:r>
            <a:r>
              <a:rPr lang="en-US" altLang="en-US" sz="2400" dirty="0"/>
              <a:t> </a:t>
            </a:r>
            <a:r>
              <a:rPr lang="vi-VN" altLang="en-US" sz="2400" dirty="0"/>
              <a:t>diễn</a:t>
            </a:r>
            <a:r>
              <a:rPr lang="en-US" altLang="en-US" sz="2400" dirty="0"/>
              <a:t> </a:t>
            </a:r>
            <a:r>
              <a:rPr lang="en-US" altLang="en-US" sz="2400" dirty="0" err="1"/>
              <a:t>dưới</a:t>
            </a:r>
            <a:r>
              <a:rPr lang="en-US" altLang="en-US" sz="2400" dirty="0"/>
              <a:t> </a:t>
            </a:r>
            <a:r>
              <a:rPr lang="en-US" altLang="en-US" sz="2400" dirty="0" err="1"/>
              <a:t>nhiều</a:t>
            </a:r>
            <a:r>
              <a:rPr lang="en-US" altLang="en-US" sz="2400" dirty="0"/>
              <a:t> </a:t>
            </a:r>
            <a:r>
              <a:rPr lang="en-US" altLang="en-US" sz="2400" dirty="0" err="1"/>
              <a:t>dạng</a:t>
            </a:r>
            <a:r>
              <a:rPr lang="en-US" altLang="en-US" sz="2400" dirty="0"/>
              <a:t> </a:t>
            </a:r>
            <a:r>
              <a:rPr lang="en-US" altLang="en-US" sz="2400" dirty="0" err="1"/>
              <a:t>khác</a:t>
            </a:r>
            <a:r>
              <a:rPr lang="en-US" altLang="en-US" sz="2400" dirty="0"/>
              <a:t> </a:t>
            </a:r>
            <a:r>
              <a:rPr lang="en-US" altLang="en-US" sz="2400" dirty="0" err="1"/>
              <a:t>nhau</a:t>
            </a:r>
            <a:r>
              <a:rPr lang="en-US" altLang="en-US" sz="2400" dirty="0"/>
              <a:t> (</a:t>
            </a:r>
            <a:r>
              <a:rPr lang="en-US" altLang="en-US" sz="2400" dirty="0" err="1"/>
              <a:t>âm</a:t>
            </a:r>
            <a:r>
              <a:rPr lang="en-US" altLang="en-US" sz="2400" dirty="0"/>
              <a:t> thanh, </a:t>
            </a:r>
            <a:r>
              <a:rPr lang="en-US" altLang="en-US" sz="2400" dirty="0" err="1"/>
              <a:t>văn</a:t>
            </a:r>
            <a:r>
              <a:rPr lang="en-US" altLang="en-US" sz="2400" dirty="0"/>
              <a:t> </a:t>
            </a:r>
            <a:r>
              <a:rPr lang="en-US" altLang="en-US" sz="2400" dirty="0" err="1"/>
              <a:t>bản</a:t>
            </a:r>
            <a:r>
              <a:rPr lang="en-US" altLang="en-US" sz="2400" dirty="0"/>
              <a:t>, </a:t>
            </a:r>
            <a:r>
              <a:rPr lang="en-US" altLang="en-US" sz="2400" dirty="0" err="1"/>
              <a:t>hình</a:t>
            </a:r>
            <a:r>
              <a:rPr lang="en-US" altLang="en-US" sz="2400" dirty="0"/>
              <a:t> </a:t>
            </a:r>
            <a:r>
              <a:rPr lang="en-US" altLang="en-US" sz="2400" dirty="0" err="1"/>
              <a:t>ảnh</a:t>
            </a:r>
            <a:r>
              <a:rPr lang="en-US" altLang="en-US" sz="2400" dirty="0"/>
              <a:t>,…) </a:t>
            </a:r>
            <a:r>
              <a:rPr lang="en-US" altLang="en-US" sz="2400" dirty="0">
                <a:sym typeface="Wingdings" pitchFamily="2" charset="2"/>
              </a:rPr>
              <a:t> </a:t>
            </a:r>
            <a:r>
              <a:rPr lang="en-US" altLang="en-US" sz="2400" dirty="0" err="1">
                <a:sym typeface="Wingdings" pitchFamily="2" charset="2"/>
              </a:rPr>
              <a:t>gắn</a:t>
            </a:r>
            <a:r>
              <a:rPr lang="en-US" altLang="en-US" sz="2400" dirty="0">
                <a:sym typeface="Wingdings" pitchFamily="2" charset="2"/>
              </a:rPr>
              <a:t> </a:t>
            </a:r>
            <a:r>
              <a:rPr lang="en-US" altLang="en-US" sz="2400" dirty="0" err="1">
                <a:sym typeface="Wingdings" pitchFamily="2" charset="2"/>
              </a:rPr>
              <a:t>với</a:t>
            </a:r>
            <a:r>
              <a:rPr lang="en-US" altLang="en-US" sz="2400" dirty="0">
                <a:sym typeface="Wingdings" pitchFamily="2" charset="2"/>
              </a:rPr>
              <a:t> </a:t>
            </a:r>
            <a:r>
              <a:rPr lang="en-US" altLang="en-US" sz="2400" dirty="0" err="1">
                <a:sym typeface="Wingdings" pitchFamily="2" charset="2"/>
              </a:rPr>
              <a:t>một</a:t>
            </a:r>
            <a:r>
              <a:rPr lang="en-US" altLang="en-US" sz="2400" dirty="0">
                <a:sym typeface="Wingdings" pitchFamily="2" charset="2"/>
              </a:rPr>
              <a:t> </a:t>
            </a:r>
            <a:r>
              <a:rPr lang="en-US" altLang="en-US" sz="2400" dirty="0" err="1">
                <a:sym typeface="Wingdings" pitchFamily="2" charset="2"/>
              </a:rPr>
              <a:t>ngữ</a:t>
            </a:r>
            <a:r>
              <a:rPr lang="en-US" altLang="en-US" sz="2400" dirty="0">
                <a:sym typeface="Wingdings" pitchFamily="2" charset="2"/>
              </a:rPr>
              <a:t> </a:t>
            </a:r>
            <a:r>
              <a:rPr lang="en-US" altLang="en-US" sz="2400" dirty="0" err="1">
                <a:sym typeface="Wingdings" pitchFamily="2" charset="2"/>
              </a:rPr>
              <a:t>nghĩa</a:t>
            </a:r>
            <a:r>
              <a:rPr lang="en-US" altLang="en-US" sz="2400" dirty="0">
                <a:sym typeface="Wingdings" pitchFamily="2" charset="2"/>
              </a:rPr>
              <a:t> </a:t>
            </a:r>
            <a:r>
              <a:rPr lang="en-US" altLang="en-US" sz="2400" dirty="0" err="1">
                <a:sym typeface="Wingdings" pitchFamily="2" charset="2"/>
              </a:rPr>
              <a:t>nào</a:t>
            </a:r>
            <a:r>
              <a:rPr lang="en-US" altLang="en-US" sz="2400" dirty="0">
                <a:sym typeface="Wingdings" pitchFamily="2" charset="2"/>
              </a:rPr>
              <a:t> </a:t>
            </a:r>
            <a:r>
              <a:rPr lang="en-US" altLang="en-US" sz="2400" dirty="0" err="1">
                <a:sym typeface="Wingdings" pitchFamily="2" charset="2"/>
              </a:rPr>
              <a:t>đó</a:t>
            </a:r>
            <a:endParaRPr lang="en-US" altLang="en-US" sz="2400" dirty="0"/>
          </a:p>
        </p:txBody>
      </p:sp>
      <p:cxnSp>
        <p:nvCxnSpPr>
          <p:cNvPr id="10" name="Straight Arrow Connector 9">
            <a:extLst>
              <a:ext uri="{FF2B5EF4-FFF2-40B4-BE49-F238E27FC236}">
                <a16:creationId xmlns:a16="http://schemas.microsoft.com/office/drawing/2014/main" id="{171062D1-8789-844F-A9C7-36512D499C13}"/>
              </a:ext>
            </a:extLst>
          </p:cNvPr>
          <p:cNvCxnSpPr>
            <a:cxnSpLocks/>
          </p:cNvCxnSpPr>
          <p:nvPr/>
        </p:nvCxnSpPr>
        <p:spPr>
          <a:xfrm>
            <a:off x="1795463" y="3903663"/>
            <a:ext cx="5062537" cy="2111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4624710-C22E-4442-89D4-B76E418085C3}"/>
              </a:ext>
            </a:extLst>
          </p:cNvPr>
          <p:cNvCxnSpPr/>
          <p:nvPr/>
        </p:nvCxnSpPr>
        <p:spPr>
          <a:xfrm flipV="1">
            <a:off x="5334000" y="4572000"/>
            <a:ext cx="2308225" cy="1838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224" name="Picture 7">
            <a:extLst>
              <a:ext uri="{FF2B5EF4-FFF2-40B4-BE49-F238E27FC236}">
                <a16:creationId xmlns:a16="http://schemas.microsoft.com/office/drawing/2014/main" id="{57746438-8094-D140-BCF3-D1C72B58FF2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0" y="3678238"/>
            <a:ext cx="2027238" cy="202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5" name="Picture 2" descr="Image result for máy tính">
            <a:extLst>
              <a:ext uri="{FF2B5EF4-FFF2-40B4-BE49-F238E27FC236}">
                <a16:creationId xmlns:a16="http://schemas.microsoft.com/office/drawing/2014/main" id="{33478DB9-9B84-484F-A91C-3464F15E89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4200" y="3581400"/>
            <a:ext cx="2997200" cy="256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6" name="Picture 4" descr="Image result for bản đố">
            <a:extLst>
              <a:ext uri="{FF2B5EF4-FFF2-40B4-BE49-F238E27FC236}">
                <a16:creationId xmlns:a16="http://schemas.microsoft.com/office/drawing/2014/main" id="{B7A49E3C-A54E-1040-BC13-ABB6024968E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1800" y="5046663"/>
            <a:ext cx="2176463" cy="147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1004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B4FFA2D4-5B9A-2949-8A89-41348CAFE743}"/>
              </a:ext>
            </a:extLst>
          </p:cNvPr>
          <p:cNvSpPr>
            <a:spLocks noGrp="1" noChangeArrowheads="1"/>
          </p:cNvSpPr>
          <p:nvPr>
            <p:ph type="title"/>
          </p:nvPr>
        </p:nvSpPr>
        <p:spPr/>
        <p:txBody>
          <a:bodyPr/>
          <a:lstStyle/>
          <a:p>
            <a:r>
              <a:rPr lang="en-US" altLang="en-US" sz="4000"/>
              <a:t>1. Giới thiệu (tt)</a:t>
            </a:r>
            <a:endParaRPr lang="en-US" altLang="en-US"/>
          </a:p>
        </p:txBody>
      </p:sp>
      <p:sp>
        <p:nvSpPr>
          <p:cNvPr id="4" name="Date Placeholder 3">
            <a:extLst>
              <a:ext uri="{FF2B5EF4-FFF2-40B4-BE49-F238E27FC236}">
                <a16:creationId xmlns:a16="http://schemas.microsoft.com/office/drawing/2014/main" id="{B63EB354-5413-E144-AEFC-F8EECED2EDD2}"/>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14340" name="Slide Number Placeholder 4">
            <a:extLst>
              <a:ext uri="{FF2B5EF4-FFF2-40B4-BE49-F238E27FC236}">
                <a16:creationId xmlns:a16="http://schemas.microsoft.com/office/drawing/2014/main" id="{BA9F3210-E9E3-2B46-8A93-DD5A5EF1322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9FA8DCA8-6230-1E41-884D-76587F87EE7A}" type="slidenum">
              <a:rPr lang="en-US" altLang="en-US" smtClean="0">
                <a:latin typeface="Arial" panose="020B0604020202020204" pitchFamily="34" charset="0"/>
              </a:rPr>
              <a:pPr/>
              <a:t>5</a:t>
            </a:fld>
            <a:endParaRPr lang="en-US" altLang="en-US">
              <a:latin typeface="Arial" panose="020B0604020202020204" pitchFamily="34" charset="0"/>
            </a:endParaRPr>
          </a:p>
        </p:txBody>
      </p:sp>
      <p:sp>
        <p:nvSpPr>
          <p:cNvPr id="14341" name="Content Placeholder 2">
            <a:extLst>
              <a:ext uri="{FF2B5EF4-FFF2-40B4-BE49-F238E27FC236}">
                <a16:creationId xmlns:a16="http://schemas.microsoft.com/office/drawing/2014/main" id="{53C3A565-F993-444E-8276-1D34147EE9EA}"/>
              </a:ext>
            </a:extLst>
          </p:cNvPr>
          <p:cNvSpPr>
            <a:spLocks noGrp="1" noChangeArrowheads="1"/>
          </p:cNvSpPr>
          <p:nvPr>
            <p:ph idx="1"/>
          </p:nvPr>
        </p:nvSpPr>
        <p:spPr>
          <a:xfrm>
            <a:off x="476250" y="1219200"/>
            <a:ext cx="8953500" cy="6548438"/>
          </a:xfrm>
        </p:spPr>
        <p:txBody>
          <a:bodyPr/>
          <a:lstStyle/>
          <a:p>
            <a:pPr marL="457200" indent="-457200"/>
            <a:r>
              <a:rPr lang="en-US" altLang="en-US" sz="2800" b="1" dirty="0" err="1"/>
              <a:t>Thông</a:t>
            </a:r>
            <a:r>
              <a:rPr lang="en-US" altLang="en-US" sz="2800" b="1" dirty="0"/>
              <a:t> tin</a:t>
            </a:r>
          </a:p>
          <a:p>
            <a:pPr marL="892175" lvl="1" indent="-433388"/>
            <a:r>
              <a:rPr lang="en-US" altLang="en-US" sz="2400" dirty="0" err="1"/>
              <a:t>Thông</a:t>
            </a:r>
            <a:r>
              <a:rPr lang="en-US" altLang="en-US" sz="2400" dirty="0"/>
              <a:t> tin </a:t>
            </a:r>
            <a:r>
              <a:rPr lang="en-US" altLang="en-US" sz="2400" dirty="0" err="1"/>
              <a:t>là</a:t>
            </a:r>
            <a:r>
              <a:rPr lang="en-US" altLang="en-US" sz="2400" dirty="0"/>
              <a:t> ý </a:t>
            </a:r>
            <a:r>
              <a:rPr lang="en-US" altLang="en-US" sz="2400" dirty="0" err="1"/>
              <a:t>nghĩa</a:t>
            </a:r>
            <a:r>
              <a:rPr lang="en-US" altLang="en-US" sz="2400" dirty="0"/>
              <a:t> </a:t>
            </a:r>
            <a:r>
              <a:rPr lang="en-US" altLang="en-US" sz="2400" dirty="0" err="1"/>
              <a:t>được</a:t>
            </a:r>
            <a:r>
              <a:rPr lang="en-US" altLang="en-US" sz="2400" dirty="0"/>
              <a:t> </a:t>
            </a:r>
            <a:r>
              <a:rPr lang="en-US" altLang="en-US" sz="2400" dirty="0" err="1"/>
              <a:t>rút</a:t>
            </a:r>
            <a:r>
              <a:rPr lang="en-US" altLang="en-US" sz="2400" dirty="0"/>
              <a:t> </a:t>
            </a:r>
            <a:r>
              <a:rPr lang="en-US" altLang="en-US" sz="2400" dirty="0" err="1"/>
              <a:t>ra</a:t>
            </a:r>
            <a:r>
              <a:rPr lang="en-US" altLang="en-US" sz="2400" dirty="0"/>
              <a:t> </a:t>
            </a:r>
            <a:r>
              <a:rPr lang="en-US" altLang="en-US" sz="2400" dirty="0" err="1"/>
              <a:t>từ</a:t>
            </a:r>
            <a:r>
              <a:rPr lang="en-US" altLang="en-US" sz="2400" dirty="0"/>
              <a:t> </a:t>
            </a:r>
            <a:r>
              <a:rPr lang="en-US" altLang="en-US" sz="2400" dirty="0" err="1"/>
              <a:t>dữ</a:t>
            </a:r>
            <a:r>
              <a:rPr lang="en-US" altLang="en-US" sz="2400" dirty="0"/>
              <a:t> </a:t>
            </a:r>
            <a:r>
              <a:rPr lang="en-US" altLang="en-US" sz="2400" dirty="0" err="1"/>
              <a:t>liệu</a:t>
            </a:r>
            <a:r>
              <a:rPr lang="en-US" altLang="en-US" sz="2400" dirty="0"/>
              <a:t> </a:t>
            </a:r>
            <a:r>
              <a:rPr lang="en-US" altLang="en-US" sz="2400" dirty="0" err="1"/>
              <a:t>thông</a:t>
            </a:r>
            <a:r>
              <a:rPr lang="en-US" altLang="en-US" sz="2400" dirty="0"/>
              <a:t> qua </a:t>
            </a:r>
            <a:r>
              <a:rPr lang="en-US" altLang="en-US" sz="2400" dirty="0" err="1"/>
              <a:t>quá</a:t>
            </a:r>
            <a:r>
              <a:rPr lang="en-US" altLang="en-US" sz="2400" dirty="0"/>
              <a:t> </a:t>
            </a:r>
            <a:r>
              <a:rPr lang="en-US" altLang="en-US" sz="2400" dirty="0" err="1"/>
              <a:t>trình</a:t>
            </a:r>
            <a:r>
              <a:rPr lang="en-US" altLang="en-US" sz="2400" dirty="0"/>
              <a:t> </a:t>
            </a:r>
            <a:r>
              <a:rPr lang="en-US" altLang="en-US" sz="2400" dirty="0" err="1"/>
              <a:t>xử</a:t>
            </a:r>
            <a:r>
              <a:rPr lang="en-US" altLang="en-US" sz="2400" dirty="0"/>
              <a:t> </a:t>
            </a:r>
            <a:r>
              <a:rPr lang="en-US" altLang="en-US" sz="2400" dirty="0" err="1"/>
              <a:t>lý</a:t>
            </a:r>
            <a:r>
              <a:rPr lang="en-US" altLang="en-US" sz="2400" dirty="0"/>
              <a:t> (</a:t>
            </a:r>
            <a:r>
              <a:rPr lang="en-US" altLang="en-US" sz="2400" dirty="0" err="1"/>
              <a:t>phân</a:t>
            </a:r>
            <a:r>
              <a:rPr lang="en-US" altLang="en-US" sz="2400" dirty="0"/>
              <a:t> </a:t>
            </a:r>
            <a:r>
              <a:rPr lang="en-US" altLang="en-US" sz="2400" dirty="0" err="1"/>
              <a:t>tích</a:t>
            </a:r>
            <a:r>
              <a:rPr lang="en-US" altLang="en-US" sz="2400" dirty="0"/>
              <a:t>, </a:t>
            </a:r>
            <a:r>
              <a:rPr lang="en-US" altLang="en-US" sz="2400" dirty="0" err="1"/>
              <a:t>tổng</a:t>
            </a:r>
            <a:r>
              <a:rPr lang="en-US" altLang="en-US" sz="2400" dirty="0"/>
              <a:t> </a:t>
            </a:r>
            <a:r>
              <a:rPr lang="en-US" altLang="en-US" sz="2400" dirty="0" err="1"/>
              <a:t>hợp</a:t>
            </a:r>
            <a:r>
              <a:rPr lang="en-US" altLang="en-US" sz="2400" dirty="0"/>
              <a:t>, …), </a:t>
            </a:r>
            <a:r>
              <a:rPr lang="en-US" altLang="en-US" sz="2400" dirty="0" err="1"/>
              <a:t>phù</a:t>
            </a:r>
            <a:r>
              <a:rPr lang="en-US" altLang="en-US" sz="2400" dirty="0"/>
              <a:t> </a:t>
            </a:r>
            <a:r>
              <a:rPr lang="en-US" altLang="en-US" sz="2400" dirty="0" err="1"/>
              <a:t>hợp</a:t>
            </a:r>
            <a:r>
              <a:rPr lang="en-US" altLang="en-US" sz="2400" dirty="0"/>
              <a:t> </a:t>
            </a:r>
            <a:r>
              <a:rPr lang="en-US" altLang="en-US" sz="2400" dirty="0" err="1"/>
              <a:t>với</a:t>
            </a:r>
            <a:r>
              <a:rPr lang="en-US" altLang="en-US" sz="2400" dirty="0"/>
              <a:t> </a:t>
            </a:r>
            <a:r>
              <a:rPr lang="en-US" altLang="en-US" sz="2400" dirty="0" err="1"/>
              <a:t>mục</a:t>
            </a:r>
            <a:r>
              <a:rPr lang="en-US" altLang="en-US" sz="2400" dirty="0"/>
              <a:t> </a:t>
            </a:r>
            <a:r>
              <a:rPr lang="en-US" altLang="en-US" sz="2400" dirty="0" err="1"/>
              <a:t>đích</a:t>
            </a:r>
            <a:r>
              <a:rPr lang="en-US" altLang="en-US" sz="2400" dirty="0"/>
              <a:t> </a:t>
            </a:r>
            <a:r>
              <a:rPr lang="en-US" altLang="en-US" sz="2400" dirty="0" err="1"/>
              <a:t>cụ</a:t>
            </a:r>
            <a:r>
              <a:rPr lang="en-US" altLang="en-US" sz="2400" dirty="0"/>
              <a:t> </a:t>
            </a:r>
            <a:r>
              <a:rPr lang="en-US" altLang="en-US" sz="2400" dirty="0" err="1"/>
              <a:t>thể</a:t>
            </a:r>
            <a:r>
              <a:rPr lang="en-US" altLang="en-US" sz="2400" dirty="0"/>
              <a:t> </a:t>
            </a:r>
            <a:r>
              <a:rPr lang="en-US" altLang="en-US" sz="2400" dirty="0" err="1"/>
              <a:t>của</a:t>
            </a:r>
            <a:r>
              <a:rPr lang="en-US" altLang="en-US" sz="2400" dirty="0"/>
              <a:t> </a:t>
            </a:r>
            <a:r>
              <a:rPr lang="en-US" altLang="en-US" sz="2400" dirty="0" err="1"/>
              <a:t>người</a:t>
            </a:r>
            <a:r>
              <a:rPr lang="en-US" altLang="en-US" sz="2400" dirty="0"/>
              <a:t> </a:t>
            </a:r>
            <a:r>
              <a:rPr lang="en-US" altLang="en-US" sz="2400" dirty="0" err="1"/>
              <a:t>sử</a:t>
            </a:r>
            <a:r>
              <a:rPr lang="en-US" altLang="en-US" sz="2400" dirty="0"/>
              <a:t> </a:t>
            </a:r>
            <a:r>
              <a:rPr lang="en-US" altLang="en-US" sz="2400" dirty="0" err="1"/>
              <a:t>dụng</a:t>
            </a:r>
            <a:r>
              <a:rPr lang="en-US" altLang="en-US" sz="2400" dirty="0"/>
              <a:t>.</a:t>
            </a:r>
          </a:p>
          <a:p>
            <a:pPr marL="892175" lvl="1" indent="-433388"/>
            <a:r>
              <a:rPr lang="en-US" altLang="en-US" sz="2400" dirty="0" err="1"/>
              <a:t>Thông</a:t>
            </a:r>
            <a:r>
              <a:rPr lang="en-US" altLang="en-US" sz="2400" dirty="0"/>
              <a:t> tin </a:t>
            </a:r>
            <a:r>
              <a:rPr lang="en-US" altLang="en-US" sz="2400" dirty="0" err="1"/>
              <a:t>có</a:t>
            </a:r>
            <a:r>
              <a:rPr lang="en-US" altLang="en-US" sz="2400" dirty="0"/>
              <a:t> </a:t>
            </a:r>
            <a:r>
              <a:rPr lang="en-US" altLang="en-US" sz="2400" dirty="0" err="1"/>
              <a:t>thể</a:t>
            </a:r>
            <a:r>
              <a:rPr lang="en-US" altLang="en-US" sz="2400" dirty="0"/>
              <a:t> </a:t>
            </a:r>
            <a:r>
              <a:rPr lang="en-US" altLang="en-US" sz="2400" dirty="0" err="1"/>
              <a:t>gồm</a:t>
            </a:r>
            <a:r>
              <a:rPr lang="en-US" altLang="en-US" sz="2400" dirty="0"/>
              <a:t> </a:t>
            </a:r>
            <a:r>
              <a:rPr lang="en-US" altLang="en-US" sz="2400" dirty="0" err="1"/>
              <a:t>nhiều</a:t>
            </a:r>
            <a:r>
              <a:rPr lang="en-US" altLang="en-US" sz="2400" dirty="0"/>
              <a:t> </a:t>
            </a:r>
            <a:r>
              <a:rPr lang="en-US" altLang="en-US" sz="2400" dirty="0" err="1"/>
              <a:t>giá</a:t>
            </a:r>
            <a:r>
              <a:rPr lang="en-US" altLang="en-US" sz="2400" dirty="0"/>
              <a:t> </a:t>
            </a:r>
            <a:r>
              <a:rPr lang="en-US" altLang="en-US" sz="2400" dirty="0" err="1"/>
              <a:t>trị</a:t>
            </a:r>
            <a:r>
              <a:rPr lang="en-US" altLang="en-US" sz="2400" dirty="0"/>
              <a:t> </a:t>
            </a:r>
            <a:r>
              <a:rPr lang="en-US" altLang="en-US" sz="2400" dirty="0" err="1"/>
              <a:t>dữ</a:t>
            </a:r>
            <a:r>
              <a:rPr lang="en-US" altLang="en-US" sz="2400" dirty="0"/>
              <a:t> </a:t>
            </a:r>
            <a:r>
              <a:rPr lang="en-US" altLang="en-US" sz="2400" dirty="0" err="1"/>
              <a:t>liệu</a:t>
            </a:r>
            <a:r>
              <a:rPr lang="en-US" altLang="en-US" sz="2400" dirty="0"/>
              <a:t> </a:t>
            </a:r>
            <a:r>
              <a:rPr lang="en-US" altLang="en-US" sz="2400" dirty="0" err="1"/>
              <a:t>được</a:t>
            </a:r>
            <a:r>
              <a:rPr lang="en-US" altLang="en-US" sz="2400" dirty="0"/>
              <a:t> </a:t>
            </a:r>
            <a:r>
              <a:rPr lang="en-US" altLang="en-US" sz="2400" dirty="0" err="1"/>
              <a:t>tổ</a:t>
            </a:r>
            <a:r>
              <a:rPr lang="en-US" altLang="en-US" sz="2400" dirty="0"/>
              <a:t> </a:t>
            </a:r>
            <a:r>
              <a:rPr lang="en-US" altLang="en-US" sz="2400" dirty="0" err="1"/>
              <a:t>chức</a:t>
            </a:r>
            <a:r>
              <a:rPr lang="en-US" altLang="en-US" sz="2400" dirty="0"/>
              <a:t> </a:t>
            </a:r>
            <a:r>
              <a:rPr lang="en-US" altLang="en-US" sz="2400" dirty="0" err="1"/>
              <a:t>sao</a:t>
            </a:r>
            <a:r>
              <a:rPr lang="en-US" altLang="en-US" sz="2400" dirty="0"/>
              <a:t> </a:t>
            </a:r>
            <a:r>
              <a:rPr lang="en-US" altLang="en-US" sz="2400" dirty="0" err="1"/>
              <a:t>cho</a:t>
            </a:r>
            <a:r>
              <a:rPr lang="en-US" altLang="en-US" sz="2400" dirty="0"/>
              <a:t> </a:t>
            </a:r>
            <a:r>
              <a:rPr lang="en-US" altLang="en-US" sz="2400" dirty="0" err="1"/>
              <a:t>nó</a:t>
            </a:r>
            <a:r>
              <a:rPr lang="en-US" altLang="en-US" sz="2400" dirty="0"/>
              <a:t> </a:t>
            </a:r>
            <a:r>
              <a:rPr lang="en-US" altLang="en-US" sz="2400" dirty="0" err="1"/>
              <a:t>mang</a:t>
            </a:r>
            <a:r>
              <a:rPr lang="en-US" altLang="en-US" sz="2400" dirty="0"/>
              <a:t> </a:t>
            </a:r>
            <a:r>
              <a:rPr lang="en-US" altLang="en-US" sz="2400" dirty="0" err="1"/>
              <a:t>lại</a:t>
            </a:r>
            <a:r>
              <a:rPr lang="en-US" altLang="en-US" sz="2400" dirty="0"/>
              <a:t> </a:t>
            </a:r>
            <a:r>
              <a:rPr lang="en-US" altLang="en-US" sz="2400" dirty="0" err="1"/>
              <a:t>một</a:t>
            </a:r>
            <a:r>
              <a:rPr lang="en-US" altLang="en-US" sz="2400" dirty="0"/>
              <a:t> ý </a:t>
            </a:r>
            <a:r>
              <a:rPr lang="en-US" altLang="en-US" sz="2400" dirty="0" err="1"/>
              <a:t>nghĩa</a:t>
            </a:r>
            <a:r>
              <a:rPr lang="en-US" altLang="en-US" sz="2400" dirty="0"/>
              <a:t> </a:t>
            </a:r>
            <a:r>
              <a:rPr lang="en-US" altLang="en-US" sz="2400" dirty="0" err="1"/>
              <a:t>cho</a:t>
            </a:r>
            <a:r>
              <a:rPr lang="en-US" altLang="en-US" sz="2400" dirty="0"/>
              <a:t> </a:t>
            </a:r>
            <a:r>
              <a:rPr lang="en-US" altLang="en-US" sz="2400" dirty="0" err="1"/>
              <a:t>một</a:t>
            </a:r>
            <a:r>
              <a:rPr lang="en-US" altLang="en-US" sz="2400" dirty="0"/>
              <a:t> </a:t>
            </a:r>
            <a:r>
              <a:rPr lang="en-US" altLang="en-US" sz="2400" dirty="0" err="1"/>
              <a:t>đối</a:t>
            </a:r>
            <a:r>
              <a:rPr lang="en-US" altLang="en-US" sz="2400" dirty="0"/>
              <a:t> </a:t>
            </a:r>
            <a:r>
              <a:rPr lang="en-US" altLang="en-US" sz="2400" dirty="0" err="1"/>
              <a:t>tượng</a:t>
            </a:r>
            <a:r>
              <a:rPr lang="en-US" altLang="en-US" sz="2400" dirty="0"/>
              <a:t> </a:t>
            </a:r>
            <a:r>
              <a:rPr lang="en-US" altLang="en-US" sz="2400" dirty="0" err="1"/>
              <a:t>cụ</a:t>
            </a:r>
            <a:r>
              <a:rPr lang="en-US" altLang="en-US" sz="2400" dirty="0"/>
              <a:t> </a:t>
            </a:r>
            <a:r>
              <a:rPr lang="en-US" altLang="en-US" sz="2400" dirty="0" err="1"/>
              <a:t>thể</a:t>
            </a:r>
            <a:r>
              <a:rPr lang="en-US" altLang="en-US" sz="2400" dirty="0"/>
              <a:t>, </a:t>
            </a:r>
            <a:r>
              <a:rPr lang="en-US" altLang="en-US" sz="2400" dirty="0" err="1"/>
              <a:t>trong</a:t>
            </a:r>
            <a:r>
              <a:rPr lang="en-US" altLang="en-US" sz="2400" dirty="0"/>
              <a:t> </a:t>
            </a:r>
            <a:r>
              <a:rPr lang="en-US" altLang="en-US" sz="2400" dirty="0" err="1"/>
              <a:t>một</a:t>
            </a:r>
            <a:r>
              <a:rPr lang="en-US" altLang="en-US" sz="2400" dirty="0"/>
              <a:t> </a:t>
            </a:r>
            <a:r>
              <a:rPr lang="en-US" altLang="en-US" sz="2400" dirty="0" err="1"/>
              <a:t>ngữ</a:t>
            </a:r>
            <a:r>
              <a:rPr lang="en-US" altLang="en-US" sz="2400" dirty="0"/>
              <a:t> </a:t>
            </a:r>
            <a:r>
              <a:rPr lang="en-US" altLang="en-US" sz="2400" dirty="0" err="1"/>
              <a:t>cảnh</a:t>
            </a:r>
            <a:r>
              <a:rPr lang="en-US" altLang="en-US" sz="2400" dirty="0"/>
              <a:t> </a:t>
            </a:r>
            <a:r>
              <a:rPr lang="en-US" altLang="en-US" sz="2400" dirty="0" err="1"/>
              <a:t>cụ</a:t>
            </a:r>
            <a:r>
              <a:rPr lang="en-US" altLang="en-US" sz="2400" dirty="0"/>
              <a:t> </a:t>
            </a:r>
            <a:r>
              <a:rPr lang="en-US" altLang="en-US" sz="2400" dirty="0" err="1"/>
              <a:t>thể</a:t>
            </a:r>
            <a:r>
              <a:rPr lang="en-US" altLang="en-US" sz="2400" dirty="0"/>
              <a:t>.</a:t>
            </a:r>
          </a:p>
        </p:txBody>
      </p:sp>
      <p:pic>
        <p:nvPicPr>
          <p:cNvPr id="14342" name="Picture 8" descr="Image result for xứ lý thông tin">
            <a:extLst>
              <a:ext uri="{FF2B5EF4-FFF2-40B4-BE49-F238E27FC236}">
                <a16:creationId xmlns:a16="http://schemas.microsoft.com/office/drawing/2014/main" id="{4429CBC3-25C3-E644-A4C1-4A27674646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883" t="42003" r="6519" b="21896"/>
          <a:stretch>
            <a:fillRect/>
          </a:stretch>
        </p:blipFill>
        <p:spPr bwMode="auto">
          <a:xfrm>
            <a:off x="1447800" y="4114800"/>
            <a:ext cx="7531100" cy="238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3319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Date Placeholder 3">
            <a:extLst>
              <a:ext uri="{FF2B5EF4-FFF2-40B4-BE49-F238E27FC236}">
                <a16:creationId xmlns:a16="http://schemas.microsoft.com/office/drawing/2014/main" id="{86F02E25-CEAD-4843-B376-9F834CABE3AB}"/>
              </a:ext>
            </a:extLst>
          </p:cNvPr>
          <p:cNvSpPr>
            <a:spLocks noGrp="1"/>
          </p:cNvSpPr>
          <p:nvPr>
            <p:ph type="dt" sz="quarter" idx="10"/>
          </p:nvPr>
        </p:nvSpPr>
        <p:spPr/>
        <p:txBody>
          <a:bodyPr/>
          <a:lstStyle/>
          <a:p>
            <a:pPr>
              <a:defRPr/>
            </a:pPr>
            <a:r>
              <a:rPr lang="en-US"/>
              <a:t>Cơ sở dữ liệu - Bộ môn Hệ thống Thông tin</a:t>
            </a:r>
            <a:endParaRPr lang="en-US" altLang="en-US" dirty="0"/>
          </a:p>
        </p:txBody>
      </p:sp>
      <p:sp>
        <p:nvSpPr>
          <p:cNvPr id="11267" name="Slide Number Placeholder 5">
            <a:extLst>
              <a:ext uri="{FF2B5EF4-FFF2-40B4-BE49-F238E27FC236}">
                <a16:creationId xmlns:a16="http://schemas.microsoft.com/office/drawing/2014/main" id="{813F8567-5375-7D47-891F-F47C21287CB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r">
              <a:spcBef>
                <a:spcPct val="0"/>
              </a:spcBef>
              <a:buClrTx/>
              <a:buFontTx/>
              <a:buNone/>
            </a:pPr>
            <a:fld id="{97A28ACF-C9BF-B44B-AFF0-70FD238CA0AB}" type="slidenum">
              <a:rPr lang="en-US" altLang="en-US" sz="1000" smtClean="0"/>
              <a:pPr algn="r">
                <a:spcBef>
                  <a:spcPct val="0"/>
                </a:spcBef>
                <a:buClrTx/>
                <a:buFontTx/>
                <a:buNone/>
              </a:pPr>
              <a:t>6</a:t>
            </a:fld>
            <a:endParaRPr lang="en-US" altLang="en-US" sz="1000"/>
          </a:p>
        </p:txBody>
      </p:sp>
      <p:sp>
        <p:nvSpPr>
          <p:cNvPr id="11268" name="Rectangle 2">
            <a:extLst>
              <a:ext uri="{FF2B5EF4-FFF2-40B4-BE49-F238E27FC236}">
                <a16:creationId xmlns:a16="http://schemas.microsoft.com/office/drawing/2014/main" id="{6DB3113D-94D2-FD4B-B94C-6349438D1A06}"/>
              </a:ext>
            </a:extLst>
          </p:cNvPr>
          <p:cNvSpPr>
            <a:spLocks noGrp="1" noChangeArrowheads="1"/>
          </p:cNvSpPr>
          <p:nvPr>
            <p:ph type="title"/>
          </p:nvPr>
        </p:nvSpPr>
        <p:spPr>
          <a:xfrm>
            <a:off x="495300" y="354013"/>
            <a:ext cx="8915400" cy="620712"/>
          </a:xfrm>
        </p:spPr>
        <p:txBody>
          <a:bodyPr/>
          <a:lstStyle/>
          <a:p>
            <a:pPr eaLnBrk="1" hangingPunct="1"/>
            <a:r>
              <a:rPr lang="en-US" altLang="en-US" sz="3500"/>
              <a:t>1. Giới thiệu (tt)</a:t>
            </a:r>
          </a:p>
        </p:txBody>
      </p:sp>
      <p:sp>
        <p:nvSpPr>
          <p:cNvPr id="11269" name="Rectangle 3">
            <a:extLst>
              <a:ext uri="{FF2B5EF4-FFF2-40B4-BE49-F238E27FC236}">
                <a16:creationId xmlns:a16="http://schemas.microsoft.com/office/drawing/2014/main" id="{8639ED05-6171-3C47-8005-E850FDF96362}"/>
              </a:ext>
            </a:extLst>
          </p:cNvPr>
          <p:cNvSpPr>
            <a:spLocks noGrp="1" noChangeArrowheads="1"/>
          </p:cNvSpPr>
          <p:nvPr>
            <p:ph type="body" idx="1"/>
          </p:nvPr>
        </p:nvSpPr>
        <p:spPr>
          <a:xfrm>
            <a:off x="495300" y="1295400"/>
            <a:ext cx="8915400" cy="5105400"/>
          </a:xfrm>
        </p:spPr>
        <p:txBody>
          <a:bodyPr/>
          <a:lstStyle/>
          <a:p>
            <a:pPr eaLnBrk="1" hangingPunct="1"/>
            <a:r>
              <a:rPr lang="en-US" altLang="en-US" dirty="0" err="1"/>
              <a:t>Ví</a:t>
            </a:r>
            <a:r>
              <a:rPr lang="en-US" altLang="en-US" dirty="0"/>
              <a:t> </a:t>
            </a:r>
            <a:r>
              <a:rPr lang="en-US" altLang="en-US" dirty="0" err="1"/>
              <a:t>dụ</a:t>
            </a:r>
            <a:endParaRPr lang="en-US" altLang="en-US" dirty="0"/>
          </a:p>
          <a:p>
            <a:pPr lvl="1" eaLnBrk="1" hangingPunct="1"/>
            <a:r>
              <a:rPr lang="en-US" altLang="en-US" dirty="0" err="1"/>
              <a:t>Kinh</a:t>
            </a:r>
            <a:r>
              <a:rPr lang="en-US" altLang="en-US" dirty="0"/>
              <a:t> </a:t>
            </a:r>
            <a:r>
              <a:rPr lang="en-US" altLang="en-US" dirty="0" err="1"/>
              <a:t>doanh</a:t>
            </a:r>
            <a:endParaRPr lang="en-US" altLang="en-US" dirty="0"/>
          </a:p>
          <a:p>
            <a:pPr lvl="1" eaLnBrk="1" hangingPunct="1"/>
            <a:r>
              <a:rPr lang="en-US" altLang="en-US" dirty="0" err="1"/>
              <a:t>Ngân</a:t>
            </a:r>
            <a:r>
              <a:rPr lang="en-US" altLang="en-US" dirty="0"/>
              <a:t> </a:t>
            </a:r>
            <a:r>
              <a:rPr lang="en-US" altLang="en-US" dirty="0" err="1"/>
              <a:t>hàng</a:t>
            </a:r>
            <a:r>
              <a:rPr lang="en-US" altLang="en-US" dirty="0"/>
              <a:t> </a:t>
            </a:r>
            <a:r>
              <a:rPr lang="en-US" altLang="en-US" dirty="0" err="1"/>
              <a:t>và</a:t>
            </a:r>
            <a:r>
              <a:rPr lang="en-US" altLang="en-US" dirty="0"/>
              <a:t> </a:t>
            </a:r>
            <a:r>
              <a:rPr lang="en-US" altLang="en-US" dirty="0" err="1"/>
              <a:t>tài</a:t>
            </a:r>
            <a:r>
              <a:rPr lang="en-US" altLang="en-US" dirty="0"/>
              <a:t> </a:t>
            </a:r>
            <a:r>
              <a:rPr lang="en-US" altLang="en-US" dirty="0" err="1"/>
              <a:t>chính</a:t>
            </a:r>
            <a:endParaRPr lang="en-US" altLang="en-US" dirty="0"/>
          </a:p>
          <a:p>
            <a:pPr lvl="1" eaLnBrk="1" hangingPunct="1"/>
            <a:r>
              <a:rPr lang="en-US" altLang="en-US" dirty="0" err="1"/>
              <a:t>Giáo</a:t>
            </a:r>
            <a:r>
              <a:rPr lang="en-US" altLang="en-US" dirty="0"/>
              <a:t> </a:t>
            </a:r>
            <a:r>
              <a:rPr lang="en-US" altLang="en-US" dirty="0" err="1"/>
              <a:t>dục</a:t>
            </a:r>
            <a:endParaRPr lang="en-US" altLang="en-US" dirty="0"/>
          </a:p>
          <a:p>
            <a:pPr lvl="1" eaLnBrk="1" hangingPunct="1"/>
            <a:r>
              <a:rPr lang="en-US" altLang="en-US" dirty="0" err="1"/>
              <a:t>Hành</a:t>
            </a:r>
            <a:r>
              <a:rPr lang="en-US" altLang="en-US" dirty="0"/>
              <a:t> </a:t>
            </a:r>
            <a:r>
              <a:rPr lang="en-US" altLang="en-US" dirty="0" err="1"/>
              <a:t>chính</a:t>
            </a:r>
            <a:endParaRPr lang="en-US" altLang="en-US" dirty="0"/>
          </a:p>
          <a:p>
            <a:pPr lvl="1" eaLnBrk="1" hangingPunct="1"/>
            <a:r>
              <a:rPr lang="en-US" altLang="en-US" dirty="0" err="1"/>
              <a:t>Giải</a:t>
            </a:r>
            <a:r>
              <a:rPr lang="en-US" altLang="en-US" dirty="0"/>
              <a:t> </a:t>
            </a:r>
            <a:r>
              <a:rPr lang="en-US" altLang="en-US" dirty="0" err="1"/>
              <a:t>trí</a:t>
            </a:r>
            <a:endParaRPr lang="en-US" altLang="en-US" dirty="0"/>
          </a:p>
          <a:p>
            <a:pPr lvl="1" eaLnBrk="1" hangingPunct="1"/>
            <a:r>
              <a:rPr lang="en-US" altLang="en-US" dirty="0"/>
              <a:t>…</a:t>
            </a:r>
          </a:p>
        </p:txBody>
      </p:sp>
      <p:grpSp>
        <p:nvGrpSpPr>
          <p:cNvPr id="11270" name="Group 9">
            <a:extLst>
              <a:ext uri="{FF2B5EF4-FFF2-40B4-BE49-F238E27FC236}">
                <a16:creationId xmlns:a16="http://schemas.microsoft.com/office/drawing/2014/main" id="{0A1C2021-929B-C94F-A2F9-5A7D0308A2F8}"/>
              </a:ext>
            </a:extLst>
          </p:cNvPr>
          <p:cNvGrpSpPr>
            <a:grpSpLocks/>
          </p:cNvGrpSpPr>
          <p:nvPr/>
        </p:nvGrpSpPr>
        <p:grpSpPr bwMode="auto">
          <a:xfrm>
            <a:off x="5791990" y="1143000"/>
            <a:ext cx="2742412" cy="2665413"/>
            <a:chOff x="3329" y="1249"/>
            <a:chExt cx="1231" cy="1199"/>
          </a:xfrm>
        </p:grpSpPr>
        <p:sp>
          <p:nvSpPr>
            <p:cNvPr id="11271" name="Text Box 4">
              <a:extLst>
                <a:ext uri="{FF2B5EF4-FFF2-40B4-BE49-F238E27FC236}">
                  <a16:creationId xmlns:a16="http://schemas.microsoft.com/office/drawing/2014/main" id="{51E47D2E-E639-4A43-AE84-D26C51229F1F}"/>
                </a:ext>
              </a:extLst>
            </p:cNvPr>
            <p:cNvSpPr txBox="1">
              <a:spLocks noChangeArrowheads="1"/>
            </p:cNvSpPr>
            <p:nvPr/>
          </p:nvSpPr>
          <p:spPr bwMode="auto">
            <a:xfrm>
              <a:off x="3329" y="1249"/>
              <a:ext cx="912" cy="291"/>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ts val="0"/>
                </a:spcBef>
                <a:buClrTx/>
                <a:buFontTx/>
                <a:buNone/>
              </a:pPr>
              <a:r>
                <a:rPr lang="en-US" altLang="en-US" sz="1800" b="1" dirty="0" err="1">
                  <a:latin typeface="Tahoma" panose="020B0604030504040204" pitchFamily="34" charset="0"/>
                </a:rPr>
                <a:t>Thông</a:t>
              </a:r>
              <a:r>
                <a:rPr lang="en-US" altLang="en-US" sz="1800" b="1" dirty="0">
                  <a:latin typeface="Tahoma" panose="020B0604030504040204" pitchFamily="34" charset="0"/>
                </a:rPr>
                <a:t> tin </a:t>
              </a:r>
              <a:r>
                <a:rPr lang="en-US" altLang="en-US" sz="1800" b="1" dirty="0" err="1">
                  <a:latin typeface="Tahoma" panose="020B0604030504040204" pitchFamily="34" charset="0"/>
                </a:rPr>
                <a:t>của</a:t>
              </a:r>
              <a:r>
                <a:rPr lang="en-US" altLang="en-US" sz="1800" b="1" dirty="0">
                  <a:latin typeface="Tahoma" panose="020B0604030504040204" pitchFamily="34" charset="0"/>
                </a:rPr>
                <a:t> </a:t>
              </a:r>
              <a:r>
                <a:rPr lang="en-US" altLang="en-US" sz="1800" b="1" dirty="0" err="1">
                  <a:latin typeface="Tahoma" panose="020B0604030504040204" pitchFamily="34" charset="0"/>
                </a:rPr>
                <a:t>đối</a:t>
              </a:r>
              <a:r>
                <a:rPr lang="en-US" altLang="en-US" sz="1800" b="1" dirty="0">
                  <a:latin typeface="Tahoma" panose="020B0604030504040204" pitchFamily="34" charset="0"/>
                </a:rPr>
                <a:t> t</a:t>
              </a:r>
              <a:r>
                <a:rPr lang="vi-VN" altLang="en-US" sz="1800" b="1" dirty="0">
                  <a:latin typeface="Tahoma" panose="020B0604030504040204" pitchFamily="34" charset="0"/>
                </a:rPr>
                <a:t>ư</a:t>
              </a:r>
              <a:r>
                <a:rPr lang="en-US" altLang="en-US" sz="1800" b="1" dirty="0" err="1">
                  <a:latin typeface="Tahoma" panose="020B0604030504040204" pitchFamily="34" charset="0"/>
                </a:rPr>
                <a:t>ợng</a:t>
              </a:r>
              <a:endParaRPr lang="en-US" altLang="en-US" sz="1800" b="1" dirty="0">
                <a:latin typeface="Tahoma" panose="020B0604030504040204" pitchFamily="34" charset="0"/>
              </a:endParaRPr>
            </a:p>
          </p:txBody>
        </p:sp>
        <p:sp>
          <p:nvSpPr>
            <p:cNvPr id="11272" name="Text Box 5">
              <a:extLst>
                <a:ext uri="{FF2B5EF4-FFF2-40B4-BE49-F238E27FC236}">
                  <a16:creationId xmlns:a16="http://schemas.microsoft.com/office/drawing/2014/main" id="{52D6305A-265E-704A-B16D-8720126A566C}"/>
                </a:ext>
              </a:extLst>
            </p:cNvPr>
            <p:cNvSpPr txBox="1">
              <a:spLocks noChangeArrowheads="1"/>
            </p:cNvSpPr>
            <p:nvPr/>
          </p:nvSpPr>
          <p:spPr bwMode="auto">
            <a:xfrm>
              <a:off x="3408" y="2209"/>
              <a:ext cx="768" cy="239"/>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800" b="1">
                  <a:latin typeface="Tahoma" panose="020B0604030504040204" pitchFamily="34" charset="0"/>
                </a:rPr>
                <a:t>Dữ liệu</a:t>
              </a:r>
            </a:p>
          </p:txBody>
        </p:sp>
        <p:sp>
          <p:nvSpPr>
            <p:cNvPr id="11273" name="Line 6">
              <a:extLst>
                <a:ext uri="{FF2B5EF4-FFF2-40B4-BE49-F238E27FC236}">
                  <a16:creationId xmlns:a16="http://schemas.microsoft.com/office/drawing/2014/main" id="{ADC51329-1A62-6143-9DC3-5C97DAC5A155}"/>
                </a:ext>
              </a:extLst>
            </p:cNvPr>
            <p:cNvSpPr>
              <a:spLocks noChangeShapeType="1"/>
            </p:cNvSpPr>
            <p:nvPr/>
          </p:nvSpPr>
          <p:spPr bwMode="auto">
            <a:xfrm>
              <a:off x="3808" y="1540"/>
              <a:ext cx="0" cy="669"/>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VN"/>
            </a:p>
          </p:txBody>
        </p:sp>
        <p:sp>
          <p:nvSpPr>
            <p:cNvPr id="11274" name="Text Box 7">
              <a:extLst>
                <a:ext uri="{FF2B5EF4-FFF2-40B4-BE49-F238E27FC236}">
                  <a16:creationId xmlns:a16="http://schemas.microsoft.com/office/drawing/2014/main" id="{1746D901-AD28-0041-8C1B-E7C84468ABEE}"/>
                </a:ext>
              </a:extLst>
            </p:cNvPr>
            <p:cNvSpPr txBox="1">
              <a:spLocks noChangeArrowheads="1"/>
            </p:cNvSpPr>
            <p:nvPr/>
          </p:nvSpPr>
          <p:spPr bwMode="auto">
            <a:xfrm>
              <a:off x="3840" y="1777"/>
              <a:ext cx="72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600">
                  <a:latin typeface="Tahoma" panose="020B0604030504040204" pitchFamily="34" charset="0"/>
                </a:rPr>
                <a:t>Chọn lọc</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38B3F7A0-24EC-984A-89A0-C1617A625F8A}"/>
              </a:ext>
            </a:extLst>
          </p:cNvPr>
          <p:cNvSpPr>
            <a:spLocks noGrp="1" noChangeArrowheads="1"/>
          </p:cNvSpPr>
          <p:nvPr>
            <p:ph type="title"/>
          </p:nvPr>
        </p:nvSpPr>
        <p:spPr/>
        <p:txBody>
          <a:bodyPr/>
          <a:lstStyle/>
          <a:p>
            <a:r>
              <a:rPr lang="en-US" altLang="en-US"/>
              <a:t>1. Giới thiệu (tt)</a:t>
            </a:r>
          </a:p>
        </p:txBody>
      </p:sp>
      <p:sp>
        <p:nvSpPr>
          <p:cNvPr id="13315" name="Content Placeholder 2">
            <a:extLst>
              <a:ext uri="{FF2B5EF4-FFF2-40B4-BE49-F238E27FC236}">
                <a16:creationId xmlns:a16="http://schemas.microsoft.com/office/drawing/2014/main" id="{F17A9385-053A-7044-B39B-FFBE2AD5CE25}"/>
              </a:ext>
            </a:extLst>
          </p:cNvPr>
          <p:cNvSpPr>
            <a:spLocks noGrp="1" noChangeArrowheads="1"/>
          </p:cNvSpPr>
          <p:nvPr>
            <p:ph idx="1"/>
          </p:nvPr>
        </p:nvSpPr>
        <p:spPr/>
        <p:txBody>
          <a:bodyPr/>
          <a:lstStyle/>
          <a:p>
            <a:r>
              <a:rPr lang="en-US" altLang="en-US"/>
              <a:t>Dữ liệu về cùng đối t</a:t>
            </a:r>
            <a:r>
              <a:rPr lang="vi-VN" altLang="en-US"/>
              <a:t>ư</a:t>
            </a:r>
            <a:r>
              <a:rPr lang="en-US" altLang="en-US"/>
              <a:t>ợng có thể khác nhau phụ thuộc vào ngữ cảnh</a:t>
            </a:r>
          </a:p>
          <a:p>
            <a:r>
              <a:rPr lang="en-US" altLang="en-US"/>
              <a:t>Ví dụ: Dữ liệu về đối t</a:t>
            </a:r>
            <a:r>
              <a:rPr lang="vi-VN" altLang="en-US"/>
              <a:t>ư</a:t>
            </a:r>
            <a:r>
              <a:rPr lang="en-US" altLang="en-US"/>
              <a:t>ợng sinh viên có thể khác nhau về mục đích quản lý:</a:t>
            </a:r>
          </a:p>
          <a:p>
            <a:pPr lvl="1"/>
            <a:r>
              <a:rPr lang="en-US" altLang="en-US"/>
              <a:t>Quản lý điểm</a:t>
            </a:r>
          </a:p>
          <a:p>
            <a:pPr lvl="1"/>
            <a:r>
              <a:rPr lang="en-US" altLang="en-US"/>
              <a:t>Quản lý nhân thân </a:t>
            </a:r>
          </a:p>
        </p:txBody>
      </p:sp>
      <p:sp>
        <p:nvSpPr>
          <p:cNvPr id="4" name="Date Placeholder 3">
            <a:extLst>
              <a:ext uri="{FF2B5EF4-FFF2-40B4-BE49-F238E27FC236}">
                <a16:creationId xmlns:a16="http://schemas.microsoft.com/office/drawing/2014/main" id="{5CD2722D-9E69-0945-9A76-36E65FE8D9D7}"/>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13317" name="Slide Number Placeholder 4">
            <a:extLst>
              <a:ext uri="{FF2B5EF4-FFF2-40B4-BE49-F238E27FC236}">
                <a16:creationId xmlns:a16="http://schemas.microsoft.com/office/drawing/2014/main" id="{74554F70-AF3B-0E49-8193-2C3DDA0F29D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36BD611F-BED0-A542-8E9B-446341D86981}" type="slidenum">
              <a:rPr lang="en-US" altLang="en-US" smtClean="0">
                <a:latin typeface="Arial" panose="020B0604020202020204" pitchFamily="34" charset="0"/>
              </a:rPr>
              <a:pPr/>
              <a:t>7</a:t>
            </a:fld>
            <a:endParaRPr lang="en-US" altLang="en-US">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7196D67E-470B-3248-A523-DD9BEF1DC47C}"/>
              </a:ext>
            </a:extLst>
          </p:cNvPr>
          <p:cNvSpPr>
            <a:spLocks noGrp="1" noChangeArrowheads="1"/>
          </p:cNvSpPr>
          <p:nvPr>
            <p:ph type="title"/>
          </p:nvPr>
        </p:nvSpPr>
        <p:spPr/>
        <p:txBody>
          <a:bodyPr/>
          <a:lstStyle/>
          <a:p>
            <a:r>
              <a:rPr lang="en-US" altLang="en-US"/>
              <a:t>Ví dụ</a:t>
            </a:r>
          </a:p>
        </p:txBody>
      </p:sp>
      <p:sp>
        <p:nvSpPr>
          <p:cNvPr id="16387" name="Content Placeholder 2">
            <a:extLst>
              <a:ext uri="{FF2B5EF4-FFF2-40B4-BE49-F238E27FC236}">
                <a16:creationId xmlns:a16="http://schemas.microsoft.com/office/drawing/2014/main" id="{B244FBD5-2081-F442-A16B-38384BCE95A9}"/>
              </a:ext>
            </a:extLst>
          </p:cNvPr>
          <p:cNvSpPr>
            <a:spLocks noGrp="1" noChangeArrowheads="1"/>
          </p:cNvSpPr>
          <p:nvPr>
            <p:ph idx="1"/>
          </p:nvPr>
        </p:nvSpPr>
        <p:spPr>
          <a:xfrm>
            <a:off x="495300" y="1066800"/>
            <a:ext cx="8915400" cy="5181600"/>
          </a:xfrm>
        </p:spPr>
        <p:txBody>
          <a:bodyPr/>
          <a:lstStyle/>
          <a:p>
            <a:pPr marL="0" indent="0">
              <a:buNone/>
            </a:pPr>
            <a:r>
              <a:rPr lang="en-US" altLang="en-US" dirty="0" err="1"/>
              <a:t>Quản</a:t>
            </a:r>
            <a:r>
              <a:rPr lang="en-US" altLang="en-US" dirty="0"/>
              <a:t> </a:t>
            </a:r>
            <a:r>
              <a:rPr lang="en-US" altLang="en-US" dirty="0" err="1"/>
              <a:t>lý</a:t>
            </a:r>
            <a:r>
              <a:rPr lang="en-US" altLang="en-US" dirty="0"/>
              <a:t> </a:t>
            </a:r>
            <a:r>
              <a:rPr lang="en-US" altLang="en-US" dirty="0" err="1"/>
              <a:t>việc</a:t>
            </a:r>
            <a:r>
              <a:rPr lang="en-US" altLang="en-US" dirty="0"/>
              <a:t> </a:t>
            </a:r>
            <a:r>
              <a:rPr lang="en-US" altLang="en-US" dirty="0" err="1"/>
              <a:t>thuê</a:t>
            </a:r>
            <a:r>
              <a:rPr lang="en-US" altLang="en-US" dirty="0"/>
              <a:t> </a:t>
            </a:r>
            <a:r>
              <a:rPr lang="en-US" altLang="en-US" dirty="0" err="1"/>
              <a:t>phòng</a:t>
            </a:r>
            <a:r>
              <a:rPr lang="en-US" altLang="en-US" dirty="0"/>
              <a:t> </a:t>
            </a:r>
            <a:r>
              <a:rPr lang="en-US" altLang="en-US" dirty="0" err="1"/>
              <a:t>và</a:t>
            </a:r>
            <a:r>
              <a:rPr lang="en-US" altLang="en-US" dirty="0"/>
              <a:t> </a:t>
            </a:r>
            <a:r>
              <a:rPr lang="en-US" altLang="en-US" dirty="0" err="1"/>
              <a:t>sử</a:t>
            </a:r>
            <a:r>
              <a:rPr lang="en-US" altLang="en-US" dirty="0"/>
              <a:t> </a:t>
            </a:r>
            <a:r>
              <a:rPr lang="en-US" altLang="en-US" dirty="0" err="1"/>
              <a:t>dụng</a:t>
            </a:r>
            <a:r>
              <a:rPr lang="en-US" altLang="en-US" dirty="0"/>
              <a:t> </a:t>
            </a:r>
            <a:r>
              <a:rPr lang="en-US" altLang="en-US" dirty="0" err="1"/>
              <a:t>các</a:t>
            </a:r>
            <a:r>
              <a:rPr lang="en-US" altLang="en-US" dirty="0"/>
              <a:t> </a:t>
            </a:r>
            <a:r>
              <a:rPr lang="en-US" altLang="en-US" dirty="0" err="1"/>
              <a:t>dịch</a:t>
            </a:r>
            <a:r>
              <a:rPr lang="en-US" altLang="en-US" dirty="0"/>
              <a:t> </a:t>
            </a:r>
            <a:r>
              <a:rPr lang="en-US" altLang="en-US" dirty="0" err="1"/>
              <a:t>vụ</a:t>
            </a:r>
            <a:r>
              <a:rPr lang="en-US" altLang="en-US" dirty="0"/>
              <a:t> </a:t>
            </a:r>
            <a:r>
              <a:rPr lang="en-US" altLang="en-US" dirty="0" err="1"/>
              <a:t>của</a:t>
            </a:r>
            <a:r>
              <a:rPr lang="en-US" altLang="en-US" dirty="0"/>
              <a:t> </a:t>
            </a:r>
            <a:r>
              <a:rPr lang="en-US" altLang="en-US" dirty="0" err="1"/>
              <a:t>khách</a:t>
            </a:r>
            <a:r>
              <a:rPr lang="en-US" altLang="en-US" dirty="0"/>
              <a:t> </a:t>
            </a:r>
            <a:r>
              <a:rPr lang="en-US" altLang="en-US" dirty="0" err="1"/>
              <a:t>trọ</a:t>
            </a:r>
            <a:r>
              <a:rPr lang="en-US" altLang="en-US" dirty="0"/>
              <a:t> bao </a:t>
            </a:r>
            <a:r>
              <a:rPr lang="en-US" altLang="en-US" dirty="0" err="1"/>
              <a:t>gồm</a:t>
            </a:r>
            <a:r>
              <a:rPr lang="en-US" altLang="en-US" dirty="0"/>
              <a:t> </a:t>
            </a:r>
            <a:r>
              <a:rPr lang="en-US" altLang="en-US" dirty="0" err="1"/>
              <a:t>thông</a:t>
            </a:r>
            <a:r>
              <a:rPr lang="en-US" altLang="en-US" dirty="0"/>
              <a:t> tin </a:t>
            </a:r>
            <a:r>
              <a:rPr lang="en-US" altLang="en-US" dirty="0" err="1"/>
              <a:t>như</a:t>
            </a:r>
            <a:r>
              <a:rPr lang="en-US" altLang="en-US" dirty="0"/>
              <a:t> </a:t>
            </a:r>
            <a:r>
              <a:rPr lang="en-US" altLang="en-US" dirty="0" err="1"/>
              <a:t>sau</a:t>
            </a:r>
            <a:r>
              <a:rPr lang="en-US" altLang="en-US" dirty="0"/>
              <a:t>:</a:t>
            </a:r>
          </a:p>
          <a:p>
            <a:r>
              <a:rPr lang="vi-VN" altLang="en-US" dirty="0"/>
              <a:t>Thông tin về phòng gồm mã phòng, loại phòng </a:t>
            </a:r>
          </a:p>
          <a:p>
            <a:r>
              <a:rPr lang="vi-VN" altLang="en-US" dirty="0"/>
              <a:t>Thông tin về khách trọ gồm mã khách, họ tên, số CMND, địa chỉ, quốc tịch. Một khách trọ có thể đến thuê phòng tại khách sạn này nhiều lần, thông tin mỗi lần thuê của một khách gồm phòng thuê, ngày bắt đầu, ngày kết thúc</a:t>
            </a:r>
          </a:p>
          <a:p>
            <a:r>
              <a:rPr lang="vi-VN" altLang="en-US" dirty="0"/>
              <a:t>Giả sử tất cả các phòng đều là phòng đơn (phòng một người). Đơn giá thuê / một ngày của một phòng được ấn định trước tùy theo phòng thuộc loại nào</a:t>
            </a:r>
          </a:p>
          <a:p>
            <a:r>
              <a:rPr lang="vi-VN" altLang="en-US" dirty="0"/>
              <a:t>Trong mỗi lần thuê phòng, khách trọ có thể trả thêm các dịch vụ (như điện thọai, ăn uống, karaoke, …)</a:t>
            </a:r>
            <a:endParaRPr lang="en-US" altLang="en-US" dirty="0"/>
          </a:p>
        </p:txBody>
      </p:sp>
      <p:sp>
        <p:nvSpPr>
          <p:cNvPr id="4" name="Date Placeholder 3">
            <a:extLst>
              <a:ext uri="{FF2B5EF4-FFF2-40B4-BE49-F238E27FC236}">
                <a16:creationId xmlns:a16="http://schemas.microsoft.com/office/drawing/2014/main" id="{23B6CD66-409A-E34C-80C5-151C95220A17}"/>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16389" name="Slide Number Placeholder 4">
            <a:extLst>
              <a:ext uri="{FF2B5EF4-FFF2-40B4-BE49-F238E27FC236}">
                <a16:creationId xmlns:a16="http://schemas.microsoft.com/office/drawing/2014/main" id="{AF64633B-BF3E-8E41-93EC-C9ACB73E3D6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F1EAFED1-6AF1-0641-8468-3EB652A92E22}" type="slidenum">
              <a:rPr lang="en-US" altLang="en-US" smtClean="0">
                <a:latin typeface="Arial" panose="020B0604020202020204" pitchFamily="34" charset="0"/>
              </a:rPr>
              <a:pPr/>
              <a:t>8</a:t>
            </a:fld>
            <a:endParaRPr lang="en-US" altLang="en-US">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CE1DC35-3530-3B48-82A9-234A7B38F181}"/>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17411" name="Slide Number Placeholder 5">
            <a:extLst>
              <a:ext uri="{FF2B5EF4-FFF2-40B4-BE49-F238E27FC236}">
                <a16:creationId xmlns:a16="http://schemas.microsoft.com/office/drawing/2014/main" id="{A8F56894-7FB8-D942-B42A-23CBA5DC483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r">
              <a:spcBef>
                <a:spcPct val="0"/>
              </a:spcBef>
              <a:buClrTx/>
              <a:buFontTx/>
              <a:buNone/>
            </a:pPr>
            <a:fld id="{943E6664-D18F-A644-A99E-25D9650C9079}" type="slidenum">
              <a:rPr lang="en-US" altLang="en-US" sz="1000" smtClean="0"/>
              <a:pPr algn="r">
                <a:spcBef>
                  <a:spcPct val="0"/>
                </a:spcBef>
                <a:buClrTx/>
                <a:buFontTx/>
                <a:buNone/>
              </a:pPr>
              <a:t>9</a:t>
            </a:fld>
            <a:endParaRPr lang="en-US" altLang="en-US" sz="1000"/>
          </a:p>
        </p:txBody>
      </p:sp>
      <p:sp>
        <p:nvSpPr>
          <p:cNvPr id="17412" name="Rectangle 2">
            <a:extLst>
              <a:ext uri="{FF2B5EF4-FFF2-40B4-BE49-F238E27FC236}">
                <a16:creationId xmlns:a16="http://schemas.microsoft.com/office/drawing/2014/main" id="{8943735A-982F-A843-A906-02CC347B0104}"/>
              </a:ext>
            </a:extLst>
          </p:cNvPr>
          <p:cNvSpPr>
            <a:spLocks noGrp="1" noChangeArrowheads="1"/>
          </p:cNvSpPr>
          <p:nvPr>
            <p:ph type="title"/>
          </p:nvPr>
        </p:nvSpPr>
        <p:spPr>
          <a:xfrm>
            <a:off x="495300" y="354013"/>
            <a:ext cx="8915400" cy="620712"/>
          </a:xfrm>
        </p:spPr>
        <p:txBody>
          <a:bodyPr/>
          <a:lstStyle/>
          <a:p>
            <a:pPr eaLnBrk="1" hangingPunct="1"/>
            <a:r>
              <a:rPr lang="en-US" altLang="en-US" sz="3600"/>
              <a:t>1. Giới thiệu (tt)</a:t>
            </a:r>
            <a:endParaRPr lang="en-US" altLang="en-US" sz="3500"/>
          </a:p>
        </p:txBody>
      </p:sp>
      <p:sp>
        <p:nvSpPr>
          <p:cNvPr id="17413" name="Rectangle 3">
            <a:extLst>
              <a:ext uri="{FF2B5EF4-FFF2-40B4-BE49-F238E27FC236}">
                <a16:creationId xmlns:a16="http://schemas.microsoft.com/office/drawing/2014/main" id="{1B5D5A27-8269-1141-AE76-DD6B96A8EED9}"/>
              </a:ext>
            </a:extLst>
          </p:cNvPr>
          <p:cNvSpPr>
            <a:spLocks noGrp="1" noChangeArrowheads="1"/>
          </p:cNvSpPr>
          <p:nvPr>
            <p:ph type="body" idx="1"/>
          </p:nvPr>
        </p:nvSpPr>
        <p:spPr>
          <a:xfrm>
            <a:off x="495300" y="1295400"/>
            <a:ext cx="8915400" cy="5562600"/>
          </a:xfrm>
        </p:spPr>
        <p:txBody>
          <a:bodyPr/>
          <a:lstStyle/>
          <a:p>
            <a:pPr eaLnBrk="1" hangingPunct="1"/>
            <a:r>
              <a:rPr lang="en-US" altLang="en-US" sz="2200" dirty="0" err="1"/>
              <a:t>Cơ</a:t>
            </a:r>
            <a:r>
              <a:rPr lang="en-US" altLang="en-US" sz="2200" dirty="0"/>
              <a:t> </a:t>
            </a:r>
            <a:r>
              <a:rPr lang="en-US" altLang="en-US" sz="2200" dirty="0" err="1"/>
              <a:t>sở</a:t>
            </a:r>
            <a:r>
              <a:rPr lang="en-US" altLang="en-US" sz="2200" dirty="0"/>
              <a:t> </a:t>
            </a:r>
            <a:r>
              <a:rPr lang="en-US" altLang="en-US" sz="2200" dirty="0" err="1"/>
              <a:t>dữ</a:t>
            </a:r>
            <a:r>
              <a:rPr lang="en-US" altLang="en-US" sz="2200" dirty="0"/>
              <a:t> </a:t>
            </a:r>
            <a:r>
              <a:rPr lang="en-US" altLang="en-US" sz="2200" dirty="0" err="1"/>
              <a:t>liệu</a:t>
            </a:r>
            <a:endParaRPr lang="en-US" altLang="en-US" sz="2200" dirty="0"/>
          </a:p>
          <a:p>
            <a:pPr lvl="1" eaLnBrk="1" hangingPunct="1"/>
            <a:r>
              <a:rPr lang="vi-VN" altLang="en-US" sz="2100" dirty="0"/>
              <a:t>T</a:t>
            </a:r>
            <a:r>
              <a:rPr lang="en-US" altLang="en-US" sz="2100" dirty="0" err="1"/>
              <a:t>ập</a:t>
            </a:r>
            <a:r>
              <a:rPr lang="en-US" altLang="en-US" sz="2100" dirty="0"/>
              <a:t> </a:t>
            </a:r>
            <a:r>
              <a:rPr lang="en-US" altLang="en-US" sz="2100" dirty="0" err="1"/>
              <a:t>hợp</a:t>
            </a:r>
            <a:r>
              <a:rPr lang="en-US" altLang="en-US" sz="2100" dirty="0"/>
              <a:t> </a:t>
            </a:r>
            <a:r>
              <a:rPr lang="en-US" altLang="en-US" sz="2100" dirty="0" err="1"/>
              <a:t>các</a:t>
            </a:r>
            <a:r>
              <a:rPr lang="en-US" altLang="en-US" sz="2100" dirty="0"/>
              <a:t> </a:t>
            </a:r>
            <a:r>
              <a:rPr lang="en-US" altLang="en-US" sz="2100" dirty="0" err="1"/>
              <a:t>số</a:t>
            </a:r>
            <a:r>
              <a:rPr lang="en-US" altLang="en-US" sz="2100" dirty="0"/>
              <a:t> </a:t>
            </a:r>
            <a:r>
              <a:rPr lang="en-US" altLang="en-US" sz="2100" dirty="0" err="1"/>
              <a:t>liệu</a:t>
            </a:r>
            <a:r>
              <a:rPr lang="en-US" altLang="en-US" sz="2100" dirty="0"/>
              <a:t> </a:t>
            </a:r>
            <a:r>
              <a:rPr lang="en-US" altLang="en-US" sz="2100" dirty="0" err="1"/>
              <a:t>liên</a:t>
            </a:r>
            <a:r>
              <a:rPr lang="en-US" altLang="en-US" sz="2100" dirty="0"/>
              <a:t> </a:t>
            </a:r>
            <a:r>
              <a:rPr lang="en-US" altLang="en-US" sz="2100" dirty="0" err="1"/>
              <a:t>quan</a:t>
            </a:r>
            <a:r>
              <a:rPr lang="en-US" altLang="en-US" sz="2100" dirty="0"/>
              <a:t> </a:t>
            </a:r>
            <a:r>
              <a:rPr lang="en-US" altLang="en-US" sz="2100" dirty="0" err="1"/>
              <a:t>đến</a:t>
            </a:r>
            <a:r>
              <a:rPr lang="en-US" altLang="en-US" sz="2100" dirty="0"/>
              <a:t> </a:t>
            </a:r>
            <a:r>
              <a:rPr lang="en-US" altLang="en-US" sz="2100" dirty="0" err="1"/>
              <a:t>chủ</a:t>
            </a:r>
            <a:r>
              <a:rPr lang="en-US" altLang="en-US" sz="2100" dirty="0"/>
              <a:t> </a:t>
            </a:r>
            <a:r>
              <a:rPr lang="en-US" altLang="en-US" sz="2100" dirty="0" err="1"/>
              <a:t>thể</a:t>
            </a:r>
            <a:r>
              <a:rPr lang="en-US" altLang="en-US" sz="2100" dirty="0"/>
              <a:t> hay </a:t>
            </a:r>
            <a:r>
              <a:rPr lang="en-US" altLang="en-US" sz="2100" dirty="0" err="1"/>
              <a:t>mục</a:t>
            </a:r>
            <a:r>
              <a:rPr lang="en-US" altLang="en-US" sz="2100" dirty="0"/>
              <a:t> </a:t>
            </a:r>
            <a:r>
              <a:rPr lang="en-US" altLang="en-US" sz="2100" dirty="0" err="1"/>
              <a:t>đích</a:t>
            </a:r>
            <a:r>
              <a:rPr lang="en-US" altLang="en-US" sz="2100" dirty="0"/>
              <a:t> </a:t>
            </a:r>
            <a:r>
              <a:rPr lang="en-US" altLang="en-US" sz="2100" dirty="0" err="1"/>
              <a:t>khai</a:t>
            </a:r>
            <a:r>
              <a:rPr lang="en-US" altLang="en-US" sz="2100" dirty="0"/>
              <a:t> </a:t>
            </a:r>
            <a:r>
              <a:rPr lang="en-US" altLang="en-US" sz="2100" dirty="0" err="1"/>
              <a:t>thác</a:t>
            </a:r>
            <a:r>
              <a:rPr lang="en-US" altLang="en-US" sz="2100" dirty="0"/>
              <a:t> </a:t>
            </a:r>
            <a:r>
              <a:rPr lang="en-US" altLang="en-US" sz="2100" dirty="0" err="1"/>
              <a:t>thuộc</a:t>
            </a:r>
            <a:r>
              <a:rPr lang="en-US" altLang="en-US" sz="2100" dirty="0"/>
              <a:t> </a:t>
            </a:r>
            <a:r>
              <a:rPr lang="vi-VN" altLang="en-US" sz="2100" dirty="0"/>
              <a:t>lĩnh</a:t>
            </a:r>
            <a:r>
              <a:rPr lang="en-US" altLang="en-US" sz="2100" dirty="0"/>
              <a:t> </a:t>
            </a:r>
            <a:r>
              <a:rPr lang="en-US" altLang="en-US" sz="2100" dirty="0" err="1"/>
              <a:t>vực</a:t>
            </a:r>
            <a:r>
              <a:rPr lang="en-US" altLang="en-US" sz="2100" dirty="0"/>
              <a:t> </a:t>
            </a:r>
            <a:r>
              <a:rPr lang="en-US" altLang="en-US" sz="2100" dirty="0" err="1"/>
              <a:t>chuyên</a:t>
            </a:r>
            <a:r>
              <a:rPr lang="en-US" altLang="en-US" sz="2100" dirty="0"/>
              <a:t> </a:t>
            </a:r>
            <a:r>
              <a:rPr lang="en-US" altLang="en-US" sz="2100" dirty="0" err="1"/>
              <a:t>môn</a:t>
            </a:r>
            <a:r>
              <a:rPr lang="en-US" altLang="en-US" sz="2100" dirty="0"/>
              <a:t> </a:t>
            </a:r>
            <a:r>
              <a:rPr lang="en-US" altLang="en-US" sz="2100" dirty="0" err="1"/>
              <a:t>nào</a:t>
            </a:r>
            <a:r>
              <a:rPr lang="en-US" altLang="en-US" sz="2100" dirty="0"/>
              <a:t> </a:t>
            </a:r>
            <a:r>
              <a:rPr lang="en-US" altLang="en-US" sz="2100" dirty="0" err="1"/>
              <a:t>đó</a:t>
            </a:r>
            <a:r>
              <a:rPr lang="en-US" altLang="en-US" sz="2100" dirty="0"/>
              <a:t> </a:t>
            </a:r>
            <a:r>
              <a:rPr lang="en-US" altLang="en-US" sz="2100" dirty="0" err="1"/>
              <a:t>và</a:t>
            </a:r>
            <a:r>
              <a:rPr lang="en-US" altLang="en-US" sz="2100" dirty="0"/>
              <a:t> </a:t>
            </a:r>
            <a:r>
              <a:rPr lang="en-US" altLang="en-US" sz="2100" dirty="0" err="1"/>
              <a:t>được</a:t>
            </a:r>
            <a:r>
              <a:rPr lang="en-US" altLang="en-US" sz="2100" dirty="0"/>
              <a:t> </a:t>
            </a:r>
            <a:r>
              <a:rPr lang="en-US" altLang="en-US" sz="2100" dirty="0" err="1"/>
              <a:t>tổ</a:t>
            </a:r>
            <a:r>
              <a:rPr lang="en-US" altLang="en-US" sz="2100" dirty="0"/>
              <a:t> </a:t>
            </a:r>
            <a:r>
              <a:rPr lang="en-US" altLang="en-US" sz="2100" dirty="0" err="1"/>
              <a:t>chức</a:t>
            </a:r>
            <a:r>
              <a:rPr lang="en-US" altLang="en-US" sz="2100" dirty="0"/>
              <a:t> </a:t>
            </a:r>
            <a:r>
              <a:rPr lang="en-US" altLang="en-US" sz="2100" dirty="0" err="1"/>
              <a:t>theo</a:t>
            </a:r>
            <a:r>
              <a:rPr lang="vi-VN" altLang="en-US" sz="2100" dirty="0"/>
              <a:t> một</a:t>
            </a:r>
            <a:r>
              <a:rPr lang="en-US" altLang="en-US" sz="2100" dirty="0"/>
              <a:t> </a:t>
            </a:r>
            <a:r>
              <a:rPr lang="en-US" altLang="en-US" sz="2100" dirty="0" err="1"/>
              <a:t>mô</a:t>
            </a:r>
            <a:r>
              <a:rPr lang="en-US" altLang="en-US" sz="2100" dirty="0"/>
              <a:t> </a:t>
            </a:r>
            <a:r>
              <a:rPr lang="en-US" altLang="en-US" sz="2100" dirty="0" err="1"/>
              <a:t>hình</a:t>
            </a:r>
            <a:r>
              <a:rPr lang="en-US" altLang="en-US" sz="2100" dirty="0"/>
              <a:t> </a:t>
            </a:r>
            <a:r>
              <a:rPr lang="en-US" altLang="en-US" sz="2100" dirty="0" err="1"/>
              <a:t>xác</a:t>
            </a:r>
            <a:r>
              <a:rPr lang="en-US" altLang="en-US" sz="2100" dirty="0"/>
              <a:t> </a:t>
            </a:r>
            <a:r>
              <a:rPr lang="en-US" altLang="en-US" sz="2100" dirty="0" err="1"/>
              <a:t>định</a:t>
            </a:r>
            <a:endParaRPr lang="en-US" altLang="en-US" sz="2100" dirty="0"/>
          </a:p>
          <a:p>
            <a:pPr lvl="1" eaLnBrk="1" hangingPunct="1"/>
            <a:r>
              <a:rPr lang="vi-VN" altLang="en-US" sz="2100" dirty="0"/>
              <a:t>T</a:t>
            </a:r>
            <a:r>
              <a:rPr lang="en-US" altLang="en-US" sz="2100" dirty="0" err="1"/>
              <a:t>ập</a:t>
            </a:r>
            <a:r>
              <a:rPr lang="en-US" altLang="en-US" sz="2100" dirty="0"/>
              <a:t> </a:t>
            </a:r>
            <a:r>
              <a:rPr lang="en-US" altLang="en-US" sz="2100" dirty="0" err="1"/>
              <a:t>hợp</a:t>
            </a:r>
            <a:r>
              <a:rPr lang="en-US" altLang="en-US" sz="2100" dirty="0"/>
              <a:t> </a:t>
            </a:r>
            <a:r>
              <a:rPr lang="en-US" altLang="en-US" sz="2100" u="sng" dirty="0" err="1"/>
              <a:t>có</a:t>
            </a:r>
            <a:r>
              <a:rPr lang="en-US" altLang="en-US" sz="2100" u="sng" dirty="0"/>
              <a:t> </a:t>
            </a:r>
            <a:r>
              <a:rPr lang="en-US" altLang="en-US" sz="2100" u="sng" dirty="0" err="1"/>
              <a:t>cấu</a:t>
            </a:r>
            <a:r>
              <a:rPr lang="en-US" altLang="en-US" sz="2100" u="sng" dirty="0"/>
              <a:t> </a:t>
            </a:r>
            <a:r>
              <a:rPr lang="en-US" altLang="en-US" sz="2100" u="sng" dirty="0" err="1"/>
              <a:t>trúc</a:t>
            </a:r>
            <a:r>
              <a:rPr lang="en-US" altLang="en-US" sz="2100" dirty="0"/>
              <a:t> </a:t>
            </a:r>
            <a:r>
              <a:rPr lang="en-US" altLang="en-US" sz="2100" dirty="0" err="1"/>
              <a:t>của</a:t>
            </a:r>
            <a:r>
              <a:rPr lang="en-US" altLang="en-US" sz="2100" dirty="0"/>
              <a:t> </a:t>
            </a:r>
            <a:r>
              <a:rPr lang="en-US" altLang="en-US" sz="2100" dirty="0" err="1"/>
              <a:t>những</a:t>
            </a:r>
            <a:r>
              <a:rPr lang="en-US" altLang="en-US" sz="2100" dirty="0"/>
              <a:t> </a:t>
            </a:r>
            <a:r>
              <a:rPr lang="en-US" altLang="en-US" sz="2100" dirty="0" err="1"/>
              <a:t>dữ</a:t>
            </a:r>
            <a:r>
              <a:rPr lang="en-US" altLang="en-US" sz="2100" dirty="0"/>
              <a:t> </a:t>
            </a:r>
            <a:r>
              <a:rPr lang="en-US" altLang="en-US" sz="2100" dirty="0" err="1"/>
              <a:t>liệu</a:t>
            </a:r>
            <a:r>
              <a:rPr lang="en-US" altLang="en-US" sz="2100" dirty="0"/>
              <a:t> </a:t>
            </a:r>
            <a:r>
              <a:rPr lang="en-US" altLang="en-US" sz="2100" dirty="0" err="1"/>
              <a:t>có</a:t>
            </a:r>
            <a:r>
              <a:rPr lang="en-US" altLang="en-US" sz="2100" dirty="0"/>
              <a:t> </a:t>
            </a:r>
            <a:r>
              <a:rPr lang="en-US" altLang="en-US" sz="2100" dirty="0" err="1"/>
              <a:t>liên</a:t>
            </a:r>
            <a:r>
              <a:rPr lang="en-US" altLang="en-US" sz="2100" dirty="0"/>
              <a:t> </a:t>
            </a:r>
            <a:r>
              <a:rPr lang="en-US" altLang="en-US" sz="2100" dirty="0" err="1"/>
              <a:t>quan</a:t>
            </a:r>
            <a:r>
              <a:rPr lang="en-US" altLang="en-US" sz="2100" dirty="0"/>
              <a:t> </a:t>
            </a:r>
            <a:r>
              <a:rPr lang="en-US" altLang="en-US" sz="2100" dirty="0" err="1"/>
              <a:t>với</a:t>
            </a:r>
            <a:r>
              <a:rPr lang="en-US" altLang="en-US" sz="2100" dirty="0"/>
              <a:t> </a:t>
            </a:r>
            <a:r>
              <a:rPr lang="en-US" altLang="en-US" sz="2100" dirty="0" err="1"/>
              <a:t>nhau</a:t>
            </a:r>
            <a:r>
              <a:rPr lang="en-US" altLang="en-US" sz="2100" dirty="0"/>
              <a:t> </a:t>
            </a:r>
            <a:r>
              <a:rPr lang="en-US" altLang="en-US" sz="2100" dirty="0" err="1"/>
              <a:t>được</a:t>
            </a:r>
            <a:r>
              <a:rPr lang="en-US" altLang="en-US" sz="2100" dirty="0"/>
              <a:t> </a:t>
            </a:r>
            <a:r>
              <a:rPr lang="en-US" altLang="en-US" sz="2100" dirty="0" err="1"/>
              <a:t>lưu</a:t>
            </a:r>
            <a:r>
              <a:rPr lang="en-US" altLang="en-US" sz="2100" dirty="0"/>
              <a:t> </a:t>
            </a:r>
            <a:r>
              <a:rPr lang="en-US" altLang="en-US" sz="2100" dirty="0" err="1"/>
              <a:t>trữ</a:t>
            </a:r>
            <a:r>
              <a:rPr lang="en-US" altLang="en-US" sz="2100" dirty="0"/>
              <a:t> </a:t>
            </a:r>
            <a:r>
              <a:rPr lang="en-US" altLang="en-US" sz="2100" dirty="0" err="1"/>
              <a:t>trong</a:t>
            </a:r>
            <a:r>
              <a:rPr lang="en-US" altLang="en-US" sz="2100" dirty="0"/>
              <a:t> </a:t>
            </a:r>
            <a:r>
              <a:rPr lang="en-US" altLang="en-US" sz="2100" dirty="0" err="1"/>
              <a:t>máy</a:t>
            </a:r>
            <a:r>
              <a:rPr lang="en-US" altLang="en-US" sz="2100" dirty="0"/>
              <a:t> </a:t>
            </a:r>
            <a:r>
              <a:rPr lang="en-US" altLang="en-US" sz="2100" dirty="0" err="1"/>
              <a:t>tính</a:t>
            </a:r>
            <a:endParaRPr lang="en-US" altLang="en-US" sz="2100" dirty="0"/>
          </a:p>
          <a:p>
            <a:pPr lvl="2" eaLnBrk="1" hangingPunct="1"/>
            <a:r>
              <a:rPr lang="en-US" altLang="en-US" sz="1800" dirty="0" err="1"/>
              <a:t>Danh</a:t>
            </a:r>
            <a:r>
              <a:rPr lang="en-US" altLang="en-US" sz="1800" dirty="0"/>
              <a:t> </a:t>
            </a:r>
            <a:r>
              <a:rPr lang="en-US" altLang="en-US" sz="1800" dirty="0" err="1"/>
              <a:t>sách</a:t>
            </a:r>
            <a:r>
              <a:rPr lang="en-US" altLang="en-US" sz="1800" dirty="0"/>
              <a:t> </a:t>
            </a:r>
            <a:r>
              <a:rPr lang="en-US" altLang="en-US" sz="1800" dirty="0" err="1"/>
              <a:t>sinh</a:t>
            </a:r>
            <a:r>
              <a:rPr lang="en-US" altLang="en-US" sz="1800" dirty="0"/>
              <a:t> </a:t>
            </a:r>
            <a:r>
              <a:rPr lang="en-US" altLang="en-US" sz="1800" dirty="0" err="1"/>
              <a:t>viên</a:t>
            </a:r>
            <a:endParaRPr lang="en-US" altLang="en-US" sz="1800" dirty="0"/>
          </a:p>
          <a:p>
            <a:pPr lvl="2" eaLnBrk="1" hangingPunct="1"/>
            <a:r>
              <a:rPr lang="en-US" altLang="en-US" sz="1800" dirty="0" err="1"/>
              <a:t>Niên</a:t>
            </a:r>
            <a:r>
              <a:rPr lang="en-US" altLang="en-US" sz="1800" dirty="0"/>
              <a:t> </a:t>
            </a:r>
            <a:r>
              <a:rPr lang="en-US" altLang="en-US" sz="1800" dirty="0" err="1"/>
              <a:t>giám</a:t>
            </a:r>
            <a:r>
              <a:rPr lang="en-US" altLang="en-US" sz="1800" dirty="0"/>
              <a:t> </a:t>
            </a:r>
            <a:r>
              <a:rPr lang="en-US" altLang="en-US" sz="1800" dirty="0" err="1"/>
              <a:t>điện</a:t>
            </a:r>
            <a:r>
              <a:rPr lang="en-US" altLang="en-US" sz="1800" dirty="0"/>
              <a:t> </a:t>
            </a:r>
            <a:r>
              <a:rPr lang="en-US" altLang="en-US" sz="1800" dirty="0" err="1"/>
              <a:t>thoại</a:t>
            </a:r>
            <a:endParaRPr lang="en-US" altLang="en-US" sz="1800" dirty="0"/>
          </a:p>
          <a:p>
            <a:pPr lvl="2" eaLnBrk="1" hangingPunct="1"/>
            <a:r>
              <a:rPr lang="en-US" altLang="en-US" sz="1800" dirty="0" err="1"/>
              <a:t>Danh</a:t>
            </a:r>
            <a:r>
              <a:rPr lang="en-US" altLang="en-US" sz="1800" dirty="0"/>
              <a:t> </a:t>
            </a:r>
            <a:r>
              <a:rPr lang="en-US" altLang="en-US" sz="1800" dirty="0" err="1"/>
              <a:t>mục</a:t>
            </a:r>
            <a:r>
              <a:rPr lang="en-US" altLang="en-US" sz="1800" dirty="0"/>
              <a:t> </a:t>
            </a:r>
            <a:r>
              <a:rPr lang="en-US" altLang="en-US" sz="1800" dirty="0" err="1"/>
              <a:t>các</a:t>
            </a:r>
            <a:r>
              <a:rPr lang="en-US" altLang="en-US" sz="1800" dirty="0"/>
              <a:t> </a:t>
            </a:r>
            <a:r>
              <a:rPr lang="en-US" altLang="en-US" sz="1800" dirty="0" err="1"/>
              <a:t>đề</a:t>
            </a:r>
            <a:r>
              <a:rPr lang="en-US" altLang="en-US" sz="1800" dirty="0"/>
              <a:t> </a:t>
            </a:r>
            <a:r>
              <a:rPr lang="en-US" altLang="en-US" sz="1800" dirty="0" err="1"/>
              <a:t>án</a:t>
            </a:r>
            <a:endParaRPr lang="en-US" altLang="en-US" sz="1800" dirty="0"/>
          </a:p>
          <a:p>
            <a:pPr lvl="1" eaLnBrk="1" hangingPunct="1"/>
            <a:r>
              <a:rPr lang="en-US" altLang="en-US" sz="2100" dirty="0" err="1"/>
              <a:t>Một</a:t>
            </a:r>
            <a:r>
              <a:rPr lang="en-US" altLang="en-US" sz="2100" dirty="0"/>
              <a:t> CSDL </a:t>
            </a:r>
            <a:r>
              <a:rPr lang="en-US" altLang="en-US" sz="2100" dirty="0" err="1"/>
              <a:t>biểu</a:t>
            </a:r>
            <a:r>
              <a:rPr lang="en-US" altLang="en-US" sz="2100" dirty="0"/>
              <a:t> </a:t>
            </a:r>
            <a:r>
              <a:rPr lang="en-US" altLang="en-US" sz="2100" dirty="0" err="1"/>
              <a:t>diễn</a:t>
            </a:r>
            <a:r>
              <a:rPr lang="en-US" altLang="en-US" sz="2100" dirty="0"/>
              <a:t> </a:t>
            </a:r>
            <a:r>
              <a:rPr lang="en-US" altLang="en-US" sz="2100" dirty="0" err="1"/>
              <a:t>một</a:t>
            </a:r>
            <a:r>
              <a:rPr lang="en-US" altLang="en-US" sz="2100" dirty="0"/>
              <a:t> </a:t>
            </a:r>
            <a:r>
              <a:rPr lang="en-US" altLang="en-US" sz="2100" dirty="0" err="1"/>
              <a:t>phần</a:t>
            </a:r>
            <a:r>
              <a:rPr lang="en-US" altLang="en-US" sz="2100" dirty="0"/>
              <a:t> </a:t>
            </a:r>
            <a:r>
              <a:rPr lang="en-US" altLang="en-US" sz="2100" dirty="0" err="1"/>
              <a:t>của</a:t>
            </a:r>
            <a:r>
              <a:rPr lang="en-US" altLang="en-US" sz="2100" dirty="0"/>
              <a:t> </a:t>
            </a:r>
            <a:r>
              <a:rPr lang="en-US" altLang="en-US" sz="2100" dirty="0" err="1"/>
              <a:t>thế</a:t>
            </a:r>
            <a:r>
              <a:rPr lang="en-US" altLang="en-US" sz="2100" dirty="0"/>
              <a:t> </a:t>
            </a:r>
            <a:r>
              <a:rPr lang="en-US" altLang="en-US" sz="2100" dirty="0" err="1"/>
              <a:t>giới</a:t>
            </a:r>
            <a:r>
              <a:rPr lang="en-US" altLang="en-US" sz="2100" dirty="0"/>
              <a:t> </a:t>
            </a:r>
            <a:r>
              <a:rPr lang="en-US" altLang="en-US" sz="2100" dirty="0" err="1"/>
              <a:t>thực</a:t>
            </a:r>
            <a:r>
              <a:rPr lang="en-US" altLang="en-US" sz="2100" dirty="0"/>
              <a:t> (</a:t>
            </a:r>
            <a:r>
              <a:rPr lang="en-US" altLang="en-US" sz="2100" dirty="0" err="1"/>
              <a:t>thế</a:t>
            </a:r>
            <a:r>
              <a:rPr lang="en-US" altLang="en-US" sz="2100" dirty="0"/>
              <a:t> </a:t>
            </a:r>
            <a:r>
              <a:rPr lang="en-US" altLang="en-US" sz="2100" dirty="0" err="1"/>
              <a:t>giới</a:t>
            </a:r>
            <a:r>
              <a:rPr lang="en-US" altLang="en-US" sz="2100" dirty="0"/>
              <a:t> </a:t>
            </a:r>
            <a:r>
              <a:rPr lang="en-US" altLang="en-US" sz="2100" dirty="0" err="1"/>
              <a:t>thu</a:t>
            </a:r>
            <a:r>
              <a:rPr lang="en-US" altLang="en-US" sz="2100" dirty="0"/>
              <a:t> </a:t>
            </a:r>
            <a:r>
              <a:rPr lang="en-US" altLang="en-US" sz="2100" dirty="0" err="1"/>
              <a:t>nhỏ</a:t>
            </a:r>
            <a:r>
              <a:rPr lang="en-US" altLang="en-US" sz="2100" dirty="0"/>
              <a:t>)</a:t>
            </a:r>
          </a:p>
          <a:p>
            <a:pPr lvl="1" eaLnBrk="1" hangingPunct="1"/>
            <a:r>
              <a:rPr lang="en-US" altLang="en-US" sz="2100" dirty="0"/>
              <a:t>CSDL </a:t>
            </a:r>
            <a:r>
              <a:rPr lang="en-US" altLang="en-US" sz="2100" dirty="0" err="1"/>
              <a:t>được</a:t>
            </a:r>
            <a:r>
              <a:rPr lang="en-US" altLang="en-US" sz="2100" dirty="0"/>
              <a:t> </a:t>
            </a:r>
            <a:r>
              <a:rPr lang="en-US" altLang="en-US" sz="2100" dirty="0" err="1"/>
              <a:t>thiết</a:t>
            </a:r>
            <a:r>
              <a:rPr lang="en-US" altLang="en-US" sz="2100" dirty="0"/>
              <a:t> </a:t>
            </a:r>
            <a:r>
              <a:rPr lang="en-US" altLang="en-US" sz="2100" dirty="0" err="1"/>
              <a:t>kế</a:t>
            </a:r>
            <a:r>
              <a:rPr lang="en-US" altLang="en-US" sz="2100" dirty="0"/>
              <a:t>, </a:t>
            </a:r>
            <a:r>
              <a:rPr lang="en-US" altLang="en-US" sz="2100" dirty="0" err="1"/>
              <a:t>xây</a:t>
            </a:r>
            <a:r>
              <a:rPr lang="en-US" altLang="en-US" sz="2100" dirty="0"/>
              <a:t> </a:t>
            </a:r>
            <a:r>
              <a:rPr lang="en-US" altLang="en-US" sz="2100" dirty="0" err="1"/>
              <a:t>dựng</a:t>
            </a:r>
            <a:r>
              <a:rPr lang="en-US" altLang="en-US" sz="2100" dirty="0"/>
              <a:t>, </a:t>
            </a:r>
            <a:r>
              <a:rPr lang="en-US" altLang="en-US" sz="2100" dirty="0" err="1"/>
              <a:t>và</a:t>
            </a:r>
            <a:r>
              <a:rPr lang="en-US" altLang="en-US" sz="2100" dirty="0"/>
              <a:t> </a:t>
            </a:r>
            <a:r>
              <a:rPr lang="en-US" altLang="en-US" sz="2100" dirty="0" err="1"/>
              <a:t>lưu</a:t>
            </a:r>
            <a:r>
              <a:rPr lang="en-US" altLang="en-US" sz="2100" dirty="0"/>
              <a:t> </a:t>
            </a:r>
            <a:r>
              <a:rPr lang="en-US" altLang="en-US" sz="2100" dirty="0" err="1"/>
              <a:t>trữ</a:t>
            </a:r>
            <a:r>
              <a:rPr lang="en-US" altLang="en-US" sz="2100" dirty="0"/>
              <a:t> </a:t>
            </a:r>
            <a:r>
              <a:rPr lang="en-US" altLang="en-US" sz="2100" dirty="0" err="1"/>
              <a:t>với</a:t>
            </a:r>
            <a:r>
              <a:rPr lang="en-US" altLang="en-US" sz="2100" dirty="0"/>
              <a:t> </a:t>
            </a:r>
            <a:r>
              <a:rPr lang="en-US" altLang="en-US" sz="2100" dirty="0" err="1"/>
              <a:t>một</a:t>
            </a:r>
            <a:r>
              <a:rPr lang="en-US" altLang="en-US" sz="2100" dirty="0"/>
              <a:t> </a:t>
            </a:r>
            <a:r>
              <a:rPr lang="en-US" altLang="en-US" sz="2100" dirty="0" err="1"/>
              <a:t>mục</a:t>
            </a:r>
            <a:r>
              <a:rPr lang="en-US" altLang="en-US" sz="2100" dirty="0"/>
              <a:t> </a:t>
            </a:r>
            <a:r>
              <a:rPr lang="en-US" altLang="en-US" sz="2100" dirty="0" err="1"/>
              <a:t>đích</a:t>
            </a:r>
            <a:r>
              <a:rPr lang="en-US" altLang="en-US" sz="2100" dirty="0"/>
              <a:t> </a:t>
            </a:r>
            <a:r>
              <a:rPr lang="en-US" altLang="en-US" sz="2100" dirty="0" err="1"/>
              <a:t>xác</a:t>
            </a:r>
            <a:r>
              <a:rPr lang="en-US" altLang="en-US" sz="2100" dirty="0"/>
              <a:t> </a:t>
            </a:r>
            <a:r>
              <a:rPr lang="en-US" altLang="en-US" sz="2100" dirty="0" err="1"/>
              <a:t>định</a:t>
            </a:r>
            <a:r>
              <a:rPr lang="en-US" altLang="en-US" sz="2100" dirty="0"/>
              <a:t>, </a:t>
            </a:r>
            <a:r>
              <a:rPr lang="en-US" altLang="en-US" sz="2100" dirty="0" err="1"/>
              <a:t>phục</a:t>
            </a:r>
            <a:r>
              <a:rPr lang="en-US" altLang="en-US" sz="2100" dirty="0"/>
              <a:t> </a:t>
            </a:r>
            <a:r>
              <a:rPr lang="en-US" altLang="en-US" sz="2100" dirty="0" err="1"/>
              <a:t>vụ</a:t>
            </a:r>
            <a:r>
              <a:rPr lang="en-US" altLang="en-US" sz="2100" dirty="0"/>
              <a:t> </a:t>
            </a:r>
            <a:r>
              <a:rPr lang="en-US" altLang="en-US" sz="2100" dirty="0" err="1"/>
              <a:t>cho</a:t>
            </a:r>
            <a:r>
              <a:rPr lang="en-US" altLang="en-US" sz="2100" dirty="0"/>
              <a:t> </a:t>
            </a:r>
            <a:r>
              <a:rPr lang="en-US" altLang="en-US" sz="2100" dirty="0" err="1"/>
              <a:t>một</a:t>
            </a:r>
            <a:r>
              <a:rPr lang="en-US" altLang="en-US" sz="2100" dirty="0"/>
              <a:t> </a:t>
            </a:r>
            <a:r>
              <a:rPr lang="en-US" altLang="en-US" sz="2100" dirty="0" err="1"/>
              <a:t>số</a:t>
            </a:r>
            <a:r>
              <a:rPr lang="en-US" altLang="en-US" sz="2100" dirty="0"/>
              <a:t> </a:t>
            </a:r>
            <a:r>
              <a:rPr lang="en-US" altLang="en-US" sz="2100" dirty="0" err="1"/>
              <a:t>ứng</a:t>
            </a:r>
            <a:r>
              <a:rPr lang="en-US" altLang="en-US" sz="2100" dirty="0"/>
              <a:t> </a:t>
            </a:r>
            <a:r>
              <a:rPr lang="en-US" altLang="en-US" sz="2100" dirty="0" err="1"/>
              <a:t>dụng</a:t>
            </a:r>
            <a:r>
              <a:rPr lang="en-US" altLang="en-US" sz="2100" dirty="0"/>
              <a:t> </a:t>
            </a:r>
            <a:r>
              <a:rPr lang="en-US" altLang="en-US" sz="2100" dirty="0" err="1"/>
              <a:t>và</a:t>
            </a:r>
            <a:r>
              <a:rPr lang="en-US" altLang="en-US" sz="2100" dirty="0"/>
              <a:t> </a:t>
            </a:r>
            <a:r>
              <a:rPr lang="en-US" altLang="en-US" sz="2100" dirty="0" err="1"/>
              <a:t>người</a:t>
            </a:r>
            <a:r>
              <a:rPr lang="en-US" altLang="en-US" sz="2100" dirty="0"/>
              <a:t> </a:t>
            </a:r>
            <a:r>
              <a:rPr lang="en-US" altLang="en-US" sz="2100" dirty="0" err="1"/>
              <a:t>dùng</a:t>
            </a:r>
            <a:endParaRPr lang="en-US" altLang="en-US" sz="2100" dirty="0"/>
          </a:p>
          <a:p>
            <a:pPr marL="344487" lvl="1" indent="0" eaLnBrk="1" hangingPunct="1">
              <a:buNone/>
            </a:pPr>
            <a:r>
              <a:rPr lang="en-US" altLang="en-US" sz="2100" dirty="0">
                <a:solidFill>
                  <a:srgbClr val="FF0000"/>
                </a:solidFill>
                <a:sym typeface="Wingdings" pitchFamily="2" charset="2"/>
              </a:rPr>
              <a:t> </a:t>
            </a:r>
            <a:r>
              <a:rPr lang="en-US" altLang="en-US" sz="2100" dirty="0" err="1">
                <a:solidFill>
                  <a:srgbClr val="FF0000"/>
                </a:solidFill>
              </a:rPr>
              <a:t>Tập</a:t>
            </a:r>
            <a:r>
              <a:rPr lang="en-US" altLang="en-US" sz="2100" dirty="0">
                <a:solidFill>
                  <a:srgbClr val="FF0000"/>
                </a:solidFill>
              </a:rPr>
              <a:t> </a:t>
            </a:r>
            <a:r>
              <a:rPr lang="en-US" altLang="en-US" sz="2100" dirty="0" err="1">
                <a:solidFill>
                  <a:srgbClr val="FF0000"/>
                </a:solidFill>
              </a:rPr>
              <a:t>ngẫu</a:t>
            </a:r>
            <a:r>
              <a:rPr lang="en-US" altLang="en-US" sz="2100" dirty="0">
                <a:solidFill>
                  <a:srgbClr val="FF0000"/>
                </a:solidFill>
              </a:rPr>
              <a:t> </a:t>
            </a:r>
            <a:r>
              <a:rPr lang="en-US" altLang="en-US" sz="2100" dirty="0" err="1">
                <a:solidFill>
                  <a:srgbClr val="FF0000"/>
                </a:solidFill>
              </a:rPr>
              <a:t>nhiên</a:t>
            </a:r>
            <a:r>
              <a:rPr lang="en-US" altLang="en-US" sz="2100" dirty="0">
                <a:solidFill>
                  <a:srgbClr val="FF0000"/>
                </a:solidFill>
              </a:rPr>
              <a:t> </a:t>
            </a:r>
            <a:r>
              <a:rPr lang="en-US" altLang="en-US" sz="2100" dirty="0" err="1">
                <a:solidFill>
                  <a:srgbClr val="FF0000"/>
                </a:solidFill>
              </a:rPr>
              <a:t>của</a:t>
            </a:r>
            <a:r>
              <a:rPr lang="en-US" altLang="en-US" sz="2100" dirty="0">
                <a:solidFill>
                  <a:srgbClr val="FF0000"/>
                </a:solidFill>
              </a:rPr>
              <a:t> </a:t>
            </a:r>
            <a:r>
              <a:rPr lang="en-US" altLang="en-US" sz="2100" dirty="0" err="1">
                <a:solidFill>
                  <a:srgbClr val="FF0000"/>
                </a:solidFill>
              </a:rPr>
              <a:t>các</a:t>
            </a:r>
            <a:r>
              <a:rPr lang="en-US" altLang="en-US" sz="2100" dirty="0">
                <a:solidFill>
                  <a:srgbClr val="FF0000"/>
                </a:solidFill>
              </a:rPr>
              <a:t> </a:t>
            </a:r>
            <a:r>
              <a:rPr lang="en-US" altLang="en-US" sz="2100" dirty="0" err="1">
                <a:solidFill>
                  <a:srgbClr val="FF0000"/>
                </a:solidFill>
              </a:rPr>
              <a:t>dữ</a:t>
            </a:r>
            <a:r>
              <a:rPr lang="en-US" altLang="en-US" sz="2100" dirty="0">
                <a:solidFill>
                  <a:srgbClr val="FF0000"/>
                </a:solidFill>
              </a:rPr>
              <a:t> </a:t>
            </a:r>
            <a:r>
              <a:rPr lang="en-US" altLang="en-US" sz="2100" dirty="0" err="1">
                <a:solidFill>
                  <a:srgbClr val="FF0000"/>
                </a:solidFill>
              </a:rPr>
              <a:t>liệu</a:t>
            </a:r>
            <a:r>
              <a:rPr lang="en-US" altLang="en-US" sz="2100" dirty="0">
                <a:solidFill>
                  <a:srgbClr val="FF0000"/>
                </a:solidFill>
              </a:rPr>
              <a:t> </a:t>
            </a:r>
            <a:r>
              <a:rPr lang="en-US" altLang="en-US" sz="2100" dirty="0" err="1">
                <a:solidFill>
                  <a:srgbClr val="FF0000"/>
                </a:solidFill>
              </a:rPr>
              <a:t>không</a:t>
            </a:r>
            <a:r>
              <a:rPr lang="en-US" altLang="en-US" sz="2100" dirty="0">
                <a:solidFill>
                  <a:srgbClr val="FF0000"/>
                </a:solidFill>
              </a:rPr>
              <a:t> </a:t>
            </a:r>
            <a:r>
              <a:rPr lang="en-US" altLang="en-US" sz="2100" dirty="0" err="1">
                <a:solidFill>
                  <a:srgbClr val="FF0000"/>
                </a:solidFill>
              </a:rPr>
              <a:t>thể</a:t>
            </a:r>
            <a:r>
              <a:rPr lang="en-US" altLang="en-US" sz="2100" dirty="0">
                <a:solidFill>
                  <a:srgbClr val="FF0000"/>
                </a:solidFill>
              </a:rPr>
              <a:t> </a:t>
            </a:r>
            <a:r>
              <a:rPr lang="en-US" altLang="en-US" sz="2100" dirty="0" err="1">
                <a:solidFill>
                  <a:srgbClr val="FF0000"/>
                </a:solidFill>
              </a:rPr>
              <a:t>xem</a:t>
            </a:r>
            <a:r>
              <a:rPr lang="en-US" altLang="en-US" sz="2100" dirty="0">
                <a:solidFill>
                  <a:srgbClr val="FF0000"/>
                </a:solidFill>
              </a:rPr>
              <a:t> </a:t>
            </a:r>
            <a:r>
              <a:rPr lang="en-US" altLang="en-US" sz="2100" dirty="0" err="1">
                <a:solidFill>
                  <a:srgbClr val="FF0000"/>
                </a:solidFill>
              </a:rPr>
              <a:t>là</a:t>
            </a:r>
            <a:r>
              <a:rPr lang="en-US" altLang="en-US" sz="2100" dirty="0">
                <a:solidFill>
                  <a:srgbClr val="FF0000"/>
                </a:solidFill>
              </a:rPr>
              <a:t> </a:t>
            </a:r>
            <a:r>
              <a:rPr lang="en-US" altLang="en-US" sz="2100" dirty="0" err="1">
                <a:solidFill>
                  <a:srgbClr val="FF0000"/>
                </a:solidFill>
              </a:rPr>
              <a:t>một</a:t>
            </a:r>
            <a:r>
              <a:rPr lang="en-US" altLang="en-US" sz="2100" dirty="0">
                <a:solidFill>
                  <a:srgbClr val="FF0000"/>
                </a:solidFill>
              </a:rPr>
              <a:t> CSDL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Date Placeholder 4">
            <a:extLst>
              <a:ext uri="{FF2B5EF4-FFF2-40B4-BE49-F238E27FC236}">
                <a16:creationId xmlns:a16="http://schemas.microsoft.com/office/drawing/2014/main" id="{858CF1CA-64C9-9D46-A18F-8420707667E0}"/>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19459" name="Slide Number Placeholder 6">
            <a:extLst>
              <a:ext uri="{FF2B5EF4-FFF2-40B4-BE49-F238E27FC236}">
                <a16:creationId xmlns:a16="http://schemas.microsoft.com/office/drawing/2014/main" id="{BE4F0B72-5EAE-204D-92B3-C1E36D42BEB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r">
              <a:spcBef>
                <a:spcPct val="0"/>
              </a:spcBef>
              <a:buClrTx/>
              <a:buFontTx/>
              <a:buNone/>
            </a:pPr>
            <a:fld id="{8A1BBE84-EBE4-9E4B-95AD-FFCB6C67548D}" type="slidenum">
              <a:rPr lang="en-US" altLang="en-US" sz="1000" smtClean="0"/>
              <a:pPr algn="r">
                <a:spcBef>
                  <a:spcPct val="0"/>
                </a:spcBef>
                <a:buClrTx/>
                <a:buFontTx/>
                <a:buNone/>
              </a:pPr>
              <a:t>10</a:t>
            </a:fld>
            <a:endParaRPr lang="en-US" altLang="en-US" sz="1000"/>
          </a:p>
        </p:txBody>
      </p:sp>
      <p:sp>
        <p:nvSpPr>
          <p:cNvPr id="19460" name="Rectangle 2">
            <a:extLst>
              <a:ext uri="{FF2B5EF4-FFF2-40B4-BE49-F238E27FC236}">
                <a16:creationId xmlns:a16="http://schemas.microsoft.com/office/drawing/2014/main" id="{452AD2C5-4FDB-9B40-AED6-B54A9125E5D2}"/>
              </a:ext>
            </a:extLst>
          </p:cNvPr>
          <p:cNvSpPr>
            <a:spLocks noGrp="1" noChangeArrowheads="1"/>
          </p:cNvSpPr>
          <p:nvPr>
            <p:ph type="title"/>
          </p:nvPr>
        </p:nvSpPr>
        <p:spPr/>
        <p:txBody>
          <a:bodyPr/>
          <a:lstStyle/>
          <a:p>
            <a:pPr eaLnBrk="1" hangingPunct="1"/>
            <a:r>
              <a:rPr lang="en-US" altLang="en-US"/>
              <a:t>Một ví dụ về CSDL</a:t>
            </a:r>
          </a:p>
        </p:txBody>
      </p:sp>
      <p:graphicFrame>
        <p:nvGraphicFramePr>
          <p:cNvPr id="157206" name="Group 534">
            <a:extLst>
              <a:ext uri="{FF2B5EF4-FFF2-40B4-BE49-F238E27FC236}">
                <a16:creationId xmlns:a16="http://schemas.microsoft.com/office/drawing/2014/main" id="{3AC2A52E-2167-3F46-A41E-FB196B51FABB}"/>
              </a:ext>
            </a:extLst>
          </p:cNvPr>
          <p:cNvGraphicFramePr>
            <a:graphicFrameLocks noGrp="1"/>
          </p:cNvGraphicFramePr>
          <p:nvPr/>
        </p:nvGraphicFramePr>
        <p:xfrm>
          <a:off x="4705350" y="4800600"/>
          <a:ext cx="4810125" cy="1616075"/>
        </p:xfrm>
        <a:graphic>
          <a:graphicData uri="http://schemas.openxmlformats.org/drawingml/2006/table">
            <a:tbl>
              <a:tblPr/>
              <a:tblGrid>
                <a:gridCol w="1457325">
                  <a:extLst>
                    <a:ext uri="{9D8B030D-6E8A-4147-A177-3AD203B41FA5}">
                      <a16:colId xmlns:a16="http://schemas.microsoft.com/office/drawing/2014/main" val="20000"/>
                    </a:ext>
                  </a:extLst>
                </a:gridCol>
                <a:gridCol w="1301750">
                  <a:extLst>
                    <a:ext uri="{9D8B030D-6E8A-4147-A177-3AD203B41FA5}">
                      <a16:colId xmlns:a16="http://schemas.microsoft.com/office/drawing/2014/main" val="20001"/>
                    </a:ext>
                  </a:extLst>
                </a:gridCol>
                <a:gridCol w="808038">
                  <a:extLst>
                    <a:ext uri="{9D8B030D-6E8A-4147-A177-3AD203B41FA5}">
                      <a16:colId xmlns:a16="http://schemas.microsoft.com/office/drawing/2014/main" val="20002"/>
                    </a:ext>
                  </a:extLst>
                </a:gridCol>
                <a:gridCol w="1243012">
                  <a:extLst>
                    <a:ext uri="{9D8B030D-6E8A-4147-A177-3AD203B41FA5}">
                      <a16:colId xmlns:a16="http://schemas.microsoft.com/office/drawing/2014/main" val="20003"/>
                    </a:ext>
                  </a:extLst>
                </a:gridCol>
              </a:tblGrid>
              <a:tr h="3810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Arial" charset="0"/>
                        </a:rPr>
                        <a:t>PHANCONG</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MA_NVIEN</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SODA</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THOIGIAN</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cap="flat">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123456789</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1</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32.5</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2746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cap="flat">
                      <a:noFill/>
                    </a:lnL>
                    <a:lnR w="12700" cap="flat" cmpd="sng" algn="ctr">
                      <a:solidFill>
                        <a:schemeClr val="tx1"/>
                      </a:solidFill>
                      <a:prstDash val="solid"/>
                      <a:round/>
                      <a:headEnd type="none" w="sm" len="sm"/>
                      <a:tailEnd type="none" w="sm" len="sm"/>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123456789</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2</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7.5</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3206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cap="flat">
                      <a:noFill/>
                    </a:lnL>
                    <a:lnR w="12700" cap="flat" cmpd="sng" algn="ctr">
                      <a:solidFill>
                        <a:schemeClr val="tx1"/>
                      </a:solidFill>
                      <a:prstDash val="solid"/>
                      <a:round/>
                      <a:headEnd type="none" w="sm" len="sm"/>
                      <a:tailEnd type="none" w="sm" len="sm"/>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666884444</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3</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40.0</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2905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cap="flat">
                      <a:noFill/>
                    </a:lnL>
                    <a:lnR w="12700" cap="flat" cmpd="sng" algn="ctr">
                      <a:solidFill>
                        <a:schemeClr val="tx1"/>
                      </a:solidFill>
                      <a:prstDash val="solid"/>
                      <a:round/>
                      <a:headEnd type="none" w="sm" len="sm"/>
                      <a:tailEnd type="none" w="sm" len="sm"/>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453453453</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1</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20.0</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57207" name="Group 535">
            <a:extLst>
              <a:ext uri="{FF2B5EF4-FFF2-40B4-BE49-F238E27FC236}">
                <a16:creationId xmlns:a16="http://schemas.microsoft.com/office/drawing/2014/main" id="{45C7EC77-F5B0-ED49-9093-0F5F970F8072}"/>
              </a:ext>
            </a:extLst>
          </p:cNvPr>
          <p:cNvGraphicFramePr>
            <a:graphicFrameLocks noGrp="1"/>
          </p:cNvGraphicFramePr>
          <p:nvPr/>
        </p:nvGraphicFramePr>
        <p:xfrm>
          <a:off x="544513" y="3048000"/>
          <a:ext cx="5564187" cy="1612900"/>
        </p:xfrm>
        <a:graphic>
          <a:graphicData uri="http://schemas.openxmlformats.org/drawingml/2006/table">
            <a:tbl>
              <a:tblPr/>
              <a:tblGrid>
                <a:gridCol w="820737">
                  <a:extLst>
                    <a:ext uri="{9D8B030D-6E8A-4147-A177-3AD203B41FA5}">
                      <a16:colId xmlns:a16="http://schemas.microsoft.com/office/drawing/2014/main" val="20000"/>
                    </a:ext>
                  </a:extLst>
                </a:gridCol>
                <a:gridCol w="1411288">
                  <a:extLst>
                    <a:ext uri="{9D8B030D-6E8A-4147-A177-3AD203B41FA5}">
                      <a16:colId xmlns:a16="http://schemas.microsoft.com/office/drawing/2014/main" val="20001"/>
                    </a:ext>
                  </a:extLst>
                </a:gridCol>
                <a:gridCol w="833437">
                  <a:extLst>
                    <a:ext uri="{9D8B030D-6E8A-4147-A177-3AD203B41FA5}">
                      <a16:colId xmlns:a16="http://schemas.microsoft.com/office/drawing/2014/main" val="20002"/>
                    </a:ext>
                  </a:extLst>
                </a:gridCol>
                <a:gridCol w="1492250">
                  <a:extLst>
                    <a:ext uri="{9D8B030D-6E8A-4147-A177-3AD203B41FA5}">
                      <a16:colId xmlns:a16="http://schemas.microsoft.com/office/drawing/2014/main" val="20003"/>
                    </a:ext>
                  </a:extLst>
                </a:gridCol>
                <a:gridCol w="1006475">
                  <a:extLst>
                    <a:ext uri="{9D8B030D-6E8A-4147-A177-3AD203B41FA5}">
                      <a16:colId xmlns:a16="http://schemas.microsoft.com/office/drawing/2014/main" val="20004"/>
                    </a:ext>
                  </a:extLst>
                </a:gridCol>
              </a:tblGrid>
              <a:tr h="39370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Arial" charset="0"/>
                          <a:cs typeface="Times New Roman" pitchFamily="18" charset="0"/>
                        </a:rPr>
                        <a:t>DEAN</a:t>
                      </a: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TENDA</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MADA</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DDIEM_DA</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PHONG</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032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cap="flat">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San pham X</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1</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VUNG TAU</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5</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2762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cap="flat">
                      <a:noFill/>
                    </a:lnL>
                    <a:lnR w="12700" cap="flat" cmpd="sng" algn="ctr">
                      <a:solidFill>
                        <a:schemeClr val="tx1"/>
                      </a:solidFill>
                      <a:prstDash val="solid"/>
                      <a:round/>
                      <a:headEnd type="none" w="sm" len="sm"/>
                      <a:tailEnd type="none" w="sm" len="sm"/>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San pham Y</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2</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NHA TRANG</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5</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2746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cap="flat">
                      <a:noFill/>
                    </a:lnL>
                    <a:lnR w="12700" cap="flat" cmpd="sng" algn="ctr">
                      <a:solidFill>
                        <a:schemeClr val="tx1"/>
                      </a:solidFill>
                      <a:prstDash val="solid"/>
                      <a:round/>
                      <a:headEnd type="none" w="sm" len="sm"/>
                      <a:tailEnd type="none" w="sm" len="sm"/>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San pham Z</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3</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TP HCM</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5</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244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cap="flat">
                      <a:noFill/>
                    </a:lnL>
                    <a:lnR w="12700" cap="flat" cmpd="sng" algn="ctr">
                      <a:solidFill>
                        <a:schemeClr val="tx1"/>
                      </a:solidFill>
                      <a:prstDash val="solid"/>
                      <a:round/>
                      <a:headEnd type="none" w="sm" len="sm"/>
                      <a:tailEnd type="none" w="sm" len="sm"/>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Tin hoc hoa</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10</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HA NOI</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4</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57208" name="Group 536">
            <a:extLst>
              <a:ext uri="{FF2B5EF4-FFF2-40B4-BE49-F238E27FC236}">
                <a16:creationId xmlns:a16="http://schemas.microsoft.com/office/drawing/2014/main" id="{788E4FF5-7444-D141-8989-9AA848011B10}"/>
              </a:ext>
            </a:extLst>
          </p:cNvPr>
          <p:cNvGraphicFramePr>
            <a:graphicFrameLocks noGrp="1"/>
          </p:cNvGraphicFramePr>
          <p:nvPr/>
        </p:nvGraphicFramePr>
        <p:xfrm>
          <a:off x="508000" y="1371600"/>
          <a:ext cx="8737600" cy="1524000"/>
        </p:xfrm>
        <a:graphic>
          <a:graphicData uri="http://schemas.openxmlformats.org/drawingml/2006/table">
            <a:tbl>
              <a:tblPr/>
              <a:tblGrid>
                <a:gridCol w="1322388">
                  <a:extLst>
                    <a:ext uri="{9D8B030D-6E8A-4147-A177-3AD203B41FA5}">
                      <a16:colId xmlns:a16="http://schemas.microsoft.com/office/drawing/2014/main" val="20000"/>
                    </a:ext>
                  </a:extLst>
                </a:gridCol>
                <a:gridCol w="939800">
                  <a:extLst>
                    <a:ext uri="{9D8B030D-6E8A-4147-A177-3AD203B41FA5}">
                      <a16:colId xmlns:a16="http://schemas.microsoft.com/office/drawing/2014/main" val="20001"/>
                    </a:ext>
                  </a:extLst>
                </a:gridCol>
                <a:gridCol w="1049337">
                  <a:extLst>
                    <a:ext uri="{9D8B030D-6E8A-4147-A177-3AD203B41FA5}">
                      <a16:colId xmlns:a16="http://schemas.microsoft.com/office/drawing/2014/main" val="20002"/>
                    </a:ext>
                  </a:extLst>
                </a:gridCol>
                <a:gridCol w="927100">
                  <a:extLst>
                    <a:ext uri="{9D8B030D-6E8A-4147-A177-3AD203B41FA5}">
                      <a16:colId xmlns:a16="http://schemas.microsoft.com/office/drawing/2014/main" val="20003"/>
                    </a:ext>
                  </a:extLst>
                </a:gridCol>
                <a:gridCol w="1277938">
                  <a:extLst>
                    <a:ext uri="{9D8B030D-6E8A-4147-A177-3AD203B41FA5}">
                      <a16:colId xmlns:a16="http://schemas.microsoft.com/office/drawing/2014/main" val="20004"/>
                    </a:ext>
                  </a:extLst>
                </a:gridCol>
                <a:gridCol w="1279525">
                  <a:extLst>
                    <a:ext uri="{9D8B030D-6E8A-4147-A177-3AD203B41FA5}">
                      <a16:colId xmlns:a16="http://schemas.microsoft.com/office/drawing/2014/main" val="20005"/>
                    </a:ext>
                  </a:extLst>
                </a:gridCol>
                <a:gridCol w="1276350">
                  <a:extLst>
                    <a:ext uri="{9D8B030D-6E8A-4147-A177-3AD203B41FA5}">
                      <a16:colId xmlns:a16="http://schemas.microsoft.com/office/drawing/2014/main" val="20006"/>
                    </a:ext>
                  </a:extLst>
                </a:gridCol>
                <a:gridCol w="665162">
                  <a:extLst>
                    <a:ext uri="{9D8B030D-6E8A-4147-A177-3AD203B41FA5}">
                      <a16:colId xmlns:a16="http://schemas.microsoft.com/office/drawing/2014/main" val="20007"/>
                    </a:ext>
                  </a:extLst>
                </a:gridCol>
              </a:tblGrid>
              <a:tr h="2667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Arial" charset="0"/>
                        </a:rPr>
                        <a:t>NHANVIEN</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HONV</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TENLOT</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TENNV</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MANV</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NGSINH</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MA_NQL</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PHG</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2222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cap="flat">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Tran</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Hong</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Quang</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987987987</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03/09/1969</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987654321</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4</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1746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cap="flat">
                      <a:noFill/>
                    </a:lnL>
                    <a:lnR w="12700" cap="flat" cmpd="sng" algn="ctr">
                      <a:solidFill>
                        <a:schemeClr val="tx1"/>
                      </a:solidFill>
                      <a:prstDash val="solid"/>
                      <a:round/>
                      <a:headEnd type="none" w="sm" len="sm"/>
                      <a:tailEnd type="none" w="sm" len="sm"/>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Nguyen</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Thanh</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Tung</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333445555</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12/08/1955</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888665555</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5</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1746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cap="flat">
                      <a:noFill/>
                    </a:lnL>
                    <a:lnR w="12700" cap="flat" cmpd="sng" algn="ctr">
                      <a:solidFill>
                        <a:schemeClr val="tx1"/>
                      </a:solidFill>
                      <a:prstDash val="solid"/>
                      <a:round/>
                      <a:headEnd type="none" w="sm" len="sm"/>
                      <a:tailEnd type="none" w="sm" len="sm"/>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Nguyen</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Manh</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Hung</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666884444</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09/15/1962</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333445555</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5</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1746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cap="flat">
                      <a:noFill/>
                    </a:lnL>
                    <a:lnR w="12700" cap="flat" cmpd="sng" algn="ctr">
                      <a:solidFill>
                        <a:schemeClr val="tx1"/>
                      </a:solidFill>
                      <a:prstDash val="solid"/>
                      <a:round/>
                      <a:headEnd type="none" w="sm" len="sm"/>
                      <a:tailEnd type="none" w="sm" len="sm"/>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Tran</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Thanh</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Tam</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453453453</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07/31/1972</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333445555</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ea typeface="Times New Roman" pitchFamily="18" charset="0"/>
                          <a:cs typeface="Arial" charset="0"/>
                        </a:rPr>
                        <a:t>5</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0D17D34-38B1-A447-B6AC-C6FBE073800E}"/>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21507" name="Slide Number Placeholder 5">
            <a:extLst>
              <a:ext uri="{FF2B5EF4-FFF2-40B4-BE49-F238E27FC236}">
                <a16:creationId xmlns:a16="http://schemas.microsoft.com/office/drawing/2014/main" id="{A87C8310-218A-0842-AF86-7E4E5BE907B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r">
              <a:spcBef>
                <a:spcPct val="0"/>
              </a:spcBef>
              <a:buClrTx/>
              <a:buFontTx/>
              <a:buNone/>
            </a:pPr>
            <a:fld id="{5393A422-F507-624D-AA50-430D96D28914}" type="slidenum">
              <a:rPr lang="en-US" altLang="en-US" sz="1000" smtClean="0"/>
              <a:pPr algn="r">
                <a:spcBef>
                  <a:spcPct val="0"/>
                </a:spcBef>
                <a:buClrTx/>
                <a:buFontTx/>
                <a:buNone/>
              </a:pPr>
              <a:t>11</a:t>
            </a:fld>
            <a:endParaRPr lang="en-US" altLang="en-US" sz="1000"/>
          </a:p>
        </p:txBody>
      </p:sp>
      <p:sp>
        <p:nvSpPr>
          <p:cNvPr id="21508" name="Rectangle 2">
            <a:extLst>
              <a:ext uri="{FF2B5EF4-FFF2-40B4-BE49-F238E27FC236}">
                <a16:creationId xmlns:a16="http://schemas.microsoft.com/office/drawing/2014/main" id="{0CAA1D6B-7B5C-9144-A288-802F7BC2A5A5}"/>
              </a:ext>
            </a:extLst>
          </p:cNvPr>
          <p:cNvSpPr>
            <a:spLocks noGrp="1" noChangeArrowheads="1"/>
          </p:cNvSpPr>
          <p:nvPr>
            <p:ph type="title"/>
          </p:nvPr>
        </p:nvSpPr>
        <p:spPr>
          <a:xfrm>
            <a:off x="495300" y="354013"/>
            <a:ext cx="8915400" cy="620712"/>
          </a:xfrm>
        </p:spPr>
        <p:txBody>
          <a:bodyPr/>
          <a:lstStyle/>
          <a:p>
            <a:pPr eaLnBrk="1" hangingPunct="1"/>
            <a:r>
              <a:rPr lang="en-US" altLang="en-US" sz="3500"/>
              <a:t>Một ví dụ về CSDL (tt)</a:t>
            </a:r>
          </a:p>
        </p:txBody>
      </p:sp>
      <p:sp>
        <p:nvSpPr>
          <p:cNvPr id="21509" name="Rectangle 3">
            <a:extLst>
              <a:ext uri="{FF2B5EF4-FFF2-40B4-BE49-F238E27FC236}">
                <a16:creationId xmlns:a16="http://schemas.microsoft.com/office/drawing/2014/main" id="{5520E3F3-478D-E044-8FCA-E5B16D90EDBB}"/>
              </a:ext>
            </a:extLst>
          </p:cNvPr>
          <p:cNvSpPr>
            <a:spLocks noGrp="1" noChangeArrowheads="1"/>
          </p:cNvSpPr>
          <p:nvPr>
            <p:ph type="body" idx="1"/>
          </p:nvPr>
        </p:nvSpPr>
        <p:spPr>
          <a:xfrm>
            <a:off x="495300" y="1295400"/>
            <a:ext cx="8915400" cy="4835525"/>
          </a:xfrm>
        </p:spPr>
        <p:txBody>
          <a:bodyPr/>
          <a:lstStyle/>
          <a:p>
            <a:pPr eaLnBrk="1" hangingPunct="1"/>
            <a:r>
              <a:rPr lang="en-US" altLang="en-US"/>
              <a:t>Quản lý đề án của một công ty</a:t>
            </a:r>
          </a:p>
          <a:p>
            <a:pPr lvl="1" eaLnBrk="1" hangingPunct="1"/>
            <a:r>
              <a:rPr lang="en-US" altLang="en-US"/>
              <a:t>Định nghĩa CSDL</a:t>
            </a:r>
          </a:p>
          <a:p>
            <a:pPr lvl="2" eaLnBrk="1" hangingPunct="1"/>
            <a:r>
              <a:rPr lang="en-US" altLang="en-US"/>
              <a:t>Cấu trúc bảng, bao gồm các thành phần dữ liệu và kiểu dữ liệu tương ứng</a:t>
            </a:r>
          </a:p>
          <a:p>
            <a:pPr lvl="1" eaLnBrk="1" hangingPunct="1"/>
            <a:r>
              <a:rPr lang="en-US" altLang="en-US"/>
              <a:t>Xây dựng CSDL</a:t>
            </a:r>
          </a:p>
          <a:p>
            <a:pPr lvl="2" eaLnBrk="1" hangingPunct="1"/>
            <a:r>
              <a:rPr lang="en-US" altLang="en-US"/>
              <a:t>Đưa dữ liệu vào các bảng</a:t>
            </a:r>
          </a:p>
          <a:p>
            <a:pPr lvl="1" eaLnBrk="1" hangingPunct="1"/>
            <a:r>
              <a:rPr lang="en-US" altLang="en-US"/>
              <a:t>Xử lý CSDL</a:t>
            </a:r>
          </a:p>
          <a:p>
            <a:pPr lvl="2" eaLnBrk="1" hangingPunct="1"/>
            <a:r>
              <a:rPr lang="en-US" altLang="en-US"/>
              <a:t>Thực hiện các truy vấn: “Cho biết những nhân viên thuộc phòng 5”</a:t>
            </a:r>
          </a:p>
          <a:p>
            <a:pPr lvl="2" eaLnBrk="1" hangingPunct="1"/>
            <a:r>
              <a:rPr lang="en-US" altLang="en-US"/>
              <a:t>Thực hiện các phép cập nhật: “Chuyển nhân viên Nguyễn Thanh Tùng sang phòng số 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8519B612-509A-514B-9AF5-E76C1F5E6D17}"/>
              </a:ext>
            </a:extLst>
          </p:cNvPr>
          <p:cNvSpPr>
            <a:spLocks noGrp="1" noChangeArrowheads="1"/>
          </p:cNvSpPr>
          <p:nvPr>
            <p:ph type="title"/>
          </p:nvPr>
        </p:nvSpPr>
        <p:spPr/>
        <p:txBody>
          <a:bodyPr/>
          <a:lstStyle/>
          <a:p>
            <a:r>
              <a:rPr lang="en-US" altLang="en-US" sz="4000"/>
              <a:t>2. Quá trình phát triển</a:t>
            </a:r>
            <a:br>
              <a:rPr lang="en-US" altLang="en-US" sz="4000"/>
            </a:br>
            <a:endParaRPr lang="en-US" altLang="en-US"/>
          </a:p>
        </p:txBody>
      </p:sp>
      <p:sp>
        <p:nvSpPr>
          <p:cNvPr id="4" name="Date Placeholder 3">
            <a:extLst>
              <a:ext uri="{FF2B5EF4-FFF2-40B4-BE49-F238E27FC236}">
                <a16:creationId xmlns:a16="http://schemas.microsoft.com/office/drawing/2014/main" id="{1AA83DB5-7AF5-894B-8FB7-274B8F97E600}"/>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23557" name="Slide Number Placeholder 4">
            <a:extLst>
              <a:ext uri="{FF2B5EF4-FFF2-40B4-BE49-F238E27FC236}">
                <a16:creationId xmlns:a16="http://schemas.microsoft.com/office/drawing/2014/main" id="{246C79E0-EE0F-8F47-8803-2CAF17D4393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5D766A86-9445-4F42-8733-B216B99989E4}" type="slidenum">
              <a:rPr lang="en-US" altLang="en-US" smtClean="0">
                <a:latin typeface="Arial" panose="020B0604020202020204" pitchFamily="34" charset="0"/>
              </a:rPr>
              <a:pPr/>
              <a:t>12</a:t>
            </a:fld>
            <a:endParaRPr lang="en-US" altLang="en-US">
              <a:latin typeface="Arial" panose="020B0604020202020204" pitchFamily="34" charset="0"/>
            </a:endParaRPr>
          </a:p>
        </p:txBody>
      </p:sp>
      <p:graphicFrame>
        <p:nvGraphicFramePr>
          <p:cNvPr id="2" name="Diagram 1">
            <a:extLst>
              <a:ext uri="{FF2B5EF4-FFF2-40B4-BE49-F238E27FC236}">
                <a16:creationId xmlns:a16="http://schemas.microsoft.com/office/drawing/2014/main" id="{409D8D5B-F24A-F241-91FC-2CC43A067693}"/>
              </a:ext>
            </a:extLst>
          </p:cNvPr>
          <p:cNvGraphicFramePr/>
          <p:nvPr>
            <p:extLst>
              <p:ext uri="{D42A27DB-BD31-4B8C-83A1-F6EECF244321}">
                <p14:modId xmlns:p14="http://schemas.microsoft.com/office/powerpoint/2010/main" val="1979061985"/>
              </p:ext>
            </p:extLst>
          </p:nvPr>
        </p:nvGraphicFramePr>
        <p:xfrm>
          <a:off x="1651000" y="1676401"/>
          <a:ext cx="6604000" cy="3810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F4158A62-74D5-A34E-938E-FD1CDA20AF9F}"/>
              </a:ext>
            </a:extLst>
          </p:cNvPr>
          <p:cNvSpPr>
            <a:spLocks noGrp="1" noChangeArrowheads="1"/>
          </p:cNvSpPr>
          <p:nvPr>
            <p:ph type="title"/>
          </p:nvPr>
        </p:nvSpPr>
        <p:spPr/>
        <p:txBody>
          <a:bodyPr/>
          <a:lstStyle/>
          <a:p>
            <a:r>
              <a:rPr lang="vi-VN" altLang="en-US"/>
              <a:t>Xử lý dựa trên hệ thống tập tin</a:t>
            </a:r>
            <a:endParaRPr lang="en-US" altLang="en-US"/>
          </a:p>
        </p:txBody>
      </p:sp>
      <p:sp>
        <p:nvSpPr>
          <p:cNvPr id="25603" name="Content Placeholder 2">
            <a:extLst>
              <a:ext uri="{FF2B5EF4-FFF2-40B4-BE49-F238E27FC236}">
                <a16:creationId xmlns:a16="http://schemas.microsoft.com/office/drawing/2014/main" id="{2FF03B33-27E3-4845-9817-395EF69F6771}"/>
              </a:ext>
            </a:extLst>
          </p:cNvPr>
          <p:cNvSpPr>
            <a:spLocks noGrp="1" noChangeArrowheads="1"/>
          </p:cNvSpPr>
          <p:nvPr>
            <p:ph idx="1"/>
          </p:nvPr>
        </p:nvSpPr>
        <p:spPr/>
        <p:txBody>
          <a:bodyPr/>
          <a:lstStyle/>
          <a:p>
            <a:endParaRPr lang="en-US" altLang="en-US"/>
          </a:p>
        </p:txBody>
      </p:sp>
      <p:sp>
        <p:nvSpPr>
          <p:cNvPr id="4" name="Date Placeholder 3">
            <a:extLst>
              <a:ext uri="{FF2B5EF4-FFF2-40B4-BE49-F238E27FC236}">
                <a16:creationId xmlns:a16="http://schemas.microsoft.com/office/drawing/2014/main" id="{D6F428B9-8260-4B49-8690-86C27B52FECE}"/>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25605" name="Slide Number Placeholder 4">
            <a:extLst>
              <a:ext uri="{FF2B5EF4-FFF2-40B4-BE49-F238E27FC236}">
                <a16:creationId xmlns:a16="http://schemas.microsoft.com/office/drawing/2014/main" id="{9D8D6771-F19E-0643-A466-8072310B8D6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C69D074B-EC86-3548-8B3F-79AEDBB51ECF}" type="slidenum">
              <a:rPr lang="en-US" altLang="en-US" smtClean="0">
                <a:latin typeface="Arial" panose="020B0604020202020204" pitchFamily="34" charset="0"/>
              </a:rPr>
              <a:pPr/>
              <a:t>13</a:t>
            </a:fld>
            <a:endParaRPr lang="en-US" altLang="en-US">
              <a:latin typeface="Arial" panose="020B0604020202020204" pitchFamily="34" charset="0"/>
            </a:endParaRPr>
          </a:p>
        </p:txBody>
      </p:sp>
      <p:pic>
        <p:nvPicPr>
          <p:cNvPr id="25606" name="Picture 5">
            <a:extLst>
              <a:ext uri="{FF2B5EF4-FFF2-40B4-BE49-F238E27FC236}">
                <a16:creationId xmlns:a16="http://schemas.microsoft.com/office/drawing/2014/main" id="{FA838A0C-AEC5-1A4A-920B-42F6897D162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4800" y="990600"/>
            <a:ext cx="9228138" cy="550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266C9B94-3B01-4341-AF26-1BDABD6189B4}"/>
              </a:ext>
            </a:extLst>
          </p:cNvPr>
          <p:cNvSpPr>
            <a:spLocks noGrp="1" noChangeArrowheads="1"/>
          </p:cNvSpPr>
          <p:nvPr>
            <p:ph type="title"/>
          </p:nvPr>
        </p:nvSpPr>
        <p:spPr>
          <a:xfrm>
            <a:off x="495300" y="354013"/>
            <a:ext cx="9410700" cy="788987"/>
          </a:xfrm>
        </p:spPr>
        <p:txBody>
          <a:bodyPr/>
          <a:lstStyle/>
          <a:p>
            <a:r>
              <a:rPr lang="en-US" altLang="en-US"/>
              <a:t>Các giới hạn của hệ thống tập tin </a:t>
            </a:r>
          </a:p>
        </p:txBody>
      </p:sp>
      <p:sp>
        <p:nvSpPr>
          <p:cNvPr id="26627" name="Content Placeholder 2">
            <a:extLst>
              <a:ext uri="{FF2B5EF4-FFF2-40B4-BE49-F238E27FC236}">
                <a16:creationId xmlns:a16="http://schemas.microsoft.com/office/drawing/2014/main" id="{BB8596DD-04FF-F24C-B069-A03C0BCE10D4}"/>
              </a:ext>
            </a:extLst>
          </p:cNvPr>
          <p:cNvSpPr>
            <a:spLocks noGrp="1" noChangeArrowheads="1"/>
          </p:cNvSpPr>
          <p:nvPr>
            <p:ph idx="1"/>
          </p:nvPr>
        </p:nvSpPr>
        <p:spPr>
          <a:xfrm>
            <a:off x="495300" y="1219200"/>
            <a:ext cx="8915400" cy="5284787"/>
          </a:xfrm>
        </p:spPr>
        <p:txBody>
          <a:bodyPr/>
          <a:lstStyle/>
          <a:p>
            <a:r>
              <a:rPr lang="vi-VN" altLang="en-US" dirty="0"/>
              <a:t>Dữ liệu dư thừa và không nhất quán</a:t>
            </a:r>
          </a:p>
          <a:p>
            <a:pPr lvl="1"/>
            <a:r>
              <a:rPr lang="vi-VN" altLang="en-US" dirty="0"/>
              <a:t>Nhiều định dạng tệp, trùng lặp thông tin trong các tệp khác nhau</a:t>
            </a:r>
          </a:p>
          <a:p>
            <a:r>
              <a:rPr lang="vi-VN" altLang="en-US" dirty="0"/>
              <a:t>Khó khăn khi truy cập dữ liệu</a:t>
            </a:r>
          </a:p>
          <a:p>
            <a:pPr lvl="1"/>
            <a:r>
              <a:rPr lang="vi-VN" altLang="en-US" dirty="0"/>
              <a:t>Cần viết một chương trình mới để thực hiện từng nhiệm vụ mới</a:t>
            </a:r>
          </a:p>
          <a:p>
            <a:r>
              <a:rPr lang="vi-VN" altLang="en-US" dirty="0"/>
              <a:t>Dữ liệu tách biệt và không chia sẻ</a:t>
            </a:r>
          </a:p>
          <a:p>
            <a:pPr lvl="1"/>
            <a:r>
              <a:rPr lang="vi-VN" altLang="en-US" dirty="0"/>
              <a:t>Nhiều tệp và định dạng</a:t>
            </a:r>
          </a:p>
          <a:p>
            <a:r>
              <a:rPr lang="vi-VN" altLang="en-US" dirty="0"/>
              <a:t>Các vấn đề về tính toàn vẹn</a:t>
            </a:r>
          </a:p>
          <a:p>
            <a:pPr lvl="1"/>
            <a:r>
              <a:rPr lang="vi-VN" altLang="en-US" dirty="0"/>
              <a:t>Các ràng buộc về tính toàn vẹn (ví dụ: số dư tài khoản&gt; 0) bị “chôn vùi” trong mã chương trình thay vì được nêu rõ ràng</a:t>
            </a:r>
          </a:p>
          <a:p>
            <a:pPr lvl="1"/>
            <a:r>
              <a:rPr lang="vi-VN" altLang="en-US" dirty="0"/>
              <a:t>Khó thêm các ràng buộc mới hoặc thay đổi các ràng buộc hiện có</a:t>
            </a:r>
            <a:endParaRPr lang="en-US" altLang="en-US" dirty="0"/>
          </a:p>
        </p:txBody>
      </p:sp>
      <p:sp>
        <p:nvSpPr>
          <p:cNvPr id="4" name="Date Placeholder 3">
            <a:extLst>
              <a:ext uri="{FF2B5EF4-FFF2-40B4-BE49-F238E27FC236}">
                <a16:creationId xmlns:a16="http://schemas.microsoft.com/office/drawing/2014/main" id="{F9CD0A2B-6893-E343-925A-7FDB674B2C65}"/>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26629" name="Slide Number Placeholder 4">
            <a:extLst>
              <a:ext uri="{FF2B5EF4-FFF2-40B4-BE49-F238E27FC236}">
                <a16:creationId xmlns:a16="http://schemas.microsoft.com/office/drawing/2014/main" id="{28E29A4E-E122-474B-8D72-82677CDAE4A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05510513-7BFC-B04D-A47E-C7AF01C9F112}" type="slidenum">
              <a:rPr lang="en-US" altLang="en-US" smtClean="0">
                <a:latin typeface="Arial" panose="020B0604020202020204" pitchFamily="34" charset="0"/>
              </a:rPr>
              <a:pPr/>
              <a:t>14</a:t>
            </a:fld>
            <a:endParaRPr lang="en-US" altLang="en-US">
              <a:latin typeface="Arial" panose="020B0604020202020204" pitchFamily="34" charset="0"/>
            </a:endParaRPr>
          </a:p>
        </p:txBody>
      </p:sp>
    </p:spTree>
    <p:extLst>
      <p:ext uri="{BB962C8B-B14F-4D97-AF65-F5344CB8AC3E}">
        <p14:creationId xmlns:p14="http://schemas.microsoft.com/office/powerpoint/2010/main" val="23443943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266C9B94-3B01-4341-AF26-1BDABD6189B4}"/>
              </a:ext>
            </a:extLst>
          </p:cNvPr>
          <p:cNvSpPr>
            <a:spLocks noGrp="1" noChangeArrowheads="1"/>
          </p:cNvSpPr>
          <p:nvPr>
            <p:ph type="title"/>
          </p:nvPr>
        </p:nvSpPr>
        <p:spPr>
          <a:xfrm>
            <a:off x="495300" y="354013"/>
            <a:ext cx="9410700" cy="788987"/>
          </a:xfrm>
        </p:spPr>
        <p:txBody>
          <a:bodyPr/>
          <a:lstStyle/>
          <a:p>
            <a:r>
              <a:rPr lang="en-US" altLang="en-US"/>
              <a:t>Các giới hạn của hệ thống tập tin </a:t>
            </a:r>
          </a:p>
        </p:txBody>
      </p:sp>
      <p:sp>
        <p:nvSpPr>
          <p:cNvPr id="26627" name="Content Placeholder 2">
            <a:extLst>
              <a:ext uri="{FF2B5EF4-FFF2-40B4-BE49-F238E27FC236}">
                <a16:creationId xmlns:a16="http://schemas.microsoft.com/office/drawing/2014/main" id="{BB8596DD-04FF-F24C-B069-A03C0BCE10D4}"/>
              </a:ext>
            </a:extLst>
          </p:cNvPr>
          <p:cNvSpPr>
            <a:spLocks noGrp="1" noChangeArrowheads="1"/>
          </p:cNvSpPr>
          <p:nvPr>
            <p:ph idx="1"/>
          </p:nvPr>
        </p:nvSpPr>
        <p:spPr>
          <a:xfrm>
            <a:off x="495300" y="1143000"/>
            <a:ext cx="8915400" cy="4987925"/>
          </a:xfrm>
        </p:spPr>
        <p:txBody>
          <a:bodyPr/>
          <a:lstStyle/>
          <a:p>
            <a:r>
              <a:rPr lang="vi-VN" altLang="en-US" dirty="0"/>
              <a:t>Tính nguyên tử của các bản cập nhật</a:t>
            </a:r>
          </a:p>
          <a:p>
            <a:pPr lvl="1"/>
            <a:r>
              <a:rPr lang="vi-VN" altLang="en-US" dirty="0"/>
              <a:t>Các lỗi có thể khiến CSDL ở trạng thái không nhất quán với các bản cập nhật từng phần được thực hiện</a:t>
            </a:r>
          </a:p>
          <a:p>
            <a:pPr lvl="1"/>
            <a:r>
              <a:rPr lang="vi-VN" altLang="en-US" i="1" dirty="0"/>
              <a:t>Ví dụ: Chuyển tiền từ tài khoản này sang tài khoản khác phải hoàn tất hoặc không xảy ra</a:t>
            </a:r>
          </a:p>
          <a:p>
            <a:r>
              <a:rPr lang="vi-VN" altLang="en-US" dirty="0"/>
              <a:t>Truy cập đồng thời bởi nhiều người dùng</a:t>
            </a:r>
          </a:p>
          <a:p>
            <a:pPr lvl="1"/>
            <a:r>
              <a:rPr lang="vi-VN" altLang="en-US" dirty="0"/>
              <a:t>Truy cập đồng thời cần thiết cho hiệu suất</a:t>
            </a:r>
          </a:p>
          <a:p>
            <a:pPr lvl="1"/>
            <a:r>
              <a:rPr lang="vi-VN" altLang="en-US" dirty="0"/>
              <a:t>Các truy cập đồng thời không được kiểm soát có thể dẫn đến mâu thuẫn</a:t>
            </a:r>
          </a:p>
          <a:p>
            <a:pPr lvl="1"/>
            <a:r>
              <a:rPr lang="vi-VN" altLang="en-US" i="1" dirty="0"/>
              <a:t>Ví dụ: Hai người đọc số dư (giả sử là 100) và cập nhật số dư bằng cách rút tiền (giả sử mỗi người là 50) cùng một lúc</a:t>
            </a:r>
          </a:p>
        </p:txBody>
      </p:sp>
      <p:sp>
        <p:nvSpPr>
          <p:cNvPr id="4" name="Date Placeholder 3">
            <a:extLst>
              <a:ext uri="{FF2B5EF4-FFF2-40B4-BE49-F238E27FC236}">
                <a16:creationId xmlns:a16="http://schemas.microsoft.com/office/drawing/2014/main" id="{F9CD0A2B-6893-E343-925A-7FDB674B2C65}"/>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26629" name="Slide Number Placeholder 4">
            <a:extLst>
              <a:ext uri="{FF2B5EF4-FFF2-40B4-BE49-F238E27FC236}">
                <a16:creationId xmlns:a16="http://schemas.microsoft.com/office/drawing/2014/main" id="{28E29A4E-E122-474B-8D72-82677CDAE4A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05510513-7BFC-B04D-A47E-C7AF01C9F112}" type="slidenum">
              <a:rPr lang="en-US" altLang="en-US" smtClean="0">
                <a:latin typeface="Arial" panose="020B0604020202020204" pitchFamily="34" charset="0"/>
              </a:rPr>
              <a:pPr/>
              <a:t>15</a:t>
            </a:fld>
            <a:endParaRPr lang="en-US" altLang="en-US">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266C9B94-3B01-4341-AF26-1BDABD6189B4}"/>
              </a:ext>
            </a:extLst>
          </p:cNvPr>
          <p:cNvSpPr>
            <a:spLocks noGrp="1" noChangeArrowheads="1"/>
          </p:cNvSpPr>
          <p:nvPr>
            <p:ph type="title"/>
          </p:nvPr>
        </p:nvSpPr>
        <p:spPr>
          <a:xfrm>
            <a:off x="495300" y="354013"/>
            <a:ext cx="9410700" cy="788987"/>
          </a:xfrm>
        </p:spPr>
        <p:txBody>
          <a:bodyPr/>
          <a:lstStyle/>
          <a:p>
            <a:r>
              <a:rPr lang="en-US" altLang="en-US"/>
              <a:t>Các giới hạn của hệ thống tập tin </a:t>
            </a:r>
          </a:p>
        </p:txBody>
      </p:sp>
      <p:sp>
        <p:nvSpPr>
          <p:cNvPr id="26627" name="Content Placeholder 2">
            <a:extLst>
              <a:ext uri="{FF2B5EF4-FFF2-40B4-BE49-F238E27FC236}">
                <a16:creationId xmlns:a16="http://schemas.microsoft.com/office/drawing/2014/main" id="{BB8596DD-04FF-F24C-B069-A03C0BCE10D4}"/>
              </a:ext>
            </a:extLst>
          </p:cNvPr>
          <p:cNvSpPr>
            <a:spLocks noGrp="1" noChangeArrowheads="1"/>
          </p:cNvSpPr>
          <p:nvPr>
            <p:ph idx="1"/>
          </p:nvPr>
        </p:nvSpPr>
        <p:spPr>
          <a:xfrm>
            <a:off x="495300" y="1143000"/>
            <a:ext cx="8915400" cy="4987925"/>
          </a:xfrm>
        </p:spPr>
        <p:txBody>
          <a:bodyPr/>
          <a:lstStyle/>
          <a:p>
            <a:r>
              <a:rPr lang="vi-VN" altLang="en-US" dirty="0"/>
              <a:t>Câu truy vấn được cố định trước</a:t>
            </a:r>
            <a:endParaRPr lang="vi-VN" altLang="en-US" i="1" dirty="0"/>
          </a:p>
          <a:p>
            <a:r>
              <a:rPr lang="vi-VN" altLang="en-US" dirty="0"/>
              <a:t>Vấn đề bảo mật</a:t>
            </a:r>
          </a:p>
          <a:p>
            <a:pPr lvl="1"/>
            <a:r>
              <a:rPr lang="vi-VN" altLang="en-US" dirty="0"/>
              <a:t>Khó cung cấp cho người dùng quyền truy cập vào một số, nhưng không phải tất cả dữ liệu</a:t>
            </a:r>
            <a:endParaRPr lang="en-US" altLang="en-US" dirty="0"/>
          </a:p>
        </p:txBody>
      </p:sp>
      <p:sp>
        <p:nvSpPr>
          <p:cNvPr id="4" name="Date Placeholder 3">
            <a:extLst>
              <a:ext uri="{FF2B5EF4-FFF2-40B4-BE49-F238E27FC236}">
                <a16:creationId xmlns:a16="http://schemas.microsoft.com/office/drawing/2014/main" id="{F9CD0A2B-6893-E343-925A-7FDB674B2C65}"/>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26629" name="Slide Number Placeholder 4">
            <a:extLst>
              <a:ext uri="{FF2B5EF4-FFF2-40B4-BE49-F238E27FC236}">
                <a16:creationId xmlns:a16="http://schemas.microsoft.com/office/drawing/2014/main" id="{28E29A4E-E122-474B-8D72-82677CDAE4A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05510513-7BFC-B04D-A47E-C7AF01C9F112}" type="slidenum">
              <a:rPr lang="en-US" altLang="en-US" smtClean="0">
                <a:latin typeface="Arial" panose="020B0604020202020204" pitchFamily="34" charset="0"/>
              </a:rPr>
              <a:pPr/>
              <a:t>16</a:t>
            </a:fld>
            <a:endParaRPr lang="en-US" altLang="en-US">
              <a:latin typeface="Arial" panose="020B0604020202020204" pitchFamily="34" charset="0"/>
            </a:endParaRPr>
          </a:p>
        </p:txBody>
      </p:sp>
    </p:spTree>
    <p:extLst>
      <p:ext uri="{BB962C8B-B14F-4D97-AF65-F5344CB8AC3E}">
        <p14:creationId xmlns:p14="http://schemas.microsoft.com/office/powerpoint/2010/main" val="22692149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0E39004C-5D2B-504E-AF85-D198116E143F}"/>
              </a:ext>
            </a:extLst>
          </p:cNvPr>
          <p:cNvSpPr>
            <a:spLocks noGrp="1" noChangeArrowheads="1"/>
          </p:cNvSpPr>
          <p:nvPr>
            <p:ph type="title"/>
          </p:nvPr>
        </p:nvSpPr>
        <p:spPr/>
        <p:txBody>
          <a:bodyPr/>
          <a:lstStyle/>
          <a:p>
            <a:r>
              <a:rPr lang="vi-VN" altLang="en-US" sz="4000"/>
              <a:t>Cách tiếp cận dựa trên CSDL</a:t>
            </a:r>
            <a:endParaRPr lang="en-US" altLang="en-US" sz="4000"/>
          </a:p>
        </p:txBody>
      </p:sp>
      <p:sp>
        <p:nvSpPr>
          <p:cNvPr id="4" name="Date Placeholder 3">
            <a:extLst>
              <a:ext uri="{FF2B5EF4-FFF2-40B4-BE49-F238E27FC236}">
                <a16:creationId xmlns:a16="http://schemas.microsoft.com/office/drawing/2014/main" id="{0EFB4894-193F-B24C-9D13-43A0908986BE}"/>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28676" name="Slide Number Placeholder 4">
            <a:extLst>
              <a:ext uri="{FF2B5EF4-FFF2-40B4-BE49-F238E27FC236}">
                <a16:creationId xmlns:a16="http://schemas.microsoft.com/office/drawing/2014/main" id="{1F42D684-75FE-DF41-9A24-9D5F0A29DA8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69950CCC-0B6E-BA41-8ABA-3B9B1C6A14C8}" type="slidenum">
              <a:rPr lang="en-US" altLang="en-US" smtClean="0">
                <a:latin typeface="Arial" panose="020B0604020202020204" pitchFamily="34" charset="0"/>
              </a:rPr>
              <a:pPr/>
              <a:t>17</a:t>
            </a:fld>
            <a:endParaRPr lang="en-US" altLang="en-US">
              <a:latin typeface="Arial" panose="020B0604020202020204" pitchFamily="34" charset="0"/>
            </a:endParaRPr>
          </a:p>
        </p:txBody>
      </p:sp>
      <p:pic>
        <p:nvPicPr>
          <p:cNvPr id="28677" name="Picture 6">
            <a:extLst>
              <a:ext uri="{FF2B5EF4-FFF2-40B4-BE49-F238E27FC236}">
                <a16:creationId xmlns:a16="http://schemas.microsoft.com/office/drawing/2014/main" id="{727DA68F-3239-5C45-96A4-FC64A8D4A85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4325" y="1096963"/>
            <a:ext cx="9363075" cy="538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F7D04ABB-24B9-9F49-A1D7-41F5069070BE}"/>
              </a:ext>
            </a:extLst>
          </p:cNvPr>
          <p:cNvSpPr>
            <a:spLocks noGrp="1" noChangeArrowheads="1"/>
          </p:cNvSpPr>
          <p:nvPr>
            <p:ph type="title"/>
          </p:nvPr>
        </p:nvSpPr>
        <p:spPr/>
        <p:txBody>
          <a:bodyPr/>
          <a:lstStyle/>
          <a:p>
            <a:r>
              <a:rPr lang="en-US" altLang="en-US"/>
              <a:t>Đặc điểm của dữ liệu trên CSDL</a:t>
            </a:r>
          </a:p>
        </p:txBody>
      </p:sp>
      <p:sp>
        <p:nvSpPr>
          <p:cNvPr id="30723" name="Content Placeholder 2">
            <a:extLst>
              <a:ext uri="{FF2B5EF4-FFF2-40B4-BE49-F238E27FC236}">
                <a16:creationId xmlns:a16="http://schemas.microsoft.com/office/drawing/2014/main" id="{F4C32C53-109D-3D42-9366-353F11BA4BEC}"/>
              </a:ext>
            </a:extLst>
          </p:cNvPr>
          <p:cNvSpPr>
            <a:spLocks noGrp="1" noChangeArrowheads="1"/>
          </p:cNvSpPr>
          <p:nvPr>
            <p:ph idx="1"/>
          </p:nvPr>
        </p:nvSpPr>
        <p:spPr/>
        <p:txBody>
          <a:bodyPr/>
          <a:lstStyle/>
          <a:p>
            <a:r>
              <a:rPr lang="vi-VN" altLang="en-US"/>
              <a:t>Dữ liệu lưu trữ độc lập với chương trình</a:t>
            </a:r>
            <a:endParaRPr lang="en-US" altLang="en-US"/>
          </a:p>
          <a:p>
            <a:r>
              <a:rPr lang="en-US" altLang="en-US"/>
              <a:t>D</a:t>
            </a:r>
            <a:r>
              <a:rPr lang="vi-VN" altLang="en-US"/>
              <a:t>ữ liệu được quản lý tập trung</a:t>
            </a:r>
            <a:endParaRPr lang="en-US" altLang="en-US"/>
          </a:p>
          <a:p>
            <a:r>
              <a:rPr lang="vi-VN" altLang="en-US"/>
              <a:t>Dữ liệu được chia sẽ cho nhiều ứng dụng</a:t>
            </a:r>
            <a:endParaRPr lang="en-US" altLang="en-US"/>
          </a:p>
          <a:p>
            <a:r>
              <a:rPr lang="vi-VN" altLang="en-US"/>
              <a:t>Dữ liệu được bảo đảm an toàn</a:t>
            </a:r>
            <a:endParaRPr lang="en-US" altLang="en-US"/>
          </a:p>
          <a:p>
            <a:r>
              <a:rPr lang="vi-VN" altLang="en-US"/>
              <a:t>Dữ liệu ít dư thừa</a:t>
            </a:r>
            <a:endParaRPr lang="en-US" altLang="en-US"/>
          </a:p>
        </p:txBody>
      </p:sp>
      <p:sp>
        <p:nvSpPr>
          <p:cNvPr id="4" name="Date Placeholder 3">
            <a:extLst>
              <a:ext uri="{FF2B5EF4-FFF2-40B4-BE49-F238E27FC236}">
                <a16:creationId xmlns:a16="http://schemas.microsoft.com/office/drawing/2014/main" id="{50E68164-4E8C-514F-B76D-AB4CA99B596D}"/>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30725" name="Slide Number Placeholder 4">
            <a:extLst>
              <a:ext uri="{FF2B5EF4-FFF2-40B4-BE49-F238E27FC236}">
                <a16:creationId xmlns:a16="http://schemas.microsoft.com/office/drawing/2014/main" id="{4A54A0D2-2C14-7545-8BFC-05387385114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7AD7A32B-9D80-494B-A05D-D79ED87AD86D}" type="slidenum">
              <a:rPr lang="en-US" altLang="en-US" smtClean="0">
                <a:latin typeface="Arial" panose="020B0604020202020204" pitchFamily="34" charset="0"/>
              </a:rPr>
              <a:pPr/>
              <a:t>18</a:t>
            </a:fld>
            <a:endParaRPr lang="en-US" altLang="en-US">
              <a:latin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83613BD-7F2C-1F45-9181-85D4A98D2338}"/>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32771" name="Slide Number Placeholder 5">
            <a:extLst>
              <a:ext uri="{FF2B5EF4-FFF2-40B4-BE49-F238E27FC236}">
                <a16:creationId xmlns:a16="http://schemas.microsoft.com/office/drawing/2014/main" id="{DA720F28-8C9C-CD44-A270-BC572E1E424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r">
              <a:spcBef>
                <a:spcPct val="0"/>
              </a:spcBef>
              <a:buClrTx/>
              <a:buFontTx/>
              <a:buNone/>
            </a:pPr>
            <a:fld id="{BD9F3E15-3338-0940-8B61-E55F98DD8780}" type="slidenum">
              <a:rPr lang="en-US" altLang="en-US" sz="1000" smtClean="0"/>
              <a:pPr algn="r">
                <a:spcBef>
                  <a:spcPct val="0"/>
                </a:spcBef>
                <a:buClrTx/>
                <a:buFontTx/>
                <a:buNone/>
              </a:pPr>
              <a:t>19</a:t>
            </a:fld>
            <a:endParaRPr lang="en-US" altLang="en-US" sz="1000"/>
          </a:p>
        </p:txBody>
      </p:sp>
      <p:sp>
        <p:nvSpPr>
          <p:cNvPr id="32772" name="Rectangle 2">
            <a:extLst>
              <a:ext uri="{FF2B5EF4-FFF2-40B4-BE49-F238E27FC236}">
                <a16:creationId xmlns:a16="http://schemas.microsoft.com/office/drawing/2014/main" id="{F2D05D76-4D92-F544-A71A-810F6763AEA7}"/>
              </a:ext>
            </a:extLst>
          </p:cNvPr>
          <p:cNvSpPr>
            <a:spLocks noGrp="1" noChangeArrowheads="1"/>
          </p:cNvSpPr>
          <p:nvPr>
            <p:ph type="title"/>
          </p:nvPr>
        </p:nvSpPr>
        <p:spPr>
          <a:xfrm>
            <a:off x="495300" y="354013"/>
            <a:ext cx="8915400" cy="620712"/>
          </a:xfrm>
        </p:spPr>
        <p:txBody>
          <a:bodyPr/>
          <a:lstStyle/>
          <a:p>
            <a:pPr eaLnBrk="1" hangingPunct="1"/>
            <a:r>
              <a:rPr lang="vi-VN" altLang="en-US" sz="3500" dirty="0"/>
              <a:t>3. </a:t>
            </a:r>
            <a:r>
              <a:rPr lang="en-US" altLang="en-US" sz="3500" dirty="0" err="1"/>
              <a:t>Một</a:t>
            </a:r>
            <a:r>
              <a:rPr lang="en-US" altLang="en-US" sz="3500" dirty="0"/>
              <a:t> </a:t>
            </a:r>
            <a:r>
              <a:rPr lang="en-US" altLang="en-US" sz="3500" dirty="0" err="1"/>
              <a:t>số</a:t>
            </a:r>
            <a:r>
              <a:rPr lang="en-US" altLang="en-US" sz="3500" dirty="0"/>
              <a:t> </a:t>
            </a:r>
            <a:r>
              <a:rPr lang="en-US" altLang="en-US" sz="3500" dirty="0" err="1"/>
              <a:t>đặc</a:t>
            </a:r>
            <a:r>
              <a:rPr lang="en-US" altLang="en-US" sz="3500" dirty="0"/>
              <a:t> </a:t>
            </a:r>
            <a:r>
              <a:rPr lang="en-US" altLang="en-US" sz="3500" dirty="0" err="1"/>
              <a:t>tính</a:t>
            </a:r>
            <a:r>
              <a:rPr lang="en-US" altLang="en-US" sz="3500" dirty="0"/>
              <a:t> </a:t>
            </a:r>
            <a:r>
              <a:rPr lang="en-US" altLang="en-US" sz="3500" dirty="0" err="1"/>
              <a:t>của</a:t>
            </a:r>
            <a:r>
              <a:rPr lang="en-US" altLang="en-US" sz="3500" dirty="0"/>
              <a:t> CSDL</a:t>
            </a:r>
          </a:p>
        </p:txBody>
      </p:sp>
      <p:sp>
        <p:nvSpPr>
          <p:cNvPr id="32773" name="Rectangle 3">
            <a:extLst>
              <a:ext uri="{FF2B5EF4-FFF2-40B4-BE49-F238E27FC236}">
                <a16:creationId xmlns:a16="http://schemas.microsoft.com/office/drawing/2014/main" id="{B527D135-425A-B648-81F5-6906EAAA77B3}"/>
              </a:ext>
            </a:extLst>
          </p:cNvPr>
          <p:cNvSpPr>
            <a:spLocks noGrp="1" noChangeArrowheads="1"/>
          </p:cNvSpPr>
          <p:nvPr>
            <p:ph type="body" idx="1"/>
          </p:nvPr>
        </p:nvSpPr>
        <p:spPr>
          <a:xfrm>
            <a:off x="495300" y="1143000"/>
            <a:ext cx="8997950" cy="5562600"/>
          </a:xfrm>
        </p:spPr>
        <p:txBody>
          <a:bodyPr/>
          <a:lstStyle/>
          <a:p>
            <a:pPr eaLnBrk="1" hangingPunct="1">
              <a:buFont typeface="Wingdings 2" pitchFamily="2" charset="2"/>
              <a:buNone/>
            </a:pPr>
            <a:endParaRPr lang="en-US" altLang="en-US" dirty="0">
              <a:solidFill>
                <a:srgbClr val="777777"/>
              </a:solidFill>
            </a:endParaRPr>
          </a:p>
          <a:p>
            <a:pPr eaLnBrk="1" hangingPunct="1"/>
            <a:r>
              <a:rPr lang="en-US" altLang="en-US" dirty="0" err="1"/>
              <a:t>Tính</a:t>
            </a:r>
            <a:r>
              <a:rPr lang="en-US" altLang="en-US" dirty="0"/>
              <a:t> </a:t>
            </a:r>
            <a:r>
              <a:rPr lang="en-US" altLang="en-US" dirty="0" err="1"/>
              <a:t>tự</a:t>
            </a:r>
            <a:r>
              <a:rPr lang="en-US" altLang="en-US" dirty="0"/>
              <a:t> </a:t>
            </a:r>
            <a:r>
              <a:rPr lang="en-US" altLang="en-US" dirty="0" err="1"/>
              <a:t>mô</a:t>
            </a:r>
            <a:r>
              <a:rPr lang="en-US" altLang="en-US" dirty="0"/>
              <a:t> </a:t>
            </a:r>
            <a:r>
              <a:rPr lang="en-US" altLang="en-US" dirty="0" err="1"/>
              <a:t>tả</a:t>
            </a:r>
            <a:endParaRPr lang="en-US" altLang="en-US" dirty="0"/>
          </a:p>
          <a:p>
            <a:pPr eaLnBrk="1" hangingPunct="1"/>
            <a:r>
              <a:rPr lang="en-US" altLang="en-US" dirty="0" err="1"/>
              <a:t>Tính</a:t>
            </a:r>
            <a:r>
              <a:rPr lang="en-US" altLang="en-US" dirty="0"/>
              <a:t> </a:t>
            </a:r>
            <a:r>
              <a:rPr lang="en-US" altLang="en-US" dirty="0" err="1"/>
              <a:t>độc</a:t>
            </a:r>
            <a:r>
              <a:rPr lang="en-US" altLang="en-US" dirty="0"/>
              <a:t> </a:t>
            </a:r>
            <a:r>
              <a:rPr lang="en-US" altLang="en-US" dirty="0" err="1"/>
              <a:t>lập</a:t>
            </a:r>
            <a:r>
              <a:rPr lang="en-US" altLang="en-US" dirty="0"/>
              <a:t> </a:t>
            </a:r>
            <a:r>
              <a:rPr lang="en-US" altLang="en-US" dirty="0" err="1"/>
              <a:t>giữa</a:t>
            </a:r>
            <a:r>
              <a:rPr lang="en-US" altLang="en-US" dirty="0"/>
              <a:t> </a:t>
            </a:r>
            <a:r>
              <a:rPr lang="en-US" altLang="en-US" dirty="0" err="1"/>
              <a:t>chương</a:t>
            </a:r>
            <a:r>
              <a:rPr lang="en-US" altLang="en-US" dirty="0"/>
              <a:t> </a:t>
            </a:r>
            <a:r>
              <a:rPr lang="en-US" altLang="en-US" dirty="0" err="1"/>
              <a:t>trình</a:t>
            </a:r>
            <a:r>
              <a:rPr lang="en-US" altLang="en-US" dirty="0"/>
              <a:t> </a:t>
            </a:r>
            <a:r>
              <a:rPr lang="en-US" altLang="en-US" dirty="0" err="1"/>
              <a:t>và</a:t>
            </a:r>
            <a:r>
              <a:rPr lang="en-US" altLang="en-US" dirty="0"/>
              <a:t> </a:t>
            </a:r>
            <a:r>
              <a:rPr lang="en-US" altLang="en-US" dirty="0" err="1"/>
              <a:t>dữ</a:t>
            </a:r>
            <a:r>
              <a:rPr lang="en-US" altLang="en-US" dirty="0"/>
              <a:t> </a:t>
            </a:r>
            <a:r>
              <a:rPr lang="en-US" altLang="en-US" dirty="0" err="1"/>
              <a:t>liệu</a:t>
            </a:r>
            <a:endParaRPr lang="en-US" altLang="en-US" dirty="0"/>
          </a:p>
          <a:p>
            <a:pPr eaLnBrk="1" hangingPunct="1"/>
            <a:r>
              <a:rPr lang="en-US" altLang="en-US" dirty="0" err="1"/>
              <a:t>Tính</a:t>
            </a:r>
            <a:r>
              <a:rPr lang="en-US" altLang="en-US" dirty="0"/>
              <a:t> </a:t>
            </a:r>
            <a:r>
              <a:rPr lang="en-US" altLang="en-US" dirty="0" err="1"/>
              <a:t>trừu</a:t>
            </a:r>
            <a:r>
              <a:rPr lang="en-US" altLang="en-US" dirty="0"/>
              <a:t> </a:t>
            </a:r>
            <a:r>
              <a:rPr lang="en-US" altLang="en-US" dirty="0" err="1"/>
              <a:t>tượng</a:t>
            </a:r>
            <a:r>
              <a:rPr lang="en-US" altLang="en-US" dirty="0"/>
              <a:t> </a:t>
            </a:r>
            <a:r>
              <a:rPr lang="en-US" altLang="en-US" dirty="0" err="1"/>
              <a:t>dữ</a:t>
            </a:r>
            <a:r>
              <a:rPr lang="en-US" altLang="en-US" dirty="0"/>
              <a:t> </a:t>
            </a:r>
            <a:r>
              <a:rPr lang="en-US" altLang="en-US" dirty="0" err="1"/>
              <a:t>liệu</a:t>
            </a:r>
            <a:endParaRPr lang="en-US" altLang="en-US" dirty="0"/>
          </a:p>
          <a:p>
            <a:pPr eaLnBrk="1" hangingPunct="1"/>
            <a:r>
              <a:rPr lang="en-US" altLang="en-US" dirty="0" err="1"/>
              <a:t>Tính</a:t>
            </a:r>
            <a:r>
              <a:rPr lang="en-US" altLang="en-US" dirty="0"/>
              <a:t> </a:t>
            </a:r>
            <a:r>
              <a:rPr lang="en-US" altLang="en-US" dirty="0" err="1"/>
              <a:t>nhất</a:t>
            </a:r>
            <a:r>
              <a:rPr lang="en-US" altLang="en-US" dirty="0"/>
              <a:t> </a:t>
            </a:r>
            <a:r>
              <a:rPr lang="en-US" altLang="en-US" dirty="0" err="1"/>
              <a:t>quán</a:t>
            </a:r>
            <a:endParaRPr lang="en-US" altLang="en-US" dirty="0"/>
          </a:p>
          <a:p>
            <a:pPr eaLnBrk="1" hangingPunct="1"/>
            <a:r>
              <a:rPr lang="en-US" altLang="en-US" dirty="0" err="1"/>
              <a:t>Các</a:t>
            </a:r>
            <a:r>
              <a:rPr lang="en-US" altLang="en-US" dirty="0"/>
              <a:t> </a:t>
            </a:r>
            <a:r>
              <a:rPr lang="en-US" altLang="en-US" dirty="0" err="1"/>
              <a:t>cách</a:t>
            </a:r>
            <a:r>
              <a:rPr lang="en-US" altLang="en-US" dirty="0"/>
              <a:t> </a:t>
            </a:r>
            <a:r>
              <a:rPr lang="en-US" altLang="en-US" dirty="0" err="1"/>
              <a:t>nhìn</a:t>
            </a:r>
            <a:r>
              <a:rPr lang="en-US" altLang="en-US" dirty="0"/>
              <a:t> </a:t>
            </a:r>
            <a:r>
              <a:rPr lang="en-US" altLang="en-US" dirty="0" err="1"/>
              <a:t>dữ</a:t>
            </a:r>
            <a:r>
              <a:rPr lang="en-US" altLang="en-US" dirty="0"/>
              <a:t> </a:t>
            </a:r>
            <a:r>
              <a:rPr lang="en-US" altLang="en-US" dirty="0" err="1"/>
              <a:t>liệu</a:t>
            </a:r>
            <a:endParaRPr lang="en-US"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5747F40-E11A-C844-B402-89A0FD91BBE1}"/>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34819" name="Slide Number Placeholder 5">
            <a:extLst>
              <a:ext uri="{FF2B5EF4-FFF2-40B4-BE49-F238E27FC236}">
                <a16:creationId xmlns:a16="http://schemas.microsoft.com/office/drawing/2014/main" id="{0B4BD043-64A1-534A-8731-98943684191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r">
              <a:spcBef>
                <a:spcPct val="0"/>
              </a:spcBef>
              <a:buClrTx/>
              <a:buFontTx/>
              <a:buNone/>
            </a:pPr>
            <a:fld id="{FF7DEE18-8648-5F41-B744-CFB858E66476}" type="slidenum">
              <a:rPr lang="en-US" altLang="en-US" sz="1000" smtClean="0"/>
              <a:pPr algn="r">
                <a:spcBef>
                  <a:spcPct val="0"/>
                </a:spcBef>
                <a:buClrTx/>
                <a:buFontTx/>
                <a:buNone/>
              </a:pPr>
              <a:t>20</a:t>
            </a:fld>
            <a:endParaRPr lang="en-US" altLang="en-US" sz="1000"/>
          </a:p>
        </p:txBody>
      </p:sp>
      <p:sp>
        <p:nvSpPr>
          <p:cNvPr id="34820" name="Rectangle 2">
            <a:extLst>
              <a:ext uri="{FF2B5EF4-FFF2-40B4-BE49-F238E27FC236}">
                <a16:creationId xmlns:a16="http://schemas.microsoft.com/office/drawing/2014/main" id="{452B501E-1260-E142-BA7D-415D1CE8F7D0}"/>
              </a:ext>
            </a:extLst>
          </p:cNvPr>
          <p:cNvSpPr>
            <a:spLocks noGrp="1" noChangeArrowheads="1"/>
          </p:cNvSpPr>
          <p:nvPr>
            <p:ph type="title"/>
          </p:nvPr>
        </p:nvSpPr>
        <p:spPr>
          <a:xfrm>
            <a:off x="495300" y="354013"/>
            <a:ext cx="8915400" cy="620712"/>
          </a:xfrm>
        </p:spPr>
        <p:txBody>
          <a:bodyPr/>
          <a:lstStyle/>
          <a:p>
            <a:pPr eaLnBrk="1" hangingPunct="1"/>
            <a:r>
              <a:rPr lang="en-US" altLang="en-US" sz="3500"/>
              <a:t>Tính tự mô tả</a:t>
            </a:r>
          </a:p>
        </p:txBody>
      </p:sp>
      <p:sp>
        <p:nvSpPr>
          <p:cNvPr id="34821" name="Rectangle 3">
            <a:extLst>
              <a:ext uri="{FF2B5EF4-FFF2-40B4-BE49-F238E27FC236}">
                <a16:creationId xmlns:a16="http://schemas.microsoft.com/office/drawing/2014/main" id="{09A80984-6F8A-AC4D-9E38-B5BE8A7BAA3D}"/>
              </a:ext>
            </a:extLst>
          </p:cNvPr>
          <p:cNvSpPr>
            <a:spLocks noGrp="1" noChangeArrowheads="1"/>
          </p:cNvSpPr>
          <p:nvPr>
            <p:ph type="body" idx="1"/>
          </p:nvPr>
        </p:nvSpPr>
        <p:spPr>
          <a:xfrm>
            <a:off x="495300" y="1295400"/>
            <a:ext cx="8915400" cy="5105400"/>
          </a:xfrm>
        </p:spPr>
        <p:txBody>
          <a:bodyPr/>
          <a:lstStyle/>
          <a:p>
            <a:pPr eaLnBrk="1" hangingPunct="1"/>
            <a:r>
              <a:rPr lang="en-US" altLang="en-US" dirty="0" err="1"/>
              <a:t>Hệ</a:t>
            </a:r>
            <a:r>
              <a:rPr lang="en-US" altLang="en-US" dirty="0"/>
              <a:t> CSDL </a:t>
            </a:r>
            <a:r>
              <a:rPr lang="en-US" altLang="en-US" dirty="0" err="1"/>
              <a:t>không</a:t>
            </a:r>
            <a:r>
              <a:rPr lang="en-US" altLang="en-US" dirty="0"/>
              <a:t> </a:t>
            </a:r>
            <a:r>
              <a:rPr lang="en-US" altLang="en-US" dirty="0" err="1"/>
              <a:t>chỉ</a:t>
            </a:r>
            <a:r>
              <a:rPr lang="en-US" altLang="en-US" dirty="0"/>
              <a:t> </a:t>
            </a:r>
            <a:r>
              <a:rPr lang="en-US" altLang="en-US" dirty="0" err="1"/>
              <a:t>chứa</a:t>
            </a:r>
            <a:r>
              <a:rPr lang="en-US" altLang="en-US" dirty="0"/>
              <a:t> </a:t>
            </a:r>
            <a:r>
              <a:rPr lang="en-US" altLang="en-US" dirty="0" err="1"/>
              <a:t>bản</a:t>
            </a:r>
            <a:r>
              <a:rPr lang="en-US" altLang="en-US" dirty="0"/>
              <a:t> </a:t>
            </a:r>
            <a:r>
              <a:rPr lang="en-US" altLang="en-US" dirty="0" err="1"/>
              <a:t>thân</a:t>
            </a:r>
            <a:r>
              <a:rPr lang="en-US" altLang="en-US" dirty="0"/>
              <a:t> CSDL </a:t>
            </a:r>
            <a:r>
              <a:rPr lang="en-US" altLang="en-US" dirty="0" err="1"/>
              <a:t>mà</a:t>
            </a:r>
            <a:r>
              <a:rPr lang="en-US" altLang="en-US" dirty="0"/>
              <a:t> </a:t>
            </a:r>
            <a:r>
              <a:rPr lang="en-US" altLang="en-US" dirty="0" err="1"/>
              <a:t>còn</a:t>
            </a:r>
            <a:r>
              <a:rPr lang="en-US" altLang="en-US" dirty="0"/>
              <a:t> </a:t>
            </a:r>
            <a:r>
              <a:rPr lang="en-US" altLang="en-US" dirty="0" err="1"/>
              <a:t>chứa</a:t>
            </a:r>
            <a:r>
              <a:rPr lang="en-US" altLang="en-US" dirty="0"/>
              <a:t> </a:t>
            </a:r>
            <a:r>
              <a:rPr lang="en-US" altLang="en-US" u="sng" dirty="0" err="1"/>
              <a:t>định</a:t>
            </a:r>
            <a:r>
              <a:rPr lang="en-US" altLang="en-US" u="sng" dirty="0"/>
              <a:t> </a:t>
            </a:r>
            <a:r>
              <a:rPr lang="en-US" altLang="en-US" u="sng" dirty="0" err="1"/>
              <a:t>nghĩa</a:t>
            </a:r>
            <a:r>
              <a:rPr lang="en-US" altLang="en-US" u="sng" dirty="0"/>
              <a:t> </a:t>
            </a:r>
            <a:r>
              <a:rPr lang="en-US" altLang="en-US" u="sng" dirty="0" err="1"/>
              <a:t>đầy</a:t>
            </a:r>
            <a:r>
              <a:rPr lang="en-US" altLang="en-US" u="sng" dirty="0"/>
              <a:t> </a:t>
            </a:r>
            <a:r>
              <a:rPr lang="en-US" altLang="en-US" u="sng" dirty="0" err="1"/>
              <a:t>đủ</a:t>
            </a:r>
            <a:r>
              <a:rPr lang="en-US" altLang="en-US" dirty="0"/>
              <a:t> (</a:t>
            </a:r>
            <a:r>
              <a:rPr lang="en-US" altLang="en-US" dirty="0" err="1"/>
              <a:t>mô</a:t>
            </a:r>
            <a:r>
              <a:rPr lang="en-US" altLang="en-US" dirty="0"/>
              <a:t> </a:t>
            </a:r>
            <a:r>
              <a:rPr lang="en-US" altLang="en-US" dirty="0" err="1"/>
              <a:t>tả</a:t>
            </a:r>
            <a:r>
              <a:rPr lang="en-US" altLang="en-US" dirty="0"/>
              <a:t>) </a:t>
            </a:r>
            <a:r>
              <a:rPr lang="en-US" altLang="en-US" dirty="0" err="1"/>
              <a:t>của</a:t>
            </a:r>
            <a:r>
              <a:rPr lang="en-US" altLang="en-US" dirty="0"/>
              <a:t> CSDL</a:t>
            </a:r>
          </a:p>
          <a:p>
            <a:pPr eaLnBrk="1" hangingPunct="1"/>
            <a:r>
              <a:rPr lang="en-US" altLang="en-US" dirty="0" err="1"/>
              <a:t>Các</a:t>
            </a:r>
            <a:r>
              <a:rPr lang="en-US" altLang="en-US" dirty="0"/>
              <a:t> </a:t>
            </a:r>
            <a:r>
              <a:rPr lang="en-US" altLang="en-US" dirty="0" err="1"/>
              <a:t>định</a:t>
            </a:r>
            <a:r>
              <a:rPr lang="en-US" altLang="en-US" dirty="0"/>
              <a:t> </a:t>
            </a:r>
            <a:r>
              <a:rPr lang="en-US" altLang="en-US" dirty="0" err="1"/>
              <a:t>nghĩa</a:t>
            </a:r>
            <a:r>
              <a:rPr lang="en-US" altLang="en-US" dirty="0"/>
              <a:t> </a:t>
            </a:r>
            <a:r>
              <a:rPr lang="en-US" altLang="en-US" dirty="0" err="1"/>
              <a:t>được</a:t>
            </a:r>
            <a:r>
              <a:rPr lang="en-US" altLang="en-US" dirty="0"/>
              <a:t> </a:t>
            </a:r>
            <a:r>
              <a:rPr lang="en-US" altLang="en-US" dirty="0" err="1"/>
              <a:t>lưu</a:t>
            </a:r>
            <a:r>
              <a:rPr lang="en-US" altLang="en-US" dirty="0"/>
              <a:t> </a:t>
            </a:r>
            <a:r>
              <a:rPr lang="en-US" altLang="en-US" dirty="0" err="1"/>
              <a:t>trữ</a:t>
            </a:r>
            <a:r>
              <a:rPr lang="en-US" altLang="en-US" dirty="0"/>
              <a:t> </a:t>
            </a:r>
            <a:r>
              <a:rPr lang="en-US" altLang="en-US" dirty="0" err="1"/>
              <a:t>trong</a:t>
            </a:r>
            <a:r>
              <a:rPr lang="en-US" altLang="en-US" dirty="0"/>
              <a:t> </a:t>
            </a:r>
            <a:r>
              <a:rPr lang="en-US" altLang="en-US" u="sng" dirty="0"/>
              <a:t>catalog</a:t>
            </a:r>
          </a:p>
          <a:p>
            <a:pPr lvl="1" eaLnBrk="1" hangingPunct="1"/>
            <a:r>
              <a:rPr lang="en-US" altLang="en-US" dirty="0" err="1"/>
              <a:t>Chứa</a:t>
            </a:r>
            <a:r>
              <a:rPr lang="en-US" altLang="en-US" dirty="0"/>
              <a:t> </a:t>
            </a:r>
            <a:r>
              <a:rPr lang="en-US" altLang="en-US" dirty="0" err="1"/>
              <a:t>các</a:t>
            </a:r>
            <a:r>
              <a:rPr lang="en-US" altLang="en-US" dirty="0"/>
              <a:t> </a:t>
            </a:r>
            <a:r>
              <a:rPr lang="en-US" altLang="en-US" dirty="0" err="1"/>
              <a:t>thông</a:t>
            </a:r>
            <a:r>
              <a:rPr lang="en-US" altLang="en-US" dirty="0"/>
              <a:t> tin </a:t>
            </a:r>
            <a:r>
              <a:rPr lang="en-US" altLang="en-US" dirty="0" err="1"/>
              <a:t>về</a:t>
            </a:r>
            <a:r>
              <a:rPr lang="en-US" altLang="en-US" dirty="0"/>
              <a:t> </a:t>
            </a:r>
            <a:r>
              <a:rPr lang="en-US" altLang="en-US" dirty="0" err="1"/>
              <a:t>cấu</a:t>
            </a:r>
            <a:r>
              <a:rPr lang="en-US" altLang="en-US" dirty="0"/>
              <a:t> </a:t>
            </a:r>
            <a:r>
              <a:rPr lang="en-US" altLang="en-US" dirty="0" err="1"/>
              <a:t>trúc</a:t>
            </a:r>
            <a:r>
              <a:rPr lang="en-US" altLang="en-US" dirty="0"/>
              <a:t> </a:t>
            </a:r>
            <a:r>
              <a:rPr lang="en-US" altLang="en-US" dirty="0" err="1"/>
              <a:t>tập</a:t>
            </a:r>
            <a:r>
              <a:rPr lang="en-US" altLang="en-US" dirty="0"/>
              <a:t> tin, </a:t>
            </a:r>
            <a:r>
              <a:rPr lang="en-US" altLang="en-US" dirty="0" err="1"/>
              <a:t>kiểu</a:t>
            </a:r>
            <a:r>
              <a:rPr lang="en-US" altLang="en-US" dirty="0"/>
              <a:t> </a:t>
            </a:r>
            <a:r>
              <a:rPr lang="en-US" altLang="en-US" dirty="0" err="1"/>
              <a:t>và</a:t>
            </a:r>
            <a:r>
              <a:rPr lang="en-US" altLang="en-US" dirty="0"/>
              <a:t> </a:t>
            </a:r>
            <a:r>
              <a:rPr lang="en-US" altLang="en-US" dirty="0" err="1"/>
              <a:t>dạng</a:t>
            </a:r>
            <a:r>
              <a:rPr lang="en-US" altLang="en-US" dirty="0"/>
              <a:t> </a:t>
            </a:r>
            <a:r>
              <a:rPr lang="en-US" altLang="en-US" dirty="0" err="1"/>
              <a:t>thức</a:t>
            </a:r>
            <a:r>
              <a:rPr lang="en-US" altLang="en-US" dirty="0"/>
              <a:t> </a:t>
            </a:r>
            <a:r>
              <a:rPr lang="en-US" altLang="en-US" dirty="0" err="1"/>
              <a:t>lưu</a:t>
            </a:r>
            <a:r>
              <a:rPr lang="en-US" altLang="en-US" dirty="0"/>
              <a:t> </a:t>
            </a:r>
            <a:r>
              <a:rPr lang="en-US" altLang="en-US" dirty="0" err="1"/>
              <a:t>trữ</a:t>
            </a:r>
            <a:r>
              <a:rPr lang="en-US" altLang="en-US" dirty="0"/>
              <a:t> </a:t>
            </a:r>
            <a:r>
              <a:rPr lang="en-US" altLang="en-US" dirty="0" err="1"/>
              <a:t>của</a:t>
            </a:r>
            <a:r>
              <a:rPr lang="en-US" altLang="en-US" dirty="0"/>
              <a:t> </a:t>
            </a:r>
            <a:r>
              <a:rPr lang="en-US" altLang="en-US" dirty="0" err="1"/>
              <a:t>mỗi</a:t>
            </a:r>
            <a:r>
              <a:rPr lang="en-US" altLang="en-US" dirty="0"/>
              <a:t> </a:t>
            </a:r>
            <a:r>
              <a:rPr lang="en-US" altLang="en-US" dirty="0" err="1"/>
              <a:t>thành</a:t>
            </a:r>
            <a:r>
              <a:rPr lang="en-US" altLang="en-US" dirty="0"/>
              <a:t> </a:t>
            </a:r>
            <a:r>
              <a:rPr lang="en-US" altLang="en-US" dirty="0" err="1"/>
              <a:t>phần</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và</a:t>
            </a:r>
            <a:r>
              <a:rPr lang="en-US" altLang="en-US" dirty="0"/>
              <a:t> </a:t>
            </a:r>
            <a:r>
              <a:rPr lang="en-US" altLang="en-US" dirty="0" err="1"/>
              <a:t>những</a:t>
            </a:r>
            <a:r>
              <a:rPr lang="en-US" altLang="en-US" dirty="0"/>
              <a:t> </a:t>
            </a:r>
            <a:r>
              <a:rPr lang="en-US" altLang="en-US" dirty="0" err="1"/>
              <a:t>ràng</a:t>
            </a:r>
            <a:r>
              <a:rPr lang="en-US" altLang="en-US" dirty="0"/>
              <a:t> </a:t>
            </a:r>
            <a:r>
              <a:rPr lang="en-US" altLang="en-US" dirty="0" err="1"/>
              <a:t>buộc</a:t>
            </a:r>
            <a:r>
              <a:rPr lang="en-US" altLang="en-US" dirty="0"/>
              <a:t> </a:t>
            </a:r>
            <a:r>
              <a:rPr lang="en-US" altLang="en-US" dirty="0" err="1"/>
              <a:t>dữ</a:t>
            </a:r>
            <a:r>
              <a:rPr lang="en-US" altLang="en-US" dirty="0"/>
              <a:t> </a:t>
            </a:r>
            <a:r>
              <a:rPr lang="en-US" altLang="en-US" dirty="0" err="1"/>
              <a:t>liệu</a:t>
            </a:r>
            <a:endParaRPr lang="en-US" altLang="en-US" dirty="0"/>
          </a:p>
          <a:p>
            <a:pPr eaLnBrk="1" hangingPunct="1"/>
            <a:r>
              <a:rPr lang="en-US" altLang="en-US" dirty="0" err="1"/>
              <a:t>Dữ</a:t>
            </a:r>
            <a:r>
              <a:rPr lang="en-US" altLang="en-US" dirty="0"/>
              <a:t> </a:t>
            </a:r>
            <a:r>
              <a:rPr lang="en-US" altLang="en-US" dirty="0" err="1"/>
              <a:t>liệu</a:t>
            </a:r>
            <a:r>
              <a:rPr lang="en-US" altLang="en-US" dirty="0"/>
              <a:t> </a:t>
            </a:r>
            <a:r>
              <a:rPr lang="en-US" altLang="en-US" dirty="0" err="1"/>
              <a:t>trong</a:t>
            </a:r>
            <a:r>
              <a:rPr lang="en-US" altLang="en-US" dirty="0"/>
              <a:t> catalog </a:t>
            </a:r>
            <a:r>
              <a:rPr lang="en-US" altLang="en-US" dirty="0" err="1"/>
              <a:t>gọi</a:t>
            </a:r>
            <a:r>
              <a:rPr lang="en-US" altLang="en-US" dirty="0"/>
              <a:t> </a:t>
            </a:r>
            <a:r>
              <a:rPr lang="en-US" altLang="en-US" dirty="0" err="1"/>
              <a:t>là</a:t>
            </a:r>
            <a:r>
              <a:rPr lang="en-US" altLang="en-US" dirty="0"/>
              <a:t> </a:t>
            </a:r>
            <a:r>
              <a:rPr lang="en-US" altLang="en-US" u="sng" dirty="0"/>
              <a:t>meta-data</a:t>
            </a:r>
            <a:r>
              <a:rPr lang="en-US" altLang="en-US" dirty="0"/>
              <a:t> (data of data)</a:t>
            </a:r>
            <a:endParaRPr lang="en-US" altLang="en-US" u="sng" dirty="0"/>
          </a:p>
          <a:p>
            <a:pPr eaLnBrk="1" hangingPunct="1"/>
            <a:endParaRPr lang="en-US" altLang="en-US" dirty="0"/>
          </a:p>
          <a:p>
            <a:pPr eaLnBrk="1" hangingPunct="1"/>
            <a:r>
              <a:rPr lang="en-US" altLang="en-US" dirty="0" err="1"/>
              <a:t>Các</a:t>
            </a:r>
            <a:r>
              <a:rPr lang="en-US" altLang="en-US" dirty="0"/>
              <a:t> CTƯD </a:t>
            </a:r>
            <a:r>
              <a:rPr lang="en-US" altLang="en-US" dirty="0" err="1"/>
              <a:t>có</a:t>
            </a:r>
            <a:r>
              <a:rPr lang="en-US" altLang="en-US" dirty="0"/>
              <a:t> </a:t>
            </a:r>
            <a:r>
              <a:rPr lang="en-US" altLang="en-US" dirty="0" err="1"/>
              <a:t>thể</a:t>
            </a:r>
            <a:r>
              <a:rPr lang="en-US" altLang="en-US" dirty="0"/>
              <a:t> </a:t>
            </a:r>
            <a:r>
              <a:rPr lang="en-US" altLang="en-US" dirty="0" err="1"/>
              <a:t>truy</a:t>
            </a:r>
            <a:r>
              <a:rPr lang="en-US" altLang="en-US" dirty="0"/>
              <a:t> </a:t>
            </a:r>
            <a:r>
              <a:rPr lang="en-US" altLang="en-US" dirty="0" err="1"/>
              <a:t>xuất</a:t>
            </a:r>
            <a:r>
              <a:rPr lang="en-US" altLang="en-US" dirty="0"/>
              <a:t> </a:t>
            </a:r>
            <a:r>
              <a:rPr lang="en-US" altLang="en-US" dirty="0" err="1"/>
              <a:t>đến</a:t>
            </a:r>
            <a:r>
              <a:rPr lang="en-US" altLang="en-US" dirty="0"/>
              <a:t> </a:t>
            </a:r>
            <a:r>
              <a:rPr lang="en-US" altLang="en-US" dirty="0" err="1"/>
              <a:t>nhiều</a:t>
            </a:r>
            <a:r>
              <a:rPr lang="en-US" altLang="en-US" dirty="0"/>
              <a:t> CSDL </a:t>
            </a:r>
            <a:r>
              <a:rPr lang="en-US" altLang="en-US" dirty="0" err="1"/>
              <a:t>nhờ</a:t>
            </a:r>
            <a:r>
              <a:rPr lang="en-US" altLang="en-US" dirty="0"/>
              <a:t> </a:t>
            </a:r>
            <a:r>
              <a:rPr lang="en-US" altLang="en-US" dirty="0" err="1"/>
              <a:t>thông</a:t>
            </a:r>
            <a:r>
              <a:rPr lang="en-US" altLang="en-US" dirty="0"/>
              <a:t> tin </a:t>
            </a:r>
            <a:r>
              <a:rPr lang="en-US" altLang="en-US" dirty="0" err="1"/>
              <a:t>cấu</a:t>
            </a:r>
            <a:r>
              <a:rPr lang="en-US" altLang="en-US" dirty="0"/>
              <a:t> </a:t>
            </a:r>
            <a:r>
              <a:rPr lang="en-US" altLang="en-US" dirty="0" err="1"/>
              <a:t>trúc</a:t>
            </a:r>
            <a:r>
              <a:rPr lang="en-US" altLang="en-US" dirty="0"/>
              <a:t> </a:t>
            </a:r>
            <a:r>
              <a:rPr lang="en-US" altLang="en-US" dirty="0" err="1"/>
              <a:t>được</a:t>
            </a:r>
            <a:r>
              <a:rPr lang="en-US" altLang="en-US" dirty="0"/>
              <a:t> </a:t>
            </a:r>
            <a:r>
              <a:rPr lang="en-US" altLang="en-US" dirty="0" err="1"/>
              <a:t>lưu</a:t>
            </a:r>
            <a:r>
              <a:rPr lang="en-US" altLang="en-US" dirty="0"/>
              <a:t> </a:t>
            </a:r>
            <a:r>
              <a:rPr lang="en-US" altLang="en-US" dirty="0" err="1"/>
              <a:t>trữ</a:t>
            </a:r>
            <a:r>
              <a:rPr lang="en-US" altLang="en-US" dirty="0"/>
              <a:t> </a:t>
            </a:r>
            <a:r>
              <a:rPr lang="en-US" altLang="en-US" dirty="0" err="1"/>
              <a:t>trong</a:t>
            </a:r>
            <a:r>
              <a:rPr lang="en-US" altLang="en-US" dirty="0"/>
              <a:t> catalog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69F0E9E4-E764-FE4E-AB71-4933A7A995F2}"/>
              </a:ext>
            </a:extLst>
          </p:cNvPr>
          <p:cNvSpPr>
            <a:spLocks noGrp="1" noChangeArrowheads="1"/>
          </p:cNvSpPr>
          <p:nvPr>
            <p:ph type="title"/>
          </p:nvPr>
        </p:nvSpPr>
        <p:spPr/>
        <p:txBody>
          <a:bodyPr/>
          <a:lstStyle/>
          <a:p>
            <a:endParaRPr lang="en-US" altLang="en-US"/>
          </a:p>
        </p:txBody>
      </p:sp>
      <p:sp>
        <p:nvSpPr>
          <p:cNvPr id="36867" name="Content Placeholder 2">
            <a:extLst>
              <a:ext uri="{FF2B5EF4-FFF2-40B4-BE49-F238E27FC236}">
                <a16:creationId xmlns:a16="http://schemas.microsoft.com/office/drawing/2014/main" id="{63FF969E-A596-6C47-BB6B-DEAFE5B151EE}"/>
              </a:ext>
            </a:extLst>
          </p:cNvPr>
          <p:cNvSpPr>
            <a:spLocks noGrp="1" noChangeArrowheads="1"/>
          </p:cNvSpPr>
          <p:nvPr>
            <p:ph idx="1"/>
          </p:nvPr>
        </p:nvSpPr>
        <p:spPr/>
        <p:txBody>
          <a:bodyPr/>
          <a:lstStyle/>
          <a:p>
            <a:endParaRPr lang="en-US" altLang="en-US"/>
          </a:p>
        </p:txBody>
      </p:sp>
      <p:sp>
        <p:nvSpPr>
          <p:cNvPr id="4" name="Date Placeholder 3">
            <a:extLst>
              <a:ext uri="{FF2B5EF4-FFF2-40B4-BE49-F238E27FC236}">
                <a16:creationId xmlns:a16="http://schemas.microsoft.com/office/drawing/2014/main" id="{2D17E763-CDFF-644A-A1B4-67E7D0BE2095}"/>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36869" name="Slide Number Placeholder 4">
            <a:extLst>
              <a:ext uri="{FF2B5EF4-FFF2-40B4-BE49-F238E27FC236}">
                <a16:creationId xmlns:a16="http://schemas.microsoft.com/office/drawing/2014/main" id="{E6CE785B-3FF3-8247-8E20-12E466AE3BE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547FEEE3-1589-1745-8E44-1C9065B034BE}" type="slidenum">
              <a:rPr lang="en-US" altLang="en-US" smtClean="0">
                <a:latin typeface="Arial" panose="020B0604020202020204" pitchFamily="34" charset="0"/>
              </a:rPr>
              <a:pPr/>
              <a:t>21</a:t>
            </a:fld>
            <a:endParaRPr lang="en-US" altLang="en-US">
              <a:latin typeface="Arial" panose="020B0604020202020204" pitchFamily="34" charset="0"/>
            </a:endParaRPr>
          </a:p>
        </p:txBody>
      </p:sp>
      <p:pic>
        <p:nvPicPr>
          <p:cNvPr id="36870" name="Picture 5">
            <a:extLst>
              <a:ext uri="{FF2B5EF4-FFF2-40B4-BE49-F238E27FC236}">
                <a16:creationId xmlns:a16="http://schemas.microsoft.com/office/drawing/2014/main" id="{269150EA-4927-854E-95CC-2CFA03FBA91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55625" y="361950"/>
            <a:ext cx="9286875" cy="535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Date Placeholder 3">
            <a:extLst>
              <a:ext uri="{FF2B5EF4-FFF2-40B4-BE49-F238E27FC236}">
                <a16:creationId xmlns:a16="http://schemas.microsoft.com/office/drawing/2014/main" id="{81163C81-E656-CB4C-872B-06B5BC9261BC}"/>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37891" name="Slide Number Placeholder 5">
            <a:extLst>
              <a:ext uri="{FF2B5EF4-FFF2-40B4-BE49-F238E27FC236}">
                <a16:creationId xmlns:a16="http://schemas.microsoft.com/office/drawing/2014/main" id="{F8C905FB-B42B-4A44-B95A-F0D65188158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r">
              <a:spcBef>
                <a:spcPct val="0"/>
              </a:spcBef>
              <a:buClrTx/>
              <a:buFontTx/>
              <a:buNone/>
            </a:pPr>
            <a:fld id="{3710D518-E9A5-8D45-91F2-59C9F71CA08B}" type="slidenum">
              <a:rPr lang="en-US" altLang="en-US" sz="1000" smtClean="0"/>
              <a:pPr algn="r">
                <a:spcBef>
                  <a:spcPct val="0"/>
                </a:spcBef>
                <a:buClrTx/>
                <a:buFontTx/>
                <a:buNone/>
              </a:pPr>
              <a:t>22</a:t>
            </a:fld>
            <a:endParaRPr lang="en-US" altLang="en-US" sz="1000"/>
          </a:p>
        </p:txBody>
      </p:sp>
      <p:sp>
        <p:nvSpPr>
          <p:cNvPr id="37892" name="Rectangle 2">
            <a:extLst>
              <a:ext uri="{FF2B5EF4-FFF2-40B4-BE49-F238E27FC236}">
                <a16:creationId xmlns:a16="http://schemas.microsoft.com/office/drawing/2014/main" id="{FF5FCFD0-1300-5C4A-B815-08687D1B3C93}"/>
              </a:ext>
            </a:extLst>
          </p:cNvPr>
          <p:cNvSpPr>
            <a:spLocks noGrp="1" noChangeArrowheads="1"/>
          </p:cNvSpPr>
          <p:nvPr>
            <p:ph type="title"/>
          </p:nvPr>
        </p:nvSpPr>
        <p:spPr>
          <a:xfrm>
            <a:off x="495300" y="354013"/>
            <a:ext cx="8915400" cy="620712"/>
          </a:xfrm>
        </p:spPr>
        <p:txBody>
          <a:bodyPr/>
          <a:lstStyle/>
          <a:p>
            <a:pPr eaLnBrk="1" hangingPunct="1"/>
            <a:r>
              <a:rPr lang="en-US" altLang="en-US" sz="3500"/>
              <a:t>Tính độc lập</a:t>
            </a:r>
          </a:p>
        </p:txBody>
      </p:sp>
      <p:sp>
        <p:nvSpPr>
          <p:cNvPr id="37893" name="Rectangle 3">
            <a:extLst>
              <a:ext uri="{FF2B5EF4-FFF2-40B4-BE49-F238E27FC236}">
                <a16:creationId xmlns:a16="http://schemas.microsoft.com/office/drawing/2014/main" id="{95105E0E-C95C-124E-ABA9-90D8F758F149}"/>
              </a:ext>
            </a:extLst>
          </p:cNvPr>
          <p:cNvSpPr>
            <a:spLocks noGrp="1" noChangeArrowheads="1"/>
          </p:cNvSpPr>
          <p:nvPr>
            <p:ph type="body" idx="1"/>
          </p:nvPr>
        </p:nvSpPr>
        <p:spPr>
          <a:xfrm>
            <a:off x="495300" y="1295400"/>
            <a:ext cx="8915400" cy="5105400"/>
          </a:xfrm>
        </p:spPr>
        <p:txBody>
          <a:bodyPr/>
          <a:lstStyle/>
          <a:p>
            <a:pPr eaLnBrk="1" hangingPunct="1"/>
            <a:r>
              <a:rPr lang="en-US" altLang="en-US"/>
              <a:t>Vì định nghĩa về cấu trúc CSDL được lưu trữ trong catalog nên khi có thay đổi </a:t>
            </a:r>
            <a:r>
              <a:rPr lang="en-US" altLang="en-US" u="sng"/>
              <a:t>nhỏ</a:t>
            </a:r>
            <a:r>
              <a:rPr lang="en-US" altLang="en-US"/>
              <a:t> về cấu trúc ta ít phải sửa lại chương trình </a:t>
            </a:r>
          </a:p>
          <a:p>
            <a:pPr eaLnBrk="1" hangingPunct="1"/>
            <a:endParaRPr lang="en-US" altLang="en-US"/>
          </a:p>
        </p:txBody>
      </p:sp>
      <p:grpSp>
        <p:nvGrpSpPr>
          <p:cNvPr id="37894" name="Group 13">
            <a:extLst>
              <a:ext uri="{FF2B5EF4-FFF2-40B4-BE49-F238E27FC236}">
                <a16:creationId xmlns:a16="http://schemas.microsoft.com/office/drawing/2014/main" id="{32C1F601-C21F-E44A-8818-EDEB204BEC2C}"/>
              </a:ext>
            </a:extLst>
          </p:cNvPr>
          <p:cNvGrpSpPr>
            <a:grpSpLocks/>
          </p:cNvGrpSpPr>
          <p:nvPr/>
        </p:nvGrpSpPr>
        <p:grpSpPr bwMode="auto">
          <a:xfrm>
            <a:off x="2559050" y="3278188"/>
            <a:ext cx="3714750" cy="1293812"/>
            <a:chOff x="1872" y="2352"/>
            <a:chExt cx="2160" cy="815"/>
          </a:xfrm>
        </p:grpSpPr>
        <p:sp>
          <p:nvSpPr>
            <p:cNvPr id="37895" name="Text Box 8">
              <a:extLst>
                <a:ext uri="{FF2B5EF4-FFF2-40B4-BE49-F238E27FC236}">
                  <a16:creationId xmlns:a16="http://schemas.microsoft.com/office/drawing/2014/main" id="{C5893F68-0038-3B44-8466-899455DC5A64}"/>
                </a:ext>
              </a:extLst>
            </p:cNvPr>
            <p:cNvSpPr txBox="1">
              <a:spLocks noChangeArrowheads="1"/>
            </p:cNvSpPr>
            <p:nvPr/>
          </p:nvSpPr>
          <p:spPr bwMode="auto">
            <a:xfrm>
              <a:off x="1872" y="2640"/>
              <a:ext cx="6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800" dirty="0" err="1">
                  <a:latin typeface="Tahoma" panose="020B0604030504040204" pitchFamily="34" charset="0"/>
                </a:rPr>
                <a:t>Độc</a:t>
              </a:r>
              <a:r>
                <a:rPr lang="en-US" altLang="en-US" sz="1800" dirty="0">
                  <a:latin typeface="Tahoma" panose="020B0604030504040204" pitchFamily="34" charset="0"/>
                </a:rPr>
                <a:t> </a:t>
              </a:r>
              <a:r>
                <a:rPr lang="en-US" altLang="en-US" sz="1800" dirty="0" err="1">
                  <a:latin typeface="Tahoma" panose="020B0604030504040204" pitchFamily="34" charset="0"/>
                </a:rPr>
                <a:t>lập</a:t>
              </a:r>
              <a:endParaRPr lang="en-US" altLang="en-US" sz="1800" dirty="0">
                <a:latin typeface="Tahoma" panose="020B0604030504040204" pitchFamily="34" charset="0"/>
              </a:endParaRPr>
            </a:p>
          </p:txBody>
        </p:sp>
        <p:sp>
          <p:nvSpPr>
            <p:cNvPr id="37896" name="Text Box 9">
              <a:extLst>
                <a:ext uri="{FF2B5EF4-FFF2-40B4-BE49-F238E27FC236}">
                  <a16:creationId xmlns:a16="http://schemas.microsoft.com/office/drawing/2014/main" id="{E0A2D5A8-1F39-C048-AD03-F308B8A7DC87}"/>
                </a:ext>
              </a:extLst>
            </p:cNvPr>
            <p:cNvSpPr txBox="1">
              <a:spLocks noChangeArrowheads="1"/>
            </p:cNvSpPr>
            <p:nvPr/>
          </p:nvSpPr>
          <p:spPr bwMode="auto">
            <a:xfrm>
              <a:off x="2784" y="2352"/>
              <a:ext cx="1056" cy="239"/>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800" dirty="0" err="1">
                  <a:latin typeface="Tahoma" panose="020B0604030504040204" pitchFamily="34" charset="0"/>
                </a:rPr>
                <a:t>Chương</a:t>
              </a:r>
              <a:r>
                <a:rPr lang="en-US" altLang="en-US" sz="1800" dirty="0">
                  <a:latin typeface="Tahoma" panose="020B0604030504040204" pitchFamily="34" charset="0"/>
                </a:rPr>
                <a:t> </a:t>
              </a:r>
              <a:r>
                <a:rPr lang="en-US" altLang="en-US" sz="1800" dirty="0" err="1">
                  <a:latin typeface="Tahoma" panose="020B0604030504040204" pitchFamily="34" charset="0"/>
                </a:rPr>
                <a:t>trình</a:t>
              </a:r>
              <a:endParaRPr lang="en-US" altLang="en-US" sz="1800" dirty="0">
                <a:latin typeface="Tahoma" panose="020B0604030504040204" pitchFamily="34" charset="0"/>
              </a:endParaRPr>
            </a:p>
          </p:txBody>
        </p:sp>
        <p:sp>
          <p:nvSpPr>
            <p:cNvPr id="37897" name="Text Box 10">
              <a:extLst>
                <a:ext uri="{FF2B5EF4-FFF2-40B4-BE49-F238E27FC236}">
                  <a16:creationId xmlns:a16="http://schemas.microsoft.com/office/drawing/2014/main" id="{9013DA33-E054-D240-A6FF-8A4DA7558679}"/>
                </a:ext>
              </a:extLst>
            </p:cNvPr>
            <p:cNvSpPr txBox="1">
              <a:spLocks noChangeArrowheads="1"/>
            </p:cNvSpPr>
            <p:nvPr/>
          </p:nvSpPr>
          <p:spPr bwMode="auto">
            <a:xfrm>
              <a:off x="2784" y="2928"/>
              <a:ext cx="1056" cy="239"/>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800">
                  <a:latin typeface="Tahoma" panose="020B0604030504040204" pitchFamily="34" charset="0"/>
                </a:rPr>
                <a:t>Dữ liệu</a:t>
              </a:r>
            </a:p>
          </p:txBody>
        </p:sp>
        <p:sp>
          <p:nvSpPr>
            <p:cNvPr id="37898" name="Line 12">
              <a:extLst>
                <a:ext uri="{FF2B5EF4-FFF2-40B4-BE49-F238E27FC236}">
                  <a16:creationId xmlns:a16="http://schemas.microsoft.com/office/drawing/2014/main" id="{05C10BB5-00DC-A743-B991-3A7C7EA1B896}"/>
                </a:ext>
              </a:extLst>
            </p:cNvPr>
            <p:cNvSpPr>
              <a:spLocks noChangeShapeType="1"/>
            </p:cNvSpPr>
            <p:nvPr/>
          </p:nvSpPr>
          <p:spPr bwMode="auto">
            <a:xfrm>
              <a:off x="2592" y="2784"/>
              <a:ext cx="144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en-VN"/>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ADF5F8F-567A-A449-80CE-995D7A4F0FE4}"/>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39939" name="Slide Number Placeholder 5">
            <a:extLst>
              <a:ext uri="{FF2B5EF4-FFF2-40B4-BE49-F238E27FC236}">
                <a16:creationId xmlns:a16="http://schemas.microsoft.com/office/drawing/2014/main" id="{4557C98C-890F-094C-8CB3-0709AE5FD6E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r">
              <a:spcBef>
                <a:spcPct val="0"/>
              </a:spcBef>
              <a:buClrTx/>
              <a:buFontTx/>
              <a:buNone/>
            </a:pPr>
            <a:fld id="{E3010271-E502-0A47-90DF-F42C9152C3C3}" type="slidenum">
              <a:rPr lang="en-US" altLang="en-US" sz="1000" smtClean="0"/>
              <a:pPr algn="r">
                <a:spcBef>
                  <a:spcPct val="0"/>
                </a:spcBef>
                <a:buClrTx/>
                <a:buFontTx/>
                <a:buNone/>
              </a:pPr>
              <a:t>23</a:t>
            </a:fld>
            <a:endParaRPr lang="en-US" altLang="en-US" sz="1000"/>
          </a:p>
        </p:txBody>
      </p:sp>
      <p:sp>
        <p:nvSpPr>
          <p:cNvPr id="39940" name="Rectangle 2">
            <a:extLst>
              <a:ext uri="{FF2B5EF4-FFF2-40B4-BE49-F238E27FC236}">
                <a16:creationId xmlns:a16="http://schemas.microsoft.com/office/drawing/2014/main" id="{B5B431A9-BAEF-9242-A3C3-A0C905861034}"/>
              </a:ext>
            </a:extLst>
          </p:cNvPr>
          <p:cNvSpPr>
            <a:spLocks noGrp="1" noChangeArrowheads="1"/>
          </p:cNvSpPr>
          <p:nvPr>
            <p:ph type="title"/>
          </p:nvPr>
        </p:nvSpPr>
        <p:spPr>
          <a:xfrm>
            <a:off x="495300" y="354013"/>
            <a:ext cx="8915400" cy="620712"/>
          </a:xfrm>
        </p:spPr>
        <p:txBody>
          <a:bodyPr/>
          <a:lstStyle/>
          <a:p>
            <a:pPr eaLnBrk="1" hangingPunct="1"/>
            <a:r>
              <a:rPr lang="en-US" altLang="en-US" sz="3500"/>
              <a:t>Tính trừu tượng</a:t>
            </a:r>
          </a:p>
        </p:txBody>
      </p:sp>
      <p:sp>
        <p:nvSpPr>
          <p:cNvPr id="39941" name="Rectangle 3">
            <a:extLst>
              <a:ext uri="{FF2B5EF4-FFF2-40B4-BE49-F238E27FC236}">
                <a16:creationId xmlns:a16="http://schemas.microsoft.com/office/drawing/2014/main" id="{46E9BDFF-5D01-EC43-9E60-8F320EEFA61B}"/>
              </a:ext>
            </a:extLst>
          </p:cNvPr>
          <p:cNvSpPr>
            <a:spLocks noGrp="1" noChangeArrowheads="1"/>
          </p:cNvSpPr>
          <p:nvPr>
            <p:ph type="body" idx="1"/>
          </p:nvPr>
        </p:nvSpPr>
        <p:spPr>
          <a:xfrm>
            <a:off x="495300" y="1295400"/>
            <a:ext cx="8915400" cy="5105400"/>
          </a:xfrm>
        </p:spPr>
        <p:txBody>
          <a:bodyPr/>
          <a:lstStyle/>
          <a:p>
            <a:pPr eaLnBrk="1" hangingPunct="1"/>
            <a:r>
              <a:rPr lang="en-US" altLang="en-US" dirty="0" err="1"/>
              <a:t>Hệ</a:t>
            </a:r>
            <a:r>
              <a:rPr lang="en-US" altLang="en-US" dirty="0"/>
              <a:t> CSDL </a:t>
            </a:r>
            <a:r>
              <a:rPr lang="en-US" altLang="en-US" dirty="0" err="1"/>
              <a:t>cho</a:t>
            </a:r>
            <a:r>
              <a:rPr lang="en-US" altLang="en-US" dirty="0"/>
              <a:t> </a:t>
            </a:r>
            <a:r>
              <a:rPr lang="en-US" altLang="en-US" dirty="0" err="1"/>
              <a:t>phép</a:t>
            </a:r>
            <a:r>
              <a:rPr lang="en-US" altLang="en-US" dirty="0"/>
              <a:t> </a:t>
            </a:r>
            <a:r>
              <a:rPr lang="en-US" altLang="en-US" dirty="0" err="1"/>
              <a:t>trình</a:t>
            </a:r>
            <a:r>
              <a:rPr lang="en-US" altLang="en-US" dirty="0"/>
              <a:t> </a:t>
            </a:r>
            <a:r>
              <a:rPr lang="en-US" altLang="en-US" dirty="0" err="1"/>
              <a:t>bày</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ở</a:t>
            </a:r>
            <a:r>
              <a:rPr lang="en-US" altLang="en-US" dirty="0"/>
              <a:t> </a:t>
            </a:r>
            <a:r>
              <a:rPr lang="en-US" altLang="en-US" dirty="0" err="1"/>
              <a:t>một</a:t>
            </a:r>
            <a:r>
              <a:rPr lang="en-US" altLang="en-US" dirty="0"/>
              <a:t> </a:t>
            </a:r>
            <a:r>
              <a:rPr lang="en-US" altLang="en-US" dirty="0" err="1"/>
              <a:t>mức</a:t>
            </a:r>
            <a:r>
              <a:rPr lang="en-US" altLang="en-US" dirty="0"/>
              <a:t> </a:t>
            </a:r>
            <a:r>
              <a:rPr lang="en-US" altLang="en-US" dirty="0" err="1"/>
              <a:t>trừu</a:t>
            </a:r>
            <a:r>
              <a:rPr lang="en-US" altLang="en-US" dirty="0"/>
              <a:t> </a:t>
            </a:r>
            <a:r>
              <a:rPr lang="en-US" altLang="en-US" dirty="0" err="1"/>
              <a:t>tượng</a:t>
            </a:r>
            <a:r>
              <a:rPr lang="en-US" altLang="en-US" dirty="0"/>
              <a:t> </a:t>
            </a:r>
            <a:r>
              <a:rPr lang="en-US" altLang="en-US" dirty="0" err="1"/>
              <a:t>cho</a:t>
            </a:r>
            <a:r>
              <a:rPr lang="en-US" altLang="en-US" dirty="0"/>
              <a:t> </a:t>
            </a:r>
            <a:r>
              <a:rPr lang="en-US" altLang="en-US" dirty="0" err="1"/>
              <a:t>phép</a:t>
            </a:r>
            <a:r>
              <a:rPr lang="en-US" altLang="en-US" dirty="0"/>
              <a:t>, </a:t>
            </a:r>
            <a:r>
              <a:rPr lang="en-US" altLang="en-US" dirty="0" err="1"/>
              <a:t>nhằm</a:t>
            </a:r>
            <a:r>
              <a:rPr lang="en-US" altLang="en-US" dirty="0"/>
              <a:t> </a:t>
            </a:r>
            <a:r>
              <a:rPr lang="en-US" altLang="en-US" dirty="0" err="1"/>
              <a:t>che</a:t>
            </a:r>
            <a:r>
              <a:rPr lang="en-US" altLang="en-US" dirty="0"/>
              <a:t> </a:t>
            </a:r>
            <a:r>
              <a:rPr lang="en-US" altLang="en-US" dirty="0" err="1"/>
              <a:t>bớt</a:t>
            </a:r>
            <a:r>
              <a:rPr lang="en-US" altLang="en-US" dirty="0"/>
              <a:t> </a:t>
            </a:r>
            <a:r>
              <a:rPr lang="en-US" altLang="en-US" dirty="0" err="1"/>
              <a:t>những</a:t>
            </a:r>
            <a:r>
              <a:rPr lang="en-US" altLang="en-US" dirty="0"/>
              <a:t> chi </a:t>
            </a:r>
            <a:r>
              <a:rPr lang="en-US" altLang="en-US" dirty="0" err="1"/>
              <a:t>tiết</a:t>
            </a:r>
            <a:r>
              <a:rPr lang="en-US" altLang="en-US" dirty="0"/>
              <a:t> </a:t>
            </a:r>
            <a:r>
              <a:rPr lang="en-US" altLang="en-US" dirty="0" err="1"/>
              <a:t>lưu</a:t>
            </a:r>
            <a:r>
              <a:rPr lang="en-US" altLang="en-US" dirty="0"/>
              <a:t> </a:t>
            </a:r>
            <a:r>
              <a:rPr lang="en-US" altLang="en-US" dirty="0" err="1"/>
              <a:t>trữ</a:t>
            </a:r>
            <a:r>
              <a:rPr lang="en-US" altLang="en-US" dirty="0"/>
              <a:t> </a:t>
            </a:r>
            <a:r>
              <a:rPr lang="en-US" altLang="en-US" dirty="0" err="1"/>
              <a:t>thật</a:t>
            </a:r>
            <a:r>
              <a:rPr lang="en-US" altLang="en-US" dirty="0"/>
              <a:t> </a:t>
            </a:r>
            <a:r>
              <a:rPr lang="en-US" altLang="en-US" dirty="0" err="1"/>
              <a:t>của</a:t>
            </a:r>
            <a:r>
              <a:rPr lang="en-US" altLang="en-US" dirty="0"/>
              <a:t> </a:t>
            </a:r>
            <a:r>
              <a:rPr lang="en-US" altLang="en-US" dirty="0" err="1"/>
              <a:t>dữ</a:t>
            </a:r>
            <a:r>
              <a:rPr lang="en-US" altLang="en-US" dirty="0"/>
              <a:t> </a:t>
            </a:r>
            <a:r>
              <a:rPr lang="en-US" altLang="en-US" dirty="0" err="1"/>
              <a:t>liệu</a:t>
            </a:r>
            <a:endParaRPr lang="en-US" altLang="en-US" dirty="0"/>
          </a:p>
          <a:p>
            <a:pPr eaLnBrk="1" hangingPunct="1"/>
            <a:r>
              <a:rPr lang="en-US" altLang="en-US" dirty="0" err="1"/>
              <a:t>Trừu</a:t>
            </a:r>
            <a:r>
              <a:rPr lang="en-US" altLang="en-US" dirty="0"/>
              <a:t> </a:t>
            </a:r>
            <a:r>
              <a:rPr lang="en-US" altLang="en-US" dirty="0" err="1"/>
              <a:t>tượng</a:t>
            </a:r>
            <a:r>
              <a:rPr lang="en-US" altLang="en-US" dirty="0"/>
              <a:t> </a:t>
            </a:r>
            <a:r>
              <a:rPr lang="en-US" altLang="en-US" dirty="0" err="1"/>
              <a:t>hóa</a:t>
            </a:r>
            <a:r>
              <a:rPr lang="en-US" altLang="en-US" dirty="0"/>
              <a:t> </a:t>
            </a:r>
            <a:r>
              <a:rPr lang="en-US" altLang="en-US" dirty="0" err="1"/>
              <a:t>dữ</a:t>
            </a:r>
            <a:r>
              <a:rPr lang="en-US" altLang="en-US" dirty="0"/>
              <a:t> </a:t>
            </a:r>
            <a:r>
              <a:rPr lang="en-US" altLang="en-US" dirty="0" err="1"/>
              <a:t>liệu</a:t>
            </a:r>
            <a:endParaRPr lang="en-US" altLang="en-US" dirty="0"/>
          </a:p>
          <a:p>
            <a:pPr lvl="1" eaLnBrk="1" hangingPunct="1"/>
            <a:r>
              <a:rPr lang="en-US" altLang="en-US" dirty="0" err="1"/>
              <a:t>Mô</a:t>
            </a:r>
            <a:r>
              <a:rPr lang="en-US" altLang="en-US" dirty="0"/>
              <a:t> </a:t>
            </a:r>
            <a:r>
              <a:rPr lang="en-US" altLang="en-US" dirty="0" err="1"/>
              <a:t>hình</a:t>
            </a:r>
            <a:r>
              <a:rPr lang="en-US" altLang="en-US" dirty="0"/>
              <a:t> </a:t>
            </a:r>
            <a:r>
              <a:rPr lang="en-US" altLang="en-US" dirty="0" err="1"/>
              <a:t>dữ</a:t>
            </a:r>
            <a:r>
              <a:rPr lang="en-US" altLang="en-US" dirty="0"/>
              <a:t> </a:t>
            </a:r>
            <a:r>
              <a:rPr lang="en-US" altLang="en-US" dirty="0" err="1"/>
              <a:t>liệu</a:t>
            </a:r>
            <a:endParaRPr lang="en-US" altLang="en-US" dirty="0"/>
          </a:p>
          <a:p>
            <a:pPr lvl="2" eaLnBrk="1" hangingPunct="1"/>
            <a:r>
              <a:rPr lang="en-US" altLang="en-US" dirty="0" err="1"/>
              <a:t>Đối</a:t>
            </a:r>
            <a:r>
              <a:rPr lang="en-US" altLang="en-US" dirty="0"/>
              <a:t> </a:t>
            </a:r>
            <a:r>
              <a:rPr lang="en-US" altLang="en-US" dirty="0" err="1"/>
              <a:t>tượng</a:t>
            </a:r>
            <a:endParaRPr lang="en-US" altLang="en-US" dirty="0"/>
          </a:p>
          <a:p>
            <a:pPr lvl="2" eaLnBrk="1" hangingPunct="1"/>
            <a:r>
              <a:rPr lang="en-US" altLang="en-US" dirty="0" err="1"/>
              <a:t>Thuộc</a:t>
            </a:r>
            <a:r>
              <a:rPr lang="en-US" altLang="en-US" dirty="0"/>
              <a:t> </a:t>
            </a:r>
            <a:r>
              <a:rPr lang="en-US" altLang="en-US" dirty="0" err="1"/>
              <a:t>tính</a:t>
            </a:r>
            <a:r>
              <a:rPr lang="en-US" altLang="en-US" dirty="0"/>
              <a:t> </a:t>
            </a:r>
            <a:r>
              <a:rPr lang="en-US" altLang="en-US" dirty="0" err="1"/>
              <a:t>của</a:t>
            </a:r>
            <a:r>
              <a:rPr lang="en-US" altLang="en-US" dirty="0"/>
              <a:t> </a:t>
            </a:r>
            <a:r>
              <a:rPr lang="en-US" altLang="en-US" dirty="0" err="1"/>
              <a:t>đối</a:t>
            </a:r>
            <a:r>
              <a:rPr lang="en-US" altLang="en-US" dirty="0"/>
              <a:t> </a:t>
            </a:r>
            <a:r>
              <a:rPr lang="en-US" altLang="en-US" dirty="0" err="1"/>
              <a:t>tượng</a:t>
            </a:r>
            <a:endParaRPr lang="en-US" altLang="en-US" dirty="0"/>
          </a:p>
          <a:p>
            <a:pPr lvl="2" eaLnBrk="1" hangingPunct="1"/>
            <a:r>
              <a:rPr lang="en-US" altLang="en-US" dirty="0" err="1"/>
              <a:t>Mối</a:t>
            </a:r>
            <a:r>
              <a:rPr lang="en-US" altLang="en-US" dirty="0"/>
              <a:t> </a:t>
            </a:r>
            <a:r>
              <a:rPr lang="en-US" altLang="en-US" dirty="0" err="1"/>
              <a:t>quan</a:t>
            </a:r>
            <a:r>
              <a:rPr lang="en-US" altLang="en-US" dirty="0"/>
              <a:t> </a:t>
            </a:r>
            <a:r>
              <a:rPr lang="en-US" altLang="en-US" dirty="0" err="1"/>
              <a:t>hệ</a:t>
            </a:r>
            <a:r>
              <a:rPr lang="en-US" altLang="en-US" dirty="0"/>
              <a:t> </a:t>
            </a:r>
          </a:p>
          <a:p>
            <a:pPr eaLnBrk="1" hangingPunct="1"/>
            <a:endParaRPr lang="en-US"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8246037-1B32-7A4A-AD3D-2E9065C452CD}"/>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41987" name="Slide Number Placeholder 5">
            <a:extLst>
              <a:ext uri="{FF2B5EF4-FFF2-40B4-BE49-F238E27FC236}">
                <a16:creationId xmlns:a16="http://schemas.microsoft.com/office/drawing/2014/main" id="{C48F3C5C-02DF-5242-B466-FAC8B597384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r">
              <a:spcBef>
                <a:spcPct val="0"/>
              </a:spcBef>
              <a:buClrTx/>
              <a:buFontTx/>
              <a:buNone/>
            </a:pPr>
            <a:fld id="{3FC6735E-3817-704D-B72F-76662B15D25F}" type="slidenum">
              <a:rPr lang="en-US" altLang="en-US" sz="1000" smtClean="0"/>
              <a:pPr algn="r">
                <a:spcBef>
                  <a:spcPct val="0"/>
                </a:spcBef>
                <a:buClrTx/>
                <a:buFontTx/>
                <a:buNone/>
              </a:pPr>
              <a:t>24</a:t>
            </a:fld>
            <a:endParaRPr lang="en-US" altLang="en-US" sz="1000"/>
          </a:p>
        </p:txBody>
      </p:sp>
      <p:sp>
        <p:nvSpPr>
          <p:cNvPr id="41988" name="Rectangle 2">
            <a:extLst>
              <a:ext uri="{FF2B5EF4-FFF2-40B4-BE49-F238E27FC236}">
                <a16:creationId xmlns:a16="http://schemas.microsoft.com/office/drawing/2014/main" id="{070D8573-D7B8-E647-A815-EB8E849EA9DD}"/>
              </a:ext>
            </a:extLst>
          </p:cNvPr>
          <p:cNvSpPr>
            <a:spLocks noGrp="1" noChangeArrowheads="1"/>
          </p:cNvSpPr>
          <p:nvPr>
            <p:ph type="title"/>
          </p:nvPr>
        </p:nvSpPr>
        <p:spPr>
          <a:xfrm>
            <a:off x="495300" y="354013"/>
            <a:ext cx="8915400" cy="620712"/>
          </a:xfrm>
        </p:spPr>
        <p:txBody>
          <a:bodyPr/>
          <a:lstStyle/>
          <a:p>
            <a:pPr eaLnBrk="1" hangingPunct="1"/>
            <a:r>
              <a:rPr lang="en-US" altLang="en-US" sz="3500"/>
              <a:t>Tính nhất quán</a:t>
            </a:r>
          </a:p>
        </p:txBody>
      </p:sp>
      <p:sp>
        <p:nvSpPr>
          <p:cNvPr id="41989" name="Rectangle 3">
            <a:extLst>
              <a:ext uri="{FF2B5EF4-FFF2-40B4-BE49-F238E27FC236}">
                <a16:creationId xmlns:a16="http://schemas.microsoft.com/office/drawing/2014/main" id="{A20ACEE6-8025-1F44-A97F-F4F06C6BB0DD}"/>
              </a:ext>
            </a:extLst>
          </p:cNvPr>
          <p:cNvSpPr>
            <a:spLocks noGrp="1" noChangeArrowheads="1"/>
          </p:cNvSpPr>
          <p:nvPr>
            <p:ph type="body" idx="1"/>
          </p:nvPr>
        </p:nvSpPr>
        <p:spPr>
          <a:xfrm>
            <a:off x="495300" y="1295400"/>
            <a:ext cx="8915400" cy="5105400"/>
          </a:xfrm>
        </p:spPr>
        <p:txBody>
          <a:bodyPr/>
          <a:lstStyle/>
          <a:p>
            <a:pPr eaLnBrk="1" hangingPunct="1"/>
            <a:r>
              <a:rPr lang="en-US" altLang="en-US"/>
              <a:t>Lưu trữ dữ liệu thống nhất</a:t>
            </a:r>
          </a:p>
          <a:p>
            <a:pPr lvl="1" eaLnBrk="1" hangingPunct="1"/>
            <a:r>
              <a:rPr lang="en-US" altLang="en-US"/>
              <a:t>Tránh được tình trạng trùng lắp thông tin</a:t>
            </a:r>
          </a:p>
          <a:p>
            <a:pPr eaLnBrk="1" hangingPunct="1"/>
            <a:r>
              <a:rPr lang="en-US" altLang="en-US"/>
              <a:t>Có cơ chế điều khiển truy xuất dữ liệu hợp lý</a:t>
            </a:r>
          </a:p>
          <a:p>
            <a:pPr lvl="1" eaLnBrk="1" hangingPunct="1"/>
            <a:r>
              <a:rPr lang="en-US" altLang="en-US"/>
              <a:t>Tránh được việc tranh chấp dữ liệu</a:t>
            </a:r>
          </a:p>
          <a:p>
            <a:pPr lvl="1" eaLnBrk="1" hangingPunct="1"/>
            <a:r>
              <a:rPr lang="en-US" altLang="en-US"/>
              <a:t>Bảo đảm dữ liệu luôn đúng tại mọi thời điểm</a:t>
            </a:r>
          </a:p>
          <a:p>
            <a:pPr eaLnBrk="1" hangingPunct="1"/>
            <a:endParaRPr lang="en-US" altLang="en-US"/>
          </a:p>
          <a:p>
            <a:pPr eaLnBrk="1" hangingPunct="1"/>
            <a:endParaRPr lang="en-US"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2">
            <a:extLst>
              <a:ext uri="{FF2B5EF4-FFF2-40B4-BE49-F238E27FC236}">
                <a16:creationId xmlns:a16="http://schemas.microsoft.com/office/drawing/2014/main" id="{DECC363F-1861-BD42-8448-F98CCE25A707}"/>
              </a:ext>
            </a:extLst>
          </p:cNvPr>
          <p:cNvSpPr>
            <a:spLocks noGrp="1" noChangeArrowheads="1"/>
          </p:cNvSpPr>
          <p:nvPr>
            <p:ph type="title"/>
          </p:nvPr>
        </p:nvSpPr>
        <p:spPr>
          <a:xfrm>
            <a:off x="495300" y="354013"/>
            <a:ext cx="8915400" cy="788987"/>
          </a:xfrm>
        </p:spPr>
        <p:txBody>
          <a:bodyPr wrap="square" anchor="t">
            <a:normAutofit/>
          </a:bodyPr>
          <a:lstStyle/>
          <a:p>
            <a:pPr eaLnBrk="1" hangingPunct="1"/>
            <a:r>
              <a:rPr lang="en-US" altLang="en-US"/>
              <a:t>Các cách nhìn dữ liệu</a:t>
            </a:r>
          </a:p>
        </p:txBody>
      </p:sp>
      <p:pic>
        <p:nvPicPr>
          <p:cNvPr id="6" name="Picture 8" descr="Timeline&#10;&#10;Description automatically generated with medium confidence">
            <a:extLst>
              <a:ext uri="{FF2B5EF4-FFF2-40B4-BE49-F238E27FC236}">
                <a16:creationId xmlns:a16="http://schemas.microsoft.com/office/drawing/2014/main" id="{4E26A7C5-1090-1E41-B47C-66549FBF36B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95300" y="2393473"/>
            <a:ext cx="4381500" cy="256317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44037" name="Rectangle 3">
            <a:extLst>
              <a:ext uri="{FF2B5EF4-FFF2-40B4-BE49-F238E27FC236}">
                <a16:creationId xmlns:a16="http://schemas.microsoft.com/office/drawing/2014/main" id="{4667CA61-95E2-7449-B3B0-E3FDA162CBF2}"/>
              </a:ext>
            </a:extLst>
          </p:cNvPr>
          <p:cNvSpPr>
            <a:spLocks noGrp="1" noChangeArrowheads="1"/>
          </p:cNvSpPr>
          <p:nvPr>
            <p:ph sz="half" idx="2"/>
          </p:nvPr>
        </p:nvSpPr>
        <p:spPr>
          <a:xfrm>
            <a:off x="5029200" y="1219200"/>
            <a:ext cx="4381500" cy="4911725"/>
          </a:xfrm>
        </p:spPr>
        <p:txBody>
          <a:bodyPr wrap="square" anchor="t">
            <a:normAutofit/>
          </a:bodyPr>
          <a:lstStyle/>
          <a:p>
            <a:pPr eaLnBrk="1" hangingPunct="1">
              <a:lnSpc>
                <a:spcPct val="90000"/>
              </a:lnSpc>
            </a:pPr>
            <a:r>
              <a:rPr lang="en-US" altLang="en-US"/>
              <a:t>Hệ CSDL cho phép nhiều người dùng thao tác lên cùng một CSDL</a:t>
            </a:r>
          </a:p>
          <a:p>
            <a:pPr eaLnBrk="1" hangingPunct="1">
              <a:lnSpc>
                <a:spcPct val="90000"/>
              </a:lnSpc>
            </a:pPr>
            <a:r>
              <a:rPr lang="en-US" altLang="en-US"/>
              <a:t>Mỗi người đòi hỏi một cách nhìn (view) khác nhau về CSDL</a:t>
            </a:r>
          </a:p>
          <a:p>
            <a:pPr eaLnBrk="1" hangingPunct="1">
              <a:lnSpc>
                <a:spcPct val="90000"/>
              </a:lnSpc>
            </a:pPr>
            <a:r>
              <a:rPr lang="en-US" altLang="en-US"/>
              <a:t>Một view là </a:t>
            </a:r>
          </a:p>
          <a:p>
            <a:pPr lvl="1" eaLnBrk="1" hangingPunct="1">
              <a:lnSpc>
                <a:spcPct val="90000"/>
              </a:lnSpc>
            </a:pPr>
            <a:r>
              <a:rPr lang="en-US" altLang="en-US" sz="2800"/>
              <a:t>Một phần của CSDL hoặc </a:t>
            </a:r>
          </a:p>
          <a:p>
            <a:pPr lvl="1" eaLnBrk="1" hangingPunct="1">
              <a:lnSpc>
                <a:spcPct val="90000"/>
              </a:lnSpc>
            </a:pPr>
            <a:r>
              <a:rPr lang="en-US" altLang="en-US" sz="2800"/>
              <a:t>Dữ liệu tổng hợp từ CSDL</a:t>
            </a:r>
          </a:p>
          <a:p>
            <a:pPr eaLnBrk="1" hangingPunct="1">
              <a:lnSpc>
                <a:spcPct val="90000"/>
              </a:lnSpc>
            </a:pPr>
            <a:endParaRPr lang="en-US" altLang="en-US"/>
          </a:p>
        </p:txBody>
      </p:sp>
      <p:sp>
        <p:nvSpPr>
          <p:cNvPr id="4" name="Date Placeholder 3">
            <a:extLst>
              <a:ext uri="{FF2B5EF4-FFF2-40B4-BE49-F238E27FC236}">
                <a16:creationId xmlns:a16="http://schemas.microsoft.com/office/drawing/2014/main" id="{7BF54631-1EE7-0D4B-8105-27A6FA0BE12C}"/>
              </a:ext>
            </a:extLst>
          </p:cNvPr>
          <p:cNvSpPr>
            <a:spLocks noGrp="1"/>
          </p:cNvSpPr>
          <p:nvPr>
            <p:ph type="dt" sz="half" idx="10"/>
          </p:nvPr>
        </p:nvSpPr>
        <p:spPr>
          <a:xfrm>
            <a:off x="495300" y="6396038"/>
            <a:ext cx="6026150" cy="457200"/>
          </a:xfrm>
        </p:spPr>
        <p:txBody>
          <a:bodyPr wrap="square" anchor="b">
            <a:normAutofit/>
          </a:bodyPr>
          <a:lstStyle/>
          <a:p>
            <a:pPr>
              <a:spcAft>
                <a:spcPts val="600"/>
              </a:spcAft>
              <a:defRPr/>
            </a:pPr>
            <a:r>
              <a:rPr lang="en-US"/>
              <a:t>Cơ sở dữ liệu - Bộ môn Hệ thống Thông tin</a:t>
            </a:r>
            <a:endParaRPr lang="en-US" altLang="en-US"/>
          </a:p>
        </p:txBody>
      </p:sp>
      <p:sp>
        <p:nvSpPr>
          <p:cNvPr id="44035" name="Slide Number Placeholder 5">
            <a:extLst>
              <a:ext uri="{FF2B5EF4-FFF2-40B4-BE49-F238E27FC236}">
                <a16:creationId xmlns:a16="http://schemas.microsoft.com/office/drawing/2014/main" id="{DC5DC18A-2F18-ED4A-BEB1-4350C01D7582}"/>
              </a:ext>
            </a:extLst>
          </p:cNvPr>
          <p:cNvSpPr>
            <a:spLocks noGrp="1"/>
          </p:cNvSpPr>
          <p:nvPr>
            <p:ph type="sldNum" sz="quarter" idx="12"/>
          </p:nvPr>
        </p:nvSpPr>
        <p:spPr>
          <a:xfrm>
            <a:off x="7099300" y="6396038"/>
            <a:ext cx="2311400" cy="4572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b">
            <a:norm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r">
              <a:spcBef>
                <a:spcPct val="0"/>
              </a:spcBef>
              <a:spcAft>
                <a:spcPts val="600"/>
              </a:spcAft>
              <a:buClrTx/>
              <a:buFontTx/>
              <a:buNone/>
            </a:pPr>
            <a:fld id="{56F0FB2F-B1DB-5742-85D8-4EF7707F00E1}" type="slidenum">
              <a:rPr lang="en-US" altLang="en-US" sz="1000" smtClean="0"/>
              <a:pPr algn="r">
                <a:spcBef>
                  <a:spcPct val="0"/>
                </a:spcBef>
                <a:spcAft>
                  <a:spcPts val="600"/>
                </a:spcAft>
                <a:buClrTx/>
                <a:buFontTx/>
                <a:buNone/>
              </a:pPr>
              <a:t>25</a:t>
            </a:fld>
            <a:endParaRPr lang="en-US" altLang="en-US" sz="10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F87EFB9-9AAD-CC16-E836-BA13A4071353}"/>
              </a:ext>
            </a:extLst>
          </p:cNvPr>
          <p:cNvSpPr txBox="1"/>
          <p:nvPr/>
        </p:nvSpPr>
        <p:spPr>
          <a:xfrm>
            <a:off x="1671492" y="3075057"/>
            <a:ext cx="6563015" cy="707886"/>
          </a:xfrm>
          <a:prstGeom prst="rect">
            <a:avLst/>
          </a:prstGeom>
          <a:noFill/>
        </p:spPr>
        <p:txBody>
          <a:bodyPr wrap="none" rtlCol="0">
            <a:spAutoFit/>
          </a:bodyPr>
          <a:lstStyle/>
          <a:p>
            <a:r>
              <a:rPr lang="en-US" sz="4000" b="1"/>
              <a:t>Những ai sử dụng CSDL?</a:t>
            </a:r>
          </a:p>
        </p:txBody>
      </p:sp>
    </p:spTree>
    <p:extLst>
      <p:ext uri="{BB962C8B-B14F-4D97-AF65-F5344CB8AC3E}">
        <p14:creationId xmlns:p14="http://schemas.microsoft.com/office/powerpoint/2010/main" val="11386758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B9F622A-F075-664D-AD1B-B7FB16104B10}"/>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46083" name="Slide Number Placeholder 5">
            <a:extLst>
              <a:ext uri="{FF2B5EF4-FFF2-40B4-BE49-F238E27FC236}">
                <a16:creationId xmlns:a16="http://schemas.microsoft.com/office/drawing/2014/main" id="{5AFE26E5-4C6D-5348-8239-DC227EDB5E8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r">
              <a:spcBef>
                <a:spcPct val="0"/>
              </a:spcBef>
              <a:buClrTx/>
              <a:buFontTx/>
              <a:buNone/>
            </a:pPr>
            <a:fld id="{A62B8201-C661-A24D-87FB-B7C026D5972B}" type="slidenum">
              <a:rPr lang="en-US" altLang="en-US" sz="1000" smtClean="0"/>
              <a:pPr algn="r">
                <a:spcBef>
                  <a:spcPct val="0"/>
                </a:spcBef>
                <a:buClrTx/>
                <a:buFontTx/>
                <a:buNone/>
              </a:pPr>
              <a:t>27</a:t>
            </a:fld>
            <a:endParaRPr lang="en-US" altLang="en-US" sz="1000"/>
          </a:p>
        </p:txBody>
      </p:sp>
      <p:sp>
        <p:nvSpPr>
          <p:cNvPr id="46084" name="Rectangle 2">
            <a:extLst>
              <a:ext uri="{FF2B5EF4-FFF2-40B4-BE49-F238E27FC236}">
                <a16:creationId xmlns:a16="http://schemas.microsoft.com/office/drawing/2014/main" id="{E7900415-4376-6C4E-BDCF-0F3887071EAA}"/>
              </a:ext>
            </a:extLst>
          </p:cNvPr>
          <p:cNvSpPr>
            <a:spLocks noGrp="1" noChangeArrowheads="1"/>
          </p:cNvSpPr>
          <p:nvPr>
            <p:ph type="title"/>
          </p:nvPr>
        </p:nvSpPr>
        <p:spPr>
          <a:xfrm>
            <a:off x="495300" y="354013"/>
            <a:ext cx="8915400" cy="620712"/>
          </a:xfrm>
        </p:spPr>
        <p:txBody>
          <a:bodyPr/>
          <a:lstStyle/>
          <a:p>
            <a:pPr eaLnBrk="1" hangingPunct="1"/>
            <a:r>
              <a:rPr lang="vi-VN" altLang="en-US" sz="3500" dirty="0"/>
              <a:t>4. </a:t>
            </a:r>
            <a:r>
              <a:rPr lang="en-US" altLang="en-US" sz="3500" dirty="0" err="1"/>
              <a:t>Các</a:t>
            </a:r>
            <a:r>
              <a:rPr lang="en-US" altLang="en-US" sz="3500" dirty="0"/>
              <a:t> </a:t>
            </a:r>
            <a:r>
              <a:rPr lang="en-US" altLang="en-US" sz="3500" dirty="0" err="1"/>
              <a:t>đối</a:t>
            </a:r>
            <a:r>
              <a:rPr lang="en-US" altLang="en-US" sz="3500" dirty="0"/>
              <a:t> </a:t>
            </a:r>
            <a:r>
              <a:rPr lang="en-US" altLang="en-US" sz="3500" dirty="0" err="1"/>
              <a:t>tượng</a:t>
            </a:r>
            <a:r>
              <a:rPr lang="en-US" altLang="en-US" sz="3500" dirty="0"/>
              <a:t> </a:t>
            </a:r>
            <a:r>
              <a:rPr lang="en-US" altLang="en-US" sz="3500" dirty="0" err="1"/>
              <a:t>sử</a:t>
            </a:r>
            <a:r>
              <a:rPr lang="en-US" altLang="en-US" sz="3500" dirty="0"/>
              <a:t> </a:t>
            </a:r>
            <a:r>
              <a:rPr lang="en-US" altLang="en-US" sz="3500" dirty="0" err="1"/>
              <a:t>dụng</a:t>
            </a:r>
            <a:r>
              <a:rPr lang="en-US" altLang="en-US" sz="3500" dirty="0"/>
              <a:t> CSDL</a:t>
            </a:r>
          </a:p>
        </p:txBody>
      </p:sp>
      <p:sp>
        <p:nvSpPr>
          <p:cNvPr id="46085" name="Rectangle 3">
            <a:extLst>
              <a:ext uri="{FF2B5EF4-FFF2-40B4-BE49-F238E27FC236}">
                <a16:creationId xmlns:a16="http://schemas.microsoft.com/office/drawing/2014/main" id="{E1F4712A-BC0B-484E-9681-06D6888B6C9B}"/>
              </a:ext>
            </a:extLst>
          </p:cNvPr>
          <p:cNvSpPr>
            <a:spLocks noGrp="1" noChangeArrowheads="1"/>
          </p:cNvSpPr>
          <p:nvPr>
            <p:ph type="body" idx="1"/>
          </p:nvPr>
        </p:nvSpPr>
        <p:spPr>
          <a:xfrm>
            <a:off x="495300" y="1295400"/>
            <a:ext cx="8997950" cy="5257800"/>
          </a:xfrm>
        </p:spPr>
        <p:txBody>
          <a:bodyPr/>
          <a:lstStyle/>
          <a:p>
            <a:pPr eaLnBrk="1" hangingPunct="1">
              <a:buFont typeface="Wingdings 2" pitchFamily="2" charset="2"/>
              <a:buNone/>
            </a:pPr>
            <a:endParaRPr lang="en-US" altLang="en-US" dirty="0">
              <a:solidFill>
                <a:srgbClr val="777777"/>
              </a:solidFill>
            </a:endParaRPr>
          </a:p>
          <a:p>
            <a:pPr eaLnBrk="1" hangingPunct="1"/>
            <a:r>
              <a:rPr lang="en-US" altLang="en-US" dirty="0" err="1"/>
              <a:t>Quản</a:t>
            </a:r>
            <a:r>
              <a:rPr lang="en-US" altLang="en-US" dirty="0"/>
              <a:t> </a:t>
            </a:r>
            <a:r>
              <a:rPr lang="en-US" altLang="en-US" dirty="0" err="1"/>
              <a:t>trị</a:t>
            </a:r>
            <a:r>
              <a:rPr lang="en-US" altLang="en-US" dirty="0"/>
              <a:t> </a:t>
            </a:r>
            <a:r>
              <a:rPr lang="en-US" altLang="en-US" dirty="0" err="1"/>
              <a:t>viên</a:t>
            </a:r>
            <a:endParaRPr lang="en-US" altLang="en-US" dirty="0"/>
          </a:p>
          <a:p>
            <a:pPr lvl="1" eaLnBrk="1" hangingPunct="1"/>
            <a:r>
              <a:rPr lang="en-US" altLang="en-US" dirty="0" err="1"/>
              <a:t>Quản</a:t>
            </a:r>
            <a:r>
              <a:rPr lang="en-US" altLang="en-US" dirty="0"/>
              <a:t> </a:t>
            </a:r>
            <a:r>
              <a:rPr lang="en-US" altLang="en-US" dirty="0" err="1"/>
              <a:t>trị</a:t>
            </a:r>
            <a:r>
              <a:rPr lang="en-US" altLang="en-US" dirty="0"/>
              <a:t> </a:t>
            </a:r>
            <a:r>
              <a:rPr lang="en-US" altLang="en-US" dirty="0" err="1"/>
              <a:t>dữ</a:t>
            </a:r>
            <a:r>
              <a:rPr lang="en-US" altLang="en-US" dirty="0"/>
              <a:t> </a:t>
            </a:r>
            <a:r>
              <a:rPr lang="en-US" altLang="en-US" dirty="0" err="1"/>
              <a:t>liệu</a:t>
            </a:r>
            <a:r>
              <a:rPr lang="en-US" altLang="en-US" dirty="0"/>
              <a:t> (DA - Data Administrator )</a:t>
            </a:r>
          </a:p>
          <a:p>
            <a:pPr lvl="1" eaLnBrk="1" hangingPunct="1"/>
            <a:r>
              <a:rPr lang="en-US" altLang="en-US" dirty="0" err="1"/>
              <a:t>Quản</a:t>
            </a:r>
            <a:r>
              <a:rPr lang="en-US" altLang="en-US" dirty="0"/>
              <a:t> </a:t>
            </a:r>
            <a:r>
              <a:rPr lang="en-US" altLang="en-US" dirty="0" err="1"/>
              <a:t>trị</a:t>
            </a:r>
            <a:r>
              <a:rPr lang="en-US" altLang="en-US" dirty="0"/>
              <a:t> CSDL (Database Administrator - DBA)</a:t>
            </a:r>
          </a:p>
          <a:p>
            <a:pPr eaLnBrk="1" hangingPunct="1"/>
            <a:r>
              <a:rPr lang="en-US" altLang="en-US" dirty="0" err="1"/>
              <a:t>Thiết</a:t>
            </a:r>
            <a:r>
              <a:rPr lang="en-US" altLang="en-US" dirty="0"/>
              <a:t> </a:t>
            </a:r>
            <a:r>
              <a:rPr lang="en-US" altLang="en-US" dirty="0" err="1"/>
              <a:t>kế</a:t>
            </a:r>
            <a:r>
              <a:rPr lang="en-US" altLang="en-US" dirty="0"/>
              <a:t> </a:t>
            </a:r>
            <a:r>
              <a:rPr lang="en-US" altLang="en-US" dirty="0" err="1"/>
              <a:t>viên</a:t>
            </a:r>
            <a:r>
              <a:rPr lang="en-US" altLang="en-US" dirty="0"/>
              <a:t> (Database Designer)</a:t>
            </a:r>
          </a:p>
          <a:p>
            <a:pPr eaLnBrk="1" hangingPunct="1"/>
            <a:r>
              <a:rPr lang="en-US" altLang="en-US" dirty="0" err="1"/>
              <a:t>Lập</a:t>
            </a:r>
            <a:r>
              <a:rPr lang="en-US" altLang="en-US" dirty="0"/>
              <a:t> </a:t>
            </a:r>
            <a:r>
              <a:rPr lang="en-US" altLang="en-US" dirty="0" err="1"/>
              <a:t>trình</a:t>
            </a:r>
            <a:r>
              <a:rPr lang="en-US" altLang="en-US" dirty="0"/>
              <a:t> </a:t>
            </a:r>
            <a:r>
              <a:rPr lang="en-US" altLang="en-US" dirty="0" err="1"/>
              <a:t>ứng</a:t>
            </a:r>
            <a:r>
              <a:rPr lang="en-US" altLang="en-US" dirty="0"/>
              <a:t> </a:t>
            </a:r>
            <a:r>
              <a:rPr lang="en-US" altLang="en-US" dirty="0" err="1"/>
              <a:t>dụng</a:t>
            </a:r>
            <a:endParaRPr lang="en-US" altLang="en-US" dirty="0"/>
          </a:p>
          <a:p>
            <a:pPr eaLnBrk="1" hangingPunct="1"/>
            <a:r>
              <a:rPr lang="en-US" altLang="en-US" dirty="0" err="1"/>
              <a:t>Người</a:t>
            </a:r>
            <a:r>
              <a:rPr lang="en-US" altLang="en-US" dirty="0"/>
              <a:t> dùng </a:t>
            </a:r>
            <a:r>
              <a:rPr lang="en-US" altLang="en-US" dirty="0" err="1"/>
              <a:t>cuối</a:t>
            </a:r>
            <a:r>
              <a:rPr lang="en-US" altLang="en-US" dirty="0"/>
              <a:t> (End User)</a:t>
            </a:r>
            <a:endParaRPr lang="en-US" altLang="en-US" b="1"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E8E311D-F380-2D49-90CD-B1F95F563BB2}"/>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48131" name="Slide Number Placeholder 5">
            <a:extLst>
              <a:ext uri="{FF2B5EF4-FFF2-40B4-BE49-F238E27FC236}">
                <a16:creationId xmlns:a16="http://schemas.microsoft.com/office/drawing/2014/main" id="{7C68382E-3C25-224F-AD3A-9EC655C4B7A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r">
              <a:spcBef>
                <a:spcPct val="0"/>
              </a:spcBef>
              <a:buClrTx/>
              <a:buFontTx/>
              <a:buNone/>
            </a:pPr>
            <a:fld id="{505E8127-8DFD-E14B-89E9-510CDE78F273}" type="slidenum">
              <a:rPr lang="en-US" altLang="en-US" sz="1000" smtClean="0"/>
              <a:pPr algn="r">
                <a:spcBef>
                  <a:spcPct val="0"/>
                </a:spcBef>
                <a:buClrTx/>
                <a:buFontTx/>
                <a:buNone/>
              </a:pPr>
              <a:t>28</a:t>
            </a:fld>
            <a:endParaRPr lang="en-US" altLang="en-US" sz="1000"/>
          </a:p>
        </p:txBody>
      </p:sp>
      <p:sp>
        <p:nvSpPr>
          <p:cNvPr id="48132" name="Rectangle 2">
            <a:extLst>
              <a:ext uri="{FF2B5EF4-FFF2-40B4-BE49-F238E27FC236}">
                <a16:creationId xmlns:a16="http://schemas.microsoft.com/office/drawing/2014/main" id="{74BA9771-5B9D-CA4A-9C4F-DCF11A3DFDD7}"/>
              </a:ext>
            </a:extLst>
          </p:cNvPr>
          <p:cNvSpPr>
            <a:spLocks noGrp="1" noChangeArrowheads="1"/>
          </p:cNvSpPr>
          <p:nvPr>
            <p:ph type="title"/>
          </p:nvPr>
        </p:nvSpPr>
        <p:spPr>
          <a:xfrm>
            <a:off x="495300" y="354013"/>
            <a:ext cx="8915400" cy="620712"/>
          </a:xfrm>
        </p:spPr>
        <p:txBody>
          <a:bodyPr/>
          <a:lstStyle/>
          <a:p>
            <a:pPr eaLnBrk="1" hangingPunct="1"/>
            <a:r>
              <a:rPr lang="en-US" altLang="en-US" sz="3500"/>
              <a:t>Quản trị viên </a:t>
            </a:r>
          </a:p>
        </p:txBody>
      </p:sp>
      <p:sp>
        <p:nvSpPr>
          <p:cNvPr id="48133" name="Rectangle 3">
            <a:extLst>
              <a:ext uri="{FF2B5EF4-FFF2-40B4-BE49-F238E27FC236}">
                <a16:creationId xmlns:a16="http://schemas.microsoft.com/office/drawing/2014/main" id="{EB797F3E-5B4B-5C47-ABFD-9AC801C39C93}"/>
              </a:ext>
            </a:extLst>
          </p:cNvPr>
          <p:cNvSpPr>
            <a:spLocks noGrp="1" noChangeArrowheads="1"/>
          </p:cNvSpPr>
          <p:nvPr>
            <p:ph type="body" idx="1"/>
          </p:nvPr>
        </p:nvSpPr>
        <p:spPr>
          <a:xfrm>
            <a:off x="495300" y="1295400"/>
            <a:ext cx="8915400" cy="5105400"/>
          </a:xfrm>
        </p:spPr>
        <p:txBody>
          <a:bodyPr/>
          <a:lstStyle/>
          <a:p>
            <a:pPr eaLnBrk="1" hangingPunct="1"/>
            <a:r>
              <a:rPr lang="en-US" altLang="en-US"/>
              <a:t>Quản trị dữ liệu (DA): quản trị toàn bộ dữ liệu của công ty </a:t>
            </a:r>
          </a:p>
          <a:p>
            <a:pPr eaLnBrk="1" hangingPunct="1"/>
            <a:r>
              <a:rPr lang="en-US" altLang="en-US"/>
              <a:t>Quản trị CSDL: có trách nhiệm quản lý hệ CSDL</a:t>
            </a:r>
          </a:p>
          <a:p>
            <a:pPr lvl="1" eaLnBrk="1" hangingPunct="1"/>
            <a:r>
              <a:rPr lang="en-US" altLang="en-US"/>
              <a:t>Cấp quyền truy cập CSDL</a:t>
            </a:r>
          </a:p>
          <a:p>
            <a:pPr lvl="1" eaLnBrk="1" hangingPunct="1"/>
            <a:r>
              <a:rPr lang="en-US" altLang="en-US"/>
              <a:t>Điều phối và giám sát việc sử dụng CSDL</a:t>
            </a:r>
          </a:p>
          <a:p>
            <a:pPr lvl="1" eaLnBrk="1" hangingPunct="1"/>
            <a:endParaRPr lang="en-US" altLang="en-US"/>
          </a:p>
          <a:p>
            <a:pPr eaLnBrk="1" hangingPunct="1"/>
            <a:endParaRPr lang="en-US" altLang="en-US"/>
          </a:p>
          <a:p>
            <a:pPr eaLnBrk="1" hangingPunct="1"/>
            <a:endParaRPr lang="en-US"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EECDD94-3386-4544-9B35-15C3286E4730}"/>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50179" name="Slide Number Placeholder 5">
            <a:extLst>
              <a:ext uri="{FF2B5EF4-FFF2-40B4-BE49-F238E27FC236}">
                <a16:creationId xmlns:a16="http://schemas.microsoft.com/office/drawing/2014/main" id="{5021890D-1F40-6345-9BA4-7FAD97AAB3C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r">
              <a:spcBef>
                <a:spcPct val="0"/>
              </a:spcBef>
              <a:buClrTx/>
              <a:buFontTx/>
              <a:buNone/>
            </a:pPr>
            <a:fld id="{78E6E4AF-C71F-8041-AE60-FDEC6AB23AC9}" type="slidenum">
              <a:rPr lang="en-US" altLang="en-US" sz="1000" smtClean="0"/>
              <a:pPr algn="r">
                <a:spcBef>
                  <a:spcPct val="0"/>
                </a:spcBef>
                <a:buClrTx/>
                <a:buFontTx/>
                <a:buNone/>
              </a:pPr>
              <a:t>29</a:t>
            </a:fld>
            <a:endParaRPr lang="en-US" altLang="en-US" sz="1000"/>
          </a:p>
        </p:txBody>
      </p:sp>
      <p:sp>
        <p:nvSpPr>
          <p:cNvPr id="50180" name="Rectangle 2">
            <a:extLst>
              <a:ext uri="{FF2B5EF4-FFF2-40B4-BE49-F238E27FC236}">
                <a16:creationId xmlns:a16="http://schemas.microsoft.com/office/drawing/2014/main" id="{DAE96FB6-6209-9847-8F6C-2FADFB85D925}"/>
              </a:ext>
            </a:extLst>
          </p:cNvPr>
          <p:cNvSpPr>
            <a:spLocks noGrp="1" noChangeArrowheads="1"/>
          </p:cNvSpPr>
          <p:nvPr>
            <p:ph type="title"/>
          </p:nvPr>
        </p:nvSpPr>
        <p:spPr>
          <a:xfrm>
            <a:off x="495300" y="354013"/>
            <a:ext cx="8915400" cy="620712"/>
          </a:xfrm>
        </p:spPr>
        <p:txBody>
          <a:bodyPr/>
          <a:lstStyle/>
          <a:p>
            <a:pPr eaLnBrk="1" hangingPunct="1"/>
            <a:r>
              <a:rPr lang="en-US" altLang="en-US" sz="3500"/>
              <a:t>Thiết kế viên </a:t>
            </a:r>
          </a:p>
        </p:txBody>
      </p:sp>
      <p:sp>
        <p:nvSpPr>
          <p:cNvPr id="50181" name="Rectangle 3">
            <a:extLst>
              <a:ext uri="{FF2B5EF4-FFF2-40B4-BE49-F238E27FC236}">
                <a16:creationId xmlns:a16="http://schemas.microsoft.com/office/drawing/2014/main" id="{3B488D7D-4897-BE40-8CB6-3E1A7C9ADB71}"/>
              </a:ext>
            </a:extLst>
          </p:cNvPr>
          <p:cNvSpPr>
            <a:spLocks noGrp="1" noChangeArrowheads="1"/>
          </p:cNvSpPr>
          <p:nvPr>
            <p:ph type="body" idx="1"/>
          </p:nvPr>
        </p:nvSpPr>
        <p:spPr>
          <a:xfrm>
            <a:off x="495300" y="1295400"/>
            <a:ext cx="8915400" cy="5105400"/>
          </a:xfrm>
        </p:spPr>
        <p:txBody>
          <a:bodyPr/>
          <a:lstStyle/>
          <a:p>
            <a:pPr eaLnBrk="1" hangingPunct="1"/>
            <a:r>
              <a:rPr lang="en-US" altLang="en-US"/>
              <a:t>Chịu trách nhiệm về</a:t>
            </a:r>
          </a:p>
          <a:p>
            <a:pPr lvl="1" eaLnBrk="1" hangingPunct="1"/>
            <a:r>
              <a:rPr lang="en-US" altLang="en-US"/>
              <a:t>Lựa chọn cấu trúc phù hợp để lưu trữ dữ liệu</a:t>
            </a:r>
          </a:p>
          <a:p>
            <a:pPr lvl="1" eaLnBrk="1" hangingPunct="1"/>
            <a:r>
              <a:rPr lang="en-US" altLang="en-US"/>
              <a:t>Quyết định những dữ liệu nào cần được lưu trữ</a:t>
            </a:r>
          </a:p>
          <a:p>
            <a:pPr eaLnBrk="1" hangingPunct="1"/>
            <a:r>
              <a:rPr lang="en-US" altLang="en-US"/>
              <a:t>Liên hệ với người dùng để nắm bắt được những yêu cầu và đưa ra một thiết kế CSDL thỏa yêu cầu này</a:t>
            </a:r>
          </a:p>
          <a:p>
            <a:pPr eaLnBrk="1" hangingPunct="1"/>
            <a:r>
              <a:rPr lang="en-US" altLang="en-US"/>
              <a:t>Có thể là 1 nhóm các DBA quản lý các CSDL sau khi việc thiết kế hoàn tất</a:t>
            </a:r>
          </a:p>
          <a:p>
            <a:pPr eaLnBrk="1" hangingPunct="1"/>
            <a:endParaRPr lang="en-US"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F191F1D-6DD0-3940-ACCC-16807C75C953}"/>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52227" name="Slide Number Placeholder 5">
            <a:extLst>
              <a:ext uri="{FF2B5EF4-FFF2-40B4-BE49-F238E27FC236}">
                <a16:creationId xmlns:a16="http://schemas.microsoft.com/office/drawing/2014/main" id="{724AED4E-3800-D24A-B30D-AFCEF8A4294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r">
              <a:spcBef>
                <a:spcPct val="0"/>
              </a:spcBef>
              <a:buClrTx/>
              <a:buFontTx/>
              <a:buNone/>
            </a:pPr>
            <a:fld id="{16E65690-1473-7C48-B99C-3AC427DC8AD2}" type="slidenum">
              <a:rPr lang="en-US" altLang="en-US" sz="1000" smtClean="0"/>
              <a:pPr algn="r">
                <a:spcBef>
                  <a:spcPct val="0"/>
                </a:spcBef>
                <a:buClrTx/>
                <a:buFontTx/>
                <a:buNone/>
              </a:pPr>
              <a:t>30</a:t>
            </a:fld>
            <a:endParaRPr lang="en-US" altLang="en-US" sz="1000"/>
          </a:p>
        </p:txBody>
      </p:sp>
      <p:sp>
        <p:nvSpPr>
          <p:cNvPr id="52228" name="Rectangle 2">
            <a:extLst>
              <a:ext uri="{FF2B5EF4-FFF2-40B4-BE49-F238E27FC236}">
                <a16:creationId xmlns:a16="http://schemas.microsoft.com/office/drawing/2014/main" id="{B5CE58FC-CC06-EF46-8514-7C2C6DE5A04D}"/>
              </a:ext>
            </a:extLst>
          </p:cNvPr>
          <p:cNvSpPr>
            <a:spLocks noGrp="1" noChangeArrowheads="1"/>
          </p:cNvSpPr>
          <p:nvPr>
            <p:ph type="title"/>
          </p:nvPr>
        </p:nvSpPr>
        <p:spPr>
          <a:xfrm>
            <a:off x="495300" y="354013"/>
            <a:ext cx="8915400" cy="620712"/>
          </a:xfrm>
        </p:spPr>
        <p:txBody>
          <a:bodyPr/>
          <a:lstStyle/>
          <a:p>
            <a:pPr eaLnBrk="1" hangingPunct="1"/>
            <a:r>
              <a:rPr lang="en-US" altLang="en-US" sz="3500"/>
              <a:t>Người dùng cuối </a:t>
            </a:r>
          </a:p>
        </p:txBody>
      </p:sp>
      <p:sp>
        <p:nvSpPr>
          <p:cNvPr id="52229" name="Rectangle 3">
            <a:extLst>
              <a:ext uri="{FF2B5EF4-FFF2-40B4-BE49-F238E27FC236}">
                <a16:creationId xmlns:a16="http://schemas.microsoft.com/office/drawing/2014/main" id="{199A22EE-2F60-3141-B483-E43CAFA4F688}"/>
              </a:ext>
            </a:extLst>
          </p:cNvPr>
          <p:cNvSpPr>
            <a:spLocks noGrp="1" noChangeArrowheads="1"/>
          </p:cNvSpPr>
          <p:nvPr>
            <p:ph type="body" idx="1"/>
          </p:nvPr>
        </p:nvSpPr>
        <p:spPr>
          <a:xfrm>
            <a:off x="495300" y="1295400"/>
            <a:ext cx="8915400" cy="5105400"/>
          </a:xfrm>
        </p:spPr>
        <p:txBody>
          <a:bodyPr/>
          <a:lstStyle/>
          <a:p>
            <a:pPr eaLnBrk="1" hangingPunct="1"/>
            <a:r>
              <a:rPr lang="en-US" altLang="en-US"/>
              <a:t>Người ít sử dụng</a:t>
            </a:r>
          </a:p>
          <a:p>
            <a:pPr lvl="1" eaLnBrk="1" hangingPunct="1"/>
            <a:r>
              <a:rPr lang="en-US" altLang="en-US"/>
              <a:t>Ít khi truy cập CSDL, nhưng cần những thông tin khác nhau trong mỗi lần truy cập và dùng những câu truy vấn phức tạp</a:t>
            </a:r>
          </a:p>
          <a:p>
            <a:pPr lvl="1" eaLnBrk="1" hangingPunct="1"/>
            <a:r>
              <a:rPr lang="en-US" altLang="en-US"/>
              <a:t>Người quản lý </a:t>
            </a:r>
          </a:p>
          <a:p>
            <a:pPr eaLnBrk="1" hangingPunct="1"/>
            <a:r>
              <a:rPr lang="en-US" altLang="en-US"/>
              <a:t>Người sử dụng thường xuyên</a:t>
            </a:r>
          </a:p>
          <a:p>
            <a:pPr lvl="1" eaLnBrk="1" hangingPunct="1"/>
            <a:r>
              <a:rPr lang="en-US" altLang="en-US"/>
              <a:t>Thường xuyên truy vấn và cập nhật CSDL nhờ vào một số các chức năng đã được xây dựng sẵn</a:t>
            </a:r>
          </a:p>
          <a:p>
            <a:pPr lvl="1" eaLnBrk="1" hangingPunct="1"/>
            <a:r>
              <a:rPr lang="en-US" altLang="en-US"/>
              <a:t>Nhân viên</a:t>
            </a:r>
          </a:p>
          <a:p>
            <a:pPr eaLnBrk="1" hangingPunct="1"/>
            <a:r>
              <a:rPr lang="en-US" altLang="en-US"/>
              <a:t>Người sử dụng đặc biệt</a:t>
            </a:r>
          </a:p>
          <a:p>
            <a:pPr lvl="1" eaLnBrk="1" hangingPunct="1"/>
            <a:r>
              <a:rPr lang="en-US" altLang="en-US"/>
              <a:t>Thông thạo về HQT CSDL, tự xây dựng những truy vấn phức tạp cho công việc</a:t>
            </a:r>
          </a:p>
          <a:p>
            <a:pPr lvl="1" eaLnBrk="1" hangingPunct="1"/>
            <a:r>
              <a:rPr lang="en-US" altLang="en-US"/>
              <a:t>Kỹ sư, nhà khoa học, người phân tích,…</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F87EFB9-9AAD-CC16-E836-BA13A4071353}"/>
              </a:ext>
            </a:extLst>
          </p:cNvPr>
          <p:cNvSpPr txBox="1"/>
          <p:nvPr/>
        </p:nvSpPr>
        <p:spPr>
          <a:xfrm>
            <a:off x="2526695" y="2767280"/>
            <a:ext cx="4852610" cy="1323439"/>
          </a:xfrm>
          <a:prstGeom prst="rect">
            <a:avLst/>
          </a:prstGeom>
          <a:noFill/>
        </p:spPr>
        <p:txBody>
          <a:bodyPr wrap="none" rtlCol="0">
            <a:spAutoFit/>
          </a:bodyPr>
          <a:lstStyle/>
          <a:p>
            <a:r>
              <a:rPr lang="en-US" sz="4000" b="1"/>
              <a:t>Hệ quản trị CSDL?</a:t>
            </a:r>
          </a:p>
          <a:p>
            <a:r>
              <a:rPr lang="en-US" sz="4000" b="1"/>
              <a:t>Hệ CSDL?</a:t>
            </a:r>
          </a:p>
        </p:txBody>
      </p:sp>
    </p:spTree>
    <p:extLst>
      <p:ext uri="{BB962C8B-B14F-4D97-AF65-F5344CB8AC3E}">
        <p14:creationId xmlns:p14="http://schemas.microsoft.com/office/powerpoint/2010/main" val="10134981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418C1F4-F102-3F4A-9BFD-AFEE4D792363}"/>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54275" name="Slide Number Placeholder 5">
            <a:extLst>
              <a:ext uri="{FF2B5EF4-FFF2-40B4-BE49-F238E27FC236}">
                <a16:creationId xmlns:a16="http://schemas.microsoft.com/office/drawing/2014/main" id="{DB024CE0-9D70-C84D-852A-E82FE7013FD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r">
              <a:spcBef>
                <a:spcPct val="0"/>
              </a:spcBef>
              <a:buClrTx/>
              <a:buFontTx/>
              <a:buNone/>
            </a:pPr>
            <a:fld id="{AA975EEB-1292-4543-A71B-9D1241ED97F7}" type="slidenum">
              <a:rPr lang="en-US" altLang="en-US" sz="1000" smtClean="0"/>
              <a:pPr algn="r">
                <a:spcBef>
                  <a:spcPct val="0"/>
                </a:spcBef>
                <a:buClrTx/>
                <a:buFontTx/>
                <a:buNone/>
              </a:pPr>
              <a:t>32</a:t>
            </a:fld>
            <a:endParaRPr lang="en-US" altLang="en-US" sz="1000"/>
          </a:p>
        </p:txBody>
      </p:sp>
      <p:sp>
        <p:nvSpPr>
          <p:cNvPr id="54276" name="Rectangle 2">
            <a:extLst>
              <a:ext uri="{FF2B5EF4-FFF2-40B4-BE49-F238E27FC236}">
                <a16:creationId xmlns:a16="http://schemas.microsoft.com/office/drawing/2014/main" id="{59598BA6-28BE-4D48-B07A-CAA12F967BE0}"/>
              </a:ext>
            </a:extLst>
          </p:cNvPr>
          <p:cNvSpPr>
            <a:spLocks noGrp="1" noChangeArrowheads="1"/>
          </p:cNvSpPr>
          <p:nvPr>
            <p:ph type="title"/>
          </p:nvPr>
        </p:nvSpPr>
        <p:spPr>
          <a:xfrm>
            <a:off x="495300" y="354013"/>
            <a:ext cx="8915400" cy="620712"/>
          </a:xfrm>
        </p:spPr>
        <p:txBody>
          <a:bodyPr/>
          <a:lstStyle/>
          <a:p>
            <a:pPr eaLnBrk="1" hangingPunct="1"/>
            <a:r>
              <a:rPr lang="en-US" altLang="en-US" sz="3500"/>
              <a:t>Hệ quản trị cơ sở dữ liệu</a:t>
            </a:r>
          </a:p>
        </p:txBody>
      </p:sp>
      <p:sp>
        <p:nvSpPr>
          <p:cNvPr id="54277" name="Rectangle 3">
            <a:extLst>
              <a:ext uri="{FF2B5EF4-FFF2-40B4-BE49-F238E27FC236}">
                <a16:creationId xmlns:a16="http://schemas.microsoft.com/office/drawing/2014/main" id="{7AE925A4-574D-1749-B5E5-B11C45979C34}"/>
              </a:ext>
            </a:extLst>
          </p:cNvPr>
          <p:cNvSpPr>
            <a:spLocks noGrp="1" noChangeArrowheads="1"/>
          </p:cNvSpPr>
          <p:nvPr>
            <p:ph type="body" idx="1"/>
          </p:nvPr>
        </p:nvSpPr>
        <p:spPr>
          <a:xfrm>
            <a:off x="495300" y="1295400"/>
            <a:ext cx="8915400" cy="5105400"/>
          </a:xfrm>
        </p:spPr>
        <p:txBody>
          <a:bodyPr/>
          <a:lstStyle/>
          <a:p>
            <a:pPr eaLnBrk="1" hangingPunct="1"/>
            <a:r>
              <a:rPr lang="en-US" altLang="en-US" dirty="0" err="1"/>
              <a:t>Hệ</a:t>
            </a:r>
            <a:r>
              <a:rPr lang="en-US" altLang="en-US" dirty="0"/>
              <a:t> </a:t>
            </a:r>
            <a:r>
              <a:rPr lang="en-US" altLang="en-US" dirty="0" err="1"/>
              <a:t>quản</a:t>
            </a:r>
            <a:r>
              <a:rPr lang="en-US" altLang="en-US" dirty="0"/>
              <a:t> </a:t>
            </a:r>
            <a:r>
              <a:rPr lang="en-US" altLang="en-US" dirty="0" err="1"/>
              <a:t>trị</a:t>
            </a:r>
            <a:r>
              <a:rPr lang="en-US" altLang="en-US" dirty="0"/>
              <a:t> CSDL (Database Management System)</a:t>
            </a:r>
          </a:p>
          <a:p>
            <a:pPr lvl="1" eaLnBrk="1" hangingPunct="1"/>
            <a:r>
              <a:rPr lang="en-US" altLang="en-US" dirty="0" err="1"/>
              <a:t>Tập</a:t>
            </a:r>
            <a:r>
              <a:rPr lang="en-US" altLang="en-US" dirty="0"/>
              <a:t> </a:t>
            </a:r>
            <a:r>
              <a:rPr lang="en-US" altLang="en-US" dirty="0" err="1"/>
              <a:t>hợp</a:t>
            </a:r>
            <a:r>
              <a:rPr lang="en-US" altLang="en-US" dirty="0"/>
              <a:t> </a:t>
            </a:r>
            <a:r>
              <a:rPr lang="en-US" altLang="en-US" dirty="0" err="1"/>
              <a:t>các</a:t>
            </a:r>
            <a:r>
              <a:rPr lang="en-US" altLang="en-US" dirty="0"/>
              <a:t> </a:t>
            </a:r>
            <a:r>
              <a:rPr lang="en-US" altLang="en-US" dirty="0" err="1"/>
              <a:t>chương</a:t>
            </a:r>
            <a:r>
              <a:rPr lang="en-US" altLang="en-US" dirty="0"/>
              <a:t> </a:t>
            </a:r>
            <a:r>
              <a:rPr lang="en-US" altLang="en-US" dirty="0" err="1"/>
              <a:t>trình</a:t>
            </a:r>
            <a:r>
              <a:rPr lang="en-US" altLang="en-US" dirty="0"/>
              <a:t> </a:t>
            </a:r>
            <a:r>
              <a:rPr lang="en-US" altLang="en-US" dirty="0" err="1"/>
              <a:t>cho</a:t>
            </a:r>
            <a:r>
              <a:rPr lang="en-US" altLang="en-US" dirty="0"/>
              <a:t> </a:t>
            </a:r>
            <a:r>
              <a:rPr lang="en-US" altLang="en-US" dirty="0" err="1"/>
              <a:t>phép</a:t>
            </a:r>
            <a:r>
              <a:rPr lang="en-US" altLang="en-US" dirty="0"/>
              <a:t> </a:t>
            </a:r>
            <a:r>
              <a:rPr lang="en-US" altLang="en-US" dirty="0" err="1"/>
              <a:t>người</a:t>
            </a:r>
            <a:r>
              <a:rPr lang="en-US" altLang="en-US" dirty="0"/>
              <a:t> </a:t>
            </a:r>
            <a:r>
              <a:rPr lang="en-US" altLang="en-US" dirty="0" err="1"/>
              <a:t>sử</a:t>
            </a:r>
            <a:r>
              <a:rPr lang="en-US" altLang="en-US" dirty="0"/>
              <a:t> </a:t>
            </a:r>
            <a:r>
              <a:rPr lang="en-US" altLang="en-US" dirty="0" err="1"/>
              <a:t>dụng</a:t>
            </a:r>
            <a:r>
              <a:rPr lang="en-US" altLang="en-US" dirty="0"/>
              <a:t> </a:t>
            </a:r>
            <a:r>
              <a:rPr lang="en-US" altLang="en-US" dirty="0" err="1"/>
              <a:t>tạo</a:t>
            </a:r>
            <a:r>
              <a:rPr lang="en-US" altLang="en-US" dirty="0"/>
              <a:t> </a:t>
            </a:r>
            <a:r>
              <a:rPr lang="en-US" altLang="en-US" dirty="0" err="1"/>
              <a:t>ra</a:t>
            </a:r>
            <a:r>
              <a:rPr lang="en-US" altLang="en-US" dirty="0"/>
              <a:t> </a:t>
            </a:r>
            <a:r>
              <a:rPr lang="en-US" altLang="en-US" dirty="0" err="1"/>
              <a:t>và</a:t>
            </a:r>
            <a:r>
              <a:rPr lang="en-US" altLang="en-US" dirty="0"/>
              <a:t> </a:t>
            </a:r>
            <a:r>
              <a:rPr lang="en-US" altLang="en-US" dirty="0" err="1"/>
              <a:t>duy</a:t>
            </a:r>
            <a:r>
              <a:rPr lang="en-US" altLang="en-US" dirty="0"/>
              <a:t> </a:t>
            </a:r>
            <a:r>
              <a:rPr lang="en-US" altLang="en-US" dirty="0" err="1"/>
              <a:t>trì</a:t>
            </a:r>
            <a:r>
              <a:rPr lang="en-US" altLang="en-US" dirty="0"/>
              <a:t> CSDL</a:t>
            </a:r>
          </a:p>
          <a:p>
            <a:pPr lvl="1" eaLnBrk="1" hangingPunct="1"/>
            <a:r>
              <a:rPr lang="en-US" altLang="en-US" dirty="0" err="1"/>
              <a:t>Một</a:t>
            </a:r>
            <a:r>
              <a:rPr lang="en-US" altLang="en-US" dirty="0"/>
              <a:t> </a:t>
            </a:r>
            <a:r>
              <a:rPr lang="en-US" altLang="en-US" dirty="0" err="1"/>
              <a:t>phần</a:t>
            </a:r>
            <a:r>
              <a:rPr lang="en-US" altLang="en-US" dirty="0"/>
              <a:t> </a:t>
            </a:r>
            <a:r>
              <a:rPr lang="en-US" altLang="en-US" dirty="0" err="1"/>
              <a:t>mềm</a:t>
            </a:r>
            <a:r>
              <a:rPr lang="en-US" altLang="en-US" dirty="0"/>
              <a:t> </a:t>
            </a:r>
            <a:r>
              <a:rPr lang="en-US" altLang="en-US" dirty="0" err="1"/>
              <a:t>hệ</a:t>
            </a:r>
            <a:r>
              <a:rPr lang="en-US" altLang="en-US" dirty="0"/>
              <a:t> </a:t>
            </a:r>
            <a:r>
              <a:rPr lang="en-US" altLang="en-US" dirty="0" err="1"/>
              <a:t>thống</a:t>
            </a:r>
            <a:r>
              <a:rPr lang="en-US" altLang="en-US" dirty="0"/>
              <a:t> </a:t>
            </a:r>
            <a:r>
              <a:rPr lang="en-US" altLang="en-US" dirty="0" err="1"/>
              <a:t>cho</a:t>
            </a:r>
            <a:r>
              <a:rPr lang="en-US" altLang="en-US" dirty="0"/>
              <a:t> </a:t>
            </a:r>
            <a:r>
              <a:rPr lang="en-US" altLang="en-US" dirty="0" err="1"/>
              <a:t>phép</a:t>
            </a:r>
            <a:r>
              <a:rPr lang="en-US" altLang="en-US" dirty="0"/>
              <a:t> </a:t>
            </a:r>
            <a:r>
              <a:rPr lang="en-US" altLang="en-US" dirty="0" err="1"/>
              <a:t>định</a:t>
            </a:r>
            <a:r>
              <a:rPr lang="en-US" altLang="en-US" dirty="0"/>
              <a:t> </a:t>
            </a:r>
            <a:r>
              <a:rPr lang="en-US" altLang="en-US" dirty="0" err="1"/>
              <a:t>nghĩa</a:t>
            </a:r>
            <a:r>
              <a:rPr lang="en-US" altLang="en-US" dirty="0"/>
              <a:t>, </a:t>
            </a:r>
            <a:r>
              <a:rPr lang="en-US" altLang="en-US" dirty="0" err="1"/>
              <a:t>xây</a:t>
            </a:r>
            <a:r>
              <a:rPr lang="en-US" altLang="en-US" dirty="0"/>
              <a:t> </a:t>
            </a:r>
            <a:r>
              <a:rPr lang="en-US" altLang="en-US" dirty="0" err="1"/>
              <a:t>dựng</a:t>
            </a:r>
            <a:r>
              <a:rPr lang="en-US" altLang="en-US" dirty="0"/>
              <a:t> </a:t>
            </a:r>
            <a:r>
              <a:rPr lang="en-US" altLang="en-US" dirty="0" err="1"/>
              <a:t>và</a:t>
            </a:r>
            <a:r>
              <a:rPr lang="en-US" altLang="en-US" dirty="0"/>
              <a:t> </a:t>
            </a:r>
            <a:r>
              <a:rPr lang="en-US" altLang="en-US" dirty="0" err="1"/>
              <a:t>xử</a:t>
            </a:r>
            <a:r>
              <a:rPr lang="en-US" altLang="en-US" dirty="0"/>
              <a:t> </a:t>
            </a:r>
            <a:r>
              <a:rPr lang="en-US" altLang="en-US" dirty="0" err="1"/>
              <a:t>lý</a:t>
            </a:r>
            <a:r>
              <a:rPr lang="en-US" altLang="en-US" dirty="0"/>
              <a:t> </a:t>
            </a:r>
            <a:r>
              <a:rPr lang="en-US" altLang="en-US" dirty="0" err="1"/>
              <a:t>dữ</a:t>
            </a:r>
            <a:r>
              <a:rPr lang="en-US" altLang="en-US" dirty="0"/>
              <a:t> </a:t>
            </a:r>
            <a:r>
              <a:rPr lang="en-US" altLang="en-US" dirty="0" err="1"/>
              <a:t>liệu</a:t>
            </a:r>
            <a:endParaRPr lang="en-US" altLang="en-US" dirty="0"/>
          </a:p>
          <a:p>
            <a:pPr lvl="2" eaLnBrk="1" hangingPunct="1"/>
            <a:r>
              <a:rPr lang="en-US" altLang="en-US" dirty="0" err="1"/>
              <a:t>Định</a:t>
            </a:r>
            <a:r>
              <a:rPr lang="en-US" altLang="en-US" dirty="0"/>
              <a:t> </a:t>
            </a:r>
            <a:r>
              <a:rPr lang="en-US" altLang="en-US" dirty="0" err="1"/>
              <a:t>nghĩa</a:t>
            </a:r>
            <a:r>
              <a:rPr lang="en-US" altLang="en-US" dirty="0"/>
              <a:t> – </a:t>
            </a:r>
            <a:r>
              <a:rPr lang="en-US" altLang="en-US" dirty="0" err="1"/>
              <a:t>khai</a:t>
            </a:r>
            <a:r>
              <a:rPr lang="en-US" altLang="en-US" dirty="0"/>
              <a:t> </a:t>
            </a:r>
            <a:r>
              <a:rPr lang="en-US" altLang="en-US" dirty="0" err="1"/>
              <a:t>báo</a:t>
            </a:r>
            <a:r>
              <a:rPr lang="en-US" altLang="en-US" dirty="0"/>
              <a:t> </a:t>
            </a:r>
            <a:r>
              <a:rPr lang="en-US" altLang="en-US" dirty="0" err="1"/>
              <a:t>bộ</a:t>
            </a:r>
            <a:r>
              <a:rPr lang="en-US" altLang="en-US" dirty="0"/>
              <a:t> </a:t>
            </a:r>
            <a:r>
              <a:rPr lang="en-US" altLang="en-US" dirty="0" err="1"/>
              <a:t>khung</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cùng</a:t>
            </a:r>
            <a:r>
              <a:rPr lang="en-US" altLang="en-US" dirty="0"/>
              <a:t> </a:t>
            </a:r>
            <a:r>
              <a:rPr lang="en-US" altLang="en-US" dirty="0" err="1"/>
              <a:t>với</a:t>
            </a:r>
            <a:r>
              <a:rPr lang="en-US" altLang="en-US" dirty="0"/>
              <a:t> </a:t>
            </a:r>
            <a:r>
              <a:rPr lang="en-US" altLang="en-US" dirty="0" err="1"/>
              <a:t>các</a:t>
            </a:r>
            <a:r>
              <a:rPr lang="en-US" altLang="en-US" dirty="0"/>
              <a:t> </a:t>
            </a:r>
            <a:r>
              <a:rPr lang="en-US" altLang="en-US" dirty="0" err="1"/>
              <a:t>mô</a:t>
            </a:r>
            <a:r>
              <a:rPr lang="en-US" altLang="en-US" dirty="0"/>
              <a:t> </a:t>
            </a:r>
            <a:r>
              <a:rPr lang="en-US" altLang="en-US" dirty="0" err="1"/>
              <a:t>tả</a:t>
            </a:r>
            <a:r>
              <a:rPr lang="en-US" altLang="en-US" dirty="0"/>
              <a:t> chi </a:t>
            </a:r>
            <a:r>
              <a:rPr lang="en-US" altLang="en-US" dirty="0" err="1"/>
              <a:t>tiết</a:t>
            </a:r>
            <a:r>
              <a:rPr lang="en-US" altLang="en-US" dirty="0"/>
              <a:t> </a:t>
            </a:r>
            <a:r>
              <a:rPr lang="en-US" altLang="en-US" dirty="0" err="1"/>
              <a:t>về</a:t>
            </a:r>
            <a:r>
              <a:rPr lang="en-US" altLang="en-US" dirty="0"/>
              <a:t> </a:t>
            </a:r>
            <a:r>
              <a:rPr lang="en-US" altLang="en-US" dirty="0" err="1"/>
              <a:t>dữ</a:t>
            </a:r>
            <a:r>
              <a:rPr lang="en-US" altLang="en-US" dirty="0"/>
              <a:t> </a:t>
            </a:r>
            <a:r>
              <a:rPr lang="en-US" altLang="en-US" dirty="0" err="1"/>
              <a:t>liệu</a:t>
            </a:r>
            <a:endParaRPr lang="en-US" altLang="en-US" dirty="0"/>
          </a:p>
          <a:p>
            <a:pPr lvl="2" eaLnBrk="1" hangingPunct="1"/>
            <a:r>
              <a:rPr lang="en-US" altLang="en-US" dirty="0" err="1"/>
              <a:t>Xây</a:t>
            </a:r>
            <a:r>
              <a:rPr lang="en-US" altLang="en-US" dirty="0"/>
              <a:t> </a:t>
            </a:r>
            <a:r>
              <a:rPr lang="en-US" altLang="en-US" dirty="0" err="1"/>
              <a:t>dựng</a:t>
            </a:r>
            <a:r>
              <a:rPr lang="en-US" altLang="en-US" dirty="0"/>
              <a:t> – </a:t>
            </a:r>
            <a:r>
              <a:rPr lang="en-US" altLang="en-US" dirty="0" err="1"/>
              <a:t>lưu</a:t>
            </a:r>
            <a:r>
              <a:rPr lang="en-US" altLang="en-US" dirty="0"/>
              <a:t> </a:t>
            </a:r>
            <a:r>
              <a:rPr lang="en-US" altLang="en-US" dirty="0" err="1"/>
              <a:t>trữ</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lên</a:t>
            </a:r>
            <a:r>
              <a:rPr lang="en-US" altLang="en-US" dirty="0"/>
              <a:t> </a:t>
            </a:r>
            <a:r>
              <a:rPr lang="en-US" altLang="en-US" dirty="0" err="1"/>
              <a:t>bộ</a:t>
            </a:r>
            <a:r>
              <a:rPr lang="en-US" altLang="en-US" dirty="0"/>
              <a:t> </a:t>
            </a:r>
            <a:r>
              <a:rPr lang="en-US" altLang="en-US" dirty="0" err="1"/>
              <a:t>nhớ</a:t>
            </a:r>
            <a:r>
              <a:rPr lang="en-US" altLang="en-US" dirty="0"/>
              <a:t> </a:t>
            </a:r>
            <a:r>
              <a:rPr lang="en-US" altLang="en-US" dirty="0" err="1"/>
              <a:t>phụ</a:t>
            </a:r>
            <a:endParaRPr lang="en-US" altLang="en-US" dirty="0"/>
          </a:p>
          <a:p>
            <a:pPr lvl="2" eaLnBrk="1" hangingPunct="1"/>
            <a:r>
              <a:rPr lang="en-US" altLang="en-US" dirty="0" err="1"/>
              <a:t>Xử</a:t>
            </a:r>
            <a:r>
              <a:rPr lang="en-US" altLang="en-US" dirty="0"/>
              <a:t> </a:t>
            </a:r>
            <a:r>
              <a:rPr lang="en-US" altLang="en-US" dirty="0" err="1"/>
              <a:t>lý</a:t>
            </a:r>
            <a:r>
              <a:rPr lang="en-US" altLang="en-US" dirty="0"/>
              <a:t> – </a:t>
            </a:r>
            <a:r>
              <a:rPr lang="en-US" altLang="en-US" dirty="0" err="1"/>
              <a:t>truy</a:t>
            </a:r>
            <a:r>
              <a:rPr lang="en-US" altLang="en-US" dirty="0"/>
              <a:t> </a:t>
            </a:r>
            <a:r>
              <a:rPr lang="en-US" altLang="en-US" dirty="0" err="1"/>
              <a:t>vấn</a:t>
            </a:r>
            <a:r>
              <a:rPr lang="en-US" altLang="en-US" dirty="0"/>
              <a:t>, </a:t>
            </a:r>
            <a:r>
              <a:rPr lang="en-US" altLang="en-US" dirty="0" err="1"/>
              <a:t>cập</a:t>
            </a:r>
            <a:r>
              <a:rPr lang="en-US" altLang="en-US" dirty="0"/>
              <a:t> </a:t>
            </a:r>
            <a:r>
              <a:rPr lang="en-US" altLang="en-US" dirty="0" err="1"/>
              <a:t>nhật</a:t>
            </a:r>
            <a:r>
              <a:rPr lang="en-US" altLang="en-US" dirty="0"/>
              <a:t> </a:t>
            </a:r>
            <a:r>
              <a:rPr lang="en-US" altLang="en-US" dirty="0" err="1"/>
              <a:t>và</a:t>
            </a:r>
            <a:r>
              <a:rPr lang="en-US" altLang="en-US" dirty="0"/>
              <a:t> </a:t>
            </a:r>
            <a:r>
              <a:rPr lang="en-US" altLang="en-US" dirty="0" err="1"/>
              <a:t>phát</a:t>
            </a:r>
            <a:r>
              <a:rPr lang="en-US" altLang="en-US" dirty="0"/>
              <a:t> </a:t>
            </a:r>
            <a:r>
              <a:rPr lang="en-US" altLang="en-US" dirty="0" err="1"/>
              <a:t>sinh</a:t>
            </a:r>
            <a:r>
              <a:rPr lang="en-US" altLang="en-US" dirty="0"/>
              <a:t> </a:t>
            </a:r>
            <a:r>
              <a:rPr lang="en-US" altLang="en-US" dirty="0" err="1"/>
              <a:t>báo</a:t>
            </a:r>
            <a:r>
              <a:rPr lang="en-US" altLang="en-US" dirty="0"/>
              <a:t> </a:t>
            </a:r>
            <a:r>
              <a:rPr lang="en-US" altLang="en-US" dirty="0" err="1"/>
              <a:t>cáo</a:t>
            </a:r>
            <a:endParaRPr lang="en-US" altLang="en-US" dirty="0"/>
          </a:p>
          <a:p>
            <a:pPr eaLnBrk="1" hangingPunct="1"/>
            <a:r>
              <a:rPr lang="en-US" altLang="en-US" dirty="0" err="1"/>
              <a:t>Các</a:t>
            </a:r>
            <a:r>
              <a:rPr lang="en-US" altLang="en-US" dirty="0"/>
              <a:t> HQT CSDL </a:t>
            </a:r>
            <a:r>
              <a:rPr lang="en-US" altLang="en-US" dirty="0" err="1"/>
              <a:t>thương</a:t>
            </a:r>
            <a:r>
              <a:rPr lang="en-US" altLang="en-US" dirty="0"/>
              <a:t> </a:t>
            </a:r>
            <a:r>
              <a:rPr lang="en-US" altLang="en-US" dirty="0" err="1"/>
              <a:t>mại</a:t>
            </a:r>
            <a:endParaRPr lang="en-US" altLang="en-US" dirty="0"/>
          </a:p>
          <a:p>
            <a:pPr lvl="1" eaLnBrk="1" hangingPunct="1"/>
            <a:r>
              <a:rPr lang="en-US" altLang="en-US" dirty="0"/>
              <a:t>Oracle, DB2, SQL Server…</a:t>
            </a:r>
          </a:p>
          <a:p>
            <a:pPr eaLnBrk="1" hangingPunct="1"/>
            <a:endParaRPr lang="en-US"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Date Placeholder 3">
            <a:extLst>
              <a:ext uri="{FF2B5EF4-FFF2-40B4-BE49-F238E27FC236}">
                <a16:creationId xmlns:a16="http://schemas.microsoft.com/office/drawing/2014/main" id="{0A467047-506D-3249-B8B0-95F42051E903}"/>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56323" name="Slide Number Placeholder 5">
            <a:extLst>
              <a:ext uri="{FF2B5EF4-FFF2-40B4-BE49-F238E27FC236}">
                <a16:creationId xmlns:a16="http://schemas.microsoft.com/office/drawing/2014/main" id="{5424DF91-BB83-9E48-9AE9-1AA0E3F27F9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r">
              <a:spcBef>
                <a:spcPct val="0"/>
              </a:spcBef>
              <a:buClrTx/>
              <a:buFontTx/>
              <a:buNone/>
            </a:pPr>
            <a:fld id="{9F69C3EF-3767-1C49-AA52-38D125008A06}" type="slidenum">
              <a:rPr lang="en-US" altLang="en-US" sz="1000" smtClean="0"/>
              <a:pPr algn="r">
                <a:spcBef>
                  <a:spcPct val="0"/>
                </a:spcBef>
                <a:buClrTx/>
                <a:buFontTx/>
                <a:buNone/>
              </a:pPr>
              <a:t>33</a:t>
            </a:fld>
            <a:endParaRPr lang="en-US" altLang="en-US" sz="1000"/>
          </a:p>
        </p:txBody>
      </p:sp>
      <p:sp>
        <p:nvSpPr>
          <p:cNvPr id="56324" name="Rectangle 2">
            <a:extLst>
              <a:ext uri="{FF2B5EF4-FFF2-40B4-BE49-F238E27FC236}">
                <a16:creationId xmlns:a16="http://schemas.microsoft.com/office/drawing/2014/main" id="{20A8DCA3-F40F-C442-80BA-2938370574D3}"/>
              </a:ext>
            </a:extLst>
          </p:cNvPr>
          <p:cNvSpPr>
            <a:spLocks noGrp="1" noChangeArrowheads="1"/>
          </p:cNvSpPr>
          <p:nvPr>
            <p:ph type="title"/>
          </p:nvPr>
        </p:nvSpPr>
        <p:spPr>
          <a:xfrm>
            <a:off x="495300" y="354013"/>
            <a:ext cx="8915400" cy="620712"/>
          </a:xfrm>
        </p:spPr>
        <p:txBody>
          <a:bodyPr/>
          <a:lstStyle/>
          <a:p>
            <a:pPr eaLnBrk="1" hangingPunct="1"/>
            <a:r>
              <a:rPr lang="en-US" altLang="en-US" sz="3500"/>
              <a:t>Hệ quản trị cơ sở dữ liệu(tt)</a:t>
            </a:r>
          </a:p>
        </p:txBody>
      </p:sp>
      <p:sp>
        <p:nvSpPr>
          <p:cNvPr id="56325" name="Rectangle 3">
            <a:extLst>
              <a:ext uri="{FF2B5EF4-FFF2-40B4-BE49-F238E27FC236}">
                <a16:creationId xmlns:a16="http://schemas.microsoft.com/office/drawing/2014/main" id="{B4761974-8122-364C-80ED-F9A166CA3264}"/>
              </a:ext>
            </a:extLst>
          </p:cNvPr>
          <p:cNvSpPr>
            <a:spLocks noGrp="1" noChangeArrowheads="1"/>
          </p:cNvSpPr>
          <p:nvPr>
            <p:ph type="body" idx="1"/>
          </p:nvPr>
        </p:nvSpPr>
        <p:spPr>
          <a:xfrm>
            <a:off x="495300" y="1295400"/>
            <a:ext cx="8915400" cy="5105400"/>
          </a:xfrm>
        </p:spPr>
        <p:txBody>
          <a:bodyPr/>
          <a:lstStyle/>
          <a:p>
            <a:pPr eaLnBrk="1" hangingPunct="1"/>
            <a:r>
              <a:rPr lang="en-US" altLang="en-US"/>
              <a:t>Hệ CSDL (Database System)</a:t>
            </a:r>
          </a:p>
        </p:txBody>
      </p:sp>
      <p:grpSp>
        <p:nvGrpSpPr>
          <p:cNvPr id="2" name="Group 28">
            <a:extLst>
              <a:ext uri="{FF2B5EF4-FFF2-40B4-BE49-F238E27FC236}">
                <a16:creationId xmlns:a16="http://schemas.microsoft.com/office/drawing/2014/main" id="{B9897F6A-BA8D-1C4C-80C8-C032302CF52A}"/>
              </a:ext>
            </a:extLst>
          </p:cNvPr>
          <p:cNvGrpSpPr>
            <a:grpSpLocks/>
          </p:cNvGrpSpPr>
          <p:nvPr/>
        </p:nvGrpSpPr>
        <p:grpSpPr bwMode="auto">
          <a:xfrm>
            <a:off x="2559050" y="3429000"/>
            <a:ext cx="4127500" cy="1600200"/>
            <a:chOff x="1488" y="2160"/>
            <a:chExt cx="2400" cy="1008"/>
          </a:xfrm>
        </p:grpSpPr>
        <p:sp>
          <p:nvSpPr>
            <p:cNvPr id="56341" name="Rectangle 14">
              <a:extLst>
                <a:ext uri="{FF2B5EF4-FFF2-40B4-BE49-F238E27FC236}">
                  <a16:creationId xmlns:a16="http://schemas.microsoft.com/office/drawing/2014/main" id="{128BFDB8-F983-EA45-B9B2-4C31A1553954}"/>
                </a:ext>
              </a:extLst>
            </p:cNvPr>
            <p:cNvSpPr>
              <a:spLocks noChangeArrowheads="1"/>
            </p:cNvSpPr>
            <p:nvPr/>
          </p:nvSpPr>
          <p:spPr bwMode="auto">
            <a:xfrm>
              <a:off x="1536" y="2160"/>
              <a:ext cx="2352" cy="1008"/>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56342" name="Text Box 15">
              <a:extLst>
                <a:ext uri="{FF2B5EF4-FFF2-40B4-BE49-F238E27FC236}">
                  <a16:creationId xmlns:a16="http://schemas.microsoft.com/office/drawing/2014/main" id="{57DCF17A-10EB-6A45-A474-5F4EF3D55DC1}"/>
                </a:ext>
              </a:extLst>
            </p:cNvPr>
            <p:cNvSpPr txBox="1">
              <a:spLocks noChangeArrowheads="1"/>
            </p:cNvSpPr>
            <p:nvPr/>
          </p:nvSpPr>
          <p:spPr bwMode="auto">
            <a:xfrm>
              <a:off x="2064" y="2352"/>
              <a:ext cx="1344" cy="220"/>
            </a:xfrm>
            <a:prstGeom prst="rect">
              <a:avLst/>
            </a:prstGeom>
            <a:solidFill>
              <a:srgbClr val="99CCFF"/>
            </a:solidFill>
            <a:ln w="12700" algn="ctr">
              <a:solidFill>
                <a:srgbClr val="99CCFF"/>
              </a:solidFill>
              <a:miter lim="800000"/>
              <a:headEnd/>
              <a:tailEnd/>
            </a:ln>
          </p:spPr>
          <p:txBody>
            <a:bodyPr>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600" b="1">
                  <a:latin typeface="Tahoma" panose="020B0604030504040204" pitchFamily="34" charset="0"/>
                </a:rPr>
                <a:t>Xử lý truy vấn</a:t>
              </a:r>
            </a:p>
          </p:txBody>
        </p:sp>
        <p:sp>
          <p:nvSpPr>
            <p:cNvPr id="56343" name="Text Box 17">
              <a:extLst>
                <a:ext uri="{FF2B5EF4-FFF2-40B4-BE49-F238E27FC236}">
                  <a16:creationId xmlns:a16="http://schemas.microsoft.com/office/drawing/2014/main" id="{F2E016D0-2E2D-404E-8A3C-366CD1F9E66F}"/>
                </a:ext>
              </a:extLst>
            </p:cNvPr>
            <p:cNvSpPr txBox="1">
              <a:spLocks noChangeArrowheads="1"/>
            </p:cNvSpPr>
            <p:nvPr/>
          </p:nvSpPr>
          <p:spPr bwMode="auto">
            <a:xfrm>
              <a:off x="1488" y="2160"/>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HQT CSDL</a:t>
              </a:r>
            </a:p>
          </p:txBody>
        </p:sp>
        <p:sp>
          <p:nvSpPr>
            <p:cNvPr id="56344" name="Text Box 18">
              <a:extLst>
                <a:ext uri="{FF2B5EF4-FFF2-40B4-BE49-F238E27FC236}">
                  <a16:creationId xmlns:a16="http://schemas.microsoft.com/office/drawing/2014/main" id="{8EC338B7-0548-5C4A-9C2D-4E9DB1993840}"/>
                </a:ext>
              </a:extLst>
            </p:cNvPr>
            <p:cNvSpPr txBox="1">
              <a:spLocks noChangeArrowheads="1"/>
            </p:cNvSpPr>
            <p:nvPr/>
          </p:nvSpPr>
          <p:spPr bwMode="auto">
            <a:xfrm>
              <a:off x="2064" y="2756"/>
              <a:ext cx="1344" cy="220"/>
            </a:xfrm>
            <a:prstGeom prst="rect">
              <a:avLst/>
            </a:prstGeom>
            <a:solidFill>
              <a:srgbClr val="99CCFF"/>
            </a:solidFill>
            <a:ln w="12700" algn="ctr">
              <a:solidFill>
                <a:srgbClr val="99CCFF"/>
              </a:solidFill>
              <a:miter lim="800000"/>
              <a:headEnd/>
              <a:tailEnd/>
            </a:ln>
          </p:spPr>
          <p:txBody>
            <a:bodyPr>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600" b="1">
                  <a:latin typeface="Tahoma" panose="020B0604030504040204" pitchFamily="34" charset="0"/>
                </a:rPr>
                <a:t>Truy xuất dữ liệu</a:t>
              </a:r>
            </a:p>
          </p:txBody>
        </p:sp>
        <p:sp>
          <p:nvSpPr>
            <p:cNvPr id="56345" name="Line 20">
              <a:extLst>
                <a:ext uri="{FF2B5EF4-FFF2-40B4-BE49-F238E27FC236}">
                  <a16:creationId xmlns:a16="http://schemas.microsoft.com/office/drawing/2014/main" id="{049939A6-064E-F744-A0D3-7F4CE1B8BFCA}"/>
                </a:ext>
              </a:extLst>
            </p:cNvPr>
            <p:cNvSpPr>
              <a:spLocks noChangeShapeType="1"/>
            </p:cNvSpPr>
            <p:nvPr/>
          </p:nvSpPr>
          <p:spPr bwMode="auto">
            <a:xfrm>
              <a:off x="2736" y="2592"/>
              <a:ext cx="0" cy="144"/>
            </a:xfrm>
            <a:prstGeom prst="line">
              <a:avLst/>
            </a:prstGeom>
            <a:noFill/>
            <a:ln w="12700">
              <a:solidFill>
                <a:schemeClr val="tx1"/>
              </a:solidFill>
              <a:round/>
              <a:headEnd/>
              <a:tailEnd type="arrow" w="lg" len="lg"/>
            </a:ln>
            <a:extLst>
              <a:ext uri="{909E8E84-426E-40DD-AFC4-6F175D3DCCD1}">
                <a14:hiddenFill xmlns:a14="http://schemas.microsoft.com/office/drawing/2010/main">
                  <a:noFill/>
                </a14:hiddenFill>
              </a:ext>
            </a:extLst>
          </p:spPr>
          <p:txBody>
            <a:bodyPr wrap="none" anchor="ctr"/>
            <a:lstStyle/>
            <a:p>
              <a:endParaRPr lang="en-VN"/>
            </a:p>
          </p:txBody>
        </p:sp>
      </p:grpSp>
      <p:grpSp>
        <p:nvGrpSpPr>
          <p:cNvPr id="3" name="Group 29">
            <a:extLst>
              <a:ext uri="{FF2B5EF4-FFF2-40B4-BE49-F238E27FC236}">
                <a16:creationId xmlns:a16="http://schemas.microsoft.com/office/drawing/2014/main" id="{FD65D824-5210-7D41-964C-F30FE1476941}"/>
              </a:ext>
            </a:extLst>
          </p:cNvPr>
          <p:cNvGrpSpPr>
            <a:grpSpLocks/>
          </p:cNvGrpSpPr>
          <p:nvPr/>
        </p:nvGrpSpPr>
        <p:grpSpPr bwMode="auto">
          <a:xfrm>
            <a:off x="3384550" y="4724400"/>
            <a:ext cx="2641600" cy="1371600"/>
            <a:chOff x="1968" y="2976"/>
            <a:chExt cx="1536" cy="864"/>
          </a:xfrm>
        </p:grpSpPr>
        <p:sp>
          <p:nvSpPr>
            <p:cNvPr id="56337" name="AutoShape 12">
              <a:extLst>
                <a:ext uri="{FF2B5EF4-FFF2-40B4-BE49-F238E27FC236}">
                  <a16:creationId xmlns:a16="http://schemas.microsoft.com/office/drawing/2014/main" id="{EDF54156-DF4E-9C43-912A-8D2987C3ACC9}"/>
                </a:ext>
              </a:extLst>
            </p:cNvPr>
            <p:cNvSpPr>
              <a:spLocks noChangeArrowheads="1"/>
            </p:cNvSpPr>
            <p:nvPr/>
          </p:nvSpPr>
          <p:spPr bwMode="auto">
            <a:xfrm>
              <a:off x="2784" y="3264"/>
              <a:ext cx="720" cy="576"/>
            </a:xfrm>
            <a:prstGeom prst="flowChartMagneticDisk">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0"/>
                </a:spcBef>
                <a:buClrTx/>
                <a:buFontTx/>
                <a:buNone/>
              </a:pPr>
              <a:r>
                <a:rPr lang="en-US" altLang="en-US" sz="1600" b="1">
                  <a:latin typeface="Tahoma" panose="020B0604030504040204" pitchFamily="34" charset="0"/>
                </a:rPr>
                <a:t>CSDL</a:t>
              </a:r>
            </a:p>
          </p:txBody>
        </p:sp>
        <p:sp>
          <p:nvSpPr>
            <p:cNvPr id="56338" name="AutoShape 13">
              <a:extLst>
                <a:ext uri="{FF2B5EF4-FFF2-40B4-BE49-F238E27FC236}">
                  <a16:creationId xmlns:a16="http://schemas.microsoft.com/office/drawing/2014/main" id="{80DF48D8-FCB5-A344-858F-D359016333CE}"/>
                </a:ext>
              </a:extLst>
            </p:cNvPr>
            <p:cNvSpPr>
              <a:spLocks noChangeArrowheads="1"/>
            </p:cNvSpPr>
            <p:nvPr/>
          </p:nvSpPr>
          <p:spPr bwMode="auto">
            <a:xfrm>
              <a:off x="1968" y="3264"/>
              <a:ext cx="768" cy="576"/>
            </a:xfrm>
            <a:prstGeom prst="flowChartMagneticDisk">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0"/>
                </a:spcBef>
                <a:buClrTx/>
                <a:buFontTx/>
                <a:buNone/>
              </a:pPr>
              <a:r>
                <a:rPr lang="en-US" altLang="en-US" sz="1600" b="1">
                  <a:latin typeface="Tahoma" panose="020B0604030504040204" pitchFamily="34" charset="0"/>
                </a:rPr>
                <a:t>Định nghĩa</a:t>
              </a:r>
            </a:p>
            <a:p>
              <a:pPr algn="ctr" eaLnBrk="1" hangingPunct="1">
                <a:spcBef>
                  <a:spcPct val="0"/>
                </a:spcBef>
                <a:buClrTx/>
                <a:buFontTx/>
                <a:buNone/>
              </a:pPr>
              <a:r>
                <a:rPr lang="en-US" altLang="en-US" sz="1600" b="1">
                  <a:latin typeface="Tahoma" panose="020B0604030504040204" pitchFamily="34" charset="0"/>
                </a:rPr>
                <a:t>CSDL</a:t>
              </a:r>
            </a:p>
          </p:txBody>
        </p:sp>
        <p:sp>
          <p:nvSpPr>
            <p:cNvPr id="56339" name="Line 23">
              <a:extLst>
                <a:ext uri="{FF2B5EF4-FFF2-40B4-BE49-F238E27FC236}">
                  <a16:creationId xmlns:a16="http://schemas.microsoft.com/office/drawing/2014/main" id="{F3778B2C-3923-3F40-ADFA-12FE7E87E0A1}"/>
                </a:ext>
              </a:extLst>
            </p:cNvPr>
            <p:cNvSpPr>
              <a:spLocks noChangeShapeType="1"/>
            </p:cNvSpPr>
            <p:nvPr/>
          </p:nvSpPr>
          <p:spPr bwMode="auto">
            <a:xfrm>
              <a:off x="2352" y="2976"/>
              <a:ext cx="0" cy="384"/>
            </a:xfrm>
            <a:prstGeom prst="line">
              <a:avLst/>
            </a:prstGeom>
            <a:noFill/>
            <a:ln w="12700">
              <a:solidFill>
                <a:schemeClr val="tx1"/>
              </a:solidFill>
              <a:round/>
              <a:headEnd/>
              <a:tailEnd type="arrow" w="lg" len="lg"/>
            </a:ln>
            <a:extLst>
              <a:ext uri="{909E8E84-426E-40DD-AFC4-6F175D3DCCD1}">
                <a14:hiddenFill xmlns:a14="http://schemas.microsoft.com/office/drawing/2010/main">
                  <a:noFill/>
                </a14:hiddenFill>
              </a:ext>
            </a:extLst>
          </p:spPr>
          <p:txBody>
            <a:bodyPr wrap="none" anchor="ctr"/>
            <a:lstStyle/>
            <a:p>
              <a:endParaRPr lang="en-VN"/>
            </a:p>
          </p:txBody>
        </p:sp>
        <p:sp>
          <p:nvSpPr>
            <p:cNvPr id="56340" name="Line 24">
              <a:extLst>
                <a:ext uri="{FF2B5EF4-FFF2-40B4-BE49-F238E27FC236}">
                  <a16:creationId xmlns:a16="http://schemas.microsoft.com/office/drawing/2014/main" id="{2958F915-0A5D-4F44-AB05-6E45FD14A474}"/>
                </a:ext>
              </a:extLst>
            </p:cNvPr>
            <p:cNvSpPr>
              <a:spLocks noChangeShapeType="1"/>
            </p:cNvSpPr>
            <p:nvPr/>
          </p:nvSpPr>
          <p:spPr bwMode="auto">
            <a:xfrm>
              <a:off x="3120" y="2976"/>
              <a:ext cx="0" cy="384"/>
            </a:xfrm>
            <a:prstGeom prst="line">
              <a:avLst/>
            </a:prstGeom>
            <a:noFill/>
            <a:ln w="12700">
              <a:solidFill>
                <a:schemeClr val="tx1"/>
              </a:solidFill>
              <a:round/>
              <a:headEnd/>
              <a:tailEnd type="arrow" w="lg" len="lg"/>
            </a:ln>
            <a:extLst>
              <a:ext uri="{909E8E84-426E-40DD-AFC4-6F175D3DCCD1}">
                <a14:hiddenFill xmlns:a14="http://schemas.microsoft.com/office/drawing/2010/main">
                  <a:noFill/>
                </a14:hiddenFill>
              </a:ext>
            </a:extLst>
          </p:spPr>
          <p:txBody>
            <a:bodyPr wrap="none" anchor="ctr"/>
            <a:lstStyle/>
            <a:p>
              <a:endParaRPr lang="en-VN"/>
            </a:p>
          </p:txBody>
        </p:sp>
      </p:grpSp>
      <p:grpSp>
        <p:nvGrpSpPr>
          <p:cNvPr id="4" name="Group 31">
            <a:extLst>
              <a:ext uri="{FF2B5EF4-FFF2-40B4-BE49-F238E27FC236}">
                <a16:creationId xmlns:a16="http://schemas.microsoft.com/office/drawing/2014/main" id="{80FAB20B-9304-2A49-A17D-039C311C6205}"/>
              </a:ext>
            </a:extLst>
          </p:cNvPr>
          <p:cNvGrpSpPr>
            <a:grpSpLocks/>
          </p:cNvGrpSpPr>
          <p:nvPr/>
        </p:nvGrpSpPr>
        <p:grpSpPr bwMode="auto">
          <a:xfrm>
            <a:off x="2641600" y="2057400"/>
            <a:ext cx="4044950" cy="1676400"/>
            <a:chOff x="1536" y="1296"/>
            <a:chExt cx="2352" cy="1056"/>
          </a:xfrm>
        </p:grpSpPr>
        <p:sp>
          <p:nvSpPr>
            <p:cNvPr id="56333" name="Text Box 10">
              <a:extLst>
                <a:ext uri="{FF2B5EF4-FFF2-40B4-BE49-F238E27FC236}">
                  <a16:creationId xmlns:a16="http://schemas.microsoft.com/office/drawing/2014/main" id="{F82ED7E3-6C40-FA4B-8E9B-B2BB2970551F}"/>
                </a:ext>
              </a:extLst>
            </p:cNvPr>
            <p:cNvSpPr txBox="1">
              <a:spLocks noChangeArrowheads="1"/>
            </p:cNvSpPr>
            <p:nvPr/>
          </p:nvSpPr>
          <p:spPr bwMode="auto">
            <a:xfrm>
              <a:off x="1536" y="1296"/>
              <a:ext cx="23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600" b="1">
                  <a:latin typeface="Tahoma" panose="020B0604030504040204" pitchFamily="34" charset="0"/>
                </a:rPr>
                <a:t>Người sử dụng/Lập trình viên</a:t>
              </a:r>
            </a:p>
          </p:txBody>
        </p:sp>
        <p:sp>
          <p:nvSpPr>
            <p:cNvPr id="56334" name="Text Box 11">
              <a:extLst>
                <a:ext uri="{FF2B5EF4-FFF2-40B4-BE49-F238E27FC236}">
                  <a16:creationId xmlns:a16="http://schemas.microsoft.com/office/drawing/2014/main" id="{B7D6A150-80E3-4944-9DDB-50CBCB0E63E2}"/>
                </a:ext>
              </a:extLst>
            </p:cNvPr>
            <p:cNvSpPr txBox="1">
              <a:spLocks noChangeArrowheads="1"/>
            </p:cNvSpPr>
            <p:nvPr/>
          </p:nvSpPr>
          <p:spPr bwMode="auto">
            <a:xfrm>
              <a:off x="1584" y="1728"/>
              <a:ext cx="2304" cy="220"/>
            </a:xfrm>
            <a:prstGeom prst="rect">
              <a:avLst/>
            </a:prstGeom>
            <a:solidFill>
              <a:srgbClr val="FF99CC"/>
            </a:solidFill>
            <a:ln w="12700" algn="ctr">
              <a:solidFill>
                <a:srgbClr val="FF99CC"/>
              </a:solidFill>
              <a:miter lim="800000"/>
              <a:headEnd/>
              <a:tailEnd/>
            </a:ln>
          </p:spPr>
          <p:txBody>
            <a:bodyPr>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600" b="1">
                  <a:latin typeface="Tahoma" panose="020B0604030504040204" pitchFamily="34" charset="0"/>
                </a:rPr>
                <a:t>Chương trình ứng dụng/Truy vấn</a:t>
              </a:r>
            </a:p>
          </p:txBody>
        </p:sp>
        <p:sp>
          <p:nvSpPr>
            <p:cNvPr id="56335" name="Line 22">
              <a:extLst>
                <a:ext uri="{FF2B5EF4-FFF2-40B4-BE49-F238E27FC236}">
                  <a16:creationId xmlns:a16="http://schemas.microsoft.com/office/drawing/2014/main" id="{446A3DD5-E578-E34F-8DFF-0581F0F63015}"/>
                </a:ext>
              </a:extLst>
            </p:cNvPr>
            <p:cNvSpPr>
              <a:spLocks noChangeShapeType="1"/>
            </p:cNvSpPr>
            <p:nvPr/>
          </p:nvSpPr>
          <p:spPr bwMode="auto">
            <a:xfrm>
              <a:off x="2736" y="1968"/>
              <a:ext cx="0" cy="384"/>
            </a:xfrm>
            <a:prstGeom prst="line">
              <a:avLst/>
            </a:prstGeom>
            <a:noFill/>
            <a:ln w="12700">
              <a:solidFill>
                <a:schemeClr val="tx1"/>
              </a:solidFill>
              <a:round/>
              <a:headEnd/>
              <a:tailEnd type="arrow" w="lg" len="lg"/>
            </a:ln>
            <a:extLst>
              <a:ext uri="{909E8E84-426E-40DD-AFC4-6F175D3DCCD1}">
                <a14:hiddenFill xmlns:a14="http://schemas.microsoft.com/office/drawing/2010/main">
                  <a:noFill/>
                </a14:hiddenFill>
              </a:ext>
            </a:extLst>
          </p:spPr>
          <p:txBody>
            <a:bodyPr wrap="none" anchor="ctr"/>
            <a:lstStyle/>
            <a:p>
              <a:endParaRPr lang="en-VN"/>
            </a:p>
          </p:txBody>
        </p:sp>
        <p:sp>
          <p:nvSpPr>
            <p:cNvPr id="56336" name="Line 25">
              <a:extLst>
                <a:ext uri="{FF2B5EF4-FFF2-40B4-BE49-F238E27FC236}">
                  <a16:creationId xmlns:a16="http://schemas.microsoft.com/office/drawing/2014/main" id="{01D8312C-B580-B541-89F1-0C2288F9392E}"/>
                </a:ext>
              </a:extLst>
            </p:cNvPr>
            <p:cNvSpPr>
              <a:spLocks noChangeShapeType="1"/>
            </p:cNvSpPr>
            <p:nvPr/>
          </p:nvSpPr>
          <p:spPr bwMode="auto">
            <a:xfrm>
              <a:off x="2736" y="1488"/>
              <a:ext cx="0" cy="240"/>
            </a:xfrm>
            <a:prstGeom prst="line">
              <a:avLst/>
            </a:prstGeom>
            <a:noFill/>
            <a:ln w="12700">
              <a:solidFill>
                <a:schemeClr val="tx1"/>
              </a:solidFill>
              <a:round/>
              <a:headEnd/>
              <a:tailEnd type="arrow" w="lg" len="lg"/>
            </a:ln>
            <a:extLst>
              <a:ext uri="{909E8E84-426E-40DD-AFC4-6F175D3DCCD1}">
                <a14:hiddenFill xmlns:a14="http://schemas.microsoft.com/office/drawing/2010/main">
                  <a:noFill/>
                </a14:hiddenFill>
              </a:ext>
            </a:extLst>
          </p:spPr>
          <p:txBody>
            <a:bodyPr wrap="none" anchor="ctr"/>
            <a:lstStyle/>
            <a:p>
              <a:endParaRPr lang="en-VN"/>
            </a:p>
          </p:txBody>
        </p:sp>
      </p:grpSp>
      <p:grpSp>
        <p:nvGrpSpPr>
          <p:cNvPr id="5" name="Group 30">
            <a:extLst>
              <a:ext uri="{FF2B5EF4-FFF2-40B4-BE49-F238E27FC236}">
                <a16:creationId xmlns:a16="http://schemas.microsoft.com/office/drawing/2014/main" id="{168A438A-9E08-4D42-866A-D0303CA2BB2D}"/>
              </a:ext>
            </a:extLst>
          </p:cNvPr>
          <p:cNvGrpSpPr>
            <a:grpSpLocks/>
          </p:cNvGrpSpPr>
          <p:nvPr/>
        </p:nvGrpSpPr>
        <p:grpSpPr bwMode="auto">
          <a:xfrm>
            <a:off x="1651000" y="1905000"/>
            <a:ext cx="5943600" cy="4419600"/>
            <a:chOff x="960" y="1200"/>
            <a:chExt cx="3456" cy="2784"/>
          </a:xfrm>
        </p:grpSpPr>
        <p:sp>
          <p:nvSpPr>
            <p:cNvPr id="56331" name="Rectangle 16">
              <a:extLst>
                <a:ext uri="{FF2B5EF4-FFF2-40B4-BE49-F238E27FC236}">
                  <a16:creationId xmlns:a16="http://schemas.microsoft.com/office/drawing/2014/main" id="{5E8073E2-BE1F-6847-8150-368C5AF2698F}"/>
                </a:ext>
              </a:extLst>
            </p:cNvPr>
            <p:cNvSpPr>
              <a:spLocks noChangeArrowheads="1"/>
            </p:cNvSpPr>
            <p:nvPr/>
          </p:nvSpPr>
          <p:spPr bwMode="auto">
            <a:xfrm>
              <a:off x="960" y="1200"/>
              <a:ext cx="3456" cy="2784"/>
            </a:xfrm>
            <a:prstGeom prst="rect">
              <a:avLst/>
            </a:prstGeom>
            <a:noFill/>
            <a:ln w="12700" algn="ctr">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56332" name="Text Box 26">
              <a:extLst>
                <a:ext uri="{FF2B5EF4-FFF2-40B4-BE49-F238E27FC236}">
                  <a16:creationId xmlns:a16="http://schemas.microsoft.com/office/drawing/2014/main" id="{3BB40474-8E86-284F-9DD4-8BF2B6F79736}"/>
                </a:ext>
              </a:extLst>
            </p:cNvPr>
            <p:cNvSpPr txBox="1">
              <a:spLocks noChangeArrowheads="1"/>
            </p:cNvSpPr>
            <p:nvPr/>
          </p:nvSpPr>
          <p:spPr bwMode="auto">
            <a:xfrm>
              <a:off x="960" y="3792"/>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Hệ CSDL </a:t>
              </a:r>
            </a:p>
          </p:txBody>
        </p:sp>
      </p:grpSp>
      <p:sp>
        <p:nvSpPr>
          <p:cNvPr id="56330" name="Text Box 32">
            <a:extLst>
              <a:ext uri="{FF2B5EF4-FFF2-40B4-BE49-F238E27FC236}">
                <a16:creationId xmlns:a16="http://schemas.microsoft.com/office/drawing/2014/main" id="{5E6B4E86-3409-0340-B5EA-4A46E97A4E71}"/>
              </a:ext>
            </a:extLst>
          </p:cNvPr>
          <p:cNvSpPr txBox="1">
            <a:spLocks noChangeArrowheads="1"/>
          </p:cNvSpPr>
          <p:nvPr/>
        </p:nvSpPr>
        <p:spPr bwMode="auto">
          <a:xfrm>
            <a:off x="2476500" y="5486400"/>
            <a:ext cx="990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Catalog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16"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ppt_w</p:attrName>
                                        </p:attrNameLst>
                                      </p:cBhvr>
                                      <p:tavLst>
                                        <p:tav tm="0">
                                          <p:val>
                                            <p:fltVal val="0"/>
                                          </p:val>
                                        </p:tav>
                                        <p:tav tm="100000">
                                          <p:val>
                                            <p:strVal val="#ppt_w"/>
                                          </p:val>
                                        </p:tav>
                                      </p:tavLst>
                                    </p:anim>
                                    <p:anim calcmode="lin" valueType="num">
                                      <p:cBhvr>
                                        <p:cTn id="20"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16"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box(in)">
                                      <p:cBhvr>
                                        <p:cTn id="2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Date Placeholder 3">
            <a:extLst>
              <a:ext uri="{FF2B5EF4-FFF2-40B4-BE49-F238E27FC236}">
                <a16:creationId xmlns:a16="http://schemas.microsoft.com/office/drawing/2014/main" id="{E598B643-B937-6C41-906A-612104F800D6}"/>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58371" name="Slide Number Placeholder 5">
            <a:extLst>
              <a:ext uri="{FF2B5EF4-FFF2-40B4-BE49-F238E27FC236}">
                <a16:creationId xmlns:a16="http://schemas.microsoft.com/office/drawing/2014/main" id="{68BC2522-7571-5A40-8667-447AD9FD1DA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r">
              <a:spcBef>
                <a:spcPct val="0"/>
              </a:spcBef>
              <a:buClrTx/>
              <a:buFontTx/>
              <a:buNone/>
            </a:pPr>
            <a:fld id="{6BA1827E-2670-AA40-A6F3-528FD2C3EE45}" type="slidenum">
              <a:rPr lang="en-US" altLang="en-US" sz="1000" smtClean="0"/>
              <a:pPr algn="r">
                <a:spcBef>
                  <a:spcPct val="0"/>
                </a:spcBef>
                <a:buClrTx/>
                <a:buFontTx/>
                <a:buNone/>
              </a:pPr>
              <a:t>34</a:t>
            </a:fld>
            <a:endParaRPr lang="en-US" altLang="en-US" sz="1000"/>
          </a:p>
        </p:txBody>
      </p:sp>
      <p:sp>
        <p:nvSpPr>
          <p:cNvPr id="58372" name="Rectangle 2">
            <a:extLst>
              <a:ext uri="{FF2B5EF4-FFF2-40B4-BE49-F238E27FC236}">
                <a16:creationId xmlns:a16="http://schemas.microsoft.com/office/drawing/2014/main" id="{AF72DE4F-C3ED-334A-83FB-B384EF0F83D4}"/>
              </a:ext>
            </a:extLst>
          </p:cNvPr>
          <p:cNvSpPr>
            <a:spLocks noGrp="1" noChangeArrowheads="1"/>
          </p:cNvSpPr>
          <p:nvPr>
            <p:ph type="title"/>
          </p:nvPr>
        </p:nvSpPr>
        <p:spPr>
          <a:xfrm>
            <a:off x="495300" y="354013"/>
            <a:ext cx="8915400" cy="620712"/>
          </a:xfrm>
        </p:spPr>
        <p:txBody>
          <a:bodyPr/>
          <a:lstStyle/>
          <a:p>
            <a:pPr eaLnBrk="1" hangingPunct="1"/>
            <a:r>
              <a:rPr lang="en-US" altLang="en-US" sz="3500"/>
              <a:t>Các mức nhìn của hệ CSDL </a:t>
            </a:r>
          </a:p>
        </p:txBody>
      </p:sp>
      <p:sp>
        <p:nvSpPr>
          <p:cNvPr id="58373" name="Rectangle 3">
            <a:extLst>
              <a:ext uri="{FF2B5EF4-FFF2-40B4-BE49-F238E27FC236}">
                <a16:creationId xmlns:a16="http://schemas.microsoft.com/office/drawing/2014/main" id="{38F09661-92E1-464E-A0E9-A66C941AA184}"/>
              </a:ext>
            </a:extLst>
          </p:cNvPr>
          <p:cNvSpPr>
            <a:spLocks noGrp="1" noChangeArrowheads="1"/>
          </p:cNvSpPr>
          <p:nvPr>
            <p:ph type="body" idx="1"/>
          </p:nvPr>
        </p:nvSpPr>
        <p:spPr>
          <a:xfrm>
            <a:off x="495300" y="1295400"/>
            <a:ext cx="8915400" cy="5105400"/>
          </a:xfrm>
          <a:noFill/>
        </p:spPr>
        <p:txBody>
          <a:bodyPr/>
          <a:lstStyle/>
          <a:p>
            <a:pPr eaLnBrk="1" hangingPunct="1"/>
            <a:r>
              <a:rPr lang="en-US" altLang="en-US"/>
              <a:t>Kiến trúc 3 lược đồ</a:t>
            </a:r>
          </a:p>
        </p:txBody>
      </p:sp>
      <p:grpSp>
        <p:nvGrpSpPr>
          <p:cNvPr id="58374" name="Group 4">
            <a:extLst>
              <a:ext uri="{FF2B5EF4-FFF2-40B4-BE49-F238E27FC236}">
                <a16:creationId xmlns:a16="http://schemas.microsoft.com/office/drawing/2014/main" id="{04944E2D-6E72-C04B-A25B-48140450D91C}"/>
              </a:ext>
            </a:extLst>
          </p:cNvPr>
          <p:cNvGrpSpPr>
            <a:grpSpLocks/>
          </p:cNvGrpSpPr>
          <p:nvPr/>
        </p:nvGrpSpPr>
        <p:grpSpPr bwMode="auto">
          <a:xfrm>
            <a:off x="495300" y="1828800"/>
            <a:ext cx="8997950" cy="4648200"/>
            <a:chOff x="288" y="1152"/>
            <a:chExt cx="5280" cy="2928"/>
          </a:xfrm>
        </p:grpSpPr>
        <p:sp>
          <p:nvSpPr>
            <p:cNvPr id="58375" name="Rectangle 5">
              <a:extLst>
                <a:ext uri="{FF2B5EF4-FFF2-40B4-BE49-F238E27FC236}">
                  <a16:creationId xmlns:a16="http://schemas.microsoft.com/office/drawing/2014/main" id="{E860544C-1703-C445-B1B8-54D73CEB2679}"/>
                </a:ext>
              </a:extLst>
            </p:cNvPr>
            <p:cNvSpPr>
              <a:spLocks noChangeArrowheads="1"/>
            </p:cNvSpPr>
            <p:nvPr/>
          </p:nvSpPr>
          <p:spPr bwMode="auto">
            <a:xfrm>
              <a:off x="288" y="2112"/>
              <a:ext cx="5280" cy="912"/>
            </a:xfrm>
            <a:prstGeom prst="rect">
              <a:avLst/>
            </a:prstGeom>
            <a:solidFill>
              <a:srgbClr val="FF99CC">
                <a:alpha val="54901"/>
              </a:srgbClr>
            </a:solidFill>
            <a:ln w="12700" algn="ctr">
              <a:solidFill>
                <a:srgbClr val="FF99CC"/>
              </a:solidFill>
              <a:miter lim="800000"/>
              <a:headEnd/>
              <a:tailEnd/>
            </a:ln>
          </p:spPr>
          <p:txBody>
            <a:bodyPr anchor="ctr">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58376" name="Rectangle 6">
              <a:extLst>
                <a:ext uri="{FF2B5EF4-FFF2-40B4-BE49-F238E27FC236}">
                  <a16:creationId xmlns:a16="http://schemas.microsoft.com/office/drawing/2014/main" id="{D995550A-D8CD-EA47-8156-40285309D08C}"/>
                </a:ext>
              </a:extLst>
            </p:cNvPr>
            <p:cNvSpPr>
              <a:spLocks noChangeArrowheads="1"/>
            </p:cNvSpPr>
            <p:nvPr/>
          </p:nvSpPr>
          <p:spPr bwMode="auto">
            <a:xfrm>
              <a:off x="288" y="3024"/>
              <a:ext cx="5280" cy="1056"/>
            </a:xfrm>
            <a:prstGeom prst="rect">
              <a:avLst/>
            </a:prstGeom>
            <a:solidFill>
              <a:srgbClr val="FFCC99">
                <a:alpha val="54901"/>
              </a:srgbClr>
            </a:solidFill>
            <a:ln w="12700" algn="ctr">
              <a:solidFill>
                <a:srgbClr val="FFCC99"/>
              </a:solidFill>
              <a:miter lim="800000"/>
              <a:headEnd/>
              <a:tailEnd/>
            </a:ln>
          </p:spPr>
          <p:txBody>
            <a:bodyPr anchor="ctr">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58377" name="Rectangle 7">
              <a:extLst>
                <a:ext uri="{FF2B5EF4-FFF2-40B4-BE49-F238E27FC236}">
                  <a16:creationId xmlns:a16="http://schemas.microsoft.com/office/drawing/2014/main" id="{CB8AE02A-EF4A-B247-B3FC-DABEB471F974}"/>
                </a:ext>
              </a:extLst>
            </p:cNvPr>
            <p:cNvSpPr>
              <a:spLocks noChangeArrowheads="1"/>
            </p:cNvSpPr>
            <p:nvPr/>
          </p:nvSpPr>
          <p:spPr bwMode="auto">
            <a:xfrm>
              <a:off x="288" y="1152"/>
              <a:ext cx="5280" cy="960"/>
            </a:xfrm>
            <a:prstGeom prst="rect">
              <a:avLst/>
            </a:prstGeom>
            <a:solidFill>
              <a:srgbClr val="99CCFF">
                <a:alpha val="54901"/>
              </a:srgbClr>
            </a:solidFill>
            <a:ln w="12700" algn="ctr">
              <a:solidFill>
                <a:srgbClr val="99CCFF"/>
              </a:solidFill>
              <a:miter lim="800000"/>
              <a:headEnd/>
              <a:tailEnd/>
            </a:ln>
          </p:spPr>
          <p:txBody>
            <a:bodyPr anchor="ctr">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grpSp>
          <p:nvGrpSpPr>
            <p:cNvPr id="58378" name="Group 8">
              <a:extLst>
                <a:ext uri="{FF2B5EF4-FFF2-40B4-BE49-F238E27FC236}">
                  <a16:creationId xmlns:a16="http://schemas.microsoft.com/office/drawing/2014/main" id="{BCEACEA8-9F1A-004F-A6F6-07458A6EE56D}"/>
                </a:ext>
              </a:extLst>
            </p:cNvPr>
            <p:cNvGrpSpPr>
              <a:grpSpLocks/>
            </p:cNvGrpSpPr>
            <p:nvPr/>
          </p:nvGrpSpPr>
          <p:grpSpPr bwMode="auto">
            <a:xfrm>
              <a:off x="2255" y="1201"/>
              <a:ext cx="720" cy="575"/>
              <a:chOff x="2880" y="1391"/>
              <a:chExt cx="720" cy="575"/>
            </a:xfrm>
          </p:grpSpPr>
          <p:grpSp>
            <p:nvGrpSpPr>
              <p:cNvPr id="58411" name="Group 9">
                <a:extLst>
                  <a:ext uri="{FF2B5EF4-FFF2-40B4-BE49-F238E27FC236}">
                    <a16:creationId xmlns:a16="http://schemas.microsoft.com/office/drawing/2014/main" id="{ADE953A3-0DF5-A040-83EF-2E2D1C1853D9}"/>
                  </a:ext>
                </a:extLst>
              </p:cNvPr>
              <p:cNvGrpSpPr>
                <a:grpSpLocks/>
              </p:cNvGrpSpPr>
              <p:nvPr/>
            </p:nvGrpSpPr>
            <p:grpSpPr bwMode="auto">
              <a:xfrm>
                <a:off x="3107" y="1391"/>
                <a:ext cx="205" cy="385"/>
                <a:chOff x="515" y="1775"/>
                <a:chExt cx="239" cy="529"/>
              </a:xfrm>
            </p:grpSpPr>
            <p:sp>
              <p:nvSpPr>
                <p:cNvPr id="58413" name="Oval 10">
                  <a:extLst>
                    <a:ext uri="{FF2B5EF4-FFF2-40B4-BE49-F238E27FC236}">
                      <a16:creationId xmlns:a16="http://schemas.microsoft.com/office/drawing/2014/main" id="{03394E39-C857-4544-98A6-2C0B82AEBCBC}"/>
                    </a:ext>
                  </a:extLst>
                </p:cNvPr>
                <p:cNvSpPr>
                  <a:spLocks noChangeArrowheads="1"/>
                </p:cNvSpPr>
                <p:nvPr/>
              </p:nvSpPr>
              <p:spPr bwMode="auto">
                <a:xfrm>
                  <a:off x="534" y="1775"/>
                  <a:ext cx="200" cy="197"/>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grpSp>
              <p:nvGrpSpPr>
                <p:cNvPr id="58414" name="Group 11">
                  <a:extLst>
                    <a:ext uri="{FF2B5EF4-FFF2-40B4-BE49-F238E27FC236}">
                      <a16:creationId xmlns:a16="http://schemas.microsoft.com/office/drawing/2014/main" id="{ED4F94DC-AFD8-5945-900C-8145076F70D7}"/>
                    </a:ext>
                  </a:extLst>
                </p:cNvPr>
                <p:cNvGrpSpPr>
                  <a:grpSpLocks/>
                </p:cNvGrpSpPr>
                <p:nvPr/>
              </p:nvGrpSpPr>
              <p:grpSpPr bwMode="auto">
                <a:xfrm>
                  <a:off x="515" y="2146"/>
                  <a:ext cx="239" cy="158"/>
                  <a:chOff x="515" y="2146"/>
                  <a:chExt cx="239" cy="158"/>
                </a:xfrm>
              </p:grpSpPr>
              <p:sp>
                <p:nvSpPr>
                  <p:cNvPr id="58418" name="Line 12">
                    <a:extLst>
                      <a:ext uri="{FF2B5EF4-FFF2-40B4-BE49-F238E27FC236}">
                        <a16:creationId xmlns:a16="http://schemas.microsoft.com/office/drawing/2014/main" id="{0D7352CC-C430-DD4B-82C4-7446DA74181B}"/>
                      </a:ext>
                    </a:extLst>
                  </p:cNvPr>
                  <p:cNvSpPr>
                    <a:spLocks noChangeShapeType="1"/>
                  </p:cNvSpPr>
                  <p:nvPr/>
                </p:nvSpPr>
                <p:spPr bwMode="auto">
                  <a:xfrm flipH="1">
                    <a:off x="515" y="2146"/>
                    <a:ext cx="120" cy="15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VN"/>
                  </a:p>
                </p:txBody>
              </p:sp>
              <p:sp>
                <p:nvSpPr>
                  <p:cNvPr id="58419" name="Line 13">
                    <a:extLst>
                      <a:ext uri="{FF2B5EF4-FFF2-40B4-BE49-F238E27FC236}">
                        <a16:creationId xmlns:a16="http://schemas.microsoft.com/office/drawing/2014/main" id="{0C1ACC71-2161-8048-AC13-B48624C9A2FD}"/>
                      </a:ext>
                    </a:extLst>
                  </p:cNvPr>
                  <p:cNvSpPr>
                    <a:spLocks noChangeShapeType="1"/>
                  </p:cNvSpPr>
                  <p:nvPr/>
                </p:nvSpPr>
                <p:spPr bwMode="auto">
                  <a:xfrm>
                    <a:off x="634" y="2146"/>
                    <a:ext cx="120" cy="15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VN"/>
                  </a:p>
                </p:txBody>
              </p:sp>
            </p:grpSp>
            <p:grpSp>
              <p:nvGrpSpPr>
                <p:cNvPr id="58415" name="Group 14">
                  <a:extLst>
                    <a:ext uri="{FF2B5EF4-FFF2-40B4-BE49-F238E27FC236}">
                      <a16:creationId xmlns:a16="http://schemas.microsoft.com/office/drawing/2014/main" id="{F5047DE2-7581-7E42-9C25-B03664597E3B}"/>
                    </a:ext>
                  </a:extLst>
                </p:cNvPr>
                <p:cNvGrpSpPr>
                  <a:grpSpLocks/>
                </p:cNvGrpSpPr>
                <p:nvPr/>
              </p:nvGrpSpPr>
              <p:grpSpPr bwMode="auto">
                <a:xfrm>
                  <a:off x="516" y="1980"/>
                  <a:ext cx="237" cy="162"/>
                  <a:chOff x="516" y="1980"/>
                  <a:chExt cx="237" cy="162"/>
                </a:xfrm>
              </p:grpSpPr>
              <p:sp>
                <p:nvSpPr>
                  <p:cNvPr id="58416" name="Line 15">
                    <a:extLst>
                      <a:ext uri="{FF2B5EF4-FFF2-40B4-BE49-F238E27FC236}">
                        <a16:creationId xmlns:a16="http://schemas.microsoft.com/office/drawing/2014/main" id="{416F63EA-C114-634B-A8F9-1566B6291D4E}"/>
                      </a:ext>
                    </a:extLst>
                  </p:cNvPr>
                  <p:cNvSpPr>
                    <a:spLocks noChangeShapeType="1"/>
                  </p:cNvSpPr>
                  <p:nvPr/>
                </p:nvSpPr>
                <p:spPr bwMode="auto">
                  <a:xfrm>
                    <a:off x="634" y="1980"/>
                    <a:ext cx="0" cy="1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VN"/>
                  </a:p>
                </p:txBody>
              </p:sp>
              <p:sp>
                <p:nvSpPr>
                  <p:cNvPr id="58417" name="Line 16">
                    <a:extLst>
                      <a:ext uri="{FF2B5EF4-FFF2-40B4-BE49-F238E27FC236}">
                        <a16:creationId xmlns:a16="http://schemas.microsoft.com/office/drawing/2014/main" id="{3B491C08-5BB2-9144-B27A-5E785F37D40B}"/>
                      </a:ext>
                    </a:extLst>
                  </p:cNvPr>
                  <p:cNvSpPr>
                    <a:spLocks noChangeShapeType="1"/>
                  </p:cNvSpPr>
                  <p:nvPr/>
                </p:nvSpPr>
                <p:spPr bwMode="auto">
                  <a:xfrm>
                    <a:off x="516" y="2040"/>
                    <a:ext cx="2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VN"/>
                  </a:p>
                </p:txBody>
              </p:sp>
            </p:grpSp>
          </p:grpSp>
          <p:sp>
            <p:nvSpPr>
              <p:cNvPr id="58412" name="Rectangle 17">
                <a:extLst>
                  <a:ext uri="{FF2B5EF4-FFF2-40B4-BE49-F238E27FC236}">
                    <a16:creationId xmlns:a16="http://schemas.microsoft.com/office/drawing/2014/main" id="{F7C347E8-C3F5-1942-974B-681D9B7BE4C6}"/>
                  </a:ext>
                </a:extLst>
              </p:cNvPr>
              <p:cNvSpPr>
                <a:spLocks noChangeArrowheads="1"/>
              </p:cNvSpPr>
              <p:nvPr/>
            </p:nvSpPr>
            <p:spPr bwMode="auto">
              <a:xfrm>
                <a:off x="2880" y="1776"/>
                <a:ext cx="720"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a:spcBef>
                    <a:spcPct val="0"/>
                  </a:spcBef>
                  <a:buClrTx/>
                  <a:buFontTx/>
                  <a:buNone/>
                </a:pPr>
                <a:r>
                  <a:rPr lang="fr-FR" altLang="en-US" sz="1400"/>
                  <a:t>Người dùng</a:t>
                </a:r>
              </a:p>
            </p:txBody>
          </p:sp>
        </p:grpSp>
        <p:sp>
          <p:nvSpPr>
            <p:cNvPr id="58379" name="Rectangle 18">
              <a:extLst>
                <a:ext uri="{FF2B5EF4-FFF2-40B4-BE49-F238E27FC236}">
                  <a16:creationId xmlns:a16="http://schemas.microsoft.com/office/drawing/2014/main" id="{0EA5A413-1A6C-3A46-AB26-26A2A567916E}"/>
                </a:ext>
              </a:extLst>
            </p:cNvPr>
            <p:cNvSpPr>
              <a:spLocks noChangeArrowheads="1"/>
            </p:cNvSpPr>
            <p:nvPr/>
          </p:nvSpPr>
          <p:spPr bwMode="auto">
            <a:xfrm>
              <a:off x="2054" y="1825"/>
              <a:ext cx="1073" cy="239"/>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800">
                  <a:latin typeface="Tahoma" panose="020B0604030504040204" pitchFamily="34" charset="0"/>
                </a:rPr>
                <a:t>Lược đồ ngoài 1</a:t>
              </a:r>
            </a:p>
          </p:txBody>
        </p:sp>
        <p:sp>
          <p:nvSpPr>
            <p:cNvPr id="58380" name="Rectangle 19">
              <a:extLst>
                <a:ext uri="{FF2B5EF4-FFF2-40B4-BE49-F238E27FC236}">
                  <a16:creationId xmlns:a16="http://schemas.microsoft.com/office/drawing/2014/main" id="{11F92693-67C3-BE47-B219-E4F70E0917C3}"/>
                </a:ext>
              </a:extLst>
            </p:cNvPr>
            <p:cNvSpPr>
              <a:spLocks noChangeArrowheads="1"/>
            </p:cNvSpPr>
            <p:nvPr/>
          </p:nvSpPr>
          <p:spPr bwMode="auto">
            <a:xfrm>
              <a:off x="4023" y="1825"/>
              <a:ext cx="1074" cy="239"/>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800">
                  <a:latin typeface="Tahoma" panose="020B0604030504040204" pitchFamily="34" charset="0"/>
                </a:rPr>
                <a:t>Lược đồ ngoài n</a:t>
              </a:r>
            </a:p>
          </p:txBody>
        </p:sp>
        <p:sp>
          <p:nvSpPr>
            <p:cNvPr id="58381" name="Text Box 20">
              <a:extLst>
                <a:ext uri="{FF2B5EF4-FFF2-40B4-BE49-F238E27FC236}">
                  <a16:creationId xmlns:a16="http://schemas.microsoft.com/office/drawing/2014/main" id="{BC37333F-2EEE-D24D-83EA-EF6DFD37B523}"/>
                </a:ext>
              </a:extLst>
            </p:cNvPr>
            <p:cNvSpPr txBox="1">
              <a:spLocks noChangeArrowheads="1"/>
            </p:cNvSpPr>
            <p:nvPr/>
          </p:nvSpPr>
          <p:spPr bwMode="auto">
            <a:xfrm>
              <a:off x="3311" y="1825"/>
              <a:ext cx="5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800">
                  <a:latin typeface="Tahoma" panose="020B0604030504040204" pitchFamily="34" charset="0"/>
                </a:rPr>
                <a:t>…</a:t>
              </a:r>
            </a:p>
          </p:txBody>
        </p:sp>
        <p:sp>
          <p:nvSpPr>
            <p:cNvPr id="58382" name="Rectangle 21">
              <a:extLst>
                <a:ext uri="{FF2B5EF4-FFF2-40B4-BE49-F238E27FC236}">
                  <a16:creationId xmlns:a16="http://schemas.microsoft.com/office/drawing/2014/main" id="{88CDB390-0C28-5D45-9F1C-E1B476629C2A}"/>
                </a:ext>
              </a:extLst>
            </p:cNvPr>
            <p:cNvSpPr>
              <a:spLocks noChangeArrowheads="1"/>
            </p:cNvSpPr>
            <p:nvPr/>
          </p:nvSpPr>
          <p:spPr bwMode="auto">
            <a:xfrm>
              <a:off x="2921" y="2448"/>
              <a:ext cx="1260" cy="239"/>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800">
                  <a:latin typeface="Tahoma" panose="020B0604030504040204" pitchFamily="34" charset="0"/>
                </a:rPr>
                <a:t>Lược đồ quan niệm</a:t>
              </a:r>
            </a:p>
          </p:txBody>
        </p:sp>
        <p:sp>
          <p:nvSpPr>
            <p:cNvPr id="58383" name="Rectangle 22">
              <a:extLst>
                <a:ext uri="{FF2B5EF4-FFF2-40B4-BE49-F238E27FC236}">
                  <a16:creationId xmlns:a16="http://schemas.microsoft.com/office/drawing/2014/main" id="{D52449C1-915A-8D4E-B7D9-7986935E17D8}"/>
                </a:ext>
              </a:extLst>
            </p:cNvPr>
            <p:cNvSpPr>
              <a:spLocks noChangeArrowheads="1"/>
            </p:cNvSpPr>
            <p:nvPr/>
          </p:nvSpPr>
          <p:spPr bwMode="auto">
            <a:xfrm>
              <a:off x="3106" y="3121"/>
              <a:ext cx="949" cy="239"/>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800">
                  <a:latin typeface="Tahoma" panose="020B0604030504040204" pitchFamily="34" charset="0"/>
                </a:rPr>
                <a:t>Lược đồ trong</a:t>
              </a:r>
            </a:p>
          </p:txBody>
        </p:sp>
        <p:grpSp>
          <p:nvGrpSpPr>
            <p:cNvPr id="58384" name="Group 23">
              <a:extLst>
                <a:ext uri="{FF2B5EF4-FFF2-40B4-BE49-F238E27FC236}">
                  <a16:creationId xmlns:a16="http://schemas.microsoft.com/office/drawing/2014/main" id="{962A8331-A475-E74F-929C-885910C4292E}"/>
                </a:ext>
              </a:extLst>
            </p:cNvPr>
            <p:cNvGrpSpPr>
              <a:grpSpLocks/>
            </p:cNvGrpSpPr>
            <p:nvPr/>
          </p:nvGrpSpPr>
          <p:grpSpPr bwMode="auto">
            <a:xfrm>
              <a:off x="2927" y="3600"/>
              <a:ext cx="1296" cy="432"/>
              <a:chOff x="2208" y="3552"/>
              <a:chExt cx="1296" cy="432"/>
            </a:xfrm>
          </p:grpSpPr>
          <p:sp>
            <p:nvSpPr>
              <p:cNvPr id="58408" name="AutoShape 24">
                <a:extLst>
                  <a:ext uri="{FF2B5EF4-FFF2-40B4-BE49-F238E27FC236}">
                    <a16:creationId xmlns:a16="http://schemas.microsoft.com/office/drawing/2014/main" id="{0A0663A4-5434-3246-83FF-835DAFF3C1FB}"/>
                  </a:ext>
                </a:extLst>
              </p:cNvPr>
              <p:cNvSpPr>
                <a:spLocks noChangeArrowheads="1"/>
              </p:cNvSpPr>
              <p:nvPr/>
            </p:nvSpPr>
            <p:spPr bwMode="auto">
              <a:xfrm>
                <a:off x="2208" y="3552"/>
                <a:ext cx="336" cy="432"/>
              </a:xfrm>
              <a:prstGeom prst="flowChartMagneticDisk">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58409" name="AutoShape 25">
                <a:extLst>
                  <a:ext uri="{FF2B5EF4-FFF2-40B4-BE49-F238E27FC236}">
                    <a16:creationId xmlns:a16="http://schemas.microsoft.com/office/drawing/2014/main" id="{0B08EC7D-E8CE-3046-9314-939B6A67F279}"/>
                  </a:ext>
                </a:extLst>
              </p:cNvPr>
              <p:cNvSpPr>
                <a:spLocks noChangeArrowheads="1"/>
              </p:cNvSpPr>
              <p:nvPr/>
            </p:nvSpPr>
            <p:spPr bwMode="auto">
              <a:xfrm>
                <a:off x="2688" y="3552"/>
                <a:ext cx="336" cy="432"/>
              </a:xfrm>
              <a:prstGeom prst="flowChartMagneticDisk">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58410" name="AutoShape 26">
                <a:extLst>
                  <a:ext uri="{FF2B5EF4-FFF2-40B4-BE49-F238E27FC236}">
                    <a16:creationId xmlns:a16="http://schemas.microsoft.com/office/drawing/2014/main" id="{3836D025-CE69-A14E-AD51-FD6705A275AF}"/>
                  </a:ext>
                </a:extLst>
              </p:cNvPr>
              <p:cNvSpPr>
                <a:spLocks noChangeArrowheads="1"/>
              </p:cNvSpPr>
              <p:nvPr/>
            </p:nvSpPr>
            <p:spPr bwMode="auto">
              <a:xfrm>
                <a:off x="3168" y="3552"/>
                <a:ext cx="336" cy="432"/>
              </a:xfrm>
              <a:prstGeom prst="flowChartMagneticDisk">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grpSp>
        <p:sp>
          <p:nvSpPr>
            <p:cNvPr id="58385" name="Line 27">
              <a:extLst>
                <a:ext uri="{FF2B5EF4-FFF2-40B4-BE49-F238E27FC236}">
                  <a16:creationId xmlns:a16="http://schemas.microsoft.com/office/drawing/2014/main" id="{ABADBD9E-EC40-2D41-990F-C4A2882F683D}"/>
                </a:ext>
              </a:extLst>
            </p:cNvPr>
            <p:cNvSpPr>
              <a:spLocks noChangeShapeType="1"/>
            </p:cNvSpPr>
            <p:nvPr/>
          </p:nvSpPr>
          <p:spPr bwMode="auto">
            <a:xfrm>
              <a:off x="3599" y="2688"/>
              <a:ext cx="1" cy="432"/>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nchor="ctr">
              <a:spAutoFit/>
            </a:bodyPr>
            <a:lstStyle/>
            <a:p>
              <a:endParaRPr lang="en-VN"/>
            </a:p>
          </p:txBody>
        </p:sp>
        <p:sp>
          <p:nvSpPr>
            <p:cNvPr id="58386" name="Line 28">
              <a:extLst>
                <a:ext uri="{FF2B5EF4-FFF2-40B4-BE49-F238E27FC236}">
                  <a16:creationId xmlns:a16="http://schemas.microsoft.com/office/drawing/2014/main" id="{97C339BD-1352-9D43-8ABE-471571809109}"/>
                </a:ext>
              </a:extLst>
            </p:cNvPr>
            <p:cNvSpPr>
              <a:spLocks noChangeShapeType="1"/>
            </p:cNvSpPr>
            <p:nvPr/>
          </p:nvSpPr>
          <p:spPr bwMode="auto">
            <a:xfrm>
              <a:off x="2639" y="2064"/>
              <a:ext cx="432" cy="384"/>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VN"/>
            </a:p>
          </p:txBody>
        </p:sp>
        <p:sp>
          <p:nvSpPr>
            <p:cNvPr id="58387" name="Line 29">
              <a:extLst>
                <a:ext uri="{FF2B5EF4-FFF2-40B4-BE49-F238E27FC236}">
                  <a16:creationId xmlns:a16="http://schemas.microsoft.com/office/drawing/2014/main" id="{124A4821-ABD7-3C47-987F-22CF67D92849}"/>
                </a:ext>
              </a:extLst>
            </p:cNvPr>
            <p:cNvSpPr>
              <a:spLocks noChangeShapeType="1"/>
            </p:cNvSpPr>
            <p:nvPr/>
          </p:nvSpPr>
          <p:spPr bwMode="auto">
            <a:xfrm flipH="1">
              <a:off x="4031" y="2064"/>
              <a:ext cx="528" cy="384"/>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VN"/>
            </a:p>
          </p:txBody>
        </p:sp>
        <p:grpSp>
          <p:nvGrpSpPr>
            <p:cNvPr id="58388" name="Group 30">
              <a:extLst>
                <a:ext uri="{FF2B5EF4-FFF2-40B4-BE49-F238E27FC236}">
                  <a16:creationId xmlns:a16="http://schemas.microsoft.com/office/drawing/2014/main" id="{3AABDD83-318F-934B-81ED-E9E4EE3E5DAA}"/>
                </a:ext>
              </a:extLst>
            </p:cNvPr>
            <p:cNvGrpSpPr>
              <a:grpSpLocks/>
            </p:cNvGrpSpPr>
            <p:nvPr/>
          </p:nvGrpSpPr>
          <p:grpSpPr bwMode="auto">
            <a:xfrm>
              <a:off x="4223" y="1201"/>
              <a:ext cx="720" cy="575"/>
              <a:chOff x="2880" y="1391"/>
              <a:chExt cx="720" cy="575"/>
            </a:xfrm>
          </p:grpSpPr>
          <p:grpSp>
            <p:nvGrpSpPr>
              <p:cNvPr id="58399" name="Group 31">
                <a:extLst>
                  <a:ext uri="{FF2B5EF4-FFF2-40B4-BE49-F238E27FC236}">
                    <a16:creationId xmlns:a16="http://schemas.microsoft.com/office/drawing/2014/main" id="{44527C6B-32E1-0640-BE38-7891897D2F48}"/>
                  </a:ext>
                </a:extLst>
              </p:cNvPr>
              <p:cNvGrpSpPr>
                <a:grpSpLocks/>
              </p:cNvGrpSpPr>
              <p:nvPr/>
            </p:nvGrpSpPr>
            <p:grpSpPr bwMode="auto">
              <a:xfrm>
                <a:off x="3107" y="1391"/>
                <a:ext cx="205" cy="385"/>
                <a:chOff x="515" y="1775"/>
                <a:chExt cx="239" cy="529"/>
              </a:xfrm>
            </p:grpSpPr>
            <p:sp>
              <p:nvSpPr>
                <p:cNvPr id="58401" name="Oval 32">
                  <a:extLst>
                    <a:ext uri="{FF2B5EF4-FFF2-40B4-BE49-F238E27FC236}">
                      <a16:creationId xmlns:a16="http://schemas.microsoft.com/office/drawing/2014/main" id="{E6FC206D-D0AF-E04B-89C4-B35B21770C46}"/>
                    </a:ext>
                  </a:extLst>
                </p:cNvPr>
                <p:cNvSpPr>
                  <a:spLocks noChangeArrowheads="1"/>
                </p:cNvSpPr>
                <p:nvPr/>
              </p:nvSpPr>
              <p:spPr bwMode="auto">
                <a:xfrm>
                  <a:off x="534" y="1775"/>
                  <a:ext cx="200" cy="197"/>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grpSp>
              <p:nvGrpSpPr>
                <p:cNvPr id="58402" name="Group 33">
                  <a:extLst>
                    <a:ext uri="{FF2B5EF4-FFF2-40B4-BE49-F238E27FC236}">
                      <a16:creationId xmlns:a16="http://schemas.microsoft.com/office/drawing/2014/main" id="{23AEF503-19CD-474A-AF22-5F977DAFE000}"/>
                    </a:ext>
                  </a:extLst>
                </p:cNvPr>
                <p:cNvGrpSpPr>
                  <a:grpSpLocks/>
                </p:cNvGrpSpPr>
                <p:nvPr/>
              </p:nvGrpSpPr>
              <p:grpSpPr bwMode="auto">
                <a:xfrm>
                  <a:off x="515" y="2146"/>
                  <a:ext cx="239" cy="158"/>
                  <a:chOff x="515" y="2146"/>
                  <a:chExt cx="239" cy="158"/>
                </a:xfrm>
              </p:grpSpPr>
              <p:sp>
                <p:nvSpPr>
                  <p:cNvPr id="58406" name="Line 34">
                    <a:extLst>
                      <a:ext uri="{FF2B5EF4-FFF2-40B4-BE49-F238E27FC236}">
                        <a16:creationId xmlns:a16="http://schemas.microsoft.com/office/drawing/2014/main" id="{A6B07AD6-2A8B-4F48-98C9-6D50E45B5EC1}"/>
                      </a:ext>
                    </a:extLst>
                  </p:cNvPr>
                  <p:cNvSpPr>
                    <a:spLocks noChangeShapeType="1"/>
                  </p:cNvSpPr>
                  <p:nvPr/>
                </p:nvSpPr>
                <p:spPr bwMode="auto">
                  <a:xfrm flipH="1">
                    <a:off x="515" y="2146"/>
                    <a:ext cx="120" cy="15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VN"/>
                  </a:p>
                </p:txBody>
              </p:sp>
              <p:sp>
                <p:nvSpPr>
                  <p:cNvPr id="58407" name="Line 35">
                    <a:extLst>
                      <a:ext uri="{FF2B5EF4-FFF2-40B4-BE49-F238E27FC236}">
                        <a16:creationId xmlns:a16="http://schemas.microsoft.com/office/drawing/2014/main" id="{1B0CEABB-85DB-CF4D-8906-8ED2E68EAA7C}"/>
                      </a:ext>
                    </a:extLst>
                  </p:cNvPr>
                  <p:cNvSpPr>
                    <a:spLocks noChangeShapeType="1"/>
                  </p:cNvSpPr>
                  <p:nvPr/>
                </p:nvSpPr>
                <p:spPr bwMode="auto">
                  <a:xfrm>
                    <a:off x="634" y="2146"/>
                    <a:ext cx="120" cy="15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VN"/>
                  </a:p>
                </p:txBody>
              </p:sp>
            </p:grpSp>
            <p:grpSp>
              <p:nvGrpSpPr>
                <p:cNvPr id="58403" name="Group 36">
                  <a:extLst>
                    <a:ext uri="{FF2B5EF4-FFF2-40B4-BE49-F238E27FC236}">
                      <a16:creationId xmlns:a16="http://schemas.microsoft.com/office/drawing/2014/main" id="{3717CFCD-EB6C-CD4B-B600-003706B9270E}"/>
                    </a:ext>
                  </a:extLst>
                </p:cNvPr>
                <p:cNvGrpSpPr>
                  <a:grpSpLocks/>
                </p:cNvGrpSpPr>
                <p:nvPr/>
              </p:nvGrpSpPr>
              <p:grpSpPr bwMode="auto">
                <a:xfrm>
                  <a:off x="516" y="1980"/>
                  <a:ext cx="237" cy="162"/>
                  <a:chOff x="516" y="1980"/>
                  <a:chExt cx="237" cy="162"/>
                </a:xfrm>
              </p:grpSpPr>
              <p:sp>
                <p:nvSpPr>
                  <p:cNvPr id="58404" name="Line 37">
                    <a:extLst>
                      <a:ext uri="{FF2B5EF4-FFF2-40B4-BE49-F238E27FC236}">
                        <a16:creationId xmlns:a16="http://schemas.microsoft.com/office/drawing/2014/main" id="{71CD36F3-2933-7C46-892C-0FC8AE9BE423}"/>
                      </a:ext>
                    </a:extLst>
                  </p:cNvPr>
                  <p:cNvSpPr>
                    <a:spLocks noChangeShapeType="1"/>
                  </p:cNvSpPr>
                  <p:nvPr/>
                </p:nvSpPr>
                <p:spPr bwMode="auto">
                  <a:xfrm>
                    <a:off x="634" y="1980"/>
                    <a:ext cx="0" cy="1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VN"/>
                  </a:p>
                </p:txBody>
              </p:sp>
              <p:sp>
                <p:nvSpPr>
                  <p:cNvPr id="58405" name="Line 38">
                    <a:extLst>
                      <a:ext uri="{FF2B5EF4-FFF2-40B4-BE49-F238E27FC236}">
                        <a16:creationId xmlns:a16="http://schemas.microsoft.com/office/drawing/2014/main" id="{E9689A2C-9397-4344-8FA0-D93CDE2C28A0}"/>
                      </a:ext>
                    </a:extLst>
                  </p:cNvPr>
                  <p:cNvSpPr>
                    <a:spLocks noChangeShapeType="1"/>
                  </p:cNvSpPr>
                  <p:nvPr/>
                </p:nvSpPr>
                <p:spPr bwMode="auto">
                  <a:xfrm>
                    <a:off x="516" y="2040"/>
                    <a:ext cx="2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VN"/>
                  </a:p>
                </p:txBody>
              </p:sp>
            </p:grpSp>
          </p:grpSp>
          <p:sp>
            <p:nvSpPr>
              <p:cNvPr id="58400" name="Rectangle 39">
                <a:extLst>
                  <a:ext uri="{FF2B5EF4-FFF2-40B4-BE49-F238E27FC236}">
                    <a16:creationId xmlns:a16="http://schemas.microsoft.com/office/drawing/2014/main" id="{121A8F07-24DF-ED4A-BAC1-1BC59FD83655}"/>
                  </a:ext>
                </a:extLst>
              </p:cNvPr>
              <p:cNvSpPr>
                <a:spLocks noChangeArrowheads="1"/>
              </p:cNvSpPr>
              <p:nvPr/>
            </p:nvSpPr>
            <p:spPr bwMode="auto">
              <a:xfrm>
                <a:off x="2880" y="1776"/>
                <a:ext cx="720"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a:spcBef>
                    <a:spcPct val="0"/>
                  </a:spcBef>
                  <a:buClrTx/>
                  <a:buFontTx/>
                  <a:buNone/>
                </a:pPr>
                <a:r>
                  <a:rPr lang="fr-FR" altLang="en-US" sz="1400"/>
                  <a:t>Người dùng</a:t>
                </a:r>
              </a:p>
            </p:txBody>
          </p:sp>
        </p:grpSp>
        <p:sp>
          <p:nvSpPr>
            <p:cNvPr id="58389" name="Text Box 40">
              <a:extLst>
                <a:ext uri="{FF2B5EF4-FFF2-40B4-BE49-F238E27FC236}">
                  <a16:creationId xmlns:a16="http://schemas.microsoft.com/office/drawing/2014/main" id="{CE3EFEDA-042B-764B-BF0E-D576E2BEA28E}"/>
                </a:ext>
              </a:extLst>
            </p:cNvPr>
            <p:cNvSpPr txBox="1">
              <a:spLocks noChangeArrowheads="1"/>
            </p:cNvSpPr>
            <p:nvPr/>
          </p:nvSpPr>
          <p:spPr bwMode="auto">
            <a:xfrm>
              <a:off x="1631" y="2160"/>
              <a:ext cx="1104"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Ánh xạ ngoài/</a:t>
              </a:r>
              <a:br>
                <a:rPr lang="en-US" altLang="en-US" sz="1400">
                  <a:latin typeface="Tahoma" panose="020B0604030504040204" pitchFamily="34" charset="0"/>
                </a:rPr>
              </a:br>
              <a:r>
                <a:rPr lang="en-US" altLang="en-US" sz="1400">
                  <a:latin typeface="Tahoma" panose="020B0604030504040204" pitchFamily="34" charset="0"/>
                </a:rPr>
                <a:t>Ánh xạ quan niệm</a:t>
              </a:r>
            </a:p>
          </p:txBody>
        </p:sp>
        <p:sp>
          <p:nvSpPr>
            <p:cNvPr id="58390" name="Text Box 41">
              <a:extLst>
                <a:ext uri="{FF2B5EF4-FFF2-40B4-BE49-F238E27FC236}">
                  <a16:creationId xmlns:a16="http://schemas.microsoft.com/office/drawing/2014/main" id="{1D383512-A002-8242-A112-D52B58A7A4EF}"/>
                </a:ext>
              </a:extLst>
            </p:cNvPr>
            <p:cNvSpPr txBox="1">
              <a:spLocks noChangeArrowheads="1"/>
            </p:cNvSpPr>
            <p:nvPr/>
          </p:nvSpPr>
          <p:spPr bwMode="auto">
            <a:xfrm>
              <a:off x="432" y="1584"/>
              <a:ext cx="96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400" b="1">
                  <a:latin typeface="Tahoma" panose="020B0604030504040204" pitchFamily="34" charset="0"/>
                </a:rPr>
                <a:t>Mức ngoài (external level)</a:t>
              </a:r>
            </a:p>
          </p:txBody>
        </p:sp>
        <p:sp>
          <p:nvSpPr>
            <p:cNvPr id="58391" name="Text Box 42">
              <a:extLst>
                <a:ext uri="{FF2B5EF4-FFF2-40B4-BE49-F238E27FC236}">
                  <a16:creationId xmlns:a16="http://schemas.microsoft.com/office/drawing/2014/main" id="{CCB8B977-BC67-8A45-9D96-F16AC0DC1771}"/>
                </a:ext>
              </a:extLst>
            </p:cNvPr>
            <p:cNvSpPr txBox="1">
              <a:spLocks noChangeArrowheads="1"/>
            </p:cNvSpPr>
            <p:nvPr/>
          </p:nvSpPr>
          <p:spPr bwMode="auto">
            <a:xfrm>
              <a:off x="431" y="2448"/>
              <a:ext cx="1104"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400" b="1">
                  <a:latin typeface="Tahoma" panose="020B0604030504040204" pitchFamily="34" charset="0"/>
                </a:rPr>
                <a:t>Mức quan niệm</a:t>
              </a:r>
            </a:p>
            <a:p>
              <a:pPr algn="l" eaLnBrk="1" hangingPunct="1">
                <a:spcBef>
                  <a:spcPct val="50000"/>
                </a:spcBef>
                <a:buClrTx/>
                <a:buFontTx/>
                <a:buNone/>
              </a:pPr>
              <a:r>
                <a:rPr lang="en-US" altLang="en-US" sz="1400" b="1">
                  <a:latin typeface="Tahoma" panose="020B0604030504040204" pitchFamily="34" charset="0"/>
                </a:rPr>
                <a:t>(Conceptual level)</a:t>
              </a:r>
            </a:p>
          </p:txBody>
        </p:sp>
        <p:sp>
          <p:nvSpPr>
            <p:cNvPr id="58392" name="Text Box 43">
              <a:extLst>
                <a:ext uri="{FF2B5EF4-FFF2-40B4-BE49-F238E27FC236}">
                  <a16:creationId xmlns:a16="http://schemas.microsoft.com/office/drawing/2014/main" id="{71311508-A618-2D49-85BA-DB9F7FF6BCDD}"/>
                </a:ext>
              </a:extLst>
            </p:cNvPr>
            <p:cNvSpPr txBox="1">
              <a:spLocks noChangeArrowheads="1"/>
            </p:cNvSpPr>
            <p:nvPr/>
          </p:nvSpPr>
          <p:spPr bwMode="auto">
            <a:xfrm>
              <a:off x="432" y="3408"/>
              <a:ext cx="110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400" b="1">
                  <a:latin typeface="Tahoma" panose="020B0604030504040204" pitchFamily="34" charset="0"/>
                </a:rPr>
                <a:t>Mức trong (internal level)</a:t>
              </a:r>
            </a:p>
          </p:txBody>
        </p:sp>
        <p:sp>
          <p:nvSpPr>
            <p:cNvPr id="58393" name="Text Box 44">
              <a:extLst>
                <a:ext uri="{FF2B5EF4-FFF2-40B4-BE49-F238E27FC236}">
                  <a16:creationId xmlns:a16="http://schemas.microsoft.com/office/drawing/2014/main" id="{8A792EFF-9CD9-B54A-81B7-E97A19652EED}"/>
                </a:ext>
              </a:extLst>
            </p:cNvPr>
            <p:cNvSpPr txBox="1">
              <a:spLocks noChangeArrowheads="1"/>
            </p:cNvSpPr>
            <p:nvPr/>
          </p:nvSpPr>
          <p:spPr bwMode="auto">
            <a:xfrm>
              <a:off x="1679" y="2688"/>
              <a:ext cx="1104"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Ánh xạ quan niệm/</a:t>
              </a:r>
              <a:br>
                <a:rPr lang="en-US" altLang="en-US" sz="1400">
                  <a:latin typeface="Tahoma" panose="020B0604030504040204" pitchFamily="34" charset="0"/>
                </a:rPr>
              </a:br>
              <a:r>
                <a:rPr lang="en-US" altLang="en-US" sz="1400">
                  <a:latin typeface="Tahoma" panose="020B0604030504040204" pitchFamily="34" charset="0"/>
                </a:rPr>
                <a:t>Ánh xạ trong</a:t>
              </a:r>
            </a:p>
          </p:txBody>
        </p:sp>
        <p:grpSp>
          <p:nvGrpSpPr>
            <p:cNvPr id="58394" name="Group 45">
              <a:extLst>
                <a:ext uri="{FF2B5EF4-FFF2-40B4-BE49-F238E27FC236}">
                  <a16:creationId xmlns:a16="http://schemas.microsoft.com/office/drawing/2014/main" id="{ED813F3E-3A85-894A-8A7C-B506E8C0C2C5}"/>
                </a:ext>
              </a:extLst>
            </p:cNvPr>
            <p:cNvGrpSpPr>
              <a:grpSpLocks/>
            </p:cNvGrpSpPr>
            <p:nvPr/>
          </p:nvGrpSpPr>
          <p:grpSpPr bwMode="auto">
            <a:xfrm>
              <a:off x="3071" y="3360"/>
              <a:ext cx="1009" cy="288"/>
              <a:chOff x="3167" y="3360"/>
              <a:chExt cx="1009" cy="288"/>
            </a:xfrm>
          </p:grpSpPr>
          <p:sp>
            <p:nvSpPr>
              <p:cNvPr id="58395" name="Line 46">
                <a:extLst>
                  <a:ext uri="{FF2B5EF4-FFF2-40B4-BE49-F238E27FC236}">
                    <a16:creationId xmlns:a16="http://schemas.microsoft.com/office/drawing/2014/main" id="{B9B88E58-03F6-7747-8FED-DA4456E1BAAF}"/>
                  </a:ext>
                </a:extLst>
              </p:cNvPr>
              <p:cNvSpPr>
                <a:spLocks noChangeShapeType="1"/>
              </p:cNvSpPr>
              <p:nvPr/>
            </p:nvSpPr>
            <p:spPr bwMode="auto">
              <a:xfrm>
                <a:off x="3167" y="3504"/>
                <a:ext cx="100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VN"/>
              </a:p>
            </p:txBody>
          </p:sp>
          <p:sp>
            <p:nvSpPr>
              <p:cNvPr id="58396" name="Line 47">
                <a:extLst>
                  <a:ext uri="{FF2B5EF4-FFF2-40B4-BE49-F238E27FC236}">
                    <a16:creationId xmlns:a16="http://schemas.microsoft.com/office/drawing/2014/main" id="{D39F0818-ED43-5A46-8FCA-F31D824B301B}"/>
                  </a:ext>
                </a:extLst>
              </p:cNvPr>
              <p:cNvSpPr>
                <a:spLocks noChangeShapeType="1"/>
              </p:cNvSpPr>
              <p:nvPr/>
            </p:nvSpPr>
            <p:spPr bwMode="auto">
              <a:xfrm flipH="1">
                <a:off x="3167" y="3504"/>
                <a:ext cx="1" cy="14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VN"/>
              </a:p>
            </p:txBody>
          </p:sp>
          <p:sp>
            <p:nvSpPr>
              <p:cNvPr id="58397" name="Line 48">
                <a:extLst>
                  <a:ext uri="{FF2B5EF4-FFF2-40B4-BE49-F238E27FC236}">
                    <a16:creationId xmlns:a16="http://schemas.microsoft.com/office/drawing/2014/main" id="{CB0DAF5B-4DD3-C749-A544-3FA5FCB5240A}"/>
                  </a:ext>
                </a:extLst>
              </p:cNvPr>
              <p:cNvSpPr>
                <a:spLocks noChangeShapeType="1"/>
              </p:cNvSpPr>
              <p:nvPr/>
            </p:nvSpPr>
            <p:spPr bwMode="auto">
              <a:xfrm flipH="1">
                <a:off x="4175" y="3504"/>
                <a:ext cx="1" cy="14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VN"/>
              </a:p>
            </p:txBody>
          </p:sp>
          <p:sp>
            <p:nvSpPr>
              <p:cNvPr id="58398" name="Line 49">
                <a:extLst>
                  <a:ext uri="{FF2B5EF4-FFF2-40B4-BE49-F238E27FC236}">
                    <a16:creationId xmlns:a16="http://schemas.microsoft.com/office/drawing/2014/main" id="{992F2CEE-6B32-9D4A-A68E-8CF59589B872}"/>
                  </a:ext>
                </a:extLst>
              </p:cNvPr>
              <p:cNvSpPr>
                <a:spLocks noChangeShapeType="1"/>
              </p:cNvSpPr>
              <p:nvPr/>
            </p:nvSpPr>
            <p:spPr bwMode="auto">
              <a:xfrm>
                <a:off x="3696" y="336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VN"/>
              </a:p>
            </p:txBody>
          </p:sp>
        </p:gr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5EF67A1-6C2A-DB40-AB64-5B3431241A79}"/>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60419" name="Slide Number Placeholder 5">
            <a:extLst>
              <a:ext uri="{FF2B5EF4-FFF2-40B4-BE49-F238E27FC236}">
                <a16:creationId xmlns:a16="http://schemas.microsoft.com/office/drawing/2014/main" id="{4DDC1001-DA2C-0843-96E3-BACA75FBC4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r">
              <a:spcBef>
                <a:spcPct val="0"/>
              </a:spcBef>
              <a:buClrTx/>
              <a:buFontTx/>
              <a:buNone/>
            </a:pPr>
            <a:fld id="{F812CD34-A700-054F-BFFC-D5F62D496D7F}" type="slidenum">
              <a:rPr lang="en-US" altLang="en-US" sz="1000" smtClean="0"/>
              <a:pPr algn="r">
                <a:spcBef>
                  <a:spcPct val="0"/>
                </a:spcBef>
                <a:buClrTx/>
                <a:buFontTx/>
                <a:buNone/>
              </a:pPr>
              <a:t>35</a:t>
            </a:fld>
            <a:endParaRPr lang="en-US" altLang="en-US" sz="1000"/>
          </a:p>
        </p:txBody>
      </p:sp>
      <p:sp>
        <p:nvSpPr>
          <p:cNvPr id="60420" name="Rectangle 2">
            <a:extLst>
              <a:ext uri="{FF2B5EF4-FFF2-40B4-BE49-F238E27FC236}">
                <a16:creationId xmlns:a16="http://schemas.microsoft.com/office/drawing/2014/main" id="{B98D7901-738B-4642-BB60-A0B8DEC6EB38}"/>
              </a:ext>
            </a:extLst>
          </p:cNvPr>
          <p:cNvSpPr>
            <a:spLocks noGrp="1" noChangeArrowheads="1"/>
          </p:cNvSpPr>
          <p:nvPr>
            <p:ph type="title"/>
          </p:nvPr>
        </p:nvSpPr>
        <p:spPr>
          <a:xfrm>
            <a:off x="495300" y="354013"/>
            <a:ext cx="8915400" cy="620712"/>
          </a:xfrm>
        </p:spPr>
        <p:txBody>
          <a:bodyPr/>
          <a:lstStyle/>
          <a:p>
            <a:pPr eaLnBrk="1" hangingPunct="1"/>
            <a:r>
              <a:rPr lang="en-US" altLang="en-US" sz="3500"/>
              <a:t>Các mức nhìn của hệ CSDL </a:t>
            </a:r>
          </a:p>
        </p:txBody>
      </p:sp>
      <p:sp>
        <p:nvSpPr>
          <p:cNvPr id="48133" name="Rectangle 3">
            <a:extLst>
              <a:ext uri="{FF2B5EF4-FFF2-40B4-BE49-F238E27FC236}">
                <a16:creationId xmlns:a16="http://schemas.microsoft.com/office/drawing/2014/main" id="{365908C0-F3EF-8040-9B4D-BF5DD9433EA5}"/>
              </a:ext>
            </a:extLst>
          </p:cNvPr>
          <p:cNvSpPr>
            <a:spLocks noGrp="1" noChangeArrowheads="1"/>
          </p:cNvSpPr>
          <p:nvPr>
            <p:ph type="body" idx="1"/>
          </p:nvPr>
        </p:nvSpPr>
        <p:spPr>
          <a:xfrm>
            <a:off x="495300" y="1295400"/>
            <a:ext cx="8915400" cy="5105400"/>
          </a:xfrm>
        </p:spPr>
        <p:txBody>
          <a:bodyPr/>
          <a:lstStyle/>
          <a:p>
            <a:pPr eaLnBrk="1" hangingPunct="1">
              <a:buFont typeface="Wingdings 2" panose="05020102010507070707" pitchFamily="18" charset="2"/>
              <a:buChar char="¡"/>
              <a:defRPr/>
            </a:pPr>
            <a:r>
              <a:rPr lang="en-US" dirty="0" err="1"/>
              <a:t>Mức</a:t>
            </a:r>
            <a:r>
              <a:rPr lang="en-US" dirty="0"/>
              <a:t> </a:t>
            </a:r>
            <a:r>
              <a:rPr lang="en-US" dirty="0" err="1"/>
              <a:t>ngoài</a:t>
            </a:r>
            <a:r>
              <a:rPr lang="en-US" dirty="0"/>
              <a:t>: </a:t>
            </a:r>
            <a:r>
              <a:rPr lang="en-US" dirty="0" err="1"/>
              <a:t>là</a:t>
            </a:r>
            <a:r>
              <a:rPr lang="en-US" dirty="0"/>
              <a:t> </a:t>
            </a:r>
            <a:r>
              <a:rPr lang="en-US" dirty="0" err="1"/>
              <a:t>các</a:t>
            </a:r>
            <a:r>
              <a:rPr lang="en-US" dirty="0"/>
              <a:t> </a:t>
            </a:r>
            <a:r>
              <a:rPr lang="en-US" dirty="0" err="1"/>
              <a:t>góc</a:t>
            </a:r>
            <a:r>
              <a:rPr lang="en-US" dirty="0"/>
              <a:t> </a:t>
            </a:r>
            <a:r>
              <a:rPr lang="en-US" dirty="0" err="1"/>
              <a:t>nhìn</a:t>
            </a:r>
            <a:r>
              <a:rPr lang="en-US" dirty="0"/>
              <a:t> </a:t>
            </a:r>
            <a:r>
              <a:rPr lang="en-US" dirty="0" err="1"/>
              <a:t>khác</a:t>
            </a:r>
            <a:r>
              <a:rPr lang="en-US" dirty="0"/>
              <a:t> </a:t>
            </a:r>
            <a:r>
              <a:rPr lang="en-US" dirty="0" err="1"/>
              <a:t>nhau</a:t>
            </a:r>
            <a:r>
              <a:rPr lang="en-US" dirty="0"/>
              <a:t> </a:t>
            </a:r>
            <a:r>
              <a:rPr lang="en-US" dirty="0" err="1"/>
              <a:t>của</a:t>
            </a:r>
            <a:r>
              <a:rPr lang="en-US" dirty="0"/>
              <a:t> </a:t>
            </a:r>
            <a:r>
              <a:rPr lang="en-US" dirty="0" err="1"/>
              <a:t>các</a:t>
            </a:r>
            <a:r>
              <a:rPr lang="en-US" dirty="0"/>
              <a:t> </a:t>
            </a:r>
            <a:r>
              <a:rPr lang="en-US" dirty="0" err="1"/>
              <a:t>nhóm</a:t>
            </a:r>
            <a:r>
              <a:rPr lang="en-US" dirty="0"/>
              <a:t> </a:t>
            </a:r>
            <a:r>
              <a:rPr lang="en-US" dirty="0" err="1"/>
              <a:t>người</a:t>
            </a:r>
            <a:r>
              <a:rPr lang="en-US" dirty="0"/>
              <a:t> </a:t>
            </a:r>
            <a:r>
              <a:rPr lang="en-US" dirty="0" err="1"/>
              <a:t>sử</a:t>
            </a:r>
            <a:r>
              <a:rPr lang="en-US" dirty="0"/>
              <a:t> </a:t>
            </a:r>
            <a:r>
              <a:rPr lang="en-US" dirty="0" err="1"/>
              <a:t>dụng</a:t>
            </a:r>
            <a:r>
              <a:rPr lang="en-US" dirty="0"/>
              <a:t> </a:t>
            </a:r>
            <a:r>
              <a:rPr lang="en-US" dirty="0" err="1"/>
              <a:t>về</a:t>
            </a:r>
            <a:r>
              <a:rPr lang="en-US" dirty="0"/>
              <a:t> CSDL. </a:t>
            </a:r>
            <a:r>
              <a:rPr lang="en-US" dirty="0" err="1"/>
              <a:t>Mỗi</a:t>
            </a:r>
            <a:r>
              <a:rPr lang="en-US" dirty="0"/>
              <a:t> </a:t>
            </a:r>
            <a:r>
              <a:rPr lang="en-US" dirty="0" err="1"/>
              <a:t>nhóm</a:t>
            </a:r>
            <a:r>
              <a:rPr lang="en-US" dirty="0"/>
              <a:t> </a:t>
            </a:r>
            <a:r>
              <a:rPr lang="en-US" dirty="0" err="1"/>
              <a:t>người</a:t>
            </a:r>
            <a:r>
              <a:rPr lang="en-US" dirty="0"/>
              <a:t> </a:t>
            </a:r>
            <a:r>
              <a:rPr lang="en-US" dirty="0" err="1"/>
              <a:t>có</a:t>
            </a:r>
            <a:r>
              <a:rPr lang="en-US" dirty="0"/>
              <a:t> </a:t>
            </a:r>
            <a:r>
              <a:rPr lang="en-US" dirty="0" err="1"/>
              <a:t>cùng</a:t>
            </a:r>
            <a:r>
              <a:rPr lang="en-US" dirty="0"/>
              <a:t> </a:t>
            </a:r>
            <a:r>
              <a:rPr lang="en-US" dirty="0" err="1"/>
              <a:t>một</a:t>
            </a:r>
            <a:r>
              <a:rPr lang="en-US" dirty="0"/>
              <a:t> </a:t>
            </a:r>
            <a:r>
              <a:rPr lang="en-US" dirty="0" err="1"/>
              <a:t>góc</a:t>
            </a:r>
            <a:r>
              <a:rPr lang="en-US" dirty="0"/>
              <a:t> </a:t>
            </a:r>
            <a:r>
              <a:rPr lang="en-US" dirty="0" err="1"/>
              <a:t>nhìn</a:t>
            </a:r>
            <a:r>
              <a:rPr lang="en-US" dirty="0"/>
              <a:t> </a:t>
            </a:r>
            <a:r>
              <a:rPr lang="en-US" dirty="0" err="1"/>
              <a:t>khác</a:t>
            </a:r>
            <a:r>
              <a:rPr lang="en-US" dirty="0"/>
              <a:t> </a:t>
            </a:r>
            <a:r>
              <a:rPr lang="en-US" dirty="0" err="1"/>
              <a:t>nhau</a:t>
            </a:r>
            <a:r>
              <a:rPr lang="en-US" dirty="0"/>
              <a:t> </a:t>
            </a:r>
            <a:r>
              <a:rPr lang="en-US" dirty="0" err="1"/>
              <a:t>về</a:t>
            </a:r>
            <a:r>
              <a:rPr lang="en-US" dirty="0"/>
              <a:t> CSDL</a:t>
            </a:r>
          </a:p>
          <a:p>
            <a:pPr eaLnBrk="1" hangingPunct="1">
              <a:buFont typeface="Wingdings 2" panose="05020102010507070707" pitchFamily="18" charset="2"/>
              <a:buChar char="¡"/>
              <a:defRPr/>
            </a:pPr>
            <a:r>
              <a:rPr lang="en-US" dirty="0" err="1"/>
              <a:t>Mức</a:t>
            </a:r>
            <a:r>
              <a:rPr lang="en-US" dirty="0"/>
              <a:t> </a:t>
            </a:r>
            <a:r>
              <a:rPr lang="en-US" dirty="0" err="1"/>
              <a:t>quan</a:t>
            </a:r>
            <a:r>
              <a:rPr lang="en-US" dirty="0"/>
              <a:t> </a:t>
            </a:r>
            <a:r>
              <a:rPr lang="en-US" dirty="0" err="1"/>
              <a:t>niệm</a:t>
            </a:r>
            <a:r>
              <a:rPr lang="en-US" dirty="0"/>
              <a:t>: </a:t>
            </a:r>
            <a:r>
              <a:rPr lang="en-US" dirty="0" err="1"/>
              <a:t>là</a:t>
            </a:r>
            <a:r>
              <a:rPr lang="en-US" dirty="0"/>
              <a:t> </a:t>
            </a:r>
            <a:r>
              <a:rPr lang="en-US" dirty="0" err="1"/>
              <a:t>mức</a:t>
            </a:r>
            <a:r>
              <a:rPr lang="en-US" dirty="0"/>
              <a:t> </a:t>
            </a:r>
            <a:r>
              <a:rPr lang="en-US" dirty="0" err="1"/>
              <a:t>tổng</a:t>
            </a:r>
            <a:r>
              <a:rPr lang="en-US" dirty="0"/>
              <a:t> </a:t>
            </a:r>
            <a:r>
              <a:rPr lang="en-US" dirty="0" err="1"/>
              <a:t>thể</a:t>
            </a:r>
            <a:r>
              <a:rPr lang="en-US" dirty="0"/>
              <a:t> </a:t>
            </a:r>
            <a:r>
              <a:rPr lang="en-US" dirty="0" err="1"/>
              <a:t>về</a:t>
            </a:r>
            <a:r>
              <a:rPr lang="en-US" dirty="0"/>
              <a:t> CSDL, </a:t>
            </a:r>
            <a:r>
              <a:rPr lang="en-US" dirty="0" err="1"/>
              <a:t>đây</a:t>
            </a:r>
            <a:r>
              <a:rPr lang="en-US" dirty="0"/>
              <a:t> </a:t>
            </a:r>
            <a:r>
              <a:rPr lang="en-US" dirty="0" err="1"/>
              <a:t>là</a:t>
            </a:r>
            <a:r>
              <a:rPr lang="en-US" dirty="0"/>
              <a:t> </a:t>
            </a:r>
            <a:r>
              <a:rPr lang="en-US" dirty="0" err="1"/>
              <a:t>góc</a:t>
            </a:r>
            <a:r>
              <a:rPr lang="en-US" dirty="0"/>
              <a:t> </a:t>
            </a:r>
            <a:r>
              <a:rPr lang="en-US" dirty="0" err="1"/>
              <a:t>nhìn</a:t>
            </a:r>
            <a:r>
              <a:rPr lang="en-US" dirty="0"/>
              <a:t> </a:t>
            </a:r>
            <a:r>
              <a:rPr lang="en-US" dirty="0" err="1"/>
              <a:t>của</a:t>
            </a:r>
            <a:r>
              <a:rPr lang="en-US" dirty="0"/>
              <a:t> </a:t>
            </a:r>
            <a:r>
              <a:rPr lang="en-US" dirty="0" err="1"/>
              <a:t>người</a:t>
            </a:r>
            <a:r>
              <a:rPr lang="en-US" dirty="0"/>
              <a:t> </a:t>
            </a:r>
            <a:r>
              <a:rPr lang="en-US" dirty="0" err="1"/>
              <a:t>có</a:t>
            </a:r>
            <a:r>
              <a:rPr lang="en-US" dirty="0"/>
              <a:t> </a:t>
            </a:r>
            <a:r>
              <a:rPr lang="en-US" dirty="0" err="1"/>
              <a:t>trách</a:t>
            </a:r>
            <a:r>
              <a:rPr lang="en-US" dirty="0"/>
              <a:t> </a:t>
            </a:r>
            <a:r>
              <a:rPr lang="en-US" dirty="0" err="1"/>
              <a:t>nhiệm</a:t>
            </a:r>
            <a:r>
              <a:rPr lang="en-US" dirty="0"/>
              <a:t> </a:t>
            </a:r>
            <a:r>
              <a:rPr lang="en-US" dirty="0" err="1"/>
              <a:t>quản</a:t>
            </a:r>
            <a:r>
              <a:rPr lang="en-US" dirty="0"/>
              <a:t> </a:t>
            </a:r>
            <a:r>
              <a:rPr lang="en-US" dirty="0" err="1"/>
              <a:t>trị</a:t>
            </a:r>
            <a:r>
              <a:rPr lang="en-US" dirty="0"/>
              <a:t> CSDL</a:t>
            </a:r>
          </a:p>
          <a:p>
            <a:pPr lvl="1" eaLnBrk="1" hangingPunct="1">
              <a:defRPr/>
            </a:pPr>
            <a:r>
              <a:rPr lang="en-US" dirty="0"/>
              <a:t>VD: </a:t>
            </a:r>
            <a:r>
              <a:rPr lang="en-US" dirty="0" err="1"/>
              <a:t>mô</a:t>
            </a:r>
            <a:r>
              <a:rPr lang="en-US" dirty="0"/>
              <a:t> </a:t>
            </a:r>
            <a:r>
              <a:rPr lang="en-US" dirty="0" err="1"/>
              <a:t>hình</a:t>
            </a:r>
            <a:r>
              <a:rPr lang="en-US" dirty="0"/>
              <a:t> </a:t>
            </a:r>
            <a:r>
              <a:rPr lang="en-US" dirty="0" err="1"/>
              <a:t>quan</a:t>
            </a:r>
            <a:r>
              <a:rPr lang="en-US" dirty="0"/>
              <a:t> </a:t>
            </a:r>
            <a:r>
              <a:rPr lang="en-US" dirty="0" err="1"/>
              <a:t>hệ</a:t>
            </a:r>
            <a:r>
              <a:rPr lang="en-US" dirty="0"/>
              <a:t>, </a:t>
            </a:r>
            <a:r>
              <a:rPr lang="en-US" dirty="0" err="1"/>
              <a:t>mô</a:t>
            </a:r>
            <a:r>
              <a:rPr lang="en-US" dirty="0"/>
              <a:t> </a:t>
            </a:r>
            <a:r>
              <a:rPr lang="en-US" dirty="0" err="1"/>
              <a:t>hình</a:t>
            </a:r>
            <a:r>
              <a:rPr lang="en-US" dirty="0"/>
              <a:t> </a:t>
            </a:r>
            <a:r>
              <a:rPr lang="en-US" dirty="0" err="1"/>
              <a:t>mạng</a:t>
            </a:r>
            <a:r>
              <a:rPr lang="en-US" dirty="0"/>
              <a:t>, </a:t>
            </a:r>
            <a:r>
              <a:rPr lang="en-US" dirty="0" err="1"/>
              <a:t>mô</a:t>
            </a:r>
            <a:r>
              <a:rPr lang="en-US" dirty="0"/>
              <a:t> </a:t>
            </a:r>
            <a:r>
              <a:rPr lang="en-US" dirty="0" err="1"/>
              <a:t>hình</a:t>
            </a:r>
            <a:r>
              <a:rPr lang="en-US" dirty="0"/>
              <a:t> </a:t>
            </a:r>
            <a:r>
              <a:rPr lang="en-US" dirty="0" err="1"/>
              <a:t>phân</a:t>
            </a:r>
            <a:r>
              <a:rPr lang="en-US" dirty="0"/>
              <a:t> </a:t>
            </a:r>
            <a:r>
              <a:rPr lang="en-US" dirty="0" err="1"/>
              <a:t>cấp</a:t>
            </a:r>
            <a:endParaRPr lang="en-US" dirty="0"/>
          </a:p>
          <a:p>
            <a:pPr eaLnBrk="1" hangingPunct="1">
              <a:buFont typeface="Wingdings 2" panose="05020102010507070707" pitchFamily="18" charset="2"/>
              <a:buChar char="¡"/>
              <a:defRPr/>
            </a:pPr>
            <a:r>
              <a:rPr lang="en-US" dirty="0" err="1"/>
              <a:t>Mức</a:t>
            </a:r>
            <a:r>
              <a:rPr lang="en-US" dirty="0"/>
              <a:t> </a:t>
            </a:r>
            <a:r>
              <a:rPr lang="en-US" dirty="0" err="1"/>
              <a:t>trong</a:t>
            </a:r>
            <a:endParaRPr lang="en-US" dirty="0"/>
          </a:p>
          <a:p>
            <a:pPr lvl="1" eaLnBrk="1" hangingPunct="1">
              <a:defRPr/>
            </a:pPr>
            <a:r>
              <a:rPr lang="en-US" dirty="0" err="1"/>
              <a:t>Đưa</a:t>
            </a:r>
            <a:r>
              <a:rPr lang="en-US" dirty="0"/>
              <a:t> </a:t>
            </a:r>
            <a:r>
              <a:rPr lang="en-US" dirty="0" err="1"/>
              <a:t>ra</a:t>
            </a:r>
            <a:r>
              <a:rPr lang="en-US" dirty="0"/>
              <a:t> </a:t>
            </a:r>
            <a:r>
              <a:rPr lang="en-US" dirty="0" err="1"/>
              <a:t>các</a:t>
            </a:r>
            <a:r>
              <a:rPr lang="en-US" dirty="0"/>
              <a:t> </a:t>
            </a:r>
            <a:r>
              <a:rPr lang="en-US" dirty="0" err="1"/>
              <a:t>khái</a:t>
            </a:r>
            <a:r>
              <a:rPr lang="en-US" dirty="0"/>
              <a:t> </a:t>
            </a:r>
            <a:r>
              <a:rPr lang="en-US" dirty="0" err="1"/>
              <a:t>niệm</a:t>
            </a:r>
            <a:r>
              <a:rPr lang="en-US" dirty="0"/>
              <a:t> </a:t>
            </a:r>
            <a:r>
              <a:rPr lang="en-US" dirty="0" err="1"/>
              <a:t>mô</a:t>
            </a:r>
            <a:r>
              <a:rPr lang="en-US" dirty="0"/>
              <a:t> </a:t>
            </a:r>
            <a:r>
              <a:rPr lang="en-US" dirty="0" err="1"/>
              <a:t>tả</a:t>
            </a:r>
            <a:r>
              <a:rPr lang="en-US" dirty="0"/>
              <a:t> chi </a:t>
            </a:r>
            <a:r>
              <a:rPr lang="en-US" dirty="0" err="1"/>
              <a:t>tiết</a:t>
            </a:r>
            <a:r>
              <a:rPr lang="en-US" dirty="0"/>
              <a:t> </a:t>
            </a:r>
            <a:r>
              <a:rPr lang="en-US" dirty="0" err="1"/>
              <a:t>về</a:t>
            </a:r>
            <a:r>
              <a:rPr lang="en-US" dirty="0"/>
              <a:t> </a:t>
            </a:r>
            <a:r>
              <a:rPr lang="en-US" dirty="0" err="1"/>
              <a:t>cách</a:t>
            </a:r>
            <a:r>
              <a:rPr lang="en-US" dirty="0"/>
              <a:t> </a:t>
            </a:r>
            <a:r>
              <a:rPr lang="en-US" dirty="0" err="1"/>
              <a:t>thức</a:t>
            </a:r>
            <a:r>
              <a:rPr lang="en-US" dirty="0"/>
              <a:t> </a:t>
            </a:r>
            <a:r>
              <a:rPr lang="en-US" dirty="0" err="1"/>
              <a:t>dữ</a:t>
            </a:r>
            <a:r>
              <a:rPr lang="en-US" dirty="0"/>
              <a:t> </a:t>
            </a:r>
            <a:r>
              <a:rPr lang="en-US" dirty="0" err="1"/>
              <a:t>liệu</a:t>
            </a:r>
            <a:r>
              <a:rPr lang="en-US" dirty="0"/>
              <a:t> </a:t>
            </a:r>
            <a:r>
              <a:rPr lang="en-US" dirty="0" err="1"/>
              <a:t>được</a:t>
            </a:r>
            <a:r>
              <a:rPr lang="en-US" dirty="0"/>
              <a:t> </a:t>
            </a:r>
            <a:r>
              <a:rPr lang="en-US" dirty="0" err="1"/>
              <a:t>lưu</a:t>
            </a:r>
            <a:r>
              <a:rPr lang="en-US" dirty="0"/>
              <a:t> </a:t>
            </a:r>
            <a:r>
              <a:rPr lang="en-US" dirty="0" err="1"/>
              <a:t>trữ</a:t>
            </a:r>
            <a:r>
              <a:rPr lang="en-US" dirty="0"/>
              <a:t> </a:t>
            </a:r>
            <a:r>
              <a:rPr lang="en-US" dirty="0" err="1"/>
              <a:t>trong</a:t>
            </a:r>
            <a:r>
              <a:rPr lang="en-US" dirty="0"/>
              <a:t> </a:t>
            </a:r>
            <a:r>
              <a:rPr lang="en-US" dirty="0" err="1"/>
              <a:t>máy</a:t>
            </a:r>
            <a:r>
              <a:rPr lang="en-US" dirty="0"/>
              <a:t> </a:t>
            </a:r>
            <a:r>
              <a:rPr lang="en-US" dirty="0" err="1"/>
              <a:t>tính</a:t>
            </a:r>
            <a:r>
              <a:rPr lang="en-US" dirty="0"/>
              <a:t>, </a:t>
            </a:r>
            <a:r>
              <a:rPr lang="en-US" dirty="0" err="1"/>
              <a:t>đây</a:t>
            </a:r>
            <a:r>
              <a:rPr lang="en-US" dirty="0"/>
              <a:t> </a:t>
            </a:r>
            <a:r>
              <a:rPr lang="en-US" dirty="0" err="1"/>
              <a:t>là</a:t>
            </a:r>
            <a:r>
              <a:rPr lang="en-US" dirty="0"/>
              <a:t> </a:t>
            </a:r>
            <a:r>
              <a:rPr lang="en-US" dirty="0" err="1"/>
              <a:t>góc</a:t>
            </a:r>
            <a:r>
              <a:rPr lang="en-US" dirty="0"/>
              <a:t> </a:t>
            </a:r>
            <a:r>
              <a:rPr lang="en-US" dirty="0" err="1"/>
              <a:t>nhìn</a:t>
            </a:r>
            <a:r>
              <a:rPr lang="en-US" dirty="0"/>
              <a:t> </a:t>
            </a:r>
            <a:r>
              <a:rPr lang="en-US" dirty="0" err="1"/>
              <a:t>của</a:t>
            </a:r>
            <a:r>
              <a:rPr lang="en-US" dirty="0"/>
              <a:t> </a:t>
            </a:r>
            <a:r>
              <a:rPr lang="en-US" dirty="0" err="1"/>
              <a:t>người</a:t>
            </a:r>
            <a:r>
              <a:rPr lang="en-US" dirty="0"/>
              <a:t> </a:t>
            </a:r>
            <a:r>
              <a:rPr lang="en-US" dirty="0" err="1"/>
              <a:t>phát</a:t>
            </a:r>
            <a:r>
              <a:rPr lang="en-US" dirty="0"/>
              <a:t> </a:t>
            </a:r>
            <a:r>
              <a:rPr lang="en-US" dirty="0" err="1"/>
              <a:t>triển</a:t>
            </a:r>
            <a:r>
              <a:rPr lang="en-US" dirty="0"/>
              <a:t> CSDL</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a:extLst>
              <a:ext uri="{FF2B5EF4-FFF2-40B4-BE49-F238E27FC236}">
                <a16:creationId xmlns:a16="http://schemas.microsoft.com/office/drawing/2014/main" id="{A1E15B89-F23C-DB40-88C9-C800C748F31C}"/>
              </a:ext>
            </a:extLst>
          </p:cNvPr>
          <p:cNvSpPr>
            <a:spLocks noGrp="1" noChangeArrowheads="1"/>
          </p:cNvSpPr>
          <p:nvPr>
            <p:ph type="title"/>
          </p:nvPr>
        </p:nvSpPr>
        <p:spPr/>
        <p:txBody>
          <a:bodyPr/>
          <a:lstStyle/>
          <a:p>
            <a:r>
              <a:rPr lang="en-US" altLang="en-US" sz="4000"/>
              <a:t>Các mức nhìn của hệ CSDL </a:t>
            </a:r>
            <a:endParaRPr lang="en-US" altLang="en-US"/>
          </a:p>
        </p:txBody>
      </p:sp>
      <p:sp>
        <p:nvSpPr>
          <p:cNvPr id="4" name="Date Placeholder 3">
            <a:extLst>
              <a:ext uri="{FF2B5EF4-FFF2-40B4-BE49-F238E27FC236}">
                <a16:creationId xmlns:a16="http://schemas.microsoft.com/office/drawing/2014/main" id="{CF06B082-054F-8641-99D5-9D5287A590F5}"/>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62468" name="Slide Number Placeholder 4">
            <a:extLst>
              <a:ext uri="{FF2B5EF4-FFF2-40B4-BE49-F238E27FC236}">
                <a16:creationId xmlns:a16="http://schemas.microsoft.com/office/drawing/2014/main" id="{4D4DDC54-C2AB-3543-9363-2A8FD092CA7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39E286D4-219B-D94A-922F-7C518FB14E9B}" type="slidenum">
              <a:rPr lang="en-US" altLang="en-US" smtClean="0">
                <a:latin typeface="Arial" panose="020B0604020202020204" pitchFamily="34" charset="0"/>
              </a:rPr>
              <a:pPr/>
              <a:t>36</a:t>
            </a:fld>
            <a:endParaRPr lang="en-US" altLang="en-US">
              <a:latin typeface="Arial" panose="020B0604020202020204" pitchFamily="34" charset="0"/>
            </a:endParaRPr>
          </a:p>
        </p:txBody>
      </p:sp>
      <p:pic>
        <p:nvPicPr>
          <p:cNvPr id="62469" name="Picture 5">
            <a:extLst>
              <a:ext uri="{FF2B5EF4-FFF2-40B4-BE49-F238E27FC236}">
                <a16:creationId xmlns:a16="http://schemas.microsoft.com/office/drawing/2014/main" id="{C092E028-E0F1-804A-9B77-5A142D519F1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00088" y="1143000"/>
            <a:ext cx="8505825" cy="537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a:extLst>
              <a:ext uri="{FF2B5EF4-FFF2-40B4-BE49-F238E27FC236}">
                <a16:creationId xmlns:a16="http://schemas.microsoft.com/office/drawing/2014/main" id="{4CA06378-A21F-E540-BE3D-1B3FA58755C0}"/>
              </a:ext>
            </a:extLst>
          </p:cNvPr>
          <p:cNvSpPr>
            <a:spLocks noGrp="1" noChangeArrowheads="1"/>
          </p:cNvSpPr>
          <p:nvPr>
            <p:ph type="title"/>
          </p:nvPr>
        </p:nvSpPr>
        <p:spPr/>
        <p:txBody>
          <a:bodyPr/>
          <a:lstStyle/>
          <a:p>
            <a:r>
              <a:rPr lang="en-US" altLang="en-US"/>
              <a:t>Hệ cơ sở dữ liệu client-server</a:t>
            </a:r>
          </a:p>
        </p:txBody>
      </p:sp>
      <p:sp>
        <p:nvSpPr>
          <p:cNvPr id="4" name="Date Placeholder 3">
            <a:extLst>
              <a:ext uri="{FF2B5EF4-FFF2-40B4-BE49-F238E27FC236}">
                <a16:creationId xmlns:a16="http://schemas.microsoft.com/office/drawing/2014/main" id="{CD65B6D3-504D-3045-9F3C-331F8CB53F72}"/>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63492" name="Slide Number Placeholder 4">
            <a:extLst>
              <a:ext uri="{FF2B5EF4-FFF2-40B4-BE49-F238E27FC236}">
                <a16:creationId xmlns:a16="http://schemas.microsoft.com/office/drawing/2014/main" id="{A77E19B7-F786-324D-A83E-4EB76A543B4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5D616B34-A779-E04F-BFCD-62154BEE078A}" type="slidenum">
              <a:rPr lang="en-US" altLang="en-US" smtClean="0">
                <a:latin typeface="Arial" panose="020B0604020202020204" pitchFamily="34" charset="0"/>
              </a:rPr>
              <a:pPr/>
              <a:t>37</a:t>
            </a:fld>
            <a:endParaRPr lang="en-US" altLang="en-US">
              <a:latin typeface="Arial" panose="020B0604020202020204" pitchFamily="34" charset="0"/>
            </a:endParaRPr>
          </a:p>
        </p:txBody>
      </p:sp>
      <p:sp>
        <p:nvSpPr>
          <p:cNvPr id="63493" name="Slide Number Placeholder 4">
            <a:extLst>
              <a:ext uri="{FF2B5EF4-FFF2-40B4-BE49-F238E27FC236}">
                <a16:creationId xmlns:a16="http://schemas.microsoft.com/office/drawing/2014/main" id="{5542C028-7768-544E-BBD6-0F7523F1DD3C}"/>
              </a:ext>
            </a:extLst>
          </p:cNvPr>
          <p:cNvSpPr txBox="1">
            <a:spLocks/>
          </p:cNvSpPr>
          <p:nvPr/>
        </p:nvSpPr>
        <p:spPr bwMode="auto">
          <a:xfrm>
            <a:off x="6057900" y="5691188"/>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0"/>
              </a:spcBef>
              <a:buClrTx/>
              <a:buFontTx/>
              <a:buNone/>
            </a:pPr>
            <a:fld id="{DE2A6FAA-42B7-344C-B536-C67A6A6B1279}" type="slidenum">
              <a:rPr lang="en-US" altLang="en-US" sz="1400">
                <a:latin typeface="Tahoma" panose="020B0604030504040204" pitchFamily="34" charset="0"/>
              </a:rPr>
              <a:pPr algn="ctr" eaLnBrk="1" hangingPunct="1">
                <a:spcBef>
                  <a:spcPct val="0"/>
                </a:spcBef>
                <a:buClrTx/>
                <a:buFontTx/>
                <a:buNone/>
              </a:pPr>
              <a:t>37</a:t>
            </a:fld>
            <a:endParaRPr lang="en-US" altLang="en-US" sz="1400">
              <a:latin typeface="Tahoma" panose="020B0604030504040204" pitchFamily="34" charset="0"/>
            </a:endParaRPr>
          </a:p>
        </p:txBody>
      </p:sp>
      <p:sp>
        <p:nvSpPr>
          <p:cNvPr id="63494" name="Rectangle 3">
            <a:extLst>
              <a:ext uri="{FF2B5EF4-FFF2-40B4-BE49-F238E27FC236}">
                <a16:creationId xmlns:a16="http://schemas.microsoft.com/office/drawing/2014/main" id="{5D7F5908-AD2B-CE43-BB92-C76F1D1D763C}"/>
              </a:ext>
            </a:extLst>
          </p:cNvPr>
          <p:cNvSpPr txBox="1">
            <a:spLocks noChangeArrowheads="1"/>
          </p:cNvSpPr>
          <p:nvPr/>
        </p:nvSpPr>
        <p:spPr bwMode="auto">
          <a:xfrm>
            <a:off x="304800" y="1370013"/>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685800" indent="-22860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l" eaLnBrk="1" hangingPunct="1">
              <a:lnSpc>
                <a:spcPct val="90000"/>
              </a:lnSpc>
              <a:spcBef>
                <a:spcPts val="1000"/>
              </a:spcBef>
              <a:buClrTx/>
              <a:buFont typeface="Arial" panose="020B0604020202020204" pitchFamily="34" charset="0"/>
              <a:buChar char="•"/>
            </a:pPr>
            <a:r>
              <a:rPr lang="en-US" altLang="en-US" sz="2800">
                <a:latin typeface="Cambria (Headings)"/>
              </a:rPr>
              <a:t>Hệ thống khách/chủ gồm 3 phần</a:t>
            </a:r>
          </a:p>
          <a:p>
            <a:pPr lvl="1" algn="l" eaLnBrk="1" hangingPunct="1">
              <a:lnSpc>
                <a:spcPct val="90000"/>
              </a:lnSpc>
              <a:spcBef>
                <a:spcPts val="500"/>
              </a:spcBef>
              <a:buClrTx/>
              <a:buFont typeface="Arial" panose="020B0604020202020204" pitchFamily="34" charset="0"/>
              <a:buChar char="•"/>
            </a:pPr>
            <a:r>
              <a:rPr lang="en-US" altLang="en-US" sz="2400">
                <a:latin typeface="Cambria (Headings)"/>
              </a:rPr>
              <a:t>Hệ thống phía Server: xử lý yêu cầu và phục vụ</a:t>
            </a:r>
          </a:p>
          <a:p>
            <a:pPr lvl="1" algn="l" eaLnBrk="1" hangingPunct="1">
              <a:lnSpc>
                <a:spcPct val="90000"/>
              </a:lnSpc>
              <a:spcBef>
                <a:spcPts val="500"/>
              </a:spcBef>
              <a:buClrTx/>
              <a:buFont typeface="Arial" panose="020B0604020202020204" pitchFamily="34" charset="0"/>
              <a:buChar char="•"/>
            </a:pPr>
            <a:r>
              <a:rPr lang="en-US" altLang="en-US" sz="2400">
                <a:latin typeface="Cambria (Headings)"/>
              </a:rPr>
              <a:t>Hệ thống phía Client: nơi yêu cầu và nhận dữ liệu</a:t>
            </a:r>
          </a:p>
          <a:p>
            <a:pPr lvl="1" algn="l" eaLnBrk="1" hangingPunct="1">
              <a:lnSpc>
                <a:spcPct val="90000"/>
              </a:lnSpc>
              <a:spcBef>
                <a:spcPts val="500"/>
              </a:spcBef>
              <a:buClrTx/>
              <a:buFont typeface="Arial" panose="020B0604020202020204" pitchFamily="34" charset="0"/>
              <a:buChar char="•"/>
            </a:pPr>
            <a:r>
              <a:rPr lang="en-US" altLang="en-US" sz="2400">
                <a:latin typeface="Cambria (Headings)"/>
              </a:rPr>
              <a:t>Hệ thống giao tiếp giữa Client và Server(Network)</a:t>
            </a:r>
          </a:p>
        </p:txBody>
      </p:sp>
      <p:pic>
        <p:nvPicPr>
          <p:cNvPr id="63495" name="Picture 4" descr="Pic3">
            <a:extLst>
              <a:ext uri="{FF2B5EF4-FFF2-40B4-BE49-F238E27FC236}">
                <a16:creationId xmlns:a16="http://schemas.microsoft.com/office/drawing/2014/main" id="{E7261186-F170-F443-9C9E-CAB71B867E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3124200"/>
            <a:ext cx="586740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a:extLst>
              <a:ext uri="{FF2B5EF4-FFF2-40B4-BE49-F238E27FC236}">
                <a16:creationId xmlns:a16="http://schemas.microsoft.com/office/drawing/2014/main" id="{CAC594F5-1A31-144C-9309-E044014931C9}"/>
              </a:ext>
            </a:extLst>
          </p:cNvPr>
          <p:cNvSpPr>
            <a:spLocks noGrp="1" noChangeArrowheads="1"/>
          </p:cNvSpPr>
          <p:nvPr>
            <p:ph type="title"/>
          </p:nvPr>
        </p:nvSpPr>
        <p:spPr/>
        <p:txBody>
          <a:bodyPr/>
          <a:lstStyle/>
          <a:p>
            <a:r>
              <a:rPr lang="en-US" altLang="en-US"/>
              <a:t>Hệ cơ sở dữ liệu phân tán</a:t>
            </a:r>
          </a:p>
        </p:txBody>
      </p:sp>
      <p:sp>
        <p:nvSpPr>
          <p:cNvPr id="65539" name="Content Placeholder 2">
            <a:extLst>
              <a:ext uri="{FF2B5EF4-FFF2-40B4-BE49-F238E27FC236}">
                <a16:creationId xmlns:a16="http://schemas.microsoft.com/office/drawing/2014/main" id="{F49252C0-3255-9F42-A415-C3431F7225B6}"/>
              </a:ext>
            </a:extLst>
          </p:cNvPr>
          <p:cNvSpPr>
            <a:spLocks noGrp="1" noChangeArrowheads="1"/>
          </p:cNvSpPr>
          <p:nvPr>
            <p:ph idx="1"/>
          </p:nvPr>
        </p:nvSpPr>
        <p:spPr>
          <a:xfrm>
            <a:off x="495300" y="1219200"/>
            <a:ext cx="2773363" cy="4911725"/>
          </a:xfrm>
        </p:spPr>
        <p:txBody>
          <a:bodyPr/>
          <a:lstStyle/>
          <a:p>
            <a:r>
              <a:rPr lang="en-US" altLang="en-US"/>
              <a:t>CSDL phân tán là một tập hợp dữ liệu có liên quan (logic) được dùng chung và phân tán về mặt vật lý trên một mạng máy tính</a:t>
            </a:r>
          </a:p>
        </p:txBody>
      </p:sp>
      <p:sp>
        <p:nvSpPr>
          <p:cNvPr id="4" name="Date Placeholder 3">
            <a:extLst>
              <a:ext uri="{FF2B5EF4-FFF2-40B4-BE49-F238E27FC236}">
                <a16:creationId xmlns:a16="http://schemas.microsoft.com/office/drawing/2014/main" id="{57F3ABBD-91AB-824F-8442-6D54A980068B}"/>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65541" name="Slide Number Placeholder 4">
            <a:extLst>
              <a:ext uri="{FF2B5EF4-FFF2-40B4-BE49-F238E27FC236}">
                <a16:creationId xmlns:a16="http://schemas.microsoft.com/office/drawing/2014/main" id="{2A29D4B1-CFF8-9547-847B-B9E89260E75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F1764E18-C509-7143-A282-D7853236D61F}" type="slidenum">
              <a:rPr lang="en-US" altLang="en-US" smtClean="0">
                <a:latin typeface="Arial" panose="020B0604020202020204" pitchFamily="34" charset="0"/>
              </a:rPr>
              <a:pPr/>
              <a:t>38</a:t>
            </a:fld>
            <a:endParaRPr lang="en-US" altLang="en-US">
              <a:latin typeface="Arial" panose="020B0604020202020204" pitchFamily="34" charset="0"/>
            </a:endParaRPr>
          </a:p>
        </p:txBody>
      </p:sp>
      <p:pic>
        <p:nvPicPr>
          <p:cNvPr id="65542" name="Picture 5">
            <a:extLst>
              <a:ext uri="{FF2B5EF4-FFF2-40B4-BE49-F238E27FC236}">
                <a16:creationId xmlns:a16="http://schemas.microsoft.com/office/drawing/2014/main" id="{3A92BFE0-C024-6E49-93B5-F050ABDF97C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463925" y="990600"/>
            <a:ext cx="6115050" cy="447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a:extLst>
              <a:ext uri="{FF2B5EF4-FFF2-40B4-BE49-F238E27FC236}">
                <a16:creationId xmlns:a16="http://schemas.microsoft.com/office/drawing/2014/main" id="{BFDE4A3D-0088-9842-A545-BDFD25876B69}"/>
              </a:ext>
            </a:extLst>
          </p:cNvPr>
          <p:cNvSpPr>
            <a:spLocks noGrp="1" noChangeArrowheads="1"/>
          </p:cNvSpPr>
          <p:nvPr>
            <p:ph type="title"/>
          </p:nvPr>
        </p:nvSpPr>
        <p:spPr/>
        <p:txBody>
          <a:bodyPr/>
          <a:lstStyle/>
          <a:p>
            <a:r>
              <a:rPr lang="vi-VN" altLang="en-US" dirty="0"/>
              <a:t>6. Các m</a:t>
            </a:r>
            <a:r>
              <a:rPr lang="en-US" altLang="en-US" dirty="0"/>
              <a:t>ô </a:t>
            </a:r>
            <a:r>
              <a:rPr lang="en-US" altLang="en-US" dirty="0" err="1"/>
              <a:t>hình</a:t>
            </a:r>
            <a:r>
              <a:rPr lang="en-US" altLang="en-US" dirty="0"/>
              <a:t> </a:t>
            </a:r>
            <a:r>
              <a:rPr lang="en-US" altLang="en-US" dirty="0" err="1"/>
              <a:t>dữ</a:t>
            </a:r>
            <a:r>
              <a:rPr lang="en-US" altLang="en-US" dirty="0"/>
              <a:t> </a:t>
            </a:r>
            <a:r>
              <a:rPr lang="en-US" altLang="en-US" dirty="0" err="1"/>
              <a:t>liệu</a:t>
            </a:r>
            <a:endParaRPr lang="en-US" altLang="en-US" dirty="0"/>
          </a:p>
        </p:txBody>
      </p:sp>
      <p:sp>
        <p:nvSpPr>
          <p:cNvPr id="66563" name="Content Placeholder 2">
            <a:extLst>
              <a:ext uri="{FF2B5EF4-FFF2-40B4-BE49-F238E27FC236}">
                <a16:creationId xmlns:a16="http://schemas.microsoft.com/office/drawing/2014/main" id="{235CF217-31FA-ED4D-BFF5-ADF040D22763}"/>
              </a:ext>
            </a:extLst>
          </p:cNvPr>
          <p:cNvSpPr>
            <a:spLocks noGrp="1" noChangeArrowheads="1"/>
          </p:cNvSpPr>
          <p:nvPr>
            <p:ph idx="1"/>
          </p:nvPr>
        </p:nvSpPr>
        <p:spPr/>
        <p:txBody>
          <a:bodyPr/>
          <a:lstStyle/>
          <a:p>
            <a:r>
              <a:rPr lang="vi-VN" altLang="en-US" dirty="0"/>
              <a:t>Một bộ các công cụ để mô tả</a:t>
            </a:r>
          </a:p>
          <a:p>
            <a:pPr lvl="1"/>
            <a:r>
              <a:rPr lang="vi-VN" altLang="en-US" dirty="0" err="1"/>
              <a:t>Dữ liệu</a:t>
            </a:r>
          </a:p>
          <a:p>
            <a:pPr lvl="1"/>
            <a:r>
              <a:rPr lang="vi-VN" altLang="en-US" dirty="0" err="1"/>
              <a:t>Mối quan hệ dữ liệu</a:t>
            </a:r>
          </a:p>
          <a:p>
            <a:pPr lvl="1"/>
            <a:r>
              <a:rPr lang="vi-VN" altLang="en-US" dirty="0" err="1"/>
              <a:t>Ngữ nghĩa dữ liệu</a:t>
            </a:r>
          </a:p>
          <a:p>
            <a:pPr lvl="1"/>
            <a:r>
              <a:rPr lang="vi-VN" altLang="en-US" dirty="0" err="1"/>
              <a:t>Ràng buộc dữ liệu</a:t>
            </a:r>
          </a:p>
        </p:txBody>
      </p:sp>
      <p:sp>
        <p:nvSpPr>
          <p:cNvPr id="4" name="Date Placeholder 3">
            <a:extLst>
              <a:ext uri="{FF2B5EF4-FFF2-40B4-BE49-F238E27FC236}">
                <a16:creationId xmlns:a16="http://schemas.microsoft.com/office/drawing/2014/main" id="{A5B10F00-F745-F64F-A520-6A7F2D216E42}"/>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66565" name="Slide Number Placeholder 4">
            <a:extLst>
              <a:ext uri="{FF2B5EF4-FFF2-40B4-BE49-F238E27FC236}">
                <a16:creationId xmlns:a16="http://schemas.microsoft.com/office/drawing/2014/main" id="{80B8A128-CBBD-A54D-84BE-ED729381371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86369D3F-700C-D84D-BCFB-EFBFCDA180FF}" type="slidenum">
              <a:rPr lang="en-US" altLang="en-US" smtClean="0">
                <a:latin typeface="Arial" panose="020B0604020202020204" pitchFamily="34" charset="0"/>
              </a:rPr>
              <a:pPr/>
              <a:t>39</a:t>
            </a:fld>
            <a:endParaRPr lang="en-US" altLang="en-US">
              <a:latin typeface="Arial" panose="020B060402020202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a:extLst>
              <a:ext uri="{FF2B5EF4-FFF2-40B4-BE49-F238E27FC236}">
                <a16:creationId xmlns:a16="http://schemas.microsoft.com/office/drawing/2014/main" id="{BFDE4A3D-0088-9842-A545-BDFD25876B69}"/>
              </a:ext>
            </a:extLst>
          </p:cNvPr>
          <p:cNvSpPr>
            <a:spLocks noGrp="1" noChangeArrowheads="1"/>
          </p:cNvSpPr>
          <p:nvPr>
            <p:ph type="title"/>
          </p:nvPr>
        </p:nvSpPr>
        <p:spPr/>
        <p:txBody>
          <a:bodyPr/>
          <a:lstStyle/>
          <a:p>
            <a:r>
              <a:rPr lang="en-US" altLang="en-US"/>
              <a:t>Mô hình dữ liệu</a:t>
            </a:r>
          </a:p>
        </p:txBody>
      </p:sp>
      <p:sp>
        <p:nvSpPr>
          <p:cNvPr id="66563" name="Content Placeholder 2">
            <a:extLst>
              <a:ext uri="{FF2B5EF4-FFF2-40B4-BE49-F238E27FC236}">
                <a16:creationId xmlns:a16="http://schemas.microsoft.com/office/drawing/2014/main" id="{235CF217-31FA-ED4D-BFF5-ADF040D22763}"/>
              </a:ext>
            </a:extLst>
          </p:cNvPr>
          <p:cNvSpPr>
            <a:spLocks noGrp="1" noChangeArrowheads="1"/>
          </p:cNvSpPr>
          <p:nvPr>
            <p:ph idx="1"/>
          </p:nvPr>
        </p:nvSpPr>
        <p:spPr/>
        <p:txBody>
          <a:bodyPr/>
          <a:lstStyle/>
          <a:p>
            <a:r>
              <a:rPr lang="vi-VN" altLang="en-US" dirty="0" err="1"/>
              <a:t>Mô hình quan hệ</a:t>
            </a:r>
          </a:p>
          <a:p>
            <a:r>
              <a:rPr lang="vi-VN" altLang="en-US" dirty="0" err="1"/>
              <a:t>Mô hình dữ liệu Mối quan hệ-Thực thể (chủ yếu dành cho thiết kế CSDL)</a:t>
            </a:r>
          </a:p>
          <a:p>
            <a:r>
              <a:rPr lang="vi-VN" altLang="en-US" dirty="0" err="1"/>
              <a:t>Mô hình dữ liệu dựa trên đối tượng (Hướng đối tượng và Quan hệ đối tượng)</a:t>
            </a:r>
          </a:p>
          <a:p>
            <a:r>
              <a:rPr lang="vi-VN" altLang="en-US" dirty="0" err="1"/>
              <a:t>Mô hình dữ liệu có cấu trúc (XML)</a:t>
            </a:r>
          </a:p>
          <a:p>
            <a:r>
              <a:rPr lang="vi-VN" altLang="en-US" dirty="0" err="1"/>
              <a:t>Các mô hình cũ khác:</a:t>
            </a:r>
          </a:p>
          <a:p>
            <a:pPr lvl="1"/>
            <a:r>
              <a:rPr lang="vi-VN" altLang="en-US" dirty="0" err="1"/>
              <a:t>Mô hình mạng</a:t>
            </a:r>
          </a:p>
          <a:p>
            <a:pPr lvl="1"/>
            <a:r>
              <a:rPr lang="vi-VN" altLang="en-US" dirty="0" err="1"/>
              <a:t>Mô hình phân cấp</a:t>
            </a:r>
            <a:endParaRPr lang="en-US" altLang="en-US" dirty="0" err="1"/>
          </a:p>
        </p:txBody>
      </p:sp>
      <p:sp>
        <p:nvSpPr>
          <p:cNvPr id="4" name="Date Placeholder 3">
            <a:extLst>
              <a:ext uri="{FF2B5EF4-FFF2-40B4-BE49-F238E27FC236}">
                <a16:creationId xmlns:a16="http://schemas.microsoft.com/office/drawing/2014/main" id="{A5B10F00-F745-F64F-A520-6A7F2D216E42}"/>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66565" name="Slide Number Placeholder 4">
            <a:extLst>
              <a:ext uri="{FF2B5EF4-FFF2-40B4-BE49-F238E27FC236}">
                <a16:creationId xmlns:a16="http://schemas.microsoft.com/office/drawing/2014/main" id="{80B8A128-CBBD-A54D-84BE-ED729381371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86369D3F-700C-D84D-BCFB-EFBFCDA180FF}" type="slidenum">
              <a:rPr lang="en-US" altLang="en-US" smtClean="0">
                <a:latin typeface="Arial" panose="020B0604020202020204" pitchFamily="34" charset="0"/>
              </a:rPr>
              <a:pPr/>
              <a:t>40</a:t>
            </a:fld>
            <a:endParaRPr lang="en-US" altLang="en-US">
              <a:latin typeface="Arial" panose="020B0604020202020204" pitchFamily="34" charset="0"/>
            </a:endParaRPr>
          </a:p>
        </p:txBody>
      </p:sp>
    </p:spTree>
    <p:extLst>
      <p:ext uri="{BB962C8B-B14F-4D97-AF65-F5344CB8AC3E}">
        <p14:creationId xmlns:p14="http://schemas.microsoft.com/office/powerpoint/2010/main" val="31689790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Date Placeholder 3">
            <a:extLst>
              <a:ext uri="{FF2B5EF4-FFF2-40B4-BE49-F238E27FC236}">
                <a16:creationId xmlns:a16="http://schemas.microsoft.com/office/drawing/2014/main" id="{6F5353EE-8FDE-A04C-9BB5-D98AF41BF67F}"/>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70659" name="Slide Number Placeholder 5">
            <a:extLst>
              <a:ext uri="{FF2B5EF4-FFF2-40B4-BE49-F238E27FC236}">
                <a16:creationId xmlns:a16="http://schemas.microsoft.com/office/drawing/2014/main" id="{576106E3-283B-494A-84E8-0600BA7ECA1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r">
              <a:spcBef>
                <a:spcPct val="0"/>
              </a:spcBef>
              <a:buClrTx/>
              <a:buFontTx/>
              <a:buNone/>
            </a:pPr>
            <a:fld id="{F417D970-B4A5-6E49-8D85-41ACD14F373F}" type="slidenum">
              <a:rPr lang="en-US" altLang="en-US" sz="1000" smtClean="0"/>
              <a:pPr algn="r">
                <a:spcBef>
                  <a:spcPct val="0"/>
                </a:spcBef>
                <a:buClrTx/>
                <a:buFontTx/>
                <a:buNone/>
              </a:pPr>
              <a:t>41</a:t>
            </a:fld>
            <a:endParaRPr lang="en-US" altLang="en-US" sz="1000"/>
          </a:p>
        </p:txBody>
      </p:sp>
      <p:sp>
        <p:nvSpPr>
          <p:cNvPr id="70660" name="Rectangle 2">
            <a:extLst>
              <a:ext uri="{FF2B5EF4-FFF2-40B4-BE49-F238E27FC236}">
                <a16:creationId xmlns:a16="http://schemas.microsoft.com/office/drawing/2014/main" id="{6FD32944-120B-8046-979C-8D65626E7E15}"/>
              </a:ext>
            </a:extLst>
          </p:cNvPr>
          <p:cNvSpPr>
            <a:spLocks noGrp="1" noChangeArrowheads="1"/>
          </p:cNvSpPr>
          <p:nvPr>
            <p:ph type="title"/>
          </p:nvPr>
        </p:nvSpPr>
        <p:spPr/>
        <p:txBody>
          <a:bodyPr/>
          <a:lstStyle/>
          <a:p>
            <a:pPr eaLnBrk="1" hangingPunct="1"/>
            <a:r>
              <a:rPr lang="en-US" altLang="en-US"/>
              <a:t>Ví dụ mô hình ER</a:t>
            </a:r>
          </a:p>
        </p:txBody>
      </p:sp>
      <p:sp>
        <p:nvSpPr>
          <p:cNvPr id="70661" name="AutoShape 81">
            <a:extLst>
              <a:ext uri="{FF2B5EF4-FFF2-40B4-BE49-F238E27FC236}">
                <a16:creationId xmlns:a16="http://schemas.microsoft.com/office/drawing/2014/main" id="{AAD424D7-67DE-D04C-B2A3-E0CAA33F53C2}"/>
              </a:ext>
            </a:extLst>
          </p:cNvPr>
          <p:cNvSpPr>
            <a:spLocks noChangeAspect="1" noChangeArrowheads="1" noTextEdit="1"/>
          </p:cNvSpPr>
          <p:nvPr/>
        </p:nvSpPr>
        <p:spPr bwMode="auto">
          <a:xfrm>
            <a:off x="165100" y="1881188"/>
            <a:ext cx="9163050" cy="319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VN"/>
          </a:p>
        </p:txBody>
      </p:sp>
      <p:grpSp>
        <p:nvGrpSpPr>
          <p:cNvPr id="70662" name="Group 161">
            <a:extLst>
              <a:ext uri="{FF2B5EF4-FFF2-40B4-BE49-F238E27FC236}">
                <a16:creationId xmlns:a16="http://schemas.microsoft.com/office/drawing/2014/main" id="{A508C435-91B5-E24C-85A9-11359E79285C}"/>
              </a:ext>
            </a:extLst>
          </p:cNvPr>
          <p:cNvGrpSpPr>
            <a:grpSpLocks/>
          </p:cNvGrpSpPr>
          <p:nvPr/>
        </p:nvGrpSpPr>
        <p:grpSpPr bwMode="auto">
          <a:xfrm>
            <a:off x="1027113" y="1981200"/>
            <a:ext cx="8281987" cy="3070225"/>
            <a:chOff x="597" y="1248"/>
            <a:chExt cx="4816" cy="1934"/>
          </a:xfrm>
        </p:grpSpPr>
        <p:sp>
          <p:nvSpPr>
            <p:cNvPr id="70663" name="Rectangle 83">
              <a:extLst>
                <a:ext uri="{FF2B5EF4-FFF2-40B4-BE49-F238E27FC236}">
                  <a16:creationId xmlns:a16="http://schemas.microsoft.com/office/drawing/2014/main" id="{0B6118E2-9226-594D-B6E6-62D2CEA81228}"/>
                </a:ext>
              </a:extLst>
            </p:cNvPr>
            <p:cNvSpPr>
              <a:spLocks noChangeArrowheads="1"/>
            </p:cNvSpPr>
            <p:nvPr/>
          </p:nvSpPr>
          <p:spPr bwMode="auto">
            <a:xfrm>
              <a:off x="1128" y="2075"/>
              <a:ext cx="729" cy="364"/>
            </a:xfrm>
            <a:prstGeom prst="rect">
              <a:avLst/>
            </a:prstGeom>
            <a:solidFill>
              <a:srgbClr val="FFFFFF"/>
            </a:solidFill>
            <a:ln w="3175">
              <a:solidFill>
                <a:srgbClr val="000000"/>
              </a:solidFill>
              <a:miter lim="800000"/>
              <a:headEnd/>
              <a:tailEnd/>
            </a:ln>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70664" name="Rectangle 84">
              <a:extLst>
                <a:ext uri="{FF2B5EF4-FFF2-40B4-BE49-F238E27FC236}">
                  <a16:creationId xmlns:a16="http://schemas.microsoft.com/office/drawing/2014/main" id="{B7052766-64D5-0E46-ACA5-D05139E3F6C9}"/>
                </a:ext>
              </a:extLst>
            </p:cNvPr>
            <p:cNvSpPr>
              <a:spLocks noChangeArrowheads="1"/>
            </p:cNvSpPr>
            <p:nvPr/>
          </p:nvSpPr>
          <p:spPr bwMode="auto">
            <a:xfrm>
              <a:off x="1372" y="2184"/>
              <a:ext cx="31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500" b="1">
                  <a:solidFill>
                    <a:srgbClr val="000000"/>
                  </a:solidFill>
                  <a:latin typeface="Tahoma" panose="020B0604030504040204" pitchFamily="34" charset="0"/>
                  <a:cs typeface="Tahoma" panose="020B0604030504040204" pitchFamily="34" charset="0"/>
                </a:rPr>
                <a:t>SVien</a:t>
              </a:r>
              <a:endParaRPr lang="en-US" altLang="en-US" sz="1800" b="1">
                <a:latin typeface="Tahoma" panose="020B0604030504040204" pitchFamily="34" charset="0"/>
                <a:cs typeface="Tahoma" panose="020B0604030504040204" pitchFamily="34" charset="0"/>
              </a:endParaRPr>
            </a:p>
          </p:txBody>
        </p:sp>
        <p:sp>
          <p:nvSpPr>
            <p:cNvPr id="70665" name="Freeform 85">
              <a:extLst>
                <a:ext uri="{FF2B5EF4-FFF2-40B4-BE49-F238E27FC236}">
                  <a16:creationId xmlns:a16="http://schemas.microsoft.com/office/drawing/2014/main" id="{FBF0D721-A5B6-B043-AA12-9A5BACC7CF96}"/>
                </a:ext>
              </a:extLst>
            </p:cNvPr>
            <p:cNvSpPr>
              <a:spLocks/>
            </p:cNvSpPr>
            <p:nvPr/>
          </p:nvSpPr>
          <p:spPr bwMode="auto">
            <a:xfrm>
              <a:off x="1083" y="1529"/>
              <a:ext cx="820" cy="273"/>
            </a:xfrm>
            <a:custGeom>
              <a:avLst/>
              <a:gdLst>
                <a:gd name="T0" fmla="*/ 0 w 820"/>
                <a:gd name="T1" fmla="*/ 137 h 273"/>
                <a:gd name="T2" fmla="*/ 409 w 820"/>
                <a:gd name="T3" fmla="*/ 0 h 273"/>
                <a:gd name="T4" fmla="*/ 820 w 820"/>
                <a:gd name="T5" fmla="*/ 137 h 273"/>
                <a:gd name="T6" fmla="*/ 409 w 820"/>
                <a:gd name="T7" fmla="*/ 273 h 273"/>
                <a:gd name="T8" fmla="*/ 0 w 820"/>
                <a:gd name="T9" fmla="*/ 137 h 273"/>
                <a:gd name="T10" fmla="*/ 0 60000 65536"/>
                <a:gd name="T11" fmla="*/ 0 60000 65536"/>
                <a:gd name="T12" fmla="*/ 0 60000 65536"/>
                <a:gd name="T13" fmla="*/ 0 60000 65536"/>
                <a:gd name="T14" fmla="*/ 0 60000 65536"/>
                <a:gd name="T15" fmla="*/ 0 w 820"/>
                <a:gd name="T16" fmla="*/ 0 h 273"/>
                <a:gd name="T17" fmla="*/ 820 w 820"/>
                <a:gd name="T18" fmla="*/ 273 h 273"/>
              </a:gdLst>
              <a:ahLst/>
              <a:cxnLst>
                <a:cxn ang="T10">
                  <a:pos x="T0" y="T1"/>
                </a:cxn>
                <a:cxn ang="T11">
                  <a:pos x="T2" y="T3"/>
                </a:cxn>
                <a:cxn ang="T12">
                  <a:pos x="T4" y="T5"/>
                </a:cxn>
                <a:cxn ang="T13">
                  <a:pos x="T6" y="T7"/>
                </a:cxn>
                <a:cxn ang="T14">
                  <a:pos x="T8" y="T9"/>
                </a:cxn>
              </a:cxnLst>
              <a:rect l="T15" t="T16" r="T17" b="T18"/>
              <a:pathLst>
                <a:path w="820" h="273">
                  <a:moveTo>
                    <a:pt x="0" y="137"/>
                  </a:moveTo>
                  <a:lnTo>
                    <a:pt x="409" y="0"/>
                  </a:lnTo>
                  <a:lnTo>
                    <a:pt x="820" y="137"/>
                  </a:lnTo>
                  <a:lnTo>
                    <a:pt x="409" y="273"/>
                  </a:lnTo>
                  <a:lnTo>
                    <a:pt x="0" y="137"/>
                  </a:lnTo>
                  <a:close/>
                </a:path>
              </a:pathLst>
            </a:custGeom>
            <a:solidFill>
              <a:srgbClr val="FFFFFF"/>
            </a:solidFill>
            <a:ln w="3175">
              <a:solidFill>
                <a:srgbClr val="000000"/>
              </a:solidFill>
              <a:prstDash val="solid"/>
              <a:round/>
              <a:headEnd/>
              <a:tailEnd/>
            </a:ln>
          </p:spPr>
          <p:txBody>
            <a:bodyPr/>
            <a:lstStyle/>
            <a:p>
              <a:endParaRPr lang="en-VN"/>
            </a:p>
          </p:txBody>
        </p:sp>
        <p:sp>
          <p:nvSpPr>
            <p:cNvPr id="70666" name="Rectangle 86">
              <a:extLst>
                <a:ext uri="{FF2B5EF4-FFF2-40B4-BE49-F238E27FC236}">
                  <a16:creationId xmlns:a16="http://schemas.microsoft.com/office/drawing/2014/main" id="{7D37F824-58EF-344A-93D4-CD39C3F8CA92}"/>
                </a:ext>
              </a:extLst>
            </p:cNvPr>
            <p:cNvSpPr>
              <a:spLocks noChangeArrowheads="1"/>
            </p:cNvSpPr>
            <p:nvPr/>
          </p:nvSpPr>
          <p:spPr bwMode="auto">
            <a:xfrm>
              <a:off x="1439" y="1594"/>
              <a:ext cx="17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500">
                  <a:solidFill>
                    <a:srgbClr val="000000"/>
                  </a:solidFill>
                  <a:latin typeface="Tahoma" panose="020B0604030504040204" pitchFamily="34" charset="0"/>
                  <a:cs typeface="Tahoma" panose="020B0604030504040204" pitchFamily="34" charset="0"/>
                </a:rPr>
                <a:t>hoc</a:t>
              </a:r>
              <a:endParaRPr lang="en-US" altLang="en-US" sz="1800">
                <a:latin typeface="Tahoma" panose="020B0604030504040204" pitchFamily="34" charset="0"/>
                <a:cs typeface="Tahoma" panose="020B0604030504040204" pitchFamily="34" charset="0"/>
              </a:endParaRPr>
            </a:p>
          </p:txBody>
        </p:sp>
        <p:sp>
          <p:nvSpPr>
            <p:cNvPr id="70667" name="Line 87">
              <a:extLst>
                <a:ext uri="{FF2B5EF4-FFF2-40B4-BE49-F238E27FC236}">
                  <a16:creationId xmlns:a16="http://schemas.microsoft.com/office/drawing/2014/main" id="{41CFCEF4-DA3F-6448-B2CF-304FDDF3C667}"/>
                </a:ext>
              </a:extLst>
            </p:cNvPr>
            <p:cNvSpPr>
              <a:spLocks noChangeShapeType="1"/>
            </p:cNvSpPr>
            <p:nvPr/>
          </p:nvSpPr>
          <p:spPr bwMode="auto">
            <a:xfrm>
              <a:off x="1492" y="1802"/>
              <a:ext cx="1" cy="27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VN"/>
            </a:p>
          </p:txBody>
        </p:sp>
        <p:sp>
          <p:nvSpPr>
            <p:cNvPr id="70668" name="Rectangle 88">
              <a:extLst>
                <a:ext uri="{FF2B5EF4-FFF2-40B4-BE49-F238E27FC236}">
                  <a16:creationId xmlns:a16="http://schemas.microsoft.com/office/drawing/2014/main" id="{1B4A95F8-0AE8-DB42-8F93-206302C9FAE8}"/>
                </a:ext>
              </a:extLst>
            </p:cNvPr>
            <p:cNvSpPr>
              <a:spLocks noChangeArrowheads="1"/>
            </p:cNvSpPr>
            <p:nvPr/>
          </p:nvSpPr>
          <p:spPr bwMode="auto">
            <a:xfrm>
              <a:off x="2404" y="1485"/>
              <a:ext cx="729" cy="363"/>
            </a:xfrm>
            <a:prstGeom prst="rect">
              <a:avLst/>
            </a:prstGeom>
            <a:solidFill>
              <a:srgbClr val="FFFFFF"/>
            </a:solidFill>
            <a:ln w="3175">
              <a:solidFill>
                <a:srgbClr val="000000"/>
              </a:solidFill>
              <a:miter lim="800000"/>
              <a:headEnd/>
              <a:tailEnd/>
            </a:ln>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70669" name="Rectangle 89">
              <a:extLst>
                <a:ext uri="{FF2B5EF4-FFF2-40B4-BE49-F238E27FC236}">
                  <a16:creationId xmlns:a16="http://schemas.microsoft.com/office/drawing/2014/main" id="{9E535D3F-9A09-8241-8173-CAB852A76FCC}"/>
                </a:ext>
              </a:extLst>
            </p:cNvPr>
            <p:cNvSpPr>
              <a:spLocks noChangeArrowheads="1"/>
            </p:cNvSpPr>
            <p:nvPr/>
          </p:nvSpPr>
          <p:spPr bwMode="auto">
            <a:xfrm>
              <a:off x="2626" y="1594"/>
              <a:ext cx="3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500" b="1">
                  <a:solidFill>
                    <a:srgbClr val="000000"/>
                  </a:solidFill>
                  <a:latin typeface="Tahoma" panose="020B0604030504040204" pitchFamily="34" charset="0"/>
                  <a:cs typeface="Tahoma" panose="020B0604030504040204" pitchFamily="34" charset="0"/>
                </a:rPr>
                <a:t>HPhan</a:t>
              </a:r>
              <a:endParaRPr lang="en-US" altLang="en-US" sz="1800" b="1">
                <a:latin typeface="Tahoma" panose="020B0604030504040204" pitchFamily="34" charset="0"/>
                <a:cs typeface="Tahoma" panose="020B0604030504040204" pitchFamily="34" charset="0"/>
              </a:endParaRPr>
            </a:p>
          </p:txBody>
        </p:sp>
        <p:sp>
          <p:nvSpPr>
            <p:cNvPr id="70670" name="Freeform 90">
              <a:extLst>
                <a:ext uri="{FF2B5EF4-FFF2-40B4-BE49-F238E27FC236}">
                  <a16:creationId xmlns:a16="http://schemas.microsoft.com/office/drawing/2014/main" id="{2AD0DB7A-BC57-3E4A-A5B4-8F5DDE6194C4}"/>
                </a:ext>
              </a:extLst>
            </p:cNvPr>
            <p:cNvSpPr>
              <a:spLocks/>
            </p:cNvSpPr>
            <p:nvPr/>
          </p:nvSpPr>
          <p:spPr bwMode="auto">
            <a:xfrm>
              <a:off x="3680" y="1529"/>
              <a:ext cx="822" cy="273"/>
            </a:xfrm>
            <a:custGeom>
              <a:avLst/>
              <a:gdLst>
                <a:gd name="T0" fmla="*/ 0 w 822"/>
                <a:gd name="T1" fmla="*/ 137 h 273"/>
                <a:gd name="T2" fmla="*/ 411 w 822"/>
                <a:gd name="T3" fmla="*/ 0 h 273"/>
                <a:gd name="T4" fmla="*/ 822 w 822"/>
                <a:gd name="T5" fmla="*/ 137 h 273"/>
                <a:gd name="T6" fmla="*/ 411 w 822"/>
                <a:gd name="T7" fmla="*/ 273 h 273"/>
                <a:gd name="T8" fmla="*/ 0 w 822"/>
                <a:gd name="T9" fmla="*/ 137 h 273"/>
                <a:gd name="T10" fmla="*/ 0 60000 65536"/>
                <a:gd name="T11" fmla="*/ 0 60000 65536"/>
                <a:gd name="T12" fmla="*/ 0 60000 65536"/>
                <a:gd name="T13" fmla="*/ 0 60000 65536"/>
                <a:gd name="T14" fmla="*/ 0 60000 65536"/>
                <a:gd name="T15" fmla="*/ 0 w 822"/>
                <a:gd name="T16" fmla="*/ 0 h 273"/>
                <a:gd name="T17" fmla="*/ 822 w 822"/>
                <a:gd name="T18" fmla="*/ 273 h 273"/>
              </a:gdLst>
              <a:ahLst/>
              <a:cxnLst>
                <a:cxn ang="T10">
                  <a:pos x="T0" y="T1"/>
                </a:cxn>
                <a:cxn ang="T11">
                  <a:pos x="T2" y="T3"/>
                </a:cxn>
                <a:cxn ang="T12">
                  <a:pos x="T4" y="T5"/>
                </a:cxn>
                <a:cxn ang="T13">
                  <a:pos x="T6" y="T7"/>
                </a:cxn>
                <a:cxn ang="T14">
                  <a:pos x="T8" y="T9"/>
                </a:cxn>
              </a:cxnLst>
              <a:rect l="T15" t="T16" r="T17" b="T18"/>
              <a:pathLst>
                <a:path w="822" h="273">
                  <a:moveTo>
                    <a:pt x="0" y="137"/>
                  </a:moveTo>
                  <a:lnTo>
                    <a:pt x="411" y="0"/>
                  </a:lnTo>
                  <a:lnTo>
                    <a:pt x="822" y="137"/>
                  </a:lnTo>
                  <a:lnTo>
                    <a:pt x="411" y="273"/>
                  </a:lnTo>
                  <a:lnTo>
                    <a:pt x="0" y="137"/>
                  </a:lnTo>
                  <a:close/>
                </a:path>
              </a:pathLst>
            </a:custGeom>
            <a:solidFill>
              <a:srgbClr val="FFFFFF"/>
            </a:solidFill>
            <a:ln w="3175">
              <a:solidFill>
                <a:srgbClr val="000000"/>
              </a:solidFill>
              <a:prstDash val="solid"/>
              <a:round/>
              <a:headEnd/>
              <a:tailEnd/>
            </a:ln>
          </p:spPr>
          <p:txBody>
            <a:bodyPr/>
            <a:lstStyle/>
            <a:p>
              <a:endParaRPr lang="en-VN"/>
            </a:p>
          </p:txBody>
        </p:sp>
        <p:sp>
          <p:nvSpPr>
            <p:cNvPr id="70671" name="Rectangle 91">
              <a:extLst>
                <a:ext uri="{FF2B5EF4-FFF2-40B4-BE49-F238E27FC236}">
                  <a16:creationId xmlns:a16="http://schemas.microsoft.com/office/drawing/2014/main" id="{25066C3C-CED6-9D41-BC55-398935AF3EDA}"/>
                </a:ext>
              </a:extLst>
            </p:cNvPr>
            <p:cNvSpPr>
              <a:spLocks noChangeArrowheads="1"/>
            </p:cNvSpPr>
            <p:nvPr/>
          </p:nvSpPr>
          <p:spPr bwMode="auto">
            <a:xfrm>
              <a:off x="4048" y="1594"/>
              <a:ext cx="15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500">
                  <a:solidFill>
                    <a:srgbClr val="000000"/>
                  </a:solidFill>
                  <a:latin typeface="Tahoma" panose="020B0604030504040204" pitchFamily="34" charset="0"/>
                  <a:cs typeface="Tahoma" panose="020B0604030504040204" pitchFamily="34" charset="0"/>
                </a:rPr>
                <a:t>mo</a:t>
              </a:r>
              <a:endParaRPr lang="en-US" altLang="en-US" sz="1800">
                <a:latin typeface="Tahoma" panose="020B0604030504040204" pitchFamily="34" charset="0"/>
                <a:cs typeface="Tahoma" panose="020B0604030504040204" pitchFamily="34" charset="0"/>
              </a:endParaRPr>
            </a:p>
          </p:txBody>
        </p:sp>
        <p:sp>
          <p:nvSpPr>
            <p:cNvPr id="70672" name="Rectangle 92">
              <a:extLst>
                <a:ext uri="{FF2B5EF4-FFF2-40B4-BE49-F238E27FC236}">
                  <a16:creationId xmlns:a16="http://schemas.microsoft.com/office/drawing/2014/main" id="{D30ABBC9-159A-E446-A147-C91AD160587D}"/>
                </a:ext>
              </a:extLst>
            </p:cNvPr>
            <p:cNvSpPr>
              <a:spLocks noChangeArrowheads="1"/>
            </p:cNvSpPr>
            <p:nvPr/>
          </p:nvSpPr>
          <p:spPr bwMode="auto">
            <a:xfrm>
              <a:off x="3726" y="2075"/>
              <a:ext cx="729" cy="364"/>
            </a:xfrm>
            <a:prstGeom prst="rect">
              <a:avLst/>
            </a:prstGeom>
            <a:solidFill>
              <a:srgbClr val="FFFFFF"/>
            </a:solidFill>
            <a:ln w="3175">
              <a:solidFill>
                <a:srgbClr val="000000"/>
              </a:solidFill>
              <a:miter lim="800000"/>
              <a:headEnd/>
              <a:tailEnd/>
            </a:ln>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70673" name="Rectangle 93">
              <a:extLst>
                <a:ext uri="{FF2B5EF4-FFF2-40B4-BE49-F238E27FC236}">
                  <a16:creationId xmlns:a16="http://schemas.microsoft.com/office/drawing/2014/main" id="{AA9490CC-6A0D-7747-B3EE-33223DD665BC}"/>
                </a:ext>
              </a:extLst>
            </p:cNvPr>
            <p:cNvSpPr>
              <a:spLocks noChangeArrowheads="1"/>
            </p:cNvSpPr>
            <p:nvPr/>
          </p:nvSpPr>
          <p:spPr bwMode="auto">
            <a:xfrm>
              <a:off x="3973" y="2184"/>
              <a:ext cx="31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500" b="1">
                  <a:solidFill>
                    <a:srgbClr val="000000"/>
                  </a:solidFill>
                  <a:latin typeface="Tahoma" panose="020B0604030504040204" pitchFamily="34" charset="0"/>
                  <a:cs typeface="Tahoma" panose="020B0604030504040204" pitchFamily="34" charset="0"/>
                </a:rPr>
                <a:t>MHoc</a:t>
              </a:r>
              <a:endParaRPr lang="en-US" altLang="en-US" sz="1800" b="1">
                <a:latin typeface="Tahoma" panose="020B0604030504040204" pitchFamily="34" charset="0"/>
                <a:cs typeface="Tahoma" panose="020B0604030504040204" pitchFamily="34" charset="0"/>
              </a:endParaRPr>
            </a:p>
          </p:txBody>
        </p:sp>
        <p:sp>
          <p:nvSpPr>
            <p:cNvPr id="70674" name="Freeform 94">
              <a:extLst>
                <a:ext uri="{FF2B5EF4-FFF2-40B4-BE49-F238E27FC236}">
                  <a16:creationId xmlns:a16="http://schemas.microsoft.com/office/drawing/2014/main" id="{3375E20C-F205-E341-88FA-FC46289F1DCB}"/>
                </a:ext>
              </a:extLst>
            </p:cNvPr>
            <p:cNvSpPr>
              <a:spLocks/>
            </p:cNvSpPr>
            <p:nvPr/>
          </p:nvSpPr>
          <p:spPr bwMode="auto">
            <a:xfrm>
              <a:off x="4593" y="2621"/>
              <a:ext cx="820" cy="273"/>
            </a:xfrm>
            <a:custGeom>
              <a:avLst/>
              <a:gdLst>
                <a:gd name="T0" fmla="*/ 0 w 820"/>
                <a:gd name="T1" fmla="*/ 137 h 273"/>
                <a:gd name="T2" fmla="*/ 409 w 820"/>
                <a:gd name="T3" fmla="*/ 0 h 273"/>
                <a:gd name="T4" fmla="*/ 820 w 820"/>
                <a:gd name="T5" fmla="*/ 137 h 273"/>
                <a:gd name="T6" fmla="*/ 409 w 820"/>
                <a:gd name="T7" fmla="*/ 273 h 273"/>
                <a:gd name="T8" fmla="*/ 0 w 820"/>
                <a:gd name="T9" fmla="*/ 137 h 273"/>
                <a:gd name="T10" fmla="*/ 0 60000 65536"/>
                <a:gd name="T11" fmla="*/ 0 60000 65536"/>
                <a:gd name="T12" fmla="*/ 0 60000 65536"/>
                <a:gd name="T13" fmla="*/ 0 60000 65536"/>
                <a:gd name="T14" fmla="*/ 0 60000 65536"/>
                <a:gd name="T15" fmla="*/ 0 w 820"/>
                <a:gd name="T16" fmla="*/ 0 h 273"/>
                <a:gd name="T17" fmla="*/ 820 w 820"/>
                <a:gd name="T18" fmla="*/ 273 h 273"/>
              </a:gdLst>
              <a:ahLst/>
              <a:cxnLst>
                <a:cxn ang="T10">
                  <a:pos x="T0" y="T1"/>
                </a:cxn>
                <a:cxn ang="T11">
                  <a:pos x="T2" y="T3"/>
                </a:cxn>
                <a:cxn ang="T12">
                  <a:pos x="T4" y="T5"/>
                </a:cxn>
                <a:cxn ang="T13">
                  <a:pos x="T6" y="T7"/>
                </a:cxn>
                <a:cxn ang="T14">
                  <a:pos x="T8" y="T9"/>
                </a:cxn>
              </a:cxnLst>
              <a:rect l="T15" t="T16" r="T17" b="T18"/>
              <a:pathLst>
                <a:path w="820" h="273">
                  <a:moveTo>
                    <a:pt x="0" y="137"/>
                  </a:moveTo>
                  <a:lnTo>
                    <a:pt x="409" y="0"/>
                  </a:lnTo>
                  <a:lnTo>
                    <a:pt x="820" y="137"/>
                  </a:lnTo>
                  <a:lnTo>
                    <a:pt x="409" y="273"/>
                  </a:lnTo>
                  <a:lnTo>
                    <a:pt x="0" y="137"/>
                  </a:lnTo>
                  <a:close/>
                </a:path>
              </a:pathLst>
            </a:custGeom>
            <a:solidFill>
              <a:srgbClr val="FFFFFF"/>
            </a:solidFill>
            <a:ln w="3175">
              <a:solidFill>
                <a:srgbClr val="000000"/>
              </a:solidFill>
              <a:prstDash val="solid"/>
              <a:round/>
              <a:headEnd/>
              <a:tailEnd/>
            </a:ln>
          </p:spPr>
          <p:txBody>
            <a:bodyPr/>
            <a:lstStyle/>
            <a:p>
              <a:endParaRPr lang="en-VN"/>
            </a:p>
          </p:txBody>
        </p:sp>
        <p:sp>
          <p:nvSpPr>
            <p:cNvPr id="70675" name="Rectangle 95">
              <a:extLst>
                <a:ext uri="{FF2B5EF4-FFF2-40B4-BE49-F238E27FC236}">
                  <a16:creationId xmlns:a16="http://schemas.microsoft.com/office/drawing/2014/main" id="{31A50083-4857-EB47-A334-D5AAE8CF79DE}"/>
                </a:ext>
              </a:extLst>
            </p:cNvPr>
            <p:cNvSpPr>
              <a:spLocks noChangeArrowheads="1"/>
            </p:cNvSpPr>
            <p:nvPr/>
          </p:nvSpPr>
          <p:spPr bwMode="auto">
            <a:xfrm>
              <a:off x="4840" y="2685"/>
              <a:ext cx="40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500">
                  <a:solidFill>
                    <a:srgbClr val="000000"/>
                  </a:solidFill>
                  <a:latin typeface="Tahoma" panose="020B0604030504040204" pitchFamily="34" charset="0"/>
                  <a:cs typeface="Tahoma" panose="020B0604030504040204" pitchFamily="34" charset="0"/>
                </a:rPr>
                <a:t>dieukien</a:t>
              </a:r>
              <a:endParaRPr lang="en-US" altLang="en-US" sz="1800">
                <a:latin typeface="Tahoma" panose="020B0604030504040204" pitchFamily="34" charset="0"/>
                <a:cs typeface="Tahoma" panose="020B0604030504040204" pitchFamily="34" charset="0"/>
              </a:endParaRPr>
            </a:p>
          </p:txBody>
        </p:sp>
        <p:sp>
          <p:nvSpPr>
            <p:cNvPr id="70676" name="Freeform 96">
              <a:extLst>
                <a:ext uri="{FF2B5EF4-FFF2-40B4-BE49-F238E27FC236}">
                  <a16:creationId xmlns:a16="http://schemas.microsoft.com/office/drawing/2014/main" id="{5F17A3F1-DCBF-1147-B227-A50CD25990E6}"/>
                </a:ext>
              </a:extLst>
            </p:cNvPr>
            <p:cNvSpPr>
              <a:spLocks/>
            </p:cNvSpPr>
            <p:nvPr/>
          </p:nvSpPr>
          <p:spPr bwMode="auto">
            <a:xfrm>
              <a:off x="943" y="2406"/>
              <a:ext cx="45" cy="45"/>
            </a:xfrm>
            <a:custGeom>
              <a:avLst/>
              <a:gdLst>
                <a:gd name="T0" fmla="*/ 3 w 45"/>
                <a:gd name="T1" fmla="*/ 33 h 45"/>
                <a:gd name="T2" fmla="*/ 0 w 45"/>
                <a:gd name="T3" fmla="*/ 23 h 45"/>
                <a:gd name="T4" fmla="*/ 3 w 45"/>
                <a:gd name="T5" fmla="*/ 14 h 45"/>
                <a:gd name="T6" fmla="*/ 9 w 45"/>
                <a:gd name="T7" fmla="*/ 5 h 45"/>
                <a:gd name="T8" fmla="*/ 17 w 45"/>
                <a:gd name="T9" fmla="*/ 1 h 45"/>
                <a:gd name="T10" fmla="*/ 27 w 45"/>
                <a:gd name="T11" fmla="*/ 0 h 45"/>
                <a:gd name="T12" fmla="*/ 37 w 45"/>
                <a:gd name="T13" fmla="*/ 5 h 45"/>
                <a:gd name="T14" fmla="*/ 43 w 45"/>
                <a:gd name="T15" fmla="*/ 12 h 45"/>
                <a:gd name="T16" fmla="*/ 45 w 45"/>
                <a:gd name="T17" fmla="*/ 22 h 45"/>
                <a:gd name="T18" fmla="*/ 44 w 45"/>
                <a:gd name="T19" fmla="*/ 32 h 45"/>
                <a:gd name="T20" fmla="*/ 38 w 45"/>
                <a:gd name="T21" fmla="*/ 40 h 45"/>
                <a:gd name="T22" fmla="*/ 28 w 45"/>
                <a:gd name="T23" fmla="*/ 45 h 45"/>
                <a:gd name="T24" fmla="*/ 18 w 45"/>
                <a:gd name="T25" fmla="*/ 45 h 45"/>
                <a:gd name="T26" fmla="*/ 9 w 45"/>
                <a:gd name="T27" fmla="*/ 42 h 45"/>
                <a:gd name="T28" fmla="*/ 3 w 45"/>
                <a:gd name="T29" fmla="*/ 33 h 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5"/>
                <a:gd name="T46" fmla="*/ 0 h 45"/>
                <a:gd name="T47" fmla="*/ 45 w 45"/>
                <a:gd name="T48" fmla="*/ 45 h 4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5" h="45">
                  <a:moveTo>
                    <a:pt x="3" y="33"/>
                  </a:moveTo>
                  <a:lnTo>
                    <a:pt x="0" y="23"/>
                  </a:lnTo>
                  <a:lnTo>
                    <a:pt x="3" y="14"/>
                  </a:lnTo>
                  <a:lnTo>
                    <a:pt x="9" y="5"/>
                  </a:lnTo>
                  <a:lnTo>
                    <a:pt x="17" y="1"/>
                  </a:lnTo>
                  <a:lnTo>
                    <a:pt x="27" y="0"/>
                  </a:lnTo>
                  <a:lnTo>
                    <a:pt x="37" y="5"/>
                  </a:lnTo>
                  <a:lnTo>
                    <a:pt x="43" y="12"/>
                  </a:lnTo>
                  <a:lnTo>
                    <a:pt x="45" y="22"/>
                  </a:lnTo>
                  <a:lnTo>
                    <a:pt x="44" y="32"/>
                  </a:lnTo>
                  <a:lnTo>
                    <a:pt x="38" y="40"/>
                  </a:lnTo>
                  <a:lnTo>
                    <a:pt x="28" y="45"/>
                  </a:lnTo>
                  <a:lnTo>
                    <a:pt x="18" y="45"/>
                  </a:lnTo>
                  <a:lnTo>
                    <a:pt x="9" y="42"/>
                  </a:lnTo>
                  <a:lnTo>
                    <a:pt x="3" y="3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70677" name="Line 97">
              <a:extLst>
                <a:ext uri="{FF2B5EF4-FFF2-40B4-BE49-F238E27FC236}">
                  <a16:creationId xmlns:a16="http://schemas.microsoft.com/office/drawing/2014/main" id="{EFEE3F7F-F9FF-3444-8D5D-13BDE570A8AC}"/>
                </a:ext>
              </a:extLst>
            </p:cNvPr>
            <p:cNvSpPr>
              <a:spLocks noChangeShapeType="1"/>
            </p:cNvSpPr>
            <p:nvPr/>
          </p:nvSpPr>
          <p:spPr bwMode="auto">
            <a:xfrm flipV="1">
              <a:off x="986" y="2346"/>
              <a:ext cx="142" cy="72"/>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VN"/>
            </a:p>
          </p:txBody>
        </p:sp>
        <p:sp>
          <p:nvSpPr>
            <p:cNvPr id="70678" name="Freeform 98">
              <a:extLst>
                <a:ext uri="{FF2B5EF4-FFF2-40B4-BE49-F238E27FC236}">
                  <a16:creationId xmlns:a16="http://schemas.microsoft.com/office/drawing/2014/main" id="{D6E107C8-6F79-8C4A-A896-1A0479842A38}"/>
                </a:ext>
              </a:extLst>
            </p:cNvPr>
            <p:cNvSpPr>
              <a:spLocks/>
            </p:cNvSpPr>
            <p:nvPr/>
          </p:nvSpPr>
          <p:spPr bwMode="auto">
            <a:xfrm>
              <a:off x="943" y="2406"/>
              <a:ext cx="45" cy="45"/>
            </a:xfrm>
            <a:custGeom>
              <a:avLst/>
              <a:gdLst>
                <a:gd name="T0" fmla="*/ 3 w 45"/>
                <a:gd name="T1" fmla="*/ 33 h 45"/>
                <a:gd name="T2" fmla="*/ 0 w 45"/>
                <a:gd name="T3" fmla="*/ 23 h 45"/>
                <a:gd name="T4" fmla="*/ 3 w 45"/>
                <a:gd name="T5" fmla="*/ 14 h 45"/>
                <a:gd name="T6" fmla="*/ 9 w 45"/>
                <a:gd name="T7" fmla="*/ 5 h 45"/>
                <a:gd name="T8" fmla="*/ 17 w 45"/>
                <a:gd name="T9" fmla="*/ 1 h 45"/>
                <a:gd name="T10" fmla="*/ 27 w 45"/>
                <a:gd name="T11" fmla="*/ 0 h 45"/>
                <a:gd name="T12" fmla="*/ 37 w 45"/>
                <a:gd name="T13" fmla="*/ 5 h 45"/>
                <a:gd name="T14" fmla="*/ 43 w 45"/>
                <a:gd name="T15" fmla="*/ 12 h 45"/>
                <a:gd name="T16" fmla="*/ 45 w 45"/>
                <a:gd name="T17" fmla="*/ 22 h 45"/>
                <a:gd name="T18" fmla="*/ 44 w 45"/>
                <a:gd name="T19" fmla="*/ 32 h 45"/>
                <a:gd name="T20" fmla="*/ 38 w 45"/>
                <a:gd name="T21" fmla="*/ 40 h 45"/>
                <a:gd name="T22" fmla="*/ 28 w 45"/>
                <a:gd name="T23" fmla="*/ 45 h 45"/>
                <a:gd name="T24" fmla="*/ 18 w 45"/>
                <a:gd name="T25" fmla="*/ 45 h 45"/>
                <a:gd name="T26" fmla="*/ 9 w 45"/>
                <a:gd name="T27" fmla="*/ 42 h 45"/>
                <a:gd name="T28" fmla="*/ 3 w 45"/>
                <a:gd name="T29" fmla="*/ 33 h 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5"/>
                <a:gd name="T46" fmla="*/ 0 h 45"/>
                <a:gd name="T47" fmla="*/ 45 w 45"/>
                <a:gd name="T48" fmla="*/ 45 h 4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5" h="45">
                  <a:moveTo>
                    <a:pt x="3" y="33"/>
                  </a:moveTo>
                  <a:lnTo>
                    <a:pt x="0" y="23"/>
                  </a:lnTo>
                  <a:lnTo>
                    <a:pt x="3" y="14"/>
                  </a:lnTo>
                  <a:lnTo>
                    <a:pt x="9" y="5"/>
                  </a:lnTo>
                  <a:lnTo>
                    <a:pt x="17" y="1"/>
                  </a:lnTo>
                  <a:lnTo>
                    <a:pt x="27" y="0"/>
                  </a:lnTo>
                  <a:lnTo>
                    <a:pt x="37" y="5"/>
                  </a:lnTo>
                  <a:lnTo>
                    <a:pt x="43" y="12"/>
                  </a:lnTo>
                  <a:lnTo>
                    <a:pt x="45" y="22"/>
                  </a:lnTo>
                  <a:lnTo>
                    <a:pt x="44" y="32"/>
                  </a:lnTo>
                  <a:lnTo>
                    <a:pt x="38" y="40"/>
                  </a:lnTo>
                  <a:lnTo>
                    <a:pt x="28" y="45"/>
                  </a:lnTo>
                  <a:lnTo>
                    <a:pt x="18" y="45"/>
                  </a:lnTo>
                  <a:lnTo>
                    <a:pt x="9" y="42"/>
                  </a:lnTo>
                  <a:lnTo>
                    <a:pt x="3" y="33"/>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VN"/>
            </a:p>
          </p:txBody>
        </p:sp>
        <p:sp>
          <p:nvSpPr>
            <p:cNvPr id="70679" name="Rectangle 99">
              <a:extLst>
                <a:ext uri="{FF2B5EF4-FFF2-40B4-BE49-F238E27FC236}">
                  <a16:creationId xmlns:a16="http://schemas.microsoft.com/office/drawing/2014/main" id="{B4CE1944-6D34-0145-9D75-DB0C0FBA0B12}"/>
                </a:ext>
              </a:extLst>
            </p:cNvPr>
            <p:cNvSpPr>
              <a:spLocks noChangeArrowheads="1"/>
            </p:cNvSpPr>
            <p:nvPr/>
          </p:nvSpPr>
          <p:spPr bwMode="auto">
            <a:xfrm>
              <a:off x="597" y="2379"/>
              <a:ext cx="27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300">
                  <a:solidFill>
                    <a:srgbClr val="000000"/>
                  </a:solidFill>
                  <a:latin typeface="Tahoma" panose="020B0604030504040204" pitchFamily="34" charset="0"/>
                  <a:cs typeface="Tahoma" panose="020B0604030504040204" pitchFamily="34" charset="0"/>
                </a:rPr>
                <a:t>Nganh</a:t>
              </a:r>
              <a:endParaRPr lang="en-US" altLang="en-US" sz="1800">
                <a:latin typeface="Tahoma" panose="020B0604030504040204" pitchFamily="34" charset="0"/>
                <a:cs typeface="Tahoma" panose="020B0604030504040204" pitchFamily="34" charset="0"/>
              </a:endParaRPr>
            </a:p>
          </p:txBody>
        </p:sp>
        <p:sp>
          <p:nvSpPr>
            <p:cNvPr id="70680" name="Freeform 100">
              <a:extLst>
                <a:ext uri="{FF2B5EF4-FFF2-40B4-BE49-F238E27FC236}">
                  <a16:creationId xmlns:a16="http://schemas.microsoft.com/office/drawing/2014/main" id="{07F7BDE2-C17F-8F4E-8720-0603243C8A84}"/>
                </a:ext>
              </a:extLst>
            </p:cNvPr>
            <p:cNvSpPr>
              <a:spLocks/>
            </p:cNvSpPr>
            <p:nvPr/>
          </p:nvSpPr>
          <p:spPr bwMode="auto">
            <a:xfrm>
              <a:off x="946" y="2104"/>
              <a:ext cx="44" cy="45"/>
            </a:xfrm>
            <a:custGeom>
              <a:avLst/>
              <a:gdLst>
                <a:gd name="T0" fmla="*/ 0 w 44"/>
                <a:gd name="T1" fmla="*/ 17 h 45"/>
                <a:gd name="T2" fmla="*/ 4 w 44"/>
                <a:gd name="T3" fmla="*/ 8 h 45"/>
                <a:gd name="T4" fmla="*/ 12 w 44"/>
                <a:gd name="T5" fmla="*/ 1 h 45"/>
                <a:gd name="T6" fmla="*/ 23 w 44"/>
                <a:gd name="T7" fmla="*/ 0 h 45"/>
                <a:gd name="T8" fmla="*/ 32 w 44"/>
                <a:gd name="T9" fmla="*/ 3 h 45"/>
                <a:gd name="T10" fmla="*/ 40 w 44"/>
                <a:gd name="T11" fmla="*/ 9 h 45"/>
                <a:gd name="T12" fmla="*/ 44 w 44"/>
                <a:gd name="T13" fmla="*/ 17 h 45"/>
                <a:gd name="T14" fmla="*/ 43 w 44"/>
                <a:gd name="T15" fmla="*/ 28 h 45"/>
                <a:gd name="T16" fmla="*/ 40 w 44"/>
                <a:gd name="T17" fmla="*/ 37 h 45"/>
                <a:gd name="T18" fmla="*/ 31 w 44"/>
                <a:gd name="T19" fmla="*/ 43 h 45"/>
                <a:gd name="T20" fmla="*/ 21 w 44"/>
                <a:gd name="T21" fmla="*/ 45 h 45"/>
                <a:gd name="T22" fmla="*/ 12 w 44"/>
                <a:gd name="T23" fmla="*/ 43 h 45"/>
                <a:gd name="T24" fmla="*/ 3 w 44"/>
                <a:gd name="T25" fmla="*/ 37 h 45"/>
                <a:gd name="T26" fmla="*/ 0 w 44"/>
                <a:gd name="T27" fmla="*/ 27 h 45"/>
                <a:gd name="T28" fmla="*/ 0 w 44"/>
                <a:gd name="T29" fmla="*/ 17 h 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4"/>
                <a:gd name="T46" fmla="*/ 0 h 45"/>
                <a:gd name="T47" fmla="*/ 44 w 44"/>
                <a:gd name="T48" fmla="*/ 45 h 4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4" h="45">
                  <a:moveTo>
                    <a:pt x="0" y="17"/>
                  </a:moveTo>
                  <a:lnTo>
                    <a:pt x="4" y="8"/>
                  </a:lnTo>
                  <a:lnTo>
                    <a:pt x="12" y="1"/>
                  </a:lnTo>
                  <a:lnTo>
                    <a:pt x="23" y="0"/>
                  </a:lnTo>
                  <a:lnTo>
                    <a:pt x="32" y="3"/>
                  </a:lnTo>
                  <a:lnTo>
                    <a:pt x="40" y="9"/>
                  </a:lnTo>
                  <a:lnTo>
                    <a:pt x="44" y="17"/>
                  </a:lnTo>
                  <a:lnTo>
                    <a:pt x="43" y="28"/>
                  </a:lnTo>
                  <a:lnTo>
                    <a:pt x="40" y="37"/>
                  </a:lnTo>
                  <a:lnTo>
                    <a:pt x="31" y="43"/>
                  </a:lnTo>
                  <a:lnTo>
                    <a:pt x="21" y="45"/>
                  </a:lnTo>
                  <a:lnTo>
                    <a:pt x="12" y="43"/>
                  </a:lnTo>
                  <a:lnTo>
                    <a:pt x="3" y="37"/>
                  </a:lnTo>
                  <a:lnTo>
                    <a:pt x="0" y="27"/>
                  </a:lnTo>
                  <a:lnTo>
                    <a:pt x="0" y="1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70681" name="Line 101">
              <a:extLst>
                <a:ext uri="{FF2B5EF4-FFF2-40B4-BE49-F238E27FC236}">
                  <a16:creationId xmlns:a16="http://schemas.microsoft.com/office/drawing/2014/main" id="{11D49B75-03C0-D447-B03A-1EA1E936412D}"/>
                </a:ext>
              </a:extLst>
            </p:cNvPr>
            <p:cNvSpPr>
              <a:spLocks noChangeShapeType="1"/>
            </p:cNvSpPr>
            <p:nvPr/>
          </p:nvSpPr>
          <p:spPr bwMode="auto">
            <a:xfrm>
              <a:off x="989" y="2132"/>
              <a:ext cx="139" cy="3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VN"/>
            </a:p>
          </p:txBody>
        </p:sp>
        <p:sp>
          <p:nvSpPr>
            <p:cNvPr id="70682" name="Freeform 102">
              <a:extLst>
                <a:ext uri="{FF2B5EF4-FFF2-40B4-BE49-F238E27FC236}">
                  <a16:creationId xmlns:a16="http://schemas.microsoft.com/office/drawing/2014/main" id="{BC3F207A-F030-CD4C-917F-D0DBEE387AE4}"/>
                </a:ext>
              </a:extLst>
            </p:cNvPr>
            <p:cNvSpPr>
              <a:spLocks/>
            </p:cNvSpPr>
            <p:nvPr/>
          </p:nvSpPr>
          <p:spPr bwMode="auto">
            <a:xfrm>
              <a:off x="946" y="2104"/>
              <a:ext cx="44" cy="45"/>
            </a:xfrm>
            <a:custGeom>
              <a:avLst/>
              <a:gdLst>
                <a:gd name="T0" fmla="*/ 0 w 44"/>
                <a:gd name="T1" fmla="*/ 17 h 45"/>
                <a:gd name="T2" fmla="*/ 4 w 44"/>
                <a:gd name="T3" fmla="*/ 8 h 45"/>
                <a:gd name="T4" fmla="*/ 12 w 44"/>
                <a:gd name="T5" fmla="*/ 1 h 45"/>
                <a:gd name="T6" fmla="*/ 23 w 44"/>
                <a:gd name="T7" fmla="*/ 0 h 45"/>
                <a:gd name="T8" fmla="*/ 32 w 44"/>
                <a:gd name="T9" fmla="*/ 3 h 45"/>
                <a:gd name="T10" fmla="*/ 40 w 44"/>
                <a:gd name="T11" fmla="*/ 9 h 45"/>
                <a:gd name="T12" fmla="*/ 44 w 44"/>
                <a:gd name="T13" fmla="*/ 17 h 45"/>
                <a:gd name="T14" fmla="*/ 43 w 44"/>
                <a:gd name="T15" fmla="*/ 28 h 45"/>
                <a:gd name="T16" fmla="*/ 40 w 44"/>
                <a:gd name="T17" fmla="*/ 37 h 45"/>
                <a:gd name="T18" fmla="*/ 31 w 44"/>
                <a:gd name="T19" fmla="*/ 43 h 45"/>
                <a:gd name="T20" fmla="*/ 21 w 44"/>
                <a:gd name="T21" fmla="*/ 45 h 45"/>
                <a:gd name="T22" fmla="*/ 12 w 44"/>
                <a:gd name="T23" fmla="*/ 43 h 45"/>
                <a:gd name="T24" fmla="*/ 3 w 44"/>
                <a:gd name="T25" fmla="*/ 37 h 45"/>
                <a:gd name="T26" fmla="*/ 0 w 44"/>
                <a:gd name="T27" fmla="*/ 27 h 45"/>
                <a:gd name="T28" fmla="*/ 0 w 44"/>
                <a:gd name="T29" fmla="*/ 17 h 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4"/>
                <a:gd name="T46" fmla="*/ 0 h 45"/>
                <a:gd name="T47" fmla="*/ 44 w 44"/>
                <a:gd name="T48" fmla="*/ 45 h 4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4" h="45">
                  <a:moveTo>
                    <a:pt x="0" y="17"/>
                  </a:moveTo>
                  <a:lnTo>
                    <a:pt x="4" y="8"/>
                  </a:lnTo>
                  <a:lnTo>
                    <a:pt x="12" y="1"/>
                  </a:lnTo>
                  <a:lnTo>
                    <a:pt x="23" y="0"/>
                  </a:lnTo>
                  <a:lnTo>
                    <a:pt x="32" y="3"/>
                  </a:lnTo>
                  <a:lnTo>
                    <a:pt x="40" y="9"/>
                  </a:lnTo>
                  <a:lnTo>
                    <a:pt x="44" y="17"/>
                  </a:lnTo>
                  <a:lnTo>
                    <a:pt x="43" y="28"/>
                  </a:lnTo>
                  <a:lnTo>
                    <a:pt x="40" y="37"/>
                  </a:lnTo>
                  <a:lnTo>
                    <a:pt x="31" y="43"/>
                  </a:lnTo>
                  <a:lnTo>
                    <a:pt x="21" y="45"/>
                  </a:lnTo>
                  <a:lnTo>
                    <a:pt x="12" y="43"/>
                  </a:lnTo>
                  <a:lnTo>
                    <a:pt x="3" y="37"/>
                  </a:lnTo>
                  <a:lnTo>
                    <a:pt x="0" y="27"/>
                  </a:lnTo>
                  <a:lnTo>
                    <a:pt x="0" y="1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VN"/>
            </a:p>
          </p:txBody>
        </p:sp>
        <p:sp>
          <p:nvSpPr>
            <p:cNvPr id="70683" name="Freeform 103">
              <a:extLst>
                <a:ext uri="{FF2B5EF4-FFF2-40B4-BE49-F238E27FC236}">
                  <a16:creationId xmlns:a16="http://schemas.microsoft.com/office/drawing/2014/main" id="{FB34FF45-3279-AB49-A26D-55BFFB029D9F}"/>
                </a:ext>
              </a:extLst>
            </p:cNvPr>
            <p:cNvSpPr>
              <a:spLocks/>
            </p:cNvSpPr>
            <p:nvPr/>
          </p:nvSpPr>
          <p:spPr bwMode="auto">
            <a:xfrm>
              <a:off x="944" y="1968"/>
              <a:ext cx="45" cy="47"/>
            </a:xfrm>
            <a:custGeom>
              <a:avLst/>
              <a:gdLst>
                <a:gd name="T0" fmla="*/ 2 w 45"/>
                <a:gd name="T1" fmla="*/ 16 h 47"/>
                <a:gd name="T2" fmla="*/ 6 w 45"/>
                <a:gd name="T3" fmla="*/ 8 h 47"/>
                <a:gd name="T4" fmla="*/ 15 w 45"/>
                <a:gd name="T5" fmla="*/ 3 h 47"/>
                <a:gd name="T6" fmla="*/ 26 w 45"/>
                <a:gd name="T7" fmla="*/ 0 h 47"/>
                <a:gd name="T8" fmla="*/ 36 w 45"/>
                <a:gd name="T9" fmla="*/ 4 h 47"/>
                <a:gd name="T10" fmla="*/ 43 w 45"/>
                <a:gd name="T11" fmla="*/ 11 h 47"/>
                <a:gd name="T12" fmla="*/ 45 w 45"/>
                <a:gd name="T13" fmla="*/ 21 h 47"/>
                <a:gd name="T14" fmla="*/ 45 w 45"/>
                <a:gd name="T15" fmla="*/ 31 h 47"/>
                <a:gd name="T16" fmla="*/ 39 w 45"/>
                <a:gd name="T17" fmla="*/ 39 h 47"/>
                <a:gd name="T18" fmla="*/ 31 w 45"/>
                <a:gd name="T19" fmla="*/ 45 h 47"/>
                <a:gd name="T20" fmla="*/ 21 w 45"/>
                <a:gd name="T21" fmla="*/ 47 h 47"/>
                <a:gd name="T22" fmla="*/ 11 w 45"/>
                <a:gd name="T23" fmla="*/ 43 h 47"/>
                <a:gd name="T24" fmla="*/ 4 w 45"/>
                <a:gd name="T25" fmla="*/ 36 h 47"/>
                <a:gd name="T26" fmla="*/ 0 w 45"/>
                <a:gd name="T27" fmla="*/ 27 h 47"/>
                <a:gd name="T28" fmla="*/ 2 w 45"/>
                <a:gd name="T29" fmla="*/ 16 h 4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5"/>
                <a:gd name="T46" fmla="*/ 0 h 47"/>
                <a:gd name="T47" fmla="*/ 45 w 45"/>
                <a:gd name="T48" fmla="*/ 47 h 4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5" h="47">
                  <a:moveTo>
                    <a:pt x="2" y="16"/>
                  </a:moveTo>
                  <a:lnTo>
                    <a:pt x="6" y="8"/>
                  </a:lnTo>
                  <a:lnTo>
                    <a:pt x="15" y="3"/>
                  </a:lnTo>
                  <a:lnTo>
                    <a:pt x="26" y="0"/>
                  </a:lnTo>
                  <a:lnTo>
                    <a:pt x="36" y="4"/>
                  </a:lnTo>
                  <a:lnTo>
                    <a:pt x="43" y="11"/>
                  </a:lnTo>
                  <a:lnTo>
                    <a:pt x="45" y="21"/>
                  </a:lnTo>
                  <a:lnTo>
                    <a:pt x="45" y="31"/>
                  </a:lnTo>
                  <a:lnTo>
                    <a:pt x="39" y="39"/>
                  </a:lnTo>
                  <a:lnTo>
                    <a:pt x="31" y="45"/>
                  </a:lnTo>
                  <a:lnTo>
                    <a:pt x="21" y="47"/>
                  </a:lnTo>
                  <a:lnTo>
                    <a:pt x="11" y="43"/>
                  </a:lnTo>
                  <a:lnTo>
                    <a:pt x="4" y="36"/>
                  </a:lnTo>
                  <a:lnTo>
                    <a:pt x="0" y="27"/>
                  </a:lnTo>
                  <a:lnTo>
                    <a:pt x="2"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70684" name="Line 104">
              <a:extLst>
                <a:ext uri="{FF2B5EF4-FFF2-40B4-BE49-F238E27FC236}">
                  <a16:creationId xmlns:a16="http://schemas.microsoft.com/office/drawing/2014/main" id="{2EAD942B-B7E4-C64A-A01A-8EDB6C581BE5}"/>
                </a:ext>
              </a:extLst>
            </p:cNvPr>
            <p:cNvSpPr>
              <a:spLocks noChangeShapeType="1"/>
            </p:cNvSpPr>
            <p:nvPr/>
          </p:nvSpPr>
          <p:spPr bwMode="auto">
            <a:xfrm>
              <a:off x="989" y="1999"/>
              <a:ext cx="230" cy="76"/>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VN"/>
            </a:p>
          </p:txBody>
        </p:sp>
        <p:sp>
          <p:nvSpPr>
            <p:cNvPr id="70685" name="Freeform 105">
              <a:extLst>
                <a:ext uri="{FF2B5EF4-FFF2-40B4-BE49-F238E27FC236}">
                  <a16:creationId xmlns:a16="http://schemas.microsoft.com/office/drawing/2014/main" id="{A4BA1661-76B2-E042-A6CD-FD6FEED377FC}"/>
                </a:ext>
              </a:extLst>
            </p:cNvPr>
            <p:cNvSpPr>
              <a:spLocks/>
            </p:cNvSpPr>
            <p:nvPr/>
          </p:nvSpPr>
          <p:spPr bwMode="auto">
            <a:xfrm>
              <a:off x="944" y="1968"/>
              <a:ext cx="45" cy="47"/>
            </a:xfrm>
            <a:custGeom>
              <a:avLst/>
              <a:gdLst>
                <a:gd name="T0" fmla="*/ 2 w 45"/>
                <a:gd name="T1" fmla="*/ 16 h 47"/>
                <a:gd name="T2" fmla="*/ 6 w 45"/>
                <a:gd name="T3" fmla="*/ 8 h 47"/>
                <a:gd name="T4" fmla="*/ 15 w 45"/>
                <a:gd name="T5" fmla="*/ 3 h 47"/>
                <a:gd name="T6" fmla="*/ 26 w 45"/>
                <a:gd name="T7" fmla="*/ 0 h 47"/>
                <a:gd name="T8" fmla="*/ 36 w 45"/>
                <a:gd name="T9" fmla="*/ 4 h 47"/>
                <a:gd name="T10" fmla="*/ 43 w 45"/>
                <a:gd name="T11" fmla="*/ 11 h 47"/>
                <a:gd name="T12" fmla="*/ 45 w 45"/>
                <a:gd name="T13" fmla="*/ 21 h 47"/>
                <a:gd name="T14" fmla="*/ 45 w 45"/>
                <a:gd name="T15" fmla="*/ 31 h 47"/>
                <a:gd name="T16" fmla="*/ 39 w 45"/>
                <a:gd name="T17" fmla="*/ 39 h 47"/>
                <a:gd name="T18" fmla="*/ 31 w 45"/>
                <a:gd name="T19" fmla="*/ 45 h 47"/>
                <a:gd name="T20" fmla="*/ 21 w 45"/>
                <a:gd name="T21" fmla="*/ 47 h 47"/>
                <a:gd name="T22" fmla="*/ 11 w 45"/>
                <a:gd name="T23" fmla="*/ 43 h 47"/>
                <a:gd name="T24" fmla="*/ 4 w 45"/>
                <a:gd name="T25" fmla="*/ 36 h 47"/>
                <a:gd name="T26" fmla="*/ 0 w 45"/>
                <a:gd name="T27" fmla="*/ 27 h 47"/>
                <a:gd name="T28" fmla="*/ 2 w 45"/>
                <a:gd name="T29" fmla="*/ 16 h 4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5"/>
                <a:gd name="T46" fmla="*/ 0 h 47"/>
                <a:gd name="T47" fmla="*/ 45 w 45"/>
                <a:gd name="T48" fmla="*/ 47 h 4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5" h="47">
                  <a:moveTo>
                    <a:pt x="2" y="16"/>
                  </a:moveTo>
                  <a:lnTo>
                    <a:pt x="6" y="8"/>
                  </a:lnTo>
                  <a:lnTo>
                    <a:pt x="15" y="3"/>
                  </a:lnTo>
                  <a:lnTo>
                    <a:pt x="26" y="0"/>
                  </a:lnTo>
                  <a:lnTo>
                    <a:pt x="36" y="4"/>
                  </a:lnTo>
                  <a:lnTo>
                    <a:pt x="43" y="11"/>
                  </a:lnTo>
                  <a:lnTo>
                    <a:pt x="45" y="21"/>
                  </a:lnTo>
                  <a:lnTo>
                    <a:pt x="45" y="31"/>
                  </a:lnTo>
                  <a:lnTo>
                    <a:pt x="39" y="39"/>
                  </a:lnTo>
                  <a:lnTo>
                    <a:pt x="31" y="45"/>
                  </a:lnTo>
                  <a:lnTo>
                    <a:pt x="21" y="47"/>
                  </a:lnTo>
                  <a:lnTo>
                    <a:pt x="11" y="43"/>
                  </a:lnTo>
                  <a:lnTo>
                    <a:pt x="4" y="36"/>
                  </a:lnTo>
                  <a:lnTo>
                    <a:pt x="0" y="27"/>
                  </a:lnTo>
                  <a:lnTo>
                    <a:pt x="2" y="16"/>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VN"/>
            </a:p>
          </p:txBody>
        </p:sp>
        <p:sp>
          <p:nvSpPr>
            <p:cNvPr id="70686" name="Rectangle 106">
              <a:extLst>
                <a:ext uri="{FF2B5EF4-FFF2-40B4-BE49-F238E27FC236}">
                  <a16:creationId xmlns:a16="http://schemas.microsoft.com/office/drawing/2014/main" id="{55640D08-338B-F54A-8AF7-B45AE97AC132}"/>
                </a:ext>
              </a:extLst>
            </p:cNvPr>
            <p:cNvSpPr>
              <a:spLocks noChangeArrowheads="1"/>
            </p:cNvSpPr>
            <p:nvPr/>
          </p:nvSpPr>
          <p:spPr bwMode="auto">
            <a:xfrm>
              <a:off x="627" y="1925"/>
              <a:ext cx="2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300">
                  <a:solidFill>
                    <a:srgbClr val="000000"/>
                  </a:solidFill>
                  <a:latin typeface="Tahoma" panose="020B0604030504040204" pitchFamily="34" charset="0"/>
                  <a:cs typeface="Tahoma" panose="020B0604030504040204" pitchFamily="34" charset="0"/>
                </a:rPr>
                <a:t>MaSV</a:t>
              </a:r>
              <a:endParaRPr lang="en-US" altLang="en-US" sz="1800">
                <a:latin typeface="Tahoma" panose="020B0604030504040204" pitchFamily="34" charset="0"/>
                <a:cs typeface="Tahoma" panose="020B0604030504040204" pitchFamily="34" charset="0"/>
              </a:endParaRPr>
            </a:p>
          </p:txBody>
        </p:sp>
        <p:sp>
          <p:nvSpPr>
            <p:cNvPr id="70687" name="Rectangle 107">
              <a:extLst>
                <a:ext uri="{FF2B5EF4-FFF2-40B4-BE49-F238E27FC236}">
                  <a16:creationId xmlns:a16="http://schemas.microsoft.com/office/drawing/2014/main" id="{16F600AF-086E-DC47-A967-D6598BE21999}"/>
                </a:ext>
              </a:extLst>
            </p:cNvPr>
            <p:cNvSpPr>
              <a:spLocks noChangeArrowheads="1"/>
            </p:cNvSpPr>
            <p:nvPr/>
          </p:nvSpPr>
          <p:spPr bwMode="auto">
            <a:xfrm>
              <a:off x="711" y="2220"/>
              <a:ext cx="1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300">
                  <a:solidFill>
                    <a:srgbClr val="000000"/>
                  </a:solidFill>
                  <a:latin typeface="Tahoma" panose="020B0604030504040204" pitchFamily="34" charset="0"/>
                  <a:cs typeface="Tahoma" panose="020B0604030504040204" pitchFamily="34" charset="0"/>
                </a:rPr>
                <a:t>Lop</a:t>
              </a:r>
              <a:endParaRPr lang="en-US" altLang="en-US" sz="1800">
                <a:latin typeface="Tahoma" panose="020B0604030504040204" pitchFamily="34" charset="0"/>
                <a:cs typeface="Tahoma" panose="020B0604030504040204" pitchFamily="34" charset="0"/>
              </a:endParaRPr>
            </a:p>
          </p:txBody>
        </p:sp>
        <p:sp>
          <p:nvSpPr>
            <p:cNvPr id="70688" name="Freeform 108">
              <a:extLst>
                <a:ext uri="{FF2B5EF4-FFF2-40B4-BE49-F238E27FC236}">
                  <a16:creationId xmlns:a16="http://schemas.microsoft.com/office/drawing/2014/main" id="{AACAB3B7-C254-F542-A36A-8CB22C1EA39E}"/>
                </a:ext>
              </a:extLst>
            </p:cNvPr>
            <p:cNvSpPr>
              <a:spLocks/>
            </p:cNvSpPr>
            <p:nvPr/>
          </p:nvSpPr>
          <p:spPr bwMode="auto">
            <a:xfrm>
              <a:off x="1471" y="1303"/>
              <a:ext cx="43" cy="45"/>
            </a:xfrm>
            <a:custGeom>
              <a:avLst/>
              <a:gdLst>
                <a:gd name="T0" fmla="*/ 21 w 43"/>
                <a:gd name="T1" fmla="*/ 0 h 45"/>
                <a:gd name="T2" fmla="*/ 12 w 43"/>
                <a:gd name="T3" fmla="*/ 1 h 45"/>
                <a:gd name="T4" fmla="*/ 3 w 43"/>
                <a:gd name="T5" fmla="*/ 8 h 45"/>
                <a:gd name="T6" fmla="*/ 0 w 43"/>
                <a:gd name="T7" fmla="*/ 17 h 45"/>
                <a:gd name="T8" fmla="*/ 0 w 43"/>
                <a:gd name="T9" fmla="*/ 28 h 45"/>
                <a:gd name="T10" fmla="*/ 3 w 43"/>
                <a:gd name="T11" fmla="*/ 36 h 45"/>
                <a:gd name="T12" fmla="*/ 12 w 43"/>
                <a:gd name="T13" fmla="*/ 42 h 45"/>
                <a:gd name="T14" fmla="*/ 21 w 43"/>
                <a:gd name="T15" fmla="*/ 45 h 45"/>
                <a:gd name="T16" fmla="*/ 31 w 43"/>
                <a:gd name="T17" fmla="*/ 42 h 45"/>
                <a:gd name="T18" fmla="*/ 40 w 43"/>
                <a:gd name="T19" fmla="*/ 36 h 45"/>
                <a:gd name="T20" fmla="*/ 43 w 43"/>
                <a:gd name="T21" fmla="*/ 28 h 45"/>
                <a:gd name="T22" fmla="*/ 43 w 43"/>
                <a:gd name="T23" fmla="*/ 17 h 45"/>
                <a:gd name="T24" fmla="*/ 40 w 43"/>
                <a:gd name="T25" fmla="*/ 8 h 45"/>
                <a:gd name="T26" fmla="*/ 31 w 43"/>
                <a:gd name="T27" fmla="*/ 1 h 45"/>
                <a:gd name="T28" fmla="*/ 21 w 43"/>
                <a:gd name="T29" fmla="*/ 0 h 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3"/>
                <a:gd name="T46" fmla="*/ 0 h 45"/>
                <a:gd name="T47" fmla="*/ 43 w 43"/>
                <a:gd name="T48" fmla="*/ 45 h 4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3" h="45">
                  <a:moveTo>
                    <a:pt x="21" y="0"/>
                  </a:moveTo>
                  <a:lnTo>
                    <a:pt x="12" y="1"/>
                  </a:lnTo>
                  <a:lnTo>
                    <a:pt x="3" y="8"/>
                  </a:lnTo>
                  <a:lnTo>
                    <a:pt x="0" y="17"/>
                  </a:lnTo>
                  <a:lnTo>
                    <a:pt x="0" y="28"/>
                  </a:lnTo>
                  <a:lnTo>
                    <a:pt x="3" y="36"/>
                  </a:lnTo>
                  <a:lnTo>
                    <a:pt x="12" y="42"/>
                  </a:lnTo>
                  <a:lnTo>
                    <a:pt x="21" y="45"/>
                  </a:lnTo>
                  <a:lnTo>
                    <a:pt x="31" y="42"/>
                  </a:lnTo>
                  <a:lnTo>
                    <a:pt x="40" y="36"/>
                  </a:lnTo>
                  <a:lnTo>
                    <a:pt x="43" y="28"/>
                  </a:lnTo>
                  <a:lnTo>
                    <a:pt x="43" y="17"/>
                  </a:lnTo>
                  <a:lnTo>
                    <a:pt x="40" y="8"/>
                  </a:lnTo>
                  <a:lnTo>
                    <a:pt x="31" y="1"/>
                  </a:lnTo>
                  <a:lnTo>
                    <a:pt x="2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70689" name="Line 109">
              <a:extLst>
                <a:ext uri="{FF2B5EF4-FFF2-40B4-BE49-F238E27FC236}">
                  <a16:creationId xmlns:a16="http://schemas.microsoft.com/office/drawing/2014/main" id="{8C6D5BDB-38E5-3D40-9D9D-0A086641A4A6}"/>
                </a:ext>
              </a:extLst>
            </p:cNvPr>
            <p:cNvSpPr>
              <a:spLocks noChangeShapeType="1"/>
            </p:cNvSpPr>
            <p:nvPr/>
          </p:nvSpPr>
          <p:spPr bwMode="auto">
            <a:xfrm>
              <a:off x="1492" y="1348"/>
              <a:ext cx="1" cy="18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VN"/>
            </a:p>
          </p:txBody>
        </p:sp>
        <p:sp>
          <p:nvSpPr>
            <p:cNvPr id="70690" name="Freeform 110">
              <a:extLst>
                <a:ext uri="{FF2B5EF4-FFF2-40B4-BE49-F238E27FC236}">
                  <a16:creationId xmlns:a16="http://schemas.microsoft.com/office/drawing/2014/main" id="{50EFA0F2-4215-CD44-BE79-4163E46DC7D3}"/>
                </a:ext>
              </a:extLst>
            </p:cNvPr>
            <p:cNvSpPr>
              <a:spLocks/>
            </p:cNvSpPr>
            <p:nvPr/>
          </p:nvSpPr>
          <p:spPr bwMode="auto">
            <a:xfrm>
              <a:off x="1471" y="1303"/>
              <a:ext cx="43" cy="45"/>
            </a:xfrm>
            <a:custGeom>
              <a:avLst/>
              <a:gdLst>
                <a:gd name="T0" fmla="*/ 21 w 43"/>
                <a:gd name="T1" fmla="*/ 0 h 45"/>
                <a:gd name="T2" fmla="*/ 12 w 43"/>
                <a:gd name="T3" fmla="*/ 1 h 45"/>
                <a:gd name="T4" fmla="*/ 3 w 43"/>
                <a:gd name="T5" fmla="*/ 8 h 45"/>
                <a:gd name="T6" fmla="*/ 0 w 43"/>
                <a:gd name="T7" fmla="*/ 17 h 45"/>
                <a:gd name="T8" fmla="*/ 0 w 43"/>
                <a:gd name="T9" fmla="*/ 28 h 45"/>
                <a:gd name="T10" fmla="*/ 3 w 43"/>
                <a:gd name="T11" fmla="*/ 36 h 45"/>
                <a:gd name="T12" fmla="*/ 12 w 43"/>
                <a:gd name="T13" fmla="*/ 42 h 45"/>
                <a:gd name="T14" fmla="*/ 21 w 43"/>
                <a:gd name="T15" fmla="*/ 45 h 45"/>
                <a:gd name="T16" fmla="*/ 31 w 43"/>
                <a:gd name="T17" fmla="*/ 42 h 45"/>
                <a:gd name="T18" fmla="*/ 40 w 43"/>
                <a:gd name="T19" fmla="*/ 36 h 45"/>
                <a:gd name="T20" fmla="*/ 43 w 43"/>
                <a:gd name="T21" fmla="*/ 28 h 45"/>
                <a:gd name="T22" fmla="*/ 43 w 43"/>
                <a:gd name="T23" fmla="*/ 17 h 45"/>
                <a:gd name="T24" fmla="*/ 40 w 43"/>
                <a:gd name="T25" fmla="*/ 8 h 45"/>
                <a:gd name="T26" fmla="*/ 31 w 43"/>
                <a:gd name="T27" fmla="*/ 1 h 45"/>
                <a:gd name="T28" fmla="*/ 21 w 43"/>
                <a:gd name="T29" fmla="*/ 0 h 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3"/>
                <a:gd name="T46" fmla="*/ 0 h 45"/>
                <a:gd name="T47" fmla="*/ 43 w 43"/>
                <a:gd name="T48" fmla="*/ 45 h 4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3" h="45">
                  <a:moveTo>
                    <a:pt x="21" y="0"/>
                  </a:moveTo>
                  <a:lnTo>
                    <a:pt x="12" y="1"/>
                  </a:lnTo>
                  <a:lnTo>
                    <a:pt x="3" y="8"/>
                  </a:lnTo>
                  <a:lnTo>
                    <a:pt x="0" y="17"/>
                  </a:lnTo>
                  <a:lnTo>
                    <a:pt x="0" y="28"/>
                  </a:lnTo>
                  <a:lnTo>
                    <a:pt x="3" y="36"/>
                  </a:lnTo>
                  <a:lnTo>
                    <a:pt x="12" y="42"/>
                  </a:lnTo>
                  <a:lnTo>
                    <a:pt x="21" y="45"/>
                  </a:lnTo>
                  <a:lnTo>
                    <a:pt x="31" y="42"/>
                  </a:lnTo>
                  <a:lnTo>
                    <a:pt x="40" y="36"/>
                  </a:lnTo>
                  <a:lnTo>
                    <a:pt x="43" y="28"/>
                  </a:lnTo>
                  <a:lnTo>
                    <a:pt x="43" y="17"/>
                  </a:lnTo>
                  <a:lnTo>
                    <a:pt x="40" y="8"/>
                  </a:lnTo>
                  <a:lnTo>
                    <a:pt x="31" y="1"/>
                  </a:lnTo>
                  <a:lnTo>
                    <a:pt x="21" y="0"/>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VN"/>
            </a:p>
          </p:txBody>
        </p:sp>
        <p:sp>
          <p:nvSpPr>
            <p:cNvPr id="70691" name="Line 111">
              <a:extLst>
                <a:ext uri="{FF2B5EF4-FFF2-40B4-BE49-F238E27FC236}">
                  <a16:creationId xmlns:a16="http://schemas.microsoft.com/office/drawing/2014/main" id="{A8E91F01-E49D-9040-8265-46170D0242E5}"/>
                </a:ext>
              </a:extLst>
            </p:cNvPr>
            <p:cNvSpPr>
              <a:spLocks noChangeShapeType="1"/>
            </p:cNvSpPr>
            <p:nvPr/>
          </p:nvSpPr>
          <p:spPr bwMode="auto">
            <a:xfrm>
              <a:off x="1903" y="1666"/>
              <a:ext cx="501"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VN"/>
            </a:p>
          </p:txBody>
        </p:sp>
        <p:sp>
          <p:nvSpPr>
            <p:cNvPr id="70692" name="Line 112">
              <a:extLst>
                <a:ext uri="{FF2B5EF4-FFF2-40B4-BE49-F238E27FC236}">
                  <a16:creationId xmlns:a16="http://schemas.microsoft.com/office/drawing/2014/main" id="{6E86AC24-2EFD-0E44-8CB9-A1EA7D10E1D7}"/>
                </a:ext>
              </a:extLst>
            </p:cNvPr>
            <p:cNvSpPr>
              <a:spLocks noChangeShapeType="1"/>
            </p:cNvSpPr>
            <p:nvPr/>
          </p:nvSpPr>
          <p:spPr bwMode="auto">
            <a:xfrm>
              <a:off x="3133" y="1666"/>
              <a:ext cx="547"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VN"/>
            </a:p>
          </p:txBody>
        </p:sp>
        <p:sp>
          <p:nvSpPr>
            <p:cNvPr id="70693" name="Line 113">
              <a:extLst>
                <a:ext uri="{FF2B5EF4-FFF2-40B4-BE49-F238E27FC236}">
                  <a16:creationId xmlns:a16="http://schemas.microsoft.com/office/drawing/2014/main" id="{DF948035-EA36-CD45-AAFB-06EEC71979C2}"/>
                </a:ext>
              </a:extLst>
            </p:cNvPr>
            <p:cNvSpPr>
              <a:spLocks noChangeShapeType="1"/>
            </p:cNvSpPr>
            <p:nvPr/>
          </p:nvSpPr>
          <p:spPr bwMode="auto">
            <a:xfrm>
              <a:off x="4091" y="1802"/>
              <a:ext cx="1" cy="27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VN"/>
            </a:p>
          </p:txBody>
        </p:sp>
        <p:sp>
          <p:nvSpPr>
            <p:cNvPr id="70694" name="Freeform 114">
              <a:extLst>
                <a:ext uri="{FF2B5EF4-FFF2-40B4-BE49-F238E27FC236}">
                  <a16:creationId xmlns:a16="http://schemas.microsoft.com/office/drawing/2014/main" id="{994DF44F-F984-384A-9FD3-018ECA8C1CA8}"/>
                </a:ext>
              </a:extLst>
            </p:cNvPr>
            <p:cNvSpPr>
              <a:spLocks/>
            </p:cNvSpPr>
            <p:nvPr/>
          </p:nvSpPr>
          <p:spPr bwMode="auto">
            <a:xfrm>
              <a:off x="4273" y="1939"/>
              <a:ext cx="729" cy="682"/>
            </a:xfrm>
            <a:custGeom>
              <a:avLst/>
              <a:gdLst>
                <a:gd name="T0" fmla="*/ 0 w 729"/>
                <a:gd name="T1" fmla="*/ 136 h 682"/>
                <a:gd name="T2" fmla="*/ 0 w 729"/>
                <a:gd name="T3" fmla="*/ 0 h 682"/>
                <a:gd name="T4" fmla="*/ 729 w 729"/>
                <a:gd name="T5" fmla="*/ 0 h 682"/>
                <a:gd name="T6" fmla="*/ 729 w 729"/>
                <a:gd name="T7" fmla="*/ 682 h 682"/>
                <a:gd name="T8" fmla="*/ 0 60000 65536"/>
                <a:gd name="T9" fmla="*/ 0 60000 65536"/>
                <a:gd name="T10" fmla="*/ 0 60000 65536"/>
                <a:gd name="T11" fmla="*/ 0 60000 65536"/>
                <a:gd name="T12" fmla="*/ 0 w 729"/>
                <a:gd name="T13" fmla="*/ 0 h 682"/>
                <a:gd name="T14" fmla="*/ 729 w 729"/>
                <a:gd name="T15" fmla="*/ 682 h 682"/>
              </a:gdLst>
              <a:ahLst/>
              <a:cxnLst>
                <a:cxn ang="T8">
                  <a:pos x="T0" y="T1"/>
                </a:cxn>
                <a:cxn ang="T9">
                  <a:pos x="T2" y="T3"/>
                </a:cxn>
                <a:cxn ang="T10">
                  <a:pos x="T4" y="T5"/>
                </a:cxn>
                <a:cxn ang="T11">
                  <a:pos x="T6" y="T7"/>
                </a:cxn>
              </a:cxnLst>
              <a:rect l="T12" t="T13" r="T14" b="T15"/>
              <a:pathLst>
                <a:path w="729" h="682">
                  <a:moveTo>
                    <a:pt x="0" y="136"/>
                  </a:moveTo>
                  <a:lnTo>
                    <a:pt x="0" y="0"/>
                  </a:lnTo>
                  <a:lnTo>
                    <a:pt x="729" y="0"/>
                  </a:lnTo>
                  <a:lnTo>
                    <a:pt x="729" y="682"/>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VN"/>
            </a:p>
          </p:txBody>
        </p:sp>
        <p:sp>
          <p:nvSpPr>
            <p:cNvPr id="70695" name="Freeform 115">
              <a:extLst>
                <a:ext uri="{FF2B5EF4-FFF2-40B4-BE49-F238E27FC236}">
                  <a16:creationId xmlns:a16="http://schemas.microsoft.com/office/drawing/2014/main" id="{9A7038D2-5F10-884A-91FF-51747F4D2538}"/>
                </a:ext>
              </a:extLst>
            </p:cNvPr>
            <p:cNvSpPr>
              <a:spLocks/>
            </p:cNvSpPr>
            <p:nvPr/>
          </p:nvSpPr>
          <p:spPr bwMode="auto">
            <a:xfrm>
              <a:off x="4273" y="2439"/>
              <a:ext cx="729" cy="592"/>
            </a:xfrm>
            <a:custGeom>
              <a:avLst/>
              <a:gdLst>
                <a:gd name="T0" fmla="*/ 0 w 729"/>
                <a:gd name="T1" fmla="*/ 0 h 592"/>
                <a:gd name="T2" fmla="*/ 0 w 729"/>
                <a:gd name="T3" fmla="*/ 592 h 592"/>
                <a:gd name="T4" fmla="*/ 729 w 729"/>
                <a:gd name="T5" fmla="*/ 592 h 592"/>
                <a:gd name="T6" fmla="*/ 729 w 729"/>
                <a:gd name="T7" fmla="*/ 455 h 592"/>
                <a:gd name="T8" fmla="*/ 0 60000 65536"/>
                <a:gd name="T9" fmla="*/ 0 60000 65536"/>
                <a:gd name="T10" fmla="*/ 0 60000 65536"/>
                <a:gd name="T11" fmla="*/ 0 60000 65536"/>
                <a:gd name="T12" fmla="*/ 0 w 729"/>
                <a:gd name="T13" fmla="*/ 0 h 592"/>
                <a:gd name="T14" fmla="*/ 729 w 729"/>
                <a:gd name="T15" fmla="*/ 592 h 592"/>
              </a:gdLst>
              <a:ahLst/>
              <a:cxnLst>
                <a:cxn ang="T8">
                  <a:pos x="T0" y="T1"/>
                </a:cxn>
                <a:cxn ang="T9">
                  <a:pos x="T2" y="T3"/>
                </a:cxn>
                <a:cxn ang="T10">
                  <a:pos x="T4" y="T5"/>
                </a:cxn>
                <a:cxn ang="T11">
                  <a:pos x="T6" y="T7"/>
                </a:cxn>
              </a:cxnLst>
              <a:rect l="T12" t="T13" r="T14" b="T15"/>
              <a:pathLst>
                <a:path w="729" h="592">
                  <a:moveTo>
                    <a:pt x="0" y="0"/>
                  </a:moveTo>
                  <a:lnTo>
                    <a:pt x="0" y="592"/>
                  </a:lnTo>
                  <a:lnTo>
                    <a:pt x="729" y="592"/>
                  </a:lnTo>
                  <a:lnTo>
                    <a:pt x="729" y="455"/>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VN"/>
            </a:p>
          </p:txBody>
        </p:sp>
        <p:sp>
          <p:nvSpPr>
            <p:cNvPr id="70696" name="Rectangle 116">
              <a:extLst>
                <a:ext uri="{FF2B5EF4-FFF2-40B4-BE49-F238E27FC236}">
                  <a16:creationId xmlns:a16="http://schemas.microsoft.com/office/drawing/2014/main" id="{B78971C3-3CDF-7B47-BBA9-5A1A4308AA58}"/>
                </a:ext>
              </a:extLst>
            </p:cNvPr>
            <p:cNvSpPr>
              <a:spLocks noChangeArrowheads="1"/>
            </p:cNvSpPr>
            <p:nvPr/>
          </p:nvSpPr>
          <p:spPr bwMode="auto">
            <a:xfrm>
              <a:off x="1613" y="1288"/>
              <a:ext cx="21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300">
                  <a:solidFill>
                    <a:srgbClr val="000000"/>
                  </a:solidFill>
                  <a:latin typeface="Tahoma" panose="020B0604030504040204" pitchFamily="34" charset="0"/>
                  <a:cs typeface="Tahoma" panose="020B0604030504040204" pitchFamily="34" charset="0"/>
                </a:rPr>
                <a:t>Diem</a:t>
              </a:r>
              <a:endParaRPr lang="en-US" altLang="en-US" sz="1800">
                <a:latin typeface="Tahoma" panose="020B0604030504040204" pitchFamily="34" charset="0"/>
                <a:cs typeface="Tahoma" panose="020B0604030504040204" pitchFamily="34" charset="0"/>
              </a:endParaRPr>
            </a:p>
          </p:txBody>
        </p:sp>
        <p:sp>
          <p:nvSpPr>
            <p:cNvPr id="70697" name="Rectangle 117">
              <a:extLst>
                <a:ext uri="{FF2B5EF4-FFF2-40B4-BE49-F238E27FC236}">
                  <a16:creationId xmlns:a16="http://schemas.microsoft.com/office/drawing/2014/main" id="{023250A4-FE88-6548-B0A1-A322E5E25B00}"/>
                </a:ext>
              </a:extLst>
            </p:cNvPr>
            <p:cNvSpPr>
              <a:spLocks noChangeArrowheads="1"/>
            </p:cNvSpPr>
            <p:nvPr/>
          </p:nvSpPr>
          <p:spPr bwMode="auto">
            <a:xfrm>
              <a:off x="1603" y="1925"/>
              <a:ext cx="20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300">
                  <a:solidFill>
                    <a:srgbClr val="000000"/>
                  </a:solidFill>
                  <a:latin typeface="Tahoma" panose="020B0604030504040204" pitchFamily="34" charset="0"/>
                  <a:cs typeface="Tahoma" panose="020B0604030504040204" pitchFamily="34" charset="0"/>
                </a:rPr>
                <a:t>(1,n)</a:t>
              </a:r>
              <a:endParaRPr lang="en-US" altLang="en-US" sz="1800">
                <a:latin typeface="Tahoma" panose="020B0604030504040204" pitchFamily="34" charset="0"/>
                <a:cs typeface="Tahoma" panose="020B0604030504040204" pitchFamily="34" charset="0"/>
              </a:endParaRPr>
            </a:p>
          </p:txBody>
        </p:sp>
        <p:sp>
          <p:nvSpPr>
            <p:cNvPr id="70698" name="Rectangle 118">
              <a:extLst>
                <a:ext uri="{FF2B5EF4-FFF2-40B4-BE49-F238E27FC236}">
                  <a16:creationId xmlns:a16="http://schemas.microsoft.com/office/drawing/2014/main" id="{3E7BC1FE-DD7A-A142-829A-06AE772F684D}"/>
                </a:ext>
              </a:extLst>
            </p:cNvPr>
            <p:cNvSpPr>
              <a:spLocks noChangeArrowheads="1"/>
            </p:cNvSpPr>
            <p:nvPr/>
          </p:nvSpPr>
          <p:spPr bwMode="auto">
            <a:xfrm>
              <a:off x="2167" y="1521"/>
              <a:ext cx="20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300">
                  <a:solidFill>
                    <a:srgbClr val="000000"/>
                  </a:solidFill>
                  <a:latin typeface="Tahoma" panose="020B0604030504040204" pitchFamily="34" charset="0"/>
                  <a:cs typeface="Tahoma" panose="020B0604030504040204" pitchFamily="34" charset="0"/>
                </a:rPr>
                <a:t>(0,n)</a:t>
              </a:r>
              <a:endParaRPr lang="en-US" altLang="en-US" sz="1800">
                <a:latin typeface="Tahoma" panose="020B0604030504040204" pitchFamily="34" charset="0"/>
                <a:cs typeface="Tahoma" panose="020B0604030504040204" pitchFamily="34" charset="0"/>
              </a:endParaRPr>
            </a:p>
          </p:txBody>
        </p:sp>
        <p:sp>
          <p:nvSpPr>
            <p:cNvPr id="70699" name="Rectangle 119">
              <a:extLst>
                <a:ext uri="{FF2B5EF4-FFF2-40B4-BE49-F238E27FC236}">
                  <a16:creationId xmlns:a16="http://schemas.microsoft.com/office/drawing/2014/main" id="{09E5295F-8CE5-2445-B314-11C380EE29F2}"/>
                </a:ext>
              </a:extLst>
            </p:cNvPr>
            <p:cNvSpPr>
              <a:spLocks noChangeArrowheads="1"/>
            </p:cNvSpPr>
            <p:nvPr/>
          </p:nvSpPr>
          <p:spPr bwMode="auto">
            <a:xfrm>
              <a:off x="711" y="2066"/>
              <a:ext cx="16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300">
                  <a:solidFill>
                    <a:srgbClr val="000000"/>
                  </a:solidFill>
                  <a:latin typeface="Tahoma" panose="020B0604030504040204" pitchFamily="34" charset="0"/>
                  <a:cs typeface="Tahoma" panose="020B0604030504040204" pitchFamily="34" charset="0"/>
                </a:rPr>
                <a:t>Ten</a:t>
              </a:r>
              <a:endParaRPr lang="en-US" altLang="en-US" sz="1800">
                <a:latin typeface="Tahoma" panose="020B0604030504040204" pitchFamily="34" charset="0"/>
                <a:cs typeface="Tahoma" panose="020B0604030504040204" pitchFamily="34" charset="0"/>
              </a:endParaRPr>
            </a:p>
          </p:txBody>
        </p:sp>
        <p:sp>
          <p:nvSpPr>
            <p:cNvPr id="70700" name="Rectangle 120">
              <a:extLst>
                <a:ext uri="{FF2B5EF4-FFF2-40B4-BE49-F238E27FC236}">
                  <a16:creationId xmlns:a16="http://schemas.microsoft.com/office/drawing/2014/main" id="{7D5FB6C3-82F7-8443-8505-943F5A4E3277}"/>
                </a:ext>
              </a:extLst>
            </p:cNvPr>
            <p:cNvSpPr>
              <a:spLocks noChangeArrowheads="1"/>
            </p:cNvSpPr>
            <p:nvPr/>
          </p:nvSpPr>
          <p:spPr bwMode="auto">
            <a:xfrm>
              <a:off x="3209" y="1511"/>
              <a:ext cx="20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300">
                  <a:solidFill>
                    <a:srgbClr val="000000"/>
                  </a:solidFill>
                  <a:latin typeface="Tahoma" panose="020B0604030504040204" pitchFamily="34" charset="0"/>
                  <a:cs typeface="Tahoma" panose="020B0604030504040204" pitchFamily="34" charset="0"/>
                </a:rPr>
                <a:t>(1,1)</a:t>
              </a:r>
              <a:endParaRPr lang="en-US" altLang="en-US" sz="1800">
                <a:latin typeface="Tahoma" panose="020B0604030504040204" pitchFamily="34" charset="0"/>
                <a:cs typeface="Tahoma" panose="020B0604030504040204" pitchFamily="34" charset="0"/>
              </a:endParaRPr>
            </a:p>
          </p:txBody>
        </p:sp>
        <p:sp>
          <p:nvSpPr>
            <p:cNvPr id="70701" name="Rectangle 121">
              <a:extLst>
                <a:ext uri="{FF2B5EF4-FFF2-40B4-BE49-F238E27FC236}">
                  <a16:creationId xmlns:a16="http://schemas.microsoft.com/office/drawing/2014/main" id="{F9DDC104-E7CC-D843-A2C3-A5F4354E1C64}"/>
                </a:ext>
              </a:extLst>
            </p:cNvPr>
            <p:cNvSpPr>
              <a:spLocks noChangeArrowheads="1"/>
            </p:cNvSpPr>
            <p:nvPr/>
          </p:nvSpPr>
          <p:spPr bwMode="auto">
            <a:xfrm>
              <a:off x="4629" y="1784"/>
              <a:ext cx="44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300">
                  <a:solidFill>
                    <a:srgbClr val="000000"/>
                  </a:solidFill>
                  <a:latin typeface="Tahoma" panose="020B0604030504040204" pitchFamily="34" charset="0"/>
                  <a:cs typeface="Tahoma" panose="020B0604030504040204" pitchFamily="34" charset="0"/>
                </a:rPr>
                <a:t>mhoctruoc</a:t>
              </a:r>
              <a:endParaRPr lang="en-US" altLang="en-US" sz="1800">
                <a:latin typeface="Tahoma" panose="020B0604030504040204" pitchFamily="34" charset="0"/>
                <a:cs typeface="Tahoma" panose="020B0604030504040204" pitchFamily="34" charset="0"/>
              </a:endParaRPr>
            </a:p>
          </p:txBody>
        </p:sp>
        <p:sp>
          <p:nvSpPr>
            <p:cNvPr id="70702" name="Rectangle 122">
              <a:extLst>
                <a:ext uri="{FF2B5EF4-FFF2-40B4-BE49-F238E27FC236}">
                  <a16:creationId xmlns:a16="http://schemas.microsoft.com/office/drawing/2014/main" id="{DF6CCB97-D586-E840-8E80-D4110C002766}"/>
                </a:ext>
              </a:extLst>
            </p:cNvPr>
            <p:cNvSpPr>
              <a:spLocks noChangeArrowheads="1"/>
            </p:cNvSpPr>
            <p:nvPr/>
          </p:nvSpPr>
          <p:spPr bwMode="auto">
            <a:xfrm>
              <a:off x="4632" y="3057"/>
              <a:ext cx="37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300">
                  <a:solidFill>
                    <a:srgbClr val="000000"/>
                  </a:solidFill>
                  <a:latin typeface="Tahoma" panose="020B0604030504040204" pitchFamily="34" charset="0"/>
                  <a:cs typeface="Tahoma" panose="020B0604030504040204" pitchFamily="34" charset="0"/>
                </a:rPr>
                <a:t>mhocsau</a:t>
              </a:r>
              <a:endParaRPr lang="en-US" altLang="en-US" sz="1800">
                <a:latin typeface="Tahoma" panose="020B0604030504040204" pitchFamily="34" charset="0"/>
                <a:cs typeface="Tahoma" panose="020B0604030504040204" pitchFamily="34" charset="0"/>
              </a:endParaRPr>
            </a:p>
          </p:txBody>
        </p:sp>
        <p:sp>
          <p:nvSpPr>
            <p:cNvPr id="70703" name="Rectangle 123">
              <a:extLst>
                <a:ext uri="{FF2B5EF4-FFF2-40B4-BE49-F238E27FC236}">
                  <a16:creationId xmlns:a16="http://schemas.microsoft.com/office/drawing/2014/main" id="{59AC489F-A547-7142-99FB-DE234B950D55}"/>
                </a:ext>
              </a:extLst>
            </p:cNvPr>
            <p:cNvSpPr>
              <a:spLocks noChangeArrowheads="1"/>
            </p:cNvSpPr>
            <p:nvPr/>
          </p:nvSpPr>
          <p:spPr bwMode="auto">
            <a:xfrm>
              <a:off x="5085" y="2470"/>
              <a:ext cx="20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300">
                  <a:solidFill>
                    <a:srgbClr val="000000"/>
                  </a:solidFill>
                  <a:latin typeface="Tahoma" panose="020B0604030504040204" pitchFamily="34" charset="0"/>
                  <a:cs typeface="Tahoma" panose="020B0604030504040204" pitchFamily="34" charset="0"/>
                </a:rPr>
                <a:t>(0,n)</a:t>
              </a:r>
              <a:endParaRPr lang="en-US" altLang="en-US" sz="1800">
                <a:latin typeface="Tahoma" panose="020B0604030504040204" pitchFamily="34" charset="0"/>
                <a:cs typeface="Tahoma" panose="020B0604030504040204" pitchFamily="34" charset="0"/>
              </a:endParaRPr>
            </a:p>
          </p:txBody>
        </p:sp>
        <p:sp>
          <p:nvSpPr>
            <p:cNvPr id="70704" name="Rectangle 124">
              <a:extLst>
                <a:ext uri="{FF2B5EF4-FFF2-40B4-BE49-F238E27FC236}">
                  <a16:creationId xmlns:a16="http://schemas.microsoft.com/office/drawing/2014/main" id="{CE12AE51-2E95-1944-999D-B82A73BF5178}"/>
                </a:ext>
              </a:extLst>
            </p:cNvPr>
            <p:cNvSpPr>
              <a:spLocks noChangeArrowheads="1"/>
            </p:cNvSpPr>
            <p:nvPr/>
          </p:nvSpPr>
          <p:spPr bwMode="auto">
            <a:xfrm>
              <a:off x="5068" y="2885"/>
              <a:ext cx="20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300">
                  <a:solidFill>
                    <a:srgbClr val="000000"/>
                  </a:solidFill>
                  <a:latin typeface="Tahoma" panose="020B0604030504040204" pitchFamily="34" charset="0"/>
                  <a:cs typeface="Tahoma" panose="020B0604030504040204" pitchFamily="34" charset="0"/>
                </a:rPr>
                <a:t>(0,n)</a:t>
              </a:r>
              <a:endParaRPr lang="en-US" altLang="en-US" sz="1800">
                <a:latin typeface="Tahoma" panose="020B0604030504040204" pitchFamily="34" charset="0"/>
                <a:cs typeface="Tahoma" panose="020B0604030504040204" pitchFamily="34" charset="0"/>
              </a:endParaRPr>
            </a:p>
          </p:txBody>
        </p:sp>
        <p:sp>
          <p:nvSpPr>
            <p:cNvPr id="70705" name="Freeform 125">
              <a:extLst>
                <a:ext uri="{FF2B5EF4-FFF2-40B4-BE49-F238E27FC236}">
                  <a16:creationId xmlns:a16="http://schemas.microsoft.com/office/drawing/2014/main" id="{3D2D56ED-84F2-C041-ACF9-8F347CBC3284}"/>
                </a:ext>
              </a:extLst>
            </p:cNvPr>
            <p:cNvSpPr>
              <a:spLocks/>
            </p:cNvSpPr>
            <p:nvPr/>
          </p:nvSpPr>
          <p:spPr bwMode="auto">
            <a:xfrm>
              <a:off x="3541" y="2401"/>
              <a:ext cx="45" cy="45"/>
            </a:xfrm>
            <a:custGeom>
              <a:avLst/>
              <a:gdLst>
                <a:gd name="T0" fmla="*/ 3 w 45"/>
                <a:gd name="T1" fmla="*/ 33 h 45"/>
                <a:gd name="T2" fmla="*/ 0 w 45"/>
                <a:gd name="T3" fmla="*/ 23 h 45"/>
                <a:gd name="T4" fmla="*/ 2 w 45"/>
                <a:gd name="T5" fmla="*/ 14 h 45"/>
                <a:gd name="T6" fmla="*/ 9 w 45"/>
                <a:gd name="T7" fmla="*/ 5 h 45"/>
                <a:gd name="T8" fmla="*/ 17 w 45"/>
                <a:gd name="T9" fmla="*/ 0 h 45"/>
                <a:gd name="T10" fmla="*/ 27 w 45"/>
                <a:gd name="T11" fmla="*/ 0 h 45"/>
                <a:gd name="T12" fmla="*/ 37 w 45"/>
                <a:gd name="T13" fmla="*/ 5 h 45"/>
                <a:gd name="T14" fmla="*/ 43 w 45"/>
                <a:gd name="T15" fmla="*/ 13 h 45"/>
                <a:gd name="T16" fmla="*/ 45 w 45"/>
                <a:gd name="T17" fmla="*/ 22 h 45"/>
                <a:gd name="T18" fmla="*/ 44 w 45"/>
                <a:gd name="T19" fmla="*/ 32 h 45"/>
                <a:gd name="T20" fmla="*/ 38 w 45"/>
                <a:gd name="T21" fmla="*/ 40 h 45"/>
                <a:gd name="T22" fmla="*/ 28 w 45"/>
                <a:gd name="T23" fmla="*/ 45 h 45"/>
                <a:gd name="T24" fmla="*/ 19 w 45"/>
                <a:gd name="T25" fmla="*/ 45 h 45"/>
                <a:gd name="T26" fmla="*/ 9 w 45"/>
                <a:gd name="T27" fmla="*/ 42 h 45"/>
                <a:gd name="T28" fmla="*/ 3 w 45"/>
                <a:gd name="T29" fmla="*/ 33 h 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5"/>
                <a:gd name="T46" fmla="*/ 0 h 45"/>
                <a:gd name="T47" fmla="*/ 45 w 45"/>
                <a:gd name="T48" fmla="*/ 45 h 4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5" h="45">
                  <a:moveTo>
                    <a:pt x="3" y="33"/>
                  </a:moveTo>
                  <a:lnTo>
                    <a:pt x="0" y="23"/>
                  </a:lnTo>
                  <a:lnTo>
                    <a:pt x="2" y="14"/>
                  </a:lnTo>
                  <a:lnTo>
                    <a:pt x="9" y="5"/>
                  </a:lnTo>
                  <a:lnTo>
                    <a:pt x="17" y="0"/>
                  </a:lnTo>
                  <a:lnTo>
                    <a:pt x="27" y="0"/>
                  </a:lnTo>
                  <a:lnTo>
                    <a:pt x="37" y="5"/>
                  </a:lnTo>
                  <a:lnTo>
                    <a:pt x="43" y="13"/>
                  </a:lnTo>
                  <a:lnTo>
                    <a:pt x="45" y="22"/>
                  </a:lnTo>
                  <a:lnTo>
                    <a:pt x="44" y="32"/>
                  </a:lnTo>
                  <a:lnTo>
                    <a:pt x="38" y="40"/>
                  </a:lnTo>
                  <a:lnTo>
                    <a:pt x="28" y="45"/>
                  </a:lnTo>
                  <a:lnTo>
                    <a:pt x="19" y="45"/>
                  </a:lnTo>
                  <a:lnTo>
                    <a:pt x="9" y="42"/>
                  </a:lnTo>
                  <a:lnTo>
                    <a:pt x="3" y="3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70706" name="Line 126">
              <a:extLst>
                <a:ext uri="{FF2B5EF4-FFF2-40B4-BE49-F238E27FC236}">
                  <a16:creationId xmlns:a16="http://schemas.microsoft.com/office/drawing/2014/main" id="{D19A4A68-6DDE-4F4F-8E3E-FA906A34758D}"/>
                </a:ext>
              </a:extLst>
            </p:cNvPr>
            <p:cNvSpPr>
              <a:spLocks noChangeShapeType="1"/>
            </p:cNvSpPr>
            <p:nvPr/>
          </p:nvSpPr>
          <p:spPr bwMode="auto">
            <a:xfrm flipV="1">
              <a:off x="3584" y="2341"/>
              <a:ext cx="142" cy="73"/>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VN"/>
            </a:p>
          </p:txBody>
        </p:sp>
        <p:sp>
          <p:nvSpPr>
            <p:cNvPr id="70707" name="Freeform 127">
              <a:extLst>
                <a:ext uri="{FF2B5EF4-FFF2-40B4-BE49-F238E27FC236}">
                  <a16:creationId xmlns:a16="http://schemas.microsoft.com/office/drawing/2014/main" id="{6641E20B-ECDF-F241-8D77-BC798A77EC6A}"/>
                </a:ext>
              </a:extLst>
            </p:cNvPr>
            <p:cNvSpPr>
              <a:spLocks/>
            </p:cNvSpPr>
            <p:nvPr/>
          </p:nvSpPr>
          <p:spPr bwMode="auto">
            <a:xfrm>
              <a:off x="3541" y="2401"/>
              <a:ext cx="45" cy="45"/>
            </a:xfrm>
            <a:custGeom>
              <a:avLst/>
              <a:gdLst>
                <a:gd name="T0" fmla="*/ 3 w 45"/>
                <a:gd name="T1" fmla="*/ 33 h 45"/>
                <a:gd name="T2" fmla="*/ 0 w 45"/>
                <a:gd name="T3" fmla="*/ 23 h 45"/>
                <a:gd name="T4" fmla="*/ 2 w 45"/>
                <a:gd name="T5" fmla="*/ 14 h 45"/>
                <a:gd name="T6" fmla="*/ 9 w 45"/>
                <a:gd name="T7" fmla="*/ 5 h 45"/>
                <a:gd name="T8" fmla="*/ 17 w 45"/>
                <a:gd name="T9" fmla="*/ 0 h 45"/>
                <a:gd name="T10" fmla="*/ 27 w 45"/>
                <a:gd name="T11" fmla="*/ 0 h 45"/>
                <a:gd name="T12" fmla="*/ 37 w 45"/>
                <a:gd name="T13" fmla="*/ 5 h 45"/>
                <a:gd name="T14" fmla="*/ 43 w 45"/>
                <a:gd name="T15" fmla="*/ 13 h 45"/>
                <a:gd name="T16" fmla="*/ 45 w 45"/>
                <a:gd name="T17" fmla="*/ 22 h 45"/>
                <a:gd name="T18" fmla="*/ 44 w 45"/>
                <a:gd name="T19" fmla="*/ 32 h 45"/>
                <a:gd name="T20" fmla="*/ 38 w 45"/>
                <a:gd name="T21" fmla="*/ 40 h 45"/>
                <a:gd name="T22" fmla="*/ 28 w 45"/>
                <a:gd name="T23" fmla="*/ 45 h 45"/>
                <a:gd name="T24" fmla="*/ 19 w 45"/>
                <a:gd name="T25" fmla="*/ 45 h 45"/>
                <a:gd name="T26" fmla="*/ 9 w 45"/>
                <a:gd name="T27" fmla="*/ 42 h 45"/>
                <a:gd name="T28" fmla="*/ 3 w 45"/>
                <a:gd name="T29" fmla="*/ 33 h 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5"/>
                <a:gd name="T46" fmla="*/ 0 h 45"/>
                <a:gd name="T47" fmla="*/ 45 w 45"/>
                <a:gd name="T48" fmla="*/ 45 h 4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5" h="45">
                  <a:moveTo>
                    <a:pt x="3" y="33"/>
                  </a:moveTo>
                  <a:lnTo>
                    <a:pt x="0" y="23"/>
                  </a:lnTo>
                  <a:lnTo>
                    <a:pt x="2" y="14"/>
                  </a:lnTo>
                  <a:lnTo>
                    <a:pt x="9" y="5"/>
                  </a:lnTo>
                  <a:lnTo>
                    <a:pt x="17" y="0"/>
                  </a:lnTo>
                  <a:lnTo>
                    <a:pt x="27" y="0"/>
                  </a:lnTo>
                  <a:lnTo>
                    <a:pt x="37" y="5"/>
                  </a:lnTo>
                  <a:lnTo>
                    <a:pt x="43" y="13"/>
                  </a:lnTo>
                  <a:lnTo>
                    <a:pt x="45" y="22"/>
                  </a:lnTo>
                  <a:lnTo>
                    <a:pt x="44" y="32"/>
                  </a:lnTo>
                  <a:lnTo>
                    <a:pt x="38" y="40"/>
                  </a:lnTo>
                  <a:lnTo>
                    <a:pt x="28" y="45"/>
                  </a:lnTo>
                  <a:lnTo>
                    <a:pt x="19" y="45"/>
                  </a:lnTo>
                  <a:lnTo>
                    <a:pt x="9" y="42"/>
                  </a:lnTo>
                  <a:lnTo>
                    <a:pt x="3" y="33"/>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VN"/>
            </a:p>
          </p:txBody>
        </p:sp>
        <p:sp>
          <p:nvSpPr>
            <p:cNvPr id="70708" name="Rectangle 128">
              <a:extLst>
                <a:ext uri="{FF2B5EF4-FFF2-40B4-BE49-F238E27FC236}">
                  <a16:creationId xmlns:a16="http://schemas.microsoft.com/office/drawing/2014/main" id="{47FA0F8B-101D-F949-AB2F-D15D0FC9CC36}"/>
                </a:ext>
              </a:extLst>
            </p:cNvPr>
            <p:cNvSpPr>
              <a:spLocks noChangeArrowheads="1"/>
            </p:cNvSpPr>
            <p:nvPr/>
          </p:nvSpPr>
          <p:spPr bwMode="auto">
            <a:xfrm>
              <a:off x="3217" y="2374"/>
              <a:ext cx="2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300">
                  <a:solidFill>
                    <a:srgbClr val="000000"/>
                  </a:solidFill>
                  <a:latin typeface="Tahoma" panose="020B0604030504040204" pitchFamily="34" charset="0"/>
                  <a:cs typeface="Tahoma" panose="020B0604030504040204" pitchFamily="34" charset="0"/>
                </a:rPr>
                <a:t>Tinchi</a:t>
              </a:r>
              <a:endParaRPr lang="en-US" altLang="en-US" sz="1800">
                <a:latin typeface="Tahoma" panose="020B0604030504040204" pitchFamily="34" charset="0"/>
                <a:cs typeface="Tahoma" panose="020B0604030504040204" pitchFamily="34" charset="0"/>
              </a:endParaRPr>
            </a:p>
          </p:txBody>
        </p:sp>
        <p:sp>
          <p:nvSpPr>
            <p:cNvPr id="70709" name="Freeform 129">
              <a:extLst>
                <a:ext uri="{FF2B5EF4-FFF2-40B4-BE49-F238E27FC236}">
                  <a16:creationId xmlns:a16="http://schemas.microsoft.com/office/drawing/2014/main" id="{847D3A95-3E0A-8841-AEA8-A190BEC9EA8B}"/>
                </a:ext>
              </a:extLst>
            </p:cNvPr>
            <p:cNvSpPr>
              <a:spLocks/>
            </p:cNvSpPr>
            <p:nvPr/>
          </p:nvSpPr>
          <p:spPr bwMode="auto">
            <a:xfrm>
              <a:off x="3544" y="2098"/>
              <a:ext cx="44" cy="46"/>
            </a:xfrm>
            <a:custGeom>
              <a:avLst/>
              <a:gdLst>
                <a:gd name="T0" fmla="*/ 0 w 44"/>
                <a:gd name="T1" fmla="*/ 18 h 46"/>
                <a:gd name="T2" fmla="*/ 5 w 44"/>
                <a:gd name="T3" fmla="*/ 9 h 46"/>
                <a:gd name="T4" fmla="*/ 12 w 44"/>
                <a:gd name="T5" fmla="*/ 3 h 46"/>
                <a:gd name="T6" fmla="*/ 22 w 44"/>
                <a:gd name="T7" fmla="*/ 0 h 46"/>
                <a:gd name="T8" fmla="*/ 33 w 44"/>
                <a:gd name="T9" fmla="*/ 3 h 46"/>
                <a:gd name="T10" fmla="*/ 40 w 44"/>
                <a:gd name="T11" fmla="*/ 10 h 46"/>
                <a:gd name="T12" fmla="*/ 44 w 44"/>
                <a:gd name="T13" fmla="*/ 18 h 46"/>
                <a:gd name="T14" fmla="*/ 44 w 44"/>
                <a:gd name="T15" fmla="*/ 29 h 46"/>
                <a:gd name="T16" fmla="*/ 40 w 44"/>
                <a:gd name="T17" fmla="*/ 38 h 46"/>
                <a:gd name="T18" fmla="*/ 31 w 44"/>
                <a:gd name="T19" fmla="*/ 44 h 46"/>
                <a:gd name="T20" fmla="*/ 22 w 44"/>
                <a:gd name="T21" fmla="*/ 46 h 46"/>
                <a:gd name="T22" fmla="*/ 12 w 44"/>
                <a:gd name="T23" fmla="*/ 44 h 46"/>
                <a:gd name="T24" fmla="*/ 4 w 44"/>
                <a:gd name="T25" fmla="*/ 38 h 46"/>
                <a:gd name="T26" fmla="*/ 0 w 44"/>
                <a:gd name="T27" fmla="*/ 28 h 46"/>
                <a:gd name="T28" fmla="*/ 0 w 44"/>
                <a:gd name="T29" fmla="*/ 18 h 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4"/>
                <a:gd name="T46" fmla="*/ 0 h 46"/>
                <a:gd name="T47" fmla="*/ 44 w 44"/>
                <a:gd name="T48" fmla="*/ 46 h 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4" h="46">
                  <a:moveTo>
                    <a:pt x="0" y="18"/>
                  </a:moveTo>
                  <a:lnTo>
                    <a:pt x="5" y="9"/>
                  </a:lnTo>
                  <a:lnTo>
                    <a:pt x="12" y="3"/>
                  </a:lnTo>
                  <a:lnTo>
                    <a:pt x="22" y="0"/>
                  </a:lnTo>
                  <a:lnTo>
                    <a:pt x="33" y="3"/>
                  </a:lnTo>
                  <a:lnTo>
                    <a:pt x="40" y="10"/>
                  </a:lnTo>
                  <a:lnTo>
                    <a:pt x="44" y="18"/>
                  </a:lnTo>
                  <a:lnTo>
                    <a:pt x="44" y="29"/>
                  </a:lnTo>
                  <a:lnTo>
                    <a:pt x="40" y="38"/>
                  </a:lnTo>
                  <a:lnTo>
                    <a:pt x="31" y="44"/>
                  </a:lnTo>
                  <a:lnTo>
                    <a:pt x="22" y="46"/>
                  </a:lnTo>
                  <a:lnTo>
                    <a:pt x="12" y="44"/>
                  </a:lnTo>
                  <a:lnTo>
                    <a:pt x="4" y="38"/>
                  </a:lnTo>
                  <a:lnTo>
                    <a:pt x="0" y="28"/>
                  </a:lnTo>
                  <a:lnTo>
                    <a:pt x="0" y="1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70710" name="Line 130">
              <a:extLst>
                <a:ext uri="{FF2B5EF4-FFF2-40B4-BE49-F238E27FC236}">
                  <a16:creationId xmlns:a16="http://schemas.microsoft.com/office/drawing/2014/main" id="{E3281D38-4FAB-914D-9291-3B0ACE5A744B}"/>
                </a:ext>
              </a:extLst>
            </p:cNvPr>
            <p:cNvSpPr>
              <a:spLocks noChangeShapeType="1"/>
            </p:cNvSpPr>
            <p:nvPr/>
          </p:nvSpPr>
          <p:spPr bwMode="auto">
            <a:xfrm>
              <a:off x="3588" y="2127"/>
              <a:ext cx="138" cy="3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VN"/>
            </a:p>
          </p:txBody>
        </p:sp>
        <p:sp>
          <p:nvSpPr>
            <p:cNvPr id="70711" name="Freeform 131">
              <a:extLst>
                <a:ext uri="{FF2B5EF4-FFF2-40B4-BE49-F238E27FC236}">
                  <a16:creationId xmlns:a16="http://schemas.microsoft.com/office/drawing/2014/main" id="{07BD65C8-0FD4-DA46-9780-4F7FF8B0A0E5}"/>
                </a:ext>
              </a:extLst>
            </p:cNvPr>
            <p:cNvSpPr>
              <a:spLocks/>
            </p:cNvSpPr>
            <p:nvPr/>
          </p:nvSpPr>
          <p:spPr bwMode="auto">
            <a:xfrm>
              <a:off x="3544" y="2098"/>
              <a:ext cx="44" cy="46"/>
            </a:xfrm>
            <a:custGeom>
              <a:avLst/>
              <a:gdLst>
                <a:gd name="T0" fmla="*/ 0 w 44"/>
                <a:gd name="T1" fmla="*/ 18 h 46"/>
                <a:gd name="T2" fmla="*/ 5 w 44"/>
                <a:gd name="T3" fmla="*/ 9 h 46"/>
                <a:gd name="T4" fmla="*/ 12 w 44"/>
                <a:gd name="T5" fmla="*/ 3 h 46"/>
                <a:gd name="T6" fmla="*/ 22 w 44"/>
                <a:gd name="T7" fmla="*/ 0 h 46"/>
                <a:gd name="T8" fmla="*/ 33 w 44"/>
                <a:gd name="T9" fmla="*/ 3 h 46"/>
                <a:gd name="T10" fmla="*/ 40 w 44"/>
                <a:gd name="T11" fmla="*/ 10 h 46"/>
                <a:gd name="T12" fmla="*/ 44 w 44"/>
                <a:gd name="T13" fmla="*/ 18 h 46"/>
                <a:gd name="T14" fmla="*/ 44 w 44"/>
                <a:gd name="T15" fmla="*/ 29 h 46"/>
                <a:gd name="T16" fmla="*/ 40 w 44"/>
                <a:gd name="T17" fmla="*/ 38 h 46"/>
                <a:gd name="T18" fmla="*/ 31 w 44"/>
                <a:gd name="T19" fmla="*/ 44 h 46"/>
                <a:gd name="T20" fmla="*/ 22 w 44"/>
                <a:gd name="T21" fmla="*/ 46 h 46"/>
                <a:gd name="T22" fmla="*/ 12 w 44"/>
                <a:gd name="T23" fmla="*/ 44 h 46"/>
                <a:gd name="T24" fmla="*/ 4 w 44"/>
                <a:gd name="T25" fmla="*/ 38 h 46"/>
                <a:gd name="T26" fmla="*/ 0 w 44"/>
                <a:gd name="T27" fmla="*/ 28 h 46"/>
                <a:gd name="T28" fmla="*/ 0 w 44"/>
                <a:gd name="T29" fmla="*/ 18 h 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4"/>
                <a:gd name="T46" fmla="*/ 0 h 46"/>
                <a:gd name="T47" fmla="*/ 44 w 44"/>
                <a:gd name="T48" fmla="*/ 46 h 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4" h="46">
                  <a:moveTo>
                    <a:pt x="0" y="18"/>
                  </a:moveTo>
                  <a:lnTo>
                    <a:pt x="5" y="9"/>
                  </a:lnTo>
                  <a:lnTo>
                    <a:pt x="12" y="3"/>
                  </a:lnTo>
                  <a:lnTo>
                    <a:pt x="22" y="0"/>
                  </a:lnTo>
                  <a:lnTo>
                    <a:pt x="33" y="3"/>
                  </a:lnTo>
                  <a:lnTo>
                    <a:pt x="40" y="10"/>
                  </a:lnTo>
                  <a:lnTo>
                    <a:pt x="44" y="18"/>
                  </a:lnTo>
                  <a:lnTo>
                    <a:pt x="44" y="29"/>
                  </a:lnTo>
                  <a:lnTo>
                    <a:pt x="40" y="38"/>
                  </a:lnTo>
                  <a:lnTo>
                    <a:pt x="31" y="44"/>
                  </a:lnTo>
                  <a:lnTo>
                    <a:pt x="22" y="46"/>
                  </a:lnTo>
                  <a:lnTo>
                    <a:pt x="12" y="44"/>
                  </a:lnTo>
                  <a:lnTo>
                    <a:pt x="4" y="38"/>
                  </a:lnTo>
                  <a:lnTo>
                    <a:pt x="0" y="28"/>
                  </a:lnTo>
                  <a:lnTo>
                    <a:pt x="0" y="18"/>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VN"/>
            </a:p>
          </p:txBody>
        </p:sp>
        <p:sp>
          <p:nvSpPr>
            <p:cNvPr id="70712" name="Freeform 132">
              <a:extLst>
                <a:ext uri="{FF2B5EF4-FFF2-40B4-BE49-F238E27FC236}">
                  <a16:creationId xmlns:a16="http://schemas.microsoft.com/office/drawing/2014/main" id="{954D63A8-8164-8A42-95BE-4318FDC0F08D}"/>
                </a:ext>
              </a:extLst>
            </p:cNvPr>
            <p:cNvSpPr>
              <a:spLocks/>
            </p:cNvSpPr>
            <p:nvPr/>
          </p:nvSpPr>
          <p:spPr bwMode="auto">
            <a:xfrm>
              <a:off x="3543" y="1964"/>
              <a:ext cx="45" cy="46"/>
            </a:xfrm>
            <a:custGeom>
              <a:avLst/>
              <a:gdLst>
                <a:gd name="T0" fmla="*/ 1 w 45"/>
                <a:gd name="T1" fmla="*/ 15 h 46"/>
                <a:gd name="T2" fmla="*/ 6 w 45"/>
                <a:gd name="T3" fmla="*/ 7 h 46"/>
                <a:gd name="T4" fmla="*/ 14 w 45"/>
                <a:gd name="T5" fmla="*/ 1 h 46"/>
                <a:gd name="T6" fmla="*/ 25 w 45"/>
                <a:gd name="T7" fmla="*/ 0 h 46"/>
                <a:gd name="T8" fmla="*/ 34 w 45"/>
                <a:gd name="T9" fmla="*/ 3 h 46"/>
                <a:gd name="T10" fmla="*/ 41 w 45"/>
                <a:gd name="T11" fmla="*/ 11 h 46"/>
                <a:gd name="T12" fmla="*/ 45 w 45"/>
                <a:gd name="T13" fmla="*/ 20 h 46"/>
                <a:gd name="T14" fmla="*/ 43 w 45"/>
                <a:gd name="T15" fmla="*/ 30 h 46"/>
                <a:gd name="T16" fmla="*/ 39 w 45"/>
                <a:gd name="T17" fmla="*/ 38 h 46"/>
                <a:gd name="T18" fmla="*/ 30 w 45"/>
                <a:gd name="T19" fmla="*/ 44 h 46"/>
                <a:gd name="T20" fmla="*/ 20 w 45"/>
                <a:gd name="T21" fmla="*/ 46 h 46"/>
                <a:gd name="T22" fmla="*/ 11 w 45"/>
                <a:gd name="T23" fmla="*/ 42 h 46"/>
                <a:gd name="T24" fmla="*/ 3 w 45"/>
                <a:gd name="T25" fmla="*/ 35 h 46"/>
                <a:gd name="T26" fmla="*/ 0 w 45"/>
                <a:gd name="T27" fmla="*/ 25 h 46"/>
                <a:gd name="T28" fmla="*/ 1 w 45"/>
                <a:gd name="T29" fmla="*/ 15 h 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5"/>
                <a:gd name="T46" fmla="*/ 0 h 46"/>
                <a:gd name="T47" fmla="*/ 45 w 45"/>
                <a:gd name="T48" fmla="*/ 46 h 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5" h="46">
                  <a:moveTo>
                    <a:pt x="1" y="15"/>
                  </a:moveTo>
                  <a:lnTo>
                    <a:pt x="6" y="7"/>
                  </a:lnTo>
                  <a:lnTo>
                    <a:pt x="14" y="1"/>
                  </a:lnTo>
                  <a:lnTo>
                    <a:pt x="25" y="0"/>
                  </a:lnTo>
                  <a:lnTo>
                    <a:pt x="34" y="3"/>
                  </a:lnTo>
                  <a:lnTo>
                    <a:pt x="41" y="11"/>
                  </a:lnTo>
                  <a:lnTo>
                    <a:pt x="45" y="20"/>
                  </a:lnTo>
                  <a:lnTo>
                    <a:pt x="43" y="30"/>
                  </a:lnTo>
                  <a:lnTo>
                    <a:pt x="39" y="38"/>
                  </a:lnTo>
                  <a:lnTo>
                    <a:pt x="30" y="44"/>
                  </a:lnTo>
                  <a:lnTo>
                    <a:pt x="20" y="46"/>
                  </a:lnTo>
                  <a:lnTo>
                    <a:pt x="11" y="42"/>
                  </a:lnTo>
                  <a:lnTo>
                    <a:pt x="3" y="35"/>
                  </a:lnTo>
                  <a:lnTo>
                    <a:pt x="0" y="25"/>
                  </a:lnTo>
                  <a:lnTo>
                    <a:pt x="1"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70713" name="Line 133">
              <a:extLst>
                <a:ext uri="{FF2B5EF4-FFF2-40B4-BE49-F238E27FC236}">
                  <a16:creationId xmlns:a16="http://schemas.microsoft.com/office/drawing/2014/main" id="{62AAB2E7-6C0C-FE46-A552-BF3C0C28B69F}"/>
                </a:ext>
              </a:extLst>
            </p:cNvPr>
            <p:cNvSpPr>
              <a:spLocks noChangeShapeType="1"/>
            </p:cNvSpPr>
            <p:nvPr/>
          </p:nvSpPr>
          <p:spPr bwMode="auto">
            <a:xfrm>
              <a:off x="3586" y="1994"/>
              <a:ext cx="231" cy="76"/>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VN"/>
            </a:p>
          </p:txBody>
        </p:sp>
        <p:sp>
          <p:nvSpPr>
            <p:cNvPr id="70714" name="Freeform 134">
              <a:extLst>
                <a:ext uri="{FF2B5EF4-FFF2-40B4-BE49-F238E27FC236}">
                  <a16:creationId xmlns:a16="http://schemas.microsoft.com/office/drawing/2014/main" id="{61114DF1-FC6D-CB41-B693-5B480FD52830}"/>
                </a:ext>
              </a:extLst>
            </p:cNvPr>
            <p:cNvSpPr>
              <a:spLocks/>
            </p:cNvSpPr>
            <p:nvPr/>
          </p:nvSpPr>
          <p:spPr bwMode="auto">
            <a:xfrm>
              <a:off x="3543" y="1964"/>
              <a:ext cx="45" cy="46"/>
            </a:xfrm>
            <a:custGeom>
              <a:avLst/>
              <a:gdLst>
                <a:gd name="T0" fmla="*/ 1 w 45"/>
                <a:gd name="T1" fmla="*/ 15 h 46"/>
                <a:gd name="T2" fmla="*/ 6 w 45"/>
                <a:gd name="T3" fmla="*/ 7 h 46"/>
                <a:gd name="T4" fmla="*/ 14 w 45"/>
                <a:gd name="T5" fmla="*/ 1 h 46"/>
                <a:gd name="T6" fmla="*/ 25 w 45"/>
                <a:gd name="T7" fmla="*/ 0 h 46"/>
                <a:gd name="T8" fmla="*/ 34 w 45"/>
                <a:gd name="T9" fmla="*/ 3 h 46"/>
                <a:gd name="T10" fmla="*/ 41 w 45"/>
                <a:gd name="T11" fmla="*/ 11 h 46"/>
                <a:gd name="T12" fmla="*/ 45 w 45"/>
                <a:gd name="T13" fmla="*/ 20 h 46"/>
                <a:gd name="T14" fmla="*/ 43 w 45"/>
                <a:gd name="T15" fmla="*/ 30 h 46"/>
                <a:gd name="T16" fmla="*/ 39 w 45"/>
                <a:gd name="T17" fmla="*/ 38 h 46"/>
                <a:gd name="T18" fmla="*/ 30 w 45"/>
                <a:gd name="T19" fmla="*/ 44 h 46"/>
                <a:gd name="T20" fmla="*/ 20 w 45"/>
                <a:gd name="T21" fmla="*/ 46 h 46"/>
                <a:gd name="T22" fmla="*/ 11 w 45"/>
                <a:gd name="T23" fmla="*/ 42 h 46"/>
                <a:gd name="T24" fmla="*/ 3 w 45"/>
                <a:gd name="T25" fmla="*/ 35 h 46"/>
                <a:gd name="T26" fmla="*/ 0 w 45"/>
                <a:gd name="T27" fmla="*/ 25 h 46"/>
                <a:gd name="T28" fmla="*/ 1 w 45"/>
                <a:gd name="T29" fmla="*/ 15 h 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5"/>
                <a:gd name="T46" fmla="*/ 0 h 46"/>
                <a:gd name="T47" fmla="*/ 45 w 45"/>
                <a:gd name="T48" fmla="*/ 46 h 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5" h="46">
                  <a:moveTo>
                    <a:pt x="1" y="15"/>
                  </a:moveTo>
                  <a:lnTo>
                    <a:pt x="6" y="7"/>
                  </a:lnTo>
                  <a:lnTo>
                    <a:pt x="14" y="1"/>
                  </a:lnTo>
                  <a:lnTo>
                    <a:pt x="25" y="0"/>
                  </a:lnTo>
                  <a:lnTo>
                    <a:pt x="34" y="3"/>
                  </a:lnTo>
                  <a:lnTo>
                    <a:pt x="41" y="11"/>
                  </a:lnTo>
                  <a:lnTo>
                    <a:pt x="45" y="20"/>
                  </a:lnTo>
                  <a:lnTo>
                    <a:pt x="43" y="30"/>
                  </a:lnTo>
                  <a:lnTo>
                    <a:pt x="39" y="38"/>
                  </a:lnTo>
                  <a:lnTo>
                    <a:pt x="30" y="44"/>
                  </a:lnTo>
                  <a:lnTo>
                    <a:pt x="20" y="46"/>
                  </a:lnTo>
                  <a:lnTo>
                    <a:pt x="11" y="42"/>
                  </a:lnTo>
                  <a:lnTo>
                    <a:pt x="3" y="35"/>
                  </a:lnTo>
                  <a:lnTo>
                    <a:pt x="0" y="25"/>
                  </a:lnTo>
                  <a:lnTo>
                    <a:pt x="1" y="15"/>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VN"/>
            </a:p>
          </p:txBody>
        </p:sp>
        <p:sp>
          <p:nvSpPr>
            <p:cNvPr id="70715" name="Rectangle 135">
              <a:extLst>
                <a:ext uri="{FF2B5EF4-FFF2-40B4-BE49-F238E27FC236}">
                  <a16:creationId xmlns:a16="http://schemas.microsoft.com/office/drawing/2014/main" id="{43D5070D-B516-E048-945D-3769E26270FD}"/>
                </a:ext>
              </a:extLst>
            </p:cNvPr>
            <p:cNvSpPr>
              <a:spLocks noChangeArrowheads="1"/>
            </p:cNvSpPr>
            <p:nvPr/>
          </p:nvSpPr>
          <p:spPr bwMode="auto">
            <a:xfrm>
              <a:off x="3198" y="1920"/>
              <a:ext cx="26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300">
                  <a:solidFill>
                    <a:srgbClr val="000000"/>
                  </a:solidFill>
                  <a:latin typeface="Tahoma" panose="020B0604030504040204" pitchFamily="34" charset="0"/>
                  <a:cs typeface="Tahoma" panose="020B0604030504040204" pitchFamily="34" charset="0"/>
                </a:rPr>
                <a:t>MaMH</a:t>
              </a:r>
              <a:endParaRPr lang="en-US" altLang="en-US" sz="1800">
                <a:latin typeface="Tahoma" panose="020B0604030504040204" pitchFamily="34" charset="0"/>
                <a:cs typeface="Tahoma" panose="020B0604030504040204" pitchFamily="34" charset="0"/>
              </a:endParaRPr>
            </a:p>
          </p:txBody>
        </p:sp>
        <p:sp>
          <p:nvSpPr>
            <p:cNvPr id="70716" name="Rectangle 136">
              <a:extLst>
                <a:ext uri="{FF2B5EF4-FFF2-40B4-BE49-F238E27FC236}">
                  <a16:creationId xmlns:a16="http://schemas.microsoft.com/office/drawing/2014/main" id="{96966B74-28B3-3B44-AA0C-3861E729C27C}"/>
                </a:ext>
              </a:extLst>
            </p:cNvPr>
            <p:cNvSpPr>
              <a:spLocks noChangeArrowheads="1"/>
            </p:cNvSpPr>
            <p:nvPr/>
          </p:nvSpPr>
          <p:spPr bwMode="auto">
            <a:xfrm>
              <a:off x="3255" y="2223"/>
              <a:ext cx="21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300">
                  <a:solidFill>
                    <a:srgbClr val="000000"/>
                  </a:solidFill>
                  <a:latin typeface="Tahoma" panose="020B0604030504040204" pitchFamily="34" charset="0"/>
                  <a:cs typeface="Tahoma" panose="020B0604030504040204" pitchFamily="34" charset="0"/>
                </a:rPr>
                <a:t>Khoa</a:t>
              </a:r>
              <a:endParaRPr lang="en-US" altLang="en-US" sz="1800">
                <a:latin typeface="Tahoma" panose="020B0604030504040204" pitchFamily="34" charset="0"/>
                <a:cs typeface="Tahoma" panose="020B0604030504040204" pitchFamily="34" charset="0"/>
              </a:endParaRPr>
            </a:p>
          </p:txBody>
        </p:sp>
        <p:sp>
          <p:nvSpPr>
            <p:cNvPr id="70717" name="Freeform 137">
              <a:extLst>
                <a:ext uri="{FF2B5EF4-FFF2-40B4-BE49-F238E27FC236}">
                  <a16:creationId xmlns:a16="http://schemas.microsoft.com/office/drawing/2014/main" id="{D5CE31EE-4202-BE48-91D7-D6C3B1EF9156}"/>
                </a:ext>
              </a:extLst>
            </p:cNvPr>
            <p:cNvSpPr>
              <a:spLocks/>
            </p:cNvSpPr>
            <p:nvPr/>
          </p:nvSpPr>
          <p:spPr bwMode="auto">
            <a:xfrm>
              <a:off x="3544" y="2269"/>
              <a:ext cx="44" cy="46"/>
            </a:xfrm>
            <a:custGeom>
              <a:avLst/>
              <a:gdLst>
                <a:gd name="T0" fmla="*/ 0 w 44"/>
                <a:gd name="T1" fmla="*/ 29 h 46"/>
                <a:gd name="T2" fmla="*/ 0 w 44"/>
                <a:gd name="T3" fmla="*/ 18 h 46"/>
                <a:gd name="T4" fmla="*/ 4 w 44"/>
                <a:gd name="T5" fmla="*/ 10 h 46"/>
                <a:gd name="T6" fmla="*/ 12 w 44"/>
                <a:gd name="T7" fmla="*/ 3 h 46"/>
                <a:gd name="T8" fmla="*/ 22 w 44"/>
                <a:gd name="T9" fmla="*/ 0 h 46"/>
                <a:gd name="T10" fmla="*/ 31 w 44"/>
                <a:gd name="T11" fmla="*/ 3 h 46"/>
                <a:gd name="T12" fmla="*/ 40 w 44"/>
                <a:gd name="T13" fmla="*/ 9 h 46"/>
                <a:gd name="T14" fmla="*/ 44 w 44"/>
                <a:gd name="T15" fmla="*/ 18 h 46"/>
                <a:gd name="T16" fmla="*/ 44 w 44"/>
                <a:gd name="T17" fmla="*/ 28 h 46"/>
                <a:gd name="T18" fmla="*/ 40 w 44"/>
                <a:gd name="T19" fmla="*/ 37 h 46"/>
                <a:gd name="T20" fmla="*/ 33 w 44"/>
                <a:gd name="T21" fmla="*/ 44 h 46"/>
                <a:gd name="T22" fmla="*/ 22 w 44"/>
                <a:gd name="T23" fmla="*/ 46 h 46"/>
                <a:gd name="T24" fmla="*/ 12 w 44"/>
                <a:gd name="T25" fmla="*/ 44 h 46"/>
                <a:gd name="T26" fmla="*/ 5 w 44"/>
                <a:gd name="T27" fmla="*/ 38 h 46"/>
                <a:gd name="T28" fmla="*/ 0 w 44"/>
                <a:gd name="T29" fmla="*/ 29 h 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4"/>
                <a:gd name="T46" fmla="*/ 0 h 46"/>
                <a:gd name="T47" fmla="*/ 44 w 44"/>
                <a:gd name="T48" fmla="*/ 46 h 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4" h="46">
                  <a:moveTo>
                    <a:pt x="0" y="29"/>
                  </a:moveTo>
                  <a:lnTo>
                    <a:pt x="0" y="18"/>
                  </a:lnTo>
                  <a:lnTo>
                    <a:pt x="4" y="10"/>
                  </a:lnTo>
                  <a:lnTo>
                    <a:pt x="12" y="3"/>
                  </a:lnTo>
                  <a:lnTo>
                    <a:pt x="22" y="0"/>
                  </a:lnTo>
                  <a:lnTo>
                    <a:pt x="31" y="3"/>
                  </a:lnTo>
                  <a:lnTo>
                    <a:pt x="40" y="9"/>
                  </a:lnTo>
                  <a:lnTo>
                    <a:pt x="44" y="18"/>
                  </a:lnTo>
                  <a:lnTo>
                    <a:pt x="44" y="28"/>
                  </a:lnTo>
                  <a:lnTo>
                    <a:pt x="40" y="37"/>
                  </a:lnTo>
                  <a:lnTo>
                    <a:pt x="33" y="44"/>
                  </a:lnTo>
                  <a:lnTo>
                    <a:pt x="22" y="46"/>
                  </a:lnTo>
                  <a:lnTo>
                    <a:pt x="12" y="44"/>
                  </a:lnTo>
                  <a:lnTo>
                    <a:pt x="5" y="38"/>
                  </a:lnTo>
                  <a:lnTo>
                    <a:pt x="0" y="2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70718" name="Line 138">
              <a:extLst>
                <a:ext uri="{FF2B5EF4-FFF2-40B4-BE49-F238E27FC236}">
                  <a16:creationId xmlns:a16="http://schemas.microsoft.com/office/drawing/2014/main" id="{9E1F996E-5D61-CF40-B73C-0ACF1F903B4A}"/>
                </a:ext>
              </a:extLst>
            </p:cNvPr>
            <p:cNvSpPr>
              <a:spLocks noChangeShapeType="1"/>
            </p:cNvSpPr>
            <p:nvPr/>
          </p:nvSpPr>
          <p:spPr bwMode="auto">
            <a:xfrm flipV="1">
              <a:off x="3588" y="2252"/>
              <a:ext cx="138" cy="35"/>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VN"/>
            </a:p>
          </p:txBody>
        </p:sp>
        <p:sp>
          <p:nvSpPr>
            <p:cNvPr id="70719" name="Freeform 139">
              <a:extLst>
                <a:ext uri="{FF2B5EF4-FFF2-40B4-BE49-F238E27FC236}">
                  <a16:creationId xmlns:a16="http://schemas.microsoft.com/office/drawing/2014/main" id="{B885CDA2-F752-084D-B359-CB209C0CA198}"/>
                </a:ext>
              </a:extLst>
            </p:cNvPr>
            <p:cNvSpPr>
              <a:spLocks/>
            </p:cNvSpPr>
            <p:nvPr/>
          </p:nvSpPr>
          <p:spPr bwMode="auto">
            <a:xfrm>
              <a:off x="3544" y="2269"/>
              <a:ext cx="44" cy="46"/>
            </a:xfrm>
            <a:custGeom>
              <a:avLst/>
              <a:gdLst>
                <a:gd name="T0" fmla="*/ 0 w 44"/>
                <a:gd name="T1" fmla="*/ 29 h 46"/>
                <a:gd name="T2" fmla="*/ 0 w 44"/>
                <a:gd name="T3" fmla="*/ 18 h 46"/>
                <a:gd name="T4" fmla="*/ 4 w 44"/>
                <a:gd name="T5" fmla="*/ 10 h 46"/>
                <a:gd name="T6" fmla="*/ 12 w 44"/>
                <a:gd name="T7" fmla="*/ 3 h 46"/>
                <a:gd name="T8" fmla="*/ 22 w 44"/>
                <a:gd name="T9" fmla="*/ 0 h 46"/>
                <a:gd name="T10" fmla="*/ 31 w 44"/>
                <a:gd name="T11" fmla="*/ 3 h 46"/>
                <a:gd name="T12" fmla="*/ 40 w 44"/>
                <a:gd name="T13" fmla="*/ 9 h 46"/>
                <a:gd name="T14" fmla="*/ 44 w 44"/>
                <a:gd name="T15" fmla="*/ 18 h 46"/>
                <a:gd name="T16" fmla="*/ 44 w 44"/>
                <a:gd name="T17" fmla="*/ 28 h 46"/>
                <a:gd name="T18" fmla="*/ 40 w 44"/>
                <a:gd name="T19" fmla="*/ 37 h 46"/>
                <a:gd name="T20" fmla="*/ 33 w 44"/>
                <a:gd name="T21" fmla="*/ 44 h 46"/>
                <a:gd name="T22" fmla="*/ 22 w 44"/>
                <a:gd name="T23" fmla="*/ 46 h 46"/>
                <a:gd name="T24" fmla="*/ 12 w 44"/>
                <a:gd name="T25" fmla="*/ 44 h 46"/>
                <a:gd name="T26" fmla="*/ 5 w 44"/>
                <a:gd name="T27" fmla="*/ 38 h 46"/>
                <a:gd name="T28" fmla="*/ 0 w 44"/>
                <a:gd name="T29" fmla="*/ 29 h 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4"/>
                <a:gd name="T46" fmla="*/ 0 h 46"/>
                <a:gd name="T47" fmla="*/ 44 w 44"/>
                <a:gd name="T48" fmla="*/ 46 h 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4" h="46">
                  <a:moveTo>
                    <a:pt x="0" y="29"/>
                  </a:moveTo>
                  <a:lnTo>
                    <a:pt x="0" y="18"/>
                  </a:lnTo>
                  <a:lnTo>
                    <a:pt x="4" y="10"/>
                  </a:lnTo>
                  <a:lnTo>
                    <a:pt x="12" y="3"/>
                  </a:lnTo>
                  <a:lnTo>
                    <a:pt x="22" y="0"/>
                  </a:lnTo>
                  <a:lnTo>
                    <a:pt x="31" y="3"/>
                  </a:lnTo>
                  <a:lnTo>
                    <a:pt x="40" y="9"/>
                  </a:lnTo>
                  <a:lnTo>
                    <a:pt x="44" y="18"/>
                  </a:lnTo>
                  <a:lnTo>
                    <a:pt x="44" y="28"/>
                  </a:lnTo>
                  <a:lnTo>
                    <a:pt x="40" y="37"/>
                  </a:lnTo>
                  <a:lnTo>
                    <a:pt x="33" y="44"/>
                  </a:lnTo>
                  <a:lnTo>
                    <a:pt x="22" y="46"/>
                  </a:lnTo>
                  <a:lnTo>
                    <a:pt x="12" y="44"/>
                  </a:lnTo>
                  <a:lnTo>
                    <a:pt x="5" y="38"/>
                  </a:lnTo>
                  <a:lnTo>
                    <a:pt x="0" y="29"/>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VN"/>
            </a:p>
          </p:txBody>
        </p:sp>
        <p:sp>
          <p:nvSpPr>
            <p:cNvPr id="70720" name="Rectangle 140">
              <a:extLst>
                <a:ext uri="{FF2B5EF4-FFF2-40B4-BE49-F238E27FC236}">
                  <a16:creationId xmlns:a16="http://schemas.microsoft.com/office/drawing/2014/main" id="{53B122A9-942D-3D4B-B0B3-06EA52CF1C5B}"/>
                </a:ext>
              </a:extLst>
            </p:cNvPr>
            <p:cNvSpPr>
              <a:spLocks noChangeArrowheads="1"/>
            </p:cNvSpPr>
            <p:nvPr/>
          </p:nvSpPr>
          <p:spPr bwMode="auto">
            <a:xfrm>
              <a:off x="3164" y="2062"/>
              <a:ext cx="29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300">
                  <a:solidFill>
                    <a:srgbClr val="000000"/>
                  </a:solidFill>
                  <a:latin typeface="Tahoma" panose="020B0604030504040204" pitchFamily="34" charset="0"/>
                  <a:cs typeface="Tahoma" panose="020B0604030504040204" pitchFamily="34" charset="0"/>
                </a:rPr>
                <a:t>TenMH</a:t>
              </a:r>
              <a:endParaRPr lang="en-US" altLang="en-US" sz="1800">
                <a:latin typeface="Tahoma" panose="020B0604030504040204" pitchFamily="34" charset="0"/>
                <a:cs typeface="Tahoma" panose="020B0604030504040204" pitchFamily="34" charset="0"/>
              </a:endParaRPr>
            </a:p>
          </p:txBody>
        </p:sp>
        <p:sp>
          <p:nvSpPr>
            <p:cNvPr id="70721" name="Rectangle 141">
              <a:extLst>
                <a:ext uri="{FF2B5EF4-FFF2-40B4-BE49-F238E27FC236}">
                  <a16:creationId xmlns:a16="http://schemas.microsoft.com/office/drawing/2014/main" id="{25D1ABF7-5376-3045-9177-4D5789D66AD0}"/>
                </a:ext>
              </a:extLst>
            </p:cNvPr>
            <p:cNvSpPr>
              <a:spLocks noChangeArrowheads="1"/>
            </p:cNvSpPr>
            <p:nvPr/>
          </p:nvSpPr>
          <p:spPr bwMode="auto">
            <a:xfrm>
              <a:off x="3899" y="1925"/>
              <a:ext cx="20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300">
                  <a:solidFill>
                    <a:srgbClr val="000000"/>
                  </a:solidFill>
                  <a:latin typeface="Tahoma" panose="020B0604030504040204" pitchFamily="34" charset="0"/>
                  <a:cs typeface="Tahoma" panose="020B0604030504040204" pitchFamily="34" charset="0"/>
                </a:rPr>
                <a:t>(0,n)</a:t>
              </a:r>
              <a:endParaRPr lang="en-US" altLang="en-US" sz="1800">
                <a:latin typeface="Tahoma" panose="020B0604030504040204" pitchFamily="34" charset="0"/>
                <a:cs typeface="Tahoma" panose="020B0604030504040204" pitchFamily="34" charset="0"/>
              </a:endParaRPr>
            </a:p>
          </p:txBody>
        </p:sp>
        <p:sp>
          <p:nvSpPr>
            <p:cNvPr id="70722" name="Freeform 142">
              <a:extLst>
                <a:ext uri="{FF2B5EF4-FFF2-40B4-BE49-F238E27FC236}">
                  <a16:creationId xmlns:a16="http://schemas.microsoft.com/office/drawing/2014/main" id="{D918DA20-2596-3843-8BF6-C056AB239F92}"/>
                </a:ext>
              </a:extLst>
            </p:cNvPr>
            <p:cNvSpPr>
              <a:spLocks/>
            </p:cNvSpPr>
            <p:nvPr/>
          </p:nvSpPr>
          <p:spPr bwMode="auto">
            <a:xfrm>
              <a:off x="4069" y="1303"/>
              <a:ext cx="44" cy="45"/>
            </a:xfrm>
            <a:custGeom>
              <a:avLst/>
              <a:gdLst>
                <a:gd name="T0" fmla="*/ 22 w 44"/>
                <a:gd name="T1" fmla="*/ 0 h 45"/>
                <a:gd name="T2" fmla="*/ 12 w 44"/>
                <a:gd name="T3" fmla="*/ 1 h 45"/>
                <a:gd name="T4" fmla="*/ 4 w 44"/>
                <a:gd name="T5" fmla="*/ 8 h 45"/>
                <a:gd name="T6" fmla="*/ 0 w 44"/>
                <a:gd name="T7" fmla="*/ 17 h 45"/>
                <a:gd name="T8" fmla="*/ 0 w 44"/>
                <a:gd name="T9" fmla="*/ 28 h 45"/>
                <a:gd name="T10" fmla="*/ 4 w 44"/>
                <a:gd name="T11" fmla="*/ 36 h 45"/>
                <a:gd name="T12" fmla="*/ 12 w 44"/>
                <a:gd name="T13" fmla="*/ 42 h 45"/>
                <a:gd name="T14" fmla="*/ 22 w 44"/>
                <a:gd name="T15" fmla="*/ 45 h 45"/>
                <a:gd name="T16" fmla="*/ 32 w 44"/>
                <a:gd name="T17" fmla="*/ 42 h 45"/>
                <a:gd name="T18" fmla="*/ 40 w 44"/>
                <a:gd name="T19" fmla="*/ 36 h 45"/>
                <a:gd name="T20" fmla="*/ 44 w 44"/>
                <a:gd name="T21" fmla="*/ 28 h 45"/>
                <a:gd name="T22" fmla="*/ 44 w 44"/>
                <a:gd name="T23" fmla="*/ 17 h 45"/>
                <a:gd name="T24" fmla="*/ 40 w 44"/>
                <a:gd name="T25" fmla="*/ 8 h 45"/>
                <a:gd name="T26" fmla="*/ 32 w 44"/>
                <a:gd name="T27" fmla="*/ 1 h 45"/>
                <a:gd name="T28" fmla="*/ 22 w 44"/>
                <a:gd name="T29" fmla="*/ 0 h 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4"/>
                <a:gd name="T46" fmla="*/ 0 h 45"/>
                <a:gd name="T47" fmla="*/ 44 w 44"/>
                <a:gd name="T48" fmla="*/ 45 h 4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4" h="45">
                  <a:moveTo>
                    <a:pt x="22" y="0"/>
                  </a:moveTo>
                  <a:lnTo>
                    <a:pt x="12" y="1"/>
                  </a:lnTo>
                  <a:lnTo>
                    <a:pt x="4" y="8"/>
                  </a:lnTo>
                  <a:lnTo>
                    <a:pt x="0" y="17"/>
                  </a:lnTo>
                  <a:lnTo>
                    <a:pt x="0" y="28"/>
                  </a:lnTo>
                  <a:lnTo>
                    <a:pt x="4" y="36"/>
                  </a:lnTo>
                  <a:lnTo>
                    <a:pt x="12" y="42"/>
                  </a:lnTo>
                  <a:lnTo>
                    <a:pt x="22" y="45"/>
                  </a:lnTo>
                  <a:lnTo>
                    <a:pt x="32" y="42"/>
                  </a:lnTo>
                  <a:lnTo>
                    <a:pt x="40" y="36"/>
                  </a:lnTo>
                  <a:lnTo>
                    <a:pt x="44" y="28"/>
                  </a:lnTo>
                  <a:lnTo>
                    <a:pt x="44" y="17"/>
                  </a:lnTo>
                  <a:lnTo>
                    <a:pt x="40" y="8"/>
                  </a:lnTo>
                  <a:lnTo>
                    <a:pt x="32" y="1"/>
                  </a:lnTo>
                  <a:lnTo>
                    <a:pt x="2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70723" name="Line 143">
              <a:extLst>
                <a:ext uri="{FF2B5EF4-FFF2-40B4-BE49-F238E27FC236}">
                  <a16:creationId xmlns:a16="http://schemas.microsoft.com/office/drawing/2014/main" id="{397E94A4-1F21-744A-A5E3-DA329E4B9E2C}"/>
                </a:ext>
              </a:extLst>
            </p:cNvPr>
            <p:cNvSpPr>
              <a:spLocks noChangeShapeType="1"/>
            </p:cNvSpPr>
            <p:nvPr/>
          </p:nvSpPr>
          <p:spPr bwMode="auto">
            <a:xfrm>
              <a:off x="4091" y="1348"/>
              <a:ext cx="1" cy="18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VN"/>
            </a:p>
          </p:txBody>
        </p:sp>
        <p:sp>
          <p:nvSpPr>
            <p:cNvPr id="70724" name="Freeform 144">
              <a:extLst>
                <a:ext uri="{FF2B5EF4-FFF2-40B4-BE49-F238E27FC236}">
                  <a16:creationId xmlns:a16="http://schemas.microsoft.com/office/drawing/2014/main" id="{6CCAD357-2B52-1947-A70A-03625F908DF6}"/>
                </a:ext>
              </a:extLst>
            </p:cNvPr>
            <p:cNvSpPr>
              <a:spLocks/>
            </p:cNvSpPr>
            <p:nvPr/>
          </p:nvSpPr>
          <p:spPr bwMode="auto">
            <a:xfrm>
              <a:off x="4069" y="1303"/>
              <a:ext cx="44" cy="45"/>
            </a:xfrm>
            <a:custGeom>
              <a:avLst/>
              <a:gdLst>
                <a:gd name="T0" fmla="*/ 22 w 44"/>
                <a:gd name="T1" fmla="*/ 0 h 45"/>
                <a:gd name="T2" fmla="*/ 12 w 44"/>
                <a:gd name="T3" fmla="*/ 1 h 45"/>
                <a:gd name="T4" fmla="*/ 4 w 44"/>
                <a:gd name="T5" fmla="*/ 8 h 45"/>
                <a:gd name="T6" fmla="*/ 0 w 44"/>
                <a:gd name="T7" fmla="*/ 17 h 45"/>
                <a:gd name="T8" fmla="*/ 0 w 44"/>
                <a:gd name="T9" fmla="*/ 28 h 45"/>
                <a:gd name="T10" fmla="*/ 4 w 44"/>
                <a:gd name="T11" fmla="*/ 36 h 45"/>
                <a:gd name="T12" fmla="*/ 12 w 44"/>
                <a:gd name="T13" fmla="*/ 42 h 45"/>
                <a:gd name="T14" fmla="*/ 22 w 44"/>
                <a:gd name="T15" fmla="*/ 45 h 45"/>
                <a:gd name="T16" fmla="*/ 32 w 44"/>
                <a:gd name="T17" fmla="*/ 42 h 45"/>
                <a:gd name="T18" fmla="*/ 40 w 44"/>
                <a:gd name="T19" fmla="*/ 36 h 45"/>
                <a:gd name="T20" fmla="*/ 44 w 44"/>
                <a:gd name="T21" fmla="*/ 28 h 45"/>
                <a:gd name="T22" fmla="*/ 44 w 44"/>
                <a:gd name="T23" fmla="*/ 17 h 45"/>
                <a:gd name="T24" fmla="*/ 40 w 44"/>
                <a:gd name="T25" fmla="*/ 8 h 45"/>
                <a:gd name="T26" fmla="*/ 32 w 44"/>
                <a:gd name="T27" fmla="*/ 1 h 45"/>
                <a:gd name="T28" fmla="*/ 22 w 44"/>
                <a:gd name="T29" fmla="*/ 0 h 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4"/>
                <a:gd name="T46" fmla="*/ 0 h 45"/>
                <a:gd name="T47" fmla="*/ 44 w 44"/>
                <a:gd name="T48" fmla="*/ 45 h 4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4" h="45">
                  <a:moveTo>
                    <a:pt x="22" y="0"/>
                  </a:moveTo>
                  <a:lnTo>
                    <a:pt x="12" y="1"/>
                  </a:lnTo>
                  <a:lnTo>
                    <a:pt x="4" y="8"/>
                  </a:lnTo>
                  <a:lnTo>
                    <a:pt x="0" y="17"/>
                  </a:lnTo>
                  <a:lnTo>
                    <a:pt x="0" y="28"/>
                  </a:lnTo>
                  <a:lnTo>
                    <a:pt x="4" y="36"/>
                  </a:lnTo>
                  <a:lnTo>
                    <a:pt x="12" y="42"/>
                  </a:lnTo>
                  <a:lnTo>
                    <a:pt x="22" y="45"/>
                  </a:lnTo>
                  <a:lnTo>
                    <a:pt x="32" y="42"/>
                  </a:lnTo>
                  <a:lnTo>
                    <a:pt x="40" y="36"/>
                  </a:lnTo>
                  <a:lnTo>
                    <a:pt x="44" y="28"/>
                  </a:lnTo>
                  <a:lnTo>
                    <a:pt x="44" y="17"/>
                  </a:lnTo>
                  <a:lnTo>
                    <a:pt x="40" y="8"/>
                  </a:lnTo>
                  <a:lnTo>
                    <a:pt x="32" y="1"/>
                  </a:lnTo>
                  <a:lnTo>
                    <a:pt x="22" y="0"/>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VN"/>
            </a:p>
          </p:txBody>
        </p:sp>
        <p:sp>
          <p:nvSpPr>
            <p:cNvPr id="70725" name="Rectangle 145">
              <a:extLst>
                <a:ext uri="{FF2B5EF4-FFF2-40B4-BE49-F238E27FC236}">
                  <a16:creationId xmlns:a16="http://schemas.microsoft.com/office/drawing/2014/main" id="{9970FC1D-41E6-A548-BDD8-9E3A555A2B7B}"/>
                </a:ext>
              </a:extLst>
            </p:cNvPr>
            <p:cNvSpPr>
              <a:spLocks noChangeArrowheads="1"/>
            </p:cNvSpPr>
            <p:nvPr/>
          </p:nvSpPr>
          <p:spPr bwMode="auto">
            <a:xfrm>
              <a:off x="4211" y="1288"/>
              <a:ext cx="25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300">
                  <a:solidFill>
                    <a:srgbClr val="000000"/>
                  </a:solidFill>
                  <a:latin typeface="Tahoma" panose="020B0604030504040204" pitchFamily="34" charset="0"/>
                  <a:cs typeface="Tahoma" panose="020B0604030504040204" pitchFamily="34" charset="0"/>
                </a:rPr>
                <a:t>Hocky</a:t>
              </a:r>
              <a:endParaRPr lang="en-US" altLang="en-US" sz="1800">
                <a:latin typeface="Tahoma" panose="020B0604030504040204" pitchFamily="34" charset="0"/>
                <a:cs typeface="Tahoma" panose="020B0604030504040204" pitchFamily="34" charset="0"/>
              </a:endParaRPr>
            </a:p>
          </p:txBody>
        </p:sp>
        <p:sp>
          <p:nvSpPr>
            <p:cNvPr id="70726" name="Freeform 146">
              <a:extLst>
                <a:ext uri="{FF2B5EF4-FFF2-40B4-BE49-F238E27FC236}">
                  <a16:creationId xmlns:a16="http://schemas.microsoft.com/office/drawing/2014/main" id="{8865504C-24C1-7E43-ACC9-BACD3151A4D3}"/>
                </a:ext>
              </a:extLst>
            </p:cNvPr>
            <p:cNvSpPr>
              <a:spLocks/>
            </p:cNvSpPr>
            <p:nvPr/>
          </p:nvSpPr>
          <p:spPr bwMode="auto">
            <a:xfrm>
              <a:off x="3862" y="1508"/>
              <a:ext cx="46" cy="43"/>
            </a:xfrm>
            <a:custGeom>
              <a:avLst/>
              <a:gdLst>
                <a:gd name="T0" fmla="*/ 0 w 46"/>
                <a:gd name="T1" fmla="*/ 21 h 43"/>
                <a:gd name="T2" fmla="*/ 3 w 46"/>
                <a:gd name="T3" fmla="*/ 31 h 43"/>
                <a:gd name="T4" fmla="*/ 9 w 46"/>
                <a:gd name="T5" fmla="*/ 40 h 43"/>
                <a:gd name="T6" fmla="*/ 19 w 46"/>
                <a:gd name="T7" fmla="*/ 43 h 43"/>
                <a:gd name="T8" fmla="*/ 28 w 46"/>
                <a:gd name="T9" fmla="*/ 43 h 43"/>
                <a:gd name="T10" fmla="*/ 38 w 46"/>
                <a:gd name="T11" fmla="*/ 40 h 43"/>
                <a:gd name="T12" fmla="*/ 44 w 46"/>
                <a:gd name="T13" fmla="*/ 31 h 43"/>
                <a:gd name="T14" fmla="*/ 46 w 46"/>
                <a:gd name="T15" fmla="*/ 21 h 43"/>
                <a:gd name="T16" fmla="*/ 44 w 46"/>
                <a:gd name="T17" fmla="*/ 12 h 43"/>
                <a:gd name="T18" fmla="*/ 38 w 46"/>
                <a:gd name="T19" fmla="*/ 4 h 43"/>
                <a:gd name="T20" fmla="*/ 28 w 46"/>
                <a:gd name="T21" fmla="*/ 0 h 43"/>
                <a:gd name="T22" fmla="*/ 19 w 46"/>
                <a:gd name="T23" fmla="*/ 0 h 43"/>
                <a:gd name="T24" fmla="*/ 9 w 46"/>
                <a:gd name="T25" fmla="*/ 4 h 43"/>
                <a:gd name="T26" fmla="*/ 3 w 46"/>
                <a:gd name="T27" fmla="*/ 12 h 43"/>
                <a:gd name="T28" fmla="*/ 0 w 46"/>
                <a:gd name="T29" fmla="*/ 21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6"/>
                <a:gd name="T46" fmla="*/ 0 h 43"/>
                <a:gd name="T47" fmla="*/ 46 w 46"/>
                <a:gd name="T48" fmla="*/ 43 h 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6" h="43">
                  <a:moveTo>
                    <a:pt x="0" y="21"/>
                  </a:moveTo>
                  <a:lnTo>
                    <a:pt x="3" y="31"/>
                  </a:lnTo>
                  <a:lnTo>
                    <a:pt x="9" y="40"/>
                  </a:lnTo>
                  <a:lnTo>
                    <a:pt x="19" y="43"/>
                  </a:lnTo>
                  <a:lnTo>
                    <a:pt x="28" y="43"/>
                  </a:lnTo>
                  <a:lnTo>
                    <a:pt x="38" y="40"/>
                  </a:lnTo>
                  <a:lnTo>
                    <a:pt x="44" y="31"/>
                  </a:lnTo>
                  <a:lnTo>
                    <a:pt x="46" y="21"/>
                  </a:lnTo>
                  <a:lnTo>
                    <a:pt x="44" y="12"/>
                  </a:lnTo>
                  <a:lnTo>
                    <a:pt x="38" y="4"/>
                  </a:lnTo>
                  <a:lnTo>
                    <a:pt x="28" y="0"/>
                  </a:lnTo>
                  <a:lnTo>
                    <a:pt x="19" y="0"/>
                  </a:lnTo>
                  <a:lnTo>
                    <a:pt x="9" y="4"/>
                  </a:lnTo>
                  <a:lnTo>
                    <a:pt x="3" y="12"/>
                  </a:lnTo>
                  <a:lnTo>
                    <a:pt x="0" y="2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70727" name="Line 147">
              <a:extLst>
                <a:ext uri="{FF2B5EF4-FFF2-40B4-BE49-F238E27FC236}">
                  <a16:creationId xmlns:a16="http://schemas.microsoft.com/office/drawing/2014/main" id="{A68C8EC6-288B-394B-BB48-2D35441D944F}"/>
                </a:ext>
              </a:extLst>
            </p:cNvPr>
            <p:cNvSpPr>
              <a:spLocks noChangeShapeType="1"/>
            </p:cNvSpPr>
            <p:nvPr/>
          </p:nvSpPr>
          <p:spPr bwMode="auto">
            <a:xfrm>
              <a:off x="3908" y="1529"/>
              <a:ext cx="183"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VN"/>
            </a:p>
          </p:txBody>
        </p:sp>
        <p:sp>
          <p:nvSpPr>
            <p:cNvPr id="70728" name="Freeform 148">
              <a:extLst>
                <a:ext uri="{FF2B5EF4-FFF2-40B4-BE49-F238E27FC236}">
                  <a16:creationId xmlns:a16="http://schemas.microsoft.com/office/drawing/2014/main" id="{AE114F24-DB3A-B24B-B3C6-6BB7C2BE66D5}"/>
                </a:ext>
              </a:extLst>
            </p:cNvPr>
            <p:cNvSpPr>
              <a:spLocks/>
            </p:cNvSpPr>
            <p:nvPr/>
          </p:nvSpPr>
          <p:spPr bwMode="auto">
            <a:xfrm>
              <a:off x="3862" y="1508"/>
              <a:ext cx="46" cy="43"/>
            </a:xfrm>
            <a:custGeom>
              <a:avLst/>
              <a:gdLst>
                <a:gd name="T0" fmla="*/ 0 w 46"/>
                <a:gd name="T1" fmla="*/ 21 h 43"/>
                <a:gd name="T2" fmla="*/ 3 w 46"/>
                <a:gd name="T3" fmla="*/ 31 h 43"/>
                <a:gd name="T4" fmla="*/ 9 w 46"/>
                <a:gd name="T5" fmla="*/ 40 h 43"/>
                <a:gd name="T6" fmla="*/ 19 w 46"/>
                <a:gd name="T7" fmla="*/ 43 h 43"/>
                <a:gd name="T8" fmla="*/ 28 w 46"/>
                <a:gd name="T9" fmla="*/ 43 h 43"/>
                <a:gd name="T10" fmla="*/ 38 w 46"/>
                <a:gd name="T11" fmla="*/ 40 h 43"/>
                <a:gd name="T12" fmla="*/ 44 w 46"/>
                <a:gd name="T13" fmla="*/ 31 h 43"/>
                <a:gd name="T14" fmla="*/ 46 w 46"/>
                <a:gd name="T15" fmla="*/ 21 h 43"/>
                <a:gd name="T16" fmla="*/ 44 w 46"/>
                <a:gd name="T17" fmla="*/ 12 h 43"/>
                <a:gd name="T18" fmla="*/ 38 w 46"/>
                <a:gd name="T19" fmla="*/ 4 h 43"/>
                <a:gd name="T20" fmla="*/ 28 w 46"/>
                <a:gd name="T21" fmla="*/ 0 h 43"/>
                <a:gd name="T22" fmla="*/ 19 w 46"/>
                <a:gd name="T23" fmla="*/ 0 h 43"/>
                <a:gd name="T24" fmla="*/ 9 w 46"/>
                <a:gd name="T25" fmla="*/ 4 h 43"/>
                <a:gd name="T26" fmla="*/ 3 w 46"/>
                <a:gd name="T27" fmla="*/ 12 h 43"/>
                <a:gd name="T28" fmla="*/ 0 w 46"/>
                <a:gd name="T29" fmla="*/ 21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6"/>
                <a:gd name="T46" fmla="*/ 0 h 43"/>
                <a:gd name="T47" fmla="*/ 46 w 46"/>
                <a:gd name="T48" fmla="*/ 43 h 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6" h="43">
                  <a:moveTo>
                    <a:pt x="0" y="21"/>
                  </a:moveTo>
                  <a:lnTo>
                    <a:pt x="3" y="31"/>
                  </a:lnTo>
                  <a:lnTo>
                    <a:pt x="9" y="40"/>
                  </a:lnTo>
                  <a:lnTo>
                    <a:pt x="19" y="43"/>
                  </a:lnTo>
                  <a:lnTo>
                    <a:pt x="28" y="43"/>
                  </a:lnTo>
                  <a:lnTo>
                    <a:pt x="38" y="40"/>
                  </a:lnTo>
                  <a:lnTo>
                    <a:pt x="44" y="31"/>
                  </a:lnTo>
                  <a:lnTo>
                    <a:pt x="46" y="21"/>
                  </a:lnTo>
                  <a:lnTo>
                    <a:pt x="44" y="12"/>
                  </a:lnTo>
                  <a:lnTo>
                    <a:pt x="38" y="4"/>
                  </a:lnTo>
                  <a:lnTo>
                    <a:pt x="28" y="0"/>
                  </a:lnTo>
                  <a:lnTo>
                    <a:pt x="19" y="0"/>
                  </a:lnTo>
                  <a:lnTo>
                    <a:pt x="9" y="4"/>
                  </a:lnTo>
                  <a:lnTo>
                    <a:pt x="3" y="12"/>
                  </a:lnTo>
                  <a:lnTo>
                    <a:pt x="0" y="21"/>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VN"/>
            </a:p>
          </p:txBody>
        </p:sp>
        <p:sp>
          <p:nvSpPr>
            <p:cNvPr id="70729" name="Freeform 149">
              <a:extLst>
                <a:ext uri="{FF2B5EF4-FFF2-40B4-BE49-F238E27FC236}">
                  <a16:creationId xmlns:a16="http://schemas.microsoft.com/office/drawing/2014/main" id="{027B1355-09B1-084B-9F61-AB9FF18AA79E}"/>
                </a:ext>
              </a:extLst>
            </p:cNvPr>
            <p:cNvSpPr>
              <a:spLocks/>
            </p:cNvSpPr>
            <p:nvPr/>
          </p:nvSpPr>
          <p:spPr bwMode="auto">
            <a:xfrm>
              <a:off x="4273" y="1508"/>
              <a:ext cx="45" cy="43"/>
            </a:xfrm>
            <a:custGeom>
              <a:avLst/>
              <a:gdLst>
                <a:gd name="T0" fmla="*/ 45 w 45"/>
                <a:gd name="T1" fmla="*/ 21 h 43"/>
                <a:gd name="T2" fmla="*/ 44 w 45"/>
                <a:gd name="T3" fmla="*/ 31 h 43"/>
                <a:gd name="T4" fmla="*/ 37 w 45"/>
                <a:gd name="T5" fmla="*/ 40 h 43"/>
                <a:gd name="T6" fmla="*/ 28 w 45"/>
                <a:gd name="T7" fmla="*/ 43 h 43"/>
                <a:gd name="T8" fmla="*/ 18 w 45"/>
                <a:gd name="T9" fmla="*/ 43 h 43"/>
                <a:gd name="T10" fmla="*/ 9 w 45"/>
                <a:gd name="T11" fmla="*/ 40 h 43"/>
                <a:gd name="T12" fmla="*/ 3 w 45"/>
                <a:gd name="T13" fmla="*/ 31 h 43"/>
                <a:gd name="T14" fmla="*/ 0 w 45"/>
                <a:gd name="T15" fmla="*/ 21 h 43"/>
                <a:gd name="T16" fmla="*/ 3 w 45"/>
                <a:gd name="T17" fmla="*/ 12 h 43"/>
                <a:gd name="T18" fmla="*/ 9 w 45"/>
                <a:gd name="T19" fmla="*/ 4 h 43"/>
                <a:gd name="T20" fmla="*/ 18 w 45"/>
                <a:gd name="T21" fmla="*/ 0 h 43"/>
                <a:gd name="T22" fmla="*/ 28 w 45"/>
                <a:gd name="T23" fmla="*/ 0 h 43"/>
                <a:gd name="T24" fmla="*/ 37 w 45"/>
                <a:gd name="T25" fmla="*/ 4 h 43"/>
                <a:gd name="T26" fmla="*/ 44 w 45"/>
                <a:gd name="T27" fmla="*/ 12 h 43"/>
                <a:gd name="T28" fmla="*/ 45 w 45"/>
                <a:gd name="T29" fmla="*/ 21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5"/>
                <a:gd name="T46" fmla="*/ 0 h 43"/>
                <a:gd name="T47" fmla="*/ 45 w 45"/>
                <a:gd name="T48" fmla="*/ 43 h 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5" h="43">
                  <a:moveTo>
                    <a:pt x="45" y="21"/>
                  </a:moveTo>
                  <a:lnTo>
                    <a:pt x="44" y="31"/>
                  </a:lnTo>
                  <a:lnTo>
                    <a:pt x="37" y="40"/>
                  </a:lnTo>
                  <a:lnTo>
                    <a:pt x="28" y="43"/>
                  </a:lnTo>
                  <a:lnTo>
                    <a:pt x="18" y="43"/>
                  </a:lnTo>
                  <a:lnTo>
                    <a:pt x="9" y="40"/>
                  </a:lnTo>
                  <a:lnTo>
                    <a:pt x="3" y="31"/>
                  </a:lnTo>
                  <a:lnTo>
                    <a:pt x="0" y="21"/>
                  </a:lnTo>
                  <a:lnTo>
                    <a:pt x="3" y="12"/>
                  </a:lnTo>
                  <a:lnTo>
                    <a:pt x="9" y="4"/>
                  </a:lnTo>
                  <a:lnTo>
                    <a:pt x="18" y="0"/>
                  </a:lnTo>
                  <a:lnTo>
                    <a:pt x="28" y="0"/>
                  </a:lnTo>
                  <a:lnTo>
                    <a:pt x="37" y="4"/>
                  </a:lnTo>
                  <a:lnTo>
                    <a:pt x="44" y="12"/>
                  </a:lnTo>
                  <a:lnTo>
                    <a:pt x="45" y="2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70730" name="Line 150">
              <a:extLst>
                <a:ext uri="{FF2B5EF4-FFF2-40B4-BE49-F238E27FC236}">
                  <a16:creationId xmlns:a16="http://schemas.microsoft.com/office/drawing/2014/main" id="{DEDAB2FF-FA05-F44A-A122-CEC4B065EB99}"/>
                </a:ext>
              </a:extLst>
            </p:cNvPr>
            <p:cNvSpPr>
              <a:spLocks noChangeShapeType="1"/>
            </p:cNvSpPr>
            <p:nvPr/>
          </p:nvSpPr>
          <p:spPr bwMode="auto">
            <a:xfrm flipH="1">
              <a:off x="4091" y="1529"/>
              <a:ext cx="18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VN"/>
            </a:p>
          </p:txBody>
        </p:sp>
        <p:sp>
          <p:nvSpPr>
            <p:cNvPr id="70731" name="Freeform 151">
              <a:extLst>
                <a:ext uri="{FF2B5EF4-FFF2-40B4-BE49-F238E27FC236}">
                  <a16:creationId xmlns:a16="http://schemas.microsoft.com/office/drawing/2014/main" id="{41F0420D-B566-F940-8654-ECEF32A0D23D}"/>
                </a:ext>
              </a:extLst>
            </p:cNvPr>
            <p:cNvSpPr>
              <a:spLocks/>
            </p:cNvSpPr>
            <p:nvPr/>
          </p:nvSpPr>
          <p:spPr bwMode="auto">
            <a:xfrm>
              <a:off x="4273" y="1508"/>
              <a:ext cx="45" cy="43"/>
            </a:xfrm>
            <a:custGeom>
              <a:avLst/>
              <a:gdLst>
                <a:gd name="T0" fmla="*/ 45 w 45"/>
                <a:gd name="T1" fmla="*/ 21 h 43"/>
                <a:gd name="T2" fmla="*/ 44 w 45"/>
                <a:gd name="T3" fmla="*/ 31 h 43"/>
                <a:gd name="T4" fmla="*/ 37 w 45"/>
                <a:gd name="T5" fmla="*/ 40 h 43"/>
                <a:gd name="T6" fmla="*/ 28 w 45"/>
                <a:gd name="T7" fmla="*/ 43 h 43"/>
                <a:gd name="T8" fmla="*/ 18 w 45"/>
                <a:gd name="T9" fmla="*/ 43 h 43"/>
                <a:gd name="T10" fmla="*/ 9 w 45"/>
                <a:gd name="T11" fmla="*/ 40 h 43"/>
                <a:gd name="T12" fmla="*/ 3 w 45"/>
                <a:gd name="T13" fmla="*/ 31 h 43"/>
                <a:gd name="T14" fmla="*/ 0 w 45"/>
                <a:gd name="T15" fmla="*/ 21 h 43"/>
                <a:gd name="T16" fmla="*/ 3 w 45"/>
                <a:gd name="T17" fmla="*/ 12 h 43"/>
                <a:gd name="T18" fmla="*/ 9 w 45"/>
                <a:gd name="T19" fmla="*/ 4 h 43"/>
                <a:gd name="T20" fmla="*/ 18 w 45"/>
                <a:gd name="T21" fmla="*/ 0 h 43"/>
                <a:gd name="T22" fmla="*/ 28 w 45"/>
                <a:gd name="T23" fmla="*/ 0 h 43"/>
                <a:gd name="T24" fmla="*/ 37 w 45"/>
                <a:gd name="T25" fmla="*/ 4 h 43"/>
                <a:gd name="T26" fmla="*/ 44 w 45"/>
                <a:gd name="T27" fmla="*/ 12 h 43"/>
                <a:gd name="T28" fmla="*/ 45 w 45"/>
                <a:gd name="T29" fmla="*/ 21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5"/>
                <a:gd name="T46" fmla="*/ 0 h 43"/>
                <a:gd name="T47" fmla="*/ 45 w 45"/>
                <a:gd name="T48" fmla="*/ 43 h 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5" h="43">
                  <a:moveTo>
                    <a:pt x="45" y="21"/>
                  </a:moveTo>
                  <a:lnTo>
                    <a:pt x="44" y="31"/>
                  </a:lnTo>
                  <a:lnTo>
                    <a:pt x="37" y="40"/>
                  </a:lnTo>
                  <a:lnTo>
                    <a:pt x="28" y="43"/>
                  </a:lnTo>
                  <a:lnTo>
                    <a:pt x="18" y="43"/>
                  </a:lnTo>
                  <a:lnTo>
                    <a:pt x="9" y="40"/>
                  </a:lnTo>
                  <a:lnTo>
                    <a:pt x="3" y="31"/>
                  </a:lnTo>
                  <a:lnTo>
                    <a:pt x="0" y="21"/>
                  </a:lnTo>
                  <a:lnTo>
                    <a:pt x="3" y="12"/>
                  </a:lnTo>
                  <a:lnTo>
                    <a:pt x="9" y="4"/>
                  </a:lnTo>
                  <a:lnTo>
                    <a:pt x="18" y="0"/>
                  </a:lnTo>
                  <a:lnTo>
                    <a:pt x="28" y="0"/>
                  </a:lnTo>
                  <a:lnTo>
                    <a:pt x="37" y="4"/>
                  </a:lnTo>
                  <a:lnTo>
                    <a:pt x="44" y="12"/>
                  </a:lnTo>
                  <a:lnTo>
                    <a:pt x="45" y="21"/>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VN"/>
            </a:p>
          </p:txBody>
        </p:sp>
        <p:sp>
          <p:nvSpPr>
            <p:cNvPr id="70732" name="Rectangle 152">
              <a:extLst>
                <a:ext uri="{FF2B5EF4-FFF2-40B4-BE49-F238E27FC236}">
                  <a16:creationId xmlns:a16="http://schemas.microsoft.com/office/drawing/2014/main" id="{D565085B-4C8F-464B-9347-C0C68052162C}"/>
                </a:ext>
              </a:extLst>
            </p:cNvPr>
            <p:cNvSpPr>
              <a:spLocks noChangeArrowheads="1"/>
            </p:cNvSpPr>
            <p:nvPr/>
          </p:nvSpPr>
          <p:spPr bwMode="auto">
            <a:xfrm>
              <a:off x="4443" y="1470"/>
              <a:ext cx="23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300">
                  <a:solidFill>
                    <a:srgbClr val="000000"/>
                  </a:solidFill>
                  <a:latin typeface="Tahoma" panose="020B0604030504040204" pitchFamily="34" charset="0"/>
                  <a:cs typeface="Tahoma" panose="020B0604030504040204" pitchFamily="34" charset="0"/>
                </a:rPr>
                <a:t>Gvien</a:t>
              </a:r>
              <a:endParaRPr lang="en-US" altLang="en-US" sz="1800">
                <a:latin typeface="Tahoma" panose="020B0604030504040204" pitchFamily="34" charset="0"/>
                <a:cs typeface="Tahoma" panose="020B0604030504040204" pitchFamily="34" charset="0"/>
              </a:endParaRPr>
            </a:p>
          </p:txBody>
        </p:sp>
        <p:sp>
          <p:nvSpPr>
            <p:cNvPr id="70733" name="Rectangle 153">
              <a:extLst>
                <a:ext uri="{FF2B5EF4-FFF2-40B4-BE49-F238E27FC236}">
                  <a16:creationId xmlns:a16="http://schemas.microsoft.com/office/drawing/2014/main" id="{D57675EB-CC6E-2B4A-B7EB-7CC20AF2F7AD}"/>
                </a:ext>
              </a:extLst>
            </p:cNvPr>
            <p:cNvSpPr>
              <a:spLocks noChangeArrowheads="1"/>
            </p:cNvSpPr>
            <p:nvPr/>
          </p:nvSpPr>
          <p:spPr bwMode="auto">
            <a:xfrm>
              <a:off x="3638" y="1470"/>
              <a:ext cx="19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300">
                  <a:solidFill>
                    <a:srgbClr val="000000"/>
                  </a:solidFill>
                  <a:latin typeface="Tahoma" panose="020B0604030504040204" pitchFamily="34" charset="0"/>
                  <a:cs typeface="Tahoma" panose="020B0604030504040204" pitchFamily="34" charset="0"/>
                </a:rPr>
                <a:t>Nam</a:t>
              </a:r>
              <a:endParaRPr lang="en-US" altLang="en-US" sz="1800">
                <a:latin typeface="Tahoma" panose="020B0604030504040204" pitchFamily="34" charset="0"/>
                <a:cs typeface="Tahoma" panose="020B0604030504040204" pitchFamily="34" charset="0"/>
              </a:endParaRPr>
            </a:p>
          </p:txBody>
        </p:sp>
        <p:sp>
          <p:nvSpPr>
            <p:cNvPr id="70734" name="Freeform 154">
              <a:extLst>
                <a:ext uri="{FF2B5EF4-FFF2-40B4-BE49-F238E27FC236}">
                  <a16:creationId xmlns:a16="http://schemas.microsoft.com/office/drawing/2014/main" id="{AC1A8DA1-1020-F048-A1DF-F1A9FF9A1B65}"/>
                </a:ext>
              </a:extLst>
            </p:cNvPr>
            <p:cNvSpPr>
              <a:spLocks/>
            </p:cNvSpPr>
            <p:nvPr/>
          </p:nvSpPr>
          <p:spPr bwMode="auto">
            <a:xfrm>
              <a:off x="946" y="2274"/>
              <a:ext cx="44" cy="46"/>
            </a:xfrm>
            <a:custGeom>
              <a:avLst/>
              <a:gdLst>
                <a:gd name="T0" fmla="*/ 0 w 44"/>
                <a:gd name="T1" fmla="*/ 29 h 46"/>
                <a:gd name="T2" fmla="*/ 0 w 44"/>
                <a:gd name="T3" fmla="*/ 18 h 46"/>
                <a:gd name="T4" fmla="*/ 3 w 44"/>
                <a:gd name="T5" fmla="*/ 10 h 46"/>
                <a:gd name="T6" fmla="*/ 12 w 44"/>
                <a:gd name="T7" fmla="*/ 3 h 46"/>
                <a:gd name="T8" fmla="*/ 21 w 44"/>
                <a:gd name="T9" fmla="*/ 0 h 46"/>
                <a:gd name="T10" fmla="*/ 31 w 44"/>
                <a:gd name="T11" fmla="*/ 3 h 46"/>
                <a:gd name="T12" fmla="*/ 40 w 44"/>
                <a:gd name="T13" fmla="*/ 9 h 46"/>
                <a:gd name="T14" fmla="*/ 43 w 44"/>
                <a:gd name="T15" fmla="*/ 18 h 46"/>
                <a:gd name="T16" fmla="*/ 44 w 44"/>
                <a:gd name="T17" fmla="*/ 28 h 46"/>
                <a:gd name="T18" fmla="*/ 40 w 44"/>
                <a:gd name="T19" fmla="*/ 38 h 46"/>
                <a:gd name="T20" fmla="*/ 32 w 44"/>
                <a:gd name="T21" fmla="*/ 44 h 46"/>
                <a:gd name="T22" fmla="*/ 23 w 44"/>
                <a:gd name="T23" fmla="*/ 46 h 46"/>
                <a:gd name="T24" fmla="*/ 12 w 44"/>
                <a:gd name="T25" fmla="*/ 44 h 46"/>
                <a:gd name="T26" fmla="*/ 4 w 44"/>
                <a:gd name="T27" fmla="*/ 38 h 46"/>
                <a:gd name="T28" fmla="*/ 0 w 44"/>
                <a:gd name="T29" fmla="*/ 29 h 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4"/>
                <a:gd name="T46" fmla="*/ 0 h 46"/>
                <a:gd name="T47" fmla="*/ 44 w 44"/>
                <a:gd name="T48" fmla="*/ 46 h 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4" h="46">
                  <a:moveTo>
                    <a:pt x="0" y="29"/>
                  </a:moveTo>
                  <a:lnTo>
                    <a:pt x="0" y="18"/>
                  </a:lnTo>
                  <a:lnTo>
                    <a:pt x="3" y="10"/>
                  </a:lnTo>
                  <a:lnTo>
                    <a:pt x="12" y="3"/>
                  </a:lnTo>
                  <a:lnTo>
                    <a:pt x="21" y="0"/>
                  </a:lnTo>
                  <a:lnTo>
                    <a:pt x="31" y="3"/>
                  </a:lnTo>
                  <a:lnTo>
                    <a:pt x="40" y="9"/>
                  </a:lnTo>
                  <a:lnTo>
                    <a:pt x="43" y="18"/>
                  </a:lnTo>
                  <a:lnTo>
                    <a:pt x="44" y="28"/>
                  </a:lnTo>
                  <a:lnTo>
                    <a:pt x="40" y="38"/>
                  </a:lnTo>
                  <a:lnTo>
                    <a:pt x="32" y="44"/>
                  </a:lnTo>
                  <a:lnTo>
                    <a:pt x="23" y="46"/>
                  </a:lnTo>
                  <a:lnTo>
                    <a:pt x="12" y="44"/>
                  </a:lnTo>
                  <a:lnTo>
                    <a:pt x="4" y="38"/>
                  </a:lnTo>
                  <a:lnTo>
                    <a:pt x="0" y="2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70735" name="Line 155">
              <a:extLst>
                <a:ext uri="{FF2B5EF4-FFF2-40B4-BE49-F238E27FC236}">
                  <a16:creationId xmlns:a16="http://schemas.microsoft.com/office/drawing/2014/main" id="{19301589-5A9F-374D-8EC5-96EB4C2C1015}"/>
                </a:ext>
              </a:extLst>
            </p:cNvPr>
            <p:cNvSpPr>
              <a:spLocks noChangeShapeType="1"/>
            </p:cNvSpPr>
            <p:nvPr/>
          </p:nvSpPr>
          <p:spPr bwMode="auto">
            <a:xfrm flipV="1">
              <a:off x="989" y="2257"/>
              <a:ext cx="139" cy="35"/>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VN"/>
            </a:p>
          </p:txBody>
        </p:sp>
        <p:sp>
          <p:nvSpPr>
            <p:cNvPr id="70736" name="Freeform 156">
              <a:extLst>
                <a:ext uri="{FF2B5EF4-FFF2-40B4-BE49-F238E27FC236}">
                  <a16:creationId xmlns:a16="http://schemas.microsoft.com/office/drawing/2014/main" id="{1ADD6F4B-3451-1442-97B2-9083A99BF346}"/>
                </a:ext>
              </a:extLst>
            </p:cNvPr>
            <p:cNvSpPr>
              <a:spLocks/>
            </p:cNvSpPr>
            <p:nvPr/>
          </p:nvSpPr>
          <p:spPr bwMode="auto">
            <a:xfrm>
              <a:off x="946" y="2274"/>
              <a:ext cx="44" cy="46"/>
            </a:xfrm>
            <a:custGeom>
              <a:avLst/>
              <a:gdLst>
                <a:gd name="T0" fmla="*/ 0 w 44"/>
                <a:gd name="T1" fmla="*/ 29 h 46"/>
                <a:gd name="T2" fmla="*/ 0 w 44"/>
                <a:gd name="T3" fmla="*/ 18 h 46"/>
                <a:gd name="T4" fmla="*/ 3 w 44"/>
                <a:gd name="T5" fmla="*/ 10 h 46"/>
                <a:gd name="T6" fmla="*/ 12 w 44"/>
                <a:gd name="T7" fmla="*/ 3 h 46"/>
                <a:gd name="T8" fmla="*/ 21 w 44"/>
                <a:gd name="T9" fmla="*/ 0 h 46"/>
                <a:gd name="T10" fmla="*/ 31 w 44"/>
                <a:gd name="T11" fmla="*/ 3 h 46"/>
                <a:gd name="T12" fmla="*/ 40 w 44"/>
                <a:gd name="T13" fmla="*/ 9 h 46"/>
                <a:gd name="T14" fmla="*/ 43 w 44"/>
                <a:gd name="T15" fmla="*/ 18 h 46"/>
                <a:gd name="T16" fmla="*/ 44 w 44"/>
                <a:gd name="T17" fmla="*/ 28 h 46"/>
                <a:gd name="T18" fmla="*/ 40 w 44"/>
                <a:gd name="T19" fmla="*/ 38 h 46"/>
                <a:gd name="T20" fmla="*/ 32 w 44"/>
                <a:gd name="T21" fmla="*/ 44 h 46"/>
                <a:gd name="T22" fmla="*/ 23 w 44"/>
                <a:gd name="T23" fmla="*/ 46 h 46"/>
                <a:gd name="T24" fmla="*/ 12 w 44"/>
                <a:gd name="T25" fmla="*/ 44 h 46"/>
                <a:gd name="T26" fmla="*/ 4 w 44"/>
                <a:gd name="T27" fmla="*/ 38 h 46"/>
                <a:gd name="T28" fmla="*/ 0 w 44"/>
                <a:gd name="T29" fmla="*/ 29 h 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4"/>
                <a:gd name="T46" fmla="*/ 0 h 46"/>
                <a:gd name="T47" fmla="*/ 44 w 44"/>
                <a:gd name="T48" fmla="*/ 46 h 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4" h="46">
                  <a:moveTo>
                    <a:pt x="0" y="29"/>
                  </a:moveTo>
                  <a:lnTo>
                    <a:pt x="0" y="18"/>
                  </a:lnTo>
                  <a:lnTo>
                    <a:pt x="3" y="10"/>
                  </a:lnTo>
                  <a:lnTo>
                    <a:pt x="12" y="3"/>
                  </a:lnTo>
                  <a:lnTo>
                    <a:pt x="21" y="0"/>
                  </a:lnTo>
                  <a:lnTo>
                    <a:pt x="31" y="3"/>
                  </a:lnTo>
                  <a:lnTo>
                    <a:pt x="40" y="9"/>
                  </a:lnTo>
                  <a:lnTo>
                    <a:pt x="43" y="18"/>
                  </a:lnTo>
                  <a:lnTo>
                    <a:pt x="44" y="28"/>
                  </a:lnTo>
                  <a:lnTo>
                    <a:pt x="40" y="38"/>
                  </a:lnTo>
                  <a:lnTo>
                    <a:pt x="32" y="44"/>
                  </a:lnTo>
                  <a:lnTo>
                    <a:pt x="23" y="46"/>
                  </a:lnTo>
                  <a:lnTo>
                    <a:pt x="12" y="44"/>
                  </a:lnTo>
                  <a:lnTo>
                    <a:pt x="4" y="38"/>
                  </a:lnTo>
                  <a:lnTo>
                    <a:pt x="0" y="29"/>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VN"/>
            </a:p>
          </p:txBody>
        </p:sp>
        <p:sp>
          <p:nvSpPr>
            <p:cNvPr id="70737" name="Freeform 157">
              <a:extLst>
                <a:ext uri="{FF2B5EF4-FFF2-40B4-BE49-F238E27FC236}">
                  <a16:creationId xmlns:a16="http://schemas.microsoft.com/office/drawing/2014/main" id="{51CE0073-B171-F441-B635-E8EF1B30AC35}"/>
                </a:ext>
              </a:extLst>
            </p:cNvPr>
            <p:cNvSpPr>
              <a:spLocks/>
            </p:cNvSpPr>
            <p:nvPr/>
          </p:nvSpPr>
          <p:spPr bwMode="auto">
            <a:xfrm>
              <a:off x="2747" y="1257"/>
              <a:ext cx="45" cy="46"/>
            </a:xfrm>
            <a:custGeom>
              <a:avLst/>
              <a:gdLst>
                <a:gd name="T0" fmla="*/ 22 w 45"/>
                <a:gd name="T1" fmla="*/ 0 h 46"/>
                <a:gd name="T2" fmla="*/ 31 w 45"/>
                <a:gd name="T3" fmla="*/ 2 h 46"/>
                <a:gd name="T4" fmla="*/ 40 w 45"/>
                <a:gd name="T5" fmla="*/ 8 h 46"/>
                <a:gd name="T6" fmla="*/ 45 w 45"/>
                <a:gd name="T7" fmla="*/ 18 h 46"/>
                <a:gd name="T8" fmla="*/ 45 w 45"/>
                <a:gd name="T9" fmla="*/ 27 h 46"/>
                <a:gd name="T10" fmla="*/ 40 w 45"/>
                <a:gd name="T11" fmla="*/ 37 h 46"/>
                <a:gd name="T12" fmla="*/ 31 w 45"/>
                <a:gd name="T13" fmla="*/ 43 h 46"/>
                <a:gd name="T14" fmla="*/ 22 w 45"/>
                <a:gd name="T15" fmla="*/ 46 h 46"/>
                <a:gd name="T16" fmla="*/ 12 w 45"/>
                <a:gd name="T17" fmla="*/ 43 h 46"/>
                <a:gd name="T18" fmla="*/ 4 w 45"/>
                <a:gd name="T19" fmla="*/ 37 h 46"/>
                <a:gd name="T20" fmla="*/ 0 w 45"/>
                <a:gd name="T21" fmla="*/ 27 h 46"/>
                <a:gd name="T22" fmla="*/ 0 w 45"/>
                <a:gd name="T23" fmla="*/ 18 h 46"/>
                <a:gd name="T24" fmla="*/ 4 w 45"/>
                <a:gd name="T25" fmla="*/ 8 h 46"/>
                <a:gd name="T26" fmla="*/ 12 w 45"/>
                <a:gd name="T27" fmla="*/ 2 h 46"/>
                <a:gd name="T28" fmla="*/ 22 w 45"/>
                <a:gd name="T29" fmla="*/ 0 h 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5"/>
                <a:gd name="T46" fmla="*/ 0 h 46"/>
                <a:gd name="T47" fmla="*/ 45 w 45"/>
                <a:gd name="T48" fmla="*/ 46 h 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5" h="46">
                  <a:moveTo>
                    <a:pt x="22" y="0"/>
                  </a:moveTo>
                  <a:lnTo>
                    <a:pt x="31" y="2"/>
                  </a:lnTo>
                  <a:lnTo>
                    <a:pt x="40" y="8"/>
                  </a:lnTo>
                  <a:lnTo>
                    <a:pt x="45" y="18"/>
                  </a:lnTo>
                  <a:lnTo>
                    <a:pt x="45" y="27"/>
                  </a:lnTo>
                  <a:lnTo>
                    <a:pt x="40" y="37"/>
                  </a:lnTo>
                  <a:lnTo>
                    <a:pt x="31" y="43"/>
                  </a:lnTo>
                  <a:lnTo>
                    <a:pt x="22" y="46"/>
                  </a:lnTo>
                  <a:lnTo>
                    <a:pt x="12" y="43"/>
                  </a:lnTo>
                  <a:lnTo>
                    <a:pt x="4" y="37"/>
                  </a:lnTo>
                  <a:lnTo>
                    <a:pt x="0" y="27"/>
                  </a:lnTo>
                  <a:lnTo>
                    <a:pt x="0" y="18"/>
                  </a:lnTo>
                  <a:lnTo>
                    <a:pt x="4" y="8"/>
                  </a:lnTo>
                  <a:lnTo>
                    <a:pt x="12"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70738" name="Line 158">
              <a:extLst>
                <a:ext uri="{FF2B5EF4-FFF2-40B4-BE49-F238E27FC236}">
                  <a16:creationId xmlns:a16="http://schemas.microsoft.com/office/drawing/2014/main" id="{004DB39C-0A8E-0145-BF74-91A05D8E9478}"/>
                </a:ext>
              </a:extLst>
            </p:cNvPr>
            <p:cNvSpPr>
              <a:spLocks noChangeShapeType="1"/>
            </p:cNvSpPr>
            <p:nvPr/>
          </p:nvSpPr>
          <p:spPr bwMode="auto">
            <a:xfrm>
              <a:off x="2769" y="1303"/>
              <a:ext cx="1" cy="182"/>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VN"/>
            </a:p>
          </p:txBody>
        </p:sp>
        <p:sp>
          <p:nvSpPr>
            <p:cNvPr id="70739" name="Freeform 159">
              <a:extLst>
                <a:ext uri="{FF2B5EF4-FFF2-40B4-BE49-F238E27FC236}">
                  <a16:creationId xmlns:a16="http://schemas.microsoft.com/office/drawing/2014/main" id="{A2ED29A3-1C4F-3447-A901-629DC8E4CE20}"/>
                </a:ext>
              </a:extLst>
            </p:cNvPr>
            <p:cNvSpPr>
              <a:spLocks/>
            </p:cNvSpPr>
            <p:nvPr/>
          </p:nvSpPr>
          <p:spPr bwMode="auto">
            <a:xfrm>
              <a:off x="2747" y="1257"/>
              <a:ext cx="45" cy="46"/>
            </a:xfrm>
            <a:custGeom>
              <a:avLst/>
              <a:gdLst>
                <a:gd name="T0" fmla="*/ 22 w 45"/>
                <a:gd name="T1" fmla="*/ 0 h 46"/>
                <a:gd name="T2" fmla="*/ 31 w 45"/>
                <a:gd name="T3" fmla="*/ 2 h 46"/>
                <a:gd name="T4" fmla="*/ 40 w 45"/>
                <a:gd name="T5" fmla="*/ 8 h 46"/>
                <a:gd name="T6" fmla="*/ 45 w 45"/>
                <a:gd name="T7" fmla="*/ 18 h 46"/>
                <a:gd name="T8" fmla="*/ 45 w 45"/>
                <a:gd name="T9" fmla="*/ 27 h 46"/>
                <a:gd name="T10" fmla="*/ 40 w 45"/>
                <a:gd name="T11" fmla="*/ 37 h 46"/>
                <a:gd name="T12" fmla="*/ 31 w 45"/>
                <a:gd name="T13" fmla="*/ 43 h 46"/>
                <a:gd name="T14" fmla="*/ 22 w 45"/>
                <a:gd name="T15" fmla="*/ 46 h 46"/>
                <a:gd name="T16" fmla="*/ 12 w 45"/>
                <a:gd name="T17" fmla="*/ 43 h 46"/>
                <a:gd name="T18" fmla="*/ 4 w 45"/>
                <a:gd name="T19" fmla="*/ 37 h 46"/>
                <a:gd name="T20" fmla="*/ 0 w 45"/>
                <a:gd name="T21" fmla="*/ 27 h 46"/>
                <a:gd name="T22" fmla="*/ 0 w 45"/>
                <a:gd name="T23" fmla="*/ 18 h 46"/>
                <a:gd name="T24" fmla="*/ 4 w 45"/>
                <a:gd name="T25" fmla="*/ 8 h 46"/>
                <a:gd name="T26" fmla="*/ 12 w 45"/>
                <a:gd name="T27" fmla="*/ 2 h 46"/>
                <a:gd name="T28" fmla="*/ 22 w 45"/>
                <a:gd name="T29" fmla="*/ 0 h 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5"/>
                <a:gd name="T46" fmla="*/ 0 h 46"/>
                <a:gd name="T47" fmla="*/ 45 w 45"/>
                <a:gd name="T48" fmla="*/ 46 h 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5" h="46">
                  <a:moveTo>
                    <a:pt x="22" y="0"/>
                  </a:moveTo>
                  <a:lnTo>
                    <a:pt x="31" y="2"/>
                  </a:lnTo>
                  <a:lnTo>
                    <a:pt x="40" y="8"/>
                  </a:lnTo>
                  <a:lnTo>
                    <a:pt x="45" y="18"/>
                  </a:lnTo>
                  <a:lnTo>
                    <a:pt x="45" y="27"/>
                  </a:lnTo>
                  <a:lnTo>
                    <a:pt x="40" y="37"/>
                  </a:lnTo>
                  <a:lnTo>
                    <a:pt x="31" y="43"/>
                  </a:lnTo>
                  <a:lnTo>
                    <a:pt x="22" y="46"/>
                  </a:lnTo>
                  <a:lnTo>
                    <a:pt x="12" y="43"/>
                  </a:lnTo>
                  <a:lnTo>
                    <a:pt x="4" y="37"/>
                  </a:lnTo>
                  <a:lnTo>
                    <a:pt x="0" y="27"/>
                  </a:lnTo>
                  <a:lnTo>
                    <a:pt x="0" y="18"/>
                  </a:lnTo>
                  <a:lnTo>
                    <a:pt x="4" y="8"/>
                  </a:lnTo>
                  <a:lnTo>
                    <a:pt x="12" y="2"/>
                  </a:lnTo>
                  <a:lnTo>
                    <a:pt x="22" y="0"/>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VN"/>
            </a:p>
          </p:txBody>
        </p:sp>
        <p:sp>
          <p:nvSpPr>
            <p:cNvPr id="70740" name="Rectangle 160">
              <a:extLst>
                <a:ext uri="{FF2B5EF4-FFF2-40B4-BE49-F238E27FC236}">
                  <a16:creationId xmlns:a16="http://schemas.microsoft.com/office/drawing/2014/main" id="{BD1F90D7-3F3C-5C42-A2F0-2A9C33A9E7AF}"/>
                </a:ext>
              </a:extLst>
            </p:cNvPr>
            <p:cNvSpPr>
              <a:spLocks noChangeArrowheads="1"/>
            </p:cNvSpPr>
            <p:nvPr/>
          </p:nvSpPr>
          <p:spPr bwMode="auto">
            <a:xfrm>
              <a:off x="2489" y="1248"/>
              <a:ext cx="241"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300">
                  <a:solidFill>
                    <a:srgbClr val="000000"/>
                  </a:solidFill>
                  <a:latin typeface="Tahoma" panose="020B0604030504040204" pitchFamily="34" charset="0"/>
                  <a:cs typeface="Tahoma" panose="020B0604030504040204" pitchFamily="34" charset="0"/>
                </a:rPr>
                <a:t>MaHP</a:t>
              </a:r>
              <a:endParaRPr lang="en-US" altLang="en-US" sz="1800">
                <a:latin typeface="Tahoma" panose="020B0604030504040204" pitchFamily="34" charset="0"/>
                <a:cs typeface="Tahoma" panose="020B0604030504040204" pitchFamily="34" charset="0"/>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Date Placeholder 3">
            <a:extLst>
              <a:ext uri="{FF2B5EF4-FFF2-40B4-BE49-F238E27FC236}">
                <a16:creationId xmlns:a16="http://schemas.microsoft.com/office/drawing/2014/main" id="{6B400E21-EA7F-A74F-B8B4-B753D2469D06}"/>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72707" name="Slide Number Placeholder 5">
            <a:extLst>
              <a:ext uri="{FF2B5EF4-FFF2-40B4-BE49-F238E27FC236}">
                <a16:creationId xmlns:a16="http://schemas.microsoft.com/office/drawing/2014/main" id="{CB7FB087-CCA4-F644-B731-BACB92CE7B9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r">
              <a:spcBef>
                <a:spcPct val="0"/>
              </a:spcBef>
              <a:buClrTx/>
              <a:buFontTx/>
              <a:buNone/>
            </a:pPr>
            <a:fld id="{253BB920-3416-804A-AE53-82B2E2C3FD75}" type="slidenum">
              <a:rPr lang="en-US" altLang="en-US" sz="1000" smtClean="0"/>
              <a:pPr algn="r">
                <a:spcBef>
                  <a:spcPct val="0"/>
                </a:spcBef>
                <a:buClrTx/>
                <a:buFontTx/>
                <a:buNone/>
              </a:pPr>
              <a:t>42</a:t>
            </a:fld>
            <a:endParaRPr lang="en-US" altLang="en-US" sz="1000"/>
          </a:p>
        </p:txBody>
      </p:sp>
      <p:sp>
        <p:nvSpPr>
          <p:cNvPr id="72708" name="Rectangle 2">
            <a:extLst>
              <a:ext uri="{FF2B5EF4-FFF2-40B4-BE49-F238E27FC236}">
                <a16:creationId xmlns:a16="http://schemas.microsoft.com/office/drawing/2014/main" id="{D11E9A19-475D-3C4C-9E5E-47D8486CBD83}"/>
              </a:ext>
            </a:extLst>
          </p:cNvPr>
          <p:cNvSpPr>
            <a:spLocks noGrp="1" noChangeArrowheads="1"/>
          </p:cNvSpPr>
          <p:nvPr>
            <p:ph type="title"/>
          </p:nvPr>
        </p:nvSpPr>
        <p:spPr/>
        <p:txBody>
          <a:bodyPr/>
          <a:lstStyle/>
          <a:p>
            <a:pPr eaLnBrk="1" hangingPunct="1"/>
            <a:r>
              <a:rPr lang="en-US" altLang="en-US"/>
              <a:t>Ví dụ mô hình đối tượng</a:t>
            </a:r>
          </a:p>
        </p:txBody>
      </p:sp>
      <p:grpSp>
        <p:nvGrpSpPr>
          <p:cNvPr id="72709" name="Group 110">
            <a:extLst>
              <a:ext uri="{FF2B5EF4-FFF2-40B4-BE49-F238E27FC236}">
                <a16:creationId xmlns:a16="http://schemas.microsoft.com/office/drawing/2014/main" id="{72533B80-BE2E-0A44-946F-6C720438EB53}"/>
              </a:ext>
            </a:extLst>
          </p:cNvPr>
          <p:cNvGrpSpPr>
            <a:grpSpLocks/>
          </p:cNvGrpSpPr>
          <p:nvPr/>
        </p:nvGrpSpPr>
        <p:grpSpPr bwMode="auto">
          <a:xfrm>
            <a:off x="1981200" y="1603375"/>
            <a:ext cx="5865813" cy="4497388"/>
            <a:chOff x="1152" y="1010"/>
            <a:chExt cx="3410" cy="2833"/>
          </a:xfrm>
        </p:grpSpPr>
        <p:sp>
          <p:nvSpPr>
            <p:cNvPr id="72710" name="Rectangle 10">
              <a:extLst>
                <a:ext uri="{FF2B5EF4-FFF2-40B4-BE49-F238E27FC236}">
                  <a16:creationId xmlns:a16="http://schemas.microsoft.com/office/drawing/2014/main" id="{7160E94E-4861-F749-8953-2685D77A710F}"/>
                </a:ext>
              </a:extLst>
            </p:cNvPr>
            <p:cNvSpPr>
              <a:spLocks noChangeArrowheads="1"/>
            </p:cNvSpPr>
            <p:nvPr/>
          </p:nvSpPr>
          <p:spPr bwMode="auto">
            <a:xfrm>
              <a:off x="1186" y="1010"/>
              <a:ext cx="732" cy="898"/>
            </a:xfrm>
            <a:prstGeom prst="rect">
              <a:avLst/>
            </a:prstGeom>
            <a:noFill/>
            <a:ln w="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72711" name="Rectangle 11">
              <a:extLst>
                <a:ext uri="{FF2B5EF4-FFF2-40B4-BE49-F238E27FC236}">
                  <a16:creationId xmlns:a16="http://schemas.microsoft.com/office/drawing/2014/main" id="{9B72B4A8-4AF5-F24E-909E-6E5D78F4D13B}"/>
                </a:ext>
              </a:extLst>
            </p:cNvPr>
            <p:cNvSpPr>
              <a:spLocks noChangeArrowheads="1"/>
            </p:cNvSpPr>
            <p:nvPr/>
          </p:nvSpPr>
          <p:spPr bwMode="auto">
            <a:xfrm>
              <a:off x="1451" y="1039"/>
              <a:ext cx="25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200" b="1">
                  <a:solidFill>
                    <a:srgbClr val="000000"/>
                  </a:solidFill>
                  <a:latin typeface="Tahoma" panose="020B0604030504040204" pitchFamily="34" charset="0"/>
                  <a:cs typeface="Tahoma" panose="020B0604030504040204" pitchFamily="34" charset="0"/>
                </a:rPr>
                <a:t>SVien</a:t>
              </a:r>
              <a:endParaRPr lang="en-US" altLang="en-US" sz="1800" b="1">
                <a:latin typeface="Tahoma" panose="020B0604030504040204" pitchFamily="34" charset="0"/>
                <a:cs typeface="Tahoma" panose="020B0604030504040204" pitchFamily="34" charset="0"/>
              </a:endParaRPr>
            </a:p>
          </p:txBody>
        </p:sp>
        <p:sp>
          <p:nvSpPr>
            <p:cNvPr id="72712" name="Rectangle 12">
              <a:extLst>
                <a:ext uri="{FF2B5EF4-FFF2-40B4-BE49-F238E27FC236}">
                  <a16:creationId xmlns:a16="http://schemas.microsoft.com/office/drawing/2014/main" id="{D8E1DF6F-9A91-B949-B328-1AF7062D4C91}"/>
                </a:ext>
              </a:extLst>
            </p:cNvPr>
            <p:cNvSpPr>
              <a:spLocks noChangeArrowheads="1"/>
            </p:cNvSpPr>
            <p:nvPr/>
          </p:nvSpPr>
          <p:spPr bwMode="auto">
            <a:xfrm>
              <a:off x="1186" y="1163"/>
              <a:ext cx="732" cy="745"/>
            </a:xfrm>
            <a:prstGeom prst="rect">
              <a:avLst/>
            </a:prstGeom>
            <a:noFill/>
            <a:ln w="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72713" name="Rectangle 13">
              <a:extLst>
                <a:ext uri="{FF2B5EF4-FFF2-40B4-BE49-F238E27FC236}">
                  <a16:creationId xmlns:a16="http://schemas.microsoft.com/office/drawing/2014/main" id="{9F25BFDD-8FEA-B045-B25D-B239BC406BCD}"/>
                </a:ext>
              </a:extLst>
            </p:cNvPr>
            <p:cNvSpPr>
              <a:spLocks noChangeArrowheads="1"/>
            </p:cNvSpPr>
            <p:nvPr/>
          </p:nvSpPr>
          <p:spPr bwMode="auto">
            <a:xfrm>
              <a:off x="1186" y="1572"/>
              <a:ext cx="732" cy="336"/>
            </a:xfrm>
            <a:prstGeom prst="rect">
              <a:avLst/>
            </a:prstGeom>
            <a:noFill/>
            <a:ln w="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pic>
          <p:nvPicPr>
            <p:cNvPr id="72714" name="Picture 14">
              <a:extLst>
                <a:ext uri="{FF2B5EF4-FFF2-40B4-BE49-F238E27FC236}">
                  <a16:creationId xmlns:a16="http://schemas.microsoft.com/office/drawing/2014/main" id="{986D8A34-BC23-9B4E-9C8C-20E7EE42E7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8" y="1178"/>
              <a:ext cx="117" cy="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15" name="Picture 15">
              <a:extLst>
                <a:ext uri="{FF2B5EF4-FFF2-40B4-BE49-F238E27FC236}">
                  <a16:creationId xmlns:a16="http://schemas.microsoft.com/office/drawing/2014/main" id="{3119DDD4-B48F-F042-9D83-6221EBB57C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8" y="1178"/>
              <a:ext cx="117" cy="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16" name="Picture 16">
              <a:extLst>
                <a:ext uri="{FF2B5EF4-FFF2-40B4-BE49-F238E27FC236}">
                  <a16:creationId xmlns:a16="http://schemas.microsoft.com/office/drawing/2014/main" id="{DE7357EC-B92A-344C-85CF-1082FDDBBA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8" y="1178"/>
              <a:ext cx="117" cy="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17" name="Rectangle 17">
              <a:extLst>
                <a:ext uri="{FF2B5EF4-FFF2-40B4-BE49-F238E27FC236}">
                  <a16:creationId xmlns:a16="http://schemas.microsoft.com/office/drawing/2014/main" id="{AE2BD83A-3D23-084F-BBFD-2B722D466BFE}"/>
                </a:ext>
              </a:extLst>
            </p:cNvPr>
            <p:cNvSpPr>
              <a:spLocks noChangeArrowheads="1"/>
            </p:cNvSpPr>
            <p:nvPr/>
          </p:nvSpPr>
          <p:spPr bwMode="auto">
            <a:xfrm>
              <a:off x="1349" y="1178"/>
              <a:ext cx="1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200">
                  <a:solidFill>
                    <a:srgbClr val="000000"/>
                  </a:solidFill>
                  <a:latin typeface="Tahoma" panose="020B0604030504040204" pitchFamily="34" charset="0"/>
                  <a:cs typeface="Tahoma" panose="020B0604030504040204" pitchFamily="34" charset="0"/>
                </a:rPr>
                <a:t>Ten</a:t>
              </a:r>
              <a:endParaRPr lang="en-US" altLang="en-US" sz="1800">
                <a:latin typeface="Tahoma" panose="020B0604030504040204" pitchFamily="34" charset="0"/>
                <a:cs typeface="Tahoma" panose="020B0604030504040204" pitchFamily="34" charset="0"/>
              </a:endParaRPr>
            </a:p>
          </p:txBody>
        </p:sp>
        <p:pic>
          <p:nvPicPr>
            <p:cNvPr id="72718" name="Picture 18">
              <a:extLst>
                <a:ext uri="{FF2B5EF4-FFF2-40B4-BE49-F238E27FC236}">
                  <a16:creationId xmlns:a16="http://schemas.microsoft.com/office/drawing/2014/main" id="{5FB5622D-31A9-5F45-A2BC-793D5F6EFE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8" y="1295"/>
              <a:ext cx="117" cy="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19" name="Picture 19">
              <a:extLst>
                <a:ext uri="{FF2B5EF4-FFF2-40B4-BE49-F238E27FC236}">
                  <a16:creationId xmlns:a16="http://schemas.microsoft.com/office/drawing/2014/main" id="{1E833DB3-55F6-0C40-907F-69783F945D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8" y="1295"/>
              <a:ext cx="117" cy="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20" name="Picture 20">
              <a:extLst>
                <a:ext uri="{FF2B5EF4-FFF2-40B4-BE49-F238E27FC236}">
                  <a16:creationId xmlns:a16="http://schemas.microsoft.com/office/drawing/2014/main" id="{FEA6BA20-5D17-9C43-8624-A75272F5A3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8" y="1295"/>
              <a:ext cx="117" cy="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21" name="Rectangle 21">
              <a:extLst>
                <a:ext uri="{FF2B5EF4-FFF2-40B4-BE49-F238E27FC236}">
                  <a16:creationId xmlns:a16="http://schemas.microsoft.com/office/drawing/2014/main" id="{77792E64-07BA-B749-B810-652B628AB6CE}"/>
                </a:ext>
              </a:extLst>
            </p:cNvPr>
            <p:cNvSpPr>
              <a:spLocks noChangeArrowheads="1"/>
            </p:cNvSpPr>
            <p:nvPr/>
          </p:nvSpPr>
          <p:spPr bwMode="auto">
            <a:xfrm>
              <a:off x="1352" y="1295"/>
              <a:ext cx="141"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200">
                  <a:solidFill>
                    <a:srgbClr val="000000"/>
                  </a:solidFill>
                  <a:latin typeface="Tahoma" panose="020B0604030504040204" pitchFamily="34" charset="0"/>
                  <a:cs typeface="Tahoma" panose="020B0604030504040204" pitchFamily="34" charset="0"/>
                </a:rPr>
                <a:t>Lop</a:t>
              </a:r>
              <a:endParaRPr lang="en-US" altLang="en-US" sz="1800">
                <a:latin typeface="Tahoma" panose="020B0604030504040204" pitchFamily="34" charset="0"/>
                <a:cs typeface="Tahoma" panose="020B0604030504040204" pitchFamily="34" charset="0"/>
              </a:endParaRPr>
            </a:p>
          </p:txBody>
        </p:sp>
        <p:pic>
          <p:nvPicPr>
            <p:cNvPr id="72722" name="Picture 22">
              <a:extLst>
                <a:ext uri="{FF2B5EF4-FFF2-40B4-BE49-F238E27FC236}">
                  <a16:creationId xmlns:a16="http://schemas.microsoft.com/office/drawing/2014/main" id="{3108B351-7D6B-9C44-B842-97693B98C7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8" y="1412"/>
              <a:ext cx="117" cy="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23" name="Picture 23">
              <a:extLst>
                <a:ext uri="{FF2B5EF4-FFF2-40B4-BE49-F238E27FC236}">
                  <a16:creationId xmlns:a16="http://schemas.microsoft.com/office/drawing/2014/main" id="{4F3BFBFE-B6B7-0449-ADAC-51D23AC2D6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8" y="1412"/>
              <a:ext cx="117" cy="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24" name="Picture 24">
              <a:extLst>
                <a:ext uri="{FF2B5EF4-FFF2-40B4-BE49-F238E27FC236}">
                  <a16:creationId xmlns:a16="http://schemas.microsoft.com/office/drawing/2014/main" id="{A9E869CD-EF0E-5A49-B7FE-9621C29A3E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8" y="1412"/>
              <a:ext cx="117" cy="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25" name="Rectangle 25">
              <a:extLst>
                <a:ext uri="{FF2B5EF4-FFF2-40B4-BE49-F238E27FC236}">
                  <a16:creationId xmlns:a16="http://schemas.microsoft.com/office/drawing/2014/main" id="{A0B4BAD2-8F21-2E4E-85B3-FD70F449CAB5}"/>
                </a:ext>
              </a:extLst>
            </p:cNvPr>
            <p:cNvSpPr>
              <a:spLocks noChangeArrowheads="1"/>
            </p:cNvSpPr>
            <p:nvPr/>
          </p:nvSpPr>
          <p:spPr bwMode="auto">
            <a:xfrm>
              <a:off x="1355" y="1412"/>
              <a:ext cx="25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200">
                  <a:solidFill>
                    <a:srgbClr val="000000"/>
                  </a:solidFill>
                  <a:latin typeface="Tahoma" panose="020B0604030504040204" pitchFamily="34" charset="0"/>
                  <a:cs typeface="Tahoma" panose="020B0604030504040204" pitchFamily="34" charset="0"/>
                </a:rPr>
                <a:t>Nganh</a:t>
              </a:r>
              <a:endParaRPr lang="en-US" altLang="en-US" sz="1800">
                <a:latin typeface="Tahoma" panose="020B0604030504040204" pitchFamily="34" charset="0"/>
                <a:cs typeface="Tahoma" panose="020B0604030504040204" pitchFamily="34" charset="0"/>
              </a:endParaRPr>
            </a:p>
          </p:txBody>
        </p:sp>
        <p:pic>
          <p:nvPicPr>
            <p:cNvPr id="72726" name="Picture 26">
              <a:extLst>
                <a:ext uri="{FF2B5EF4-FFF2-40B4-BE49-F238E27FC236}">
                  <a16:creationId xmlns:a16="http://schemas.microsoft.com/office/drawing/2014/main" id="{E0B20D86-B1C9-2943-8DC4-30DBC9E649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2" y="1645"/>
              <a:ext cx="117"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27" name="Picture 27">
              <a:extLst>
                <a:ext uri="{FF2B5EF4-FFF2-40B4-BE49-F238E27FC236}">
                  <a16:creationId xmlns:a16="http://schemas.microsoft.com/office/drawing/2014/main" id="{7EF645FD-1FC4-A14A-898B-5603BA300AF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52" y="1645"/>
              <a:ext cx="117"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28" name="Picture 28">
              <a:extLst>
                <a:ext uri="{FF2B5EF4-FFF2-40B4-BE49-F238E27FC236}">
                  <a16:creationId xmlns:a16="http://schemas.microsoft.com/office/drawing/2014/main" id="{6B73BB2B-5EC8-EC4D-9E8C-7441D567886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2" y="1645"/>
              <a:ext cx="117"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29" name="Rectangle 29">
              <a:extLst>
                <a:ext uri="{FF2B5EF4-FFF2-40B4-BE49-F238E27FC236}">
                  <a16:creationId xmlns:a16="http://schemas.microsoft.com/office/drawing/2014/main" id="{436CE4D3-B2A6-8C4D-B275-B5B52AE27CBA}"/>
                </a:ext>
              </a:extLst>
            </p:cNvPr>
            <p:cNvSpPr>
              <a:spLocks noChangeArrowheads="1"/>
            </p:cNvSpPr>
            <p:nvPr/>
          </p:nvSpPr>
          <p:spPr bwMode="auto">
            <a:xfrm>
              <a:off x="1306" y="1645"/>
              <a:ext cx="36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200">
                  <a:solidFill>
                    <a:srgbClr val="000000"/>
                  </a:solidFill>
                  <a:latin typeface="Tahoma" panose="020B0604030504040204" pitchFamily="34" charset="0"/>
                  <a:cs typeface="Tahoma" panose="020B0604030504040204" pitchFamily="34" charset="0"/>
                </a:rPr>
                <a:t>LapTKB()</a:t>
              </a:r>
              <a:endParaRPr lang="en-US" altLang="en-US" sz="1800">
                <a:latin typeface="Tahoma" panose="020B0604030504040204" pitchFamily="34" charset="0"/>
                <a:cs typeface="Tahoma" panose="020B0604030504040204" pitchFamily="34" charset="0"/>
              </a:endParaRPr>
            </a:p>
          </p:txBody>
        </p:sp>
        <p:pic>
          <p:nvPicPr>
            <p:cNvPr id="72730" name="Picture 30">
              <a:extLst>
                <a:ext uri="{FF2B5EF4-FFF2-40B4-BE49-F238E27FC236}">
                  <a16:creationId xmlns:a16="http://schemas.microsoft.com/office/drawing/2014/main" id="{5081DA9E-E146-1145-9586-A823E75F06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2" y="1762"/>
              <a:ext cx="117" cy="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31" name="Picture 31">
              <a:extLst>
                <a:ext uri="{FF2B5EF4-FFF2-40B4-BE49-F238E27FC236}">
                  <a16:creationId xmlns:a16="http://schemas.microsoft.com/office/drawing/2014/main" id="{4D00AF7E-E27B-334E-A18E-A23B4178AB8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52" y="1762"/>
              <a:ext cx="117" cy="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32" name="Picture 32">
              <a:extLst>
                <a:ext uri="{FF2B5EF4-FFF2-40B4-BE49-F238E27FC236}">
                  <a16:creationId xmlns:a16="http://schemas.microsoft.com/office/drawing/2014/main" id="{3009DA5A-372D-FA4B-8CD1-EEF5CD4AAD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2" y="1762"/>
              <a:ext cx="117" cy="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33" name="Rectangle 33">
              <a:extLst>
                <a:ext uri="{FF2B5EF4-FFF2-40B4-BE49-F238E27FC236}">
                  <a16:creationId xmlns:a16="http://schemas.microsoft.com/office/drawing/2014/main" id="{E5DFD26F-EDF0-3D4A-B61F-DFEE395AAE0D}"/>
                </a:ext>
              </a:extLst>
            </p:cNvPr>
            <p:cNvSpPr>
              <a:spLocks noChangeArrowheads="1"/>
            </p:cNvSpPr>
            <p:nvPr/>
          </p:nvSpPr>
          <p:spPr bwMode="auto">
            <a:xfrm>
              <a:off x="1301" y="1762"/>
              <a:ext cx="551"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200">
                  <a:solidFill>
                    <a:srgbClr val="000000"/>
                  </a:solidFill>
                  <a:latin typeface="Tahoma" panose="020B0604030504040204" pitchFamily="34" charset="0"/>
                  <a:cs typeface="Tahoma" panose="020B0604030504040204" pitchFamily="34" charset="0"/>
                </a:rPr>
                <a:t>InBangDiem()</a:t>
              </a:r>
              <a:endParaRPr lang="en-US" altLang="en-US" sz="1800">
                <a:latin typeface="Tahoma" panose="020B0604030504040204" pitchFamily="34" charset="0"/>
                <a:cs typeface="Tahoma" panose="020B0604030504040204" pitchFamily="34" charset="0"/>
              </a:endParaRPr>
            </a:p>
          </p:txBody>
        </p:sp>
        <p:sp>
          <p:nvSpPr>
            <p:cNvPr id="72734" name="Rectangle 34">
              <a:extLst>
                <a:ext uri="{FF2B5EF4-FFF2-40B4-BE49-F238E27FC236}">
                  <a16:creationId xmlns:a16="http://schemas.microsoft.com/office/drawing/2014/main" id="{8EDF80BB-01DA-444D-B84A-E1987E258669}"/>
                </a:ext>
              </a:extLst>
            </p:cNvPr>
            <p:cNvSpPr>
              <a:spLocks noChangeArrowheads="1"/>
            </p:cNvSpPr>
            <p:nvPr/>
          </p:nvSpPr>
          <p:spPr bwMode="auto">
            <a:xfrm>
              <a:off x="1998" y="2039"/>
              <a:ext cx="607" cy="782"/>
            </a:xfrm>
            <a:prstGeom prst="rect">
              <a:avLst/>
            </a:prstGeom>
            <a:noFill/>
            <a:ln w="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72735" name="Rectangle 35">
              <a:extLst>
                <a:ext uri="{FF2B5EF4-FFF2-40B4-BE49-F238E27FC236}">
                  <a16:creationId xmlns:a16="http://schemas.microsoft.com/office/drawing/2014/main" id="{33714974-3E72-9C4F-A583-9887F86E9EC3}"/>
                </a:ext>
              </a:extLst>
            </p:cNvPr>
            <p:cNvSpPr>
              <a:spLocks noChangeArrowheads="1"/>
            </p:cNvSpPr>
            <p:nvPr/>
          </p:nvSpPr>
          <p:spPr bwMode="auto">
            <a:xfrm>
              <a:off x="2211" y="2069"/>
              <a:ext cx="23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200" b="1">
                  <a:solidFill>
                    <a:srgbClr val="000000"/>
                  </a:solidFill>
                  <a:latin typeface="Tahoma" panose="020B0604030504040204" pitchFamily="34" charset="0"/>
                  <a:cs typeface="Tahoma" panose="020B0604030504040204" pitchFamily="34" charset="0"/>
                </a:rPr>
                <a:t>Diem</a:t>
              </a:r>
              <a:endParaRPr lang="en-US" altLang="en-US" sz="1800" b="1">
                <a:latin typeface="Tahoma" panose="020B0604030504040204" pitchFamily="34" charset="0"/>
                <a:cs typeface="Tahoma" panose="020B0604030504040204" pitchFamily="34" charset="0"/>
              </a:endParaRPr>
            </a:p>
          </p:txBody>
        </p:sp>
        <p:sp>
          <p:nvSpPr>
            <p:cNvPr id="72736" name="Rectangle 36">
              <a:extLst>
                <a:ext uri="{FF2B5EF4-FFF2-40B4-BE49-F238E27FC236}">
                  <a16:creationId xmlns:a16="http://schemas.microsoft.com/office/drawing/2014/main" id="{8D149DB8-B813-314A-9F95-D57B096BAFDC}"/>
                </a:ext>
              </a:extLst>
            </p:cNvPr>
            <p:cNvSpPr>
              <a:spLocks noChangeArrowheads="1"/>
            </p:cNvSpPr>
            <p:nvPr/>
          </p:nvSpPr>
          <p:spPr bwMode="auto">
            <a:xfrm>
              <a:off x="1998" y="2193"/>
              <a:ext cx="607" cy="628"/>
            </a:xfrm>
            <a:prstGeom prst="rect">
              <a:avLst/>
            </a:prstGeom>
            <a:noFill/>
            <a:ln w="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72737" name="Rectangle 37">
              <a:extLst>
                <a:ext uri="{FF2B5EF4-FFF2-40B4-BE49-F238E27FC236}">
                  <a16:creationId xmlns:a16="http://schemas.microsoft.com/office/drawing/2014/main" id="{3173D2A2-496E-2641-BB59-F81FE5696168}"/>
                </a:ext>
              </a:extLst>
            </p:cNvPr>
            <p:cNvSpPr>
              <a:spLocks noChangeArrowheads="1"/>
            </p:cNvSpPr>
            <p:nvPr/>
          </p:nvSpPr>
          <p:spPr bwMode="auto">
            <a:xfrm>
              <a:off x="1998" y="2602"/>
              <a:ext cx="607" cy="219"/>
            </a:xfrm>
            <a:prstGeom prst="rect">
              <a:avLst/>
            </a:prstGeom>
            <a:noFill/>
            <a:ln w="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pic>
          <p:nvPicPr>
            <p:cNvPr id="72738" name="Picture 38">
              <a:extLst>
                <a:ext uri="{FF2B5EF4-FFF2-40B4-BE49-F238E27FC236}">
                  <a16:creationId xmlns:a16="http://schemas.microsoft.com/office/drawing/2014/main" id="{0DFA312A-A38C-9448-AB7D-18807EB53D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0" y="2207"/>
              <a:ext cx="117"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39" name="Picture 39">
              <a:extLst>
                <a:ext uri="{FF2B5EF4-FFF2-40B4-BE49-F238E27FC236}">
                  <a16:creationId xmlns:a16="http://schemas.microsoft.com/office/drawing/2014/main" id="{41DFCEDF-E51E-E44B-81A4-03D506D61C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20" y="2207"/>
              <a:ext cx="117"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40" name="Picture 40">
              <a:extLst>
                <a:ext uri="{FF2B5EF4-FFF2-40B4-BE49-F238E27FC236}">
                  <a16:creationId xmlns:a16="http://schemas.microsoft.com/office/drawing/2014/main" id="{845B2241-01B8-CD41-8575-46BA370A58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0" y="2207"/>
              <a:ext cx="117"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41" name="Rectangle 41">
              <a:extLst>
                <a:ext uri="{FF2B5EF4-FFF2-40B4-BE49-F238E27FC236}">
                  <a16:creationId xmlns:a16="http://schemas.microsoft.com/office/drawing/2014/main" id="{9B98463E-E274-CF48-AF5C-5E9141723F18}"/>
                </a:ext>
              </a:extLst>
            </p:cNvPr>
            <p:cNvSpPr>
              <a:spLocks noChangeArrowheads="1"/>
            </p:cNvSpPr>
            <p:nvPr/>
          </p:nvSpPr>
          <p:spPr bwMode="auto">
            <a:xfrm>
              <a:off x="2169" y="2207"/>
              <a:ext cx="31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200">
                  <a:solidFill>
                    <a:srgbClr val="000000"/>
                  </a:solidFill>
                  <a:latin typeface="Tahoma" panose="020B0604030504040204" pitchFamily="34" charset="0"/>
                  <a:cs typeface="Tahoma" panose="020B0604030504040204" pitchFamily="34" charset="0"/>
                </a:rPr>
                <a:t>DiemTH</a:t>
              </a:r>
              <a:endParaRPr lang="en-US" altLang="en-US" sz="1800">
                <a:latin typeface="Tahoma" panose="020B0604030504040204" pitchFamily="34" charset="0"/>
                <a:cs typeface="Tahoma" panose="020B0604030504040204" pitchFamily="34" charset="0"/>
              </a:endParaRPr>
            </a:p>
          </p:txBody>
        </p:sp>
        <p:pic>
          <p:nvPicPr>
            <p:cNvPr id="72742" name="Picture 42">
              <a:extLst>
                <a:ext uri="{FF2B5EF4-FFF2-40B4-BE49-F238E27FC236}">
                  <a16:creationId xmlns:a16="http://schemas.microsoft.com/office/drawing/2014/main" id="{C0F3B6CA-28C6-3145-82CA-B41D44B343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0" y="2324"/>
              <a:ext cx="117"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43" name="Picture 43">
              <a:extLst>
                <a:ext uri="{FF2B5EF4-FFF2-40B4-BE49-F238E27FC236}">
                  <a16:creationId xmlns:a16="http://schemas.microsoft.com/office/drawing/2014/main" id="{D60BAC6B-4D92-AE4F-AC20-8D22E2AFBA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20" y="2324"/>
              <a:ext cx="117"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44" name="Picture 44">
              <a:extLst>
                <a:ext uri="{FF2B5EF4-FFF2-40B4-BE49-F238E27FC236}">
                  <a16:creationId xmlns:a16="http://schemas.microsoft.com/office/drawing/2014/main" id="{6E57012F-20DF-D841-B9E0-D66804C155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0" y="2324"/>
              <a:ext cx="117"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45" name="Rectangle 45">
              <a:extLst>
                <a:ext uri="{FF2B5EF4-FFF2-40B4-BE49-F238E27FC236}">
                  <a16:creationId xmlns:a16="http://schemas.microsoft.com/office/drawing/2014/main" id="{E40DE365-FF0D-D243-8C0C-EEB9B195407C}"/>
                </a:ext>
              </a:extLst>
            </p:cNvPr>
            <p:cNvSpPr>
              <a:spLocks noChangeArrowheads="1"/>
            </p:cNvSpPr>
            <p:nvPr/>
          </p:nvSpPr>
          <p:spPr bwMode="auto">
            <a:xfrm>
              <a:off x="2170" y="2324"/>
              <a:ext cx="29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200">
                  <a:solidFill>
                    <a:srgbClr val="000000"/>
                  </a:solidFill>
                  <a:latin typeface="Tahoma" panose="020B0604030504040204" pitchFamily="34" charset="0"/>
                  <a:cs typeface="Tahoma" panose="020B0604030504040204" pitchFamily="34" charset="0"/>
                </a:rPr>
                <a:t>DiemLT</a:t>
              </a:r>
              <a:endParaRPr lang="en-US" altLang="en-US" sz="1800">
                <a:latin typeface="Tahoma" panose="020B0604030504040204" pitchFamily="34" charset="0"/>
                <a:cs typeface="Tahoma" panose="020B0604030504040204" pitchFamily="34" charset="0"/>
              </a:endParaRPr>
            </a:p>
          </p:txBody>
        </p:sp>
        <p:pic>
          <p:nvPicPr>
            <p:cNvPr id="72746" name="Picture 46">
              <a:extLst>
                <a:ext uri="{FF2B5EF4-FFF2-40B4-BE49-F238E27FC236}">
                  <a16:creationId xmlns:a16="http://schemas.microsoft.com/office/drawing/2014/main" id="{2106115D-F6D5-8347-9256-CF8C5B23BC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0" y="2441"/>
              <a:ext cx="117" cy="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47" name="Picture 47">
              <a:extLst>
                <a:ext uri="{FF2B5EF4-FFF2-40B4-BE49-F238E27FC236}">
                  <a16:creationId xmlns:a16="http://schemas.microsoft.com/office/drawing/2014/main" id="{215C0645-3739-F346-A598-C0ADC25B7E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20" y="2441"/>
              <a:ext cx="117" cy="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48" name="Picture 48">
              <a:extLst>
                <a:ext uri="{FF2B5EF4-FFF2-40B4-BE49-F238E27FC236}">
                  <a16:creationId xmlns:a16="http://schemas.microsoft.com/office/drawing/2014/main" id="{930DC46C-FFB8-1148-9496-C551CB66C0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0" y="2441"/>
              <a:ext cx="117" cy="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49" name="Rectangle 49">
              <a:extLst>
                <a:ext uri="{FF2B5EF4-FFF2-40B4-BE49-F238E27FC236}">
                  <a16:creationId xmlns:a16="http://schemas.microsoft.com/office/drawing/2014/main" id="{EFDD9206-ED98-C24D-BD02-BCF1DC738F7C}"/>
                </a:ext>
              </a:extLst>
            </p:cNvPr>
            <p:cNvSpPr>
              <a:spLocks noChangeArrowheads="1"/>
            </p:cNvSpPr>
            <p:nvPr/>
          </p:nvSpPr>
          <p:spPr bwMode="auto">
            <a:xfrm>
              <a:off x="2173" y="2441"/>
              <a:ext cx="30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200">
                  <a:solidFill>
                    <a:srgbClr val="000000"/>
                  </a:solidFill>
                  <a:latin typeface="Tahoma" panose="020B0604030504040204" pitchFamily="34" charset="0"/>
                  <a:cs typeface="Tahoma" panose="020B0604030504040204" pitchFamily="34" charset="0"/>
                </a:rPr>
                <a:t>DiemPrj</a:t>
              </a:r>
              <a:endParaRPr lang="en-US" altLang="en-US" sz="1800">
                <a:latin typeface="Tahoma" panose="020B0604030504040204" pitchFamily="34" charset="0"/>
                <a:cs typeface="Tahoma" panose="020B0604030504040204" pitchFamily="34" charset="0"/>
              </a:endParaRPr>
            </a:p>
          </p:txBody>
        </p:sp>
        <p:pic>
          <p:nvPicPr>
            <p:cNvPr id="72750" name="Picture 50">
              <a:extLst>
                <a:ext uri="{FF2B5EF4-FFF2-40B4-BE49-F238E27FC236}">
                  <a16:creationId xmlns:a16="http://schemas.microsoft.com/office/drawing/2014/main" id="{867651EB-3753-2A4E-B37A-C16EA713A3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68" y="2675"/>
              <a:ext cx="117" cy="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51" name="Picture 51">
              <a:extLst>
                <a:ext uri="{FF2B5EF4-FFF2-40B4-BE49-F238E27FC236}">
                  <a16:creationId xmlns:a16="http://schemas.microsoft.com/office/drawing/2014/main" id="{E3EF2A66-92C9-6D41-8C26-764D66AADB9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68" y="2675"/>
              <a:ext cx="117" cy="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52" name="Picture 52">
              <a:extLst>
                <a:ext uri="{FF2B5EF4-FFF2-40B4-BE49-F238E27FC236}">
                  <a16:creationId xmlns:a16="http://schemas.microsoft.com/office/drawing/2014/main" id="{23F433BA-6F4A-AA49-A126-61F8D737F7F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68" y="2675"/>
              <a:ext cx="117" cy="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53" name="Rectangle 53">
              <a:extLst>
                <a:ext uri="{FF2B5EF4-FFF2-40B4-BE49-F238E27FC236}">
                  <a16:creationId xmlns:a16="http://schemas.microsoft.com/office/drawing/2014/main" id="{6DBA7922-D6EB-CD45-9637-AFC2055C9413}"/>
                </a:ext>
              </a:extLst>
            </p:cNvPr>
            <p:cNvSpPr>
              <a:spLocks noChangeArrowheads="1"/>
            </p:cNvSpPr>
            <p:nvPr/>
          </p:nvSpPr>
          <p:spPr bwMode="auto">
            <a:xfrm>
              <a:off x="2121" y="2675"/>
              <a:ext cx="41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200">
                  <a:solidFill>
                    <a:srgbClr val="000000"/>
                  </a:solidFill>
                  <a:latin typeface="Tahoma" panose="020B0604030504040204" pitchFamily="34" charset="0"/>
                  <a:cs typeface="Tahoma" panose="020B0604030504040204" pitchFamily="34" charset="0"/>
                </a:rPr>
                <a:t>SuaDiem()</a:t>
              </a:r>
              <a:endParaRPr lang="en-US" altLang="en-US" sz="1800">
                <a:latin typeface="Tahoma" panose="020B0604030504040204" pitchFamily="34" charset="0"/>
                <a:cs typeface="Tahoma" panose="020B0604030504040204" pitchFamily="34" charset="0"/>
              </a:endParaRPr>
            </a:p>
          </p:txBody>
        </p:sp>
        <p:sp>
          <p:nvSpPr>
            <p:cNvPr id="72754" name="Rectangle 54">
              <a:extLst>
                <a:ext uri="{FF2B5EF4-FFF2-40B4-BE49-F238E27FC236}">
                  <a16:creationId xmlns:a16="http://schemas.microsoft.com/office/drawing/2014/main" id="{7476622E-D910-374D-A86C-E363BE33BB8E}"/>
                </a:ext>
              </a:extLst>
            </p:cNvPr>
            <p:cNvSpPr>
              <a:spLocks noChangeArrowheads="1"/>
            </p:cNvSpPr>
            <p:nvPr/>
          </p:nvSpPr>
          <p:spPr bwMode="auto">
            <a:xfrm>
              <a:off x="3029" y="1185"/>
              <a:ext cx="491" cy="548"/>
            </a:xfrm>
            <a:prstGeom prst="rect">
              <a:avLst/>
            </a:prstGeom>
            <a:noFill/>
            <a:ln w="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72755" name="Rectangle 55">
              <a:extLst>
                <a:ext uri="{FF2B5EF4-FFF2-40B4-BE49-F238E27FC236}">
                  <a16:creationId xmlns:a16="http://schemas.microsoft.com/office/drawing/2014/main" id="{1F8B04E3-BACE-474D-9892-B8F3EA81B39A}"/>
                </a:ext>
              </a:extLst>
            </p:cNvPr>
            <p:cNvSpPr>
              <a:spLocks noChangeArrowheads="1"/>
            </p:cNvSpPr>
            <p:nvPr/>
          </p:nvSpPr>
          <p:spPr bwMode="auto">
            <a:xfrm>
              <a:off x="3151" y="1214"/>
              <a:ext cx="291"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200" b="1">
                  <a:solidFill>
                    <a:srgbClr val="000000"/>
                  </a:solidFill>
                  <a:latin typeface="Tahoma" panose="020B0604030504040204" pitchFamily="34" charset="0"/>
                  <a:cs typeface="Tahoma" panose="020B0604030504040204" pitchFamily="34" charset="0"/>
                </a:rPr>
                <a:t>HPhan</a:t>
              </a:r>
              <a:endParaRPr lang="en-US" altLang="en-US" sz="1800" b="1">
                <a:latin typeface="Tahoma" panose="020B0604030504040204" pitchFamily="34" charset="0"/>
                <a:cs typeface="Tahoma" panose="020B0604030504040204" pitchFamily="34" charset="0"/>
              </a:endParaRPr>
            </a:p>
          </p:txBody>
        </p:sp>
        <p:sp>
          <p:nvSpPr>
            <p:cNvPr id="72756" name="Rectangle 56">
              <a:extLst>
                <a:ext uri="{FF2B5EF4-FFF2-40B4-BE49-F238E27FC236}">
                  <a16:creationId xmlns:a16="http://schemas.microsoft.com/office/drawing/2014/main" id="{8498BEE5-E539-B84F-BDAE-22848A712316}"/>
                </a:ext>
              </a:extLst>
            </p:cNvPr>
            <p:cNvSpPr>
              <a:spLocks noChangeArrowheads="1"/>
            </p:cNvSpPr>
            <p:nvPr/>
          </p:nvSpPr>
          <p:spPr bwMode="auto">
            <a:xfrm>
              <a:off x="3029" y="1339"/>
              <a:ext cx="491" cy="394"/>
            </a:xfrm>
            <a:prstGeom prst="rect">
              <a:avLst/>
            </a:prstGeom>
            <a:noFill/>
            <a:ln w="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72757" name="Rectangle 57">
              <a:extLst>
                <a:ext uri="{FF2B5EF4-FFF2-40B4-BE49-F238E27FC236}">
                  <a16:creationId xmlns:a16="http://schemas.microsoft.com/office/drawing/2014/main" id="{954DB8F2-C3AD-5E43-BE76-DFF4B864AB0D}"/>
                </a:ext>
              </a:extLst>
            </p:cNvPr>
            <p:cNvSpPr>
              <a:spLocks noChangeArrowheads="1"/>
            </p:cNvSpPr>
            <p:nvPr/>
          </p:nvSpPr>
          <p:spPr bwMode="auto">
            <a:xfrm>
              <a:off x="3029" y="1631"/>
              <a:ext cx="491" cy="102"/>
            </a:xfrm>
            <a:prstGeom prst="rect">
              <a:avLst/>
            </a:prstGeom>
            <a:noFill/>
            <a:ln w="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pic>
          <p:nvPicPr>
            <p:cNvPr id="72758" name="Picture 58">
              <a:extLst>
                <a:ext uri="{FF2B5EF4-FFF2-40B4-BE49-F238E27FC236}">
                  <a16:creationId xmlns:a16="http://schemas.microsoft.com/office/drawing/2014/main" id="{DCBEB630-32B7-0A4C-B0D3-DFAB7AA792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1" y="1353"/>
              <a:ext cx="117"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59" name="Picture 59">
              <a:extLst>
                <a:ext uri="{FF2B5EF4-FFF2-40B4-BE49-F238E27FC236}">
                  <a16:creationId xmlns:a16="http://schemas.microsoft.com/office/drawing/2014/main" id="{438DD58D-C561-DA46-B3A6-3121795723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1" y="1353"/>
              <a:ext cx="117"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60" name="Picture 60">
              <a:extLst>
                <a:ext uri="{FF2B5EF4-FFF2-40B4-BE49-F238E27FC236}">
                  <a16:creationId xmlns:a16="http://schemas.microsoft.com/office/drawing/2014/main" id="{88D92A01-9550-2243-9ED6-199932FBD0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1" y="1353"/>
              <a:ext cx="117"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61" name="Rectangle 61">
              <a:extLst>
                <a:ext uri="{FF2B5EF4-FFF2-40B4-BE49-F238E27FC236}">
                  <a16:creationId xmlns:a16="http://schemas.microsoft.com/office/drawing/2014/main" id="{51205A92-E647-414A-973E-DA6325264D92}"/>
                </a:ext>
              </a:extLst>
            </p:cNvPr>
            <p:cNvSpPr>
              <a:spLocks noChangeArrowheads="1"/>
            </p:cNvSpPr>
            <p:nvPr/>
          </p:nvSpPr>
          <p:spPr bwMode="auto">
            <a:xfrm>
              <a:off x="3192" y="1353"/>
              <a:ext cx="1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200">
                  <a:solidFill>
                    <a:srgbClr val="000000"/>
                  </a:solidFill>
                  <a:latin typeface="Tahoma" panose="020B0604030504040204" pitchFamily="34" charset="0"/>
                  <a:cs typeface="Tahoma" panose="020B0604030504040204" pitchFamily="34" charset="0"/>
                </a:rPr>
                <a:t>Ten</a:t>
              </a:r>
              <a:endParaRPr lang="en-US" altLang="en-US" sz="1800">
                <a:latin typeface="Tahoma" panose="020B0604030504040204" pitchFamily="34" charset="0"/>
                <a:cs typeface="Tahoma" panose="020B0604030504040204" pitchFamily="34" charset="0"/>
              </a:endParaRPr>
            </a:p>
          </p:txBody>
        </p:sp>
        <p:pic>
          <p:nvPicPr>
            <p:cNvPr id="72762" name="Picture 62">
              <a:extLst>
                <a:ext uri="{FF2B5EF4-FFF2-40B4-BE49-F238E27FC236}">
                  <a16:creationId xmlns:a16="http://schemas.microsoft.com/office/drawing/2014/main" id="{2EB13167-2FB4-E443-8DF8-6A63696D24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1" y="1470"/>
              <a:ext cx="117" cy="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63" name="Picture 63">
              <a:extLst>
                <a:ext uri="{FF2B5EF4-FFF2-40B4-BE49-F238E27FC236}">
                  <a16:creationId xmlns:a16="http://schemas.microsoft.com/office/drawing/2014/main" id="{17051F09-F078-824E-A483-5D00A53A7E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1" y="1470"/>
              <a:ext cx="117" cy="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64" name="Picture 64">
              <a:extLst>
                <a:ext uri="{FF2B5EF4-FFF2-40B4-BE49-F238E27FC236}">
                  <a16:creationId xmlns:a16="http://schemas.microsoft.com/office/drawing/2014/main" id="{E7B7B0CA-5355-0043-AB00-0DFCF5C75F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1" y="1470"/>
              <a:ext cx="117" cy="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65" name="Rectangle 65">
              <a:extLst>
                <a:ext uri="{FF2B5EF4-FFF2-40B4-BE49-F238E27FC236}">
                  <a16:creationId xmlns:a16="http://schemas.microsoft.com/office/drawing/2014/main" id="{168C3E0C-D628-6148-AE3E-EB1B1F0C7DE5}"/>
                </a:ext>
              </a:extLst>
            </p:cNvPr>
            <p:cNvSpPr>
              <a:spLocks noChangeArrowheads="1"/>
            </p:cNvSpPr>
            <p:nvPr/>
          </p:nvSpPr>
          <p:spPr bwMode="auto">
            <a:xfrm>
              <a:off x="3205" y="1470"/>
              <a:ext cx="290"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200">
                  <a:solidFill>
                    <a:srgbClr val="000000"/>
                  </a:solidFill>
                  <a:latin typeface="Tahoma" panose="020B0604030504040204" pitchFamily="34" charset="0"/>
                  <a:cs typeface="Tahoma" panose="020B0604030504040204" pitchFamily="34" charset="0"/>
                </a:rPr>
                <a:t>SLuong</a:t>
              </a:r>
              <a:endParaRPr lang="en-US" altLang="en-US" sz="1800">
                <a:latin typeface="Tahoma" panose="020B0604030504040204" pitchFamily="34" charset="0"/>
                <a:cs typeface="Tahoma" panose="020B0604030504040204" pitchFamily="34" charset="0"/>
              </a:endParaRPr>
            </a:p>
          </p:txBody>
        </p:sp>
        <p:sp>
          <p:nvSpPr>
            <p:cNvPr id="72766" name="Line 66">
              <a:extLst>
                <a:ext uri="{FF2B5EF4-FFF2-40B4-BE49-F238E27FC236}">
                  <a16:creationId xmlns:a16="http://schemas.microsoft.com/office/drawing/2014/main" id="{39CDDCCD-C3A4-A343-BC84-9195F470531A}"/>
                </a:ext>
              </a:extLst>
            </p:cNvPr>
            <p:cNvSpPr>
              <a:spLocks noChangeShapeType="1"/>
            </p:cNvSpPr>
            <p:nvPr/>
          </p:nvSpPr>
          <p:spPr bwMode="auto">
            <a:xfrm>
              <a:off x="2474" y="1463"/>
              <a:ext cx="555" cy="1"/>
            </a:xfrm>
            <a:prstGeom prst="line">
              <a:avLst/>
            </a:prstGeom>
            <a:noFill/>
            <a:ln w="0">
              <a:solidFill>
                <a:schemeClr val="tx1"/>
              </a:solidFill>
              <a:round/>
              <a:headEnd/>
              <a:tailEnd/>
            </a:ln>
            <a:extLst>
              <a:ext uri="{909E8E84-426E-40DD-AFC4-6F175D3DCCD1}">
                <a14:hiddenFill xmlns:a14="http://schemas.microsoft.com/office/drawing/2010/main">
                  <a:noFill/>
                </a14:hiddenFill>
              </a:ext>
            </a:extLst>
          </p:spPr>
          <p:txBody>
            <a:bodyPr/>
            <a:lstStyle/>
            <a:p>
              <a:endParaRPr lang="en-VN"/>
            </a:p>
          </p:txBody>
        </p:sp>
        <p:sp>
          <p:nvSpPr>
            <p:cNvPr id="72767" name="Rectangle 67">
              <a:extLst>
                <a:ext uri="{FF2B5EF4-FFF2-40B4-BE49-F238E27FC236}">
                  <a16:creationId xmlns:a16="http://schemas.microsoft.com/office/drawing/2014/main" id="{78618E3F-13B3-A54D-8E0A-B61310A68C3C}"/>
                </a:ext>
              </a:extLst>
            </p:cNvPr>
            <p:cNvSpPr>
              <a:spLocks noChangeArrowheads="1"/>
            </p:cNvSpPr>
            <p:nvPr/>
          </p:nvSpPr>
          <p:spPr bwMode="auto">
            <a:xfrm>
              <a:off x="2845" y="1528"/>
              <a:ext cx="150"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200">
                  <a:solidFill>
                    <a:srgbClr val="000000"/>
                  </a:solidFill>
                  <a:latin typeface="Tahoma" panose="020B0604030504040204" pitchFamily="34" charset="0"/>
                  <a:cs typeface="Tahoma" panose="020B0604030504040204" pitchFamily="34" charset="0"/>
                </a:rPr>
                <a:t>0..*</a:t>
              </a:r>
              <a:endParaRPr lang="en-US" altLang="en-US" sz="1800">
                <a:latin typeface="Tahoma" panose="020B0604030504040204" pitchFamily="34" charset="0"/>
                <a:cs typeface="Tahoma" panose="020B0604030504040204" pitchFamily="34" charset="0"/>
              </a:endParaRPr>
            </a:p>
          </p:txBody>
        </p:sp>
        <p:sp>
          <p:nvSpPr>
            <p:cNvPr id="72768" name="Line 68">
              <a:extLst>
                <a:ext uri="{FF2B5EF4-FFF2-40B4-BE49-F238E27FC236}">
                  <a16:creationId xmlns:a16="http://schemas.microsoft.com/office/drawing/2014/main" id="{45E1264E-4295-804F-A680-F015E190AC2C}"/>
                </a:ext>
              </a:extLst>
            </p:cNvPr>
            <p:cNvSpPr>
              <a:spLocks noChangeShapeType="1"/>
            </p:cNvSpPr>
            <p:nvPr/>
          </p:nvSpPr>
          <p:spPr bwMode="auto">
            <a:xfrm flipH="1">
              <a:off x="1918" y="1463"/>
              <a:ext cx="556" cy="1"/>
            </a:xfrm>
            <a:prstGeom prst="line">
              <a:avLst/>
            </a:prstGeom>
            <a:noFill/>
            <a:ln w="0">
              <a:solidFill>
                <a:schemeClr val="tx1"/>
              </a:solidFill>
              <a:round/>
              <a:headEnd/>
              <a:tailEnd/>
            </a:ln>
            <a:extLst>
              <a:ext uri="{909E8E84-426E-40DD-AFC4-6F175D3DCCD1}">
                <a14:hiddenFill xmlns:a14="http://schemas.microsoft.com/office/drawing/2010/main">
                  <a:noFill/>
                </a14:hiddenFill>
              </a:ext>
            </a:extLst>
          </p:spPr>
          <p:txBody>
            <a:bodyPr/>
            <a:lstStyle/>
            <a:p>
              <a:endParaRPr lang="en-VN"/>
            </a:p>
          </p:txBody>
        </p:sp>
        <p:sp>
          <p:nvSpPr>
            <p:cNvPr id="72769" name="Rectangle 69">
              <a:extLst>
                <a:ext uri="{FF2B5EF4-FFF2-40B4-BE49-F238E27FC236}">
                  <a16:creationId xmlns:a16="http://schemas.microsoft.com/office/drawing/2014/main" id="{4B95E20F-AEA6-8345-A3CF-5F20D9C18650}"/>
                </a:ext>
              </a:extLst>
            </p:cNvPr>
            <p:cNvSpPr>
              <a:spLocks noChangeArrowheads="1"/>
            </p:cNvSpPr>
            <p:nvPr/>
          </p:nvSpPr>
          <p:spPr bwMode="auto">
            <a:xfrm>
              <a:off x="1960" y="1528"/>
              <a:ext cx="150"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200">
                  <a:solidFill>
                    <a:srgbClr val="000000"/>
                  </a:solidFill>
                  <a:latin typeface="Tahoma" panose="020B0604030504040204" pitchFamily="34" charset="0"/>
                  <a:cs typeface="Tahoma" panose="020B0604030504040204" pitchFamily="34" charset="0"/>
                </a:rPr>
                <a:t>1..*</a:t>
              </a:r>
              <a:endParaRPr lang="en-US" altLang="en-US" sz="1800">
                <a:latin typeface="Tahoma" panose="020B0604030504040204" pitchFamily="34" charset="0"/>
                <a:cs typeface="Tahoma" panose="020B0604030504040204" pitchFamily="34" charset="0"/>
              </a:endParaRPr>
            </a:p>
          </p:txBody>
        </p:sp>
        <p:sp>
          <p:nvSpPr>
            <p:cNvPr id="72770" name="Rectangle 70">
              <a:extLst>
                <a:ext uri="{FF2B5EF4-FFF2-40B4-BE49-F238E27FC236}">
                  <a16:creationId xmlns:a16="http://schemas.microsoft.com/office/drawing/2014/main" id="{6BC06B19-559C-C342-8895-80EF7485C86D}"/>
                </a:ext>
              </a:extLst>
            </p:cNvPr>
            <p:cNvSpPr>
              <a:spLocks noChangeArrowheads="1"/>
            </p:cNvSpPr>
            <p:nvPr/>
          </p:nvSpPr>
          <p:spPr bwMode="auto">
            <a:xfrm>
              <a:off x="2428" y="1266"/>
              <a:ext cx="139"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200" i="1">
                  <a:solidFill>
                    <a:srgbClr val="000000"/>
                  </a:solidFill>
                  <a:latin typeface="Tahoma" panose="020B0604030504040204" pitchFamily="34" charset="0"/>
                  <a:cs typeface="Tahoma" panose="020B0604030504040204" pitchFamily="34" charset="0"/>
                </a:rPr>
                <a:t>hoc</a:t>
              </a:r>
              <a:endParaRPr lang="en-US" altLang="en-US" sz="1800">
                <a:latin typeface="Tahoma" panose="020B0604030504040204" pitchFamily="34" charset="0"/>
                <a:cs typeface="Tahoma" panose="020B0604030504040204" pitchFamily="34" charset="0"/>
              </a:endParaRPr>
            </a:p>
          </p:txBody>
        </p:sp>
        <p:sp>
          <p:nvSpPr>
            <p:cNvPr id="72771" name="Line 71">
              <a:extLst>
                <a:ext uri="{FF2B5EF4-FFF2-40B4-BE49-F238E27FC236}">
                  <a16:creationId xmlns:a16="http://schemas.microsoft.com/office/drawing/2014/main" id="{BF38221B-9A0F-924C-8B78-627FC30BA95E}"/>
                </a:ext>
              </a:extLst>
            </p:cNvPr>
            <p:cNvSpPr>
              <a:spLocks noChangeShapeType="1"/>
            </p:cNvSpPr>
            <p:nvPr/>
          </p:nvSpPr>
          <p:spPr bwMode="auto">
            <a:xfrm flipH="1">
              <a:off x="2371" y="1463"/>
              <a:ext cx="103" cy="569"/>
            </a:xfrm>
            <a:prstGeom prst="line">
              <a:avLst/>
            </a:prstGeom>
            <a:noFill/>
            <a:ln w="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VN"/>
            </a:p>
          </p:txBody>
        </p:sp>
        <p:sp>
          <p:nvSpPr>
            <p:cNvPr id="72772" name="Rectangle 72">
              <a:extLst>
                <a:ext uri="{FF2B5EF4-FFF2-40B4-BE49-F238E27FC236}">
                  <a16:creationId xmlns:a16="http://schemas.microsoft.com/office/drawing/2014/main" id="{555F7908-5CD4-6449-9311-7ABC9FC0EF2A}"/>
                </a:ext>
              </a:extLst>
            </p:cNvPr>
            <p:cNvSpPr>
              <a:spLocks noChangeArrowheads="1"/>
            </p:cNvSpPr>
            <p:nvPr/>
          </p:nvSpPr>
          <p:spPr bwMode="auto">
            <a:xfrm>
              <a:off x="2845" y="1528"/>
              <a:ext cx="150"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200">
                  <a:solidFill>
                    <a:srgbClr val="000000"/>
                  </a:solidFill>
                  <a:latin typeface="Tahoma" panose="020B0604030504040204" pitchFamily="34" charset="0"/>
                  <a:cs typeface="Tahoma" panose="020B0604030504040204" pitchFamily="34" charset="0"/>
                </a:rPr>
                <a:t>0..*</a:t>
              </a:r>
              <a:endParaRPr lang="en-US" altLang="en-US" sz="1800">
                <a:latin typeface="Tahoma" panose="020B0604030504040204" pitchFamily="34" charset="0"/>
                <a:cs typeface="Tahoma" panose="020B0604030504040204" pitchFamily="34" charset="0"/>
              </a:endParaRPr>
            </a:p>
          </p:txBody>
        </p:sp>
        <p:sp>
          <p:nvSpPr>
            <p:cNvPr id="72773" name="Rectangle 73">
              <a:extLst>
                <a:ext uri="{FF2B5EF4-FFF2-40B4-BE49-F238E27FC236}">
                  <a16:creationId xmlns:a16="http://schemas.microsoft.com/office/drawing/2014/main" id="{91FD00C5-A59E-0543-A15A-5CDCFA2BABD1}"/>
                </a:ext>
              </a:extLst>
            </p:cNvPr>
            <p:cNvSpPr>
              <a:spLocks noChangeArrowheads="1"/>
            </p:cNvSpPr>
            <p:nvPr/>
          </p:nvSpPr>
          <p:spPr bwMode="auto">
            <a:xfrm>
              <a:off x="1960" y="1528"/>
              <a:ext cx="150"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200">
                  <a:solidFill>
                    <a:srgbClr val="000000"/>
                  </a:solidFill>
                  <a:latin typeface="Tahoma" panose="020B0604030504040204" pitchFamily="34" charset="0"/>
                  <a:cs typeface="Tahoma" panose="020B0604030504040204" pitchFamily="34" charset="0"/>
                </a:rPr>
                <a:t>1..*</a:t>
              </a:r>
              <a:endParaRPr lang="en-US" altLang="en-US" sz="1800">
                <a:latin typeface="Tahoma" panose="020B0604030504040204" pitchFamily="34" charset="0"/>
                <a:cs typeface="Tahoma" panose="020B0604030504040204" pitchFamily="34" charset="0"/>
              </a:endParaRPr>
            </a:p>
          </p:txBody>
        </p:sp>
        <p:sp>
          <p:nvSpPr>
            <p:cNvPr id="72774" name="Rectangle 74">
              <a:extLst>
                <a:ext uri="{FF2B5EF4-FFF2-40B4-BE49-F238E27FC236}">
                  <a16:creationId xmlns:a16="http://schemas.microsoft.com/office/drawing/2014/main" id="{99D1D5AC-6670-3647-9BF6-25696CD67355}"/>
                </a:ext>
              </a:extLst>
            </p:cNvPr>
            <p:cNvSpPr>
              <a:spLocks noChangeArrowheads="1"/>
            </p:cNvSpPr>
            <p:nvPr/>
          </p:nvSpPr>
          <p:spPr bwMode="auto">
            <a:xfrm>
              <a:off x="2890" y="2748"/>
              <a:ext cx="768" cy="781"/>
            </a:xfrm>
            <a:prstGeom prst="rect">
              <a:avLst/>
            </a:prstGeom>
            <a:noFill/>
            <a:ln w="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72775" name="Rectangle 75">
              <a:extLst>
                <a:ext uri="{FF2B5EF4-FFF2-40B4-BE49-F238E27FC236}">
                  <a16:creationId xmlns:a16="http://schemas.microsoft.com/office/drawing/2014/main" id="{CBB3EFDA-F179-6846-BAFB-C0748621710A}"/>
                </a:ext>
              </a:extLst>
            </p:cNvPr>
            <p:cNvSpPr>
              <a:spLocks noChangeArrowheads="1"/>
            </p:cNvSpPr>
            <p:nvPr/>
          </p:nvSpPr>
          <p:spPr bwMode="auto">
            <a:xfrm>
              <a:off x="3175" y="2777"/>
              <a:ext cx="2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200" b="1">
                  <a:solidFill>
                    <a:srgbClr val="000000"/>
                  </a:solidFill>
                  <a:latin typeface="Tahoma" panose="020B0604030504040204" pitchFamily="34" charset="0"/>
                  <a:cs typeface="Tahoma" panose="020B0604030504040204" pitchFamily="34" charset="0"/>
                </a:rPr>
                <a:t>MHoc</a:t>
              </a:r>
              <a:endParaRPr lang="en-US" altLang="en-US" sz="1800" b="1">
                <a:latin typeface="Tahoma" panose="020B0604030504040204" pitchFamily="34" charset="0"/>
                <a:cs typeface="Tahoma" panose="020B0604030504040204" pitchFamily="34" charset="0"/>
              </a:endParaRPr>
            </a:p>
          </p:txBody>
        </p:sp>
        <p:sp>
          <p:nvSpPr>
            <p:cNvPr id="72776" name="Rectangle 76">
              <a:extLst>
                <a:ext uri="{FF2B5EF4-FFF2-40B4-BE49-F238E27FC236}">
                  <a16:creationId xmlns:a16="http://schemas.microsoft.com/office/drawing/2014/main" id="{1CBAA6F4-B65C-D241-AC26-4B1CF081FED9}"/>
                </a:ext>
              </a:extLst>
            </p:cNvPr>
            <p:cNvSpPr>
              <a:spLocks noChangeArrowheads="1"/>
            </p:cNvSpPr>
            <p:nvPr/>
          </p:nvSpPr>
          <p:spPr bwMode="auto">
            <a:xfrm>
              <a:off x="2890" y="2901"/>
              <a:ext cx="768" cy="628"/>
            </a:xfrm>
            <a:prstGeom prst="rect">
              <a:avLst/>
            </a:prstGeom>
            <a:noFill/>
            <a:ln w="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72777" name="Rectangle 77">
              <a:extLst>
                <a:ext uri="{FF2B5EF4-FFF2-40B4-BE49-F238E27FC236}">
                  <a16:creationId xmlns:a16="http://schemas.microsoft.com/office/drawing/2014/main" id="{CF48D22B-D013-C44A-97D8-208C2610110D}"/>
                </a:ext>
              </a:extLst>
            </p:cNvPr>
            <p:cNvSpPr>
              <a:spLocks noChangeArrowheads="1"/>
            </p:cNvSpPr>
            <p:nvPr/>
          </p:nvSpPr>
          <p:spPr bwMode="auto">
            <a:xfrm>
              <a:off x="2890" y="3310"/>
              <a:ext cx="768" cy="219"/>
            </a:xfrm>
            <a:prstGeom prst="rect">
              <a:avLst/>
            </a:prstGeom>
            <a:noFill/>
            <a:ln w="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pic>
          <p:nvPicPr>
            <p:cNvPr id="72778" name="Picture 78">
              <a:extLst>
                <a:ext uri="{FF2B5EF4-FFF2-40B4-BE49-F238E27FC236}">
                  <a16:creationId xmlns:a16="http://schemas.microsoft.com/office/drawing/2014/main" id="{CE0DB2EC-1355-9B43-B664-E90E7703AC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2" y="2915"/>
              <a:ext cx="117"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79" name="Picture 79">
              <a:extLst>
                <a:ext uri="{FF2B5EF4-FFF2-40B4-BE49-F238E27FC236}">
                  <a16:creationId xmlns:a16="http://schemas.microsoft.com/office/drawing/2014/main" id="{12F24D35-48C4-0447-BB9B-62F614666A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2" y="2915"/>
              <a:ext cx="117"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80" name="Picture 80">
              <a:extLst>
                <a:ext uri="{FF2B5EF4-FFF2-40B4-BE49-F238E27FC236}">
                  <a16:creationId xmlns:a16="http://schemas.microsoft.com/office/drawing/2014/main" id="{6E8EF4E2-BB9F-C843-AC67-E47C2CBFF5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2" y="2915"/>
              <a:ext cx="117"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81" name="Rectangle 81">
              <a:extLst>
                <a:ext uri="{FF2B5EF4-FFF2-40B4-BE49-F238E27FC236}">
                  <a16:creationId xmlns:a16="http://schemas.microsoft.com/office/drawing/2014/main" id="{4690A1C0-8CBB-A746-8E6F-07D853F5CD90}"/>
                </a:ext>
              </a:extLst>
            </p:cNvPr>
            <p:cNvSpPr>
              <a:spLocks noChangeArrowheads="1"/>
            </p:cNvSpPr>
            <p:nvPr/>
          </p:nvSpPr>
          <p:spPr bwMode="auto">
            <a:xfrm>
              <a:off x="3053" y="2915"/>
              <a:ext cx="149"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200">
                  <a:solidFill>
                    <a:srgbClr val="000000"/>
                  </a:solidFill>
                  <a:latin typeface="Tahoma" panose="020B0604030504040204" pitchFamily="34" charset="0"/>
                  <a:cs typeface="Tahoma" panose="020B0604030504040204" pitchFamily="34" charset="0"/>
                </a:rPr>
                <a:t>Ten</a:t>
              </a:r>
              <a:endParaRPr lang="en-US" altLang="en-US" sz="1800">
                <a:latin typeface="Tahoma" panose="020B0604030504040204" pitchFamily="34" charset="0"/>
                <a:cs typeface="Tahoma" panose="020B0604030504040204" pitchFamily="34" charset="0"/>
              </a:endParaRPr>
            </a:p>
          </p:txBody>
        </p:sp>
        <p:pic>
          <p:nvPicPr>
            <p:cNvPr id="72782" name="Picture 82">
              <a:extLst>
                <a:ext uri="{FF2B5EF4-FFF2-40B4-BE49-F238E27FC236}">
                  <a16:creationId xmlns:a16="http://schemas.microsoft.com/office/drawing/2014/main" id="{018D1CB5-8CCC-094B-BA3D-3322D95BC6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2" y="3032"/>
              <a:ext cx="117"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83" name="Picture 83">
              <a:extLst>
                <a:ext uri="{FF2B5EF4-FFF2-40B4-BE49-F238E27FC236}">
                  <a16:creationId xmlns:a16="http://schemas.microsoft.com/office/drawing/2014/main" id="{70003F71-5DA0-3E44-BBF1-FC755B8092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2" y="3032"/>
              <a:ext cx="117"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84" name="Picture 84">
              <a:extLst>
                <a:ext uri="{FF2B5EF4-FFF2-40B4-BE49-F238E27FC236}">
                  <a16:creationId xmlns:a16="http://schemas.microsoft.com/office/drawing/2014/main" id="{736DB20B-D890-3F43-965D-9BE642F970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2" y="3032"/>
              <a:ext cx="117"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85" name="Rectangle 85">
              <a:extLst>
                <a:ext uri="{FF2B5EF4-FFF2-40B4-BE49-F238E27FC236}">
                  <a16:creationId xmlns:a16="http://schemas.microsoft.com/office/drawing/2014/main" id="{8C94FE58-3B4A-244A-91A6-E901DBAF4960}"/>
                </a:ext>
              </a:extLst>
            </p:cNvPr>
            <p:cNvSpPr>
              <a:spLocks noChangeArrowheads="1"/>
            </p:cNvSpPr>
            <p:nvPr/>
          </p:nvSpPr>
          <p:spPr bwMode="auto">
            <a:xfrm>
              <a:off x="3062" y="3032"/>
              <a:ext cx="19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200">
                  <a:solidFill>
                    <a:srgbClr val="000000"/>
                  </a:solidFill>
                  <a:latin typeface="Tahoma" panose="020B0604030504040204" pitchFamily="34" charset="0"/>
                  <a:cs typeface="Tahoma" panose="020B0604030504040204" pitchFamily="34" charset="0"/>
                </a:rPr>
                <a:t>Khoa</a:t>
              </a:r>
              <a:endParaRPr lang="en-US" altLang="en-US" sz="1800">
                <a:latin typeface="Tahoma" panose="020B0604030504040204" pitchFamily="34" charset="0"/>
                <a:cs typeface="Tahoma" panose="020B0604030504040204" pitchFamily="34" charset="0"/>
              </a:endParaRPr>
            </a:p>
          </p:txBody>
        </p:sp>
        <p:pic>
          <p:nvPicPr>
            <p:cNvPr id="72786" name="Picture 86">
              <a:extLst>
                <a:ext uri="{FF2B5EF4-FFF2-40B4-BE49-F238E27FC236}">
                  <a16:creationId xmlns:a16="http://schemas.microsoft.com/office/drawing/2014/main" id="{D6D87130-873F-DF4C-9AF9-790B9C4792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2" y="3149"/>
              <a:ext cx="117"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87" name="Picture 87">
              <a:extLst>
                <a:ext uri="{FF2B5EF4-FFF2-40B4-BE49-F238E27FC236}">
                  <a16:creationId xmlns:a16="http://schemas.microsoft.com/office/drawing/2014/main" id="{9250AB0F-970D-D147-B3C1-B917D5645E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2" y="3149"/>
              <a:ext cx="117"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88" name="Picture 88">
              <a:extLst>
                <a:ext uri="{FF2B5EF4-FFF2-40B4-BE49-F238E27FC236}">
                  <a16:creationId xmlns:a16="http://schemas.microsoft.com/office/drawing/2014/main" id="{CD106CC7-2D7C-734E-A0C1-53CF53F3EE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2" y="3149"/>
              <a:ext cx="117"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89" name="Rectangle 89">
              <a:extLst>
                <a:ext uri="{FF2B5EF4-FFF2-40B4-BE49-F238E27FC236}">
                  <a16:creationId xmlns:a16="http://schemas.microsoft.com/office/drawing/2014/main" id="{020A8321-9956-884E-BFDB-FCF5B07B82B9}"/>
                </a:ext>
              </a:extLst>
            </p:cNvPr>
            <p:cNvSpPr>
              <a:spLocks noChangeArrowheads="1"/>
            </p:cNvSpPr>
            <p:nvPr/>
          </p:nvSpPr>
          <p:spPr bwMode="auto">
            <a:xfrm>
              <a:off x="3069" y="3149"/>
              <a:ext cx="34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200">
                  <a:solidFill>
                    <a:srgbClr val="000000"/>
                  </a:solidFill>
                  <a:latin typeface="Tahoma" panose="020B0604030504040204" pitchFamily="34" charset="0"/>
                  <a:cs typeface="Tahoma" panose="020B0604030504040204" pitchFamily="34" charset="0"/>
                </a:rPr>
                <a:t>SoTinChi</a:t>
              </a:r>
              <a:endParaRPr lang="en-US" altLang="en-US" sz="1800">
                <a:latin typeface="Tahoma" panose="020B0604030504040204" pitchFamily="34" charset="0"/>
                <a:cs typeface="Tahoma" panose="020B0604030504040204" pitchFamily="34" charset="0"/>
              </a:endParaRPr>
            </a:p>
          </p:txBody>
        </p:sp>
        <p:pic>
          <p:nvPicPr>
            <p:cNvPr id="72790" name="Picture 90">
              <a:extLst>
                <a:ext uri="{FF2B5EF4-FFF2-40B4-BE49-F238E27FC236}">
                  <a16:creationId xmlns:a16="http://schemas.microsoft.com/office/drawing/2014/main" id="{34BFFE19-4AC6-7C42-A80A-E1B18469BB6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89" y="3383"/>
              <a:ext cx="117" cy="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91" name="Picture 91">
              <a:extLst>
                <a:ext uri="{FF2B5EF4-FFF2-40B4-BE49-F238E27FC236}">
                  <a16:creationId xmlns:a16="http://schemas.microsoft.com/office/drawing/2014/main" id="{913D13DA-B28E-B441-A314-90FAE44A626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89" y="3383"/>
              <a:ext cx="117" cy="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92" name="Picture 92">
              <a:extLst>
                <a:ext uri="{FF2B5EF4-FFF2-40B4-BE49-F238E27FC236}">
                  <a16:creationId xmlns:a16="http://schemas.microsoft.com/office/drawing/2014/main" id="{57CD955A-885E-1346-9371-3E0B8D4DBE1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89" y="3383"/>
              <a:ext cx="117" cy="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93" name="Rectangle 93">
              <a:extLst>
                <a:ext uri="{FF2B5EF4-FFF2-40B4-BE49-F238E27FC236}">
                  <a16:creationId xmlns:a16="http://schemas.microsoft.com/office/drawing/2014/main" id="{81A061C0-EE09-DF4A-A30B-B221B0BD58A4}"/>
                </a:ext>
              </a:extLst>
            </p:cNvPr>
            <p:cNvSpPr>
              <a:spLocks noChangeArrowheads="1"/>
            </p:cNvSpPr>
            <p:nvPr/>
          </p:nvSpPr>
          <p:spPr bwMode="auto">
            <a:xfrm>
              <a:off x="3053" y="3383"/>
              <a:ext cx="55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200">
                  <a:solidFill>
                    <a:srgbClr val="000000"/>
                  </a:solidFill>
                  <a:latin typeface="Tahoma" panose="020B0604030504040204" pitchFamily="34" charset="0"/>
                  <a:cs typeface="Tahoma" panose="020B0604030504040204" pitchFamily="34" charset="0"/>
                </a:rPr>
                <a:t>CapNhatSTC()</a:t>
              </a:r>
              <a:endParaRPr lang="en-US" altLang="en-US" sz="1800">
                <a:latin typeface="Tahoma" panose="020B0604030504040204" pitchFamily="34" charset="0"/>
                <a:cs typeface="Tahoma" panose="020B0604030504040204" pitchFamily="34" charset="0"/>
              </a:endParaRPr>
            </a:p>
          </p:txBody>
        </p:sp>
        <p:sp>
          <p:nvSpPr>
            <p:cNvPr id="72794" name="Line 94">
              <a:extLst>
                <a:ext uri="{FF2B5EF4-FFF2-40B4-BE49-F238E27FC236}">
                  <a16:creationId xmlns:a16="http://schemas.microsoft.com/office/drawing/2014/main" id="{6FED1476-E210-AC40-BC07-55E8F7425A7D}"/>
                </a:ext>
              </a:extLst>
            </p:cNvPr>
            <p:cNvSpPr>
              <a:spLocks noChangeShapeType="1"/>
            </p:cNvSpPr>
            <p:nvPr/>
          </p:nvSpPr>
          <p:spPr bwMode="auto">
            <a:xfrm>
              <a:off x="3278" y="2236"/>
              <a:ext cx="1" cy="512"/>
            </a:xfrm>
            <a:prstGeom prst="line">
              <a:avLst/>
            </a:prstGeom>
            <a:noFill/>
            <a:ln w="0">
              <a:solidFill>
                <a:schemeClr val="tx1"/>
              </a:solidFill>
              <a:round/>
              <a:headEnd/>
              <a:tailEnd/>
            </a:ln>
            <a:extLst>
              <a:ext uri="{909E8E84-426E-40DD-AFC4-6F175D3DCCD1}">
                <a14:hiddenFill xmlns:a14="http://schemas.microsoft.com/office/drawing/2010/main">
                  <a:noFill/>
                </a14:hiddenFill>
              </a:ext>
            </a:extLst>
          </p:spPr>
          <p:txBody>
            <a:bodyPr/>
            <a:lstStyle/>
            <a:p>
              <a:endParaRPr lang="en-VN"/>
            </a:p>
          </p:txBody>
        </p:sp>
        <p:sp>
          <p:nvSpPr>
            <p:cNvPr id="72795" name="Rectangle 95">
              <a:extLst>
                <a:ext uri="{FF2B5EF4-FFF2-40B4-BE49-F238E27FC236}">
                  <a16:creationId xmlns:a16="http://schemas.microsoft.com/office/drawing/2014/main" id="{9A98AB16-360B-8740-8E20-713BD6C9316A}"/>
                </a:ext>
              </a:extLst>
            </p:cNvPr>
            <p:cNvSpPr>
              <a:spLocks noChangeArrowheads="1"/>
            </p:cNvSpPr>
            <p:nvPr/>
          </p:nvSpPr>
          <p:spPr bwMode="auto">
            <a:xfrm>
              <a:off x="3415" y="2558"/>
              <a:ext cx="149"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200">
                  <a:solidFill>
                    <a:srgbClr val="000000"/>
                  </a:solidFill>
                  <a:latin typeface="Tahoma" panose="020B0604030504040204" pitchFamily="34" charset="0"/>
                  <a:cs typeface="Tahoma" panose="020B0604030504040204" pitchFamily="34" charset="0"/>
                </a:rPr>
                <a:t>0..*</a:t>
              </a:r>
              <a:endParaRPr lang="en-US" altLang="en-US" sz="1800">
                <a:latin typeface="Tahoma" panose="020B0604030504040204" pitchFamily="34" charset="0"/>
                <a:cs typeface="Tahoma" panose="020B0604030504040204" pitchFamily="34" charset="0"/>
              </a:endParaRPr>
            </a:p>
          </p:txBody>
        </p:sp>
        <p:sp>
          <p:nvSpPr>
            <p:cNvPr id="72796" name="Line 96">
              <a:extLst>
                <a:ext uri="{FF2B5EF4-FFF2-40B4-BE49-F238E27FC236}">
                  <a16:creationId xmlns:a16="http://schemas.microsoft.com/office/drawing/2014/main" id="{312F60EC-E4B3-464A-8930-FF17920E3937}"/>
                </a:ext>
              </a:extLst>
            </p:cNvPr>
            <p:cNvSpPr>
              <a:spLocks noChangeShapeType="1"/>
            </p:cNvSpPr>
            <p:nvPr/>
          </p:nvSpPr>
          <p:spPr bwMode="auto">
            <a:xfrm flipV="1">
              <a:off x="3278" y="1733"/>
              <a:ext cx="1" cy="503"/>
            </a:xfrm>
            <a:prstGeom prst="line">
              <a:avLst/>
            </a:prstGeom>
            <a:noFill/>
            <a:ln w="0">
              <a:solidFill>
                <a:schemeClr val="tx1"/>
              </a:solidFill>
              <a:round/>
              <a:headEnd/>
              <a:tailEnd/>
            </a:ln>
            <a:extLst>
              <a:ext uri="{909E8E84-426E-40DD-AFC4-6F175D3DCCD1}">
                <a14:hiddenFill xmlns:a14="http://schemas.microsoft.com/office/drawing/2010/main">
                  <a:noFill/>
                </a14:hiddenFill>
              </a:ext>
            </a:extLst>
          </p:spPr>
          <p:txBody>
            <a:bodyPr/>
            <a:lstStyle/>
            <a:p>
              <a:endParaRPr lang="en-VN"/>
            </a:p>
          </p:txBody>
        </p:sp>
        <p:sp>
          <p:nvSpPr>
            <p:cNvPr id="72797" name="Rectangle 97">
              <a:extLst>
                <a:ext uri="{FF2B5EF4-FFF2-40B4-BE49-F238E27FC236}">
                  <a16:creationId xmlns:a16="http://schemas.microsoft.com/office/drawing/2014/main" id="{DB90DC53-2546-274A-87AB-8B59B1E35A03}"/>
                </a:ext>
              </a:extLst>
            </p:cNvPr>
            <p:cNvSpPr>
              <a:spLocks noChangeArrowheads="1"/>
            </p:cNvSpPr>
            <p:nvPr/>
          </p:nvSpPr>
          <p:spPr bwMode="auto">
            <a:xfrm>
              <a:off x="3404" y="1806"/>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200">
                  <a:solidFill>
                    <a:srgbClr val="000000"/>
                  </a:solidFill>
                  <a:latin typeface="Tahoma" panose="020B0604030504040204" pitchFamily="34" charset="0"/>
                  <a:cs typeface="Tahoma" panose="020B0604030504040204" pitchFamily="34" charset="0"/>
                </a:rPr>
                <a:t>1</a:t>
              </a:r>
              <a:endParaRPr lang="en-US" altLang="en-US" sz="1800">
                <a:latin typeface="Tahoma" panose="020B0604030504040204" pitchFamily="34" charset="0"/>
                <a:cs typeface="Tahoma" panose="020B0604030504040204" pitchFamily="34" charset="0"/>
              </a:endParaRPr>
            </a:p>
          </p:txBody>
        </p:sp>
        <p:sp>
          <p:nvSpPr>
            <p:cNvPr id="72798" name="Rectangle 98">
              <a:extLst>
                <a:ext uri="{FF2B5EF4-FFF2-40B4-BE49-F238E27FC236}">
                  <a16:creationId xmlns:a16="http://schemas.microsoft.com/office/drawing/2014/main" id="{5C9AC6BB-EA5D-0E40-9047-B8D0227EF6CE}"/>
                </a:ext>
              </a:extLst>
            </p:cNvPr>
            <p:cNvSpPr>
              <a:spLocks noChangeArrowheads="1"/>
            </p:cNvSpPr>
            <p:nvPr/>
          </p:nvSpPr>
          <p:spPr bwMode="auto">
            <a:xfrm>
              <a:off x="3415" y="2558"/>
              <a:ext cx="149"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200">
                  <a:solidFill>
                    <a:srgbClr val="000000"/>
                  </a:solidFill>
                  <a:latin typeface="Tahoma" panose="020B0604030504040204" pitchFamily="34" charset="0"/>
                  <a:cs typeface="Tahoma" panose="020B0604030504040204" pitchFamily="34" charset="0"/>
                </a:rPr>
                <a:t>0..*</a:t>
              </a:r>
              <a:endParaRPr lang="en-US" altLang="en-US" sz="1800">
                <a:latin typeface="Tahoma" panose="020B0604030504040204" pitchFamily="34" charset="0"/>
                <a:cs typeface="Tahoma" panose="020B0604030504040204" pitchFamily="34" charset="0"/>
              </a:endParaRPr>
            </a:p>
          </p:txBody>
        </p:sp>
        <p:sp>
          <p:nvSpPr>
            <p:cNvPr id="72799" name="Rectangle 99">
              <a:extLst>
                <a:ext uri="{FF2B5EF4-FFF2-40B4-BE49-F238E27FC236}">
                  <a16:creationId xmlns:a16="http://schemas.microsoft.com/office/drawing/2014/main" id="{195C60E4-FE88-8F4C-80C4-C72B730A7F82}"/>
                </a:ext>
              </a:extLst>
            </p:cNvPr>
            <p:cNvSpPr>
              <a:spLocks noChangeArrowheads="1"/>
            </p:cNvSpPr>
            <p:nvPr/>
          </p:nvSpPr>
          <p:spPr bwMode="auto">
            <a:xfrm>
              <a:off x="3404" y="1806"/>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200">
                  <a:solidFill>
                    <a:srgbClr val="000000"/>
                  </a:solidFill>
                  <a:latin typeface="Tahoma" panose="020B0604030504040204" pitchFamily="34" charset="0"/>
                  <a:cs typeface="Tahoma" panose="020B0604030504040204" pitchFamily="34" charset="0"/>
                </a:rPr>
                <a:t>1</a:t>
              </a:r>
              <a:endParaRPr lang="en-US" altLang="en-US" sz="1800">
                <a:latin typeface="Tahoma" panose="020B0604030504040204" pitchFamily="34" charset="0"/>
                <a:cs typeface="Tahoma" panose="020B0604030504040204" pitchFamily="34" charset="0"/>
              </a:endParaRPr>
            </a:p>
          </p:txBody>
        </p:sp>
        <p:sp>
          <p:nvSpPr>
            <p:cNvPr id="72800" name="Rectangle 100">
              <a:extLst>
                <a:ext uri="{FF2B5EF4-FFF2-40B4-BE49-F238E27FC236}">
                  <a16:creationId xmlns:a16="http://schemas.microsoft.com/office/drawing/2014/main" id="{F90D9681-6756-B24E-AF2B-238E94C1069D}"/>
                </a:ext>
              </a:extLst>
            </p:cNvPr>
            <p:cNvSpPr>
              <a:spLocks noChangeArrowheads="1"/>
            </p:cNvSpPr>
            <p:nvPr/>
          </p:nvSpPr>
          <p:spPr bwMode="auto">
            <a:xfrm>
              <a:off x="3341" y="2156"/>
              <a:ext cx="12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200" i="1">
                  <a:solidFill>
                    <a:srgbClr val="000000"/>
                  </a:solidFill>
                  <a:latin typeface="Tahoma" panose="020B0604030504040204" pitchFamily="34" charset="0"/>
                  <a:cs typeface="Tahoma" panose="020B0604030504040204" pitchFamily="34" charset="0"/>
                </a:rPr>
                <a:t>mo</a:t>
              </a:r>
              <a:endParaRPr lang="en-US" altLang="en-US" sz="1800">
                <a:latin typeface="Tahoma" panose="020B0604030504040204" pitchFamily="34" charset="0"/>
                <a:cs typeface="Tahoma" panose="020B0604030504040204" pitchFamily="34" charset="0"/>
              </a:endParaRPr>
            </a:p>
          </p:txBody>
        </p:sp>
        <p:sp>
          <p:nvSpPr>
            <p:cNvPr id="72801" name="Freeform 101">
              <a:extLst>
                <a:ext uri="{FF2B5EF4-FFF2-40B4-BE49-F238E27FC236}">
                  <a16:creationId xmlns:a16="http://schemas.microsoft.com/office/drawing/2014/main" id="{EC9393CB-65AC-F445-88EB-FEC64EA12125}"/>
                </a:ext>
              </a:extLst>
            </p:cNvPr>
            <p:cNvSpPr>
              <a:spLocks/>
            </p:cNvSpPr>
            <p:nvPr/>
          </p:nvSpPr>
          <p:spPr bwMode="auto">
            <a:xfrm>
              <a:off x="3278" y="3529"/>
              <a:ext cx="1083" cy="314"/>
            </a:xfrm>
            <a:custGeom>
              <a:avLst/>
              <a:gdLst>
                <a:gd name="T0" fmla="*/ 2147483646 w 148"/>
                <a:gd name="T1" fmla="*/ 2147483646 h 43"/>
                <a:gd name="T2" fmla="*/ 2147483646 w 148"/>
                <a:gd name="T3" fmla="*/ 2147483646 h 43"/>
                <a:gd name="T4" fmla="*/ 0 w 148"/>
                <a:gd name="T5" fmla="*/ 2147483646 h 43"/>
                <a:gd name="T6" fmla="*/ 0 w 148"/>
                <a:gd name="T7" fmla="*/ 0 h 43"/>
                <a:gd name="T8" fmla="*/ 0 60000 65536"/>
                <a:gd name="T9" fmla="*/ 0 60000 65536"/>
                <a:gd name="T10" fmla="*/ 0 60000 65536"/>
                <a:gd name="T11" fmla="*/ 0 60000 65536"/>
                <a:gd name="T12" fmla="*/ 0 w 148"/>
                <a:gd name="T13" fmla="*/ 0 h 43"/>
                <a:gd name="T14" fmla="*/ 148 w 148"/>
                <a:gd name="T15" fmla="*/ 43 h 43"/>
              </a:gdLst>
              <a:ahLst/>
              <a:cxnLst>
                <a:cxn ang="T8">
                  <a:pos x="T0" y="T1"/>
                </a:cxn>
                <a:cxn ang="T9">
                  <a:pos x="T2" y="T3"/>
                </a:cxn>
                <a:cxn ang="T10">
                  <a:pos x="T4" y="T5"/>
                </a:cxn>
                <a:cxn ang="T11">
                  <a:pos x="T6" y="T7"/>
                </a:cxn>
              </a:cxnLst>
              <a:rect l="T12" t="T13" r="T14" b="T15"/>
              <a:pathLst>
                <a:path w="148" h="43">
                  <a:moveTo>
                    <a:pt x="148" y="23"/>
                  </a:moveTo>
                  <a:lnTo>
                    <a:pt x="148" y="43"/>
                  </a:lnTo>
                  <a:lnTo>
                    <a:pt x="0" y="43"/>
                  </a:lnTo>
                  <a:lnTo>
                    <a:pt x="0" y="0"/>
                  </a:lnTo>
                </a:path>
              </a:pathLst>
            </a:custGeom>
            <a:noFill/>
            <a:ln w="0">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VN"/>
            </a:p>
          </p:txBody>
        </p:sp>
        <p:sp>
          <p:nvSpPr>
            <p:cNvPr id="72802" name="Rectangle 102">
              <a:extLst>
                <a:ext uri="{FF2B5EF4-FFF2-40B4-BE49-F238E27FC236}">
                  <a16:creationId xmlns:a16="http://schemas.microsoft.com/office/drawing/2014/main" id="{39ED4B7A-20AA-3E4C-987C-ED895F32E6FD}"/>
                </a:ext>
              </a:extLst>
            </p:cNvPr>
            <p:cNvSpPr>
              <a:spLocks noChangeArrowheads="1"/>
            </p:cNvSpPr>
            <p:nvPr/>
          </p:nvSpPr>
          <p:spPr bwMode="auto">
            <a:xfrm>
              <a:off x="3086" y="3551"/>
              <a:ext cx="150"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200">
                  <a:solidFill>
                    <a:srgbClr val="000000"/>
                  </a:solidFill>
                  <a:latin typeface="Tahoma" panose="020B0604030504040204" pitchFamily="34" charset="0"/>
                  <a:cs typeface="Tahoma" panose="020B0604030504040204" pitchFamily="34" charset="0"/>
                </a:rPr>
                <a:t>0..*</a:t>
              </a:r>
              <a:endParaRPr lang="en-US" altLang="en-US" sz="1800">
                <a:latin typeface="Tahoma" panose="020B0604030504040204" pitchFamily="34" charset="0"/>
                <a:cs typeface="Tahoma" panose="020B0604030504040204" pitchFamily="34" charset="0"/>
              </a:endParaRPr>
            </a:p>
          </p:txBody>
        </p:sp>
        <p:sp>
          <p:nvSpPr>
            <p:cNvPr id="72803" name="Freeform 103">
              <a:extLst>
                <a:ext uri="{FF2B5EF4-FFF2-40B4-BE49-F238E27FC236}">
                  <a16:creationId xmlns:a16="http://schemas.microsoft.com/office/drawing/2014/main" id="{CBF05E53-F06B-9246-8818-0226268F8FB9}"/>
                </a:ext>
              </a:extLst>
            </p:cNvPr>
            <p:cNvSpPr>
              <a:spLocks/>
            </p:cNvSpPr>
            <p:nvPr/>
          </p:nvSpPr>
          <p:spPr bwMode="auto">
            <a:xfrm>
              <a:off x="3658" y="3142"/>
              <a:ext cx="703" cy="555"/>
            </a:xfrm>
            <a:custGeom>
              <a:avLst/>
              <a:gdLst>
                <a:gd name="T0" fmla="*/ 2147483646 w 96"/>
                <a:gd name="T1" fmla="*/ 2147483646 h 76"/>
                <a:gd name="T2" fmla="*/ 2147483646 w 96"/>
                <a:gd name="T3" fmla="*/ 0 h 76"/>
                <a:gd name="T4" fmla="*/ 0 w 96"/>
                <a:gd name="T5" fmla="*/ 0 h 76"/>
                <a:gd name="T6" fmla="*/ 0 60000 65536"/>
                <a:gd name="T7" fmla="*/ 0 60000 65536"/>
                <a:gd name="T8" fmla="*/ 0 60000 65536"/>
                <a:gd name="T9" fmla="*/ 0 w 96"/>
                <a:gd name="T10" fmla="*/ 0 h 76"/>
                <a:gd name="T11" fmla="*/ 96 w 96"/>
                <a:gd name="T12" fmla="*/ 76 h 76"/>
              </a:gdLst>
              <a:ahLst/>
              <a:cxnLst>
                <a:cxn ang="T6">
                  <a:pos x="T0" y="T1"/>
                </a:cxn>
                <a:cxn ang="T7">
                  <a:pos x="T2" y="T3"/>
                </a:cxn>
                <a:cxn ang="T8">
                  <a:pos x="T4" y="T5"/>
                </a:cxn>
              </a:cxnLst>
              <a:rect l="T9" t="T10" r="T11" b="T12"/>
              <a:pathLst>
                <a:path w="96" h="76">
                  <a:moveTo>
                    <a:pt x="96" y="76"/>
                  </a:moveTo>
                  <a:lnTo>
                    <a:pt x="96" y="0"/>
                  </a:lnTo>
                  <a:lnTo>
                    <a:pt x="0" y="0"/>
                  </a:lnTo>
                </a:path>
              </a:pathLst>
            </a:custGeom>
            <a:noFill/>
            <a:ln w="0">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VN"/>
            </a:p>
          </p:txBody>
        </p:sp>
        <p:sp>
          <p:nvSpPr>
            <p:cNvPr id="72804" name="Rectangle 104">
              <a:extLst>
                <a:ext uri="{FF2B5EF4-FFF2-40B4-BE49-F238E27FC236}">
                  <a16:creationId xmlns:a16="http://schemas.microsoft.com/office/drawing/2014/main" id="{C70C9B12-9E17-7D4A-9F43-5EB07B5B48A5}"/>
                </a:ext>
              </a:extLst>
            </p:cNvPr>
            <p:cNvSpPr>
              <a:spLocks noChangeArrowheads="1"/>
            </p:cNvSpPr>
            <p:nvPr/>
          </p:nvSpPr>
          <p:spPr bwMode="auto">
            <a:xfrm>
              <a:off x="3737" y="3207"/>
              <a:ext cx="149"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200">
                  <a:solidFill>
                    <a:srgbClr val="000000"/>
                  </a:solidFill>
                  <a:latin typeface="Tahoma" panose="020B0604030504040204" pitchFamily="34" charset="0"/>
                  <a:cs typeface="Tahoma" panose="020B0604030504040204" pitchFamily="34" charset="0"/>
                </a:rPr>
                <a:t>0..*</a:t>
              </a:r>
              <a:endParaRPr lang="en-US" altLang="en-US" sz="1800">
                <a:latin typeface="Tahoma" panose="020B0604030504040204" pitchFamily="34" charset="0"/>
                <a:cs typeface="Tahoma" panose="020B0604030504040204" pitchFamily="34" charset="0"/>
              </a:endParaRPr>
            </a:p>
          </p:txBody>
        </p:sp>
        <p:sp>
          <p:nvSpPr>
            <p:cNvPr id="72805" name="Rectangle 105">
              <a:extLst>
                <a:ext uri="{FF2B5EF4-FFF2-40B4-BE49-F238E27FC236}">
                  <a16:creationId xmlns:a16="http://schemas.microsoft.com/office/drawing/2014/main" id="{DE3EDA7D-EFFD-AD49-99D9-031827B8FB4B}"/>
                </a:ext>
              </a:extLst>
            </p:cNvPr>
            <p:cNvSpPr>
              <a:spLocks noChangeArrowheads="1"/>
            </p:cNvSpPr>
            <p:nvPr/>
          </p:nvSpPr>
          <p:spPr bwMode="auto">
            <a:xfrm>
              <a:off x="4196" y="3507"/>
              <a:ext cx="36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200" i="1">
                  <a:solidFill>
                    <a:srgbClr val="000000"/>
                  </a:solidFill>
                  <a:latin typeface="Tahoma" panose="020B0604030504040204" pitchFamily="34" charset="0"/>
                  <a:cs typeface="Tahoma" panose="020B0604030504040204" pitchFamily="34" charset="0"/>
                </a:rPr>
                <a:t>Dieu kien</a:t>
              </a:r>
              <a:endParaRPr lang="en-US" altLang="en-US" sz="1800">
                <a:latin typeface="Tahoma" panose="020B0604030504040204" pitchFamily="34" charset="0"/>
                <a:cs typeface="Tahoma" panose="020B0604030504040204" pitchFamily="34" charset="0"/>
              </a:endParaRPr>
            </a:p>
          </p:txBody>
        </p:sp>
        <p:sp>
          <p:nvSpPr>
            <p:cNvPr id="72806" name="Rectangle 106">
              <a:extLst>
                <a:ext uri="{FF2B5EF4-FFF2-40B4-BE49-F238E27FC236}">
                  <a16:creationId xmlns:a16="http://schemas.microsoft.com/office/drawing/2014/main" id="{F71E9CCD-5CE9-2647-B1FA-DD1E3A824809}"/>
                </a:ext>
              </a:extLst>
            </p:cNvPr>
            <p:cNvSpPr>
              <a:spLocks noChangeArrowheads="1"/>
            </p:cNvSpPr>
            <p:nvPr/>
          </p:nvSpPr>
          <p:spPr bwMode="auto">
            <a:xfrm>
              <a:off x="3678" y="2988"/>
              <a:ext cx="510"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200">
                  <a:solidFill>
                    <a:srgbClr val="000000"/>
                  </a:solidFill>
                  <a:latin typeface="Tahoma" panose="020B0604030504040204" pitchFamily="34" charset="0"/>
                  <a:cs typeface="Tahoma" panose="020B0604030504040204" pitchFamily="34" charset="0"/>
                </a:rPr>
                <a:t>+MHoc truoc</a:t>
              </a:r>
              <a:endParaRPr lang="en-US" altLang="en-US" sz="1800">
                <a:latin typeface="Tahoma" panose="020B0604030504040204" pitchFamily="34" charset="0"/>
                <a:cs typeface="Tahoma" panose="020B0604030504040204" pitchFamily="34" charset="0"/>
              </a:endParaRPr>
            </a:p>
          </p:txBody>
        </p:sp>
        <p:sp>
          <p:nvSpPr>
            <p:cNvPr id="72807" name="Rectangle 107">
              <a:extLst>
                <a:ext uri="{FF2B5EF4-FFF2-40B4-BE49-F238E27FC236}">
                  <a16:creationId xmlns:a16="http://schemas.microsoft.com/office/drawing/2014/main" id="{78F14D00-F4EB-A941-9F87-DD4F4B0C9A42}"/>
                </a:ext>
              </a:extLst>
            </p:cNvPr>
            <p:cNvSpPr>
              <a:spLocks noChangeArrowheads="1"/>
            </p:cNvSpPr>
            <p:nvPr/>
          </p:nvSpPr>
          <p:spPr bwMode="auto">
            <a:xfrm>
              <a:off x="2942" y="3675"/>
              <a:ext cx="44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200">
                  <a:solidFill>
                    <a:srgbClr val="000000"/>
                  </a:solidFill>
                  <a:latin typeface="Tahoma" panose="020B0604030504040204" pitchFamily="34" charset="0"/>
                  <a:cs typeface="Tahoma" panose="020B0604030504040204" pitchFamily="34" charset="0"/>
                </a:rPr>
                <a:t>+MHoc sau</a:t>
              </a:r>
              <a:endParaRPr lang="en-US" altLang="en-US" sz="1800">
                <a:latin typeface="Tahoma" panose="020B0604030504040204" pitchFamily="34" charset="0"/>
                <a:cs typeface="Tahoma" panose="020B0604030504040204" pitchFamily="34" charset="0"/>
              </a:endParaRPr>
            </a:p>
          </p:txBody>
        </p:sp>
        <p:sp>
          <p:nvSpPr>
            <p:cNvPr id="72808" name="Rectangle 108">
              <a:extLst>
                <a:ext uri="{FF2B5EF4-FFF2-40B4-BE49-F238E27FC236}">
                  <a16:creationId xmlns:a16="http://schemas.microsoft.com/office/drawing/2014/main" id="{F23401C9-56A5-F643-A17E-F15A5D6E4C86}"/>
                </a:ext>
              </a:extLst>
            </p:cNvPr>
            <p:cNvSpPr>
              <a:spLocks noChangeArrowheads="1"/>
            </p:cNvSpPr>
            <p:nvPr/>
          </p:nvSpPr>
          <p:spPr bwMode="auto">
            <a:xfrm>
              <a:off x="3737" y="3207"/>
              <a:ext cx="150"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200">
                  <a:solidFill>
                    <a:srgbClr val="000000"/>
                  </a:solidFill>
                  <a:latin typeface="Tahoma" panose="020B0604030504040204" pitchFamily="34" charset="0"/>
                  <a:cs typeface="Tahoma" panose="020B0604030504040204" pitchFamily="34" charset="0"/>
                </a:rPr>
                <a:t>0..*</a:t>
              </a:r>
              <a:endParaRPr lang="en-US" altLang="en-US" sz="1800">
                <a:latin typeface="Tahoma" panose="020B0604030504040204" pitchFamily="34" charset="0"/>
                <a:cs typeface="Tahoma" panose="020B0604030504040204" pitchFamily="34" charset="0"/>
              </a:endParaRPr>
            </a:p>
          </p:txBody>
        </p:sp>
        <p:sp>
          <p:nvSpPr>
            <p:cNvPr id="72809" name="Rectangle 109">
              <a:extLst>
                <a:ext uri="{FF2B5EF4-FFF2-40B4-BE49-F238E27FC236}">
                  <a16:creationId xmlns:a16="http://schemas.microsoft.com/office/drawing/2014/main" id="{172E6244-FCAC-ED45-AF35-2144CA13FA3F}"/>
                </a:ext>
              </a:extLst>
            </p:cNvPr>
            <p:cNvSpPr>
              <a:spLocks noChangeArrowheads="1"/>
            </p:cNvSpPr>
            <p:nvPr/>
          </p:nvSpPr>
          <p:spPr bwMode="auto">
            <a:xfrm>
              <a:off x="3086" y="3551"/>
              <a:ext cx="149"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200">
                  <a:solidFill>
                    <a:srgbClr val="000000"/>
                  </a:solidFill>
                  <a:latin typeface="Tahoma" panose="020B0604030504040204" pitchFamily="34" charset="0"/>
                  <a:cs typeface="Tahoma" panose="020B0604030504040204" pitchFamily="34" charset="0"/>
                </a:rPr>
                <a:t>0..*</a:t>
              </a:r>
              <a:endParaRPr lang="en-US" altLang="en-US" sz="1800">
                <a:latin typeface="Tahoma" panose="020B0604030504040204" pitchFamily="34" charset="0"/>
                <a:cs typeface="Tahoma" panose="020B0604030504040204" pitchFamily="34" charset="0"/>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Date Placeholder 3">
            <a:extLst>
              <a:ext uri="{FF2B5EF4-FFF2-40B4-BE49-F238E27FC236}">
                <a16:creationId xmlns:a16="http://schemas.microsoft.com/office/drawing/2014/main" id="{23FCAA6B-5E29-B449-8F2D-2C220195D78B}"/>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74755" name="Slide Number Placeholder 5">
            <a:extLst>
              <a:ext uri="{FF2B5EF4-FFF2-40B4-BE49-F238E27FC236}">
                <a16:creationId xmlns:a16="http://schemas.microsoft.com/office/drawing/2014/main" id="{FBD55186-EFF1-ED4B-8EDB-62DB599533D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r">
              <a:spcBef>
                <a:spcPct val="0"/>
              </a:spcBef>
              <a:buClrTx/>
              <a:buFontTx/>
              <a:buNone/>
            </a:pPr>
            <a:fld id="{0B6998D9-8532-334A-9F80-BFCE3877B008}" type="slidenum">
              <a:rPr lang="en-US" altLang="en-US" sz="1000" smtClean="0"/>
              <a:pPr algn="r">
                <a:spcBef>
                  <a:spcPct val="0"/>
                </a:spcBef>
                <a:buClrTx/>
                <a:buFontTx/>
                <a:buNone/>
              </a:pPr>
              <a:t>43</a:t>
            </a:fld>
            <a:endParaRPr lang="en-US" altLang="en-US" sz="1000"/>
          </a:p>
        </p:txBody>
      </p:sp>
      <p:sp>
        <p:nvSpPr>
          <p:cNvPr id="74756" name="Rectangle 2">
            <a:extLst>
              <a:ext uri="{FF2B5EF4-FFF2-40B4-BE49-F238E27FC236}">
                <a16:creationId xmlns:a16="http://schemas.microsoft.com/office/drawing/2014/main" id="{3EB9311D-E606-9241-A99A-E8A8F9C7FB69}"/>
              </a:ext>
            </a:extLst>
          </p:cNvPr>
          <p:cNvSpPr>
            <a:spLocks noGrp="1" noChangeArrowheads="1"/>
          </p:cNvSpPr>
          <p:nvPr>
            <p:ph type="title"/>
          </p:nvPr>
        </p:nvSpPr>
        <p:spPr/>
        <p:txBody>
          <a:bodyPr/>
          <a:lstStyle/>
          <a:p>
            <a:pPr eaLnBrk="1" hangingPunct="1"/>
            <a:r>
              <a:rPr lang="en-US" altLang="en-US"/>
              <a:t>Ví dụ mô hình quan hệ</a:t>
            </a:r>
          </a:p>
        </p:txBody>
      </p:sp>
      <p:grpSp>
        <p:nvGrpSpPr>
          <p:cNvPr id="74757" name="Group 131">
            <a:extLst>
              <a:ext uri="{FF2B5EF4-FFF2-40B4-BE49-F238E27FC236}">
                <a16:creationId xmlns:a16="http://schemas.microsoft.com/office/drawing/2014/main" id="{A6A327F0-BD07-434D-9D14-681802A92763}"/>
              </a:ext>
            </a:extLst>
          </p:cNvPr>
          <p:cNvGrpSpPr>
            <a:grpSpLocks/>
          </p:cNvGrpSpPr>
          <p:nvPr/>
        </p:nvGrpSpPr>
        <p:grpSpPr bwMode="auto">
          <a:xfrm>
            <a:off x="1568450" y="1905000"/>
            <a:ext cx="6461125" cy="3733800"/>
            <a:chOff x="912" y="1200"/>
            <a:chExt cx="3757" cy="2352"/>
          </a:xfrm>
        </p:grpSpPr>
        <p:grpSp>
          <p:nvGrpSpPr>
            <p:cNvPr id="74758" name="Group 87">
              <a:extLst>
                <a:ext uri="{FF2B5EF4-FFF2-40B4-BE49-F238E27FC236}">
                  <a16:creationId xmlns:a16="http://schemas.microsoft.com/office/drawing/2014/main" id="{79D4CFC0-DE2D-AC49-B364-6A92CF4606A4}"/>
                </a:ext>
              </a:extLst>
            </p:cNvPr>
            <p:cNvGrpSpPr>
              <a:grpSpLocks/>
            </p:cNvGrpSpPr>
            <p:nvPr/>
          </p:nvGrpSpPr>
          <p:grpSpPr bwMode="auto">
            <a:xfrm>
              <a:off x="912" y="1200"/>
              <a:ext cx="729" cy="1056"/>
              <a:chOff x="528" y="1440"/>
              <a:chExt cx="729" cy="1056"/>
            </a:xfrm>
          </p:grpSpPr>
          <p:sp>
            <p:nvSpPr>
              <p:cNvPr id="74793" name="Rectangle 4">
                <a:extLst>
                  <a:ext uri="{FF2B5EF4-FFF2-40B4-BE49-F238E27FC236}">
                    <a16:creationId xmlns:a16="http://schemas.microsoft.com/office/drawing/2014/main" id="{5F986C71-39B8-AE43-9471-D8C3DD747036}"/>
                  </a:ext>
                </a:extLst>
              </p:cNvPr>
              <p:cNvSpPr>
                <a:spLocks noChangeArrowheads="1"/>
              </p:cNvSpPr>
              <p:nvPr/>
            </p:nvSpPr>
            <p:spPr bwMode="auto">
              <a:xfrm>
                <a:off x="528" y="1440"/>
                <a:ext cx="729" cy="1056"/>
              </a:xfrm>
              <a:prstGeom prst="rect">
                <a:avLst/>
              </a:prstGeom>
              <a:solidFill>
                <a:srgbClr val="FFFFFF"/>
              </a:solidFill>
              <a:ln w="3175">
                <a:solidFill>
                  <a:srgbClr val="000000"/>
                </a:solidFill>
                <a:miter lim="800000"/>
                <a:headEnd/>
                <a:tailEnd/>
              </a:ln>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74794" name="Rectangle 5">
                <a:extLst>
                  <a:ext uri="{FF2B5EF4-FFF2-40B4-BE49-F238E27FC236}">
                    <a16:creationId xmlns:a16="http://schemas.microsoft.com/office/drawing/2014/main" id="{5EEAF16F-7F94-B445-A760-CD660A052687}"/>
                  </a:ext>
                </a:extLst>
              </p:cNvPr>
              <p:cNvSpPr>
                <a:spLocks noChangeArrowheads="1"/>
              </p:cNvSpPr>
              <p:nvPr/>
            </p:nvSpPr>
            <p:spPr bwMode="auto">
              <a:xfrm>
                <a:off x="576" y="1488"/>
                <a:ext cx="62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500" b="1">
                    <a:solidFill>
                      <a:srgbClr val="000000"/>
                    </a:solidFill>
                    <a:latin typeface="Tahoma" panose="020B0604030504040204" pitchFamily="34" charset="0"/>
                    <a:cs typeface="Tahoma" panose="020B0604030504040204" pitchFamily="34" charset="0"/>
                  </a:rPr>
                  <a:t>SVien</a:t>
                </a:r>
                <a:endParaRPr lang="en-US" altLang="en-US" sz="1800" b="1">
                  <a:latin typeface="Tahoma" panose="020B0604030504040204" pitchFamily="34" charset="0"/>
                  <a:cs typeface="Tahoma" panose="020B0604030504040204" pitchFamily="34" charset="0"/>
                </a:endParaRPr>
              </a:p>
            </p:txBody>
          </p:sp>
          <p:sp>
            <p:nvSpPr>
              <p:cNvPr id="74795" name="Line 82">
                <a:extLst>
                  <a:ext uri="{FF2B5EF4-FFF2-40B4-BE49-F238E27FC236}">
                    <a16:creationId xmlns:a16="http://schemas.microsoft.com/office/drawing/2014/main" id="{D7DC5BDB-D584-FE49-8CFA-CEB38C324927}"/>
                  </a:ext>
                </a:extLst>
              </p:cNvPr>
              <p:cNvSpPr>
                <a:spLocks noChangeShapeType="1"/>
              </p:cNvSpPr>
              <p:nvPr/>
            </p:nvSpPr>
            <p:spPr bwMode="auto">
              <a:xfrm>
                <a:off x="528" y="1680"/>
                <a:ext cx="72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VN"/>
              </a:p>
            </p:txBody>
          </p:sp>
          <p:sp>
            <p:nvSpPr>
              <p:cNvPr id="74796" name="Rectangle 83">
                <a:extLst>
                  <a:ext uri="{FF2B5EF4-FFF2-40B4-BE49-F238E27FC236}">
                    <a16:creationId xmlns:a16="http://schemas.microsoft.com/office/drawing/2014/main" id="{152F1390-4245-7A43-B37E-CD6EBED7B648}"/>
                  </a:ext>
                </a:extLst>
              </p:cNvPr>
              <p:cNvSpPr>
                <a:spLocks noChangeArrowheads="1"/>
              </p:cNvSpPr>
              <p:nvPr/>
            </p:nvSpPr>
            <p:spPr bwMode="auto">
              <a:xfrm>
                <a:off x="624" y="1728"/>
                <a:ext cx="4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500" u="sng">
                    <a:solidFill>
                      <a:srgbClr val="000000"/>
                    </a:solidFill>
                    <a:latin typeface="Tahoma" panose="020B0604030504040204" pitchFamily="34" charset="0"/>
                    <a:cs typeface="Tahoma" panose="020B0604030504040204" pitchFamily="34" charset="0"/>
                  </a:rPr>
                  <a:t>MaSV</a:t>
                </a:r>
                <a:endParaRPr lang="en-US" altLang="en-US" sz="1800" u="sng">
                  <a:latin typeface="Tahoma" panose="020B0604030504040204" pitchFamily="34" charset="0"/>
                  <a:cs typeface="Tahoma" panose="020B0604030504040204" pitchFamily="34" charset="0"/>
                </a:endParaRPr>
              </a:p>
            </p:txBody>
          </p:sp>
          <p:sp>
            <p:nvSpPr>
              <p:cNvPr id="74797" name="Rectangle 84">
                <a:extLst>
                  <a:ext uri="{FF2B5EF4-FFF2-40B4-BE49-F238E27FC236}">
                    <a16:creationId xmlns:a16="http://schemas.microsoft.com/office/drawing/2014/main" id="{AB52A52B-002C-E142-B1CA-D2DF604634CE}"/>
                  </a:ext>
                </a:extLst>
              </p:cNvPr>
              <p:cNvSpPr>
                <a:spLocks noChangeArrowheads="1"/>
              </p:cNvSpPr>
              <p:nvPr/>
            </p:nvSpPr>
            <p:spPr bwMode="auto">
              <a:xfrm>
                <a:off x="624" y="1920"/>
                <a:ext cx="4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500">
                    <a:solidFill>
                      <a:srgbClr val="000000"/>
                    </a:solidFill>
                    <a:latin typeface="Tahoma" panose="020B0604030504040204" pitchFamily="34" charset="0"/>
                    <a:cs typeface="Tahoma" panose="020B0604030504040204" pitchFamily="34" charset="0"/>
                  </a:rPr>
                  <a:t>Ten</a:t>
                </a:r>
                <a:endParaRPr lang="en-US" altLang="en-US" sz="1800">
                  <a:latin typeface="Tahoma" panose="020B0604030504040204" pitchFamily="34" charset="0"/>
                  <a:cs typeface="Tahoma" panose="020B0604030504040204" pitchFamily="34" charset="0"/>
                </a:endParaRPr>
              </a:p>
            </p:txBody>
          </p:sp>
          <p:sp>
            <p:nvSpPr>
              <p:cNvPr id="74798" name="Rectangle 85">
                <a:extLst>
                  <a:ext uri="{FF2B5EF4-FFF2-40B4-BE49-F238E27FC236}">
                    <a16:creationId xmlns:a16="http://schemas.microsoft.com/office/drawing/2014/main" id="{9DFECBC4-9089-1244-8DFB-01A4D14F443D}"/>
                  </a:ext>
                </a:extLst>
              </p:cNvPr>
              <p:cNvSpPr>
                <a:spLocks noChangeArrowheads="1"/>
              </p:cNvSpPr>
              <p:nvPr/>
            </p:nvSpPr>
            <p:spPr bwMode="auto">
              <a:xfrm>
                <a:off x="624" y="2112"/>
                <a:ext cx="4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500">
                    <a:solidFill>
                      <a:srgbClr val="000000"/>
                    </a:solidFill>
                    <a:latin typeface="Tahoma" panose="020B0604030504040204" pitchFamily="34" charset="0"/>
                    <a:cs typeface="Tahoma" panose="020B0604030504040204" pitchFamily="34" charset="0"/>
                  </a:rPr>
                  <a:t>Lop</a:t>
                </a:r>
                <a:endParaRPr lang="en-US" altLang="en-US" sz="1800">
                  <a:latin typeface="Tahoma" panose="020B0604030504040204" pitchFamily="34" charset="0"/>
                  <a:cs typeface="Tahoma" panose="020B0604030504040204" pitchFamily="34" charset="0"/>
                </a:endParaRPr>
              </a:p>
            </p:txBody>
          </p:sp>
          <p:sp>
            <p:nvSpPr>
              <p:cNvPr id="74799" name="Rectangle 86">
                <a:extLst>
                  <a:ext uri="{FF2B5EF4-FFF2-40B4-BE49-F238E27FC236}">
                    <a16:creationId xmlns:a16="http://schemas.microsoft.com/office/drawing/2014/main" id="{07DDC9EA-17C4-B549-AEAD-365E5D678EA0}"/>
                  </a:ext>
                </a:extLst>
              </p:cNvPr>
              <p:cNvSpPr>
                <a:spLocks noChangeArrowheads="1"/>
              </p:cNvSpPr>
              <p:nvPr/>
            </p:nvSpPr>
            <p:spPr bwMode="auto">
              <a:xfrm>
                <a:off x="624" y="2304"/>
                <a:ext cx="4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500">
                    <a:solidFill>
                      <a:srgbClr val="000000"/>
                    </a:solidFill>
                    <a:latin typeface="Tahoma" panose="020B0604030504040204" pitchFamily="34" charset="0"/>
                    <a:cs typeface="Tahoma" panose="020B0604030504040204" pitchFamily="34" charset="0"/>
                  </a:rPr>
                  <a:t>Nganh</a:t>
                </a:r>
                <a:endParaRPr lang="en-US" altLang="en-US" sz="1800">
                  <a:latin typeface="Tahoma" panose="020B0604030504040204" pitchFamily="34" charset="0"/>
                  <a:cs typeface="Tahoma" panose="020B0604030504040204" pitchFamily="34" charset="0"/>
                </a:endParaRPr>
              </a:p>
            </p:txBody>
          </p:sp>
        </p:grpSp>
        <p:grpSp>
          <p:nvGrpSpPr>
            <p:cNvPr id="74759" name="Group 90">
              <a:extLst>
                <a:ext uri="{FF2B5EF4-FFF2-40B4-BE49-F238E27FC236}">
                  <a16:creationId xmlns:a16="http://schemas.microsoft.com/office/drawing/2014/main" id="{39600A6C-D966-AC44-9B50-23267DBAE40B}"/>
                </a:ext>
              </a:extLst>
            </p:cNvPr>
            <p:cNvGrpSpPr>
              <a:grpSpLocks/>
            </p:cNvGrpSpPr>
            <p:nvPr/>
          </p:nvGrpSpPr>
          <p:grpSpPr bwMode="auto">
            <a:xfrm>
              <a:off x="2439" y="1200"/>
              <a:ext cx="729" cy="1056"/>
              <a:chOff x="528" y="1440"/>
              <a:chExt cx="729" cy="1056"/>
            </a:xfrm>
          </p:grpSpPr>
          <p:sp>
            <p:nvSpPr>
              <p:cNvPr id="74786" name="Rectangle 91">
                <a:extLst>
                  <a:ext uri="{FF2B5EF4-FFF2-40B4-BE49-F238E27FC236}">
                    <a16:creationId xmlns:a16="http://schemas.microsoft.com/office/drawing/2014/main" id="{5D4329AE-E104-EC47-A110-58A94BC7A1CA}"/>
                  </a:ext>
                </a:extLst>
              </p:cNvPr>
              <p:cNvSpPr>
                <a:spLocks noChangeArrowheads="1"/>
              </p:cNvSpPr>
              <p:nvPr/>
            </p:nvSpPr>
            <p:spPr bwMode="auto">
              <a:xfrm>
                <a:off x="528" y="1440"/>
                <a:ext cx="729" cy="1056"/>
              </a:xfrm>
              <a:prstGeom prst="rect">
                <a:avLst/>
              </a:prstGeom>
              <a:solidFill>
                <a:srgbClr val="FFFFFF"/>
              </a:solidFill>
              <a:ln w="3175">
                <a:solidFill>
                  <a:srgbClr val="000000"/>
                </a:solidFill>
                <a:miter lim="800000"/>
                <a:headEnd/>
                <a:tailEnd/>
              </a:ln>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74787" name="Rectangle 92">
                <a:extLst>
                  <a:ext uri="{FF2B5EF4-FFF2-40B4-BE49-F238E27FC236}">
                    <a16:creationId xmlns:a16="http://schemas.microsoft.com/office/drawing/2014/main" id="{411C94DD-130F-9445-8C65-AB86338FF7CE}"/>
                  </a:ext>
                </a:extLst>
              </p:cNvPr>
              <p:cNvSpPr>
                <a:spLocks noChangeArrowheads="1"/>
              </p:cNvSpPr>
              <p:nvPr/>
            </p:nvSpPr>
            <p:spPr bwMode="auto">
              <a:xfrm>
                <a:off x="576" y="1488"/>
                <a:ext cx="62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500" b="1">
                    <a:solidFill>
                      <a:srgbClr val="000000"/>
                    </a:solidFill>
                    <a:latin typeface="Tahoma" panose="020B0604030504040204" pitchFamily="34" charset="0"/>
                    <a:cs typeface="Tahoma" panose="020B0604030504040204" pitchFamily="34" charset="0"/>
                  </a:rPr>
                  <a:t>Hoc</a:t>
                </a:r>
                <a:endParaRPr lang="en-US" altLang="en-US" sz="1800" b="1">
                  <a:latin typeface="Tahoma" panose="020B0604030504040204" pitchFamily="34" charset="0"/>
                  <a:cs typeface="Tahoma" panose="020B0604030504040204" pitchFamily="34" charset="0"/>
                </a:endParaRPr>
              </a:p>
            </p:txBody>
          </p:sp>
          <p:sp>
            <p:nvSpPr>
              <p:cNvPr id="74788" name="Line 93">
                <a:extLst>
                  <a:ext uri="{FF2B5EF4-FFF2-40B4-BE49-F238E27FC236}">
                    <a16:creationId xmlns:a16="http://schemas.microsoft.com/office/drawing/2014/main" id="{8E8B9DCC-9C9B-EA41-9E35-F5DAB8E61E32}"/>
                  </a:ext>
                </a:extLst>
              </p:cNvPr>
              <p:cNvSpPr>
                <a:spLocks noChangeShapeType="1"/>
              </p:cNvSpPr>
              <p:nvPr/>
            </p:nvSpPr>
            <p:spPr bwMode="auto">
              <a:xfrm>
                <a:off x="528" y="1680"/>
                <a:ext cx="72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VN"/>
              </a:p>
            </p:txBody>
          </p:sp>
          <p:sp>
            <p:nvSpPr>
              <p:cNvPr id="74789" name="Rectangle 94">
                <a:extLst>
                  <a:ext uri="{FF2B5EF4-FFF2-40B4-BE49-F238E27FC236}">
                    <a16:creationId xmlns:a16="http://schemas.microsoft.com/office/drawing/2014/main" id="{AC07E243-D362-8B44-BA3F-F77156C2FC9C}"/>
                  </a:ext>
                </a:extLst>
              </p:cNvPr>
              <p:cNvSpPr>
                <a:spLocks noChangeArrowheads="1"/>
              </p:cNvSpPr>
              <p:nvPr/>
            </p:nvSpPr>
            <p:spPr bwMode="auto">
              <a:xfrm>
                <a:off x="624" y="1728"/>
                <a:ext cx="4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500" u="sng">
                    <a:solidFill>
                      <a:srgbClr val="000000"/>
                    </a:solidFill>
                    <a:latin typeface="Tahoma" panose="020B0604030504040204" pitchFamily="34" charset="0"/>
                    <a:cs typeface="Tahoma" panose="020B0604030504040204" pitchFamily="34" charset="0"/>
                  </a:rPr>
                  <a:t>MaSV</a:t>
                </a:r>
                <a:endParaRPr lang="en-US" altLang="en-US" sz="1800" u="sng">
                  <a:latin typeface="Tahoma" panose="020B0604030504040204" pitchFamily="34" charset="0"/>
                  <a:cs typeface="Tahoma" panose="020B0604030504040204" pitchFamily="34" charset="0"/>
                </a:endParaRPr>
              </a:p>
            </p:txBody>
          </p:sp>
          <p:sp>
            <p:nvSpPr>
              <p:cNvPr id="74790" name="Rectangle 95">
                <a:extLst>
                  <a:ext uri="{FF2B5EF4-FFF2-40B4-BE49-F238E27FC236}">
                    <a16:creationId xmlns:a16="http://schemas.microsoft.com/office/drawing/2014/main" id="{0FE7ED39-E7C3-7744-B579-5122F5346E19}"/>
                  </a:ext>
                </a:extLst>
              </p:cNvPr>
              <p:cNvSpPr>
                <a:spLocks noChangeArrowheads="1"/>
              </p:cNvSpPr>
              <p:nvPr/>
            </p:nvSpPr>
            <p:spPr bwMode="auto">
              <a:xfrm>
                <a:off x="624" y="1920"/>
                <a:ext cx="4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500" u="sng">
                    <a:solidFill>
                      <a:srgbClr val="000000"/>
                    </a:solidFill>
                    <a:latin typeface="Tahoma" panose="020B0604030504040204" pitchFamily="34" charset="0"/>
                    <a:cs typeface="Tahoma" panose="020B0604030504040204" pitchFamily="34" charset="0"/>
                  </a:rPr>
                  <a:t>MaHP</a:t>
                </a:r>
                <a:endParaRPr lang="en-US" altLang="en-US" sz="1800" u="sng">
                  <a:latin typeface="Tahoma" panose="020B0604030504040204" pitchFamily="34" charset="0"/>
                  <a:cs typeface="Tahoma" panose="020B0604030504040204" pitchFamily="34" charset="0"/>
                </a:endParaRPr>
              </a:p>
            </p:txBody>
          </p:sp>
          <p:sp>
            <p:nvSpPr>
              <p:cNvPr id="74791" name="Rectangle 96">
                <a:extLst>
                  <a:ext uri="{FF2B5EF4-FFF2-40B4-BE49-F238E27FC236}">
                    <a16:creationId xmlns:a16="http://schemas.microsoft.com/office/drawing/2014/main" id="{BEBB6DF1-253C-0645-87D9-41017C2DC2CB}"/>
                  </a:ext>
                </a:extLst>
              </p:cNvPr>
              <p:cNvSpPr>
                <a:spLocks noChangeArrowheads="1"/>
              </p:cNvSpPr>
              <p:nvPr/>
            </p:nvSpPr>
            <p:spPr bwMode="auto">
              <a:xfrm>
                <a:off x="624" y="2112"/>
                <a:ext cx="4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500">
                    <a:solidFill>
                      <a:srgbClr val="000000"/>
                    </a:solidFill>
                    <a:latin typeface="Tahoma" panose="020B0604030504040204" pitchFamily="34" charset="0"/>
                    <a:cs typeface="Tahoma" panose="020B0604030504040204" pitchFamily="34" charset="0"/>
                  </a:rPr>
                  <a:t>DiemLT</a:t>
                </a:r>
                <a:endParaRPr lang="en-US" altLang="en-US" sz="1800">
                  <a:latin typeface="Tahoma" panose="020B0604030504040204" pitchFamily="34" charset="0"/>
                  <a:cs typeface="Tahoma" panose="020B0604030504040204" pitchFamily="34" charset="0"/>
                </a:endParaRPr>
              </a:p>
            </p:txBody>
          </p:sp>
          <p:sp>
            <p:nvSpPr>
              <p:cNvPr id="74792" name="Rectangle 97">
                <a:extLst>
                  <a:ext uri="{FF2B5EF4-FFF2-40B4-BE49-F238E27FC236}">
                    <a16:creationId xmlns:a16="http://schemas.microsoft.com/office/drawing/2014/main" id="{BA749C6A-A984-8F42-9878-C51A2302D070}"/>
                  </a:ext>
                </a:extLst>
              </p:cNvPr>
              <p:cNvSpPr>
                <a:spLocks noChangeArrowheads="1"/>
              </p:cNvSpPr>
              <p:nvPr/>
            </p:nvSpPr>
            <p:spPr bwMode="auto">
              <a:xfrm>
                <a:off x="624" y="2304"/>
                <a:ext cx="4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500">
                    <a:solidFill>
                      <a:srgbClr val="000000"/>
                    </a:solidFill>
                    <a:latin typeface="Tahoma" panose="020B0604030504040204" pitchFamily="34" charset="0"/>
                    <a:cs typeface="Tahoma" panose="020B0604030504040204" pitchFamily="34" charset="0"/>
                  </a:rPr>
                  <a:t>DiemTH</a:t>
                </a:r>
                <a:endParaRPr lang="en-US" altLang="en-US" sz="1800">
                  <a:latin typeface="Tahoma" panose="020B0604030504040204" pitchFamily="34" charset="0"/>
                  <a:cs typeface="Tahoma" panose="020B0604030504040204" pitchFamily="34" charset="0"/>
                </a:endParaRPr>
              </a:p>
            </p:txBody>
          </p:sp>
        </p:grpSp>
        <p:sp>
          <p:nvSpPr>
            <p:cNvPr id="74760" name="Line 102">
              <a:extLst>
                <a:ext uri="{FF2B5EF4-FFF2-40B4-BE49-F238E27FC236}">
                  <a16:creationId xmlns:a16="http://schemas.microsoft.com/office/drawing/2014/main" id="{716D5BB7-2429-FB4E-AC64-374E83E22E8D}"/>
                </a:ext>
              </a:extLst>
            </p:cNvPr>
            <p:cNvSpPr>
              <a:spLocks noChangeShapeType="1"/>
            </p:cNvSpPr>
            <p:nvPr/>
          </p:nvSpPr>
          <p:spPr bwMode="auto">
            <a:xfrm flipH="1">
              <a:off x="1536" y="1584"/>
              <a:ext cx="96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VN"/>
            </a:p>
          </p:txBody>
        </p:sp>
        <p:sp>
          <p:nvSpPr>
            <p:cNvPr id="74761" name="Line 103">
              <a:extLst>
                <a:ext uri="{FF2B5EF4-FFF2-40B4-BE49-F238E27FC236}">
                  <a16:creationId xmlns:a16="http://schemas.microsoft.com/office/drawing/2014/main" id="{C337CBB9-41B4-DE40-9BED-859287E50F63}"/>
                </a:ext>
              </a:extLst>
            </p:cNvPr>
            <p:cNvSpPr>
              <a:spLocks noChangeShapeType="1"/>
            </p:cNvSpPr>
            <p:nvPr/>
          </p:nvSpPr>
          <p:spPr bwMode="auto">
            <a:xfrm flipV="1">
              <a:off x="2928" y="1584"/>
              <a:ext cx="1008" cy="144"/>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VN"/>
            </a:p>
          </p:txBody>
        </p:sp>
        <p:grpSp>
          <p:nvGrpSpPr>
            <p:cNvPr id="74762" name="Group 113">
              <a:extLst>
                <a:ext uri="{FF2B5EF4-FFF2-40B4-BE49-F238E27FC236}">
                  <a16:creationId xmlns:a16="http://schemas.microsoft.com/office/drawing/2014/main" id="{EFD5C1AA-B358-9E4B-8660-675C143FF036}"/>
                </a:ext>
              </a:extLst>
            </p:cNvPr>
            <p:cNvGrpSpPr>
              <a:grpSpLocks/>
            </p:cNvGrpSpPr>
            <p:nvPr/>
          </p:nvGrpSpPr>
          <p:grpSpPr bwMode="auto">
            <a:xfrm>
              <a:off x="3936" y="1200"/>
              <a:ext cx="733" cy="912"/>
              <a:chOff x="3360" y="1440"/>
              <a:chExt cx="733" cy="912"/>
            </a:xfrm>
          </p:grpSpPr>
          <p:sp>
            <p:nvSpPr>
              <p:cNvPr id="74780" name="Rectangle 9">
                <a:extLst>
                  <a:ext uri="{FF2B5EF4-FFF2-40B4-BE49-F238E27FC236}">
                    <a16:creationId xmlns:a16="http://schemas.microsoft.com/office/drawing/2014/main" id="{9BE43888-3CD6-E443-8FC6-7C4427B0F1C4}"/>
                  </a:ext>
                </a:extLst>
              </p:cNvPr>
              <p:cNvSpPr>
                <a:spLocks noChangeArrowheads="1"/>
              </p:cNvSpPr>
              <p:nvPr/>
            </p:nvSpPr>
            <p:spPr bwMode="auto">
              <a:xfrm>
                <a:off x="3364" y="1440"/>
                <a:ext cx="729" cy="912"/>
              </a:xfrm>
              <a:prstGeom prst="rect">
                <a:avLst/>
              </a:prstGeom>
              <a:solidFill>
                <a:srgbClr val="FFFFFF"/>
              </a:solidFill>
              <a:ln w="3175">
                <a:solidFill>
                  <a:srgbClr val="000000"/>
                </a:solidFill>
                <a:miter lim="800000"/>
                <a:headEnd/>
                <a:tailEnd/>
              </a:ln>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74781" name="Rectangle 10">
                <a:extLst>
                  <a:ext uri="{FF2B5EF4-FFF2-40B4-BE49-F238E27FC236}">
                    <a16:creationId xmlns:a16="http://schemas.microsoft.com/office/drawing/2014/main" id="{DCF027FD-5035-4E4C-9493-A90ED6CB42EE}"/>
                  </a:ext>
                </a:extLst>
              </p:cNvPr>
              <p:cNvSpPr>
                <a:spLocks noChangeArrowheads="1"/>
              </p:cNvSpPr>
              <p:nvPr/>
            </p:nvSpPr>
            <p:spPr bwMode="auto">
              <a:xfrm>
                <a:off x="3553" y="1491"/>
                <a:ext cx="36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500" b="1">
                    <a:solidFill>
                      <a:srgbClr val="000000"/>
                    </a:solidFill>
                    <a:latin typeface="Tahoma" panose="020B0604030504040204" pitchFamily="34" charset="0"/>
                    <a:cs typeface="Tahoma" panose="020B0604030504040204" pitchFamily="34" charset="0"/>
                  </a:rPr>
                  <a:t>HPhan</a:t>
                </a:r>
                <a:endParaRPr lang="en-US" altLang="en-US" sz="1800" b="1">
                  <a:latin typeface="Tahoma" panose="020B0604030504040204" pitchFamily="34" charset="0"/>
                  <a:cs typeface="Tahoma" panose="020B0604030504040204" pitchFamily="34" charset="0"/>
                </a:endParaRPr>
              </a:p>
            </p:txBody>
          </p:sp>
          <p:sp>
            <p:nvSpPr>
              <p:cNvPr id="74782" name="Rectangle 81">
                <a:extLst>
                  <a:ext uri="{FF2B5EF4-FFF2-40B4-BE49-F238E27FC236}">
                    <a16:creationId xmlns:a16="http://schemas.microsoft.com/office/drawing/2014/main" id="{6A7B2253-3199-EB45-99F5-9A3B3AE3A5F2}"/>
                  </a:ext>
                </a:extLst>
              </p:cNvPr>
              <p:cNvSpPr>
                <a:spLocks noChangeArrowheads="1"/>
              </p:cNvSpPr>
              <p:nvPr/>
            </p:nvSpPr>
            <p:spPr bwMode="auto">
              <a:xfrm>
                <a:off x="3456" y="1731"/>
                <a:ext cx="43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500" u="sng">
                    <a:solidFill>
                      <a:srgbClr val="000000"/>
                    </a:solidFill>
                    <a:latin typeface="Tahoma" panose="020B0604030504040204" pitchFamily="34" charset="0"/>
                    <a:cs typeface="Tahoma" panose="020B0604030504040204" pitchFamily="34" charset="0"/>
                  </a:rPr>
                  <a:t>MaHP</a:t>
                </a:r>
                <a:endParaRPr lang="en-US" altLang="en-US" sz="1500" u="sng">
                  <a:latin typeface="Tahoma" panose="020B0604030504040204" pitchFamily="34" charset="0"/>
                  <a:cs typeface="Tahoma" panose="020B0604030504040204" pitchFamily="34" charset="0"/>
                </a:endParaRPr>
              </a:p>
            </p:txBody>
          </p:sp>
          <p:sp>
            <p:nvSpPr>
              <p:cNvPr id="74783" name="Line 88">
                <a:extLst>
                  <a:ext uri="{FF2B5EF4-FFF2-40B4-BE49-F238E27FC236}">
                    <a16:creationId xmlns:a16="http://schemas.microsoft.com/office/drawing/2014/main" id="{B43703AC-B3A5-CB4F-A0CD-86F80194BD32}"/>
                  </a:ext>
                </a:extLst>
              </p:cNvPr>
              <p:cNvSpPr>
                <a:spLocks noChangeShapeType="1"/>
              </p:cNvSpPr>
              <p:nvPr/>
            </p:nvSpPr>
            <p:spPr bwMode="auto">
              <a:xfrm>
                <a:off x="3360" y="1683"/>
                <a:ext cx="72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VN"/>
              </a:p>
            </p:txBody>
          </p:sp>
          <p:sp>
            <p:nvSpPr>
              <p:cNvPr id="74784" name="Rectangle 89">
                <a:extLst>
                  <a:ext uri="{FF2B5EF4-FFF2-40B4-BE49-F238E27FC236}">
                    <a16:creationId xmlns:a16="http://schemas.microsoft.com/office/drawing/2014/main" id="{677BAFD4-8D31-2841-83A5-35C773F5AD06}"/>
                  </a:ext>
                </a:extLst>
              </p:cNvPr>
              <p:cNvSpPr>
                <a:spLocks noChangeArrowheads="1"/>
              </p:cNvSpPr>
              <p:nvPr/>
            </p:nvSpPr>
            <p:spPr bwMode="auto">
              <a:xfrm>
                <a:off x="3456" y="1923"/>
                <a:ext cx="43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500">
                    <a:solidFill>
                      <a:srgbClr val="000000"/>
                    </a:solidFill>
                    <a:latin typeface="Tahoma" panose="020B0604030504040204" pitchFamily="34" charset="0"/>
                    <a:cs typeface="Tahoma" panose="020B0604030504040204" pitchFamily="34" charset="0"/>
                  </a:rPr>
                  <a:t>SLuong</a:t>
                </a:r>
                <a:endParaRPr lang="en-US" altLang="en-US" sz="1500">
                  <a:latin typeface="Tahoma" panose="020B0604030504040204" pitchFamily="34" charset="0"/>
                  <a:cs typeface="Tahoma" panose="020B0604030504040204" pitchFamily="34" charset="0"/>
                </a:endParaRPr>
              </a:p>
            </p:txBody>
          </p:sp>
          <p:sp>
            <p:nvSpPr>
              <p:cNvPr id="74785" name="Rectangle 104">
                <a:extLst>
                  <a:ext uri="{FF2B5EF4-FFF2-40B4-BE49-F238E27FC236}">
                    <a16:creationId xmlns:a16="http://schemas.microsoft.com/office/drawing/2014/main" id="{6DD4CCDF-2284-6A42-9A3D-58D7872AF21B}"/>
                  </a:ext>
                </a:extLst>
              </p:cNvPr>
              <p:cNvSpPr>
                <a:spLocks noChangeArrowheads="1"/>
              </p:cNvSpPr>
              <p:nvPr/>
            </p:nvSpPr>
            <p:spPr bwMode="auto">
              <a:xfrm>
                <a:off x="3456" y="2112"/>
                <a:ext cx="43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500">
                    <a:solidFill>
                      <a:srgbClr val="000000"/>
                    </a:solidFill>
                    <a:latin typeface="Tahoma" panose="020B0604030504040204" pitchFamily="34" charset="0"/>
                    <a:cs typeface="Tahoma" panose="020B0604030504040204" pitchFamily="34" charset="0"/>
                  </a:rPr>
                  <a:t>MaMH</a:t>
                </a:r>
                <a:endParaRPr lang="en-US" altLang="en-US" sz="1500">
                  <a:latin typeface="Tahoma" panose="020B0604030504040204" pitchFamily="34" charset="0"/>
                  <a:cs typeface="Tahoma" panose="020B0604030504040204" pitchFamily="34" charset="0"/>
                </a:endParaRPr>
              </a:p>
            </p:txBody>
          </p:sp>
        </p:grpSp>
        <p:sp>
          <p:nvSpPr>
            <p:cNvPr id="74763" name="Line 105">
              <a:extLst>
                <a:ext uri="{FF2B5EF4-FFF2-40B4-BE49-F238E27FC236}">
                  <a16:creationId xmlns:a16="http://schemas.microsoft.com/office/drawing/2014/main" id="{B60C7532-2730-2E41-AF90-B5DBCAC5271D}"/>
                </a:ext>
              </a:extLst>
            </p:cNvPr>
            <p:cNvSpPr>
              <a:spLocks noChangeShapeType="1"/>
            </p:cNvSpPr>
            <p:nvPr/>
          </p:nvSpPr>
          <p:spPr bwMode="auto">
            <a:xfrm flipH="1">
              <a:off x="3552" y="2016"/>
              <a:ext cx="720" cy="864"/>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VN"/>
            </a:p>
          </p:txBody>
        </p:sp>
        <p:grpSp>
          <p:nvGrpSpPr>
            <p:cNvPr id="74764" name="Group 128">
              <a:extLst>
                <a:ext uri="{FF2B5EF4-FFF2-40B4-BE49-F238E27FC236}">
                  <a16:creationId xmlns:a16="http://schemas.microsoft.com/office/drawing/2014/main" id="{06FB068D-6358-4E41-A936-3A1E8164FB9E}"/>
                </a:ext>
              </a:extLst>
            </p:cNvPr>
            <p:cNvGrpSpPr>
              <a:grpSpLocks/>
            </p:cNvGrpSpPr>
            <p:nvPr/>
          </p:nvGrpSpPr>
          <p:grpSpPr bwMode="auto">
            <a:xfrm>
              <a:off x="2823" y="2496"/>
              <a:ext cx="729" cy="1056"/>
              <a:chOff x="2775" y="2496"/>
              <a:chExt cx="729" cy="1056"/>
            </a:xfrm>
          </p:grpSpPr>
          <p:sp>
            <p:nvSpPr>
              <p:cNvPr id="74773" name="Rectangle 13">
                <a:extLst>
                  <a:ext uri="{FF2B5EF4-FFF2-40B4-BE49-F238E27FC236}">
                    <a16:creationId xmlns:a16="http://schemas.microsoft.com/office/drawing/2014/main" id="{DCD523B2-6CC6-BF48-A12F-F921D2E54FBC}"/>
                  </a:ext>
                </a:extLst>
              </p:cNvPr>
              <p:cNvSpPr>
                <a:spLocks noChangeArrowheads="1"/>
              </p:cNvSpPr>
              <p:nvPr/>
            </p:nvSpPr>
            <p:spPr bwMode="auto">
              <a:xfrm>
                <a:off x="2775" y="2496"/>
                <a:ext cx="729" cy="1056"/>
              </a:xfrm>
              <a:prstGeom prst="rect">
                <a:avLst/>
              </a:prstGeom>
              <a:solidFill>
                <a:srgbClr val="FFFFFF"/>
              </a:solidFill>
              <a:ln w="3175">
                <a:solidFill>
                  <a:srgbClr val="000000"/>
                </a:solidFill>
                <a:miter lim="800000"/>
                <a:headEnd/>
                <a:tailEnd/>
              </a:ln>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74774" name="Rectangle 14">
                <a:extLst>
                  <a:ext uri="{FF2B5EF4-FFF2-40B4-BE49-F238E27FC236}">
                    <a16:creationId xmlns:a16="http://schemas.microsoft.com/office/drawing/2014/main" id="{8CDCFBE4-33A1-2E4E-B02A-0FF0E4C70EBD}"/>
                  </a:ext>
                </a:extLst>
              </p:cNvPr>
              <p:cNvSpPr>
                <a:spLocks noChangeArrowheads="1"/>
              </p:cNvSpPr>
              <p:nvPr/>
            </p:nvSpPr>
            <p:spPr bwMode="auto">
              <a:xfrm>
                <a:off x="2784" y="2533"/>
                <a:ext cx="67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500" b="1">
                    <a:solidFill>
                      <a:srgbClr val="000000"/>
                    </a:solidFill>
                    <a:latin typeface="Tahoma" panose="020B0604030504040204" pitchFamily="34" charset="0"/>
                    <a:cs typeface="Tahoma" panose="020B0604030504040204" pitchFamily="34" charset="0"/>
                  </a:rPr>
                  <a:t>MHoc</a:t>
                </a:r>
                <a:endParaRPr lang="en-US" altLang="en-US" sz="1800" b="1">
                  <a:latin typeface="Tahoma" panose="020B0604030504040204" pitchFamily="34" charset="0"/>
                  <a:cs typeface="Tahoma" panose="020B0604030504040204" pitchFamily="34" charset="0"/>
                </a:endParaRPr>
              </a:p>
            </p:txBody>
          </p:sp>
          <p:sp>
            <p:nvSpPr>
              <p:cNvPr id="74775" name="Line 98">
                <a:extLst>
                  <a:ext uri="{FF2B5EF4-FFF2-40B4-BE49-F238E27FC236}">
                    <a16:creationId xmlns:a16="http://schemas.microsoft.com/office/drawing/2014/main" id="{BDAB2CEB-523A-6647-AC52-00F2D68DEF92}"/>
                  </a:ext>
                </a:extLst>
              </p:cNvPr>
              <p:cNvSpPr>
                <a:spLocks noChangeShapeType="1"/>
              </p:cNvSpPr>
              <p:nvPr/>
            </p:nvSpPr>
            <p:spPr bwMode="auto">
              <a:xfrm>
                <a:off x="2784" y="2725"/>
                <a:ext cx="72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VN"/>
              </a:p>
            </p:txBody>
          </p:sp>
          <p:sp>
            <p:nvSpPr>
              <p:cNvPr id="74776" name="Rectangle 99">
                <a:extLst>
                  <a:ext uri="{FF2B5EF4-FFF2-40B4-BE49-F238E27FC236}">
                    <a16:creationId xmlns:a16="http://schemas.microsoft.com/office/drawing/2014/main" id="{E2B6D881-1422-054B-8B32-B6108D3892F7}"/>
                  </a:ext>
                </a:extLst>
              </p:cNvPr>
              <p:cNvSpPr>
                <a:spLocks noChangeArrowheads="1"/>
              </p:cNvSpPr>
              <p:nvPr/>
            </p:nvSpPr>
            <p:spPr bwMode="auto">
              <a:xfrm>
                <a:off x="2832" y="2773"/>
                <a:ext cx="43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500" u="sng">
                    <a:solidFill>
                      <a:srgbClr val="000000"/>
                    </a:solidFill>
                    <a:latin typeface="Tahoma" panose="020B0604030504040204" pitchFamily="34" charset="0"/>
                    <a:cs typeface="Tahoma" panose="020B0604030504040204" pitchFamily="34" charset="0"/>
                  </a:rPr>
                  <a:t>MaMH</a:t>
                </a:r>
                <a:endParaRPr lang="en-US" altLang="en-US" sz="1500" u="sng">
                  <a:latin typeface="Tahoma" panose="020B0604030504040204" pitchFamily="34" charset="0"/>
                  <a:cs typeface="Tahoma" panose="020B0604030504040204" pitchFamily="34" charset="0"/>
                </a:endParaRPr>
              </a:p>
            </p:txBody>
          </p:sp>
          <p:sp>
            <p:nvSpPr>
              <p:cNvPr id="74777" name="Rectangle 100">
                <a:extLst>
                  <a:ext uri="{FF2B5EF4-FFF2-40B4-BE49-F238E27FC236}">
                    <a16:creationId xmlns:a16="http://schemas.microsoft.com/office/drawing/2014/main" id="{578D0CFE-3F75-9B46-9644-606527DF921C}"/>
                  </a:ext>
                </a:extLst>
              </p:cNvPr>
              <p:cNvSpPr>
                <a:spLocks noChangeArrowheads="1"/>
              </p:cNvSpPr>
              <p:nvPr/>
            </p:nvSpPr>
            <p:spPr bwMode="auto">
              <a:xfrm>
                <a:off x="2832" y="2965"/>
                <a:ext cx="43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500">
                    <a:solidFill>
                      <a:srgbClr val="000000"/>
                    </a:solidFill>
                    <a:latin typeface="Tahoma" panose="020B0604030504040204" pitchFamily="34" charset="0"/>
                    <a:cs typeface="Tahoma" panose="020B0604030504040204" pitchFamily="34" charset="0"/>
                  </a:rPr>
                  <a:t>TenMH</a:t>
                </a:r>
                <a:endParaRPr lang="en-US" altLang="en-US" sz="1500">
                  <a:latin typeface="Tahoma" panose="020B0604030504040204" pitchFamily="34" charset="0"/>
                  <a:cs typeface="Tahoma" panose="020B0604030504040204" pitchFamily="34" charset="0"/>
                </a:endParaRPr>
              </a:p>
            </p:txBody>
          </p:sp>
          <p:sp>
            <p:nvSpPr>
              <p:cNvPr id="74778" name="Rectangle 107">
                <a:extLst>
                  <a:ext uri="{FF2B5EF4-FFF2-40B4-BE49-F238E27FC236}">
                    <a16:creationId xmlns:a16="http://schemas.microsoft.com/office/drawing/2014/main" id="{929BA3F3-1717-A547-AA93-D5F0E96ACDA0}"/>
                  </a:ext>
                </a:extLst>
              </p:cNvPr>
              <p:cNvSpPr>
                <a:spLocks noChangeArrowheads="1"/>
              </p:cNvSpPr>
              <p:nvPr/>
            </p:nvSpPr>
            <p:spPr bwMode="auto">
              <a:xfrm>
                <a:off x="2832" y="3157"/>
                <a:ext cx="43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500">
                    <a:solidFill>
                      <a:srgbClr val="000000"/>
                    </a:solidFill>
                    <a:latin typeface="Tahoma" panose="020B0604030504040204" pitchFamily="34" charset="0"/>
                    <a:cs typeface="Tahoma" panose="020B0604030504040204" pitchFamily="34" charset="0"/>
                  </a:rPr>
                  <a:t>Khoa</a:t>
                </a:r>
                <a:endParaRPr lang="en-US" altLang="en-US" sz="1500">
                  <a:latin typeface="Tahoma" panose="020B0604030504040204" pitchFamily="34" charset="0"/>
                  <a:cs typeface="Tahoma" panose="020B0604030504040204" pitchFamily="34" charset="0"/>
                </a:endParaRPr>
              </a:p>
            </p:txBody>
          </p:sp>
          <p:sp>
            <p:nvSpPr>
              <p:cNvPr id="74779" name="Rectangle 108">
                <a:extLst>
                  <a:ext uri="{FF2B5EF4-FFF2-40B4-BE49-F238E27FC236}">
                    <a16:creationId xmlns:a16="http://schemas.microsoft.com/office/drawing/2014/main" id="{48B0C30D-1719-3E4B-8554-05F1DF4A8481}"/>
                  </a:ext>
                </a:extLst>
              </p:cNvPr>
              <p:cNvSpPr>
                <a:spLocks noChangeArrowheads="1"/>
              </p:cNvSpPr>
              <p:nvPr/>
            </p:nvSpPr>
            <p:spPr bwMode="auto">
              <a:xfrm>
                <a:off x="2832" y="3360"/>
                <a:ext cx="43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500">
                    <a:solidFill>
                      <a:srgbClr val="000000"/>
                    </a:solidFill>
                    <a:latin typeface="Tahoma" panose="020B0604030504040204" pitchFamily="34" charset="0"/>
                    <a:cs typeface="Tahoma" panose="020B0604030504040204" pitchFamily="34" charset="0"/>
                  </a:rPr>
                  <a:t>TinChi</a:t>
                </a:r>
                <a:endParaRPr lang="en-US" altLang="en-US" sz="1500">
                  <a:latin typeface="Tahoma" panose="020B0604030504040204" pitchFamily="34" charset="0"/>
                  <a:cs typeface="Tahoma" panose="020B0604030504040204" pitchFamily="34" charset="0"/>
                </a:endParaRPr>
              </a:p>
            </p:txBody>
          </p:sp>
        </p:grpSp>
        <p:grpSp>
          <p:nvGrpSpPr>
            <p:cNvPr id="74765" name="Group 129">
              <a:extLst>
                <a:ext uri="{FF2B5EF4-FFF2-40B4-BE49-F238E27FC236}">
                  <a16:creationId xmlns:a16="http://schemas.microsoft.com/office/drawing/2014/main" id="{95925D8C-A802-894A-92FE-4C57798BE0BA}"/>
                </a:ext>
              </a:extLst>
            </p:cNvPr>
            <p:cNvGrpSpPr>
              <a:grpSpLocks/>
            </p:cNvGrpSpPr>
            <p:nvPr/>
          </p:nvGrpSpPr>
          <p:grpSpPr bwMode="auto">
            <a:xfrm>
              <a:off x="1392" y="2592"/>
              <a:ext cx="729" cy="720"/>
              <a:chOff x="1344" y="2592"/>
              <a:chExt cx="729" cy="720"/>
            </a:xfrm>
          </p:grpSpPr>
          <p:sp>
            <p:nvSpPr>
              <p:cNvPr id="74768" name="Rectangle 118">
                <a:extLst>
                  <a:ext uri="{FF2B5EF4-FFF2-40B4-BE49-F238E27FC236}">
                    <a16:creationId xmlns:a16="http://schemas.microsoft.com/office/drawing/2014/main" id="{CF066857-DC24-EC49-9A94-2FB89F44E3F6}"/>
                  </a:ext>
                </a:extLst>
              </p:cNvPr>
              <p:cNvSpPr>
                <a:spLocks noChangeArrowheads="1"/>
              </p:cNvSpPr>
              <p:nvPr/>
            </p:nvSpPr>
            <p:spPr bwMode="auto">
              <a:xfrm>
                <a:off x="1344" y="2592"/>
                <a:ext cx="729" cy="720"/>
              </a:xfrm>
              <a:prstGeom prst="rect">
                <a:avLst/>
              </a:prstGeom>
              <a:solidFill>
                <a:srgbClr val="FFFFFF"/>
              </a:solidFill>
              <a:ln w="3175">
                <a:solidFill>
                  <a:srgbClr val="000000"/>
                </a:solidFill>
                <a:miter lim="800000"/>
                <a:headEnd/>
                <a:tailEnd/>
              </a:ln>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74769" name="Rectangle 119">
                <a:extLst>
                  <a:ext uri="{FF2B5EF4-FFF2-40B4-BE49-F238E27FC236}">
                    <a16:creationId xmlns:a16="http://schemas.microsoft.com/office/drawing/2014/main" id="{6EDC98B5-A31F-9E4B-815A-79A5DC0AC2E2}"/>
                  </a:ext>
                </a:extLst>
              </p:cNvPr>
              <p:cNvSpPr>
                <a:spLocks noChangeArrowheads="1"/>
              </p:cNvSpPr>
              <p:nvPr/>
            </p:nvSpPr>
            <p:spPr bwMode="auto">
              <a:xfrm>
                <a:off x="1353" y="2629"/>
                <a:ext cx="67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500" b="1">
                    <a:solidFill>
                      <a:srgbClr val="000000"/>
                    </a:solidFill>
                    <a:latin typeface="Tahoma" panose="020B0604030504040204" pitchFamily="34" charset="0"/>
                    <a:cs typeface="Tahoma" panose="020B0604030504040204" pitchFamily="34" charset="0"/>
                  </a:rPr>
                  <a:t>DKien</a:t>
                </a:r>
                <a:endParaRPr lang="en-US" altLang="en-US" sz="1800" b="1">
                  <a:latin typeface="Tahoma" panose="020B0604030504040204" pitchFamily="34" charset="0"/>
                  <a:cs typeface="Tahoma" panose="020B0604030504040204" pitchFamily="34" charset="0"/>
                </a:endParaRPr>
              </a:p>
            </p:txBody>
          </p:sp>
          <p:sp>
            <p:nvSpPr>
              <p:cNvPr id="74770" name="Line 120">
                <a:extLst>
                  <a:ext uri="{FF2B5EF4-FFF2-40B4-BE49-F238E27FC236}">
                    <a16:creationId xmlns:a16="http://schemas.microsoft.com/office/drawing/2014/main" id="{00E0E20F-B131-4847-A4EF-0DE50EE0DB49}"/>
                  </a:ext>
                </a:extLst>
              </p:cNvPr>
              <p:cNvSpPr>
                <a:spLocks noChangeShapeType="1"/>
              </p:cNvSpPr>
              <p:nvPr/>
            </p:nvSpPr>
            <p:spPr bwMode="auto">
              <a:xfrm>
                <a:off x="1353" y="2821"/>
                <a:ext cx="72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VN"/>
              </a:p>
            </p:txBody>
          </p:sp>
          <p:sp>
            <p:nvSpPr>
              <p:cNvPr id="74771" name="Rectangle 121">
                <a:extLst>
                  <a:ext uri="{FF2B5EF4-FFF2-40B4-BE49-F238E27FC236}">
                    <a16:creationId xmlns:a16="http://schemas.microsoft.com/office/drawing/2014/main" id="{A1BD60B9-EDE4-8B44-95EC-63E504950614}"/>
                  </a:ext>
                </a:extLst>
              </p:cNvPr>
              <p:cNvSpPr>
                <a:spLocks noChangeArrowheads="1"/>
              </p:cNvSpPr>
              <p:nvPr/>
            </p:nvSpPr>
            <p:spPr bwMode="auto">
              <a:xfrm>
                <a:off x="1401" y="2869"/>
                <a:ext cx="43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500" u="sng">
                    <a:solidFill>
                      <a:srgbClr val="000000"/>
                    </a:solidFill>
                    <a:latin typeface="Tahoma" panose="020B0604030504040204" pitchFamily="34" charset="0"/>
                    <a:cs typeface="Tahoma" panose="020B0604030504040204" pitchFamily="34" charset="0"/>
                  </a:rPr>
                  <a:t>MaMH</a:t>
                </a:r>
                <a:endParaRPr lang="en-US" altLang="en-US" sz="1500" u="sng">
                  <a:latin typeface="Tahoma" panose="020B0604030504040204" pitchFamily="34" charset="0"/>
                  <a:cs typeface="Tahoma" panose="020B0604030504040204" pitchFamily="34" charset="0"/>
                </a:endParaRPr>
              </a:p>
            </p:txBody>
          </p:sp>
          <p:sp>
            <p:nvSpPr>
              <p:cNvPr id="74772" name="Rectangle 123">
                <a:extLst>
                  <a:ext uri="{FF2B5EF4-FFF2-40B4-BE49-F238E27FC236}">
                    <a16:creationId xmlns:a16="http://schemas.microsoft.com/office/drawing/2014/main" id="{4BF997E1-39C1-BE4C-A4EA-52D0C58DD9EF}"/>
                  </a:ext>
                </a:extLst>
              </p:cNvPr>
              <p:cNvSpPr>
                <a:spLocks noChangeArrowheads="1"/>
              </p:cNvSpPr>
              <p:nvPr/>
            </p:nvSpPr>
            <p:spPr bwMode="auto">
              <a:xfrm>
                <a:off x="1401" y="3072"/>
                <a:ext cx="67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500" u="sng">
                    <a:solidFill>
                      <a:srgbClr val="000000"/>
                    </a:solidFill>
                    <a:latin typeface="Tahoma" panose="020B0604030504040204" pitchFamily="34" charset="0"/>
                    <a:cs typeface="Tahoma" panose="020B0604030504040204" pitchFamily="34" charset="0"/>
                  </a:rPr>
                  <a:t>MaMHTruoc</a:t>
                </a:r>
                <a:endParaRPr lang="en-US" altLang="en-US" sz="1500" u="sng">
                  <a:latin typeface="Tahoma" panose="020B0604030504040204" pitchFamily="34" charset="0"/>
                  <a:cs typeface="Tahoma" panose="020B0604030504040204" pitchFamily="34" charset="0"/>
                </a:endParaRPr>
              </a:p>
            </p:txBody>
          </p:sp>
        </p:grpSp>
        <p:sp>
          <p:nvSpPr>
            <p:cNvPr id="74766" name="Line 126">
              <a:extLst>
                <a:ext uri="{FF2B5EF4-FFF2-40B4-BE49-F238E27FC236}">
                  <a16:creationId xmlns:a16="http://schemas.microsoft.com/office/drawing/2014/main" id="{5F4D7638-B67A-9D41-A137-700AA346E755}"/>
                </a:ext>
              </a:extLst>
            </p:cNvPr>
            <p:cNvSpPr>
              <a:spLocks noChangeShapeType="1"/>
            </p:cNvSpPr>
            <p:nvPr/>
          </p:nvSpPr>
          <p:spPr bwMode="auto">
            <a:xfrm flipV="1">
              <a:off x="1968" y="2832"/>
              <a:ext cx="912" cy="96"/>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VN"/>
            </a:p>
          </p:txBody>
        </p:sp>
        <p:sp>
          <p:nvSpPr>
            <p:cNvPr id="74767" name="Line 127">
              <a:extLst>
                <a:ext uri="{FF2B5EF4-FFF2-40B4-BE49-F238E27FC236}">
                  <a16:creationId xmlns:a16="http://schemas.microsoft.com/office/drawing/2014/main" id="{5F5DA233-FFEF-9649-AA35-A8ABBDDA0B4C}"/>
                </a:ext>
              </a:extLst>
            </p:cNvPr>
            <p:cNvSpPr>
              <a:spLocks noChangeShapeType="1"/>
            </p:cNvSpPr>
            <p:nvPr/>
          </p:nvSpPr>
          <p:spPr bwMode="auto">
            <a:xfrm flipV="1">
              <a:off x="2064" y="2880"/>
              <a:ext cx="816" cy="288"/>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VN"/>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Date Placeholder 3">
            <a:extLst>
              <a:ext uri="{FF2B5EF4-FFF2-40B4-BE49-F238E27FC236}">
                <a16:creationId xmlns:a16="http://schemas.microsoft.com/office/drawing/2014/main" id="{EF8695F1-B167-AC4D-AD16-C12B04F0F415}"/>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76803" name="Slide Number Placeholder 5">
            <a:extLst>
              <a:ext uri="{FF2B5EF4-FFF2-40B4-BE49-F238E27FC236}">
                <a16:creationId xmlns:a16="http://schemas.microsoft.com/office/drawing/2014/main" id="{D13302D0-D26B-894F-8B81-D07B06125B6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r">
              <a:spcBef>
                <a:spcPct val="0"/>
              </a:spcBef>
              <a:buClrTx/>
              <a:buFontTx/>
              <a:buNone/>
            </a:pPr>
            <a:fld id="{57AD25F4-F3AC-9C47-846A-56F5C1317B37}" type="slidenum">
              <a:rPr lang="en-US" altLang="en-US" sz="1000" smtClean="0"/>
              <a:pPr algn="r">
                <a:spcBef>
                  <a:spcPct val="0"/>
                </a:spcBef>
                <a:buClrTx/>
                <a:buFontTx/>
                <a:buNone/>
              </a:pPr>
              <a:t>44</a:t>
            </a:fld>
            <a:endParaRPr lang="en-US" altLang="en-US" sz="1000"/>
          </a:p>
        </p:txBody>
      </p:sp>
      <p:sp>
        <p:nvSpPr>
          <p:cNvPr id="76804" name="Rectangle 2">
            <a:extLst>
              <a:ext uri="{FF2B5EF4-FFF2-40B4-BE49-F238E27FC236}">
                <a16:creationId xmlns:a16="http://schemas.microsoft.com/office/drawing/2014/main" id="{858B5A05-FB16-F245-89DD-7BE683E06F4D}"/>
              </a:ext>
            </a:extLst>
          </p:cNvPr>
          <p:cNvSpPr>
            <a:spLocks noGrp="1" noChangeArrowheads="1"/>
          </p:cNvSpPr>
          <p:nvPr>
            <p:ph type="title"/>
          </p:nvPr>
        </p:nvSpPr>
        <p:spPr/>
        <p:txBody>
          <a:bodyPr/>
          <a:lstStyle/>
          <a:p>
            <a:pPr eaLnBrk="1" hangingPunct="1"/>
            <a:r>
              <a:rPr lang="en-US" altLang="en-US"/>
              <a:t>Ví dụ mô hình mạng</a:t>
            </a:r>
          </a:p>
        </p:txBody>
      </p:sp>
      <p:grpSp>
        <p:nvGrpSpPr>
          <p:cNvPr id="76805" name="Group 18">
            <a:extLst>
              <a:ext uri="{FF2B5EF4-FFF2-40B4-BE49-F238E27FC236}">
                <a16:creationId xmlns:a16="http://schemas.microsoft.com/office/drawing/2014/main" id="{2E99D0EF-47F3-CC46-BA31-C42ADD314BD0}"/>
              </a:ext>
            </a:extLst>
          </p:cNvPr>
          <p:cNvGrpSpPr>
            <a:grpSpLocks/>
          </p:cNvGrpSpPr>
          <p:nvPr/>
        </p:nvGrpSpPr>
        <p:grpSpPr bwMode="auto">
          <a:xfrm>
            <a:off x="1181100" y="1828800"/>
            <a:ext cx="7515225" cy="3660775"/>
            <a:chOff x="432" y="1018"/>
            <a:chExt cx="5194" cy="2626"/>
          </a:xfrm>
        </p:grpSpPr>
        <p:sp>
          <p:nvSpPr>
            <p:cNvPr id="76806" name="Rectangle 3">
              <a:extLst>
                <a:ext uri="{FF2B5EF4-FFF2-40B4-BE49-F238E27FC236}">
                  <a16:creationId xmlns:a16="http://schemas.microsoft.com/office/drawing/2014/main" id="{FA5098AF-9D30-B941-9371-51A5434B2466}"/>
                </a:ext>
              </a:extLst>
            </p:cNvPr>
            <p:cNvSpPr>
              <a:spLocks noChangeArrowheads="1"/>
            </p:cNvSpPr>
            <p:nvPr/>
          </p:nvSpPr>
          <p:spPr bwMode="auto">
            <a:xfrm>
              <a:off x="432" y="1107"/>
              <a:ext cx="1066" cy="234"/>
            </a:xfrm>
            <a:prstGeom prst="rect">
              <a:avLst/>
            </a:prstGeom>
            <a:noFill/>
            <a:ln w="635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a:spcBef>
                  <a:spcPct val="0"/>
                </a:spcBef>
                <a:buClrTx/>
                <a:buFontTx/>
                <a:buNone/>
              </a:pPr>
              <a:r>
                <a:rPr lang="en-US" altLang="en-US" sz="1500" b="1">
                  <a:latin typeface="Tahoma" panose="020B0604030504040204" pitchFamily="34" charset="0"/>
                </a:rPr>
                <a:t>SVien</a:t>
              </a:r>
            </a:p>
          </p:txBody>
        </p:sp>
        <p:sp>
          <p:nvSpPr>
            <p:cNvPr id="76807" name="Rectangle 4">
              <a:extLst>
                <a:ext uri="{FF2B5EF4-FFF2-40B4-BE49-F238E27FC236}">
                  <a16:creationId xmlns:a16="http://schemas.microsoft.com/office/drawing/2014/main" id="{EAB67E34-77C9-8544-A189-505670B0D8EF}"/>
                </a:ext>
              </a:extLst>
            </p:cNvPr>
            <p:cNvSpPr>
              <a:spLocks noChangeArrowheads="1"/>
            </p:cNvSpPr>
            <p:nvPr/>
          </p:nvSpPr>
          <p:spPr bwMode="auto">
            <a:xfrm>
              <a:off x="2878" y="1018"/>
              <a:ext cx="1065" cy="332"/>
            </a:xfrm>
            <a:prstGeom prst="rect">
              <a:avLst/>
            </a:prstGeom>
            <a:noFill/>
            <a:ln w="635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a:spcBef>
                  <a:spcPct val="0"/>
                </a:spcBef>
                <a:buClrTx/>
                <a:buFontTx/>
                <a:buNone/>
              </a:pPr>
              <a:r>
                <a:rPr lang="en-US" altLang="en-US" sz="1500" b="1">
                  <a:latin typeface="Tahoma" panose="020B0604030504040204" pitchFamily="34" charset="0"/>
                </a:rPr>
                <a:t>MHoc     </a:t>
              </a:r>
              <a:r>
                <a:rPr lang="en-US" altLang="en-US" sz="2400">
                  <a:latin typeface="Tahoma" panose="020B0604030504040204" pitchFamily="34" charset="0"/>
                </a:rPr>
                <a:t>   </a:t>
              </a:r>
            </a:p>
          </p:txBody>
        </p:sp>
        <p:sp>
          <p:nvSpPr>
            <p:cNvPr id="76808" name="Rectangle 5">
              <a:extLst>
                <a:ext uri="{FF2B5EF4-FFF2-40B4-BE49-F238E27FC236}">
                  <a16:creationId xmlns:a16="http://schemas.microsoft.com/office/drawing/2014/main" id="{F1C30653-5E42-1942-AFA8-A7D3F0C8CBAE}"/>
                </a:ext>
              </a:extLst>
            </p:cNvPr>
            <p:cNvSpPr>
              <a:spLocks noChangeArrowheads="1"/>
            </p:cNvSpPr>
            <p:nvPr/>
          </p:nvSpPr>
          <p:spPr bwMode="auto">
            <a:xfrm>
              <a:off x="2811" y="2356"/>
              <a:ext cx="1197" cy="235"/>
            </a:xfrm>
            <a:prstGeom prst="rect">
              <a:avLst/>
            </a:prstGeom>
            <a:noFill/>
            <a:ln w="635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a:spcBef>
                  <a:spcPct val="0"/>
                </a:spcBef>
                <a:buClrTx/>
                <a:buFontTx/>
                <a:buNone/>
              </a:pPr>
              <a:r>
                <a:rPr lang="en-US" altLang="en-US" sz="1500" b="1">
                  <a:latin typeface="Tahoma" panose="020B0604030504040204" pitchFamily="34" charset="0"/>
                </a:rPr>
                <a:t>HPhan</a:t>
              </a:r>
            </a:p>
          </p:txBody>
        </p:sp>
        <p:sp>
          <p:nvSpPr>
            <p:cNvPr id="76809" name="Rectangle 6">
              <a:extLst>
                <a:ext uri="{FF2B5EF4-FFF2-40B4-BE49-F238E27FC236}">
                  <a16:creationId xmlns:a16="http://schemas.microsoft.com/office/drawing/2014/main" id="{9313B938-11C9-ED45-9CA1-9A818BA88953}"/>
                </a:ext>
              </a:extLst>
            </p:cNvPr>
            <p:cNvSpPr>
              <a:spLocks noChangeArrowheads="1"/>
            </p:cNvSpPr>
            <p:nvPr/>
          </p:nvSpPr>
          <p:spPr bwMode="auto">
            <a:xfrm>
              <a:off x="1700" y="3409"/>
              <a:ext cx="1001" cy="235"/>
            </a:xfrm>
            <a:prstGeom prst="rect">
              <a:avLst/>
            </a:prstGeom>
            <a:noFill/>
            <a:ln w="635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a:spcBef>
                  <a:spcPct val="0"/>
                </a:spcBef>
                <a:buClrTx/>
                <a:buFontTx/>
                <a:buNone/>
              </a:pPr>
              <a:r>
                <a:rPr lang="en-US" altLang="en-US" sz="1500" b="1">
                  <a:latin typeface="Tahoma" panose="020B0604030504040204" pitchFamily="34" charset="0"/>
                </a:rPr>
                <a:t>KQua</a:t>
              </a:r>
            </a:p>
          </p:txBody>
        </p:sp>
        <p:sp>
          <p:nvSpPr>
            <p:cNvPr id="76810" name="Rectangle 7">
              <a:extLst>
                <a:ext uri="{FF2B5EF4-FFF2-40B4-BE49-F238E27FC236}">
                  <a16:creationId xmlns:a16="http://schemas.microsoft.com/office/drawing/2014/main" id="{3A0D0881-9E17-734B-8605-B8E026A42523}"/>
                </a:ext>
              </a:extLst>
            </p:cNvPr>
            <p:cNvSpPr>
              <a:spLocks noChangeArrowheads="1"/>
            </p:cNvSpPr>
            <p:nvPr/>
          </p:nvSpPr>
          <p:spPr bwMode="auto">
            <a:xfrm>
              <a:off x="4525" y="2356"/>
              <a:ext cx="1101" cy="235"/>
            </a:xfrm>
            <a:prstGeom prst="rect">
              <a:avLst/>
            </a:prstGeom>
            <a:noFill/>
            <a:ln w="635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a:spcBef>
                  <a:spcPct val="0"/>
                </a:spcBef>
                <a:buClrTx/>
                <a:buFontTx/>
                <a:buNone/>
              </a:pPr>
              <a:r>
                <a:rPr lang="en-US" altLang="en-US" sz="1500" b="1">
                  <a:latin typeface="Tahoma" panose="020B0604030504040204" pitchFamily="34" charset="0"/>
                </a:rPr>
                <a:t>DKien</a:t>
              </a:r>
            </a:p>
          </p:txBody>
        </p:sp>
        <p:sp>
          <p:nvSpPr>
            <p:cNvPr id="76811" name="Line 8">
              <a:extLst>
                <a:ext uri="{FF2B5EF4-FFF2-40B4-BE49-F238E27FC236}">
                  <a16:creationId xmlns:a16="http://schemas.microsoft.com/office/drawing/2014/main" id="{5ADDB696-8B36-B744-844F-1ADECE688DDC}"/>
                </a:ext>
              </a:extLst>
            </p:cNvPr>
            <p:cNvSpPr>
              <a:spLocks noChangeShapeType="1"/>
            </p:cNvSpPr>
            <p:nvPr/>
          </p:nvSpPr>
          <p:spPr bwMode="auto">
            <a:xfrm>
              <a:off x="960" y="1392"/>
              <a:ext cx="1248" cy="1968"/>
            </a:xfrm>
            <a:prstGeom prst="line">
              <a:avLst/>
            </a:prstGeom>
            <a:noFill/>
            <a:ln w="63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VN"/>
            </a:p>
          </p:txBody>
        </p:sp>
        <p:sp>
          <p:nvSpPr>
            <p:cNvPr id="76812" name="Line 9">
              <a:extLst>
                <a:ext uri="{FF2B5EF4-FFF2-40B4-BE49-F238E27FC236}">
                  <a16:creationId xmlns:a16="http://schemas.microsoft.com/office/drawing/2014/main" id="{27659CB2-A2BA-3846-8B06-0C10B055B654}"/>
                </a:ext>
              </a:extLst>
            </p:cNvPr>
            <p:cNvSpPr>
              <a:spLocks noChangeShapeType="1"/>
            </p:cNvSpPr>
            <p:nvPr/>
          </p:nvSpPr>
          <p:spPr bwMode="auto">
            <a:xfrm>
              <a:off x="3408" y="1344"/>
              <a:ext cx="0" cy="960"/>
            </a:xfrm>
            <a:prstGeom prst="line">
              <a:avLst/>
            </a:prstGeom>
            <a:noFill/>
            <a:ln w="63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VN"/>
            </a:p>
          </p:txBody>
        </p:sp>
        <p:sp>
          <p:nvSpPr>
            <p:cNvPr id="76813" name="Line 10">
              <a:extLst>
                <a:ext uri="{FF2B5EF4-FFF2-40B4-BE49-F238E27FC236}">
                  <a16:creationId xmlns:a16="http://schemas.microsoft.com/office/drawing/2014/main" id="{0CFAE308-EF72-1A46-9DA0-141B7123E744}"/>
                </a:ext>
              </a:extLst>
            </p:cNvPr>
            <p:cNvSpPr>
              <a:spLocks noChangeShapeType="1"/>
            </p:cNvSpPr>
            <p:nvPr/>
          </p:nvSpPr>
          <p:spPr bwMode="auto">
            <a:xfrm flipH="1">
              <a:off x="2544" y="2640"/>
              <a:ext cx="864" cy="720"/>
            </a:xfrm>
            <a:prstGeom prst="line">
              <a:avLst/>
            </a:prstGeom>
            <a:noFill/>
            <a:ln w="63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VN"/>
            </a:p>
          </p:txBody>
        </p:sp>
        <p:sp>
          <p:nvSpPr>
            <p:cNvPr id="76814" name="Line 11">
              <a:extLst>
                <a:ext uri="{FF2B5EF4-FFF2-40B4-BE49-F238E27FC236}">
                  <a16:creationId xmlns:a16="http://schemas.microsoft.com/office/drawing/2014/main" id="{4545BB8F-08CD-E546-AA28-B391D4542B57}"/>
                </a:ext>
              </a:extLst>
            </p:cNvPr>
            <p:cNvSpPr>
              <a:spLocks noChangeShapeType="1"/>
            </p:cNvSpPr>
            <p:nvPr/>
          </p:nvSpPr>
          <p:spPr bwMode="auto">
            <a:xfrm>
              <a:off x="3792" y="1344"/>
              <a:ext cx="1152" cy="960"/>
            </a:xfrm>
            <a:prstGeom prst="line">
              <a:avLst/>
            </a:prstGeom>
            <a:noFill/>
            <a:ln w="63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VN"/>
            </a:p>
          </p:txBody>
        </p:sp>
        <p:sp>
          <p:nvSpPr>
            <p:cNvPr id="76815" name="Line 12">
              <a:extLst>
                <a:ext uri="{FF2B5EF4-FFF2-40B4-BE49-F238E27FC236}">
                  <a16:creationId xmlns:a16="http://schemas.microsoft.com/office/drawing/2014/main" id="{A8E90099-4A25-414F-8B1C-E69687CFE721}"/>
                </a:ext>
              </a:extLst>
            </p:cNvPr>
            <p:cNvSpPr>
              <a:spLocks noChangeShapeType="1"/>
            </p:cNvSpPr>
            <p:nvPr/>
          </p:nvSpPr>
          <p:spPr bwMode="auto">
            <a:xfrm flipH="1" flipV="1">
              <a:off x="3936" y="1200"/>
              <a:ext cx="1344" cy="1104"/>
            </a:xfrm>
            <a:prstGeom prst="line">
              <a:avLst/>
            </a:prstGeom>
            <a:noFill/>
            <a:ln w="63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VN"/>
            </a:p>
          </p:txBody>
        </p:sp>
        <p:sp>
          <p:nvSpPr>
            <p:cNvPr id="76816" name="Text Box 13">
              <a:extLst>
                <a:ext uri="{FF2B5EF4-FFF2-40B4-BE49-F238E27FC236}">
                  <a16:creationId xmlns:a16="http://schemas.microsoft.com/office/drawing/2014/main" id="{F00F4820-D514-4442-B92C-721AC586B6CD}"/>
                </a:ext>
              </a:extLst>
            </p:cNvPr>
            <p:cNvSpPr txBox="1">
              <a:spLocks noChangeArrowheads="1"/>
            </p:cNvSpPr>
            <p:nvPr/>
          </p:nvSpPr>
          <p:spPr bwMode="auto">
            <a:xfrm>
              <a:off x="524" y="2273"/>
              <a:ext cx="776"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wrap="none">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a:spcBef>
                  <a:spcPct val="0"/>
                </a:spcBef>
                <a:buClrTx/>
                <a:buFontTx/>
                <a:buNone/>
              </a:pPr>
              <a:r>
                <a:rPr lang="en-US" altLang="en-US" sz="1300">
                  <a:latin typeface="Tahoma" panose="020B0604030504040204" pitchFamily="34" charset="0"/>
                </a:rPr>
                <a:t>SVIEN_DIEM</a:t>
              </a:r>
            </a:p>
          </p:txBody>
        </p:sp>
        <p:sp>
          <p:nvSpPr>
            <p:cNvPr id="76817" name="Text Box 14">
              <a:extLst>
                <a:ext uri="{FF2B5EF4-FFF2-40B4-BE49-F238E27FC236}">
                  <a16:creationId xmlns:a16="http://schemas.microsoft.com/office/drawing/2014/main" id="{B766A3EB-0620-CE42-A0A1-8E8E332E3935}"/>
                </a:ext>
              </a:extLst>
            </p:cNvPr>
            <p:cNvSpPr txBox="1">
              <a:spLocks noChangeArrowheads="1"/>
            </p:cNvSpPr>
            <p:nvPr/>
          </p:nvSpPr>
          <p:spPr bwMode="auto">
            <a:xfrm>
              <a:off x="2609" y="1676"/>
              <a:ext cx="672"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wrap="none">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a:spcBef>
                  <a:spcPct val="0"/>
                </a:spcBef>
                <a:buClrTx/>
                <a:buFontTx/>
                <a:buNone/>
              </a:pPr>
              <a:r>
                <a:rPr lang="en-US" altLang="en-US" sz="1300">
                  <a:latin typeface="Tahoma" panose="020B0604030504040204" pitchFamily="34" charset="0"/>
                </a:rPr>
                <a:t>MHOC_MO</a:t>
              </a:r>
            </a:p>
          </p:txBody>
        </p:sp>
        <p:sp>
          <p:nvSpPr>
            <p:cNvPr id="76818" name="Text Box 15">
              <a:extLst>
                <a:ext uri="{FF2B5EF4-FFF2-40B4-BE49-F238E27FC236}">
                  <a16:creationId xmlns:a16="http://schemas.microsoft.com/office/drawing/2014/main" id="{653BAF00-44CC-F34F-B5A1-E0A2EFC46F15}"/>
                </a:ext>
              </a:extLst>
            </p:cNvPr>
            <p:cNvSpPr txBox="1">
              <a:spLocks noChangeArrowheads="1"/>
            </p:cNvSpPr>
            <p:nvPr/>
          </p:nvSpPr>
          <p:spPr bwMode="auto">
            <a:xfrm>
              <a:off x="4677" y="1435"/>
              <a:ext cx="710"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wrap="none">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a:spcBef>
                  <a:spcPct val="0"/>
                </a:spcBef>
                <a:buClrTx/>
                <a:buFontTx/>
                <a:buNone/>
              </a:pPr>
              <a:r>
                <a:rPr lang="en-US" altLang="en-US" sz="1300">
                  <a:latin typeface="Tahoma" panose="020B0604030504040204" pitchFamily="34" charset="0"/>
                </a:rPr>
                <a:t>MHOC_SAU</a:t>
              </a:r>
            </a:p>
          </p:txBody>
        </p:sp>
        <p:sp>
          <p:nvSpPr>
            <p:cNvPr id="76819" name="Text Box 16">
              <a:extLst>
                <a:ext uri="{FF2B5EF4-FFF2-40B4-BE49-F238E27FC236}">
                  <a16:creationId xmlns:a16="http://schemas.microsoft.com/office/drawing/2014/main" id="{3CD942E8-0521-9A43-A47E-A84727A8DB7A}"/>
                </a:ext>
              </a:extLst>
            </p:cNvPr>
            <p:cNvSpPr txBox="1">
              <a:spLocks noChangeArrowheads="1"/>
            </p:cNvSpPr>
            <p:nvPr/>
          </p:nvSpPr>
          <p:spPr bwMode="auto">
            <a:xfrm>
              <a:off x="3691" y="2060"/>
              <a:ext cx="865"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wrap="none">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a:spcBef>
                  <a:spcPct val="0"/>
                </a:spcBef>
                <a:buClrTx/>
                <a:buFontTx/>
                <a:buNone/>
              </a:pPr>
              <a:r>
                <a:rPr lang="en-US" altLang="en-US" sz="1300">
                  <a:latin typeface="Tahoma" panose="020B0604030504040204" pitchFamily="34" charset="0"/>
                </a:rPr>
                <a:t>MHOC_TRUOC</a:t>
              </a:r>
            </a:p>
          </p:txBody>
        </p:sp>
        <p:sp>
          <p:nvSpPr>
            <p:cNvPr id="76820" name="Text Box 17">
              <a:extLst>
                <a:ext uri="{FF2B5EF4-FFF2-40B4-BE49-F238E27FC236}">
                  <a16:creationId xmlns:a16="http://schemas.microsoft.com/office/drawing/2014/main" id="{B745D347-D5AD-F941-A588-B22CBE5E725C}"/>
                </a:ext>
              </a:extLst>
            </p:cNvPr>
            <p:cNvSpPr txBox="1">
              <a:spLocks noChangeArrowheads="1"/>
            </p:cNvSpPr>
            <p:nvPr/>
          </p:nvSpPr>
          <p:spPr bwMode="auto">
            <a:xfrm>
              <a:off x="3160" y="2925"/>
              <a:ext cx="840"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wrap="none">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a:spcBef>
                  <a:spcPct val="0"/>
                </a:spcBef>
                <a:buClrTx/>
                <a:buFontTx/>
                <a:buNone/>
              </a:pPr>
              <a:r>
                <a:rPr lang="en-US" altLang="en-US" sz="1300">
                  <a:latin typeface="Tahoma" panose="020B0604030504040204" pitchFamily="34" charset="0"/>
                </a:rPr>
                <a:t>KQUA_HPHAN</a:t>
              </a: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Date Placeholder 3">
            <a:extLst>
              <a:ext uri="{FF2B5EF4-FFF2-40B4-BE49-F238E27FC236}">
                <a16:creationId xmlns:a16="http://schemas.microsoft.com/office/drawing/2014/main" id="{49E4B312-CF8D-3341-9511-C13B1B139CD3}"/>
              </a:ext>
            </a:extLst>
          </p:cNvPr>
          <p:cNvSpPr>
            <a:spLocks noGrp="1"/>
          </p:cNvSpPr>
          <p:nvPr>
            <p:ph type="dt" sz="quarter" idx="10"/>
          </p:nvPr>
        </p:nvSpPr>
        <p:spPr/>
        <p:txBody>
          <a:bodyPr/>
          <a:lstStyle/>
          <a:p>
            <a:pPr>
              <a:defRPr/>
            </a:pPr>
            <a:r>
              <a:rPr lang="en-US"/>
              <a:t>Cơ sở dữ liệu - Bộ môn Hệ thống Thông tin</a:t>
            </a:r>
            <a:endParaRPr lang="en-US" altLang="en-US"/>
          </a:p>
        </p:txBody>
      </p:sp>
      <p:sp>
        <p:nvSpPr>
          <p:cNvPr id="78851" name="Slide Number Placeholder 5">
            <a:extLst>
              <a:ext uri="{FF2B5EF4-FFF2-40B4-BE49-F238E27FC236}">
                <a16:creationId xmlns:a16="http://schemas.microsoft.com/office/drawing/2014/main" id="{9DBED49C-FAA1-8842-B174-F198EE7C1B0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r">
              <a:spcBef>
                <a:spcPct val="0"/>
              </a:spcBef>
              <a:buClrTx/>
              <a:buFontTx/>
              <a:buNone/>
            </a:pPr>
            <a:fld id="{95EE47F6-8AEA-6C47-80B6-562F132353E9}" type="slidenum">
              <a:rPr lang="en-US" altLang="en-US" sz="1000" smtClean="0"/>
              <a:pPr algn="r">
                <a:spcBef>
                  <a:spcPct val="0"/>
                </a:spcBef>
                <a:buClrTx/>
                <a:buFontTx/>
                <a:buNone/>
              </a:pPr>
              <a:t>45</a:t>
            </a:fld>
            <a:endParaRPr lang="en-US" altLang="en-US" sz="1000"/>
          </a:p>
        </p:txBody>
      </p:sp>
      <p:sp>
        <p:nvSpPr>
          <p:cNvPr id="78852" name="Rectangle 2">
            <a:extLst>
              <a:ext uri="{FF2B5EF4-FFF2-40B4-BE49-F238E27FC236}">
                <a16:creationId xmlns:a16="http://schemas.microsoft.com/office/drawing/2014/main" id="{4596C960-A2C5-9940-9B19-DB60DAE388BC}"/>
              </a:ext>
            </a:extLst>
          </p:cNvPr>
          <p:cNvSpPr>
            <a:spLocks noGrp="1" noChangeArrowheads="1"/>
          </p:cNvSpPr>
          <p:nvPr>
            <p:ph type="title"/>
          </p:nvPr>
        </p:nvSpPr>
        <p:spPr/>
        <p:txBody>
          <a:bodyPr/>
          <a:lstStyle/>
          <a:p>
            <a:pPr eaLnBrk="1" hangingPunct="1"/>
            <a:r>
              <a:rPr lang="en-US" altLang="en-US"/>
              <a:t>Ví dụ mô hình phân cấp</a:t>
            </a:r>
          </a:p>
        </p:txBody>
      </p:sp>
      <p:grpSp>
        <p:nvGrpSpPr>
          <p:cNvPr id="78853" name="Group 206">
            <a:extLst>
              <a:ext uri="{FF2B5EF4-FFF2-40B4-BE49-F238E27FC236}">
                <a16:creationId xmlns:a16="http://schemas.microsoft.com/office/drawing/2014/main" id="{745D90E9-3308-894F-8CD1-BFF876B60FBF}"/>
              </a:ext>
            </a:extLst>
          </p:cNvPr>
          <p:cNvGrpSpPr>
            <a:grpSpLocks/>
          </p:cNvGrpSpPr>
          <p:nvPr/>
        </p:nvGrpSpPr>
        <p:grpSpPr bwMode="auto">
          <a:xfrm>
            <a:off x="895350" y="1490663"/>
            <a:ext cx="7029450" cy="4452937"/>
            <a:chOff x="520" y="939"/>
            <a:chExt cx="4088" cy="2805"/>
          </a:xfrm>
        </p:grpSpPr>
        <p:sp>
          <p:nvSpPr>
            <p:cNvPr id="78854" name="Rectangle 5">
              <a:extLst>
                <a:ext uri="{FF2B5EF4-FFF2-40B4-BE49-F238E27FC236}">
                  <a16:creationId xmlns:a16="http://schemas.microsoft.com/office/drawing/2014/main" id="{A55017AC-38CF-BE43-A799-499DA0950DB5}"/>
                </a:ext>
              </a:extLst>
            </p:cNvPr>
            <p:cNvSpPr>
              <a:spLocks noChangeArrowheads="1"/>
            </p:cNvSpPr>
            <p:nvPr/>
          </p:nvSpPr>
          <p:spPr bwMode="auto">
            <a:xfrm>
              <a:off x="4038" y="2249"/>
              <a:ext cx="570"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anchor="ct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buFont typeface="Wingdings 2" pitchFamily="2" charset="2"/>
                <a:buNone/>
              </a:pPr>
              <a:r>
                <a:rPr lang="en-US" altLang="en-US" sz="1300">
                  <a:latin typeface="Tahoma" panose="020B0604030504040204" pitchFamily="34" charset="0"/>
                  <a:cs typeface="Tahoma" panose="020B0604030504040204" pitchFamily="34" charset="0"/>
                </a:rPr>
                <a:t>Nganh</a:t>
              </a:r>
            </a:p>
          </p:txBody>
        </p:sp>
        <p:sp>
          <p:nvSpPr>
            <p:cNvPr id="78855" name="Rectangle 6">
              <a:extLst>
                <a:ext uri="{FF2B5EF4-FFF2-40B4-BE49-F238E27FC236}">
                  <a16:creationId xmlns:a16="http://schemas.microsoft.com/office/drawing/2014/main" id="{5CFBC283-C9F8-3646-9910-86C18EB5A339}"/>
                </a:ext>
              </a:extLst>
            </p:cNvPr>
            <p:cNvSpPr>
              <a:spLocks noChangeArrowheads="1"/>
            </p:cNvSpPr>
            <p:nvPr/>
          </p:nvSpPr>
          <p:spPr bwMode="auto">
            <a:xfrm>
              <a:off x="3569" y="2249"/>
              <a:ext cx="469"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anchor="ct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buFont typeface="Wingdings 2" pitchFamily="2" charset="2"/>
                <a:buNone/>
              </a:pPr>
              <a:r>
                <a:rPr lang="en-US" altLang="en-US" sz="1300">
                  <a:latin typeface="Tahoma" panose="020B0604030504040204" pitchFamily="34" charset="0"/>
                  <a:cs typeface="Tahoma" panose="020B0604030504040204" pitchFamily="34" charset="0"/>
                </a:rPr>
                <a:t>Lop</a:t>
              </a:r>
            </a:p>
          </p:txBody>
        </p:sp>
        <p:sp>
          <p:nvSpPr>
            <p:cNvPr id="78856" name="Rectangle 7">
              <a:extLst>
                <a:ext uri="{FF2B5EF4-FFF2-40B4-BE49-F238E27FC236}">
                  <a16:creationId xmlns:a16="http://schemas.microsoft.com/office/drawing/2014/main" id="{587B6E6F-3ECA-2245-A3C0-AACB7D789202}"/>
                </a:ext>
              </a:extLst>
            </p:cNvPr>
            <p:cNvSpPr>
              <a:spLocks noChangeArrowheads="1"/>
            </p:cNvSpPr>
            <p:nvPr/>
          </p:nvSpPr>
          <p:spPr bwMode="auto">
            <a:xfrm>
              <a:off x="3072" y="2249"/>
              <a:ext cx="497"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anchor="ct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buFont typeface="Wingdings 2" pitchFamily="2" charset="2"/>
                <a:buNone/>
              </a:pPr>
              <a:r>
                <a:rPr lang="en-US" altLang="en-US" sz="1300">
                  <a:latin typeface="Tahoma" panose="020B0604030504040204" pitchFamily="34" charset="0"/>
                  <a:cs typeface="Tahoma" panose="020B0604030504040204" pitchFamily="34" charset="0"/>
                </a:rPr>
                <a:t>TenSV</a:t>
              </a:r>
            </a:p>
          </p:txBody>
        </p:sp>
        <p:sp>
          <p:nvSpPr>
            <p:cNvPr id="78857" name="Rectangle 8">
              <a:extLst>
                <a:ext uri="{FF2B5EF4-FFF2-40B4-BE49-F238E27FC236}">
                  <a16:creationId xmlns:a16="http://schemas.microsoft.com/office/drawing/2014/main" id="{DDC2B93E-2DC6-514D-8B8E-40B5195CE896}"/>
                </a:ext>
              </a:extLst>
            </p:cNvPr>
            <p:cNvSpPr>
              <a:spLocks noChangeArrowheads="1"/>
            </p:cNvSpPr>
            <p:nvPr/>
          </p:nvSpPr>
          <p:spPr bwMode="auto">
            <a:xfrm>
              <a:off x="3072" y="2043"/>
              <a:ext cx="1536"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anchor="ct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buFont typeface="Wingdings 2" pitchFamily="2" charset="2"/>
                <a:buNone/>
              </a:pPr>
              <a:r>
                <a:rPr lang="en-US" altLang="en-US" sz="1500" b="1">
                  <a:latin typeface="Tahoma" panose="020B0604030504040204" pitchFamily="34" charset="0"/>
                  <a:cs typeface="Tahoma" panose="020B0604030504040204" pitchFamily="34" charset="0"/>
                </a:rPr>
                <a:t>SVien</a:t>
              </a:r>
            </a:p>
          </p:txBody>
        </p:sp>
        <p:sp>
          <p:nvSpPr>
            <p:cNvPr id="78858" name="Line 9">
              <a:extLst>
                <a:ext uri="{FF2B5EF4-FFF2-40B4-BE49-F238E27FC236}">
                  <a16:creationId xmlns:a16="http://schemas.microsoft.com/office/drawing/2014/main" id="{405F2A4F-7E9A-2646-BEB3-3891BC6F3075}"/>
                </a:ext>
              </a:extLst>
            </p:cNvPr>
            <p:cNvSpPr>
              <a:spLocks noChangeShapeType="1"/>
            </p:cNvSpPr>
            <p:nvPr/>
          </p:nvSpPr>
          <p:spPr bwMode="auto">
            <a:xfrm>
              <a:off x="3072" y="2043"/>
              <a:ext cx="153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VN"/>
            </a:p>
          </p:txBody>
        </p:sp>
        <p:sp>
          <p:nvSpPr>
            <p:cNvPr id="78859" name="Line 10">
              <a:extLst>
                <a:ext uri="{FF2B5EF4-FFF2-40B4-BE49-F238E27FC236}">
                  <a16:creationId xmlns:a16="http://schemas.microsoft.com/office/drawing/2014/main" id="{3A486E3F-91A3-2342-9E6F-77D618F03045}"/>
                </a:ext>
              </a:extLst>
            </p:cNvPr>
            <p:cNvSpPr>
              <a:spLocks noChangeShapeType="1"/>
            </p:cNvSpPr>
            <p:nvPr/>
          </p:nvSpPr>
          <p:spPr bwMode="auto">
            <a:xfrm>
              <a:off x="3072" y="2249"/>
              <a:ext cx="15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VN"/>
            </a:p>
          </p:txBody>
        </p:sp>
        <p:sp>
          <p:nvSpPr>
            <p:cNvPr id="78860" name="Line 11">
              <a:extLst>
                <a:ext uri="{FF2B5EF4-FFF2-40B4-BE49-F238E27FC236}">
                  <a16:creationId xmlns:a16="http://schemas.microsoft.com/office/drawing/2014/main" id="{268A17B1-3A50-BC4B-A59A-81BDBB501DA8}"/>
                </a:ext>
              </a:extLst>
            </p:cNvPr>
            <p:cNvSpPr>
              <a:spLocks noChangeShapeType="1"/>
            </p:cNvSpPr>
            <p:nvPr/>
          </p:nvSpPr>
          <p:spPr bwMode="auto">
            <a:xfrm>
              <a:off x="3072" y="2475"/>
              <a:ext cx="153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VN"/>
            </a:p>
          </p:txBody>
        </p:sp>
        <p:sp>
          <p:nvSpPr>
            <p:cNvPr id="78861" name="Line 12">
              <a:extLst>
                <a:ext uri="{FF2B5EF4-FFF2-40B4-BE49-F238E27FC236}">
                  <a16:creationId xmlns:a16="http://schemas.microsoft.com/office/drawing/2014/main" id="{2A1015BF-1A28-904F-B80B-4787F3306D44}"/>
                </a:ext>
              </a:extLst>
            </p:cNvPr>
            <p:cNvSpPr>
              <a:spLocks noChangeShapeType="1"/>
            </p:cNvSpPr>
            <p:nvPr/>
          </p:nvSpPr>
          <p:spPr bwMode="auto">
            <a:xfrm>
              <a:off x="3072" y="2043"/>
              <a:ext cx="0" cy="432"/>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VN"/>
            </a:p>
          </p:txBody>
        </p:sp>
        <p:sp>
          <p:nvSpPr>
            <p:cNvPr id="78862" name="Line 14">
              <a:extLst>
                <a:ext uri="{FF2B5EF4-FFF2-40B4-BE49-F238E27FC236}">
                  <a16:creationId xmlns:a16="http://schemas.microsoft.com/office/drawing/2014/main" id="{CE2381BD-3BE9-C142-AB68-FA1BB724E262}"/>
                </a:ext>
              </a:extLst>
            </p:cNvPr>
            <p:cNvSpPr>
              <a:spLocks noChangeShapeType="1"/>
            </p:cNvSpPr>
            <p:nvPr/>
          </p:nvSpPr>
          <p:spPr bwMode="auto">
            <a:xfrm>
              <a:off x="3569" y="2249"/>
              <a:ext cx="0" cy="22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VN"/>
            </a:p>
          </p:txBody>
        </p:sp>
        <p:sp>
          <p:nvSpPr>
            <p:cNvPr id="78863" name="Line 15">
              <a:extLst>
                <a:ext uri="{FF2B5EF4-FFF2-40B4-BE49-F238E27FC236}">
                  <a16:creationId xmlns:a16="http://schemas.microsoft.com/office/drawing/2014/main" id="{81301B78-5FB4-FB40-A847-B176EB2E1179}"/>
                </a:ext>
              </a:extLst>
            </p:cNvPr>
            <p:cNvSpPr>
              <a:spLocks noChangeShapeType="1"/>
            </p:cNvSpPr>
            <p:nvPr/>
          </p:nvSpPr>
          <p:spPr bwMode="auto">
            <a:xfrm>
              <a:off x="4038" y="2249"/>
              <a:ext cx="0" cy="22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VN"/>
            </a:p>
          </p:txBody>
        </p:sp>
        <p:sp>
          <p:nvSpPr>
            <p:cNvPr id="78864" name="Line 13">
              <a:extLst>
                <a:ext uri="{FF2B5EF4-FFF2-40B4-BE49-F238E27FC236}">
                  <a16:creationId xmlns:a16="http://schemas.microsoft.com/office/drawing/2014/main" id="{F37E5941-EE39-C14D-98F3-B045AC96D0E8}"/>
                </a:ext>
              </a:extLst>
            </p:cNvPr>
            <p:cNvSpPr>
              <a:spLocks noChangeShapeType="1"/>
            </p:cNvSpPr>
            <p:nvPr/>
          </p:nvSpPr>
          <p:spPr bwMode="auto">
            <a:xfrm>
              <a:off x="4608" y="2043"/>
              <a:ext cx="0" cy="432"/>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VN"/>
            </a:p>
          </p:txBody>
        </p:sp>
        <p:sp>
          <p:nvSpPr>
            <p:cNvPr id="78865" name="Rectangle 20">
              <a:extLst>
                <a:ext uri="{FF2B5EF4-FFF2-40B4-BE49-F238E27FC236}">
                  <a16:creationId xmlns:a16="http://schemas.microsoft.com/office/drawing/2014/main" id="{301D288E-67D5-8F48-818E-AFB9A7F70206}"/>
                </a:ext>
              </a:extLst>
            </p:cNvPr>
            <p:cNvSpPr>
              <a:spLocks noChangeArrowheads="1"/>
            </p:cNvSpPr>
            <p:nvPr/>
          </p:nvSpPr>
          <p:spPr bwMode="auto">
            <a:xfrm>
              <a:off x="2160" y="2267"/>
              <a:ext cx="624"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anchor="ct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buFont typeface="Wingdings 2" pitchFamily="2" charset="2"/>
                <a:buNone/>
              </a:pPr>
              <a:r>
                <a:rPr lang="en-US" altLang="en-US" sz="1300">
                  <a:latin typeface="Tahoma" panose="020B0604030504040204" pitchFamily="34" charset="0"/>
                  <a:cs typeface="Tahoma" panose="020B0604030504040204" pitchFamily="34" charset="0"/>
                </a:rPr>
                <a:t>SLuong</a:t>
              </a:r>
            </a:p>
          </p:txBody>
        </p:sp>
        <p:sp>
          <p:nvSpPr>
            <p:cNvPr id="78866" name="Rectangle 21">
              <a:extLst>
                <a:ext uri="{FF2B5EF4-FFF2-40B4-BE49-F238E27FC236}">
                  <a16:creationId xmlns:a16="http://schemas.microsoft.com/office/drawing/2014/main" id="{14901270-E44F-674E-B0ED-444239A2E632}"/>
                </a:ext>
              </a:extLst>
            </p:cNvPr>
            <p:cNvSpPr>
              <a:spLocks noChangeArrowheads="1"/>
            </p:cNvSpPr>
            <p:nvPr/>
          </p:nvSpPr>
          <p:spPr bwMode="auto">
            <a:xfrm>
              <a:off x="1728" y="2267"/>
              <a:ext cx="432"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anchor="ct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buFont typeface="Wingdings 2" pitchFamily="2" charset="2"/>
                <a:buNone/>
              </a:pPr>
              <a:r>
                <a:rPr lang="en-US" altLang="en-US" sz="1300">
                  <a:latin typeface="Tahoma" panose="020B0604030504040204" pitchFamily="34" charset="0"/>
                  <a:cs typeface="Tahoma" panose="020B0604030504040204" pitchFamily="34" charset="0"/>
                </a:rPr>
                <a:t>TenHP</a:t>
              </a:r>
            </a:p>
          </p:txBody>
        </p:sp>
        <p:sp>
          <p:nvSpPr>
            <p:cNvPr id="78867" name="Rectangle 22">
              <a:extLst>
                <a:ext uri="{FF2B5EF4-FFF2-40B4-BE49-F238E27FC236}">
                  <a16:creationId xmlns:a16="http://schemas.microsoft.com/office/drawing/2014/main" id="{D6B3745D-A4BB-F240-AE89-0F824CB50DDD}"/>
                </a:ext>
              </a:extLst>
            </p:cNvPr>
            <p:cNvSpPr>
              <a:spLocks noChangeArrowheads="1"/>
            </p:cNvSpPr>
            <p:nvPr/>
          </p:nvSpPr>
          <p:spPr bwMode="auto">
            <a:xfrm>
              <a:off x="1728" y="2043"/>
              <a:ext cx="1056"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anchor="ct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buFont typeface="Wingdings 2" pitchFamily="2" charset="2"/>
                <a:buNone/>
              </a:pPr>
              <a:r>
                <a:rPr lang="en-US" altLang="en-US" sz="1600" b="1"/>
                <a:t>HPhan</a:t>
              </a:r>
            </a:p>
          </p:txBody>
        </p:sp>
        <p:sp>
          <p:nvSpPr>
            <p:cNvPr id="78868" name="Line 23">
              <a:extLst>
                <a:ext uri="{FF2B5EF4-FFF2-40B4-BE49-F238E27FC236}">
                  <a16:creationId xmlns:a16="http://schemas.microsoft.com/office/drawing/2014/main" id="{58536875-4A34-0D4B-ACC9-8A346DFD64F8}"/>
                </a:ext>
              </a:extLst>
            </p:cNvPr>
            <p:cNvSpPr>
              <a:spLocks noChangeShapeType="1"/>
            </p:cNvSpPr>
            <p:nvPr/>
          </p:nvSpPr>
          <p:spPr bwMode="auto">
            <a:xfrm>
              <a:off x="1728" y="2043"/>
              <a:ext cx="105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VN"/>
            </a:p>
          </p:txBody>
        </p:sp>
        <p:sp>
          <p:nvSpPr>
            <p:cNvPr id="78869" name="Line 24">
              <a:extLst>
                <a:ext uri="{FF2B5EF4-FFF2-40B4-BE49-F238E27FC236}">
                  <a16:creationId xmlns:a16="http://schemas.microsoft.com/office/drawing/2014/main" id="{B0E02EA2-0D25-A740-85FF-42476247E796}"/>
                </a:ext>
              </a:extLst>
            </p:cNvPr>
            <p:cNvSpPr>
              <a:spLocks noChangeShapeType="1"/>
            </p:cNvSpPr>
            <p:nvPr/>
          </p:nvSpPr>
          <p:spPr bwMode="auto">
            <a:xfrm>
              <a:off x="1728" y="2267"/>
              <a:ext cx="105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VN"/>
            </a:p>
          </p:txBody>
        </p:sp>
        <p:sp>
          <p:nvSpPr>
            <p:cNvPr id="78870" name="Line 27">
              <a:extLst>
                <a:ext uri="{FF2B5EF4-FFF2-40B4-BE49-F238E27FC236}">
                  <a16:creationId xmlns:a16="http://schemas.microsoft.com/office/drawing/2014/main" id="{0D5DD0CE-377C-E140-A3AB-631A468A50A7}"/>
                </a:ext>
              </a:extLst>
            </p:cNvPr>
            <p:cNvSpPr>
              <a:spLocks noChangeShapeType="1"/>
            </p:cNvSpPr>
            <p:nvPr/>
          </p:nvSpPr>
          <p:spPr bwMode="auto">
            <a:xfrm>
              <a:off x="2784" y="2043"/>
              <a:ext cx="0" cy="48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VN"/>
            </a:p>
          </p:txBody>
        </p:sp>
        <p:sp>
          <p:nvSpPr>
            <p:cNvPr id="78871" name="Line 28">
              <a:extLst>
                <a:ext uri="{FF2B5EF4-FFF2-40B4-BE49-F238E27FC236}">
                  <a16:creationId xmlns:a16="http://schemas.microsoft.com/office/drawing/2014/main" id="{ADA46064-8060-964E-B7B5-B5A721571E58}"/>
                </a:ext>
              </a:extLst>
            </p:cNvPr>
            <p:cNvSpPr>
              <a:spLocks noChangeShapeType="1"/>
            </p:cNvSpPr>
            <p:nvPr/>
          </p:nvSpPr>
          <p:spPr bwMode="auto">
            <a:xfrm>
              <a:off x="2160" y="2267"/>
              <a:ext cx="0" cy="25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VN"/>
            </a:p>
          </p:txBody>
        </p:sp>
        <p:sp>
          <p:nvSpPr>
            <p:cNvPr id="78872" name="Line 25">
              <a:extLst>
                <a:ext uri="{FF2B5EF4-FFF2-40B4-BE49-F238E27FC236}">
                  <a16:creationId xmlns:a16="http://schemas.microsoft.com/office/drawing/2014/main" id="{C32D18AE-D735-F147-A3D0-956D68AE083A}"/>
                </a:ext>
              </a:extLst>
            </p:cNvPr>
            <p:cNvSpPr>
              <a:spLocks noChangeShapeType="1"/>
            </p:cNvSpPr>
            <p:nvPr/>
          </p:nvSpPr>
          <p:spPr bwMode="auto">
            <a:xfrm>
              <a:off x="1728" y="2523"/>
              <a:ext cx="1056"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VN"/>
            </a:p>
          </p:txBody>
        </p:sp>
        <p:sp>
          <p:nvSpPr>
            <p:cNvPr id="78873" name="Line 26">
              <a:extLst>
                <a:ext uri="{FF2B5EF4-FFF2-40B4-BE49-F238E27FC236}">
                  <a16:creationId xmlns:a16="http://schemas.microsoft.com/office/drawing/2014/main" id="{CEBBFEFD-DB7C-9E4C-A997-72454AE5C4E5}"/>
                </a:ext>
              </a:extLst>
            </p:cNvPr>
            <p:cNvSpPr>
              <a:spLocks noChangeShapeType="1"/>
            </p:cNvSpPr>
            <p:nvPr/>
          </p:nvSpPr>
          <p:spPr bwMode="auto">
            <a:xfrm>
              <a:off x="1728" y="2043"/>
              <a:ext cx="0" cy="48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VN"/>
            </a:p>
          </p:txBody>
        </p:sp>
        <p:sp>
          <p:nvSpPr>
            <p:cNvPr id="78874" name="Rectangle 54">
              <a:extLst>
                <a:ext uri="{FF2B5EF4-FFF2-40B4-BE49-F238E27FC236}">
                  <a16:creationId xmlns:a16="http://schemas.microsoft.com/office/drawing/2014/main" id="{23791493-CDF4-AE4C-BD50-C5117CD92C31}"/>
                </a:ext>
              </a:extLst>
            </p:cNvPr>
            <p:cNvSpPr>
              <a:spLocks noChangeArrowheads="1"/>
            </p:cNvSpPr>
            <p:nvPr/>
          </p:nvSpPr>
          <p:spPr bwMode="auto">
            <a:xfrm>
              <a:off x="2377" y="3492"/>
              <a:ext cx="55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anchor="ct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buFont typeface="Wingdings 2" pitchFamily="2" charset="2"/>
                <a:buNone/>
              </a:pPr>
              <a:r>
                <a:rPr lang="en-US" altLang="en-US" sz="1300">
                  <a:latin typeface="Tahoma" panose="020B0604030504040204" pitchFamily="34" charset="0"/>
                  <a:cs typeface="Tahoma" panose="020B0604030504040204" pitchFamily="34" charset="0"/>
                </a:rPr>
                <a:t>TinChi</a:t>
              </a:r>
            </a:p>
          </p:txBody>
        </p:sp>
        <p:sp>
          <p:nvSpPr>
            <p:cNvPr id="78875" name="Rectangle 55">
              <a:extLst>
                <a:ext uri="{FF2B5EF4-FFF2-40B4-BE49-F238E27FC236}">
                  <a16:creationId xmlns:a16="http://schemas.microsoft.com/office/drawing/2014/main" id="{38B7C82E-637D-1C40-8BF9-E0AA1DCEC0D3}"/>
                </a:ext>
              </a:extLst>
            </p:cNvPr>
            <p:cNvSpPr>
              <a:spLocks noChangeArrowheads="1"/>
            </p:cNvSpPr>
            <p:nvPr/>
          </p:nvSpPr>
          <p:spPr bwMode="auto">
            <a:xfrm>
              <a:off x="2016" y="3492"/>
              <a:ext cx="36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anchor="ct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buFont typeface="Wingdings 2" pitchFamily="2" charset="2"/>
                <a:buNone/>
              </a:pPr>
              <a:r>
                <a:rPr lang="en-US" altLang="en-US" sz="1300">
                  <a:latin typeface="Tahoma" panose="020B0604030504040204" pitchFamily="34" charset="0"/>
                  <a:cs typeface="Tahoma" panose="020B0604030504040204" pitchFamily="34" charset="0"/>
                </a:rPr>
                <a:t>Khoa</a:t>
              </a:r>
            </a:p>
          </p:txBody>
        </p:sp>
        <p:sp>
          <p:nvSpPr>
            <p:cNvPr id="78876" name="Rectangle 56">
              <a:extLst>
                <a:ext uri="{FF2B5EF4-FFF2-40B4-BE49-F238E27FC236}">
                  <a16:creationId xmlns:a16="http://schemas.microsoft.com/office/drawing/2014/main" id="{24DEB869-26B1-BD4D-BC5B-640878581CE5}"/>
                </a:ext>
              </a:extLst>
            </p:cNvPr>
            <p:cNvSpPr>
              <a:spLocks noChangeArrowheads="1"/>
            </p:cNvSpPr>
            <p:nvPr/>
          </p:nvSpPr>
          <p:spPr bwMode="auto">
            <a:xfrm>
              <a:off x="1536" y="3492"/>
              <a:ext cx="48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anchor="ct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buFont typeface="Wingdings 2" pitchFamily="2" charset="2"/>
                <a:buNone/>
              </a:pPr>
              <a:r>
                <a:rPr lang="en-US" altLang="en-US" sz="1300">
                  <a:latin typeface="Tahoma" panose="020B0604030504040204" pitchFamily="34" charset="0"/>
                  <a:cs typeface="Tahoma" panose="020B0604030504040204" pitchFamily="34" charset="0"/>
                </a:rPr>
                <a:t>TenMH</a:t>
              </a:r>
            </a:p>
          </p:txBody>
        </p:sp>
        <p:sp>
          <p:nvSpPr>
            <p:cNvPr id="78877" name="Rectangle 57">
              <a:extLst>
                <a:ext uri="{FF2B5EF4-FFF2-40B4-BE49-F238E27FC236}">
                  <a16:creationId xmlns:a16="http://schemas.microsoft.com/office/drawing/2014/main" id="{39DBDB85-3CE7-A348-8BF4-C31DBCAF803E}"/>
                </a:ext>
              </a:extLst>
            </p:cNvPr>
            <p:cNvSpPr>
              <a:spLocks noChangeArrowheads="1"/>
            </p:cNvSpPr>
            <p:nvPr/>
          </p:nvSpPr>
          <p:spPr bwMode="auto">
            <a:xfrm>
              <a:off x="1536" y="3291"/>
              <a:ext cx="1392"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anchor="ct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buFont typeface="Wingdings 2" pitchFamily="2" charset="2"/>
                <a:buNone/>
              </a:pPr>
              <a:r>
                <a:rPr lang="en-US" altLang="en-US" sz="1500" b="1">
                  <a:latin typeface="Tahoma" panose="020B0604030504040204" pitchFamily="34" charset="0"/>
                  <a:cs typeface="Tahoma" panose="020B0604030504040204" pitchFamily="34" charset="0"/>
                </a:rPr>
                <a:t>MHoc</a:t>
              </a:r>
            </a:p>
          </p:txBody>
        </p:sp>
        <p:sp>
          <p:nvSpPr>
            <p:cNvPr id="78878" name="Line 58">
              <a:extLst>
                <a:ext uri="{FF2B5EF4-FFF2-40B4-BE49-F238E27FC236}">
                  <a16:creationId xmlns:a16="http://schemas.microsoft.com/office/drawing/2014/main" id="{BB109601-6DAE-2442-B346-EEAF75B43C68}"/>
                </a:ext>
              </a:extLst>
            </p:cNvPr>
            <p:cNvSpPr>
              <a:spLocks noChangeShapeType="1"/>
            </p:cNvSpPr>
            <p:nvPr/>
          </p:nvSpPr>
          <p:spPr bwMode="auto">
            <a:xfrm>
              <a:off x="1536" y="3291"/>
              <a:ext cx="1392"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VN"/>
            </a:p>
          </p:txBody>
        </p:sp>
        <p:sp>
          <p:nvSpPr>
            <p:cNvPr id="78879" name="Line 59">
              <a:extLst>
                <a:ext uri="{FF2B5EF4-FFF2-40B4-BE49-F238E27FC236}">
                  <a16:creationId xmlns:a16="http://schemas.microsoft.com/office/drawing/2014/main" id="{D80AC4D1-CBA9-0D40-95D2-EB14DB7ACC8A}"/>
                </a:ext>
              </a:extLst>
            </p:cNvPr>
            <p:cNvSpPr>
              <a:spLocks noChangeShapeType="1"/>
            </p:cNvSpPr>
            <p:nvPr/>
          </p:nvSpPr>
          <p:spPr bwMode="auto">
            <a:xfrm>
              <a:off x="1536" y="3492"/>
              <a:ext cx="139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VN"/>
            </a:p>
          </p:txBody>
        </p:sp>
        <p:sp>
          <p:nvSpPr>
            <p:cNvPr id="78880" name="Line 60">
              <a:extLst>
                <a:ext uri="{FF2B5EF4-FFF2-40B4-BE49-F238E27FC236}">
                  <a16:creationId xmlns:a16="http://schemas.microsoft.com/office/drawing/2014/main" id="{8981D3B9-03BA-1C48-A00F-9B232F8150DC}"/>
                </a:ext>
              </a:extLst>
            </p:cNvPr>
            <p:cNvSpPr>
              <a:spLocks noChangeShapeType="1"/>
            </p:cNvSpPr>
            <p:nvPr/>
          </p:nvSpPr>
          <p:spPr bwMode="auto">
            <a:xfrm>
              <a:off x="1536" y="3744"/>
              <a:ext cx="1392"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VN"/>
            </a:p>
          </p:txBody>
        </p:sp>
        <p:sp>
          <p:nvSpPr>
            <p:cNvPr id="78881" name="Line 61">
              <a:extLst>
                <a:ext uri="{FF2B5EF4-FFF2-40B4-BE49-F238E27FC236}">
                  <a16:creationId xmlns:a16="http://schemas.microsoft.com/office/drawing/2014/main" id="{59EAD7AA-A076-C743-B6F3-81A8FA4C9040}"/>
                </a:ext>
              </a:extLst>
            </p:cNvPr>
            <p:cNvSpPr>
              <a:spLocks noChangeShapeType="1"/>
            </p:cNvSpPr>
            <p:nvPr/>
          </p:nvSpPr>
          <p:spPr bwMode="auto">
            <a:xfrm>
              <a:off x="1536" y="3291"/>
              <a:ext cx="0" cy="453"/>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VN"/>
            </a:p>
          </p:txBody>
        </p:sp>
        <p:sp>
          <p:nvSpPr>
            <p:cNvPr id="78882" name="Line 63">
              <a:extLst>
                <a:ext uri="{FF2B5EF4-FFF2-40B4-BE49-F238E27FC236}">
                  <a16:creationId xmlns:a16="http://schemas.microsoft.com/office/drawing/2014/main" id="{C349D473-0CDB-E542-9DED-8347ADCDC960}"/>
                </a:ext>
              </a:extLst>
            </p:cNvPr>
            <p:cNvSpPr>
              <a:spLocks noChangeShapeType="1"/>
            </p:cNvSpPr>
            <p:nvPr/>
          </p:nvSpPr>
          <p:spPr bwMode="auto">
            <a:xfrm>
              <a:off x="2016" y="3492"/>
              <a:ext cx="0" cy="25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VN"/>
            </a:p>
          </p:txBody>
        </p:sp>
        <p:sp>
          <p:nvSpPr>
            <p:cNvPr id="78883" name="Line 64">
              <a:extLst>
                <a:ext uri="{FF2B5EF4-FFF2-40B4-BE49-F238E27FC236}">
                  <a16:creationId xmlns:a16="http://schemas.microsoft.com/office/drawing/2014/main" id="{2574645E-3078-A445-8EB1-B8D30E3FE8DA}"/>
                </a:ext>
              </a:extLst>
            </p:cNvPr>
            <p:cNvSpPr>
              <a:spLocks noChangeShapeType="1"/>
            </p:cNvSpPr>
            <p:nvPr/>
          </p:nvSpPr>
          <p:spPr bwMode="auto">
            <a:xfrm>
              <a:off x="2377" y="3492"/>
              <a:ext cx="0" cy="25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VN"/>
            </a:p>
          </p:txBody>
        </p:sp>
        <p:sp>
          <p:nvSpPr>
            <p:cNvPr id="78884" name="Line 62">
              <a:extLst>
                <a:ext uri="{FF2B5EF4-FFF2-40B4-BE49-F238E27FC236}">
                  <a16:creationId xmlns:a16="http://schemas.microsoft.com/office/drawing/2014/main" id="{ACEAD892-3708-F844-AB22-1BD3BCC82EAF}"/>
                </a:ext>
              </a:extLst>
            </p:cNvPr>
            <p:cNvSpPr>
              <a:spLocks noChangeShapeType="1"/>
            </p:cNvSpPr>
            <p:nvPr/>
          </p:nvSpPr>
          <p:spPr bwMode="auto">
            <a:xfrm>
              <a:off x="2928" y="3291"/>
              <a:ext cx="0" cy="453"/>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VN"/>
            </a:p>
          </p:txBody>
        </p:sp>
        <p:sp>
          <p:nvSpPr>
            <p:cNvPr id="78885" name="Line 80">
              <a:extLst>
                <a:ext uri="{FF2B5EF4-FFF2-40B4-BE49-F238E27FC236}">
                  <a16:creationId xmlns:a16="http://schemas.microsoft.com/office/drawing/2014/main" id="{49553307-49F0-474C-81FB-8521B8036370}"/>
                </a:ext>
              </a:extLst>
            </p:cNvPr>
            <p:cNvSpPr>
              <a:spLocks noChangeShapeType="1"/>
            </p:cNvSpPr>
            <p:nvPr/>
          </p:nvSpPr>
          <p:spPr bwMode="auto">
            <a:xfrm>
              <a:off x="2304" y="2523"/>
              <a:ext cx="0" cy="76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VN"/>
            </a:p>
          </p:txBody>
        </p:sp>
        <p:sp>
          <p:nvSpPr>
            <p:cNvPr id="78886" name="Line 81">
              <a:extLst>
                <a:ext uri="{FF2B5EF4-FFF2-40B4-BE49-F238E27FC236}">
                  <a16:creationId xmlns:a16="http://schemas.microsoft.com/office/drawing/2014/main" id="{F70CAAB8-36C0-6846-BF42-49BDE832A18F}"/>
                </a:ext>
              </a:extLst>
            </p:cNvPr>
            <p:cNvSpPr>
              <a:spLocks noChangeShapeType="1"/>
            </p:cNvSpPr>
            <p:nvPr/>
          </p:nvSpPr>
          <p:spPr bwMode="auto">
            <a:xfrm>
              <a:off x="2976" y="1419"/>
              <a:ext cx="0" cy="33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VN"/>
            </a:p>
          </p:txBody>
        </p:sp>
        <p:sp>
          <p:nvSpPr>
            <p:cNvPr id="78887" name="Text Box 82">
              <a:extLst>
                <a:ext uri="{FF2B5EF4-FFF2-40B4-BE49-F238E27FC236}">
                  <a16:creationId xmlns:a16="http://schemas.microsoft.com/office/drawing/2014/main" id="{B735D4B4-C649-5B4D-9F8B-5FF1DE2D8E43}"/>
                </a:ext>
              </a:extLst>
            </p:cNvPr>
            <p:cNvSpPr txBox="1">
              <a:spLocks noChangeArrowheads="1"/>
            </p:cNvSpPr>
            <p:nvPr/>
          </p:nvSpPr>
          <p:spPr bwMode="auto">
            <a:xfrm>
              <a:off x="520" y="2208"/>
              <a:ext cx="46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wrap="none">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a:spcBef>
                  <a:spcPct val="0"/>
                </a:spcBef>
                <a:buClrTx/>
                <a:buFontTx/>
                <a:buNone/>
              </a:pPr>
              <a:r>
                <a:rPr lang="en-US" altLang="en-US" sz="1600">
                  <a:latin typeface="Tahoma" panose="020B0604030504040204" pitchFamily="34" charset="0"/>
                </a:rPr>
                <a:t>Mức 2:</a:t>
              </a:r>
            </a:p>
          </p:txBody>
        </p:sp>
        <p:sp>
          <p:nvSpPr>
            <p:cNvPr id="78888" name="Text Box 83">
              <a:extLst>
                <a:ext uri="{FF2B5EF4-FFF2-40B4-BE49-F238E27FC236}">
                  <a16:creationId xmlns:a16="http://schemas.microsoft.com/office/drawing/2014/main" id="{9A4E9E91-8AB6-8B4C-B2BD-BE0320D21359}"/>
                </a:ext>
              </a:extLst>
            </p:cNvPr>
            <p:cNvSpPr txBox="1">
              <a:spLocks noChangeArrowheads="1"/>
            </p:cNvSpPr>
            <p:nvPr/>
          </p:nvSpPr>
          <p:spPr bwMode="auto">
            <a:xfrm>
              <a:off x="520" y="1104"/>
              <a:ext cx="46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wrap="none">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a:spcBef>
                  <a:spcPct val="0"/>
                </a:spcBef>
                <a:buClrTx/>
                <a:buFontTx/>
                <a:buNone/>
              </a:pPr>
              <a:r>
                <a:rPr lang="en-US" altLang="en-US" sz="1600">
                  <a:latin typeface="Tahoma" panose="020B0604030504040204" pitchFamily="34" charset="0"/>
                </a:rPr>
                <a:t>Mức 1:</a:t>
              </a:r>
            </a:p>
          </p:txBody>
        </p:sp>
        <p:sp>
          <p:nvSpPr>
            <p:cNvPr id="78889" name="Text Box 84">
              <a:extLst>
                <a:ext uri="{FF2B5EF4-FFF2-40B4-BE49-F238E27FC236}">
                  <a16:creationId xmlns:a16="http://schemas.microsoft.com/office/drawing/2014/main" id="{2EC1C060-0C3B-8548-9A82-FC2AEBF4035D}"/>
                </a:ext>
              </a:extLst>
            </p:cNvPr>
            <p:cNvSpPr txBox="1">
              <a:spLocks noChangeArrowheads="1"/>
            </p:cNvSpPr>
            <p:nvPr/>
          </p:nvSpPr>
          <p:spPr bwMode="auto">
            <a:xfrm>
              <a:off x="520" y="3417"/>
              <a:ext cx="46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wrap="none">
              <a:spAutoFit/>
            </a:bodyP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a:spcBef>
                  <a:spcPct val="0"/>
                </a:spcBef>
                <a:buClrTx/>
                <a:buFontTx/>
                <a:buNone/>
              </a:pPr>
              <a:r>
                <a:rPr lang="en-US" altLang="en-US" sz="1600">
                  <a:latin typeface="Tahoma" panose="020B0604030504040204" pitchFamily="34" charset="0"/>
                </a:rPr>
                <a:t>Mức 3:</a:t>
              </a:r>
            </a:p>
          </p:txBody>
        </p:sp>
        <p:sp>
          <p:nvSpPr>
            <p:cNvPr id="78890" name="Rectangle 184">
              <a:extLst>
                <a:ext uri="{FF2B5EF4-FFF2-40B4-BE49-F238E27FC236}">
                  <a16:creationId xmlns:a16="http://schemas.microsoft.com/office/drawing/2014/main" id="{B0A35398-76E0-1E40-A5BD-3A9F7286B550}"/>
                </a:ext>
              </a:extLst>
            </p:cNvPr>
            <p:cNvSpPr>
              <a:spLocks noChangeArrowheads="1"/>
            </p:cNvSpPr>
            <p:nvPr/>
          </p:nvSpPr>
          <p:spPr bwMode="auto">
            <a:xfrm>
              <a:off x="2832" y="1152"/>
              <a:ext cx="672"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anchor="ct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buFont typeface="Wingdings 2" pitchFamily="2" charset="2"/>
                <a:buNone/>
              </a:pPr>
              <a:r>
                <a:rPr lang="en-US" altLang="en-US" sz="1300">
                  <a:latin typeface="Tahoma" panose="020B0604030504040204" pitchFamily="34" charset="0"/>
                  <a:cs typeface="Tahoma" panose="020B0604030504040204" pitchFamily="34" charset="0"/>
                </a:rPr>
                <a:t>DiemLT</a:t>
              </a:r>
            </a:p>
          </p:txBody>
        </p:sp>
        <p:sp>
          <p:nvSpPr>
            <p:cNvPr id="78891" name="Rectangle 185">
              <a:extLst>
                <a:ext uri="{FF2B5EF4-FFF2-40B4-BE49-F238E27FC236}">
                  <a16:creationId xmlns:a16="http://schemas.microsoft.com/office/drawing/2014/main" id="{DB3263E0-E532-8740-B8AD-DF6FAD0CA416}"/>
                </a:ext>
              </a:extLst>
            </p:cNvPr>
            <p:cNvSpPr>
              <a:spLocks noChangeArrowheads="1"/>
            </p:cNvSpPr>
            <p:nvPr/>
          </p:nvSpPr>
          <p:spPr bwMode="auto">
            <a:xfrm>
              <a:off x="2256" y="1152"/>
              <a:ext cx="57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anchor="ct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buFont typeface="Wingdings 2" pitchFamily="2" charset="2"/>
                <a:buNone/>
              </a:pPr>
              <a:r>
                <a:rPr lang="en-US" altLang="en-US" sz="1300">
                  <a:latin typeface="Tahoma" panose="020B0604030504040204" pitchFamily="34" charset="0"/>
                  <a:cs typeface="Tahoma" panose="020B0604030504040204" pitchFamily="34" charset="0"/>
                </a:rPr>
                <a:t>DiemTH</a:t>
              </a:r>
            </a:p>
          </p:txBody>
        </p:sp>
        <p:sp>
          <p:nvSpPr>
            <p:cNvPr id="78892" name="Rectangle 186">
              <a:extLst>
                <a:ext uri="{FF2B5EF4-FFF2-40B4-BE49-F238E27FC236}">
                  <a16:creationId xmlns:a16="http://schemas.microsoft.com/office/drawing/2014/main" id="{62D84152-37FB-AA41-BC95-5E370FBA98AE}"/>
                </a:ext>
              </a:extLst>
            </p:cNvPr>
            <p:cNvSpPr>
              <a:spLocks noChangeArrowheads="1"/>
            </p:cNvSpPr>
            <p:nvPr/>
          </p:nvSpPr>
          <p:spPr bwMode="auto">
            <a:xfrm>
              <a:off x="2256" y="939"/>
              <a:ext cx="124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anchor="ctr"/>
            <a:lstStyle>
              <a:lvl1pPr algn="just">
                <a:spcBef>
                  <a:spcPct val="20000"/>
                </a:spcBef>
                <a:buClr>
                  <a:srgbClr val="CC0000"/>
                </a:buClr>
                <a:buFont typeface="Wingdings 2" pitchFamily="2"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itchFamily="2"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itchFamily="2" charset="2"/>
                <a:buChar char="§"/>
                <a:defRPr sz="1400">
                  <a:solidFill>
                    <a:schemeClr val="tx1"/>
                  </a:solidFill>
                  <a:latin typeface="Arial" panose="020B0604020202020204" pitchFamily="34" charset="0"/>
                </a:defRPr>
              </a:lvl9pPr>
            </a:lstStyle>
            <a:p>
              <a:pPr algn="ctr" eaLnBrk="1" hangingPunct="1">
                <a:buFont typeface="Wingdings 2" pitchFamily="2" charset="2"/>
                <a:buNone/>
              </a:pPr>
              <a:r>
                <a:rPr lang="en-US" altLang="en-US" sz="1500" b="1">
                  <a:latin typeface="Tahoma" panose="020B0604030504040204" pitchFamily="34" charset="0"/>
                  <a:cs typeface="Tahoma" panose="020B0604030504040204" pitchFamily="34" charset="0"/>
                </a:rPr>
                <a:t>KQua</a:t>
              </a:r>
            </a:p>
          </p:txBody>
        </p:sp>
        <p:sp>
          <p:nvSpPr>
            <p:cNvPr id="78893" name="Line 187">
              <a:extLst>
                <a:ext uri="{FF2B5EF4-FFF2-40B4-BE49-F238E27FC236}">
                  <a16:creationId xmlns:a16="http://schemas.microsoft.com/office/drawing/2014/main" id="{0DD98DC9-1A63-4C4B-A325-533FEAA42388}"/>
                </a:ext>
              </a:extLst>
            </p:cNvPr>
            <p:cNvSpPr>
              <a:spLocks noChangeShapeType="1"/>
            </p:cNvSpPr>
            <p:nvPr/>
          </p:nvSpPr>
          <p:spPr bwMode="auto">
            <a:xfrm>
              <a:off x="2256" y="939"/>
              <a:ext cx="1248"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VN"/>
            </a:p>
          </p:txBody>
        </p:sp>
        <p:sp>
          <p:nvSpPr>
            <p:cNvPr id="78894" name="Line 188">
              <a:extLst>
                <a:ext uri="{FF2B5EF4-FFF2-40B4-BE49-F238E27FC236}">
                  <a16:creationId xmlns:a16="http://schemas.microsoft.com/office/drawing/2014/main" id="{98E5DCA3-C1C3-A94B-90F1-E75AC04765AB}"/>
                </a:ext>
              </a:extLst>
            </p:cNvPr>
            <p:cNvSpPr>
              <a:spLocks noChangeShapeType="1"/>
            </p:cNvSpPr>
            <p:nvPr/>
          </p:nvSpPr>
          <p:spPr bwMode="auto">
            <a:xfrm>
              <a:off x="2256" y="1152"/>
              <a:ext cx="12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VN"/>
            </a:p>
          </p:txBody>
        </p:sp>
        <p:sp>
          <p:nvSpPr>
            <p:cNvPr id="78895" name="Line 189">
              <a:extLst>
                <a:ext uri="{FF2B5EF4-FFF2-40B4-BE49-F238E27FC236}">
                  <a16:creationId xmlns:a16="http://schemas.microsoft.com/office/drawing/2014/main" id="{2BE9C6C1-3624-CE45-9752-FAAEFBFE1AC5}"/>
                </a:ext>
              </a:extLst>
            </p:cNvPr>
            <p:cNvSpPr>
              <a:spLocks noChangeShapeType="1"/>
            </p:cNvSpPr>
            <p:nvPr/>
          </p:nvSpPr>
          <p:spPr bwMode="auto">
            <a:xfrm>
              <a:off x="2256" y="1403"/>
              <a:ext cx="1248"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VN"/>
            </a:p>
          </p:txBody>
        </p:sp>
        <p:sp>
          <p:nvSpPr>
            <p:cNvPr id="78896" name="Line 190">
              <a:extLst>
                <a:ext uri="{FF2B5EF4-FFF2-40B4-BE49-F238E27FC236}">
                  <a16:creationId xmlns:a16="http://schemas.microsoft.com/office/drawing/2014/main" id="{83DD0846-8B87-6F4B-A4D8-10E977EF056A}"/>
                </a:ext>
              </a:extLst>
            </p:cNvPr>
            <p:cNvSpPr>
              <a:spLocks noChangeShapeType="1"/>
            </p:cNvSpPr>
            <p:nvPr/>
          </p:nvSpPr>
          <p:spPr bwMode="auto">
            <a:xfrm>
              <a:off x="2256" y="939"/>
              <a:ext cx="0" cy="464"/>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VN"/>
            </a:p>
          </p:txBody>
        </p:sp>
        <p:sp>
          <p:nvSpPr>
            <p:cNvPr id="78897" name="Line 191">
              <a:extLst>
                <a:ext uri="{FF2B5EF4-FFF2-40B4-BE49-F238E27FC236}">
                  <a16:creationId xmlns:a16="http://schemas.microsoft.com/office/drawing/2014/main" id="{EDAAF834-6B80-C14E-A488-6C0C926EA337}"/>
                </a:ext>
              </a:extLst>
            </p:cNvPr>
            <p:cNvSpPr>
              <a:spLocks noChangeShapeType="1"/>
            </p:cNvSpPr>
            <p:nvPr/>
          </p:nvSpPr>
          <p:spPr bwMode="auto">
            <a:xfrm>
              <a:off x="2832" y="1152"/>
              <a:ext cx="0" cy="25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VN"/>
            </a:p>
          </p:txBody>
        </p:sp>
        <p:sp>
          <p:nvSpPr>
            <p:cNvPr id="78898" name="Line 193">
              <a:extLst>
                <a:ext uri="{FF2B5EF4-FFF2-40B4-BE49-F238E27FC236}">
                  <a16:creationId xmlns:a16="http://schemas.microsoft.com/office/drawing/2014/main" id="{F54A276C-7F8F-5D4A-959C-C1E3AB5EED02}"/>
                </a:ext>
              </a:extLst>
            </p:cNvPr>
            <p:cNvSpPr>
              <a:spLocks noChangeShapeType="1"/>
            </p:cNvSpPr>
            <p:nvPr/>
          </p:nvSpPr>
          <p:spPr bwMode="auto">
            <a:xfrm>
              <a:off x="3504" y="939"/>
              <a:ext cx="0" cy="464"/>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VN"/>
            </a:p>
          </p:txBody>
        </p:sp>
        <p:sp>
          <p:nvSpPr>
            <p:cNvPr id="78899" name="Line 202">
              <a:extLst>
                <a:ext uri="{FF2B5EF4-FFF2-40B4-BE49-F238E27FC236}">
                  <a16:creationId xmlns:a16="http://schemas.microsoft.com/office/drawing/2014/main" id="{87D62009-01BD-1940-B86A-145DB9F27201}"/>
                </a:ext>
              </a:extLst>
            </p:cNvPr>
            <p:cNvSpPr>
              <a:spLocks noChangeShapeType="1"/>
            </p:cNvSpPr>
            <p:nvPr/>
          </p:nvSpPr>
          <p:spPr bwMode="auto">
            <a:xfrm>
              <a:off x="2352" y="1755"/>
              <a:ext cx="144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VN"/>
            </a:p>
          </p:txBody>
        </p:sp>
        <p:sp>
          <p:nvSpPr>
            <p:cNvPr id="78900" name="Line 203">
              <a:extLst>
                <a:ext uri="{FF2B5EF4-FFF2-40B4-BE49-F238E27FC236}">
                  <a16:creationId xmlns:a16="http://schemas.microsoft.com/office/drawing/2014/main" id="{3920876C-118F-5D49-9F14-4545E45CC4C1}"/>
                </a:ext>
              </a:extLst>
            </p:cNvPr>
            <p:cNvSpPr>
              <a:spLocks noChangeShapeType="1"/>
            </p:cNvSpPr>
            <p:nvPr/>
          </p:nvSpPr>
          <p:spPr bwMode="auto">
            <a:xfrm>
              <a:off x="2352" y="1755"/>
              <a:ext cx="0" cy="28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VN"/>
            </a:p>
          </p:txBody>
        </p:sp>
        <p:sp>
          <p:nvSpPr>
            <p:cNvPr id="78901" name="Line 204">
              <a:extLst>
                <a:ext uri="{FF2B5EF4-FFF2-40B4-BE49-F238E27FC236}">
                  <a16:creationId xmlns:a16="http://schemas.microsoft.com/office/drawing/2014/main" id="{ABB5EBEE-36F2-BD4E-9F4A-7AAE2C860F39}"/>
                </a:ext>
              </a:extLst>
            </p:cNvPr>
            <p:cNvSpPr>
              <a:spLocks noChangeShapeType="1"/>
            </p:cNvSpPr>
            <p:nvPr/>
          </p:nvSpPr>
          <p:spPr bwMode="auto">
            <a:xfrm>
              <a:off x="3792" y="1755"/>
              <a:ext cx="0" cy="28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VN"/>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8CDCD-E057-8042-A2EC-2AE6F1B5FB6D}"/>
              </a:ext>
            </a:extLst>
          </p:cNvPr>
          <p:cNvSpPr>
            <a:spLocks noGrp="1"/>
          </p:cNvSpPr>
          <p:nvPr>
            <p:ph type="title"/>
          </p:nvPr>
        </p:nvSpPr>
        <p:spPr/>
        <p:txBody>
          <a:bodyPr/>
          <a:lstStyle/>
          <a:p>
            <a:r>
              <a:rPr lang="vi-VN" dirty="0"/>
              <a:t>7. Các ứng</a:t>
            </a:r>
            <a:r>
              <a:rPr lang="en-US" dirty="0"/>
              <a:t> </a:t>
            </a:r>
            <a:r>
              <a:rPr lang="en-US" dirty="0" err="1"/>
              <a:t>dụng</a:t>
            </a:r>
            <a:r>
              <a:rPr lang="en-US" dirty="0"/>
              <a:t> </a:t>
            </a:r>
            <a:r>
              <a:rPr lang="en-US" dirty="0" err="1"/>
              <a:t>của</a:t>
            </a:r>
            <a:r>
              <a:rPr lang="en-US" dirty="0"/>
              <a:t> CSDL</a:t>
            </a:r>
          </a:p>
        </p:txBody>
      </p:sp>
      <p:sp>
        <p:nvSpPr>
          <p:cNvPr id="3" name="Content Placeholder 2">
            <a:extLst>
              <a:ext uri="{FF2B5EF4-FFF2-40B4-BE49-F238E27FC236}">
                <a16:creationId xmlns:a16="http://schemas.microsoft.com/office/drawing/2014/main" id="{47BBD8CB-5900-F646-921A-75B292012CD6}"/>
              </a:ext>
            </a:extLst>
          </p:cNvPr>
          <p:cNvSpPr>
            <a:spLocks noGrp="1"/>
          </p:cNvSpPr>
          <p:nvPr>
            <p:ph idx="1"/>
          </p:nvPr>
        </p:nvSpPr>
        <p:spPr/>
        <p:txBody>
          <a:bodyPr/>
          <a:lstStyle/>
          <a:p>
            <a:r>
              <a:rPr lang="vi-VN"/>
              <a:t>Ngân hàng: giao dịch</a:t>
            </a:r>
          </a:p>
          <a:p>
            <a:r>
              <a:rPr lang="vi-VN"/>
              <a:t>Các hãng hàng không: đặt chỗ, lịch trình</a:t>
            </a:r>
          </a:p>
          <a:p>
            <a:r>
              <a:rPr lang="vi-VN"/>
              <a:t>Các trường đại học: đăng ký, điểm</a:t>
            </a:r>
          </a:p>
          <a:p>
            <a:r>
              <a:rPr lang="vi-VN"/>
              <a:t>Bán hàng: khách hàng, sản phẩm, mua hàng</a:t>
            </a:r>
          </a:p>
          <a:p>
            <a:r>
              <a:rPr lang="vi-VN"/>
              <a:t>Nhà bán lẻ trực tuyến: theo dõi đơn hàng, đề xuất tùy chỉnh</a:t>
            </a:r>
          </a:p>
          <a:p>
            <a:r>
              <a:rPr lang="vi-VN"/>
              <a:t>Sản xuất: sản xuất, hàng tồn kho, đơn đặt hàng, chuỗi cung ứng</a:t>
            </a:r>
          </a:p>
          <a:p>
            <a:r>
              <a:rPr lang="vi-VN"/>
              <a:t>Nhân sự: hồ sơ nhân viên, lương, khấu trừ thuế</a:t>
            </a:r>
            <a:endParaRPr lang="en-US"/>
          </a:p>
        </p:txBody>
      </p:sp>
      <p:sp>
        <p:nvSpPr>
          <p:cNvPr id="4" name="Date Placeholder 3">
            <a:extLst>
              <a:ext uri="{FF2B5EF4-FFF2-40B4-BE49-F238E27FC236}">
                <a16:creationId xmlns:a16="http://schemas.microsoft.com/office/drawing/2014/main" id="{15AEAD9D-7793-C54D-9FA0-5AA4E8025958}"/>
              </a:ext>
            </a:extLst>
          </p:cNvPr>
          <p:cNvSpPr>
            <a:spLocks noGrp="1"/>
          </p:cNvSpPr>
          <p:nvPr>
            <p:ph type="dt" sz="half" idx="10"/>
          </p:nvPr>
        </p:nvSpPr>
        <p:spPr/>
        <p:txBody>
          <a:bodyPr/>
          <a:lstStyle/>
          <a:p>
            <a:pPr>
              <a:defRPr/>
            </a:pPr>
            <a:r>
              <a:rPr lang="en-US"/>
              <a:t>Cơ sở dữ liệu - Bộ môn Hệ thống Thông tin</a:t>
            </a:r>
            <a:endParaRPr lang="en-US" altLang="en-US"/>
          </a:p>
        </p:txBody>
      </p:sp>
      <p:sp>
        <p:nvSpPr>
          <p:cNvPr id="5" name="Slide Number Placeholder 4">
            <a:extLst>
              <a:ext uri="{FF2B5EF4-FFF2-40B4-BE49-F238E27FC236}">
                <a16:creationId xmlns:a16="http://schemas.microsoft.com/office/drawing/2014/main" id="{4F72E01E-644F-1542-8263-8DFC418718A1}"/>
              </a:ext>
            </a:extLst>
          </p:cNvPr>
          <p:cNvSpPr>
            <a:spLocks noGrp="1"/>
          </p:cNvSpPr>
          <p:nvPr>
            <p:ph type="sldNum" sz="quarter" idx="12"/>
          </p:nvPr>
        </p:nvSpPr>
        <p:spPr/>
        <p:txBody>
          <a:bodyPr/>
          <a:lstStyle/>
          <a:p>
            <a:pPr>
              <a:defRPr/>
            </a:pPr>
            <a:fld id="{2C080CA9-DDD7-DD4A-80FE-9BC926C65541}" type="slidenum">
              <a:rPr lang="en-US" altLang="en-US"/>
              <a:pPr>
                <a:defRPr/>
              </a:pPr>
              <a:t>46</a:t>
            </a:fld>
            <a:endParaRPr lang="en-US" altLang="en-US"/>
          </a:p>
        </p:txBody>
      </p:sp>
    </p:spTree>
    <p:extLst>
      <p:ext uri="{BB962C8B-B14F-4D97-AF65-F5344CB8AC3E}">
        <p14:creationId xmlns:p14="http://schemas.microsoft.com/office/powerpoint/2010/main" val="28973362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5678C-7A82-5443-8269-5BD34C1F5F29}"/>
              </a:ext>
            </a:extLst>
          </p:cNvPr>
          <p:cNvSpPr>
            <a:spLocks noGrp="1"/>
          </p:cNvSpPr>
          <p:nvPr>
            <p:ph type="title"/>
          </p:nvPr>
        </p:nvSpPr>
        <p:spPr/>
        <p:txBody>
          <a:bodyPr/>
          <a:lstStyle/>
          <a:p>
            <a:r>
              <a:rPr lang="en-US"/>
              <a:t>Ví dụ CSDL đại học</a:t>
            </a:r>
          </a:p>
        </p:txBody>
      </p:sp>
      <p:sp>
        <p:nvSpPr>
          <p:cNvPr id="3" name="Content Placeholder 2">
            <a:extLst>
              <a:ext uri="{FF2B5EF4-FFF2-40B4-BE49-F238E27FC236}">
                <a16:creationId xmlns:a16="http://schemas.microsoft.com/office/drawing/2014/main" id="{9397C1EE-B6C6-8B48-AAA0-A560789D1AE4}"/>
              </a:ext>
            </a:extLst>
          </p:cNvPr>
          <p:cNvSpPr>
            <a:spLocks noGrp="1"/>
          </p:cNvSpPr>
          <p:nvPr>
            <p:ph idx="1"/>
          </p:nvPr>
        </p:nvSpPr>
        <p:spPr/>
        <p:txBody>
          <a:bodyPr/>
          <a:lstStyle/>
          <a:p>
            <a:r>
              <a:rPr lang="vi-VN"/>
              <a:t>Thêm sinh viên, người hướng dẫn và khóa học mới</a:t>
            </a:r>
          </a:p>
          <a:p>
            <a:r>
              <a:rPr lang="vi-VN"/>
              <a:t>Đăng ký sinh viên cho các khóa học và tạo bảng phân công lớp học</a:t>
            </a:r>
          </a:p>
          <a:p>
            <a:r>
              <a:rPr lang="vi-VN"/>
              <a:t>Chỉ định điểm cho học sinh, tính điểm trung bình (GPA) và tạo bảng điểm</a:t>
            </a:r>
            <a:endParaRPr lang="en-US"/>
          </a:p>
        </p:txBody>
      </p:sp>
      <p:sp>
        <p:nvSpPr>
          <p:cNvPr id="4" name="Date Placeholder 3">
            <a:extLst>
              <a:ext uri="{FF2B5EF4-FFF2-40B4-BE49-F238E27FC236}">
                <a16:creationId xmlns:a16="http://schemas.microsoft.com/office/drawing/2014/main" id="{77733363-FC4C-CF4A-B376-7F0A4210E165}"/>
              </a:ext>
            </a:extLst>
          </p:cNvPr>
          <p:cNvSpPr>
            <a:spLocks noGrp="1"/>
          </p:cNvSpPr>
          <p:nvPr>
            <p:ph type="dt" sz="half" idx="10"/>
          </p:nvPr>
        </p:nvSpPr>
        <p:spPr/>
        <p:txBody>
          <a:bodyPr/>
          <a:lstStyle/>
          <a:p>
            <a:pPr>
              <a:defRPr/>
            </a:pPr>
            <a:r>
              <a:rPr lang="en-US"/>
              <a:t>Cơ sở dữ liệu - Bộ môn Hệ thống Thông tin</a:t>
            </a:r>
            <a:endParaRPr lang="en-US" altLang="en-US"/>
          </a:p>
        </p:txBody>
      </p:sp>
      <p:sp>
        <p:nvSpPr>
          <p:cNvPr id="5" name="Slide Number Placeholder 4">
            <a:extLst>
              <a:ext uri="{FF2B5EF4-FFF2-40B4-BE49-F238E27FC236}">
                <a16:creationId xmlns:a16="http://schemas.microsoft.com/office/drawing/2014/main" id="{91643CD2-D97D-874F-9EC8-FEC8937A32AD}"/>
              </a:ext>
            </a:extLst>
          </p:cNvPr>
          <p:cNvSpPr>
            <a:spLocks noGrp="1"/>
          </p:cNvSpPr>
          <p:nvPr>
            <p:ph type="sldNum" sz="quarter" idx="12"/>
          </p:nvPr>
        </p:nvSpPr>
        <p:spPr/>
        <p:txBody>
          <a:bodyPr/>
          <a:lstStyle/>
          <a:p>
            <a:pPr>
              <a:defRPr/>
            </a:pPr>
            <a:fld id="{2C080CA9-DDD7-DD4A-80FE-9BC926C65541}" type="slidenum">
              <a:rPr lang="en-US" altLang="en-US"/>
              <a:pPr>
                <a:defRPr/>
              </a:pPr>
              <a:t>47</a:t>
            </a:fld>
            <a:endParaRPr lang="en-US" altLang="en-US"/>
          </a:p>
        </p:txBody>
      </p:sp>
    </p:spTree>
    <p:extLst>
      <p:ext uri="{BB962C8B-B14F-4D97-AF65-F5344CB8AC3E}">
        <p14:creationId xmlns:p14="http://schemas.microsoft.com/office/powerpoint/2010/main" val="27645775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44BC0-AE1C-9442-BE42-1B749FC32413}"/>
              </a:ext>
            </a:extLst>
          </p:cNvPr>
          <p:cNvSpPr>
            <a:spLocks noGrp="1"/>
          </p:cNvSpPr>
          <p:nvPr>
            <p:ph type="title"/>
          </p:nvPr>
        </p:nvSpPr>
        <p:spPr/>
        <p:txBody>
          <a:bodyPr/>
          <a:lstStyle/>
          <a:p>
            <a:r>
              <a:rPr lang="en-US"/>
              <a:t>Kiến trúc của CSDL</a:t>
            </a:r>
          </a:p>
        </p:txBody>
      </p:sp>
      <p:sp>
        <p:nvSpPr>
          <p:cNvPr id="3" name="Content Placeholder 2">
            <a:extLst>
              <a:ext uri="{FF2B5EF4-FFF2-40B4-BE49-F238E27FC236}">
                <a16:creationId xmlns:a16="http://schemas.microsoft.com/office/drawing/2014/main" id="{1EC38ABC-B3FF-554B-93EA-36A668C67CDF}"/>
              </a:ext>
            </a:extLst>
          </p:cNvPr>
          <p:cNvSpPr>
            <a:spLocks noGrp="1"/>
          </p:cNvSpPr>
          <p:nvPr>
            <p:ph idx="1"/>
          </p:nvPr>
        </p:nvSpPr>
        <p:spPr/>
        <p:txBody>
          <a:bodyPr/>
          <a:lstStyle/>
          <a:p>
            <a:pPr marL="0" indent="0">
              <a:buNone/>
            </a:pPr>
            <a:r>
              <a:rPr lang="vi-VN"/>
              <a:t>Kiến trúc của một hệ thống CSDL bị ảnh hưởng rất nhiều bởi hệ thống máy tính cơ bản mà CSDL đang chạy:</a:t>
            </a:r>
          </a:p>
          <a:p>
            <a:r>
              <a:rPr lang="vi-VN"/>
              <a:t>Tập trung</a:t>
            </a:r>
          </a:p>
          <a:p>
            <a:r>
              <a:rPr lang="vi-VN"/>
              <a:t>Client-Sever</a:t>
            </a:r>
          </a:p>
          <a:p>
            <a:r>
              <a:rPr lang="vi-VN"/>
              <a:t>Song song (đa bộ xử lý)</a:t>
            </a:r>
          </a:p>
          <a:p>
            <a:r>
              <a:rPr lang="vi-VN"/>
              <a:t>Phân tán</a:t>
            </a:r>
            <a:endParaRPr lang="en-US"/>
          </a:p>
        </p:txBody>
      </p:sp>
      <p:sp>
        <p:nvSpPr>
          <p:cNvPr id="4" name="Date Placeholder 3">
            <a:extLst>
              <a:ext uri="{FF2B5EF4-FFF2-40B4-BE49-F238E27FC236}">
                <a16:creationId xmlns:a16="http://schemas.microsoft.com/office/drawing/2014/main" id="{56891EE1-4129-7B45-8C8D-E85F9DD60FA8}"/>
              </a:ext>
            </a:extLst>
          </p:cNvPr>
          <p:cNvSpPr>
            <a:spLocks noGrp="1"/>
          </p:cNvSpPr>
          <p:nvPr>
            <p:ph type="dt" sz="half" idx="10"/>
          </p:nvPr>
        </p:nvSpPr>
        <p:spPr/>
        <p:txBody>
          <a:bodyPr/>
          <a:lstStyle/>
          <a:p>
            <a:pPr>
              <a:defRPr/>
            </a:pPr>
            <a:r>
              <a:rPr lang="en-US"/>
              <a:t>Cơ sở dữ liệu - Bộ môn Hệ thống Thông tin</a:t>
            </a:r>
            <a:endParaRPr lang="en-US" altLang="en-US"/>
          </a:p>
        </p:txBody>
      </p:sp>
      <p:sp>
        <p:nvSpPr>
          <p:cNvPr id="5" name="Slide Number Placeholder 4">
            <a:extLst>
              <a:ext uri="{FF2B5EF4-FFF2-40B4-BE49-F238E27FC236}">
                <a16:creationId xmlns:a16="http://schemas.microsoft.com/office/drawing/2014/main" id="{4458D10C-B0D6-204B-9EA6-8480D9604288}"/>
              </a:ext>
            </a:extLst>
          </p:cNvPr>
          <p:cNvSpPr>
            <a:spLocks noGrp="1"/>
          </p:cNvSpPr>
          <p:nvPr>
            <p:ph type="sldNum" sz="quarter" idx="12"/>
          </p:nvPr>
        </p:nvSpPr>
        <p:spPr/>
        <p:txBody>
          <a:bodyPr/>
          <a:lstStyle/>
          <a:p>
            <a:pPr>
              <a:defRPr/>
            </a:pPr>
            <a:fld id="{2C080CA9-DDD7-DD4A-80FE-9BC926C65541}" type="slidenum">
              <a:rPr lang="en-US" altLang="en-US"/>
              <a:pPr>
                <a:defRPr/>
              </a:pPr>
              <a:t>48</a:t>
            </a:fld>
            <a:endParaRPr lang="en-US" altLang="en-US"/>
          </a:p>
        </p:txBody>
      </p:sp>
    </p:spTree>
    <p:extLst>
      <p:ext uri="{BB962C8B-B14F-4D97-AF65-F5344CB8AC3E}">
        <p14:creationId xmlns:p14="http://schemas.microsoft.com/office/powerpoint/2010/main" val="33882316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0023-56E2-8F4C-8846-4B1DC3BF01D5}"/>
              </a:ext>
            </a:extLst>
          </p:cNvPr>
          <p:cNvSpPr>
            <a:spLocks noGrp="1"/>
          </p:cNvSpPr>
          <p:nvPr>
            <p:ph type="title"/>
          </p:nvPr>
        </p:nvSpPr>
        <p:spPr/>
        <p:txBody>
          <a:bodyPr/>
          <a:lstStyle/>
          <a:p>
            <a:r>
              <a:rPr lang="en-US"/>
              <a:t>Lịch sử hệ CSDL</a:t>
            </a:r>
          </a:p>
        </p:txBody>
      </p:sp>
      <p:sp>
        <p:nvSpPr>
          <p:cNvPr id="3" name="Content Placeholder 2">
            <a:extLst>
              <a:ext uri="{FF2B5EF4-FFF2-40B4-BE49-F238E27FC236}">
                <a16:creationId xmlns:a16="http://schemas.microsoft.com/office/drawing/2014/main" id="{7DDA29B3-4035-CF4A-B1C9-6A49B68EB666}"/>
              </a:ext>
            </a:extLst>
          </p:cNvPr>
          <p:cNvSpPr>
            <a:spLocks noGrp="1"/>
          </p:cNvSpPr>
          <p:nvPr>
            <p:ph idx="1"/>
          </p:nvPr>
        </p:nvSpPr>
        <p:spPr/>
        <p:txBody>
          <a:bodyPr/>
          <a:lstStyle/>
          <a:p>
            <a:r>
              <a:rPr lang="vi-VN"/>
              <a:t>Những năm 1950 và đầu những năm 1960:</a:t>
            </a:r>
          </a:p>
          <a:p>
            <a:pPr lvl="1"/>
            <a:r>
              <a:rPr lang="vi-VN"/>
              <a:t>Xử lý dữ liệu bằng băng từ để lưu trữ</a:t>
            </a:r>
          </a:p>
          <a:p>
            <a:pPr lvl="2"/>
            <a:r>
              <a:rPr lang="vi-VN"/>
              <a:t>Băng chỉ cung cấp quyền truy cập tuần tự</a:t>
            </a:r>
          </a:p>
          <a:p>
            <a:pPr lvl="1"/>
            <a:r>
              <a:rPr lang="vi-VN"/>
              <a:t>Thẻ đục lỗ để nhập</a:t>
            </a:r>
          </a:p>
          <a:p>
            <a:r>
              <a:rPr lang="vi-VN"/>
              <a:t>Cuối những năm 1960 và 1970:</a:t>
            </a:r>
          </a:p>
          <a:p>
            <a:pPr lvl="1"/>
            <a:r>
              <a:rPr lang="vi-VN"/>
              <a:t>Đĩa cứng được phép truy cập trực tiếp vào dữ liệu</a:t>
            </a:r>
          </a:p>
          <a:p>
            <a:pPr lvl="1"/>
            <a:r>
              <a:rPr lang="vi-VN"/>
              <a:t>Mạng và mô hình dữ liệu phân cấp được sử dụng rộng rãi</a:t>
            </a:r>
          </a:p>
          <a:p>
            <a:pPr lvl="1"/>
            <a:r>
              <a:rPr lang="vi-VN"/>
              <a:t>Ted Codd định nghĩa mô hình dữ liệu quan hệ</a:t>
            </a:r>
          </a:p>
          <a:p>
            <a:pPr lvl="1"/>
            <a:r>
              <a:rPr lang="vi-VN"/>
              <a:t>Xử lý giao dịch hiệu suất cao</a:t>
            </a:r>
            <a:endParaRPr lang="en-US"/>
          </a:p>
        </p:txBody>
      </p:sp>
      <p:sp>
        <p:nvSpPr>
          <p:cNvPr id="4" name="Date Placeholder 3">
            <a:extLst>
              <a:ext uri="{FF2B5EF4-FFF2-40B4-BE49-F238E27FC236}">
                <a16:creationId xmlns:a16="http://schemas.microsoft.com/office/drawing/2014/main" id="{1674A8DE-AB23-7B42-9A1B-203639073568}"/>
              </a:ext>
            </a:extLst>
          </p:cNvPr>
          <p:cNvSpPr>
            <a:spLocks noGrp="1"/>
          </p:cNvSpPr>
          <p:nvPr>
            <p:ph type="dt" sz="half" idx="10"/>
          </p:nvPr>
        </p:nvSpPr>
        <p:spPr/>
        <p:txBody>
          <a:bodyPr/>
          <a:lstStyle/>
          <a:p>
            <a:pPr>
              <a:defRPr/>
            </a:pPr>
            <a:r>
              <a:rPr lang="en-US"/>
              <a:t>Cơ sở dữ liệu - Bộ môn Hệ thống Thông tin</a:t>
            </a:r>
            <a:endParaRPr lang="en-US" altLang="en-US"/>
          </a:p>
        </p:txBody>
      </p:sp>
      <p:sp>
        <p:nvSpPr>
          <p:cNvPr id="5" name="Slide Number Placeholder 4">
            <a:extLst>
              <a:ext uri="{FF2B5EF4-FFF2-40B4-BE49-F238E27FC236}">
                <a16:creationId xmlns:a16="http://schemas.microsoft.com/office/drawing/2014/main" id="{6C8ECBC6-A5B4-0344-A2A8-19CA66AF078B}"/>
              </a:ext>
            </a:extLst>
          </p:cNvPr>
          <p:cNvSpPr>
            <a:spLocks noGrp="1"/>
          </p:cNvSpPr>
          <p:nvPr>
            <p:ph type="sldNum" sz="quarter" idx="12"/>
          </p:nvPr>
        </p:nvSpPr>
        <p:spPr/>
        <p:txBody>
          <a:bodyPr/>
          <a:lstStyle/>
          <a:p>
            <a:pPr>
              <a:defRPr/>
            </a:pPr>
            <a:fld id="{2C080CA9-DDD7-DD4A-80FE-9BC926C65541}" type="slidenum">
              <a:rPr lang="en-US" altLang="en-US"/>
              <a:pPr>
                <a:defRPr/>
              </a:pPr>
              <a:t>49</a:t>
            </a:fld>
            <a:endParaRPr lang="en-US" altLang="en-US"/>
          </a:p>
        </p:txBody>
      </p:sp>
    </p:spTree>
    <p:extLst>
      <p:ext uri="{BB962C8B-B14F-4D97-AF65-F5344CB8AC3E}">
        <p14:creationId xmlns:p14="http://schemas.microsoft.com/office/powerpoint/2010/main" val="30020807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D6D32-238E-2E46-9976-074FE5B5F845}"/>
              </a:ext>
            </a:extLst>
          </p:cNvPr>
          <p:cNvSpPr>
            <a:spLocks noGrp="1"/>
          </p:cNvSpPr>
          <p:nvPr>
            <p:ph type="title"/>
          </p:nvPr>
        </p:nvSpPr>
        <p:spPr/>
        <p:txBody>
          <a:bodyPr/>
          <a:lstStyle/>
          <a:p>
            <a:r>
              <a:rPr lang="en-US"/>
              <a:t>Lịch sử hệ CSDL (tt)</a:t>
            </a:r>
          </a:p>
        </p:txBody>
      </p:sp>
      <p:sp>
        <p:nvSpPr>
          <p:cNvPr id="3" name="Content Placeholder 2">
            <a:extLst>
              <a:ext uri="{FF2B5EF4-FFF2-40B4-BE49-F238E27FC236}">
                <a16:creationId xmlns:a16="http://schemas.microsoft.com/office/drawing/2014/main" id="{DEBF7CEA-C86A-E946-9405-3C88FBA8C6BF}"/>
              </a:ext>
            </a:extLst>
          </p:cNvPr>
          <p:cNvSpPr>
            <a:spLocks noGrp="1"/>
          </p:cNvSpPr>
          <p:nvPr>
            <p:ph idx="1"/>
          </p:nvPr>
        </p:nvSpPr>
        <p:spPr/>
        <p:txBody>
          <a:bodyPr/>
          <a:lstStyle/>
          <a:p>
            <a:r>
              <a:rPr lang="vi-VN"/>
              <a:t>Những năm 1980:</a:t>
            </a:r>
          </a:p>
          <a:p>
            <a:pPr lvl="1"/>
            <a:r>
              <a:rPr lang="vi-VN"/>
              <a:t>Nghiên cứu các nguyên mẫu quan hệ phát triển thành các hệ thống thương mại</a:t>
            </a:r>
          </a:p>
          <a:p>
            <a:pPr lvl="2"/>
            <a:r>
              <a:rPr lang="vi-VN"/>
              <a:t>SQL trở thành tiêu chuẩn công nghiệp</a:t>
            </a:r>
          </a:p>
          <a:p>
            <a:pPr lvl="1"/>
            <a:r>
              <a:rPr lang="vi-VN"/>
              <a:t>Hệ thống cơ sở dữ liệu song song và phân tán</a:t>
            </a:r>
          </a:p>
          <a:p>
            <a:pPr lvl="1"/>
            <a:r>
              <a:rPr lang="vi-VN"/>
              <a:t>Hệ thống cơ sở dữ liệu hướng đối tượng</a:t>
            </a:r>
          </a:p>
          <a:p>
            <a:r>
              <a:rPr lang="vi-VN"/>
              <a:t>Những năm 1990:</a:t>
            </a:r>
          </a:p>
          <a:p>
            <a:pPr lvl="1"/>
            <a:r>
              <a:rPr lang="vi-VN"/>
              <a:t>Hỗ trợ quyết định lớn và các ứng dụng khai thác dữ liệu</a:t>
            </a:r>
          </a:p>
          <a:p>
            <a:pPr lvl="1"/>
            <a:r>
              <a:rPr lang="vi-VN"/>
              <a:t>Kho dữ liệu lớn nhiều terabyte</a:t>
            </a:r>
          </a:p>
          <a:p>
            <a:pPr lvl="1"/>
            <a:r>
              <a:rPr lang="vi-VN"/>
              <a:t>Sự xuất hiện của Web thương mại</a:t>
            </a:r>
          </a:p>
        </p:txBody>
      </p:sp>
      <p:sp>
        <p:nvSpPr>
          <p:cNvPr id="4" name="Date Placeholder 3">
            <a:extLst>
              <a:ext uri="{FF2B5EF4-FFF2-40B4-BE49-F238E27FC236}">
                <a16:creationId xmlns:a16="http://schemas.microsoft.com/office/drawing/2014/main" id="{9CAC8754-7379-2844-8A25-6AB8DDB07C75}"/>
              </a:ext>
            </a:extLst>
          </p:cNvPr>
          <p:cNvSpPr>
            <a:spLocks noGrp="1"/>
          </p:cNvSpPr>
          <p:nvPr>
            <p:ph type="dt" sz="half" idx="10"/>
          </p:nvPr>
        </p:nvSpPr>
        <p:spPr/>
        <p:txBody>
          <a:bodyPr/>
          <a:lstStyle/>
          <a:p>
            <a:pPr>
              <a:defRPr/>
            </a:pPr>
            <a:r>
              <a:rPr lang="en-US"/>
              <a:t>Cơ sở dữ liệu - Bộ môn Hệ thống Thông tin</a:t>
            </a:r>
            <a:endParaRPr lang="en-US" altLang="en-US"/>
          </a:p>
        </p:txBody>
      </p:sp>
      <p:sp>
        <p:nvSpPr>
          <p:cNvPr id="5" name="Slide Number Placeholder 4">
            <a:extLst>
              <a:ext uri="{FF2B5EF4-FFF2-40B4-BE49-F238E27FC236}">
                <a16:creationId xmlns:a16="http://schemas.microsoft.com/office/drawing/2014/main" id="{1BA9275B-E390-2646-9B47-BF1E16C2DCEE}"/>
              </a:ext>
            </a:extLst>
          </p:cNvPr>
          <p:cNvSpPr>
            <a:spLocks noGrp="1"/>
          </p:cNvSpPr>
          <p:nvPr>
            <p:ph type="sldNum" sz="quarter" idx="12"/>
          </p:nvPr>
        </p:nvSpPr>
        <p:spPr/>
        <p:txBody>
          <a:bodyPr/>
          <a:lstStyle/>
          <a:p>
            <a:pPr>
              <a:defRPr/>
            </a:pPr>
            <a:fld id="{2C080CA9-DDD7-DD4A-80FE-9BC926C65541}" type="slidenum">
              <a:rPr lang="en-US" altLang="en-US"/>
              <a:pPr>
                <a:defRPr/>
              </a:pPr>
              <a:t>50</a:t>
            </a:fld>
            <a:endParaRPr lang="en-US" altLang="en-US"/>
          </a:p>
        </p:txBody>
      </p:sp>
    </p:spTree>
    <p:extLst>
      <p:ext uri="{BB962C8B-B14F-4D97-AF65-F5344CB8AC3E}">
        <p14:creationId xmlns:p14="http://schemas.microsoft.com/office/powerpoint/2010/main" val="11713971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D6D32-238E-2E46-9976-074FE5B5F845}"/>
              </a:ext>
            </a:extLst>
          </p:cNvPr>
          <p:cNvSpPr>
            <a:spLocks noGrp="1"/>
          </p:cNvSpPr>
          <p:nvPr>
            <p:ph type="title"/>
          </p:nvPr>
        </p:nvSpPr>
        <p:spPr/>
        <p:txBody>
          <a:bodyPr/>
          <a:lstStyle/>
          <a:p>
            <a:r>
              <a:rPr lang="en-US"/>
              <a:t>Lịch sử hệ CSDL (tt)</a:t>
            </a:r>
          </a:p>
        </p:txBody>
      </p:sp>
      <p:sp>
        <p:nvSpPr>
          <p:cNvPr id="3" name="Content Placeholder 2">
            <a:extLst>
              <a:ext uri="{FF2B5EF4-FFF2-40B4-BE49-F238E27FC236}">
                <a16:creationId xmlns:a16="http://schemas.microsoft.com/office/drawing/2014/main" id="{DEBF7CEA-C86A-E946-9405-3C88FBA8C6BF}"/>
              </a:ext>
            </a:extLst>
          </p:cNvPr>
          <p:cNvSpPr>
            <a:spLocks noGrp="1"/>
          </p:cNvSpPr>
          <p:nvPr>
            <p:ph idx="1"/>
          </p:nvPr>
        </p:nvSpPr>
        <p:spPr/>
        <p:txBody>
          <a:bodyPr/>
          <a:lstStyle/>
          <a:p>
            <a:r>
              <a:rPr lang="vi-VN"/>
              <a:t>Đầu những năm 2000:</a:t>
            </a:r>
          </a:p>
          <a:p>
            <a:pPr lvl="1"/>
            <a:r>
              <a:rPr lang="vi-VN"/>
              <a:t>Tiêu chuẩn XML và XQuery</a:t>
            </a:r>
          </a:p>
          <a:p>
            <a:pPr lvl="1"/>
            <a:r>
              <a:rPr lang="vi-VN"/>
              <a:t>Quản trị CSDL tự động</a:t>
            </a:r>
          </a:p>
          <a:p>
            <a:r>
              <a:rPr lang="vi-VN"/>
              <a:t>Sau những năm 2000:</a:t>
            </a:r>
          </a:p>
          <a:p>
            <a:pPr lvl="1"/>
            <a:r>
              <a:rPr lang="vi-VN"/>
              <a:t>Hệ thống lưu trữ dữ liệu khổng lồ</a:t>
            </a:r>
          </a:p>
          <a:p>
            <a:pPr lvl="1"/>
            <a:r>
              <a:rPr lang="vi-VN"/>
              <a:t>Google BigTable, Yahoo PNuts, Amazon, ..</a:t>
            </a:r>
            <a:endParaRPr lang="en-US"/>
          </a:p>
        </p:txBody>
      </p:sp>
      <p:sp>
        <p:nvSpPr>
          <p:cNvPr id="4" name="Date Placeholder 3">
            <a:extLst>
              <a:ext uri="{FF2B5EF4-FFF2-40B4-BE49-F238E27FC236}">
                <a16:creationId xmlns:a16="http://schemas.microsoft.com/office/drawing/2014/main" id="{9CAC8754-7379-2844-8A25-6AB8DDB07C75}"/>
              </a:ext>
            </a:extLst>
          </p:cNvPr>
          <p:cNvSpPr>
            <a:spLocks noGrp="1"/>
          </p:cNvSpPr>
          <p:nvPr>
            <p:ph type="dt" sz="half" idx="10"/>
          </p:nvPr>
        </p:nvSpPr>
        <p:spPr/>
        <p:txBody>
          <a:bodyPr/>
          <a:lstStyle/>
          <a:p>
            <a:pPr>
              <a:defRPr/>
            </a:pPr>
            <a:r>
              <a:rPr lang="en-US"/>
              <a:t>Cơ sở dữ liệu - Bộ môn Hệ thống Thông tin</a:t>
            </a:r>
            <a:endParaRPr lang="en-US" altLang="en-US"/>
          </a:p>
        </p:txBody>
      </p:sp>
      <p:sp>
        <p:nvSpPr>
          <p:cNvPr id="5" name="Slide Number Placeholder 4">
            <a:extLst>
              <a:ext uri="{FF2B5EF4-FFF2-40B4-BE49-F238E27FC236}">
                <a16:creationId xmlns:a16="http://schemas.microsoft.com/office/drawing/2014/main" id="{1BA9275B-E390-2646-9B47-BF1E16C2DCEE}"/>
              </a:ext>
            </a:extLst>
          </p:cNvPr>
          <p:cNvSpPr>
            <a:spLocks noGrp="1"/>
          </p:cNvSpPr>
          <p:nvPr>
            <p:ph type="sldNum" sz="quarter" idx="12"/>
          </p:nvPr>
        </p:nvSpPr>
        <p:spPr/>
        <p:txBody>
          <a:bodyPr/>
          <a:lstStyle/>
          <a:p>
            <a:pPr>
              <a:defRPr/>
            </a:pPr>
            <a:fld id="{2C080CA9-DDD7-DD4A-80FE-9BC926C65541}" type="slidenum">
              <a:rPr lang="en-US" altLang="en-US"/>
              <a:pPr>
                <a:defRPr/>
              </a:pPr>
              <a:t>51</a:t>
            </a:fld>
            <a:endParaRPr lang="en-US" altLang="en-US"/>
          </a:p>
        </p:txBody>
      </p:sp>
    </p:spTree>
    <p:extLst>
      <p:ext uri="{BB962C8B-B14F-4D97-AF65-F5344CB8AC3E}">
        <p14:creationId xmlns:p14="http://schemas.microsoft.com/office/powerpoint/2010/main" val="2360623841"/>
      </p:ext>
    </p:extLst>
  </p:cSld>
  <p:clrMapOvr>
    <a:masterClrMapping/>
  </p:clrMapOvr>
</p:sld>
</file>

<file path=ppt/theme/theme1.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Edge</Template>
  <TotalTime>3636</TotalTime>
  <Words>4809</Words>
  <Application>Microsoft Macintosh PowerPoint</Application>
  <PresentationFormat>A4 Paper (210x297 mm)</PresentationFormat>
  <Paragraphs>672</Paragraphs>
  <Slides>51</Slides>
  <Notes>36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51</vt:i4>
      </vt:variant>
    </vt:vector>
  </HeadingPairs>
  <TitlesOfParts>
    <vt:vector size="59" baseType="lpstr">
      <vt:lpstr>Arial</vt:lpstr>
      <vt:lpstr>Cambria (Headings)</vt:lpstr>
      <vt:lpstr>Symbol</vt:lpstr>
      <vt:lpstr>Tahoma</vt:lpstr>
      <vt:lpstr>Verdana</vt:lpstr>
      <vt:lpstr>Wingdings</vt:lpstr>
      <vt:lpstr>Wingdings 2</vt:lpstr>
      <vt:lpstr>Edge</vt:lpstr>
      <vt:lpstr>Chương 01</vt:lpstr>
      <vt:lpstr>Nội dung</vt:lpstr>
      <vt:lpstr>PowerPoint Presentation</vt:lpstr>
      <vt:lpstr>1. Giới thiệu (tt)</vt:lpstr>
      <vt:lpstr>1. Giới thiệu (tt)</vt:lpstr>
      <vt:lpstr>1. Giới thiệu (tt)</vt:lpstr>
      <vt:lpstr>1. Giới thiệu (tt)</vt:lpstr>
      <vt:lpstr>Ví dụ</vt:lpstr>
      <vt:lpstr>1. Giới thiệu (tt)</vt:lpstr>
      <vt:lpstr>Một ví dụ về CSDL</vt:lpstr>
      <vt:lpstr>Một ví dụ về CSDL (tt)</vt:lpstr>
      <vt:lpstr>2. Quá trình phát triển </vt:lpstr>
      <vt:lpstr>Xử lý dựa trên hệ thống tập tin</vt:lpstr>
      <vt:lpstr>Các giới hạn của hệ thống tập tin </vt:lpstr>
      <vt:lpstr>Các giới hạn của hệ thống tập tin </vt:lpstr>
      <vt:lpstr>Các giới hạn của hệ thống tập tin </vt:lpstr>
      <vt:lpstr>Cách tiếp cận dựa trên CSDL</vt:lpstr>
      <vt:lpstr>Đặc điểm của dữ liệu trên CSDL</vt:lpstr>
      <vt:lpstr>3. Một số đặc tính của CSDL</vt:lpstr>
      <vt:lpstr>Tính tự mô tả</vt:lpstr>
      <vt:lpstr>PowerPoint Presentation</vt:lpstr>
      <vt:lpstr>Tính độc lập</vt:lpstr>
      <vt:lpstr>Tính trừu tượng</vt:lpstr>
      <vt:lpstr>Tính nhất quán</vt:lpstr>
      <vt:lpstr>Các cách nhìn dữ liệu</vt:lpstr>
      <vt:lpstr>PowerPoint Presentation</vt:lpstr>
      <vt:lpstr>4. Các đối tượng sử dụng CSDL</vt:lpstr>
      <vt:lpstr>Quản trị viên </vt:lpstr>
      <vt:lpstr>Thiết kế viên </vt:lpstr>
      <vt:lpstr>Người dùng cuối </vt:lpstr>
      <vt:lpstr>PowerPoint Presentation</vt:lpstr>
      <vt:lpstr>Hệ quản trị cơ sở dữ liệu</vt:lpstr>
      <vt:lpstr>Hệ quản trị cơ sở dữ liệu(tt)</vt:lpstr>
      <vt:lpstr>Các mức nhìn của hệ CSDL </vt:lpstr>
      <vt:lpstr>Các mức nhìn của hệ CSDL </vt:lpstr>
      <vt:lpstr>Các mức nhìn của hệ CSDL </vt:lpstr>
      <vt:lpstr>Hệ cơ sở dữ liệu client-server</vt:lpstr>
      <vt:lpstr>Hệ cơ sở dữ liệu phân tán</vt:lpstr>
      <vt:lpstr>6. Các mô hình dữ liệu</vt:lpstr>
      <vt:lpstr>Mô hình dữ liệu</vt:lpstr>
      <vt:lpstr>Ví dụ mô hình ER</vt:lpstr>
      <vt:lpstr>Ví dụ mô hình đối tượng</vt:lpstr>
      <vt:lpstr>Ví dụ mô hình quan hệ</vt:lpstr>
      <vt:lpstr>Ví dụ mô hình mạng</vt:lpstr>
      <vt:lpstr>Ví dụ mô hình phân cấp</vt:lpstr>
      <vt:lpstr>7. Các ứng dụng của CSDL</vt:lpstr>
      <vt:lpstr>Ví dụ CSDL đại học</vt:lpstr>
      <vt:lpstr>Kiến trúc của CSDL</vt:lpstr>
      <vt:lpstr>Lịch sử hệ CSDL</vt:lpstr>
      <vt:lpstr>Lịch sử hệ CSDL (tt)</vt:lpstr>
      <vt:lpstr>Lịch sử hệ CSDL (tt)</vt:lpstr>
    </vt:vector>
  </TitlesOfParts>
  <Company>SRDC METU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Semantics of Web Services</dc:title>
  <dc:creator>Asuman Dogac</dc:creator>
  <cp:lastModifiedBy>HUFLIT - Thái Trần Minh</cp:lastModifiedBy>
  <cp:revision>366</cp:revision>
  <dcterms:created xsi:type="dcterms:W3CDTF">2003-05-25T12:47:52Z</dcterms:created>
  <dcterms:modified xsi:type="dcterms:W3CDTF">2023-02-08T02:38:27Z</dcterms:modified>
</cp:coreProperties>
</file>