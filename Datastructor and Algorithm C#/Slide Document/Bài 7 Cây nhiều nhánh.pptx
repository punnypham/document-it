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31"/>
  </p:notesMasterIdLst>
  <p:sldIdLst>
    <p:sldId id="256" r:id="rId5"/>
    <p:sldId id="257" r:id="rId6"/>
    <p:sldId id="259" r:id="rId7"/>
    <p:sldId id="258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6" r:id="rId25"/>
    <p:sldId id="278" r:id="rId26"/>
    <p:sldId id="279" r:id="rId27"/>
    <p:sldId id="288" r:id="rId28"/>
    <p:sldId id="289" r:id="rId29"/>
    <p:sldId id="285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99"/>
    <a:srgbClr val="5B9BD5"/>
    <a:srgbClr val="D2DEEF"/>
    <a:srgbClr val="EAEFF7"/>
    <a:srgbClr val="FFFFFF"/>
    <a:srgbClr val="000000"/>
    <a:srgbClr val="FF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29" autoAdjust="0"/>
    <p:restoredTop sz="94677" autoAdjust="0"/>
  </p:normalViewPr>
  <p:slideViewPr>
    <p:cSldViewPr>
      <p:cViewPr varScale="1">
        <p:scale>
          <a:sx n="116" d="100"/>
          <a:sy n="116" d="100"/>
        </p:scale>
        <p:origin x="24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c Huynh" userId="80c0383e323bd6ea" providerId="LiveId" clId="{29C1F616-9DF8-A945-8C56-6001EBA5B289}"/>
    <pc:docChg chg="custSel modSld">
      <pc:chgData name="Loc Huynh" userId="80c0383e323bd6ea" providerId="LiveId" clId="{29C1F616-9DF8-A945-8C56-6001EBA5B289}" dt="2021-11-30T01:10:00.532" v="81" actId="20577"/>
      <pc:docMkLst>
        <pc:docMk/>
      </pc:docMkLst>
      <pc:sldChg chg="modSp mod">
        <pc:chgData name="Loc Huynh" userId="80c0383e323bd6ea" providerId="LiveId" clId="{29C1F616-9DF8-A945-8C56-6001EBA5B289}" dt="2021-11-30T01:05:43.539" v="20" actId="20577"/>
        <pc:sldMkLst>
          <pc:docMk/>
          <pc:sldMk cId="2380123118" sldId="258"/>
        </pc:sldMkLst>
        <pc:spChg chg="mod">
          <ac:chgData name="Loc Huynh" userId="80c0383e323bd6ea" providerId="LiveId" clId="{29C1F616-9DF8-A945-8C56-6001EBA5B289}" dt="2021-11-30T01:05:12.515" v="5" actId="20577"/>
          <ac:spMkLst>
            <pc:docMk/>
            <pc:sldMk cId="2380123118" sldId="258"/>
            <ac:spMk id="2" creationId="{00000000-0000-0000-0000-000000000000}"/>
          </ac:spMkLst>
        </pc:spChg>
        <pc:spChg chg="mod">
          <ac:chgData name="Loc Huynh" userId="80c0383e323bd6ea" providerId="LiveId" clId="{29C1F616-9DF8-A945-8C56-6001EBA5B289}" dt="2021-11-30T01:05:43.539" v="20" actId="20577"/>
          <ac:spMkLst>
            <pc:docMk/>
            <pc:sldMk cId="2380123118" sldId="258"/>
            <ac:spMk id="3" creationId="{00000000-0000-0000-0000-000000000000}"/>
          </ac:spMkLst>
        </pc:spChg>
      </pc:sldChg>
      <pc:sldChg chg="modSp mod">
        <pc:chgData name="Loc Huynh" userId="80c0383e323bd6ea" providerId="LiveId" clId="{29C1F616-9DF8-A945-8C56-6001EBA5B289}" dt="2021-11-30T01:10:00.532" v="81" actId="20577"/>
        <pc:sldMkLst>
          <pc:docMk/>
          <pc:sldMk cId="3735524314" sldId="265"/>
        </pc:sldMkLst>
        <pc:spChg chg="mod">
          <ac:chgData name="Loc Huynh" userId="80c0383e323bd6ea" providerId="LiveId" clId="{29C1F616-9DF8-A945-8C56-6001EBA5B289}" dt="2021-11-30T01:10:00.532" v="81" actId="20577"/>
          <ac:spMkLst>
            <pc:docMk/>
            <pc:sldMk cId="3735524314" sldId="26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2D0D082E-E09E-4D11-8421-E55CA5006449}" type="datetimeFigureOut">
              <a:rPr lang="en-US"/>
              <a:pPr>
                <a:defRPr/>
              </a:pPr>
              <a:t>11/30/21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89FD7609-25D3-4C6C-B17C-57FF32D7BB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963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FD7609-25D3-4C6C-B17C-57FF32D7BB3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08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041400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1478318E-C07A-4D3D-A6A3-43CD8CE59CD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2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171450" indent="-171450">
              <a:buFont typeface="Wingdings" panose="05000000000000000000" pitchFamily="2" charset="2"/>
              <a:buChar char="§"/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857250" indent="-171450">
              <a:buFont typeface="Wingdings" panose="05000000000000000000" pitchFamily="2" charset="2"/>
              <a:buChar char="§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00150" indent="-171450">
              <a:buFont typeface="Wingdings" panose="05000000000000000000" pitchFamily="2" charset="2"/>
              <a:buChar char="§"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81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6226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47116F-A5C4-45A3-BD27-A8CEE0B05DE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59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3F9D67-DFB9-4A21-B59E-0172C59F1F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19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4638"/>
            <a:ext cx="78867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489075"/>
            <a:ext cx="3867150" cy="6413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888" y="2193926"/>
            <a:ext cx="3867150" cy="3978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248" y="1489075"/>
            <a:ext cx="3868340" cy="64135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248" y="2193926"/>
            <a:ext cx="3868340" cy="397827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78B196-89C0-45B9-8946-214AAE2387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4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786728-FBBD-46A5-9CFF-84AC8AD4A5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0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866C1C-1123-493F-8A2A-56B83D7EB7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4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01850"/>
            <a:ext cx="2949178" cy="375920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2DE3A1-4119-42C5-919B-05966368E7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6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01850"/>
            <a:ext cx="2949178" cy="375920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232D45-71C3-4BF0-8655-3A2FAEA407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31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5E43F1-39FF-4327-A688-D716E00EA0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38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01C286-E41F-4F94-B4E8-878B1D61A4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21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2EC0F2-6636-4CB3-9369-07758DB7F81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70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4" r:id="rId1"/>
    <p:sldLayoutId id="2147484115" r:id="rId2"/>
    <p:sldLayoutId id="2147484116" r:id="rId3"/>
    <p:sldLayoutId id="2147484117" r:id="rId4"/>
    <p:sldLayoutId id="2147484118" r:id="rId5"/>
    <p:sldLayoutId id="2147484119" r:id="rId6"/>
    <p:sldLayoutId id="2147484120" r:id="rId7"/>
    <p:sldLayoutId id="2147484121" r:id="rId8"/>
    <p:sldLayoutId id="2147484122" r:id="rId9"/>
    <p:sldLayoutId id="2147484123" r:id="rId10"/>
    <p:sldLayoutId id="2147484124" r:id="rId11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nhthai@itc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71601" y="1628800"/>
            <a:ext cx="7128792" cy="1720825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7: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nhánh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B-Tree</a:t>
            </a:r>
            <a:endParaRPr lang="en-US" sz="4000" dirty="0">
              <a:latin typeface="Arial Unicode MS" pitchFamily="34" charset="-128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87624" y="4077072"/>
            <a:ext cx="7355243" cy="1800199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TS. Trần Minh Thái -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minhthai@huflit.edu.vn</a:t>
            </a: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37A5C889-6979-4D15-B5BC-BE4B6BE124D2}" type="slidenum">
              <a:rPr lang="en-US" smtClean="0">
                <a:solidFill>
                  <a:srgbClr val="FFFFFF"/>
                </a:solidFill>
              </a:rPr>
              <a:pPr eaLnBrk="1" hangingPunct="1"/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365126"/>
            <a:ext cx="7615758" cy="1325563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899592" y="1981200"/>
            <a:ext cx="7558607" cy="4267200"/>
          </a:xfrm>
        </p:spPr>
        <p:txBody>
          <a:bodyPr>
            <a:normAutofit/>
          </a:bodyPr>
          <a:lstStyle/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endParaRPr lang="en-US" dirty="0"/>
          </a:p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  <a:p>
            <a:pPr marL="609600" indent="-609600" eaLnBrk="1" hangingPunct="1">
              <a:buFontTx/>
              <a:buAutoNum type="arabicPeriod"/>
            </a:pP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fld id="{7840E616-C602-4341-8619-6D3AB15B6BAE}" type="slidenum">
              <a:rPr lang="en-US" smtClean="0"/>
              <a:pPr eaLnBrk="1" hangingPunct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: M-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Mỗi node có tối đa M node con</a:t>
            </a:r>
          </a:p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M-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i="1" dirty="0" err="1"/>
              <a:t>log</a:t>
            </a:r>
            <a:r>
              <a:rPr lang="en-US" i="1" baseline="-25000" dirty="0" err="1"/>
              <a:t>M</a:t>
            </a:r>
            <a:r>
              <a:rPr lang="en-US" i="1" dirty="0" err="1"/>
              <a:t>N</a:t>
            </a:r>
            <a:endParaRPr lang="en-US" i="1" dirty="0"/>
          </a:p>
          <a:p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5-Phân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" y="4001294"/>
            <a:ext cx="837247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4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 BTree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 err="1"/>
              <a:t>Thứ</a:t>
            </a:r>
            <a:r>
              <a:rPr lang="en-US" sz="2600" dirty="0"/>
              <a:t> </a:t>
            </a:r>
            <a:r>
              <a:rPr lang="en-US" sz="2600" dirty="0" err="1"/>
              <a:t>tự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khóa</a:t>
            </a:r>
            <a:r>
              <a:rPr lang="en-US" sz="2600" dirty="0"/>
              <a:t> t</a:t>
            </a:r>
            <a:r>
              <a:rPr lang="vi-VN" sz="2600" dirty="0"/>
              <a:t>ương tự cây nhị phân t</a:t>
            </a:r>
            <a:r>
              <a:rPr lang="en-US" sz="2600" dirty="0"/>
              <a:t>ì</a:t>
            </a:r>
            <a:r>
              <a:rPr lang="vi-VN" sz="2600" dirty="0"/>
              <a:t>m kiếm</a:t>
            </a:r>
          </a:p>
          <a:p>
            <a:pPr algn="just">
              <a:lnSpc>
                <a:spcPct val="150000"/>
              </a:lnSpc>
            </a:pPr>
            <a:r>
              <a:rPr lang="en-US" sz="2600" dirty="0"/>
              <a:t> </a:t>
            </a:r>
            <a:r>
              <a:rPr lang="en-US" sz="2600" dirty="0" err="1"/>
              <a:t>Mỗi</a:t>
            </a:r>
            <a:r>
              <a:rPr lang="en-US" sz="2600" dirty="0"/>
              <a:t> node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b="1" dirty="0"/>
              <a:t>M-1 </a:t>
            </a:r>
            <a:r>
              <a:rPr lang="en-US" sz="2600" b="1" dirty="0" err="1"/>
              <a:t>khóa</a:t>
            </a:r>
            <a:endParaRPr lang="en-US" sz="2600" dirty="0"/>
          </a:p>
          <a:p>
            <a:pPr algn="just">
              <a:lnSpc>
                <a:spcPct val="150000"/>
              </a:lnSpc>
            </a:pPr>
            <a:r>
              <a:rPr lang="en-US" sz="2600" dirty="0"/>
              <a:t> M </a:t>
            </a:r>
            <a:r>
              <a:rPr lang="en-US" sz="2600" dirty="0" err="1"/>
              <a:t>càng</a:t>
            </a:r>
            <a:r>
              <a:rPr lang="en-US" sz="2600" dirty="0"/>
              <a:t> </a:t>
            </a:r>
            <a:r>
              <a:rPr lang="en-US" sz="2600" dirty="0" err="1"/>
              <a:t>lớn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</a:t>
            </a:r>
            <a:r>
              <a:rPr lang="en-US" sz="2600" dirty="0" err="1"/>
              <a:t>càng</a:t>
            </a:r>
            <a:r>
              <a:rPr lang="en-US" sz="2600" dirty="0"/>
              <a:t> </a:t>
            </a:r>
            <a:r>
              <a:rPr lang="en-US" sz="2600" dirty="0" err="1"/>
              <a:t>thấp</a:t>
            </a:r>
            <a:endParaRPr lang="en-US" sz="2600" dirty="0"/>
          </a:p>
          <a:p>
            <a:pPr algn="just">
              <a:lnSpc>
                <a:spcPct val="150000"/>
              </a:lnSpc>
            </a:pPr>
            <a:r>
              <a:rPr lang="en-US" sz="2600" dirty="0"/>
              <a:t> </a:t>
            </a:r>
            <a:r>
              <a:rPr lang="en-US" sz="2600" dirty="0" err="1"/>
              <a:t>Giữ</a:t>
            </a:r>
            <a:r>
              <a:rPr lang="en-US" sz="2600" dirty="0"/>
              <a:t> </a:t>
            </a:r>
            <a:r>
              <a:rPr lang="en-US" sz="2600" dirty="0" err="1"/>
              <a:t>tính</a:t>
            </a:r>
            <a:r>
              <a:rPr lang="en-US" sz="2600" dirty="0"/>
              <a:t> </a:t>
            </a:r>
            <a:r>
              <a:rPr lang="en-US" sz="2600" dirty="0" err="1"/>
              <a:t>chất</a:t>
            </a:r>
            <a:r>
              <a:rPr lang="en-US" sz="2600" dirty="0"/>
              <a:t> </a:t>
            </a:r>
            <a:r>
              <a:rPr lang="en-US" sz="2600" dirty="0" err="1"/>
              <a:t>cân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r>
              <a:rPr lang="en-US" sz="2600" dirty="0"/>
              <a:t> </a:t>
            </a:r>
            <a:r>
              <a:rPr lang="en-US" sz="2600" dirty="0" err="1"/>
              <a:t>trên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</a:t>
            </a:r>
            <a:r>
              <a:rPr lang="en-US" sz="2600" dirty="0" err="1"/>
              <a:t>tìm</a:t>
            </a:r>
            <a:r>
              <a:rPr lang="en-US" sz="2600" dirty="0"/>
              <a:t> </a:t>
            </a:r>
            <a:r>
              <a:rPr lang="en-US" sz="2600" dirty="0" err="1"/>
              <a:t>kiếm</a:t>
            </a:r>
            <a:r>
              <a:rPr lang="en-US" sz="2600" dirty="0"/>
              <a:t> M-</a:t>
            </a:r>
            <a:r>
              <a:rPr lang="en-US" sz="2600" dirty="0" err="1"/>
              <a:t>Phân</a:t>
            </a:r>
            <a:r>
              <a:rPr lang="en-US" sz="2600" dirty="0"/>
              <a:t>: B-</a:t>
            </a:r>
            <a:r>
              <a:rPr lang="en-US" sz="2600" dirty="0" err="1"/>
              <a:t>Cây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123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B-Tree </a:t>
            </a:r>
            <a:r>
              <a:rPr lang="en-US" dirty="0" err="1"/>
              <a:t>bậc</a:t>
            </a:r>
            <a:r>
              <a:rPr lang="en-US" dirty="0"/>
              <a:t> M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M-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:</a:t>
            </a:r>
          </a:p>
          <a:p>
            <a:pPr marL="346075" indent="-346075" algn="just"/>
            <a:r>
              <a:rPr lang="en-US" dirty="0" err="1"/>
              <a:t>Mỗi</a:t>
            </a:r>
            <a:r>
              <a:rPr lang="en-US" dirty="0"/>
              <a:t> node (</a:t>
            </a:r>
            <a:r>
              <a:rPr lang="en-US" i="1" dirty="0" err="1"/>
              <a:t>ngoại</a:t>
            </a:r>
            <a:r>
              <a:rPr lang="en-US" i="1" dirty="0"/>
              <a:t> </a:t>
            </a:r>
            <a:r>
              <a:rPr lang="en-US" i="1" dirty="0" err="1"/>
              <a:t>trừ</a:t>
            </a:r>
            <a:r>
              <a:rPr lang="en-US" i="1" dirty="0"/>
              <a:t> </a:t>
            </a:r>
            <a:r>
              <a:rPr lang="en-US" i="1" dirty="0" err="1"/>
              <a:t>gốc</a:t>
            </a:r>
            <a:r>
              <a:rPr lang="en-US" dirty="0"/>
              <a:t>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nhất</a:t>
            </a:r>
            <a:r>
              <a:rPr lang="en-US" dirty="0">
                <a:solidFill>
                  <a:srgbClr val="FF0000"/>
                </a:solidFill>
              </a:rPr>
              <a:t> M/2 </a:t>
            </a:r>
            <a:r>
              <a:rPr lang="en-US" dirty="0" err="1">
                <a:solidFill>
                  <a:srgbClr val="FF0000"/>
                </a:solidFill>
              </a:rPr>
              <a:t>khóa</a:t>
            </a:r>
            <a:endParaRPr lang="en-US" dirty="0">
              <a:solidFill>
                <a:srgbClr val="FF0000"/>
              </a:solidFill>
            </a:endParaRPr>
          </a:p>
          <a:p>
            <a:pPr marL="346075" indent="-346075" algn="just"/>
            <a:r>
              <a:rPr lang="en-US" dirty="0"/>
              <a:t>Node </a:t>
            </a:r>
            <a:r>
              <a:rPr lang="en-US" dirty="0" err="1"/>
              <a:t>gốc</a:t>
            </a:r>
            <a:r>
              <a:rPr lang="en-US" dirty="0"/>
              <a:t> (</a:t>
            </a:r>
            <a:r>
              <a:rPr lang="en-US" i="1" dirty="0" err="1"/>
              <a:t>nếu</a:t>
            </a:r>
            <a:r>
              <a:rPr lang="en-US" i="1" dirty="0"/>
              <a:t> </a:t>
            </a:r>
            <a:r>
              <a:rPr lang="en-US" i="1" dirty="0" err="1"/>
              <a:t>không</a:t>
            </a:r>
            <a:r>
              <a:rPr lang="en-US" i="1" dirty="0"/>
              <a:t> </a:t>
            </a:r>
            <a:r>
              <a:rPr lang="en-US" i="1" dirty="0" err="1"/>
              <a:t>phải</a:t>
            </a:r>
            <a:r>
              <a:rPr lang="en-US" i="1" dirty="0"/>
              <a:t> </a:t>
            </a:r>
            <a:r>
              <a:rPr lang="en-US" i="1" dirty="0" err="1"/>
              <a:t>nút</a:t>
            </a:r>
            <a:r>
              <a:rPr lang="en-US" i="1" dirty="0"/>
              <a:t> </a:t>
            </a:r>
            <a:r>
              <a:rPr lang="en-US" i="1" dirty="0" err="1"/>
              <a:t>lá</a:t>
            </a:r>
            <a:r>
              <a:rPr lang="en-US" dirty="0"/>
              <a:t>) </a:t>
            </a:r>
            <a:r>
              <a:rPr lang="en-US" dirty="0" err="1">
                <a:solidFill>
                  <a:srgbClr val="FF0000"/>
                </a:solidFill>
              </a:rPr>
              <a:t>có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nhất</a:t>
            </a:r>
            <a:r>
              <a:rPr lang="en-US" dirty="0">
                <a:solidFill>
                  <a:srgbClr val="FF0000"/>
                </a:solidFill>
              </a:rPr>
              <a:t> 2 </a:t>
            </a:r>
            <a:r>
              <a:rPr lang="en-US" dirty="0" err="1">
                <a:solidFill>
                  <a:srgbClr val="FF0000"/>
                </a:solidFill>
              </a:rPr>
              <a:t>nút</a:t>
            </a:r>
            <a:r>
              <a:rPr lang="en-US" dirty="0">
                <a:solidFill>
                  <a:srgbClr val="FF0000"/>
                </a:solidFill>
              </a:rPr>
              <a:t> con</a:t>
            </a:r>
          </a:p>
          <a:p>
            <a:pPr marL="346075" indent="-346075" algn="just"/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lá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đều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nằm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cùng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một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mức</a:t>
            </a:r>
            <a:endParaRPr lang="en-US" dirty="0">
              <a:solidFill>
                <a:srgbClr val="FF0000"/>
              </a:solidFill>
            </a:endParaRPr>
          </a:p>
          <a:p>
            <a:pPr marL="346075" indent="-346075" algn="just"/>
            <a:r>
              <a:rPr lang="vi-VN" dirty="0"/>
              <a:t>Các khóa và cây con được sắp xếp theo cây tìm kiếm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027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075" indent="-346075" algn="just"/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  <a:p>
            <a:pPr marL="346075" indent="-346075" algn="just"/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ngoài</a:t>
            </a:r>
            <a:endParaRPr lang="en-US" dirty="0"/>
          </a:p>
          <a:p>
            <a:pPr marL="346075" indent="-346075" algn="just"/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= </a:t>
            </a:r>
            <a:r>
              <a:rPr lang="en-US" i="1" dirty="0" err="1"/>
              <a:t>log</a:t>
            </a:r>
            <a:r>
              <a:rPr lang="en-US" i="1" baseline="-25000" dirty="0" err="1"/>
              <a:t>M</a:t>
            </a:r>
            <a:r>
              <a:rPr lang="en-US" i="1" dirty="0" err="1"/>
              <a:t>N</a:t>
            </a:r>
            <a:r>
              <a:rPr lang="en-US" i="1" dirty="0"/>
              <a:t>, </a:t>
            </a:r>
            <a:r>
              <a:rPr lang="en-US" i="1" dirty="0" err="1"/>
              <a:t>tăng</a:t>
            </a:r>
            <a:r>
              <a:rPr lang="en-US" i="1" dirty="0"/>
              <a:t> M </a:t>
            </a:r>
            <a:r>
              <a:rPr lang="en-US" dirty="0"/>
              <a:t> </a:t>
            </a:r>
            <a:r>
              <a:rPr lang="en-US" i="1" dirty="0" err="1"/>
              <a:t>chiều</a:t>
            </a:r>
            <a:r>
              <a:rPr lang="en-US" i="1" dirty="0"/>
              <a:t> </a:t>
            </a:r>
            <a:r>
              <a:rPr lang="en-US" i="1" dirty="0" err="1"/>
              <a:t>cao</a:t>
            </a:r>
            <a:r>
              <a:rPr lang="en-US" i="1" dirty="0"/>
              <a:t> </a:t>
            </a:r>
            <a:r>
              <a:rPr lang="en-US" i="1" dirty="0" err="1"/>
              <a:t>cây</a:t>
            </a:r>
            <a:r>
              <a:rPr lang="en-US" i="1" dirty="0"/>
              <a:t> </a:t>
            </a:r>
            <a:r>
              <a:rPr lang="en-US" i="1" dirty="0" err="1"/>
              <a:t>giảm</a:t>
            </a:r>
            <a:r>
              <a:rPr lang="en-US" i="1" dirty="0"/>
              <a:t> </a:t>
            </a:r>
            <a:r>
              <a:rPr lang="en-US" i="1" dirty="0" err="1"/>
              <a:t>rất</a:t>
            </a:r>
            <a:r>
              <a:rPr lang="en-US" i="1" dirty="0"/>
              <a:t> </a:t>
            </a:r>
            <a:r>
              <a:rPr lang="en-US" i="1" dirty="0" err="1"/>
              <a:t>nhanh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973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Chèn</a:t>
            </a:r>
            <a:r>
              <a:rPr lang="en-US" dirty="0"/>
              <a:t> node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vi-VN" sz="2600" b="1" dirty="0"/>
              <a:t>Ý tưởng: </a:t>
            </a:r>
            <a:r>
              <a:rPr lang="vi-VN" sz="2600" dirty="0"/>
              <a:t>Tìm vị trí khóa có thể thêm vào cây. Việc</a:t>
            </a:r>
            <a:r>
              <a:rPr lang="en-US" sz="2600" dirty="0"/>
              <a:t> </a:t>
            </a:r>
            <a:r>
              <a:rPr lang="vi-VN" sz="2600" dirty="0"/>
              <a:t>tìm kiếm sẽ kết thúc tại một lá. Khóa mới sẽ được</a:t>
            </a:r>
            <a:r>
              <a:rPr lang="en-US" sz="2600" dirty="0"/>
              <a:t> </a:t>
            </a:r>
            <a:r>
              <a:rPr lang="en-US" sz="2600" dirty="0" err="1"/>
              <a:t>thêm</a:t>
            </a:r>
            <a:r>
              <a:rPr lang="en-US" sz="2600" dirty="0"/>
              <a:t> </a:t>
            </a:r>
            <a:r>
              <a:rPr lang="en-US" sz="2600" dirty="0" err="1"/>
              <a:t>vào</a:t>
            </a:r>
            <a:r>
              <a:rPr lang="en-US" sz="2600" dirty="0"/>
              <a:t> </a:t>
            </a:r>
            <a:r>
              <a:rPr lang="en-US" sz="2600" dirty="0" err="1"/>
              <a:t>nút</a:t>
            </a:r>
            <a:r>
              <a:rPr lang="en-US" sz="2600" dirty="0"/>
              <a:t> </a:t>
            </a:r>
            <a:r>
              <a:rPr lang="en-US" sz="2600" dirty="0" err="1"/>
              <a:t>lá</a:t>
            </a:r>
            <a:r>
              <a:rPr lang="en-US" sz="2600" dirty="0"/>
              <a:t>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vi-VN" sz="2600" dirty="0"/>
              <a:t>Nếu chưa đầy </a:t>
            </a:r>
            <a:r>
              <a:rPr lang="en-US" sz="2600" dirty="0">
                <a:sym typeface="Wingdings" panose="05000000000000000000" pitchFamily="2" charset="2"/>
              </a:rPr>
              <a:t> </a:t>
            </a:r>
            <a:r>
              <a:rPr lang="vi-VN" sz="2600" dirty="0"/>
              <a:t>Việc thêm hoàn tất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600" dirty="0" err="1"/>
              <a:t>Nếu</a:t>
            </a:r>
            <a:r>
              <a:rPr lang="en-US" sz="2600" dirty="0"/>
              <a:t> </a:t>
            </a:r>
            <a:r>
              <a:rPr lang="en-US" sz="2600" dirty="0" err="1"/>
              <a:t>đầy</a:t>
            </a:r>
            <a:r>
              <a:rPr lang="en-US" sz="2600" dirty="0"/>
              <a:t> </a:t>
            </a:r>
            <a:r>
              <a:rPr lang="en-US" sz="2600" dirty="0">
                <a:sym typeface="Wingdings" panose="05000000000000000000" pitchFamily="2" charset="2"/>
              </a:rPr>
              <a:t> </a:t>
            </a:r>
            <a:r>
              <a:rPr lang="en-US" sz="2600" dirty="0" err="1"/>
              <a:t>Phân</a:t>
            </a:r>
            <a:r>
              <a:rPr lang="en-US" sz="2600" dirty="0"/>
              <a:t> </a:t>
            </a:r>
            <a:r>
              <a:rPr lang="en-US" sz="2600" dirty="0" err="1"/>
              <a:t>đôi</a:t>
            </a:r>
            <a:r>
              <a:rPr lang="en-US" sz="2600" dirty="0"/>
              <a:t> </a:t>
            </a:r>
            <a:r>
              <a:rPr lang="en-US" sz="2600" dirty="0" err="1"/>
              <a:t>nút</a:t>
            </a:r>
            <a:r>
              <a:rPr lang="en-US" sz="2600" dirty="0"/>
              <a:t> </a:t>
            </a:r>
            <a:r>
              <a:rPr lang="en-US" sz="2600" dirty="0" err="1"/>
              <a:t>lá</a:t>
            </a:r>
            <a:r>
              <a:rPr lang="en-US" sz="2600" dirty="0"/>
              <a:t> </a:t>
            </a:r>
            <a:r>
              <a:rPr lang="en-US" sz="2600" dirty="0" err="1"/>
              <a:t>cần</a:t>
            </a:r>
            <a:r>
              <a:rPr lang="en-US" sz="2600" dirty="0"/>
              <a:t> </a:t>
            </a:r>
            <a:r>
              <a:rPr lang="en-US" sz="2600" dirty="0" err="1"/>
              <a:t>thêm</a:t>
            </a:r>
            <a:r>
              <a:rPr lang="en-US" sz="2600" dirty="0"/>
              <a:t>:</a:t>
            </a:r>
          </a:p>
          <a:p>
            <a:pPr marL="688975" lvl="1" indent="-346075" algn="just"/>
            <a:r>
              <a:rPr lang="en-US" sz="2600" dirty="0" err="1">
                <a:solidFill>
                  <a:srgbClr val="FF0000"/>
                </a:solidFill>
              </a:rPr>
              <a:t>Tách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nút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lá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ra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làm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hai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nút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cạnh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nhau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trong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cùng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một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mức</a:t>
            </a:r>
            <a:endParaRPr lang="en-US" sz="2600" dirty="0">
              <a:solidFill>
                <a:srgbClr val="FF0000"/>
              </a:solidFill>
            </a:endParaRPr>
          </a:p>
          <a:p>
            <a:pPr marL="688975" lvl="1" indent="-346075" algn="just"/>
            <a:r>
              <a:rPr lang="en-US" sz="2600" dirty="0" err="1">
                <a:solidFill>
                  <a:srgbClr val="FF0000"/>
                </a:solidFill>
              </a:rPr>
              <a:t>Chuyển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phần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tử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giữa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lên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nút</a:t>
            </a:r>
            <a:r>
              <a:rPr lang="en-US" sz="2600" dirty="0">
                <a:solidFill>
                  <a:srgbClr val="FF0000"/>
                </a:solidFill>
              </a:rPr>
              <a:t> cha</a:t>
            </a:r>
          </a:p>
          <a:p>
            <a:pPr marL="0" indent="0" algn="just">
              <a:buNone/>
            </a:pPr>
            <a:r>
              <a:rPr lang="vi-VN" sz="2600" i="1" dirty="0"/>
              <a:t>Quá trình phân đôi các nút có thể được lan truyền</a:t>
            </a:r>
            <a:r>
              <a:rPr lang="en-US" sz="2600" i="1" dirty="0"/>
              <a:t> </a:t>
            </a:r>
            <a:r>
              <a:rPr lang="vi-VN" sz="2600" i="1" dirty="0"/>
              <a:t>ngược về gốc và kết thúc khi có một nút cha nào đó</a:t>
            </a:r>
            <a:r>
              <a:rPr lang="en-US" sz="2600" i="1" dirty="0"/>
              <a:t> </a:t>
            </a:r>
            <a:r>
              <a:rPr lang="vi-VN" sz="2600" i="1" dirty="0"/>
              <a:t>cần được thêm một khóa từ dưới lên mà chưa</a:t>
            </a:r>
            <a:r>
              <a:rPr lang="en-US" sz="2600" i="1" dirty="0"/>
              <a:t> </a:t>
            </a:r>
            <a:r>
              <a:rPr lang="en-US" sz="2600" i="1" dirty="0" err="1"/>
              <a:t>đầy</a:t>
            </a:r>
            <a:endParaRPr lang="en-US" sz="26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890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459359"/>
          </a:xfrm>
        </p:spPr>
        <p:txBody>
          <a:bodyPr>
            <a:normAutofit fontScale="92500"/>
          </a:bodyPr>
          <a:lstStyle/>
          <a:p>
            <a:pPr algn="just"/>
            <a:r>
              <a:rPr lang="vi-VN" sz="2600" dirty="0"/>
              <a:t>Cho B-tree bậc 5 rỗng </a:t>
            </a:r>
            <a:r>
              <a:rPr lang="vi-VN" sz="2600" dirty="0">
                <a:sym typeface="Wingdings" pitchFamily="2" charset="2"/>
              </a:rPr>
              <a:t> Mỗi node tối đa 4 khóa  5 con</a:t>
            </a:r>
            <a:endParaRPr lang="en-US" sz="2600" dirty="0"/>
          </a:p>
          <a:p>
            <a:pPr algn="just"/>
            <a:r>
              <a:rPr lang="en-US" sz="2600" dirty="0" err="1"/>
              <a:t>Hãy</a:t>
            </a:r>
            <a:r>
              <a:rPr lang="en-US" sz="2600" dirty="0"/>
              <a:t> </a:t>
            </a:r>
            <a:r>
              <a:rPr lang="en-US" sz="2600" dirty="0" err="1"/>
              <a:t>xây</a:t>
            </a:r>
            <a:r>
              <a:rPr lang="en-US" sz="2600" dirty="0"/>
              <a:t> </a:t>
            </a:r>
            <a:r>
              <a:rPr lang="en-US" sz="2600" dirty="0" err="1"/>
              <a:t>dựng</a:t>
            </a:r>
            <a:r>
              <a:rPr lang="en-US" sz="2600" dirty="0"/>
              <a:t> B-Tree </a:t>
            </a:r>
            <a:r>
              <a:rPr lang="en-US" sz="2600" dirty="0" err="1"/>
              <a:t>theo</a:t>
            </a:r>
            <a:r>
              <a:rPr lang="en-US" sz="2600" dirty="0"/>
              <a:t> </a:t>
            </a:r>
            <a:r>
              <a:rPr lang="en-US" sz="2600" dirty="0" err="1"/>
              <a:t>thứ</a:t>
            </a:r>
            <a:r>
              <a:rPr lang="en-US" sz="2600" dirty="0"/>
              <a:t> </a:t>
            </a:r>
            <a:r>
              <a:rPr lang="en-US" sz="2600" dirty="0" err="1"/>
              <a:t>tự</a:t>
            </a:r>
            <a:r>
              <a:rPr lang="en-US" sz="2600" dirty="0"/>
              <a:t> </a:t>
            </a:r>
            <a:r>
              <a:rPr lang="en-US" sz="2600" dirty="0" err="1"/>
              <a:t>từ</a:t>
            </a:r>
            <a:r>
              <a:rPr lang="en-US" sz="2600" dirty="0"/>
              <a:t> </a:t>
            </a:r>
            <a:r>
              <a:rPr lang="en-US" sz="2600" dirty="0" err="1"/>
              <a:t>trái</a:t>
            </a:r>
            <a:r>
              <a:rPr lang="en-US" sz="2600" dirty="0"/>
              <a:t> sang </a:t>
            </a:r>
            <a:r>
              <a:rPr lang="en-US" sz="2600" dirty="0" err="1"/>
              <a:t>phải</a:t>
            </a:r>
            <a:r>
              <a:rPr lang="en-US" sz="2600" dirty="0"/>
              <a:t> </a:t>
            </a:r>
            <a:r>
              <a:rPr lang="en-US" sz="2600" dirty="0" err="1"/>
              <a:t>cho</a:t>
            </a:r>
            <a:r>
              <a:rPr lang="en-US" sz="2600" dirty="0"/>
              <a:t> </a:t>
            </a:r>
            <a:r>
              <a:rPr lang="en-US" sz="2600" dirty="0" err="1"/>
              <a:t>dãy</a:t>
            </a:r>
            <a:r>
              <a:rPr lang="en-US" sz="2600" dirty="0"/>
              <a:t> </a:t>
            </a:r>
            <a:r>
              <a:rPr lang="en-US" sz="2600" dirty="0" err="1"/>
              <a:t>số</a:t>
            </a:r>
            <a:r>
              <a:rPr lang="en-US" sz="2600" dirty="0"/>
              <a:t> </a:t>
            </a:r>
            <a:r>
              <a:rPr lang="en-US" sz="2600" dirty="0" err="1"/>
              <a:t>sau</a:t>
            </a:r>
            <a:r>
              <a:rPr lang="en-US" sz="2600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226431"/>
              </p:ext>
            </p:extLst>
          </p:nvPr>
        </p:nvGraphicFramePr>
        <p:xfrm>
          <a:off x="356209" y="3501008"/>
          <a:ext cx="8431582" cy="356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048">
                  <a:extLst>
                    <a:ext uri="{9D8B030D-6E8A-4147-A177-3AD203B41FA5}">
                      <a16:colId xmlns:a16="http://schemas.microsoft.com/office/drawing/2014/main" val="4772310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1500234077"/>
                    </a:ext>
                  </a:extLst>
                </a:gridCol>
                <a:gridCol w="359598">
                  <a:extLst>
                    <a:ext uri="{9D8B030D-6E8A-4147-A177-3AD203B41FA5}">
                      <a16:colId xmlns:a16="http://schemas.microsoft.com/office/drawing/2014/main" val="1400383086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66017834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0523334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71711069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22743659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842005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886795673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415083207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375454226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0933989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6438618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3833370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41747014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972073179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45905505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2209602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76134998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1005030"/>
                    </a:ext>
                  </a:extLst>
                </a:gridCol>
              </a:tblGrid>
              <a:tr h="28693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12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14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52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48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68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29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45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extLst>
                  <a:ext uri="{0D108BD9-81ED-4DB2-BD59-A6C34878D82A}">
                    <a16:rowId xmlns:a16="http://schemas.microsoft.com/office/drawing/2014/main" val="2553730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524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273373"/>
              </p:ext>
            </p:extLst>
          </p:nvPr>
        </p:nvGraphicFramePr>
        <p:xfrm>
          <a:off x="2483768" y="1751490"/>
          <a:ext cx="86409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161199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1899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28650" y="1690689"/>
            <a:ext cx="15670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Chèn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</a:p>
        </p:txBody>
      </p:sp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2008619"/>
              </p:ext>
            </p:extLst>
          </p:nvPr>
        </p:nvGraphicFramePr>
        <p:xfrm>
          <a:off x="2483768" y="3016988"/>
          <a:ext cx="18002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3161199066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458940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1899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8650" y="2956187"/>
            <a:ext cx="15670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Chèn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 </a:t>
            </a:r>
          </a:p>
        </p:txBody>
      </p:sp>
      <p:graphicFrame>
        <p:nvGraphicFramePr>
          <p:cNvPr id="1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736563"/>
              </p:ext>
            </p:extLst>
          </p:nvPr>
        </p:nvGraphicFramePr>
        <p:xfrm>
          <a:off x="2483768" y="4282486"/>
          <a:ext cx="2736303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101">
                  <a:extLst>
                    <a:ext uri="{9D8B030D-6E8A-4147-A177-3AD203B41FA5}">
                      <a16:colId xmlns:a16="http://schemas.microsoft.com/office/drawing/2014/main" val="3161199066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2632303914"/>
                    </a:ext>
                  </a:extLst>
                </a:gridCol>
                <a:gridCol w="912101">
                  <a:extLst>
                    <a:ext uri="{9D8B030D-6E8A-4147-A177-3AD203B41FA5}">
                      <a16:colId xmlns:a16="http://schemas.microsoft.com/office/drawing/2014/main" val="1669381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1899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8650" y="4221685"/>
            <a:ext cx="15670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Chèn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</a:p>
        </p:txBody>
      </p:sp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1544636"/>
              </p:ext>
            </p:extLst>
          </p:nvPr>
        </p:nvGraphicFramePr>
        <p:xfrm>
          <a:off x="2483766" y="5547984"/>
          <a:ext cx="2736304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076">
                  <a:extLst>
                    <a:ext uri="{9D8B030D-6E8A-4147-A177-3AD203B41FA5}">
                      <a16:colId xmlns:a16="http://schemas.microsoft.com/office/drawing/2014/main" val="3161199066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1434537610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4024751639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733215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1899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8650" y="5487183"/>
            <a:ext cx="15670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Chèn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66562"/>
              </p:ext>
            </p:extLst>
          </p:nvPr>
        </p:nvGraphicFramePr>
        <p:xfrm>
          <a:off x="323528" y="795364"/>
          <a:ext cx="8431582" cy="356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048">
                  <a:extLst>
                    <a:ext uri="{9D8B030D-6E8A-4147-A177-3AD203B41FA5}">
                      <a16:colId xmlns:a16="http://schemas.microsoft.com/office/drawing/2014/main" val="4772310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1500234077"/>
                    </a:ext>
                  </a:extLst>
                </a:gridCol>
                <a:gridCol w="359598">
                  <a:extLst>
                    <a:ext uri="{9D8B030D-6E8A-4147-A177-3AD203B41FA5}">
                      <a16:colId xmlns:a16="http://schemas.microsoft.com/office/drawing/2014/main" val="1400383086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66017834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0523334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71711069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22743659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842005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886795673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415083207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375454226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0933989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6438618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3833370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41747014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972073179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45905505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2209602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76134998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1005030"/>
                    </a:ext>
                  </a:extLst>
                </a:gridCol>
              </a:tblGrid>
              <a:tr h="28693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12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14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52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48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68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29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45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extLst>
                  <a:ext uri="{0D108BD9-81ED-4DB2-BD59-A6C34878D82A}">
                    <a16:rowId xmlns:a16="http://schemas.microsoft.com/office/drawing/2014/main" val="2553730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340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3528" y="795364"/>
          <a:ext cx="8431582" cy="356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048">
                  <a:extLst>
                    <a:ext uri="{9D8B030D-6E8A-4147-A177-3AD203B41FA5}">
                      <a16:colId xmlns:a16="http://schemas.microsoft.com/office/drawing/2014/main" val="4772310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1500234077"/>
                    </a:ext>
                  </a:extLst>
                </a:gridCol>
                <a:gridCol w="359598">
                  <a:extLst>
                    <a:ext uri="{9D8B030D-6E8A-4147-A177-3AD203B41FA5}">
                      <a16:colId xmlns:a16="http://schemas.microsoft.com/office/drawing/2014/main" val="1400383086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66017834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0523334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71711069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22743659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842005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886795673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415083207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375454226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0933989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6438618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3833370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41747014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972073179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45905505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2209602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76134998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1005030"/>
                    </a:ext>
                  </a:extLst>
                </a:gridCol>
              </a:tblGrid>
              <a:tr h="28693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12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14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52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48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68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29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45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extLst>
                  <a:ext uri="{0D108BD9-81ED-4DB2-BD59-A6C34878D82A}">
                    <a16:rowId xmlns:a16="http://schemas.microsoft.com/office/drawing/2014/main" val="2553730690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93999" y="1596495"/>
            <a:ext cx="78867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Do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gốc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đã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đầy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(4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phần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tử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Chèn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25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vào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gốc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sẽ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tách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gốc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thành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2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và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đưa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khóa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ở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giữa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trên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tạo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thành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gốc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mới</a:t>
            </a:r>
            <a:endParaRPr lang="en-US" sz="2600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658800"/>
              </p:ext>
            </p:extLst>
          </p:nvPr>
        </p:nvGraphicFramePr>
        <p:xfrm>
          <a:off x="1763688" y="3089832"/>
          <a:ext cx="583265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530">
                  <a:extLst>
                    <a:ext uri="{9D8B030D-6E8A-4147-A177-3AD203B41FA5}">
                      <a16:colId xmlns:a16="http://schemas.microsoft.com/office/drawing/2014/main" val="91813801"/>
                    </a:ext>
                  </a:extLst>
                </a:gridCol>
                <a:gridCol w="1166530">
                  <a:extLst>
                    <a:ext uri="{9D8B030D-6E8A-4147-A177-3AD203B41FA5}">
                      <a16:colId xmlns:a16="http://schemas.microsoft.com/office/drawing/2014/main" val="493891587"/>
                    </a:ext>
                  </a:extLst>
                </a:gridCol>
                <a:gridCol w="1166530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  <a:gridCol w="116653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116653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FF00"/>
                          </a:solidFill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542992"/>
              </p:ext>
            </p:extLst>
          </p:nvPr>
        </p:nvGraphicFramePr>
        <p:xfrm>
          <a:off x="4211960" y="4562856"/>
          <a:ext cx="116653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530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658357"/>
              </p:ext>
            </p:extLst>
          </p:nvPr>
        </p:nvGraphicFramePr>
        <p:xfrm>
          <a:off x="5436096" y="5605616"/>
          <a:ext cx="23330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53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116653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FF00"/>
                          </a:solidFill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982520"/>
              </p:ext>
            </p:extLst>
          </p:nvPr>
        </p:nvGraphicFramePr>
        <p:xfrm>
          <a:off x="1878900" y="5603782"/>
          <a:ext cx="23330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53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116653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>
            <a:endCxn id="19" idx="0"/>
          </p:cNvCxnSpPr>
          <p:nvPr/>
        </p:nvCxnSpPr>
        <p:spPr>
          <a:xfrm flipH="1">
            <a:off x="3045430" y="5050536"/>
            <a:ext cx="1166530" cy="5532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18" idx="0"/>
          </p:cNvCxnSpPr>
          <p:nvPr/>
        </p:nvCxnSpPr>
        <p:spPr>
          <a:xfrm>
            <a:off x="5378490" y="5050536"/>
            <a:ext cx="1224136" cy="55508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own Arrow 26"/>
          <p:cNvSpPr/>
          <p:nvPr/>
        </p:nvSpPr>
        <p:spPr>
          <a:xfrm>
            <a:off x="4666287" y="3738563"/>
            <a:ext cx="257876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94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3528" y="795364"/>
          <a:ext cx="8431582" cy="356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048">
                  <a:extLst>
                    <a:ext uri="{9D8B030D-6E8A-4147-A177-3AD203B41FA5}">
                      <a16:colId xmlns:a16="http://schemas.microsoft.com/office/drawing/2014/main" val="4772310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1500234077"/>
                    </a:ext>
                  </a:extLst>
                </a:gridCol>
                <a:gridCol w="359598">
                  <a:extLst>
                    <a:ext uri="{9D8B030D-6E8A-4147-A177-3AD203B41FA5}">
                      <a16:colId xmlns:a16="http://schemas.microsoft.com/office/drawing/2014/main" val="1400383086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66017834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0523334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71711069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22743659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842005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886795673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415083207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375454226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0933989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6438618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3833370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41747014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972073179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45905505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2209602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76134998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1005030"/>
                    </a:ext>
                  </a:extLst>
                </a:gridCol>
              </a:tblGrid>
              <a:tr h="28693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12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14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52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48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68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29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45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extLst>
                  <a:ext uri="{0D108BD9-81ED-4DB2-BD59-A6C34878D82A}">
                    <a16:rowId xmlns:a16="http://schemas.microsoft.com/office/drawing/2014/main" val="2553730690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93999" y="1596495"/>
            <a:ext cx="78867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5</a:t>
            </a:r>
            <a:endParaRPr lang="en-US" sz="26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144739"/>
              </p:ext>
            </p:extLst>
          </p:nvPr>
        </p:nvGraphicFramePr>
        <p:xfrm>
          <a:off x="4211960" y="1988840"/>
          <a:ext cx="116653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530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281685"/>
              </p:ext>
            </p:extLst>
          </p:nvPr>
        </p:nvGraphicFramePr>
        <p:xfrm>
          <a:off x="5436096" y="3031600"/>
          <a:ext cx="23330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53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116653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762974"/>
              </p:ext>
            </p:extLst>
          </p:nvPr>
        </p:nvGraphicFramePr>
        <p:xfrm>
          <a:off x="971601" y="3029766"/>
          <a:ext cx="32403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FF00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>
            <a:endCxn id="19" idx="0"/>
          </p:cNvCxnSpPr>
          <p:nvPr/>
        </p:nvCxnSpPr>
        <p:spPr>
          <a:xfrm flipH="1">
            <a:off x="2591781" y="2476520"/>
            <a:ext cx="1620179" cy="5532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18" idx="0"/>
          </p:cNvCxnSpPr>
          <p:nvPr/>
        </p:nvCxnSpPr>
        <p:spPr>
          <a:xfrm>
            <a:off x="5378490" y="2476520"/>
            <a:ext cx="1224136" cy="55508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93999" y="4062267"/>
            <a:ext cx="78867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14</a:t>
            </a:r>
            <a:endParaRPr lang="en-US" sz="2600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525828"/>
              </p:ext>
            </p:extLst>
          </p:nvPr>
        </p:nvGraphicFramePr>
        <p:xfrm>
          <a:off x="4211960" y="4454612"/>
          <a:ext cx="116653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530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152072"/>
              </p:ext>
            </p:extLst>
          </p:nvPr>
        </p:nvGraphicFramePr>
        <p:xfrm>
          <a:off x="5436096" y="5497372"/>
          <a:ext cx="32403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FF00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483239"/>
              </p:ext>
            </p:extLst>
          </p:nvPr>
        </p:nvGraphicFramePr>
        <p:xfrm>
          <a:off x="971601" y="5495538"/>
          <a:ext cx="32403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25" name="Straight Connector 24"/>
          <p:cNvCxnSpPr>
            <a:endCxn id="24" idx="0"/>
          </p:cNvCxnSpPr>
          <p:nvPr/>
        </p:nvCxnSpPr>
        <p:spPr>
          <a:xfrm flipH="1">
            <a:off x="2591781" y="4942292"/>
            <a:ext cx="1620179" cy="5532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endCxn id="22" idx="0"/>
          </p:cNvCxnSpPr>
          <p:nvPr/>
        </p:nvCxnSpPr>
        <p:spPr>
          <a:xfrm>
            <a:off x="5378490" y="4942292"/>
            <a:ext cx="1677786" cy="55508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969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3528" y="795364"/>
          <a:ext cx="8431582" cy="356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048">
                  <a:extLst>
                    <a:ext uri="{9D8B030D-6E8A-4147-A177-3AD203B41FA5}">
                      <a16:colId xmlns:a16="http://schemas.microsoft.com/office/drawing/2014/main" val="4772310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1500234077"/>
                    </a:ext>
                  </a:extLst>
                </a:gridCol>
                <a:gridCol w="359598">
                  <a:extLst>
                    <a:ext uri="{9D8B030D-6E8A-4147-A177-3AD203B41FA5}">
                      <a16:colId xmlns:a16="http://schemas.microsoft.com/office/drawing/2014/main" val="1400383086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66017834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0523334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71711069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22743659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842005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886795673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415083207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375454226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0933989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6438618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3833370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41747014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972073179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45905505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2209602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76134998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1005030"/>
                    </a:ext>
                  </a:extLst>
                </a:gridCol>
              </a:tblGrid>
              <a:tr h="28693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12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14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52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48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68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29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45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extLst>
                  <a:ext uri="{0D108BD9-81ED-4DB2-BD59-A6C34878D82A}">
                    <a16:rowId xmlns:a16="http://schemas.microsoft.com/office/drawing/2014/main" val="2553730690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593999" y="1484784"/>
            <a:ext cx="78867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28</a:t>
            </a:r>
            <a:endParaRPr lang="en-US" sz="2600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636057"/>
              </p:ext>
            </p:extLst>
          </p:nvPr>
        </p:nvGraphicFramePr>
        <p:xfrm>
          <a:off x="3779911" y="1877129"/>
          <a:ext cx="116653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530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730466"/>
              </p:ext>
            </p:extLst>
          </p:nvPr>
        </p:nvGraphicFramePr>
        <p:xfrm>
          <a:off x="4571997" y="2919889"/>
          <a:ext cx="418311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778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1045778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1045778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1045778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FF00"/>
                          </a:solidFill>
                        </a:rP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714178"/>
              </p:ext>
            </p:extLst>
          </p:nvPr>
        </p:nvGraphicFramePr>
        <p:xfrm>
          <a:off x="539552" y="2918055"/>
          <a:ext cx="32403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25" name="Straight Connector 24"/>
          <p:cNvCxnSpPr>
            <a:endCxn id="24" idx="0"/>
          </p:cNvCxnSpPr>
          <p:nvPr/>
        </p:nvCxnSpPr>
        <p:spPr>
          <a:xfrm flipH="1">
            <a:off x="2159732" y="2364809"/>
            <a:ext cx="1620179" cy="5532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endCxn id="22" idx="0"/>
          </p:cNvCxnSpPr>
          <p:nvPr/>
        </p:nvCxnSpPr>
        <p:spPr>
          <a:xfrm>
            <a:off x="4946441" y="2364809"/>
            <a:ext cx="1717112" cy="55508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8446" y="3789040"/>
            <a:ext cx="78867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17, do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lá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phải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đã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đầy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phân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đôi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và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đưa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giữa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trên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cha (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gốc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en-US" sz="2600" dirty="0"/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476896"/>
              </p:ext>
            </p:extLst>
          </p:nvPr>
        </p:nvGraphicFramePr>
        <p:xfrm>
          <a:off x="3834358" y="4757449"/>
          <a:ext cx="181776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881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  <a:gridCol w="908881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FF00"/>
                          </a:solidFill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999600"/>
              </p:ext>
            </p:extLst>
          </p:nvPr>
        </p:nvGraphicFramePr>
        <p:xfrm>
          <a:off x="4024888" y="5797256"/>
          <a:ext cx="209155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778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1045778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571933"/>
              </p:ext>
            </p:extLst>
          </p:nvPr>
        </p:nvGraphicFramePr>
        <p:xfrm>
          <a:off x="593999" y="5798375"/>
          <a:ext cx="32403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1" name="Straight Connector 30"/>
          <p:cNvCxnSpPr>
            <a:endCxn id="30" idx="0"/>
          </p:cNvCxnSpPr>
          <p:nvPr/>
        </p:nvCxnSpPr>
        <p:spPr>
          <a:xfrm flipH="1">
            <a:off x="2214179" y="5245129"/>
            <a:ext cx="1620179" cy="5532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8" idx="2"/>
            <a:endCxn id="29" idx="0"/>
          </p:cNvCxnSpPr>
          <p:nvPr/>
        </p:nvCxnSpPr>
        <p:spPr>
          <a:xfrm>
            <a:off x="4743239" y="5245129"/>
            <a:ext cx="327427" cy="55212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80796"/>
              </p:ext>
            </p:extLst>
          </p:nvPr>
        </p:nvGraphicFramePr>
        <p:xfrm>
          <a:off x="6300192" y="5798772"/>
          <a:ext cx="209155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778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1045778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23" name="Straight Connector 22"/>
          <p:cNvCxnSpPr>
            <a:endCxn id="21" idx="0"/>
          </p:cNvCxnSpPr>
          <p:nvPr/>
        </p:nvCxnSpPr>
        <p:spPr>
          <a:xfrm>
            <a:off x="5652120" y="5245129"/>
            <a:ext cx="1693850" cy="5536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641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3528" y="795364"/>
          <a:ext cx="8431582" cy="356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048">
                  <a:extLst>
                    <a:ext uri="{9D8B030D-6E8A-4147-A177-3AD203B41FA5}">
                      <a16:colId xmlns:a16="http://schemas.microsoft.com/office/drawing/2014/main" val="4772310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1500234077"/>
                    </a:ext>
                  </a:extLst>
                </a:gridCol>
                <a:gridCol w="359598">
                  <a:extLst>
                    <a:ext uri="{9D8B030D-6E8A-4147-A177-3AD203B41FA5}">
                      <a16:colId xmlns:a16="http://schemas.microsoft.com/office/drawing/2014/main" val="1400383086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66017834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0523334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71711069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22743659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842005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886795673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415083207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375454226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0933989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6438618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3833370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41747014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972073179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45905505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2209602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76134998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1005030"/>
                    </a:ext>
                  </a:extLst>
                </a:gridCol>
              </a:tblGrid>
              <a:tr h="28693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12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14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52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48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68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29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45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extLst>
                  <a:ext uri="{0D108BD9-81ED-4DB2-BD59-A6C34878D82A}">
                    <a16:rowId xmlns:a16="http://schemas.microsoft.com/office/drawing/2014/main" val="2553730690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593999" y="1484784"/>
            <a:ext cx="78867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7</a:t>
            </a:r>
            <a:endParaRPr lang="en-US" sz="2600" dirty="0"/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618921"/>
              </p:ext>
            </p:extLst>
          </p:nvPr>
        </p:nvGraphicFramePr>
        <p:xfrm>
          <a:off x="3834358" y="2060848"/>
          <a:ext cx="181776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881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  <a:gridCol w="908881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744462"/>
              </p:ext>
            </p:extLst>
          </p:nvPr>
        </p:nvGraphicFramePr>
        <p:xfrm>
          <a:off x="4024888" y="3100655"/>
          <a:ext cx="209155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778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1045778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950841"/>
              </p:ext>
            </p:extLst>
          </p:nvPr>
        </p:nvGraphicFramePr>
        <p:xfrm>
          <a:off x="593999" y="3101774"/>
          <a:ext cx="32403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9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856493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accent4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1" name="Straight Connector 30"/>
          <p:cNvCxnSpPr>
            <a:endCxn id="30" idx="0"/>
          </p:cNvCxnSpPr>
          <p:nvPr/>
        </p:nvCxnSpPr>
        <p:spPr>
          <a:xfrm flipH="1">
            <a:off x="2214179" y="2548528"/>
            <a:ext cx="1620179" cy="5532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8" idx="2"/>
            <a:endCxn id="29" idx="0"/>
          </p:cNvCxnSpPr>
          <p:nvPr/>
        </p:nvCxnSpPr>
        <p:spPr>
          <a:xfrm>
            <a:off x="4743239" y="2548528"/>
            <a:ext cx="327427" cy="55212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92716"/>
              </p:ext>
            </p:extLst>
          </p:nvPr>
        </p:nvGraphicFramePr>
        <p:xfrm>
          <a:off x="6300192" y="3102171"/>
          <a:ext cx="209155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778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1045778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23" name="Straight Connector 22"/>
          <p:cNvCxnSpPr>
            <a:endCxn id="21" idx="0"/>
          </p:cNvCxnSpPr>
          <p:nvPr/>
        </p:nvCxnSpPr>
        <p:spPr>
          <a:xfrm>
            <a:off x="5652120" y="2548528"/>
            <a:ext cx="1693850" cy="5536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3732" y="3988229"/>
            <a:ext cx="78867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52</a:t>
            </a:r>
            <a:endParaRPr lang="en-US" sz="260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057552"/>
              </p:ext>
            </p:extLst>
          </p:nvPr>
        </p:nvGraphicFramePr>
        <p:xfrm>
          <a:off x="3814091" y="4564293"/>
          <a:ext cx="181776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881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  <a:gridCol w="908881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659767"/>
              </p:ext>
            </p:extLst>
          </p:nvPr>
        </p:nvGraphicFramePr>
        <p:xfrm>
          <a:off x="4004621" y="5604100"/>
          <a:ext cx="209155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778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1045778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422735"/>
              </p:ext>
            </p:extLst>
          </p:nvPr>
        </p:nvGraphicFramePr>
        <p:xfrm>
          <a:off x="573732" y="5605219"/>
          <a:ext cx="32403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9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856493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5" name="Straight Connector 34"/>
          <p:cNvCxnSpPr>
            <a:endCxn id="34" idx="0"/>
          </p:cNvCxnSpPr>
          <p:nvPr/>
        </p:nvCxnSpPr>
        <p:spPr>
          <a:xfrm flipH="1">
            <a:off x="2193912" y="5051973"/>
            <a:ext cx="1640446" cy="5532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9" idx="2"/>
            <a:endCxn id="33" idx="0"/>
          </p:cNvCxnSpPr>
          <p:nvPr/>
        </p:nvCxnSpPr>
        <p:spPr>
          <a:xfrm>
            <a:off x="4722972" y="5051973"/>
            <a:ext cx="327427" cy="55212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494944"/>
              </p:ext>
            </p:extLst>
          </p:nvPr>
        </p:nvGraphicFramePr>
        <p:xfrm>
          <a:off x="6279925" y="5605616"/>
          <a:ext cx="247518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062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825062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825062">
                  <a:extLst>
                    <a:ext uri="{9D8B030D-6E8A-4147-A177-3AD203B41FA5}">
                      <a16:colId xmlns:a16="http://schemas.microsoft.com/office/drawing/2014/main" val="700651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accent4"/>
                          </a:solidFill>
                        </a:rPr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8" name="Straight Connector 37"/>
          <p:cNvCxnSpPr>
            <a:endCxn id="37" idx="0"/>
          </p:cNvCxnSpPr>
          <p:nvPr/>
        </p:nvCxnSpPr>
        <p:spPr>
          <a:xfrm>
            <a:off x="5631853" y="5051973"/>
            <a:ext cx="1885665" cy="5536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524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3528" y="795364"/>
          <a:ext cx="8431582" cy="356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048">
                  <a:extLst>
                    <a:ext uri="{9D8B030D-6E8A-4147-A177-3AD203B41FA5}">
                      <a16:colId xmlns:a16="http://schemas.microsoft.com/office/drawing/2014/main" val="4772310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1500234077"/>
                    </a:ext>
                  </a:extLst>
                </a:gridCol>
                <a:gridCol w="359598">
                  <a:extLst>
                    <a:ext uri="{9D8B030D-6E8A-4147-A177-3AD203B41FA5}">
                      <a16:colId xmlns:a16="http://schemas.microsoft.com/office/drawing/2014/main" val="1400383086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66017834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0523334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71711069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22743659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842005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886795673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415083207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375454226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0933989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6438618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3833370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41747014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972073179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45905505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2209602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76134998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1005030"/>
                    </a:ext>
                  </a:extLst>
                </a:gridCol>
              </a:tblGrid>
              <a:tr h="28693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12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14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52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48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68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29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45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extLst>
                  <a:ext uri="{0D108BD9-81ED-4DB2-BD59-A6C34878D82A}">
                    <a16:rowId xmlns:a16="http://schemas.microsoft.com/office/drawing/2014/main" val="2553730690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73732" y="1412776"/>
            <a:ext cx="78867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16</a:t>
            </a:r>
            <a:endParaRPr lang="en-US" sz="260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091975"/>
              </p:ext>
            </p:extLst>
          </p:nvPr>
        </p:nvGraphicFramePr>
        <p:xfrm>
          <a:off x="3814091" y="1988840"/>
          <a:ext cx="181776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881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  <a:gridCol w="908881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317071"/>
              </p:ext>
            </p:extLst>
          </p:nvPr>
        </p:nvGraphicFramePr>
        <p:xfrm>
          <a:off x="4004621" y="3028647"/>
          <a:ext cx="2091555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185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697185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697185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accent4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156753"/>
              </p:ext>
            </p:extLst>
          </p:nvPr>
        </p:nvGraphicFramePr>
        <p:xfrm>
          <a:off x="573732" y="3029766"/>
          <a:ext cx="32403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9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856493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5" name="Straight Connector 34"/>
          <p:cNvCxnSpPr>
            <a:endCxn id="34" idx="0"/>
          </p:cNvCxnSpPr>
          <p:nvPr/>
        </p:nvCxnSpPr>
        <p:spPr>
          <a:xfrm flipH="1">
            <a:off x="2193912" y="2476520"/>
            <a:ext cx="1620179" cy="5532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9" idx="2"/>
            <a:endCxn id="33" idx="0"/>
          </p:cNvCxnSpPr>
          <p:nvPr/>
        </p:nvCxnSpPr>
        <p:spPr>
          <a:xfrm>
            <a:off x="4722972" y="2476520"/>
            <a:ext cx="327426" cy="55212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772942"/>
              </p:ext>
            </p:extLst>
          </p:nvPr>
        </p:nvGraphicFramePr>
        <p:xfrm>
          <a:off x="6279925" y="3030163"/>
          <a:ext cx="247518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062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825062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825062">
                  <a:extLst>
                    <a:ext uri="{9D8B030D-6E8A-4147-A177-3AD203B41FA5}">
                      <a16:colId xmlns:a16="http://schemas.microsoft.com/office/drawing/2014/main" val="700651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8" name="Straight Connector 37"/>
          <p:cNvCxnSpPr>
            <a:endCxn id="37" idx="0"/>
          </p:cNvCxnSpPr>
          <p:nvPr/>
        </p:nvCxnSpPr>
        <p:spPr>
          <a:xfrm>
            <a:off x="5631853" y="2476520"/>
            <a:ext cx="1885665" cy="5536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67085" y="3988229"/>
            <a:ext cx="78867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48</a:t>
            </a:r>
            <a:endParaRPr lang="en-US" sz="2600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596661"/>
              </p:ext>
            </p:extLst>
          </p:nvPr>
        </p:nvGraphicFramePr>
        <p:xfrm>
          <a:off x="3807444" y="4564293"/>
          <a:ext cx="181776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881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  <a:gridCol w="908881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609054"/>
              </p:ext>
            </p:extLst>
          </p:nvPr>
        </p:nvGraphicFramePr>
        <p:xfrm>
          <a:off x="3635896" y="5604100"/>
          <a:ext cx="2275437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479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758479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758479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858573"/>
              </p:ext>
            </p:extLst>
          </p:nvPr>
        </p:nvGraphicFramePr>
        <p:xfrm>
          <a:off x="179512" y="5605219"/>
          <a:ext cx="32403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9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856493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27" name="Straight Connector 26"/>
          <p:cNvCxnSpPr>
            <a:endCxn id="26" idx="0"/>
          </p:cNvCxnSpPr>
          <p:nvPr/>
        </p:nvCxnSpPr>
        <p:spPr>
          <a:xfrm flipH="1">
            <a:off x="1799692" y="5051973"/>
            <a:ext cx="2014399" cy="5532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4" idx="2"/>
            <a:endCxn id="25" idx="0"/>
          </p:cNvCxnSpPr>
          <p:nvPr/>
        </p:nvCxnSpPr>
        <p:spPr>
          <a:xfrm>
            <a:off x="4716325" y="5051973"/>
            <a:ext cx="57289" cy="55212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440028"/>
              </p:ext>
            </p:extLst>
          </p:nvPr>
        </p:nvGraphicFramePr>
        <p:xfrm>
          <a:off x="6084168" y="5605616"/>
          <a:ext cx="2870724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681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717681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717681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717681">
                  <a:extLst>
                    <a:ext uri="{9D8B030D-6E8A-4147-A177-3AD203B41FA5}">
                      <a16:colId xmlns:a16="http://schemas.microsoft.com/office/drawing/2014/main" val="700651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accent4"/>
                          </a:solidFill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41" name="Straight Connector 40"/>
          <p:cNvCxnSpPr>
            <a:endCxn id="40" idx="0"/>
          </p:cNvCxnSpPr>
          <p:nvPr/>
        </p:nvCxnSpPr>
        <p:spPr>
          <a:xfrm>
            <a:off x="5625206" y="5051973"/>
            <a:ext cx="1894324" cy="5536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280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3528" y="795364"/>
          <a:ext cx="8431582" cy="356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048">
                  <a:extLst>
                    <a:ext uri="{9D8B030D-6E8A-4147-A177-3AD203B41FA5}">
                      <a16:colId xmlns:a16="http://schemas.microsoft.com/office/drawing/2014/main" val="4772310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1500234077"/>
                    </a:ext>
                  </a:extLst>
                </a:gridCol>
                <a:gridCol w="359598">
                  <a:extLst>
                    <a:ext uri="{9D8B030D-6E8A-4147-A177-3AD203B41FA5}">
                      <a16:colId xmlns:a16="http://schemas.microsoft.com/office/drawing/2014/main" val="1400383086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66017834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0523334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71711069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22743659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842005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886795673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415083207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375454226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0933989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6438618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3833370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41747014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972073179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45905505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2209602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76134998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1005030"/>
                    </a:ext>
                  </a:extLst>
                </a:gridCol>
              </a:tblGrid>
              <a:tr h="28693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12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14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52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48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68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29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45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extLst>
                  <a:ext uri="{0D108BD9-81ED-4DB2-BD59-A6C34878D82A}">
                    <a16:rowId xmlns:a16="http://schemas.microsoft.com/office/drawing/2014/main" val="2553730690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67085" y="1556792"/>
            <a:ext cx="78867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68, do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lá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phải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đã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đầy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phân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đôi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lá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và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đưa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giữa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cha (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gốc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en-US" sz="2600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848723"/>
              </p:ext>
            </p:extLst>
          </p:nvPr>
        </p:nvGraphicFramePr>
        <p:xfrm>
          <a:off x="3519413" y="2420888"/>
          <a:ext cx="2420739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913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  <a:gridCol w="806913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806913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816479"/>
              </p:ext>
            </p:extLst>
          </p:nvPr>
        </p:nvGraphicFramePr>
        <p:xfrm>
          <a:off x="3563888" y="3460695"/>
          <a:ext cx="2275437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479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758479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758479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766542"/>
              </p:ext>
            </p:extLst>
          </p:nvPr>
        </p:nvGraphicFramePr>
        <p:xfrm>
          <a:off x="179512" y="3461814"/>
          <a:ext cx="32403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9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856493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27" name="Straight Connector 26"/>
          <p:cNvCxnSpPr>
            <a:endCxn id="26" idx="0"/>
          </p:cNvCxnSpPr>
          <p:nvPr/>
        </p:nvCxnSpPr>
        <p:spPr>
          <a:xfrm flipH="1">
            <a:off x="1799692" y="2908009"/>
            <a:ext cx="1759398" cy="55380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endCxn id="25" idx="0"/>
          </p:cNvCxnSpPr>
          <p:nvPr/>
        </p:nvCxnSpPr>
        <p:spPr>
          <a:xfrm>
            <a:off x="4339489" y="2908009"/>
            <a:ext cx="362117" cy="55268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918108"/>
              </p:ext>
            </p:extLst>
          </p:nvPr>
        </p:nvGraphicFramePr>
        <p:xfrm>
          <a:off x="5944950" y="3462211"/>
          <a:ext cx="143536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681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717681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41" name="Straight Connector 40"/>
          <p:cNvCxnSpPr/>
          <p:nvPr/>
        </p:nvCxnSpPr>
        <p:spPr>
          <a:xfrm>
            <a:off x="5148064" y="2894045"/>
            <a:ext cx="1618355" cy="54128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145169"/>
              </p:ext>
            </p:extLst>
          </p:nvPr>
        </p:nvGraphicFramePr>
        <p:xfrm>
          <a:off x="7519530" y="3460695"/>
          <a:ext cx="143536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681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717681">
                  <a:extLst>
                    <a:ext uri="{9D8B030D-6E8A-4147-A177-3AD203B41FA5}">
                      <a16:colId xmlns:a16="http://schemas.microsoft.com/office/drawing/2014/main" val="700651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accent4"/>
                          </a:solidFill>
                        </a:rPr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>
            <a:endCxn id="21" idx="0"/>
          </p:cNvCxnSpPr>
          <p:nvPr/>
        </p:nvCxnSpPr>
        <p:spPr>
          <a:xfrm>
            <a:off x="5940152" y="2867164"/>
            <a:ext cx="2297059" cy="59353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67085" y="4060237"/>
            <a:ext cx="78867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3, do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lá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trái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đã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đầy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phân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đôi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lá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và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đưa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giữa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cha (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gốc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en-US" sz="2600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061816"/>
              </p:ext>
            </p:extLst>
          </p:nvPr>
        </p:nvGraphicFramePr>
        <p:xfrm>
          <a:off x="3519413" y="4924333"/>
          <a:ext cx="242074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accent4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725063"/>
              </p:ext>
            </p:extLst>
          </p:nvPr>
        </p:nvGraphicFramePr>
        <p:xfrm>
          <a:off x="3563888" y="5964140"/>
          <a:ext cx="2275437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479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758479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758479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431265"/>
              </p:ext>
            </p:extLst>
          </p:nvPr>
        </p:nvGraphicFramePr>
        <p:xfrm>
          <a:off x="1835696" y="5965259"/>
          <a:ext cx="162018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90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856493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43" name="Straight Connector 42"/>
          <p:cNvCxnSpPr>
            <a:endCxn id="42" idx="0"/>
          </p:cNvCxnSpPr>
          <p:nvPr/>
        </p:nvCxnSpPr>
        <p:spPr>
          <a:xfrm flipH="1">
            <a:off x="2645786" y="5378193"/>
            <a:ext cx="1494166" cy="58706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1" idx="2"/>
            <a:endCxn id="32" idx="0"/>
          </p:cNvCxnSpPr>
          <p:nvPr/>
        </p:nvCxnSpPr>
        <p:spPr>
          <a:xfrm flipH="1">
            <a:off x="4701606" y="5412013"/>
            <a:ext cx="28177" cy="55212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879971"/>
              </p:ext>
            </p:extLst>
          </p:nvPr>
        </p:nvGraphicFramePr>
        <p:xfrm>
          <a:off x="5944950" y="5965656"/>
          <a:ext cx="143536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681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717681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46" name="Straight Connector 45"/>
          <p:cNvCxnSpPr/>
          <p:nvPr/>
        </p:nvCxnSpPr>
        <p:spPr>
          <a:xfrm>
            <a:off x="5350321" y="5412013"/>
            <a:ext cx="1416098" cy="5267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431986"/>
              </p:ext>
            </p:extLst>
          </p:nvPr>
        </p:nvGraphicFramePr>
        <p:xfrm>
          <a:off x="7519530" y="5964140"/>
          <a:ext cx="143536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681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717681">
                  <a:extLst>
                    <a:ext uri="{9D8B030D-6E8A-4147-A177-3AD203B41FA5}">
                      <a16:colId xmlns:a16="http://schemas.microsoft.com/office/drawing/2014/main" val="700651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48" name="Straight Connector 47"/>
          <p:cNvCxnSpPr>
            <a:endCxn id="47" idx="0"/>
          </p:cNvCxnSpPr>
          <p:nvPr/>
        </p:nvCxnSpPr>
        <p:spPr>
          <a:xfrm>
            <a:off x="5940152" y="5370609"/>
            <a:ext cx="2297059" cy="59353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91388"/>
              </p:ext>
            </p:extLst>
          </p:nvPr>
        </p:nvGraphicFramePr>
        <p:xfrm>
          <a:off x="107504" y="5965656"/>
          <a:ext cx="162018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9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0" name="Straight Connector 49"/>
          <p:cNvCxnSpPr>
            <a:endCxn id="49" idx="0"/>
          </p:cNvCxnSpPr>
          <p:nvPr/>
        </p:nvCxnSpPr>
        <p:spPr>
          <a:xfrm flipH="1">
            <a:off x="917594" y="5370609"/>
            <a:ext cx="2641496" cy="59504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209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3528" y="795364"/>
          <a:ext cx="8431582" cy="356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048">
                  <a:extLst>
                    <a:ext uri="{9D8B030D-6E8A-4147-A177-3AD203B41FA5}">
                      <a16:colId xmlns:a16="http://schemas.microsoft.com/office/drawing/2014/main" val="4772310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1500234077"/>
                    </a:ext>
                  </a:extLst>
                </a:gridCol>
                <a:gridCol w="359598">
                  <a:extLst>
                    <a:ext uri="{9D8B030D-6E8A-4147-A177-3AD203B41FA5}">
                      <a16:colId xmlns:a16="http://schemas.microsoft.com/office/drawing/2014/main" val="1400383086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66017834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0523334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71711069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22743659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842005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886795673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415083207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375454226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0933989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6438618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3833370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41747014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972073179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45905505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2209602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76134998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1005030"/>
                    </a:ext>
                  </a:extLst>
                </a:gridCol>
              </a:tblGrid>
              <a:tr h="28693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12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14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52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48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68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29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45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extLst>
                  <a:ext uri="{0D108BD9-81ED-4DB2-BD59-A6C34878D82A}">
                    <a16:rowId xmlns:a16="http://schemas.microsoft.com/office/drawing/2014/main" val="2553730690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67085" y="1484784"/>
            <a:ext cx="78867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26</a:t>
            </a:r>
            <a:endParaRPr lang="en-US" sz="2600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765046"/>
              </p:ext>
            </p:extLst>
          </p:nvPr>
        </p:nvGraphicFramePr>
        <p:xfrm>
          <a:off x="3519413" y="2348880"/>
          <a:ext cx="242074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306955"/>
              </p:ext>
            </p:extLst>
          </p:nvPr>
        </p:nvGraphicFramePr>
        <p:xfrm>
          <a:off x="3707904" y="3388687"/>
          <a:ext cx="2059413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71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686471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686471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060525"/>
              </p:ext>
            </p:extLst>
          </p:nvPr>
        </p:nvGraphicFramePr>
        <p:xfrm>
          <a:off x="2195736" y="3389806"/>
          <a:ext cx="136815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076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3856493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43" name="Straight Connector 42"/>
          <p:cNvCxnSpPr>
            <a:endCxn id="42" idx="0"/>
          </p:cNvCxnSpPr>
          <p:nvPr/>
        </p:nvCxnSpPr>
        <p:spPr>
          <a:xfrm flipH="1">
            <a:off x="2879812" y="2795156"/>
            <a:ext cx="1237260" cy="59465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1" idx="2"/>
            <a:endCxn id="32" idx="0"/>
          </p:cNvCxnSpPr>
          <p:nvPr/>
        </p:nvCxnSpPr>
        <p:spPr>
          <a:xfrm>
            <a:off x="4729783" y="2836560"/>
            <a:ext cx="7827" cy="55212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942603"/>
              </p:ext>
            </p:extLst>
          </p:nvPr>
        </p:nvGraphicFramePr>
        <p:xfrm>
          <a:off x="5868144" y="3390203"/>
          <a:ext cx="165138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462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550462">
                  <a:extLst>
                    <a:ext uri="{9D8B030D-6E8A-4147-A177-3AD203B41FA5}">
                      <a16:colId xmlns:a16="http://schemas.microsoft.com/office/drawing/2014/main" val="150149616"/>
                    </a:ext>
                  </a:extLst>
                </a:gridCol>
                <a:gridCol w="550462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accent4"/>
                          </a:solidFill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46" name="Straight Connector 45"/>
          <p:cNvCxnSpPr/>
          <p:nvPr/>
        </p:nvCxnSpPr>
        <p:spPr>
          <a:xfrm>
            <a:off x="5350321" y="2836560"/>
            <a:ext cx="1416098" cy="5267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689674"/>
              </p:ext>
            </p:extLst>
          </p:nvPr>
        </p:nvGraphicFramePr>
        <p:xfrm>
          <a:off x="7596336" y="3388687"/>
          <a:ext cx="135855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278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679278">
                  <a:extLst>
                    <a:ext uri="{9D8B030D-6E8A-4147-A177-3AD203B41FA5}">
                      <a16:colId xmlns:a16="http://schemas.microsoft.com/office/drawing/2014/main" val="700651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48" name="Straight Connector 47"/>
          <p:cNvCxnSpPr>
            <a:endCxn id="47" idx="0"/>
          </p:cNvCxnSpPr>
          <p:nvPr/>
        </p:nvCxnSpPr>
        <p:spPr>
          <a:xfrm>
            <a:off x="5940152" y="2795156"/>
            <a:ext cx="2335462" cy="59353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113312"/>
              </p:ext>
            </p:extLst>
          </p:nvPr>
        </p:nvGraphicFramePr>
        <p:xfrm>
          <a:off x="647564" y="3390203"/>
          <a:ext cx="140415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078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702078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0" name="Straight Connector 49"/>
          <p:cNvCxnSpPr>
            <a:endCxn id="49" idx="0"/>
          </p:cNvCxnSpPr>
          <p:nvPr/>
        </p:nvCxnSpPr>
        <p:spPr>
          <a:xfrm flipH="1">
            <a:off x="1349642" y="2836560"/>
            <a:ext cx="2185427" cy="5536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76681" y="4232701"/>
            <a:ext cx="78867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29</a:t>
            </a:r>
            <a:endParaRPr lang="en-US" sz="2600" dirty="0"/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861578"/>
              </p:ext>
            </p:extLst>
          </p:nvPr>
        </p:nvGraphicFramePr>
        <p:xfrm>
          <a:off x="3529009" y="4852325"/>
          <a:ext cx="242074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107558"/>
              </p:ext>
            </p:extLst>
          </p:nvPr>
        </p:nvGraphicFramePr>
        <p:xfrm>
          <a:off x="3203848" y="5892132"/>
          <a:ext cx="2059413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71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686471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686471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46366"/>
              </p:ext>
            </p:extLst>
          </p:nvPr>
        </p:nvGraphicFramePr>
        <p:xfrm>
          <a:off x="1691680" y="5893251"/>
          <a:ext cx="136815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076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3856493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7" name="Straight Connector 36"/>
          <p:cNvCxnSpPr>
            <a:endCxn id="36" idx="0"/>
          </p:cNvCxnSpPr>
          <p:nvPr/>
        </p:nvCxnSpPr>
        <p:spPr>
          <a:xfrm flipH="1">
            <a:off x="2375756" y="5298601"/>
            <a:ext cx="1750912" cy="59465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4" idx="2"/>
            <a:endCxn id="35" idx="0"/>
          </p:cNvCxnSpPr>
          <p:nvPr/>
        </p:nvCxnSpPr>
        <p:spPr>
          <a:xfrm flipH="1">
            <a:off x="4233554" y="5340005"/>
            <a:ext cx="505825" cy="55212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401441"/>
              </p:ext>
            </p:extLst>
          </p:nvPr>
        </p:nvGraphicFramePr>
        <p:xfrm>
          <a:off x="5436096" y="5893648"/>
          <a:ext cx="208343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15014961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4205422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accent4"/>
                          </a:solidFill>
                        </a:rPr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2" name="Straight Connector 51"/>
          <p:cNvCxnSpPr>
            <a:endCxn id="51" idx="0"/>
          </p:cNvCxnSpPr>
          <p:nvPr/>
        </p:nvCxnSpPr>
        <p:spPr>
          <a:xfrm>
            <a:off x="5359917" y="5340005"/>
            <a:ext cx="1117897" cy="5536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752672"/>
              </p:ext>
            </p:extLst>
          </p:nvPr>
        </p:nvGraphicFramePr>
        <p:xfrm>
          <a:off x="7605932" y="5892132"/>
          <a:ext cx="135855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278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679278">
                  <a:extLst>
                    <a:ext uri="{9D8B030D-6E8A-4147-A177-3AD203B41FA5}">
                      <a16:colId xmlns:a16="http://schemas.microsoft.com/office/drawing/2014/main" val="700651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4" name="Straight Connector 53"/>
          <p:cNvCxnSpPr>
            <a:endCxn id="53" idx="0"/>
          </p:cNvCxnSpPr>
          <p:nvPr/>
        </p:nvCxnSpPr>
        <p:spPr>
          <a:xfrm>
            <a:off x="5949748" y="5298601"/>
            <a:ext cx="2335462" cy="59353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96954"/>
              </p:ext>
            </p:extLst>
          </p:nvPr>
        </p:nvGraphicFramePr>
        <p:xfrm>
          <a:off x="179512" y="5893648"/>
          <a:ext cx="140415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078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702078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6" name="Straight Connector 55"/>
          <p:cNvCxnSpPr>
            <a:endCxn id="55" idx="0"/>
          </p:cNvCxnSpPr>
          <p:nvPr/>
        </p:nvCxnSpPr>
        <p:spPr>
          <a:xfrm flipH="1">
            <a:off x="881590" y="5298601"/>
            <a:ext cx="2663075" cy="59504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095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3528" y="795364"/>
          <a:ext cx="8431582" cy="356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048">
                  <a:extLst>
                    <a:ext uri="{9D8B030D-6E8A-4147-A177-3AD203B41FA5}">
                      <a16:colId xmlns:a16="http://schemas.microsoft.com/office/drawing/2014/main" val="4772310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1500234077"/>
                    </a:ext>
                  </a:extLst>
                </a:gridCol>
                <a:gridCol w="359598">
                  <a:extLst>
                    <a:ext uri="{9D8B030D-6E8A-4147-A177-3AD203B41FA5}">
                      <a16:colId xmlns:a16="http://schemas.microsoft.com/office/drawing/2014/main" val="1400383086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66017834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0523334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71711069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22743659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842005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886795673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415083207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375454226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0933989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6438618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3833370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41747014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972073179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45905505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2209602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76134998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1005030"/>
                    </a:ext>
                  </a:extLst>
                </a:gridCol>
              </a:tblGrid>
              <a:tr h="28693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12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14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52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48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68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29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45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extLst>
                  <a:ext uri="{0D108BD9-81ED-4DB2-BD59-A6C34878D82A}">
                    <a16:rowId xmlns:a16="http://schemas.microsoft.com/office/drawing/2014/main" val="2553730690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576681" y="1340768"/>
            <a:ext cx="78867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53</a:t>
            </a:r>
            <a:endParaRPr lang="en-US" sz="2600" dirty="0"/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060216"/>
              </p:ext>
            </p:extLst>
          </p:nvPr>
        </p:nvGraphicFramePr>
        <p:xfrm>
          <a:off x="3529009" y="1960392"/>
          <a:ext cx="242074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440266"/>
              </p:ext>
            </p:extLst>
          </p:nvPr>
        </p:nvGraphicFramePr>
        <p:xfrm>
          <a:off x="3059832" y="3000199"/>
          <a:ext cx="2059413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71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686471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686471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733173"/>
              </p:ext>
            </p:extLst>
          </p:nvPr>
        </p:nvGraphicFramePr>
        <p:xfrm>
          <a:off x="1619672" y="3001318"/>
          <a:ext cx="136815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076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3856493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7" name="Straight Connector 36"/>
          <p:cNvCxnSpPr>
            <a:endCxn id="36" idx="0"/>
          </p:cNvCxnSpPr>
          <p:nvPr/>
        </p:nvCxnSpPr>
        <p:spPr>
          <a:xfrm flipH="1">
            <a:off x="2303748" y="2406668"/>
            <a:ext cx="1845786" cy="59465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4" idx="2"/>
            <a:endCxn id="35" idx="0"/>
          </p:cNvCxnSpPr>
          <p:nvPr/>
        </p:nvCxnSpPr>
        <p:spPr>
          <a:xfrm flipH="1">
            <a:off x="4089538" y="2448072"/>
            <a:ext cx="649841" cy="55212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557143"/>
              </p:ext>
            </p:extLst>
          </p:nvPr>
        </p:nvGraphicFramePr>
        <p:xfrm>
          <a:off x="5148064" y="3001715"/>
          <a:ext cx="208343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15014961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4205422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2" name="Straight Connector 51"/>
          <p:cNvCxnSpPr>
            <a:endCxn id="51" idx="0"/>
          </p:cNvCxnSpPr>
          <p:nvPr/>
        </p:nvCxnSpPr>
        <p:spPr>
          <a:xfrm>
            <a:off x="5391094" y="2448072"/>
            <a:ext cx="798688" cy="5536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383363"/>
              </p:ext>
            </p:extLst>
          </p:nvPr>
        </p:nvGraphicFramePr>
        <p:xfrm>
          <a:off x="7351492" y="3000199"/>
          <a:ext cx="1685004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668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561668">
                  <a:extLst>
                    <a:ext uri="{9D8B030D-6E8A-4147-A177-3AD203B41FA5}">
                      <a16:colId xmlns:a16="http://schemas.microsoft.com/office/drawing/2014/main" val="3137054599"/>
                    </a:ext>
                  </a:extLst>
                </a:gridCol>
                <a:gridCol w="561668">
                  <a:extLst>
                    <a:ext uri="{9D8B030D-6E8A-4147-A177-3AD203B41FA5}">
                      <a16:colId xmlns:a16="http://schemas.microsoft.com/office/drawing/2014/main" val="700651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accent4"/>
                          </a:solidFill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4" name="Straight Connector 53"/>
          <p:cNvCxnSpPr>
            <a:endCxn id="53" idx="0"/>
          </p:cNvCxnSpPr>
          <p:nvPr/>
        </p:nvCxnSpPr>
        <p:spPr>
          <a:xfrm>
            <a:off x="5901089" y="2406668"/>
            <a:ext cx="2292905" cy="59353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234008"/>
              </p:ext>
            </p:extLst>
          </p:nvPr>
        </p:nvGraphicFramePr>
        <p:xfrm>
          <a:off x="179512" y="3001715"/>
          <a:ext cx="140415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078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702078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6" name="Straight Connector 55"/>
          <p:cNvCxnSpPr>
            <a:endCxn id="55" idx="0"/>
          </p:cNvCxnSpPr>
          <p:nvPr/>
        </p:nvCxnSpPr>
        <p:spPr>
          <a:xfrm flipH="1">
            <a:off x="881590" y="2406668"/>
            <a:ext cx="2663075" cy="59504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76681" y="4088685"/>
            <a:ext cx="78867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55</a:t>
            </a:r>
            <a:endParaRPr lang="en-US" sz="2600" dirty="0"/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054566"/>
              </p:ext>
            </p:extLst>
          </p:nvPr>
        </p:nvGraphicFramePr>
        <p:xfrm>
          <a:off x="3529009" y="4708309"/>
          <a:ext cx="242074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104697"/>
              </p:ext>
            </p:extLst>
          </p:nvPr>
        </p:nvGraphicFramePr>
        <p:xfrm>
          <a:off x="2627784" y="5748116"/>
          <a:ext cx="186855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85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787834"/>
              </p:ext>
            </p:extLst>
          </p:nvPr>
        </p:nvGraphicFramePr>
        <p:xfrm>
          <a:off x="1403648" y="5749235"/>
          <a:ext cx="116831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6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  <a:gridCol w="584156">
                  <a:extLst>
                    <a:ext uri="{9D8B030D-6E8A-4147-A177-3AD203B41FA5}">
                      <a16:colId xmlns:a16="http://schemas.microsoft.com/office/drawing/2014/main" val="3856493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8" name="Straight Connector 57"/>
          <p:cNvCxnSpPr>
            <a:endCxn id="57" idx="0"/>
          </p:cNvCxnSpPr>
          <p:nvPr/>
        </p:nvCxnSpPr>
        <p:spPr>
          <a:xfrm flipH="1">
            <a:off x="1987804" y="5195989"/>
            <a:ext cx="2141018" cy="5532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40" idx="2"/>
            <a:endCxn id="41" idx="0"/>
          </p:cNvCxnSpPr>
          <p:nvPr/>
        </p:nvCxnSpPr>
        <p:spPr>
          <a:xfrm flipH="1">
            <a:off x="3562059" y="5195989"/>
            <a:ext cx="1177320" cy="55212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Table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21966"/>
              </p:ext>
            </p:extLst>
          </p:nvPr>
        </p:nvGraphicFramePr>
        <p:xfrm>
          <a:off x="4572000" y="5749632"/>
          <a:ext cx="208343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15014961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4205422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61" name="Straight Connector 60"/>
          <p:cNvCxnSpPr>
            <a:endCxn id="60" idx="0"/>
          </p:cNvCxnSpPr>
          <p:nvPr/>
        </p:nvCxnSpPr>
        <p:spPr>
          <a:xfrm>
            <a:off x="5337301" y="5154585"/>
            <a:ext cx="276417" cy="59504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le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816256"/>
              </p:ext>
            </p:extLst>
          </p:nvPr>
        </p:nvGraphicFramePr>
        <p:xfrm>
          <a:off x="6732240" y="5748116"/>
          <a:ext cx="213687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219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137054599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685214248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700651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accent4"/>
                          </a:solidFill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63" name="Straight Connector 62"/>
          <p:cNvCxnSpPr>
            <a:endCxn id="62" idx="0"/>
          </p:cNvCxnSpPr>
          <p:nvPr/>
        </p:nvCxnSpPr>
        <p:spPr>
          <a:xfrm>
            <a:off x="5921457" y="5154585"/>
            <a:ext cx="1879221" cy="59353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Table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109610"/>
              </p:ext>
            </p:extLst>
          </p:nvPr>
        </p:nvGraphicFramePr>
        <p:xfrm>
          <a:off x="179512" y="5749632"/>
          <a:ext cx="116831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6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584156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65" name="Straight Connector 64"/>
          <p:cNvCxnSpPr>
            <a:endCxn id="64" idx="0"/>
          </p:cNvCxnSpPr>
          <p:nvPr/>
        </p:nvCxnSpPr>
        <p:spPr>
          <a:xfrm flipH="1">
            <a:off x="763668" y="5154585"/>
            <a:ext cx="2780998" cy="59504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581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3528" y="795364"/>
          <a:ext cx="8431582" cy="356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048">
                  <a:extLst>
                    <a:ext uri="{9D8B030D-6E8A-4147-A177-3AD203B41FA5}">
                      <a16:colId xmlns:a16="http://schemas.microsoft.com/office/drawing/2014/main" val="4772310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1500234077"/>
                    </a:ext>
                  </a:extLst>
                </a:gridCol>
                <a:gridCol w="359598">
                  <a:extLst>
                    <a:ext uri="{9D8B030D-6E8A-4147-A177-3AD203B41FA5}">
                      <a16:colId xmlns:a16="http://schemas.microsoft.com/office/drawing/2014/main" val="1400383086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66017834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0523334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717110690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22743659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842005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886795673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4150832078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375454226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09339897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76438618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38333708"/>
                    </a:ext>
                  </a:extLst>
                </a:gridCol>
                <a:gridCol w="295048">
                  <a:extLst>
                    <a:ext uri="{9D8B030D-6E8A-4147-A177-3AD203B41FA5}">
                      <a16:colId xmlns:a16="http://schemas.microsoft.com/office/drawing/2014/main" val="3417470146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972073179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45905505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2622096025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761349983"/>
                    </a:ext>
                  </a:extLst>
                </a:gridCol>
                <a:gridCol w="471196">
                  <a:extLst>
                    <a:ext uri="{9D8B030D-6E8A-4147-A177-3AD203B41FA5}">
                      <a16:colId xmlns:a16="http://schemas.microsoft.com/office/drawing/2014/main" val="601005030"/>
                    </a:ext>
                  </a:extLst>
                </a:gridCol>
              </a:tblGrid>
              <a:tr h="28693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12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14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7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52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16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48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68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26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29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53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>
                          <a:effectLst/>
                        </a:rPr>
                        <a:t>55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2600" kern="1200" dirty="0">
                          <a:effectLst/>
                        </a:rPr>
                        <a:t>45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80" marR="55180" marT="0" marB="0"/>
                </a:tc>
                <a:extLst>
                  <a:ext uri="{0D108BD9-81ED-4DB2-BD59-A6C34878D82A}">
                    <a16:rowId xmlns:a16="http://schemas.microsoft.com/office/drawing/2014/main" val="2553730690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576681" y="1484784"/>
            <a:ext cx="78867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Thêm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45, do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lá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thứ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3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đầy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phân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đôi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và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đưa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giữa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trên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cha,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cha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cũng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đầy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phân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đôi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tiếp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cha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và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đưa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giữa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trên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tạo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thành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nút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gốc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mới</a:t>
            </a:r>
            <a:endParaRPr lang="en-US" sz="2600" dirty="0"/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157561"/>
              </p:ext>
            </p:extLst>
          </p:nvPr>
        </p:nvGraphicFramePr>
        <p:xfrm>
          <a:off x="6228184" y="4469206"/>
          <a:ext cx="121037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716748"/>
              </p:ext>
            </p:extLst>
          </p:nvPr>
        </p:nvGraphicFramePr>
        <p:xfrm>
          <a:off x="2627784" y="5604100"/>
          <a:ext cx="186855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85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94307"/>
              </p:ext>
            </p:extLst>
          </p:nvPr>
        </p:nvGraphicFramePr>
        <p:xfrm>
          <a:off x="1403648" y="5605219"/>
          <a:ext cx="116831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6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  <a:gridCol w="584156">
                  <a:extLst>
                    <a:ext uri="{9D8B030D-6E8A-4147-A177-3AD203B41FA5}">
                      <a16:colId xmlns:a16="http://schemas.microsoft.com/office/drawing/2014/main" val="3856493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8" name="Straight Connector 57"/>
          <p:cNvCxnSpPr>
            <a:stCxn id="28" idx="2"/>
            <a:endCxn id="57" idx="0"/>
          </p:cNvCxnSpPr>
          <p:nvPr/>
        </p:nvCxnSpPr>
        <p:spPr>
          <a:xfrm flipH="1">
            <a:off x="1987804" y="4963026"/>
            <a:ext cx="1173157" cy="64219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41" idx="0"/>
          </p:cNvCxnSpPr>
          <p:nvPr/>
        </p:nvCxnSpPr>
        <p:spPr>
          <a:xfrm flipH="1">
            <a:off x="3562059" y="4953799"/>
            <a:ext cx="191898" cy="65030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Table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225332"/>
              </p:ext>
            </p:extLst>
          </p:nvPr>
        </p:nvGraphicFramePr>
        <p:xfrm>
          <a:off x="4572000" y="5605616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61" name="Straight Connector 60"/>
          <p:cNvCxnSpPr>
            <a:endCxn id="60" idx="0"/>
          </p:cNvCxnSpPr>
          <p:nvPr/>
        </p:nvCxnSpPr>
        <p:spPr>
          <a:xfrm flipH="1">
            <a:off x="5092859" y="4953799"/>
            <a:ext cx="1135325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le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004474"/>
              </p:ext>
            </p:extLst>
          </p:nvPr>
        </p:nvGraphicFramePr>
        <p:xfrm>
          <a:off x="6899620" y="5604100"/>
          <a:ext cx="213687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219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137054599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685214248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700651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63" name="Straight Connector 62"/>
          <p:cNvCxnSpPr>
            <a:endCxn id="62" idx="0"/>
          </p:cNvCxnSpPr>
          <p:nvPr/>
        </p:nvCxnSpPr>
        <p:spPr>
          <a:xfrm>
            <a:off x="7438554" y="4953799"/>
            <a:ext cx="529504" cy="65030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Table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151343"/>
              </p:ext>
            </p:extLst>
          </p:nvPr>
        </p:nvGraphicFramePr>
        <p:xfrm>
          <a:off x="179512" y="5605616"/>
          <a:ext cx="116831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6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584156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65" name="Straight Connector 64"/>
          <p:cNvCxnSpPr>
            <a:endCxn id="64" idx="0"/>
          </p:cNvCxnSpPr>
          <p:nvPr/>
        </p:nvCxnSpPr>
        <p:spPr>
          <a:xfrm flipH="1">
            <a:off x="763668" y="4953799"/>
            <a:ext cx="1792108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668414"/>
              </p:ext>
            </p:extLst>
          </p:nvPr>
        </p:nvGraphicFramePr>
        <p:xfrm>
          <a:off x="2555776" y="4475346"/>
          <a:ext cx="121037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231556"/>
              </p:ext>
            </p:extLst>
          </p:nvPr>
        </p:nvGraphicFramePr>
        <p:xfrm>
          <a:off x="5762530" y="5597926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4205422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accent4"/>
                          </a:solidFill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2" name="Straight Connector 31"/>
          <p:cNvCxnSpPr>
            <a:stCxn id="40" idx="2"/>
            <a:endCxn id="29" idx="0"/>
          </p:cNvCxnSpPr>
          <p:nvPr/>
        </p:nvCxnSpPr>
        <p:spPr>
          <a:xfrm flipH="1">
            <a:off x="6283389" y="4956886"/>
            <a:ext cx="549980" cy="6410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003035"/>
              </p:ext>
            </p:extLst>
          </p:nvPr>
        </p:nvGraphicFramePr>
        <p:xfrm>
          <a:off x="4875159" y="3258986"/>
          <a:ext cx="605185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43" name="Straight Connector 42"/>
          <p:cNvCxnSpPr>
            <a:endCxn id="28" idx="0"/>
          </p:cNvCxnSpPr>
          <p:nvPr/>
        </p:nvCxnSpPr>
        <p:spPr>
          <a:xfrm flipH="1">
            <a:off x="3160961" y="3746666"/>
            <a:ext cx="1714198" cy="72868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endCxn id="40" idx="0"/>
          </p:cNvCxnSpPr>
          <p:nvPr/>
        </p:nvCxnSpPr>
        <p:spPr>
          <a:xfrm>
            <a:off x="5475765" y="3746666"/>
            <a:ext cx="1357604" cy="7225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49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Cho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1, 3, 9, 2, 4, 10, 25, 30, 11, 40, 21, 8, 7, 6, 19, 5, 35, 12, 15, 16</a:t>
            </a:r>
          </a:p>
          <a:p>
            <a:pPr marL="0" indent="0">
              <a:buNone/>
            </a:pP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B-Tree </a:t>
            </a:r>
            <a:r>
              <a:rPr lang="en-US" dirty="0" err="1"/>
              <a:t>bậc</a:t>
            </a:r>
            <a:r>
              <a:rPr lang="en-US" dirty="0"/>
              <a:t>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665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44825"/>
            <a:ext cx="7886700" cy="2880320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ở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Xóa</a:t>
            </a:r>
            <a:endParaRPr lang="en-US" dirty="0">
              <a:sym typeface="Wingdings" panose="05000000000000000000" pitchFamily="2" charset="2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ở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X</a:t>
            </a:r>
            <a:r>
              <a:rPr lang="vi-VN" dirty="0"/>
              <a:t>óa</a:t>
            </a:r>
            <a:r>
              <a:rPr lang="en-US" dirty="0"/>
              <a:t> </a:t>
            </a:r>
            <a:r>
              <a:rPr lang="vi-VN" dirty="0"/>
              <a:t>khóa cần xóa, đưa khóa có giá trị gần nhất từ nút lá lên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xóa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562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503078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vi-VN" dirty="0"/>
              <a:t>Nếu trong trường hợp (1) hay (2), nút lá c</a:t>
            </a:r>
            <a:r>
              <a:rPr lang="en-US" dirty="0" err="1"/>
              <a:t>òn</a:t>
            </a:r>
            <a:r>
              <a:rPr lang="en-US" dirty="0"/>
              <a:t> </a:t>
            </a:r>
            <a:r>
              <a:rPr lang="vi-VN" dirty="0"/>
              <a:t>lại quá ít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anh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:</a:t>
            </a:r>
          </a:p>
          <a:p>
            <a:pPr marL="514350" indent="-514350" algn="just">
              <a:buAutoNum type="arabicPeriod" startAt="3"/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anh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vi-VN" dirty="0"/>
              <a:t>số lượng khóa nhiều hơn số lượng tối thiểu, </a:t>
            </a:r>
            <a:r>
              <a:rPr lang="vi-VN" dirty="0">
                <a:solidFill>
                  <a:srgbClr val="FF0000"/>
                </a:solidFill>
              </a:rPr>
              <a:t>đưa một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vi-VN" dirty="0">
                <a:solidFill>
                  <a:srgbClr val="FF0000"/>
                </a:solidFill>
              </a:rPr>
              <a:t>khóa của nút anh em lên nút cha</a:t>
            </a:r>
            <a:r>
              <a:rPr lang="vi-VN" dirty="0"/>
              <a:t> và </a:t>
            </a:r>
            <a:r>
              <a:rPr lang="vi-VN" dirty="0">
                <a:solidFill>
                  <a:srgbClr val="FF0000"/>
                </a:solidFill>
              </a:rPr>
              <a:t>đưa khóa ở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nút</a:t>
            </a:r>
            <a:r>
              <a:rPr lang="en-US" dirty="0">
                <a:solidFill>
                  <a:srgbClr val="FF0000"/>
                </a:solidFill>
              </a:rPr>
              <a:t> cha </a:t>
            </a:r>
            <a:r>
              <a:rPr lang="en-US" dirty="0" err="1">
                <a:solidFill>
                  <a:srgbClr val="FF0000"/>
                </a:solidFill>
              </a:rPr>
              <a:t>xuống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nút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lá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có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khóa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quá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ít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 algn="just">
              <a:buAutoNum type="arabicPeriod" startAt="3"/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anh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vi-VN" dirty="0"/>
              <a:t>số lượng khóa vừa đủ số lượng tối thiểu, chọn 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anh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hợp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nhất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nút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anh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này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với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nút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lá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có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khóa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quá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ít</a:t>
            </a:r>
            <a:r>
              <a:rPr lang="vi-VN" dirty="0"/>
              <a:t>. 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vi-VN" i="1" dirty="0"/>
              <a:t>Nếu nút cha</a:t>
            </a:r>
            <a:r>
              <a:rPr lang="en-US" i="1" dirty="0"/>
              <a:t> </a:t>
            </a:r>
            <a:r>
              <a:rPr lang="en-US" i="1" dirty="0" err="1"/>
              <a:t>thiếu</a:t>
            </a:r>
            <a:r>
              <a:rPr lang="en-US" i="1" dirty="0"/>
              <a:t> </a:t>
            </a:r>
            <a:r>
              <a:rPr lang="en-US" i="1" dirty="0" err="1"/>
              <a:t>khóa</a:t>
            </a:r>
            <a:r>
              <a:rPr lang="en-US" i="1" dirty="0"/>
              <a:t>, </a:t>
            </a:r>
            <a:r>
              <a:rPr lang="en-US" i="1" dirty="0" err="1"/>
              <a:t>lặp</a:t>
            </a:r>
            <a:r>
              <a:rPr lang="en-US" i="1" dirty="0"/>
              <a:t> </a:t>
            </a:r>
            <a:r>
              <a:rPr lang="en-US" i="1" dirty="0" err="1"/>
              <a:t>lại</a:t>
            </a:r>
            <a:r>
              <a:rPr lang="en-US" i="1" dirty="0"/>
              <a:t> </a:t>
            </a:r>
            <a:r>
              <a:rPr lang="en-US" i="1" dirty="0" err="1"/>
              <a:t>quá</a:t>
            </a:r>
            <a:r>
              <a:rPr lang="en-US" i="1" dirty="0"/>
              <a:t> 	</a:t>
            </a:r>
            <a:r>
              <a:rPr lang="en-US" i="1" dirty="0" err="1"/>
              <a:t>trình</a:t>
            </a:r>
            <a:r>
              <a:rPr lang="en-US" i="1" dirty="0"/>
              <a:t> </a:t>
            </a:r>
            <a:r>
              <a:rPr lang="en-US" i="1" dirty="0" err="1"/>
              <a:t>này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840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356" y="53851"/>
            <a:ext cx="7886700" cy="1325563"/>
          </a:xfrm>
        </p:spPr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917679"/>
              </p:ext>
            </p:extLst>
          </p:nvPr>
        </p:nvGraphicFramePr>
        <p:xfrm>
          <a:off x="6228184" y="1254844"/>
          <a:ext cx="121037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360312"/>
              </p:ext>
            </p:extLst>
          </p:nvPr>
        </p:nvGraphicFramePr>
        <p:xfrm>
          <a:off x="2627784" y="2389738"/>
          <a:ext cx="186855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85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074907"/>
              </p:ext>
            </p:extLst>
          </p:nvPr>
        </p:nvGraphicFramePr>
        <p:xfrm>
          <a:off x="1403648" y="2390857"/>
          <a:ext cx="116831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6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  <a:gridCol w="584156">
                  <a:extLst>
                    <a:ext uri="{9D8B030D-6E8A-4147-A177-3AD203B41FA5}">
                      <a16:colId xmlns:a16="http://schemas.microsoft.com/office/drawing/2014/main" val="3856493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>
            <a:stCxn id="16" idx="2"/>
            <a:endCxn id="7" idx="0"/>
          </p:cNvCxnSpPr>
          <p:nvPr/>
        </p:nvCxnSpPr>
        <p:spPr>
          <a:xfrm flipH="1">
            <a:off x="1987804" y="1748664"/>
            <a:ext cx="1173157" cy="64219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endCxn id="6" idx="0"/>
          </p:cNvCxnSpPr>
          <p:nvPr/>
        </p:nvCxnSpPr>
        <p:spPr>
          <a:xfrm flipH="1">
            <a:off x="3562059" y="1739437"/>
            <a:ext cx="191898" cy="65030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779077"/>
              </p:ext>
            </p:extLst>
          </p:nvPr>
        </p:nvGraphicFramePr>
        <p:xfrm>
          <a:off x="4572000" y="2391254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>
            <a:endCxn id="10" idx="0"/>
          </p:cNvCxnSpPr>
          <p:nvPr/>
        </p:nvCxnSpPr>
        <p:spPr>
          <a:xfrm flipH="1">
            <a:off x="5092859" y="1739437"/>
            <a:ext cx="1135325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739026"/>
              </p:ext>
            </p:extLst>
          </p:nvPr>
        </p:nvGraphicFramePr>
        <p:xfrm>
          <a:off x="6899620" y="2389738"/>
          <a:ext cx="213687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219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137054599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685214248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700651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13" name="Straight Connector 12"/>
          <p:cNvCxnSpPr>
            <a:endCxn id="12" idx="0"/>
          </p:cNvCxnSpPr>
          <p:nvPr/>
        </p:nvCxnSpPr>
        <p:spPr>
          <a:xfrm>
            <a:off x="7438554" y="1739437"/>
            <a:ext cx="529504" cy="65030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992298"/>
              </p:ext>
            </p:extLst>
          </p:nvPr>
        </p:nvGraphicFramePr>
        <p:xfrm>
          <a:off x="179512" y="2391254"/>
          <a:ext cx="116831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6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584156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endCxn id="14" idx="0"/>
          </p:cNvCxnSpPr>
          <p:nvPr/>
        </p:nvCxnSpPr>
        <p:spPr>
          <a:xfrm flipH="1">
            <a:off x="763668" y="1739437"/>
            <a:ext cx="1792108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826361"/>
              </p:ext>
            </p:extLst>
          </p:nvPr>
        </p:nvGraphicFramePr>
        <p:xfrm>
          <a:off x="2555776" y="1260984"/>
          <a:ext cx="121037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954650"/>
              </p:ext>
            </p:extLst>
          </p:nvPr>
        </p:nvGraphicFramePr>
        <p:xfrm>
          <a:off x="5762530" y="2383564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4205422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18" name="Straight Connector 17"/>
          <p:cNvCxnSpPr>
            <a:stCxn id="5" idx="2"/>
            <a:endCxn id="17" idx="0"/>
          </p:cNvCxnSpPr>
          <p:nvPr/>
        </p:nvCxnSpPr>
        <p:spPr>
          <a:xfrm flipH="1">
            <a:off x="6283389" y="1742524"/>
            <a:ext cx="549980" cy="6410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856545"/>
              </p:ext>
            </p:extLst>
          </p:nvPr>
        </p:nvGraphicFramePr>
        <p:xfrm>
          <a:off x="4875159" y="44624"/>
          <a:ext cx="605185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20" name="Straight Connector 19"/>
          <p:cNvCxnSpPr>
            <a:endCxn id="16" idx="0"/>
          </p:cNvCxnSpPr>
          <p:nvPr/>
        </p:nvCxnSpPr>
        <p:spPr>
          <a:xfrm flipH="1">
            <a:off x="3160961" y="532304"/>
            <a:ext cx="1714198" cy="72868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5" idx="0"/>
          </p:cNvCxnSpPr>
          <p:nvPr/>
        </p:nvCxnSpPr>
        <p:spPr>
          <a:xfrm>
            <a:off x="5475765" y="532304"/>
            <a:ext cx="1357604" cy="7225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Line Callout 1 21"/>
          <p:cNvSpPr/>
          <p:nvPr/>
        </p:nvSpPr>
        <p:spPr>
          <a:xfrm>
            <a:off x="7433839" y="3320956"/>
            <a:ext cx="1068438" cy="504056"/>
          </a:xfrm>
          <a:prstGeom prst="borderCallout1">
            <a:avLst>
              <a:gd name="adj1" fmla="val 25387"/>
              <a:gd name="adj2" fmla="val 105430"/>
              <a:gd name="adj3" fmla="val -88819"/>
              <a:gd name="adj4" fmla="val 1244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lá</a:t>
            </a:r>
            <a:endParaRPr lang="en-US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086407"/>
              </p:ext>
            </p:extLst>
          </p:nvPr>
        </p:nvGraphicFramePr>
        <p:xfrm>
          <a:off x="6380584" y="4351188"/>
          <a:ext cx="121037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713762"/>
              </p:ext>
            </p:extLst>
          </p:nvPr>
        </p:nvGraphicFramePr>
        <p:xfrm>
          <a:off x="2780184" y="5486082"/>
          <a:ext cx="186855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85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279388"/>
              </p:ext>
            </p:extLst>
          </p:nvPr>
        </p:nvGraphicFramePr>
        <p:xfrm>
          <a:off x="1556048" y="5487201"/>
          <a:ext cx="116831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6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  <a:gridCol w="584156">
                  <a:extLst>
                    <a:ext uri="{9D8B030D-6E8A-4147-A177-3AD203B41FA5}">
                      <a16:colId xmlns:a16="http://schemas.microsoft.com/office/drawing/2014/main" val="3856493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26" name="Straight Connector 25"/>
          <p:cNvCxnSpPr>
            <a:stCxn id="34" idx="2"/>
            <a:endCxn id="25" idx="0"/>
          </p:cNvCxnSpPr>
          <p:nvPr/>
        </p:nvCxnSpPr>
        <p:spPr>
          <a:xfrm flipH="1">
            <a:off x="2140204" y="4845008"/>
            <a:ext cx="1173157" cy="64219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endCxn id="24" idx="0"/>
          </p:cNvCxnSpPr>
          <p:nvPr/>
        </p:nvCxnSpPr>
        <p:spPr>
          <a:xfrm flipH="1">
            <a:off x="3714459" y="4835781"/>
            <a:ext cx="191898" cy="65030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36106"/>
              </p:ext>
            </p:extLst>
          </p:nvPr>
        </p:nvGraphicFramePr>
        <p:xfrm>
          <a:off x="4724400" y="5487598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29" name="Straight Connector 28"/>
          <p:cNvCxnSpPr>
            <a:endCxn id="28" idx="0"/>
          </p:cNvCxnSpPr>
          <p:nvPr/>
        </p:nvCxnSpPr>
        <p:spPr>
          <a:xfrm flipH="1">
            <a:off x="5245259" y="4835781"/>
            <a:ext cx="1135325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184785"/>
              </p:ext>
            </p:extLst>
          </p:nvPr>
        </p:nvGraphicFramePr>
        <p:xfrm>
          <a:off x="7052020" y="5486082"/>
          <a:ext cx="1602657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219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137054599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68521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1" name="Straight Connector 30"/>
          <p:cNvCxnSpPr>
            <a:endCxn id="30" idx="0"/>
          </p:cNvCxnSpPr>
          <p:nvPr/>
        </p:nvCxnSpPr>
        <p:spPr>
          <a:xfrm>
            <a:off x="7590954" y="4835781"/>
            <a:ext cx="262394" cy="65030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145436"/>
              </p:ext>
            </p:extLst>
          </p:nvPr>
        </p:nvGraphicFramePr>
        <p:xfrm>
          <a:off x="331912" y="5487598"/>
          <a:ext cx="116831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6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584156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3" name="Straight Connector 32"/>
          <p:cNvCxnSpPr>
            <a:endCxn id="32" idx="0"/>
          </p:cNvCxnSpPr>
          <p:nvPr/>
        </p:nvCxnSpPr>
        <p:spPr>
          <a:xfrm flipH="1">
            <a:off x="916068" y="4835781"/>
            <a:ext cx="1792108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881784"/>
              </p:ext>
            </p:extLst>
          </p:nvPr>
        </p:nvGraphicFramePr>
        <p:xfrm>
          <a:off x="2708176" y="4357328"/>
          <a:ext cx="121037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440863"/>
              </p:ext>
            </p:extLst>
          </p:nvPr>
        </p:nvGraphicFramePr>
        <p:xfrm>
          <a:off x="5914930" y="5479908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4205422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6" name="Straight Connector 35"/>
          <p:cNvCxnSpPr>
            <a:stCxn id="23" idx="2"/>
            <a:endCxn id="35" idx="0"/>
          </p:cNvCxnSpPr>
          <p:nvPr/>
        </p:nvCxnSpPr>
        <p:spPr>
          <a:xfrm flipH="1">
            <a:off x="6435789" y="4838868"/>
            <a:ext cx="549980" cy="6410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119144"/>
              </p:ext>
            </p:extLst>
          </p:nvPr>
        </p:nvGraphicFramePr>
        <p:xfrm>
          <a:off x="5027559" y="3140968"/>
          <a:ext cx="605185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8" name="Straight Connector 37"/>
          <p:cNvCxnSpPr>
            <a:endCxn id="34" idx="0"/>
          </p:cNvCxnSpPr>
          <p:nvPr/>
        </p:nvCxnSpPr>
        <p:spPr>
          <a:xfrm flipH="1">
            <a:off x="3313361" y="3628648"/>
            <a:ext cx="1714198" cy="72868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endCxn id="23" idx="0"/>
          </p:cNvCxnSpPr>
          <p:nvPr/>
        </p:nvCxnSpPr>
        <p:spPr>
          <a:xfrm>
            <a:off x="5628165" y="3628648"/>
            <a:ext cx="1357604" cy="7225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Line Callout 1 39"/>
          <p:cNvSpPr/>
          <p:nvPr/>
        </p:nvSpPr>
        <p:spPr>
          <a:xfrm>
            <a:off x="5613718" y="6181648"/>
            <a:ext cx="1861263" cy="504056"/>
          </a:xfrm>
          <a:prstGeom prst="borderCallout1">
            <a:avLst>
              <a:gd name="adj1" fmla="val 25387"/>
              <a:gd name="adj2" fmla="val 105430"/>
              <a:gd name="adj3" fmla="val -35724"/>
              <a:gd name="adj4" fmla="val 1411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98498" y="3608497"/>
            <a:ext cx="20986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 err="1"/>
              <a:t>Trường</a:t>
            </a:r>
            <a:r>
              <a:rPr lang="en-US" sz="2200" b="1" i="1" dirty="0"/>
              <a:t> </a:t>
            </a:r>
            <a:r>
              <a:rPr lang="en-US" sz="2200" b="1" i="1" dirty="0" err="1"/>
              <a:t>hợp</a:t>
            </a:r>
            <a:r>
              <a:rPr lang="en-US" sz="2200" b="1" i="1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410726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356" y="53851"/>
            <a:ext cx="7886700" cy="1325563"/>
          </a:xfrm>
        </p:spPr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735531"/>
              </p:ext>
            </p:extLst>
          </p:nvPr>
        </p:nvGraphicFramePr>
        <p:xfrm>
          <a:off x="6380584" y="1326852"/>
          <a:ext cx="121037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963252"/>
              </p:ext>
            </p:extLst>
          </p:nvPr>
        </p:nvGraphicFramePr>
        <p:xfrm>
          <a:off x="2780184" y="2461746"/>
          <a:ext cx="186855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85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634879"/>
              </p:ext>
            </p:extLst>
          </p:nvPr>
        </p:nvGraphicFramePr>
        <p:xfrm>
          <a:off x="1556048" y="2462865"/>
          <a:ext cx="116831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6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  <a:gridCol w="584156">
                  <a:extLst>
                    <a:ext uri="{9D8B030D-6E8A-4147-A177-3AD203B41FA5}">
                      <a16:colId xmlns:a16="http://schemas.microsoft.com/office/drawing/2014/main" val="3856493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26" name="Straight Connector 25"/>
          <p:cNvCxnSpPr>
            <a:stCxn id="34" idx="2"/>
            <a:endCxn id="25" idx="0"/>
          </p:cNvCxnSpPr>
          <p:nvPr/>
        </p:nvCxnSpPr>
        <p:spPr>
          <a:xfrm flipH="1">
            <a:off x="2140204" y="1820672"/>
            <a:ext cx="1173157" cy="64219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endCxn id="24" idx="0"/>
          </p:cNvCxnSpPr>
          <p:nvPr/>
        </p:nvCxnSpPr>
        <p:spPr>
          <a:xfrm flipH="1">
            <a:off x="3714459" y="1811445"/>
            <a:ext cx="191898" cy="65030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402655"/>
              </p:ext>
            </p:extLst>
          </p:nvPr>
        </p:nvGraphicFramePr>
        <p:xfrm>
          <a:off x="4724400" y="2463262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29" name="Straight Connector 28"/>
          <p:cNvCxnSpPr>
            <a:endCxn id="28" idx="0"/>
          </p:cNvCxnSpPr>
          <p:nvPr/>
        </p:nvCxnSpPr>
        <p:spPr>
          <a:xfrm flipH="1">
            <a:off x="5245259" y="1811445"/>
            <a:ext cx="1135325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237899"/>
              </p:ext>
            </p:extLst>
          </p:nvPr>
        </p:nvGraphicFramePr>
        <p:xfrm>
          <a:off x="7052020" y="2461746"/>
          <a:ext cx="1602657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219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137054599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68521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1" name="Straight Connector 30"/>
          <p:cNvCxnSpPr>
            <a:endCxn id="30" idx="0"/>
          </p:cNvCxnSpPr>
          <p:nvPr/>
        </p:nvCxnSpPr>
        <p:spPr>
          <a:xfrm>
            <a:off x="7590954" y="1811445"/>
            <a:ext cx="262394" cy="65030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123965"/>
              </p:ext>
            </p:extLst>
          </p:nvPr>
        </p:nvGraphicFramePr>
        <p:xfrm>
          <a:off x="331912" y="2463262"/>
          <a:ext cx="116831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6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584156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3" name="Straight Connector 32"/>
          <p:cNvCxnSpPr>
            <a:endCxn id="32" idx="0"/>
          </p:cNvCxnSpPr>
          <p:nvPr/>
        </p:nvCxnSpPr>
        <p:spPr>
          <a:xfrm flipH="1">
            <a:off x="916068" y="1811445"/>
            <a:ext cx="1792108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831561"/>
              </p:ext>
            </p:extLst>
          </p:nvPr>
        </p:nvGraphicFramePr>
        <p:xfrm>
          <a:off x="2708176" y="1332992"/>
          <a:ext cx="121037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602443"/>
              </p:ext>
            </p:extLst>
          </p:nvPr>
        </p:nvGraphicFramePr>
        <p:xfrm>
          <a:off x="5914930" y="2455572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4205422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6" name="Straight Connector 35"/>
          <p:cNvCxnSpPr>
            <a:stCxn id="23" idx="2"/>
            <a:endCxn id="35" idx="0"/>
          </p:cNvCxnSpPr>
          <p:nvPr/>
        </p:nvCxnSpPr>
        <p:spPr>
          <a:xfrm flipH="1">
            <a:off x="6435789" y="1814532"/>
            <a:ext cx="549980" cy="6410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108290"/>
              </p:ext>
            </p:extLst>
          </p:nvPr>
        </p:nvGraphicFramePr>
        <p:xfrm>
          <a:off x="5027559" y="116632"/>
          <a:ext cx="605185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38" name="Straight Connector 37"/>
          <p:cNvCxnSpPr>
            <a:endCxn id="34" idx="0"/>
          </p:cNvCxnSpPr>
          <p:nvPr/>
        </p:nvCxnSpPr>
        <p:spPr>
          <a:xfrm flipH="1">
            <a:off x="3313361" y="604312"/>
            <a:ext cx="1714198" cy="72868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endCxn id="23" idx="0"/>
          </p:cNvCxnSpPr>
          <p:nvPr/>
        </p:nvCxnSpPr>
        <p:spPr>
          <a:xfrm>
            <a:off x="5628165" y="604312"/>
            <a:ext cx="1357604" cy="7225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Line Callout 1 39"/>
          <p:cNvSpPr/>
          <p:nvPr/>
        </p:nvSpPr>
        <p:spPr>
          <a:xfrm>
            <a:off x="1960336" y="209642"/>
            <a:ext cx="1861263" cy="504056"/>
          </a:xfrm>
          <a:prstGeom prst="borderCallout1">
            <a:avLst>
              <a:gd name="adj1" fmla="val 111667"/>
              <a:gd name="adj2" fmla="val 4778"/>
              <a:gd name="adj3" fmla="val 176656"/>
              <a:gd name="adj4" fmla="val 722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lá</a:t>
            </a:r>
            <a:endParaRPr lang="en-US" dirty="0"/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2555776" y="1843404"/>
            <a:ext cx="1009613" cy="612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146735"/>
              </p:ext>
            </p:extLst>
          </p:nvPr>
        </p:nvGraphicFramePr>
        <p:xfrm>
          <a:off x="6377756" y="4423196"/>
          <a:ext cx="121037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261764"/>
              </p:ext>
            </p:extLst>
          </p:nvPr>
        </p:nvGraphicFramePr>
        <p:xfrm>
          <a:off x="1553220" y="5559209"/>
          <a:ext cx="58415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6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46" name="Straight Connector 45"/>
          <p:cNvCxnSpPr>
            <a:stCxn id="54" idx="2"/>
            <a:endCxn id="45" idx="0"/>
          </p:cNvCxnSpPr>
          <p:nvPr/>
        </p:nvCxnSpPr>
        <p:spPr>
          <a:xfrm flipH="1">
            <a:off x="1845298" y="4917016"/>
            <a:ext cx="1465235" cy="64219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endCxn id="42" idx="0"/>
          </p:cNvCxnSpPr>
          <p:nvPr/>
        </p:nvCxnSpPr>
        <p:spPr>
          <a:xfrm flipH="1">
            <a:off x="3754172" y="4917016"/>
            <a:ext cx="124333" cy="64219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665316"/>
              </p:ext>
            </p:extLst>
          </p:nvPr>
        </p:nvGraphicFramePr>
        <p:xfrm>
          <a:off x="4721572" y="5559606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49" name="Straight Connector 48"/>
          <p:cNvCxnSpPr>
            <a:endCxn id="48" idx="0"/>
          </p:cNvCxnSpPr>
          <p:nvPr/>
        </p:nvCxnSpPr>
        <p:spPr>
          <a:xfrm flipH="1">
            <a:off x="5242431" y="4907789"/>
            <a:ext cx="1135325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771753"/>
              </p:ext>
            </p:extLst>
          </p:nvPr>
        </p:nvGraphicFramePr>
        <p:xfrm>
          <a:off x="7049192" y="5558090"/>
          <a:ext cx="1602657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219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137054599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68521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1" name="Straight Connector 50"/>
          <p:cNvCxnSpPr>
            <a:endCxn id="50" idx="0"/>
          </p:cNvCxnSpPr>
          <p:nvPr/>
        </p:nvCxnSpPr>
        <p:spPr>
          <a:xfrm>
            <a:off x="7588126" y="4907789"/>
            <a:ext cx="262394" cy="65030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581772"/>
              </p:ext>
            </p:extLst>
          </p:nvPr>
        </p:nvGraphicFramePr>
        <p:xfrm>
          <a:off x="329084" y="5559606"/>
          <a:ext cx="116831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6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584156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3" name="Straight Connector 52"/>
          <p:cNvCxnSpPr>
            <a:endCxn id="52" idx="0"/>
          </p:cNvCxnSpPr>
          <p:nvPr/>
        </p:nvCxnSpPr>
        <p:spPr>
          <a:xfrm flipH="1">
            <a:off x="913240" y="4907789"/>
            <a:ext cx="1792108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5874"/>
              </p:ext>
            </p:extLst>
          </p:nvPr>
        </p:nvGraphicFramePr>
        <p:xfrm>
          <a:off x="2705348" y="4429336"/>
          <a:ext cx="121037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286223"/>
              </p:ext>
            </p:extLst>
          </p:nvPr>
        </p:nvGraphicFramePr>
        <p:xfrm>
          <a:off x="5912102" y="5551916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4205422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6" name="Straight Connector 55"/>
          <p:cNvCxnSpPr>
            <a:stCxn id="43" idx="2"/>
            <a:endCxn id="55" idx="0"/>
          </p:cNvCxnSpPr>
          <p:nvPr/>
        </p:nvCxnSpPr>
        <p:spPr>
          <a:xfrm flipH="1">
            <a:off x="6432961" y="4910876"/>
            <a:ext cx="549980" cy="6410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567251"/>
              </p:ext>
            </p:extLst>
          </p:nvPr>
        </p:nvGraphicFramePr>
        <p:xfrm>
          <a:off x="5024731" y="3212976"/>
          <a:ext cx="605185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8" name="Straight Connector 57"/>
          <p:cNvCxnSpPr>
            <a:endCxn id="54" idx="0"/>
          </p:cNvCxnSpPr>
          <p:nvPr/>
        </p:nvCxnSpPr>
        <p:spPr>
          <a:xfrm flipH="1">
            <a:off x="3310533" y="3700656"/>
            <a:ext cx="1714198" cy="72868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43" idx="0"/>
          </p:cNvCxnSpPr>
          <p:nvPr/>
        </p:nvCxnSpPr>
        <p:spPr>
          <a:xfrm>
            <a:off x="5625337" y="3700656"/>
            <a:ext cx="1357604" cy="7225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98498" y="3608497"/>
            <a:ext cx="20986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 err="1"/>
              <a:t>Trường</a:t>
            </a:r>
            <a:r>
              <a:rPr lang="en-US" sz="2200" b="1" i="1" dirty="0"/>
              <a:t> </a:t>
            </a:r>
            <a:r>
              <a:rPr lang="en-US" sz="2200" b="1" i="1" dirty="0" err="1"/>
              <a:t>hợp</a:t>
            </a:r>
            <a:r>
              <a:rPr lang="en-US" sz="2200" b="1" i="1" dirty="0"/>
              <a:t> 2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660648"/>
              </p:ext>
            </p:extLst>
          </p:nvPr>
        </p:nvGraphicFramePr>
        <p:xfrm>
          <a:off x="2819897" y="5559209"/>
          <a:ext cx="186855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85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sp>
        <p:nvSpPr>
          <p:cNvPr id="60" name="Line Callout 1 59"/>
          <p:cNvSpPr/>
          <p:nvPr/>
        </p:nvSpPr>
        <p:spPr>
          <a:xfrm>
            <a:off x="2129950" y="6194253"/>
            <a:ext cx="1861263" cy="504056"/>
          </a:xfrm>
          <a:prstGeom prst="borderCallout1">
            <a:avLst>
              <a:gd name="adj1" fmla="val 40873"/>
              <a:gd name="adj2" fmla="val -3610"/>
              <a:gd name="adj3" fmla="val -18026"/>
              <a:gd name="adj4" fmla="val -175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khóa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70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356" y="53851"/>
            <a:ext cx="7886700" cy="1325563"/>
          </a:xfrm>
        </p:spPr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39612"/>
              </p:ext>
            </p:extLst>
          </p:nvPr>
        </p:nvGraphicFramePr>
        <p:xfrm>
          <a:off x="6660232" y="1398860"/>
          <a:ext cx="121037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270202"/>
              </p:ext>
            </p:extLst>
          </p:nvPr>
        </p:nvGraphicFramePr>
        <p:xfrm>
          <a:off x="1835696" y="2534873"/>
          <a:ext cx="58415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6">
                  <a:extLst>
                    <a:ext uri="{9D8B030D-6E8A-4147-A177-3AD203B41FA5}">
                      <a16:colId xmlns:a16="http://schemas.microsoft.com/office/drawing/2014/main" val="3340762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46" name="Straight Connector 45"/>
          <p:cNvCxnSpPr>
            <a:stCxn id="54" idx="2"/>
            <a:endCxn id="45" idx="0"/>
          </p:cNvCxnSpPr>
          <p:nvPr/>
        </p:nvCxnSpPr>
        <p:spPr>
          <a:xfrm flipH="1">
            <a:off x="2127774" y="1892680"/>
            <a:ext cx="1465235" cy="64219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endCxn id="42" idx="0"/>
          </p:cNvCxnSpPr>
          <p:nvPr/>
        </p:nvCxnSpPr>
        <p:spPr>
          <a:xfrm flipH="1">
            <a:off x="4036648" y="1892680"/>
            <a:ext cx="124333" cy="64219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754497"/>
              </p:ext>
            </p:extLst>
          </p:nvPr>
        </p:nvGraphicFramePr>
        <p:xfrm>
          <a:off x="5004048" y="2535270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49" name="Straight Connector 48"/>
          <p:cNvCxnSpPr>
            <a:endCxn id="48" idx="0"/>
          </p:cNvCxnSpPr>
          <p:nvPr/>
        </p:nvCxnSpPr>
        <p:spPr>
          <a:xfrm flipH="1">
            <a:off x="5524907" y="1883453"/>
            <a:ext cx="1135325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258905"/>
              </p:ext>
            </p:extLst>
          </p:nvPr>
        </p:nvGraphicFramePr>
        <p:xfrm>
          <a:off x="7331668" y="2533754"/>
          <a:ext cx="1602657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219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137054599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68521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1" name="Straight Connector 50"/>
          <p:cNvCxnSpPr>
            <a:endCxn id="50" idx="0"/>
          </p:cNvCxnSpPr>
          <p:nvPr/>
        </p:nvCxnSpPr>
        <p:spPr>
          <a:xfrm>
            <a:off x="7870602" y="1883453"/>
            <a:ext cx="262394" cy="65030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123710"/>
              </p:ext>
            </p:extLst>
          </p:nvPr>
        </p:nvGraphicFramePr>
        <p:xfrm>
          <a:off x="611560" y="2535270"/>
          <a:ext cx="116831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6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584156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3" name="Straight Connector 52"/>
          <p:cNvCxnSpPr>
            <a:endCxn id="52" idx="0"/>
          </p:cNvCxnSpPr>
          <p:nvPr/>
        </p:nvCxnSpPr>
        <p:spPr>
          <a:xfrm flipH="1">
            <a:off x="1195716" y="1883453"/>
            <a:ext cx="1792108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691728"/>
              </p:ext>
            </p:extLst>
          </p:nvPr>
        </p:nvGraphicFramePr>
        <p:xfrm>
          <a:off x="2987824" y="1405000"/>
          <a:ext cx="121037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764617"/>
              </p:ext>
            </p:extLst>
          </p:nvPr>
        </p:nvGraphicFramePr>
        <p:xfrm>
          <a:off x="6194578" y="2527580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4205422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6" name="Straight Connector 55"/>
          <p:cNvCxnSpPr>
            <a:stCxn id="43" idx="2"/>
            <a:endCxn id="55" idx="0"/>
          </p:cNvCxnSpPr>
          <p:nvPr/>
        </p:nvCxnSpPr>
        <p:spPr>
          <a:xfrm flipH="1">
            <a:off x="6715437" y="1886540"/>
            <a:ext cx="549980" cy="6410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817259"/>
              </p:ext>
            </p:extLst>
          </p:nvPr>
        </p:nvGraphicFramePr>
        <p:xfrm>
          <a:off x="5307207" y="188640"/>
          <a:ext cx="605185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58" name="Straight Connector 57"/>
          <p:cNvCxnSpPr>
            <a:endCxn id="54" idx="0"/>
          </p:cNvCxnSpPr>
          <p:nvPr/>
        </p:nvCxnSpPr>
        <p:spPr>
          <a:xfrm flipH="1">
            <a:off x="3593009" y="676320"/>
            <a:ext cx="1714198" cy="72868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43" idx="0"/>
          </p:cNvCxnSpPr>
          <p:nvPr/>
        </p:nvCxnSpPr>
        <p:spPr>
          <a:xfrm>
            <a:off x="5907813" y="676320"/>
            <a:ext cx="1357604" cy="7225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51520" y="1124744"/>
            <a:ext cx="20986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 err="1"/>
              <a:t>Trường</a:t>
            </a:r>
            <a:r>
              <a:rPr lang="en-US" sz="2200" b="1" i="1" dirty="0"/>
              <a:t> </a:t>
            </a:r>
            <a:r>
              <a:rPr lang="en-US" sz="2200" b="1" i="1" dirty="0" err="1"/>
              <a:t>hợp</a:t>
            </a:r>
            <a:r>
              <a:rPr lang="en-US" sz="2200" b="1" i="1" dirty="0"/>
              <a:t> 4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074514"/>
              </p:ext>
            </p:extLst>
          </p:nvPr>
        </p:nvGraphicFramePr>
        <p:xfrm>
          <a:off x="3102373" y="2534873"/>
          <a:ext cx="186855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85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sp>
        <p:nvSpPr>
          <p:cNvPr id="3" name="Freeform 2"/>
          <p:cNvSpPr/>
          <p:nvPr/>
        </p:nvSpPr>
        <p:spPr>
          <a:xfrm>
            <a:off x="457200" y="1237785"/>
            <a:ext cx="3245005" cy="2085278"/>
          </a:xfrm>
          <a:custGeom>
            <a:avLst/>
            <a:gdLst>
              <a:gd name="connsiteX0" fmla="*/ 33454 w 3245005"/>
              <a:gd name="connsiteY0" fmla="*/ 1694986 h 2085278"/>
              <a:gd name="connsiteX1" fmla="*/ 22302 w 3245005"/>
              <a:gd name="connsiteY1" fmla="*/ 1382752 h 2085278"/>
              <a:gd name="connsiteX2" fmla="*/ 11151 w 3245005"/>
              <a:gd name="connsiteY2" fmla="*/ 1338147 h 2085278"/>
              <a:gd name="connsiteX3" fmla="*/ 0 w 3245005"/>
              <a:gd name="connsiteY3" fmla="*/ 1282391 h 2085278"/>
              <a:gd name="connsiteX4" fmla="*/ 11151 w 3245005"/>
              <a:gd name="connsiteY4" fmla="*/ 1148576 h 2085278"/>
              <a:gd name="connsiteX5" fmla="*/ 78059 w 3245005"/>
              <a:gd name="connsiteY5" fmla="*/ 1103971 h 2085278"/>
              <a:gd name="connsiteX6" fmla="*/ 200722 w 3245005"/>
              <a:gd name="connsiteY6" fmla="*/ 1070517 h 2085278"/>
              <a:gd name="connsiteX7" fmla="*/ 301083 w 3245005"/>
              <a:gd name="connsiteY7" fmla="*/ 1059366 h 2085278"/>
              <a:gd name="connsiteX8" fmla="*/ 345688 w 3245005"/>
              <a:gd name="connsiteY8" fmla="*/ 1048215 h 2085278"/>
              <a:gd name="connsiteX9" fmla="*/ 379141 w 3245005"/>
              <a:gd name="connsiteY9" fmla="*/ 1037064 h 2085278"/>
              <a:gd name="connsiteX10" fmla="*/ 468351 w 3245005"/>
              <a:gd name="connsiteY10" fmla="*/ 1014761 h 2085278"/>
              <a:gd name="connsiteX11" fmla="*/ 512956 w 3245005"/>
              <a:gd name="connsiteY11" fmla="*/ 1003610 h 2085278"/>
              <a:gd name="connsiteX12" fmla="*/ 557561 w 3245005"/>
              <a:gd name="connsiteY12" fmla="*/ 992459 h 2085278"/>
              <a:gd name="connsiteX13" fmla="*/ 635620 w 3245005"/>
              <a:gd name="connsiteY13" fmla="*/ 981308 h 2085278"/>
              <a:gd name="connsiteX14" fmla="*/ 724829 w 3245005"/>
              <a:gd name="connsiteY14" fmla="*/ 936703 h 2085278"/>
              <a:gd name="connsiteX15" fmla="*/ 769434 w 3245005"/>
              <a:gd name="connsiteY15" fmla="*/ 903249 h 2085278"/>
              <a:gd name="connsiteX16" fmla="*/ 814039 w 3245005"/>
              <a:gd name="connsiteY16" fmla="*/ 858644 h 2085278"/>
              <a:gd name="connsiteX17" fmla="*/ 847493 w 3245005"/>
              <a:gd name="connsiteY17" fmla="*/ 836342 h 2085278"/>
              <a:gd name="connsiteX18" fmla="*/ 892098 w 3245005"/>
              <a:gd name="connsiteY18" fmla="*/ 791737 h 2085278"/>
              <a:gd name="connsiteX19" fmla="*/ 925551 w 3245005"/>
              <a:gd name="connsiteY19" fmla="*/ 769435 h 2085278"/>
              <a:gd name="connsiteX20" fmla="*/ 992459 w 3245005"/>
              <a:gd name="connsiteY20" fmla="*/ 713678 h 2085278"/>
              <a:gd name="connsiteX21" fmla="*/ 1092820 w 3245005"/>
              <a:gd name="connsiteY21" fmla="*/ 669074 h 2085278"/>
              <a:gd name="connsiteX22" fmla="*/ 1170878 w 3245005"/>
              <a:gd name="connsiteY22" fmla="*/ 624469 h 2085278"/>
              <a:gd name="connsiteX23" fmla="*/ 1193180 w 3245005"/>
              <a:gd name="connsiteY23" fmla="*/ 602166 h 2085278"/>
              <a:gd name="connsiteX24" fmla="*/ 1248937 w 3245005"/>
              <a:gd name="connsiteY24" fmla="*/ 579864 h 2085278"/>
              <a:gd name="connsiteX25" fmla="*/ 1293541 w 3245005"/>
              <a:gd name="connsiteY25" fmla="*/ 557561 h 2085278"/>
              <a:gd name="connsiteX26" fmla="*/ 1382751 w 3245005"/>
              <a:gd name="connsiteY26" fmla="*/ 524108 h 2085278"/>
              <a:gd name="connsiteX27" fmla="*/ 1416205 w 3245005"/>
              <a:gd name="connsiteY27" fmla="*/ 501805 h 2085278"/>
              <a:gd name="connsiteX28" fmla="*/ 1471961 w 3245005"/>
              <a:gd name="connsiteY28" fmla="*/ 468352 h 2085278"/>
              <a:gd name="connsiteX29" fmla="*/ 1494263 w 3245005"/>
              <a:gd name="connsiteY29" fmla="*/ 446049 h 2085278"/>
              <a:gd name="connsiteX30" fmla="*/ 1561171 w 3245005"/>
              <a:gd name="connsiteY30" fmla="*/ 412595 h 2085278"/>
              <a:gd name="connsiteX31" fmla="*/ 1605776 w 3245005"/>
              <a:gd name="connsiteY31" fmla="*/ 379142 h 2085278"/>
              <a:gd name="connsiteX32" fmla="*/ 1650380 w 3245005"/>
              <a:gd name="connsiteY32" fmla="*/ 367991 h 2085278"/>
              <a:gd name="connsiteX33" fmla="*/ 1795346 w 3245005"/>
              <a:gd name="connsiteY33" fmla="*/ 334537 h 2085278"/>
              <a:gd name="connsiteX34" fmla="*/ 2274849 w 3245005"/>
              <a:gd name="connsiteY34" fmla="*/ 334537 h 2085278"/>
              <a:gd name="connsiteX35" fmla="*/ 2330605 w 3245005"/>
              <a:gd name="connsiteY35" fmla="*/ 278781 h 2085278"/>
              <a:gd name="connsiteX36" fmla="*/ 2352907 w 3245005"/>
              <a:gd name="connsiteY36" fmla="*/ 256478 h 2085278"/>
              <a:gd name="connsiteX37" fmla="*/ 2375210 w 3245005"/>
              <a:gd name="connsiteY37" fmla="*/ 234176 h 2085278"/>
              <a:gd name="connsiteX38" fmla="*/ 2397512 w 3245005"/>
              <a:gd name="connsiteY38" fmla="*/ 200722 h 2085278"/>
              <a:gd name="connsiteX39" fmla="*/ 2442117 w 3245005"/>
              <a:gd name="connsiteY39" fmla="*/ 156117 h 2085278"/>
              <a:gd name="connsiteX40" fmla="*/ 2464420 w 3245005"/>
              <a:gd name="connsiteY40" fmla="*/ 133815 h 2085278"/>
              <a:gd name="connsiteX41" fmla="*/ 2531327 w 3245005"/>
              <a:gd name="connsiteY41" fmla="*/ 111513 h 2085278"/>
              <a:gd name="connsiteX42" fmla="*/ 2564780 w 3245005"/>
              <a:gd name="connsiteY42" fmla="*/ 100361 h 2085278"/>
              <a:gd name="connsiteX43" fmla="*/ 2609385 w 3245005"/>
              <a:gd name="connsiteY43" fmla="*/ 78059 h 2085278"/>
              <a:gd name="connsiteX44" fmla="*/ 2732049 w 3245005"/>
              <a:gd name="connsiteY44" fmla="*/ 55756 h 2085278"/>
              <a:gd name="connsiteX45" fmla="*/ 2854712 w 3245005"/>
              <a:gd name="connsiteY45" fmla="*/ 22303 h 2085278"/>
              <a:gd name="connsiteX46" fmla="*/ 3055434 w 3245005"/>
              <a:gd name="connsiteY46" fmla="*/ 0 h 2085278"/>
              <a:gd name="connsiteX47" fmla="*/ 3211551 w 3245005"/>
              <a:gd name="connsiteY47" fmla="*/ 11152 h 2085278"/>
              <a:gd name="connsiteX48" fmla="*/ 3233854 w 3245005"/>
              <a:gd name="connsiteY48" fmla="*/ 33454 h 2085278"/>
              <a:gd name="connsiteX49" fmla="*/ 3245005 w 3245005"/>
              <a:gd name="connsiteY49" fmla="*/ 111513 h 2085278"/>
              <a:gd name="connsiteX50" fmla="*/ 3233854 w 3245005"/>
              <a:gd name="connsiteY50" fmla="*/ 434898 h 2085278"/>
              <a:gd name="connsiteX51" fmla="*/ 3222702 w 3245005"/>
              <a:gd name="connsiteY51" fmla="*/ 490654 h 2085278"/>
              <a:gd name="connsiteX52" fmla="*/ 3200400 w 3245005"/>
              <a:gd name="connsiteY52" fmla="*/ 568713 h 2085278"/>
              <a:gd name="connsiteX53" fmla="*/ 3178098 w 3245005"/>
              <a:gd name="connsiteY53" fmla="*/ 602166 h 2085278"/>
              <a:gd name="connsiteX54" fmla="*/ 3144644 w 3245005"/>
              <a:gd name="connsiteY54" fmla="*/ 680225 h 2085278"/>
              <a:gd name="connsiteX55" fmla="*/ 3122341 w 3245005"/>
              <a:gd name="connsiteY55" fmla="*/ 713678 h 2085278"/>
              <a:gd name="connsiteX56" fmla="*/ 3088888 w 3245005"/>
              <a:gd name="connsiteY56" fmla="*/ 780586 h 2085278"/>
              <a:gd name="connsiteX57" fmla="*/ 3044283 w 3245005"/>
              <a:gd name="connsiteY57" fmla="*/ 825191 h 2085278"/>
              <a:gd name="connsiteX58" fmla="*/ 2988527 w 3245005"/>
              <a:gd name="connsiteY58" fmla="*/ 880947 h 2085278"/>
              <a:gd name="connsiteX59" fmla="*/ 2910468 w 3245005"/>
              <a:gd name="connsiteY59" fmla="*/ 947854 h 2085278"/>
              <a:gd name="connsiteX60" fmla="*/ 2854712 w 3245005"/>
              <a:gd name="connsiteY60" fmla="*/ 1003610 h 2085278"/>
              <a:gd name="connsiteX61" fmla="*/ 2810107 w 3245005"/>
              <a:gd name="connsiteY61" fmla="*/ 1048215 h 2085278"/>
              <a:gd name="connsiteX62" fmla="*/ 2776654 w 3245005"/>
              <a:gd name="connsiteY62" fmla="*/ 1081669 h 2085278"/>
              <a:gd name="connsiteX63" fmla="*/ 2709746 w 3245005"/>
              <a:gd name="connsiteY63" fmla="*/ 1126274 h 2085278"/>
              <a:gd name="connsiteX64" fmla="*/ 2653990 w 3245005"/>
              <a:gd name="connsiteY64" fmla="*/ 1182030 h 2085278"/>
              <a:gd name="connsiteX65" fmla="*/ 2620537 w 3245005"/>
              <a:gd name="connsiteY65" fmla="*/ 1215483 h 2085278"/>
              <a:gd name="connsiteX66" fmla="*/ 2553629 w 3245005"/>
              <a:gd name="connsiteY66" fmla="*/ 1271239 h 2085278"/>
              <a:gd name="connsiteX67" fmla="*/ 2509024 w 3245005"/>
              <a:gd name="connsiteY67" fmla="*/ 1338147 h 2085278"/>
              <a:gd name="connsiteX68" fmla="*/ 2486722 w 3245005"/>
              <a:gd name="connsiteY68" fmla="*/ 1371600 h 2085278"/>
              <a:gd name="connsiteX69" fmla="*/ 2464420 w 3245005"/>
              <a:gd name="connsiteY69" fmla="*/ 1393903 h 2085278"/>
              <a:gd name="connsiteX70" fmla="*/ 2430966 w 3245005"/>
              <a:gd name="connsiteY70" fmla="*/ 1449659 h 2085278"/>
              <a:gd name="connsiteX71" fmla="*/ 2397512 w 3245005"/>
              <a:gd name="connsiteY71" fmla="*/ 1505415 h 2085278"/>
              <a:gd name="connsiteX72" fmla="*/ 2352907 w 3245005"/>
              <a:gd name="connsiteY72" fmla="*/ 1605776 h 2085278"/>
              <a:gd name="connsiteX73" fmla="*/ 2330605 w 3245005"/>
              <a:gd name="connsiteY73" fmla="*/ 1672683 h 2085278"/>
              <a:gd name="connsiteX74" fmla="*/ 2286000 w 3245005"/>
              <a:gd name="connsiteY74" fmla="*/ 1739591 h 2085278"/>
              <a:gd name="connsiteX75" fmla="*/ 2263698 w 3245005"/>
              <a:gd name="connsiteY75" fmla="*/ 1773044 h 2085278"/>
              <a:gd name="connsiteX76" fmla="*/ 2252546 w 3245005"/>
              <a:gd name="connsiteY76" fmla="*/ 1806498 h 2085278"/>
              <a:gd name="connsiteX77" fmla="*/ 2152185 w 3245005"/>
              <a:gd name="connsiteY77" fmla="*/ 1929161 h 2085278"/>
              <a:gd name="connsiteX78" fmla="*/ 2096429 w 3245005"/>
              <a:gd name="connsiteY78" fmla="*/ 1973766 h 2085278"/>
              <a:gd name="connsiteX79" fmla="*/ 2062976 w 3245005"/>
              <a:gd name="connsiteY79" fmla="*/ 1984917 h 2085278"/>
              <a:gd name="connsiteX80" fmla="*/ 1973766 w 3245005"/>
              <a:gd name="connsiteY80" fmla="*/ 2007220 h 2085278"/>
              <a:gd name="connsiteX81" fmla="*/ 1929161 w 3245005"/>
              <a:gd name="connsiteY81" fmla="*/ 2029522 h 2085278"/>
              <a:gd name="connsiteX82" fmla="*/ 1884556 w 3245005"/>
              <a:gd name="connsiteY82" fmla="*/ 2040674 h 2085278"/>
              <a:gd name="connsiteX83" fmla="*/ 1806498 w 3245005"/>
              <a:gd name="connsiteY83" fmla="*/ 2062976 h 2085278"/>
              <a:gd name="connsiteX84" fmla="*/ 1471961 w 3245005"/>
              <a:gd name="connsiteY84" fmla="*/ 2085278 h 2085278"/>
              <a:gd name="connsiteX85" fmla="*/ 936702 w 3245005"/>
              <a:gd name="connsiteY85" fmla="*/ 2074127 h 2085278"/>
              <a:gd name="connsiteX86" fmla="*/ 825190 w 3245005"/>
              <a:gd name="connsiteY86" fmla="*/ 2051825 h 2085278"/>
              <a:gd name="connsiteX87" fmla="*/ 479502 w 3245005"/>
              <a:gd name="connsiteY87" fmla="*/ 2040674 h 2085278"/>
              <a:gd name="connsiteX88" fmla="*/ 367990 w 3245005"/>
              <a:gd name="connsiteY88" fmla="*/ 2018371 h 2085278"/>
              <a:gd name="connsiteX89" fmla="*/ 312234 w 3245005"/>
              <a:gd name="connsiteY89" fmla="*/ 2007220 h 2085278"/>
              <a:gd name="connsiteX90" fmla="*/ 278780 w 3245005"/>
              <a:gd name="connsiteY90" fmla="*/ 1996069 h 2085278"/>
              <a:gd name="connsiteX91" fmla="*/ 211873 w 3245005"/>
              <a:gd name="connsiteY91" fmla="*/ 1951464 h 2085278"/>
              <a:gd name="connsiteX92" fmla="*/ 189571 w 3245005"/>
              <a:gd name="connsiteY92" fmla="*/ 1929161 h 2085278"/>
              <a:gd name="connsiteX93" fmla="*/ 156117 w 3245005"/>
              <a:gd name="connsiteY93" fmla="*/ 1906859 h 2085278"/>
              <a:gd name="connsiteX94" fmla="*/ 111512 w 3245005"/>
              <a:gd name="connsiteY94" fmla="*/ 1862254 h 2085278"/>
              <a:gd name="connsiteX95" fmla="*/ 78059 w 3245005"/>
              <a:gd name="connsiteY95" fmla="*/ 1795347 h 2085278"/>
              <a:gd name="connsiteX96" fmla="*/ 66907 w 3245005"/>
              <a:gd name="connsiteY96" fmla="*/ 1761893 h 2085278"/>
              <a:gd name="connsiteX97" fmla="*/ 33454 w 3245005"/>
              <a:gd name="connsiteY97" fmla="*/ 1694986 h 2085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245005" h="2085278">
                <a:moveTo>
                  <a:pt x="33454" y="1694986"/>
                </a:moveTo>
                <a:cubicBezTo>
                  <a:pt x="26020" y="1631796"/>
                  <a:pt x="28799" y="1486694"/>
                  <a:pt x="22302" y="1382752"/>
                </a:cubicBezTo>
                <a:cubicBezTo>
                  <a:pt x="21346" y="1367456"/>
                  <a:pt x="14476" y="1353108"/>
                  <a:pt x="11151" y="1338147"/>
                </a:cubicBezTo>
                <a:cubicBezTo>
                  <a:pt x="7040" y="1319645"/>
                  <a:pt x="3717" y="1300976"/>
                  <a:pt x="0" y="1282391"/>
                </a:cubicBezTo>
                <a:cubicBezTo>
                  <a:pt x="3717" y="1237786"/>
                  <a:pt x="-6790" y="1189583"/>
                  <a:pt x="11151" y="1148576"/>
                </a:cubicBezTo>
                <a:cubicBezTo>
                  <a:pt x="21895" y="1124019"/>
                  <a:pt x="52630" y="1112447"/>
                  <a:pt x="78059" y="1103971"/>
                </a:cubicBezTo>
                <a:cubicBezTo>
                  <a:pt x="116476" y="1091165"/>
                  <a:pt x="162995" y="1074709"/>
                  <a:pt x="200722" y="1070517"/>
                </a:cubicBezTo>
                <a:lnTo>
                  <a:pt x="301083" y="1059366"/>
                </a:lnTo>
                <a:cubicBezTo>
                  <a:pt x="315951" y="1055649"/>
                  <a:pt x="330952" y="1052425"/>
                  <a:pt x="345688" y="1048215"/>
                </a:cubicBezTo>
                <a:cubicBezTo>
                  <a:pt x="356990" y="1044986"/>
                  <a:pt x="367801" y="1040157"/>
                  <a:pt x="379141" y="1037064"/>
                </a:cubicBezTo>
                <a:cubicBezTo>
                  <a:pt x="408713" y="1028999"/>
                  <a:pt x="438614" y="1022195"/>
                  <a:pt x="468351" y="1014761"/>
                </a:cubicBezTo>
                <a:lnTo>
                  <a:pt x="512956" y="1003610"/>
                </a:lnTo>
                <a:cubicBezTo>
                  <a:pt x="527824" y="999893"/>
                  <a:pt x="542389" y="994626"/>
                  <a:pt x="557561" y="992459"/>
                </a:cubicBezTo>
                <a:lnTo>
                  <a:pt x="635620" y="981308"/>
                </a:lnTo>
                <a:cubicBezTo>
                  <a:pt x="665356" y="966440"/>
                  <a:pt x="698232" y="956651"/>
                  <a:pt x="724829" y="936703"/>
                </a:cubicBezTo>
                <a:cubicBezTo>
                  <a:pt x="739697" y="925552"/>
                  <a:pt x="755447" y="915488"/>
                  <a:pt x="769434" y="903249"/>
                </a:cubicBezTo>
                <a:cubicBezTo>
                  <a:pt x="785258" y="889403"/>
                  <a:pt x="796543" y="870307"/>
                  <a:pt x="814039" y="858644"/>
                </a:cubicBezTo>
                <a:cubicBezTo>
                  <a:pt x="825190" y="851210"/>
                  <a:pt x="837317" y="845064"/>
                  <a:pt x="847493" y="836342"/>
                </a:cubicBezTo>
                <a:cubicBezTo>
                  <a:pt x="863458" y="822658"/>
                  <a:pt x="874602" y="803401"/>
                  <a:pt x="892098" y="791737"/>
                </a:cubicBezTo>
                <a:cubicBezTo>
                  <a:pt x="903249" y="784303"/>
                  <a:pt x="915086" y="777807"/>
                  <a:pt x="925551" y="769435"/>
                </a:cubicBezTo>
                <a:cubicBezTo>
                  <a:pt x="980081" y="725811"/>
                  <a:pt x="905705" y="767900"/>
                  <a:pt x="992459" y="713678"/>
                </a:cubicBezTo>
                <a:cubicBezTo>
                  <a:pt x="1020242" y="696313"/>
                  <a:pt x="1063445" y="680824"/>
                  <a:pt x="1092820" y="669074"/>
                </a:cubicBezTo>
                <a:cubicBezTo>
                  <a:pt x="1143040" y="618851"/>
                  <a:pt x="1079154" y="676883"/>
                  <a:pt x="1170878" y="624469"/>
                </a:cubicBezTo>
                <a:cubicBezTo>
                  <a:pt x="1180006" y="619253"/>
                  <a:pt x="1184052" y="607382"/>
                  <a:pt x="1193180" y="602166"/>
                </a:cubicBezTo>
                <a:cubicBezTo>
                  <a:pt x="1210560" y="592235"/>
                  <a:pt x="1230645" y="587994"/>
                  <a:pt x="1248937" y="579864"/>
                </a:cubicBezTo>
                <a:cubicBezTo>
                  <a:pt x="1264127" y="573113"/>
                  <a:pt x="1277976" y="563398"/>
                  <a:pt x="1293541" y="557561"/>
                </a:cubicBezTo>
                <a:cubicBezTo>
                  <a:pt x="1373373" y="527623"/>
                  <a:pt x="1303721" y="569268"/>
                  <a:pt x="1382751" y="524108"/>
                </a:cubicBezTo>
                <a:cubicBezTo>
                  <a:pt x="1394387" y="517459"/>
                  <a:pt x="1404840" y="508908"/>
                  <a:pt x="1416205" y="501805"/>
                </a:cubicBezTo>
                <a:cubicBezTo>
                  <a:pt x="1434584" y="490318"/>
                  <a:pt x="1454324" y="480950"/>
                  <a:pt x="1471961" y="468352"/>
                </a:cubicBezTo>
                <a:cubicBezTo>
                  <a:pt x="1480516" y="462241"/>
                  <a:pt x="1486053" y="452617"/>
                  <a:pt x="1494263" y="446049"/>
                </a:cubicBezTo>
                <a:cubicBezTo>
                  <a:pt x="1525142" y="421346"/>
                  <a:pt x="1525839" y="424373"/>
                  <a:pt x="1561171" y="412595"/>
                </a:cubicBezTo>
                <a:cubicBezTo>
                  <a:pt x="1576039" y="401444"/>
                  <a:pt x="1589153" y="387454"/>
                  <a:pt x="1605776" y="379142"/>
                </a:cubicBezTo>
                <a:cubicBezTo>
                  <a:pt x="1619484" y="372288"/>
                  <a:pt x="1635701" y="372395"/>
                  <a:pt x="1650380" y="367991"/>
                </a:cubicBezTo>
                <a:cubicBezTo>
                  <a:pt x="1761705" y="334593"/>
                  <a:pt x="1672234" y="352124"/>
                  <a:pt x="1795346" y="334537"/>
                </a:cubicBezTo>
                <a:cubicBezTo>
                  <a:pt x="1863038" y="337245"/>
                  <a:pt x="2181610" y="358860"/>
                  <a:pt x="2274849" y="334537"/>
                </a:cubicBezTo>
                <a:cubicBezTo>
                  <a:pt x="2300282" y="327902"/>
                  <a:pt x="2312020" y="297366"/>
                  <a:pt x="2330605" y="278781"/>
                </a:cubicBezTo>
                <a:lnTo>
                  <a:pt x="2352907" y="256478"/>
                </a:lnTo>
                <a:cubicBezTo>
                  <a:pt x="2360341" y="249044"/>
                  <a:pt x="2369378" y="242924"/>
                  <a:pt x="2375210" y="234176"/>
                </a:cubicBezTo>
                <a:cubicBezTo>
                  <a:pt x="2382644" y="223025"/>
                  <a:pt x="2388790" y="210898"/>
                  <a:pt x="2397512" y="200722"/>
                </a:cubicBezTo>
                <a:cubicBezTo>
                  <a:pt x="2411196" y="184757"/>
                  <a:pt x="2427249" y="170985"/>
                  <a:pt x="2442117" y="156117"/>
                </a:cubicBezTo>
                <a:cubicBezTo>
                  <a:pt x="2449551" y="148683"/>
                  <a:pt x="2454446" y="137140"/>
                  <a:pt x="2464420" y="133815"/>
                </a:cubicBezTo>
                <a:lnTo>
                  <a:pt x="2531327" y="111513"/>
                </a:lnTo>
                <a:cubicBezTo>
                  <a:pt x="2542478" y="107796"/>
                  <a:pt x="2554267" y="105618"/>
                  <a:pt x="2564780" y="100361"/>
                </a:cubicBezTo>
                <a:cubicBezTo>
                  <a:pt x="2579648" y="92927"/>
                  <a:pt x="2593615" y="83316"/>
                  <a:pt x="2609385" y="78059"/>
                </a:cubicBezTo>
                <a:cubicBezTo>
                  <a:pt x="2629672" y="71297"/>
                  <a:pt x="2715208" y="59499"/>
                  <a:pt x="2732049" y="55756"/>
                </a:cubicBezTo>
                <a:cubicBezTo>
                  <a:pt x="2808884" y="38681"/>
                  <a:pt x="2716800" y="37627"/>
                  <a:pt x="2854712" y="22303"/>
                </a:cubicBezTo>
                <a:lnTo>
                  <a:pt x="3055434" y="0"/>
                </a:lnTo>
                <a:cubicBezTo>
                  <a:pt x="3107473" y="3717"/>
                  <a:pt x="3160273" y="1537"/>
                  <a:pt x="3211551" y="11152"/>
                </a:cubicBezTo>
                <a:cubicBezTo>
                  <a:pt x="3221884" y="13090"/>
                  <a:pt x="3230529" y="23480"/>
                  <a:pt x="3233854" y="33454"/>
                </a:cubicBezTo>
                <a:cubicBezTo>
                  <a:pt x="3242166" y="58389"/>
                  <a:pt x="3241288" y="85493"/>
                  <a:pt x="3245005" y="111513"/>
                </a:cubicBezTo>
                <a:cubicBezTo>
                  <a:pt x="3241288" y="219308"/>
                  <a:pt x="3240188" y="327225"/>
                  <a:pt x="3233854" y="434898"/>
                </a:cubicBezTo>
                <a:cubicBezTo>
                  <a:pt x="3232741" y="453819"/>
                  <a:pt x="3226814" y="472152"/>
                  <a:pt x="3222702" y="490654"/>
                </a:cubicBezTo>
                <a:cubicBezTo>
                  <a:pt x="3219844" y="503516"/>
                  <a:pt x="3207851" y="553812"/>
                  <a:pt x="3200400" y="568713"/>
                </a:cubicBezTo>
                <a:cubicBezTo>
                  <a:pt x="3194407" y="580700"/>
                  <a:pt x="3184747" y="590530"/>
                  <a:pt x="3178098" y="602166"/>
                </a:cubicBezTo>
                <a:cubicBezTo>
                  <a:pt x="3085265" y="764623"/>
                  <a:pt x="3207207" y="555101"/>
                  <a:pt x="3144644" y="680225"/>
                </a:cubicBezTo>
                <a:cubicBezTo>
                  <a:pt x="3138650" y="692212"/>
                  <a:pt x="3129775" y="702527"/>
                  <a:pt x="3122341" y="713678"/>
                </a:cubicBezTo>
                <a:cubicBezTo>
                  <a:pt x="3111548" y="746057"/>
                  <a:pt x="3112469" y="753074"/>
                  <a:pt x="3088888" y="780586"/>
                </a:cubicBezTo>
                <a:cubicBezTo>
                  <a:pt x="3075204" y="796551"/>
                  <a:pt x="3055947" y="807696"/>
                  <a:pt x="3044283" y="825191"/>
                </a:cubicBezTo>
                <a:cubicBezTo>
                  <a:pt x="3001329" y="889619"/>
                  <a:pt x="3046348" y="831386"/>
                  <a:pt x="2988527" y="880947"/>
                </a:cubicBezTo>
                <a:cubicBezTo>
                  <a:pt x="2893895" y="962061"/>
                  <a:pt x="2987263" y="896659"/>
                  <a:pt x="2910468" y="947854"/>
                </a:cubicBezTo>
                <a:cubicBezTo>
                  <a:pt x="2867516" y="1012284"/>
                  <a:pt x="2912533" y="954049"/>
                  <a:pt x="2854712" y="1003610"/>
                </a:cubicBezTo>
                <a:cubicBezTo>
                  <a:pt x="2838747" y="1017294"/>
                  <a:pt x="2824975" y="1033347"/>
                  <a:pt x="2810107" y="1048215"/>
                </a:cubicBezTo>
                <a:cubicBezTo>
                  <a:pt x="2798956" y="1059366"/>
                  <a:pt x="2789776" y="1072921"/>
                  <a:pt x="2776654" y="1081669"/>
                </a:cubicBezTo>
                <a:lnTo>
                  <a:pt x="2709746" y="1126274"/>
                </a:lnTo>
                <a:cubicBezTo>
                  <a:pt x="2668859" y="1187604"/>
                  <a:pt x="2709746" y="1135567"/>
                  <a:pt x="2653990" y="1182030"/>
                </a:cubicBezTo>
                <a:cubicBezTo>
                  <a:pt x="2641875" y="1192126"/>
                  <a:pt x="2632652" y="1205387"/>
                  <a:pt x="2620537" y="1215483"/>
                </a:cubicBezTo>
                <a:cubicBezTo>
                  <a:pt x="2579848" y="1249391"/>
                  <a:pt x="2589633" y="1224948"/>
                  <a:pt x="2553629" y="1271239"/>
                </a:cubicBezTo>
                <a:cubicBezTo>
                  <a:pt x="2537173" y="1292397"/>
                  <a:pt x="2523892" y="1315844"/>
                  <a:pt x="2509024" y="1338147"/>
                </a:cubicBezTo>
                <a:cubicBezTo>
                  <a:pt x="2501590" y="1349298"/>
                  <a:pt x="2496198" y="1362123"/>
                  <a:pt x="2486722" y="1371600"/>
                </a:cubicBezTo>
                <a:lnTo>
                  <a:pt x="2464420" y="1393903"/>
                </a:lnTo>
                <a:cubicBezTo>
                  <a:pt x="2432825" y="1488679"/>
                  <a:pt x="2476890" y="1373116"/>
                  <a:pt x="2430966" y="1449659"/>
                </a:cubicBezTo>
                <a:cubicBezTo>
                  <a:pt x="2387543" y="1522033"/>
                  <a:pt x="2454018" y="1448912"/>
                  <a:pt x="2397512" y="1505415"/>
                </a:cubicBezTo>
                <a:cubicBezTo>
                  <a:pt x="2370972" y="1585037"/>
                  <a:pt x="2388250" y="1552762"/>
                  <a:pt x="2352907" y="1605776"/>
                </a:cubicBezTo>
                <a:cubicBezTo>
                  <a:pt x="2345473" y="1628078"/>
                  <a:pt x="2343645" y="1653123"/>
                  <a:pt x="2330605" y="1672683"/>
                </a:cubicBezTo>
                <a:lnTo>
                  <a:pt x="2286000" y="1739591"/>
                </a:lnTo>
                <a:cubicBezTo>
                  <a:pt x="2278566" y="1750742"/>
                  <a:pt x="2267936" y="1760330"/>
                  <a:pt x="2263698" y="1773044"/>
                </a:cubicBezTo>
                <a:cubicBezTo>
                  <a:pt x="2259981" y="1784195"/>
                  <a:pt x="2258255" y="1796223"/>
                  <a:pt x="2252546" y="1806498"/>
                </a:cubicBezTo>
                <a:cubicBezTo>
                  <a:pt x="2215554" y="1873082"/>
                  <a:pt x="2205132" y="1876213"/>
                  <a:pt x="2152185" y="1929161"/>
                </a:cubicBezTo>
                <a:cubicBezTo>
                  <a:pt x="2131438" y="1949908"/>
                  <a:pt x="2124568" y="1959697"/>
                  <a:pt x="2096429" y="1973766"/>
                </a:cubicBezTo>
                <a:cubicBezTo>
                  <a:pt x="2085916" y="1979023"/>
                  <a:pt x="2074316" y="1981824"/>
                  <a:pt x="2062976" y="1984917"/>
                </a:cubicBezTo>
                <a:cubicBezTo>
                  <a:pt x="2033404" y="1992982"/>
                  <a:pt x="2001182" y="1993512"/>
                  <a:pt x="1973766" y="2007220"/>
                </a:cubicBezTo>
                <a:cubicBezTo>
                  <a:pt x="1958898" y="2014654"/>
                  <a:pt x="1944726" y="2023685"/>
                  <a:pt x="1929161" y="2029522"/>
                </a:cubicBezTo>
                <a:cubicBezTo>
                  <a:pt x="1914811" y="2034903"/>
                  <a:pt x="1899292" y="2036464"/>
                  <a:pt x="1884556" y="2040674"/>
                </a:cubicBezTo>
                <a:cubicBezTo>
                  <a:pt x="1847442" y="2051278"/>
                  <a:pt x="1848321" y="2056006"/>
                  <a:pt x="1806498" y="2062976"/>
                </a:cubicBezTo>
                <a:cubicBezTo>
                  <a:pt x="1694649" y="2081617"/>
                  <a:pt x="1587184" y="2080041"/>
                  <a:pt x="1471961" y="2085278"/>
                </a:cubicBezTo>
                <a:cubicBezTo>
                  <a:pt x="1293541" y="2081561"/>
                  <a:pt x="1114922" y="2083345"/>
                  <a:pt x="936702" y="2074127"/>
                </a:cubicBezTo>
                <a:cubicBezTo>
                  <a:pt x="898846" y="2072169"/>
                  <a:pt x="863077" y="2053047"/>
                  <a:pt x="825190" y="2051825"/>
                </a:cubicBezTo>
                <a:lnTo>
                  <a:pt x="479502" y="2040674"/>
                </a:lnTo>
                <a:lnTo>
                  <a:pt x="367990" y="2018371"/>
                </a:lnTo>
                <a:cubicBezTo>
                  <a:pt x="349405" y="2014654"/>
                  <a:pt x="330215" y="2013213"/>
                  <a:pt x="312234" y="2007220"/>
                </a:cubicBezTo>
                <a:lnTo>
                  <a:pt x="278780" y="1996069"/>
                </a:lnTo>
                <a:cubicBezTo>
                  <a:pt x="256478" y="1981201"/>
                  <a:pt x="230826" y="1970418"/>
                  <a:pt x="211873" y="1951464"/>
                </a:cubicBezTo>
                <a:cubicBezTo>
                  <a:pt x="204439" y="1944030"/>
                  <a:pt x="197781" y="1935729"/>
                  <a:pt x="189571" y="1929161"/>
                </a:cubicBezTo>
                <a:cubicBezTo>
                  <a:pt x="179106" y="1920789"/>
                  <a:pt x="166293" y="1915581"/>
                  <a:pt x="156117" y="1906859"/>
                </a:cubicBezTo>
                <a:cubicBezTo>
                  <a:pt x="140152" y="1893175"/>
                  <a:pt x="111512" y="1862254"/>
                  <a:pt x="111512" y="1862254"/>
                </a:cubicBezTo>
                <a:cubicBezTo>
                  <a:pt x="83486" y="1778172"/>
                  <a:pt x="121290" y="1881807"/>
                  <a:pt x="78059" y="1795347"/>
                </a:cubicBezTo>
                <a:cubicBezTo>
                  <a:pt x="72802" y="1784833"/>
                  <a:pt x="72164" y="1772407"/>
                  <a:pt x="66907" y="1761893"/>
                </a:cubicBezTo>
                <a:cubicBezTo>
                  <a:pt x="54297" y="1736673"/>
                  <a:pt x="40888" y="1758176"/>
                  <a:pt x="33454" y="1694986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5637" y="1742046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</p:txBody>
      </p:sp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510224"/>
              </p:ext>
            </p:extLst>
          </p:nvPr>
        </p:nvGraphicFramePr>
        <p:xfrm>
          <a:off x="6391233" y="4607068"/>
          <a:ext cx="121037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64" name="Straight Connector 63"/>
          <p:cNvCxnSpPr>
            <a:endCxn id="77" idx="0"/>
          </p:cNvCxnSpPr>
          <p:nvPr/>
        </p:nvCxnSpPr>
        <p:spPr>
          <a:xfrm>
            <a:off x="3324010" y="5091661"/>
            <a:ext cx="443639" cy="65142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769823"/>
              </p:ext>
            </p:extLst>
          </p:nvPr>
        </p:nvGraphicFramePr>
        <p:xfrm>
          <a:off x="4735049" y="5743478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66" name="Straight Connector 65"/>
          <p:cNvCxnSpPr>
            <a:endCxn id="65" idx="0"/>
          </p:cNvCxnSpPr>
          <p:nvPr/>
        </p:nvCxnSpPr>
        <p:spPr>
          <a:xfrm flipH="1">
            <a:off x="5255908" y="5091661"/>
            <a:ext cx="1135325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460778"/>
              </p:ext>
            </p:extLst>
          </p:nvPr>
        </p:nvGraphicFramePr>
        <p:xfrm>
          <a:off x="7062669" y="5741962"/>
          <a:ext cx="1602657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219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137054599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68521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68" name="Straight Connector 67"/>
          <p:cNvCxnSpPr>
            <a:endCxn id="67" idx="0"/>
          </p:cNvCxnSpPr>
          <p:nvPr/>
        </p:nvCxnSpPr>
        <p:spPr>
          <a:xfrm>
            <a:off x="7601603" y="5091661"/>
            <a:ext cx="262394" cy="65030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023099"/>
              </p:ext>
            </p:extLst>
          </p:nvPr>
        </p:nvGraphicFramePr>
        <p:xfrm>
          <a:off x="342561" y="5743478"/>
          <a:ext cx="2376264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066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715337839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523670502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70" name="Straight Connector 69"/>
          <p:cNvCxnSpPr>
            <a:endCxn id="69" idx="0"/>
          </p:cNvCxnSpPr>
          <p:nvPr/>
        </p:nvCxnSpPr>
        <p:spPr>
          <a:xfrm flipH="1">
            <a:off x="1530693" y="5091661"/>
            <a:ext cx="1188134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923464"/>
              </p:ext>
            </p:extLst>
          </p:nvPr>
        </p:nvGraphicFramePr>
        <p:xfrm>
          <a:off x="2718825" y="4613208"/>
          <a:ext cx="605185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72" name="Table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10252"/>
              </p:ext>
            </p:extLst>
          </p:nvPr>
        </p:nvGraphicFramePr>
        <p:xfrm>
          <a:off x="5925579" y="5735788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4205422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73" name="Straight Connector 72"/>
          <p:cNvCxnSpPr>
            <a:stCxn id="44" idx="2"/>
            <a:endCxn id="72" idx="0"/>
          </p:cNvCxnSpPr>
          <p:nvPr/>
        </p:nvCxnSpPr>
        <p:spPr>
          <a:xfrm flipH="1">
            <a:off x="6446438" y="5094748"/>
            <a:ext cx="549980" cy="6410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053869"/>
              </p:ext>
            </p:extLst>
          </p:nvPr>
        </p:nvGraphicFramePr>
        <p:xfrm>
          <a:off x="5038208" y="3396848"/>
          <a:ext cx="605185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75" name="Straight Connector 74"/>
          <p:cNvCxnSpPr>
            <a:endCxn id="71" idx="0"/>
          </p:cNvCxnSpPr>
          <p:nvPr/>
        </p:nvCxnSpPr>
        <p:spPr>
          <a:xfrm flipH="1">
            <a:off x="3021417" y="3884528"/>
            <a:ext cx="2016791" cy="72868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endCxn id="44" idx="0"/>
          </p:cNvCxnSpPr>
          <p:nvPr/>
        </p:nvCxnSpPr>
        <p:spPr>
          <a:xfrm>
            <a:off x="5638814" y="3884528"/>
            <a:ext cx="1357604" cy="7225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40065"/>
              </p:ext>
            </p:extLst>
          </p:nvPr>
        </p:nvGraphicFramePr>
        <p:xfrm>
          <a:off x="2833374" y="5743081"/>
          <a:ext cx="186855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85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sp>
        <p:nvSpPr>
          <p:cNvPr id="78" name="Line Callout 1 77"/>
          <p:cNvSpPr/>
          <p:nvPr/>
        </p:nvSpPr>
        <p:spPr>
          <a:xfrm>
            <a:off x="567902" y="4051443"/>
            <a:ext cx="1861263" cy="504056"/>
          </a:xfrm>
          <a:prstGeom prst="borderCallout1">
            <a:avLst>
              <a:gd name="adj1" fmla="val 25387"/>
              <a:gd name="adj2" fmla="val 104232"/>
              <a:gd name="adj3" fmla="val 79315"/>
              <a:gd name="adj4" fmla="val 1262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khóa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522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356" y="53851"/>
            <a:ext cx="7886700" cy="1325563"/>
          </a:xfrm>
        </p:spPr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251520" y="1124744"/>
            <a:ext cx="20986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 err="1"/>
              <a:t>Trường</a:t>
            </a:r>
            <a:r>
              <a:rPr lang="en-US" sz="2200" b="1" i="1" dirty="0"/>
              <a:t> </a:t>
            </a:r>
            <a:r>
              <a:rPr lang="en-US" sz="2200" b="1" i="1" dirty="0" err="1"/>
              <a:t>hợp</a:t>
            </a:r>
            <a:r>
              <a:rPr lang="en-US" sz="2200" b="1" i="1" dirty="0"/>
              <a:t>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637" y="1742046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</p:txBody>
      </p:sp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475813"/>
              </p:ext>
            </p:extLst>
          </p:nvPr>
        </p:nvGraphicFramePr>
        <p:xfrm>
          <a:off x="6501089" y="1398860"/>
          <a:ext cx="121037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605185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64" name="Straight Connector 63"/>
          <p:cNvCxnSpPr>
            <a:endCxn id="77" idx="0"/>
          </p:cNvCxnSpPr>
          <p:nvPr/>
        </p:nvCxnSpPr>
        <p:spPr>
          <a:xfrm>
            <a:off x="3433866" y="1883453"/>
            <a:ext cx="443639" cy="65142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988025"/>
              </p:ext>
            </p:extLst>
          </p:nvPr>
        </p:nvGraphicFramePr>
        <p:xfrm>
          <a:off x="4844905" y="2535270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66" name="Straight Connector 65"/>
          <p:cNvCxnSpPr>
            <a:endCxn id="65" idx="0"/>
          </p:cNvCxnSpPr>
          <p:nvPr/>
        </p:nvCxnSpPr>
        <p:spPr>
          <a:xfrm flipH="1">
            <a:off x="5365764" y="1883453"/>
            <a:ext cx="1135325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172477"/>
              </p:ext>
            </p:extLst>
          </p:nvPr>
        </p:nvGraphicFramePr>
        <p:xfrm>
          <a:off x="7172525" y="2533754"/>
          <a:ext cx="1602657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219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137054599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68521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68" name="Straight Connector 67"/>
          <p:cNvCxnSpPr>
            <a:endCxn id="67" idx="0"/>
          </p:cNvCxnSpPr>
          <p:nvPr/>
        </p:nvCxnSpPr>
        <p:spPr>
          <a:xfrm>
            <a:off x="7711459" y="1883453"/>
            <a:ext cx="262394" cy="65030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586020"/>
              </p:ext>
            </p:extLst>
          </p:nvPr>
        </p:nvGraphicFramePr>
        <p:xfrm>
          <a:off x="452417" y="2535270"/>
          <a:ext cx="2376264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066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715337839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523670502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70" name="Straight Connector 69"/>
          <p:cNvCxnSpPr>
            <a:endCxn id="69" idx="0"/>
          </p:cNvCxnSpPr>
          <p:nvPr/>
        </p:nvCxnSpPr>
        <p:spPr>
          <a:xfrm flipH="1">
            <a:off x="1640549" y="1883453"/>
            <a:ext cx="1188134" cy="6518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851057"/>
              </p:ext>
            </p:extLst>
          </p:nvPr>
        </p:nvGraphicFramePr>
        <p:xfrm>
          <a:off x="2828681" y="1405000"/>
          <a:ext cx="605185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1697561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72" name="Table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887485"/>
              </p:ext>
            </p:extLst>
          </p:nvPr>
        </p:nvGraphicFramePr>
        <p:xfrm>
          <a:off x="6035435" y="2527580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4205422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73" name="Straight Connector 72"/>
          <p:cNvCxnSpPr>
            <a:stCxn id="44" idx="2"/>
            <a:endCxn id="72" idx="0"/>
          </p:cNvCxnSpPr>
          <p:nvPr/>
        </p:nvCxnSpPr>
        <p:spPr>
          <a:xfrm flipH="1">
            <a:off x="6556294" y="1886540"/>
            <a:ext cx="549980" cy="6410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08252"/>
              </p:ext>
            </p:extLst>
          </p:nvPr>
        </p:nvGraphicFramePr>
        <p:xfrm>
          <a:off x="5148064" y="188640"/>
          <a:ext cx="605185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5">
                  <a:extLst>
                    <a:ext uri="{9D8B030D-6E8A-4147-A177-3AD203B41FA5}">
                      <a16:colId xmlns:a16="http://schemas.microsoft.com/office/drawing/2014/main" val="2848348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75" name="Straight Connector 74"/>
          <p:cNvCxnSpPr>
            <a:endCxn id="71" idx="0"/>
          </p:cNvCxnSpPr>
          <p:nvPr/>
        </p:nvCxnSpPr>
        <p:spPr>
          <a:xfrm flipH="1">
            <a:off x="3131273" y="676320"/>
            <a:ext cx="2016791" cy="72868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endCxn id="44" idx="0"/>
          </p:cNvCxnSpPr>
          <p:nvPr/>
        </p:nvCxnSpPr>
        <p:spPr>
          <a:xfrm>
            <a:off x="5748670" y="676320"/>
            <a:ext cx="1357604" cy="7225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770808"/>
              </p:ext>
            </p:extLst>
          </p:nvPr>
        </p:nvGraphicFramePr>
        <p:xfrm>
          <a:off x="2943230" y="2534873"/>
          <a:ext cx="186855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85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sp>
        <p:nvSpPr>
          <p:cNvPr id="6" name="Freeform 5"/>
          <p:cNvSpPr/>
          <p:nvPr/>
        </p:nvSpPr>
        <p:spPr>
          <a:xfrm>
            <a:off x="2419815" y="111512"/>
            <a:ext cx="6066263" cy="2085278"/>
          </a:xfrm>
          <a:custGeom>
            <a:avLst/>
            <a:gdLst>
              <a:gd name="connsiteX0" fmla="*/ 5765180 w 6066263"/>
              <a:gd name="connsiteY0" fmla="*/ 2007220 h 2085278"/>
              <a:gd name="connsiteX1" fmla="*/ 4761570 w 6066263"/>
              <a:gd name="connsiteY1" fmla="*/ 1984917 h 2085278"/>
              <a:gd name="connsiteX2" fmla="*/ 4560848 w 6066263"/>
              <a:gd name="connsiteY2" fmla="*/ 1951464 h 2085278"/>
              <a:gd name="connsiteX3" fmla="*/ 4382429 w 6066263"/>
              <a:gd name="connsiteY3" fmla="*/ 1906859 h 2085278"/>
              <a:gd name="connsiteX4" fmla="*/ 4226312 w 6066263"/>
              <a:gd name="connsiteY4" fmla="*/ 1862254 h 2085278"/>
              <a:gd name="connsiteX5" fmla="*/ 4070195 w 6066263"/>
              <a:gd name="connsiteY5" fmla="*/ 1806498 h 2085278"/>
              <a:gd name="connsiteX6" fmla="*/ 3936380 w 6066263"/>
              <a:gd name="connsiteY6" fmla="*/ 1739590 h 2085278"/>
              <a:gd name="connsiteX7" fmla="*/ 3902926 w 6066263"/>
              <a:gd name="connsiteY7" fmla="*/ 1728439 h 2085278"/>
              <a:gd name="connsiteX8" fmla="*/ 3635297 w 6066263"/>
              <a:gd name="connsiteY8" fmla="*/ 1739590 h 2085278"/>
              <a:gd name="connsiteX9" fmla="*/ 3568390 w 6066263"/>
              <a:gd name="connsiteY9" fmla="*/ 1761893 h 2085278"/>
              <a:gd name="connsiteX10" fmla="*/ 3534936 w 6066263"/>
              <a:gd name="connsiteY10" fmla="*/ 1773044 h 2085278"/>
              <a:gd name="connsiteX11" fmla="*/ 3501483 w 6066263"/>
              <a:gd name="connsiteY11" fmla="*/ 1784195 h 2085278"/>
              <a:gd name="connsiteX12" fmla="*/ 3456878 w 6066263"/>
              <a:gd name="connsiteY12" fmla="*/ 1795347 h 2085278"/>
              <a:gd name="connsiteX13" fmla="*/ 3423424 w 6066263"/>
              <a:gd name="connsiteY13" fmla="*/ 1806498 h 2085278"/>
              <a:gd name="connsiteX14" fmla="*/ 3356517 w 6066263"/>
              <a:gd name="connsiteY14" fmla="*/ 1817649 h 2085278"/>
              <a:gd name="connsiteX15" fmla="*/ 3323063 w 6066263"/>
              <a:gd name="connsiteY15" fmla="*/ 1828800 h 2085278"/>
              <a:gd name="connsiteX16" fmla="*/ 3278458 w 6066263"/>
              <a:gd name="connsiteY16" fmla="*/ 1839951 h 2085278"/>
              <a:gd name="connsiteX17" fmla="*/ 3178097 w 6066263"/>
              <a:gd name="connsiteY17" fmla="*/ 1862254 h 2085278"/>
              <a:gd name="connsiteX18" fmla="*/ 3144644 w 6066263"/>
              <a:gd name="connsiteY18" fmla="*/ 1873405 h 2085278"/>
              <a:gd name="connsiteX19" fmla="*/ 3088887 w 6066263"/>
              <a:gd name="connsiteY19" fmla="*/ 1884556 h 2085278"/>
              <a:gd name="connsiteX20" fmla="*/ 3055434 w 6066263"/>
              <a:gd name="connsiteY20" fmla="*/ 1895708 h 2085278"/>
              <a:gd name="connsiteX21" fmla="*/ 2988526 w 6066263"/>
              <a:gd name="connsiteY21" fmla="*/ 1906859 h 2085278"/>
              <a:gd name="connsiteX22" fmla="*/ 2865863 w 6066263"/>
              <a:gd name="connsiteY22" fmla="*/ 1929161 h 2085278"/>
              <a:gd name="connsiteX23" fmla="*/ 2765502 w 6066263"/>
              <a:gd name="connsiteY23" fmla="*/ 1962615 h 2085278"/>
              <a:gd name="connsiteX24" fmla="*/ 2631687 w 6066263"/>
              <a:gd name="connsiteY24" fmla="*/ 1996068 h 2085278"/>
              <a:gd name="connsiteX25" fmla="*/ 2564780 w 6066263"/>
              <a:gd name="connsiteY25" fmla="*/ 2018371 h 2085278"/>
              <a:gd name="connsiteX26" fmla="*/ 2442117 w 6066263"/>
              <a:gd name="connsiteY26" fmla="*/ 2040673 h 2085278"/>
              <a:gd name="connsiteX27" fmla="*/ 2375209 w 6066263"/>
              <a:gd name="connsiteY27" fmla="*/ 2062976 h 2085278"/>
              <a:gd name="connsiteX28" fmla="*/ 2274848 w 6066263"/>
              <a:gd name="connsiteY28" fmla="*/ 2074127 h 2085278"/>
              <a:gd name="connsiteX29" fmla="*/ 2207941 w 6066263"/>
              <a:gd name="connsiteY29" fmla="*/ 2085278 h 2085278"/>
              <a:gd name="connsiteX30" fmla="*/ 1505414 w 6066263"/>
              <a:gd name="connsiteY30" fmla="*/ 2074127 h 2085278"/>
              <a:gd name="connsiteX31" fmla="*/ 1449658 w 6066263"/>
              <a:gd name="connsiteY31" fmla="*/ 2062976 h 2085278"/>
              <a:gd name="connsiteX32" fmla="*/ 769434 w 6066263"/>
              <a:gd name="connsiteY32" fmla="*/ 2051825 h 2085278"/>
              <a:gd name="connsiteX33" fmla="*/ 691375 w 6066263"/>
              <a:gd name="connsiteY33" fmla="*/ 2040673 h 2085278"/>
              <a:gd name="connsiteX34" fmla="*/ 535258 w 6066263"/>
              <a:gd name="connsiteY34" fmla="*/ 1984917 h 2085278"/>
              <a:gd name="connsiteX35" fmla="*/ 479502 w 6066263"/>
              <a:gd name="connsiteY35" fmla="*/ 1973766 h 2085278"/>
              <a:gd name="connsiteX36" fmla="*/ 379141 w 6066263"/>
              <a:gd name="connsiteY36" fmla="*/ 1929161 h 2085278"/>
              <a:gd name="connsiteX37" fmla="*/ 312234 w 6066263"/>
              <a:gd name="connsiteY37" fmla="*/ 1906859 h 2085278"/>
              <a:gd name="connsiteX38" fmla="*/ 278780 w 6066263"/>
              <a:gd name="connsiteY38" fmla="*/ 1884556 h 2085278"/>
              <a:gd name="connsiteX39" fmla="*/ 245326 w 6066263"/>
              <a:gd name="connsiteY39" fmla="*/ 1873405 h 2085278"/>
              <a:gd name="connsiteX40" fmla="*/ 122663 w 6066263"/>
              <a:gd name="connsiteY40" fmla="*/ 1806498 h 2085278"/>
              <a:gd name="connsiteX41" fmla="*/ 33453 w 6066263"/>
              <a:gd name="connsiteY41" fmla="*/ 1694986 h 2085278"/>
              <a:gd name="connsiteX42" fmla="*/ 0 w 6066263"/>
              <a:gd name="connsiteY42" fmla="*/ 1583473 h 2085278"/>
              <a:gd name="connsiteX43" fmla="*/ 11151 w 6066263"/>
              <a:gd name="connsiteY43" fmla="*/ 1260088 h 2085278"/>
              <a:gd name="connsiteX44" fmla="*/ 44605 w 6066263"/>
              <a:gd name="connsiteY44" fmla="*/ 1215483 h 2085278"/>
              <a:gd name="connsiteX45" fmla="*/ 55756 w 6066263"/>
              <a:gd name="connsiteY45" fmla="*/ 1182029 h 2085278"/>
              <a:gd name="connsiteX46" fmla="*/ 156117 w 6066263"/>
              <a:gd name="connsiteY46" fmla="*/ 1059366 h 2085278"/>
              <a:gd name="connsiteX47" fmla="*/ 189570 w 6066263"/>
              <a:gd name="connsiteY47" fmla="*/ 1037064 h 2085278"/>
              <a:gd name="connsiteX48" fmla="*/ 234175 w 6066263"/>
              <a:gd name="connsiteY48" fmla="*/ 1003610 h 2085278"/>
              <a:gd name="connsiteX49" fmla="*/ 312234 w 6066263"/>
              <a:gd name="connsiteY49" fmla="*/ 970156 h 2085278"/>
              <a:gd name="connsiteX50" fmla="*/ 356839 w 6066263"/>
              <a:gd name="connsiteY50" fmla="*/ 936703 h 2085278"/>
              <a:gd name="connsiteX51" fmla="*/ 390292 w 6066263"/>
              <a:gd name="connsiteY51" fmla="*/ 925551 h 2085278"/>
              <a:gd name="connsiteX52" fmla="*/ 434897 w 6066263"/>
              <a:gd name="connsiteY52" fmla="*/ 903249 h 2085278"/>
              <a:gd name="connsiteX53" fmla="*/ 512956 w 6066263"/>
              <a:gd name="connsiteY53" fmla="*/ 858644 h 2085278"/>
              <a:gd name="connsiteX54" fmla="*/ 557561 w 6066263"/>
              <a:gd name="connsiteY54" fmla="*/ 825190 h 2085278"/>
              <a:gd name="connsiteX55" fmla="*/ 591014 w 6066263"/>
              <a:gd name="connsiteY55" fmla="*/ 814039 h 2085278"/>
              <a:gd name="connsiteX56" fmla="*/ 646770 w 6066263"/>
              <a:gd name="connsiteY56" fmla="*/ 769434 h 2085278"/>
              <a:gd name="connsiteX57" fmla="*/ 713678 w 6066263"/>
              <a:gd name="connsiteY57" fmla="*/ 724829 h 2085278"/>
              <a:gd name="connsiteX58" fmla="*/ 836341 w 6066263"/>
              <a:gd name="connsiteY58" fmla="*/ 624468 h 2085278"/>
              <a:gd name="connsiteX59" fmla="*/ 936702 w 6066263"/>
              <a:gd name="connsiteY59" fmla="*/ 579864 h 2085278"/>
              <a:gd name="connsiteX60" fmla="*/ 959005 w 6066263"/>
              <a:gd name="connsiteY60" fmla="*/ 557561 h 2085278"/>
              <a:gd name="connsiteX61" fmla="*/ 1070517 w 6066263"/>
              <a:gd name="connsiteY61" fmla="*/ 512956 h 2085278"/>
              <a:gd name="connsiteX62" fmla="*/ 1137424 w 6066263"/>
              <a:gd name="connsiteY62" fmla="*/ 468351 h 2085278"/>
              <a:gd name="connsiteX63" fmla="*/ 1215483 w 6066263"/>
              <a:gd name="connsiteY63" fmla="*/ 446049 h 2085278"/>
              <a:gd name="connsiteX64" fmla="*/ 1304692 w 6066263"/>
              <a:gd name="connsiteY64" fmla="*/ 412595 h 2085278"/>
              <a:gd name="connsiteX65" fmla="*/ 1349297 w 6066263"/>
              <a:gd name="connsiteY65" fmla="*/ 401444 h 2085278"/>
              <a:gd name="connsiteX66" fmla="*/ 1382751 w 6066263"/>
              <a:gd name="connsiteY66" fmla="*/ 390293 h 2085278"/>
              <a:gd name="connsiteX67" fmla="*/ 1427356 w 6066263"/>
              <a:gd name="connsiteY67" fmla="*/ 379142 h 2085278"/>
              <a:gd name="connsiteX68" fmla="*/ 1460809 w 6066263"/>
              <a:gd name="connsiteY68" fmla="*/ 367990 h 2085278"/>
              <a:gd name="connsiteX69" fmla="*/ 1505414 w 6066263"/>
              <a:gd name="connsiteY69" fmla="*/ 356839 h 2085278"/>
              <a:gd name="connsiteX70" fmla="*/ 1594624 w 6066263"/>
              <a:gd name="connsiteY70" fmla="*/ 312234 h 2085278"/>
              <a:gd name="connsiteX71" fmla="*/ 1683834 w 6066263"/>
              <a:gd name="connsiteY71" fmla="*/ 267629 h 2085278"/>
              <a:gd name="connsiteX72" fmla="*/ 1728439 w 6066263"/>
              <a:gd name="connsiteY72" fmla="*/ 245327 h 2085278"/>
              <a:gd name="connsiteX73" fmla="*/ 1773044 w 6066263"/>
              <a:gd name="connsiteY73" fmla="*/ 223025 h 2085278"/>
              <a:gd name="connsiteX74" fmla="*/ 1817648 w 6066263"/>
              <a:gd name="connsiteY74" fmla="*/ 211873 h 2085278"/>
              <a:gd name="connsiteX75" fmla="*/ 1951463 w 6066263"/>
              <a:gd name="connsiteY75" fmla="*/ 167268 h 2085278"/>
              <a:gd name="connsiteX76" fmla="*/ 2018370 w 6066263"/>
              <a:gd name="connsiteY76" fmla="*/ 144966 h 2085278"/>
              <a:gd name="connsiteX77" fmla="*/ 2062975 w 6066263"/>
              <a:gd name="connsiteY77" fmla="*/ 133815 h 2085278"/>
              <a:gd name="connsiteX78" fmla="*/ 2096429 w 6066263"/>
              <a:gd name="connsiteY78" fmla="*/ 111512 h 2085278"/>
              <a:gd name="connsiteX79" fmla="*/ 2129883 w 6066263"/>
              <a:gd name="connsiteY79" fmla="*/ 100361 h 2085278"/>
              <a:gd name="connsiteX80" fmla="*/ 2219092 w 6066263"/>
              <a:gd name="connsiteY80" fmla="*/ 78059 h 2085278"/>
              <a:gd name="connsiteX81" fmla="*/ 2263697 w 6066263"/>
              <a:gd name="connsiteY81" fmla="*/ 66908 h 2085278"/>
              <a:gd name="connsiteX82" fmla="*/ 2297151 w 6066263"/>
              <a:gd name="connsiteY82" fmla="*/ 55756 h 2085278"/>
              <a:gd name="connsiteX83" fmla="*/ 2765502 w 6066263"/>
              <a:gd name="connsiteY83" fmla="*/ 44605 h 2085278"/>
              <a:gd name="connsiteX84" fmla="*/ 2888165 w 6066263"/>
              <a:gd name="connsiteY84" fmla="*/ 11151 h 2085278"/>
              <a:gd name="connsiteX85" fmla="*/ 2932770 w 6066263"/>
              <a:gd name="connsiteY85" fmla="*/ 0 h 2085278"/>
              <a:gd name="connsiteX86" fmla="*/ 4036741 w 6066263"/>
              <a:gd name="connsiteY86" fmla="*/ 11151 h 2085278"/>
              <a:gd name="connsiteX87" fmla="*/ 4148253 w 6066263"/>
              <a:gd name="connsiteY87" fmla="*/ 33454 h 2085278"/>
              <a:gd name="connsiteX88" fmla="*/ 4204009 w 6066263"/>
              <a:gd name="connsiteY88" fmla="*/ 44605 h 2085278"/>
              <a:gd name="connsiteX89" fmla="*/ 4282068 w 6066263"/>
              <a:gd name="connsiteY89" fmla="*/ 78059 h 2085278"/>
              <a:gd name="connsiteX90" fmla="*/ 4337824 w 6066263"/>
              <a:gd name="connsiteY90" fmla="*/ 89210 h 2085278"/>
              <a:gd name="connsiteX91" fmla="*/ 4404731 w 6066263"/>
              <a:gd name="connsiteY91" fmla="*/ 111512 h 2085278"/>
              <a:gd name="connsiteX92" fmla="*/ 4438185 w 6066263"/>
              <a:gd name="connsiteY92" fmla="*/ 122664 h 2085278"/>
              <a:gd name="connsiteX93" fmla="*/ 4527395 w 6066263"/>
              <a:gd name="connsiteY93" fmla="*/ 156117 h 2085278"/>
              <a:gd name="connsiteX94" fmla="*/ 4672361 w 6066263"/>
              <a:gd name="connsiteY94" fmla="*/ 189571 h 2085278"/>
              <a:gd name="connsiteX95" fmla="*/ 4705814 w 6066263"/>
              <a:gd name="connsiteY95" fmla="*/ 200722 h 2085278"/>
              <a:gd name="connsiteX96" fmla="*/ 4795024 w 6066263"/>
              <a:gd name="connsiteY96" fmla="*/ 223025 h 2085278"/>
              <a:gd name="connsiteX97" fmla="*/ 4839629 w 6066263"/>
              <a:gd name="connsiteY97" fmla="*/ 245327 h 2085278"/>
              <a:gd name="connsiteX98" fmla="*/ 5029200 w 6066263"/>
              <a:gd name="connsiteY98" fmla="*/ 312234 h 2085278"/>
              <a:gd name="connsiteX99" fmla="*/ 5118409 w 6066263"/>
              <a:gd name="connsiteY99" fmla="*/ 367990 h 2085278"/>
              <a:gd name="connsiteX100" fmla="*/ 5163014 w 6066263"/>
              <a:gd name="connsiteY100" fmla="*/ 401444 h 2085278"/>
              <a:gd name="connsiteX101" fmla="*/ 5196468 w 6066263"/>
              <a:gd name="connsiteY101" fmla="*/ 423747 h 2085278"/>
              <a:gd name="connsiteX102" fmla="*/ 5296829 w 6066263"/>
              <a:gd name="connsiteY102" fmla="*/ 501805 h 2085278"/>
              <a:gd name="connsiteX103" fmla="*/ 5408341 w 6066263"/>
              <a:gd name="connsiteY103" fmla="*/ 579864 h 2085278"/>
              <a:gd name="connsiteX104" fmla="*/ 5564458 w 6066263"/>
              <a:gd name="connsiteY104" fmla="*/ 691376 h 2085278"/>
              <a:gd name="connsiteX105" fmla="*/ 5609063 w 6066263"/>
              <a:gd name="connsiteY105" fmla="*/ 713678 h 2085278"/>
              <a:gd name="connsiteX106" fmla="*/ 5631365 w 6066263"/>
              <a:gd name="connsiteY106" fmla="*/ 735981 h 2085278"/>
              <a:gd name="connsiteX107" fmla="*/ 5698273 w 6066263"/>
              <a:gd name="connsiteY107" fmla="*/ 780586 h 2085278"/>
              <a:gd name="connsiteX108" fmla="*/ 5731726 w 6066263"/>
              <a:gd name="connsiteY108" fmla="*/ 802888 h 2085278"/>
              <a:gd name="connsiteX109" fmla="*/ 5754029 w 6066263"/>
              <a:gd name="connsiteY109" fmla="*/ 825190 h 2085278"/>
              <a:gd name="connsiteX110" fmla="*/ 5809785 w 6066263"/>
              <a:gd name="connsiteY110" fmla="*/ 903249 h 2085278"/>
              <a:gd name="connsiteX111" fmla="*/ 5820936 w 6066263"/>
              <a:gd name="connsiteY111" fmla="*/ 936703 h 2085278"/>
              <a:gd name="connsiteX112" fmla="*/ 5843239 w 6066263"/>
              <a:gd name="connsiteY112" fmla="*/ 959005 h 2085278"/>
              <a:gd name="connsiteX113" fmla="*/ 5865541 w 6066263"/>
              <a:gd name="connsiteY113" fmla="*/ 992459 h 2085278"/>
              <a:gd name="connsiteX114" fmla="*/ 5887844 w 6066263"/>
              <a:gd name="connsiteY114" fmla="*/ 1014761 h 2085278"/>
              <a:gd name="connsiteX115" fmla="*/ 5943600 w 6066263"/>
              <a:gd name="connsiteY115" fmla="*/ 1103971 h 2085278"/>
              <a:gd name="connsiteX116" fmla="*/ 5977053 w 6066263"/>
              <a:gd name="connsiteY116" fmla="*/ 1148576 h 2085278"/>
              <a:gd name="connsiteX117" fmla="*/ 6021658 w 6066263"/>
              <a:gd name="connsiteY117" fmla="*/ 1226634 h 2085278"/>
              <a:gd name="connsiteX118" fmla="*/ 6043961 w 6066263"/>
              <a:gd name="connsiteY118" fmla="*/ 1315844 h 2085278"/>
              <a:gd name="connsiteX119" fmla="*/ 6066263 w 6066263"/>
              <a:gd name="connsiteY119" fmla="*/ 1438508 h 2085278"/>
              <a:gd name="connsiteX120" fmla="*/ 6055112 w 6066263"/>
              <a:gd name="connsiteY120" fmla="*/ 1583473 h 2085278"/>
              <a:gd name="connsiteX121" fmla="*/ 5977053 w 6066263"/>
              <a:gd name="connsiteY121" fmla="*/ 1672683 h 2085278"/>
              <a:gd name="connsiteX122" fmla="*/ 5932448 w 6066263"/>
              <a:gd name="connsiteY122" fmla="*/ 1717288 h 2085278"/>
              <a:gd name="connsiteX123" fmla="*/ 5898995 w 6066263"/>
              <a:gd name="connsiteY123" fmla="*/ 1750742 h 2085278"/>
              <a:gd name="connsiteX124" fmla="*/ 5854390 w 6066263"/>
              <a:gd name="connsiteY124" fmla="*/ 1806498 h 2085278"/>
              <a:gd name="connsiteX125" fmla="*/ 5809785 w 6066263"/>
              <a:gd name="connsiteY125" fmla="*/ 1862254 h 2085278"/>
              <a:gd name="connsiteX126" fmla="*/ 5765180 w 6066263"/>
              <a:gd name="connsiteY126" fmla="*/ 2007220 h 2085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6066263" h="2085278">
                <a:moveTo>
                  <a:pt x="5765180" y="2007220"/>
                </a:moveTo>
                <a:cubicBezTo>
                  <a:pt x="5590478" y="2027664"/>
                  <a:pt x="5096036" y="1995052"/>
                  <a:pt x="4761570" y="1984917"/>
                </a:cubicBezTo>
                <a:cubicBezTo>
                  <a:pt x="4690043" y="1982749"/>
                  <a:pt x="4630033" y="1968068"/>
                  <a:pt x="4560848" y="1951464"/>
                </a:cubicBezTo>
                <a:cubicBezTo>
                  <a:pt x="4501237" y="1937157"/>
                  <a:pt x="4441374" y="1923700"/>
                  <a:pt x="4382429" y="1906859"/>
                </a:cubicBezTo>
                <a:cubicBezTo>
                  <a:pt x="4330390" y="1891991"/>
                  <a:pt x="4278818" y="1875380"/>
                  <a:pt x="4226312" y="1862254"/>
                </a:cubicBezTo>
                <a:cubicBezTo>
                  <a:pt x="4173675" y="1849095"/>
                  <a:pt x="4115464" y="1836677"/>
                  <a:pt x="4070195" y="1806498"/>
                </a:cubicBezTo>
                <a:cubicBezTo>
                  <a:pt x="3983729" y="1748854"/>
                  <a:pt x="4028714" y="1770368"/>
                  <a:pt x="3936380" y="1739590"/>
                </a:cubicBezTo>
                <a:lnTo>
                  <a:pt x="3902926" y="1728439"/>
                </a:lnTo>
                <a:cubicBezTo>
                  <a:pt x="3813716" y="1732156"/>
                  <a:pt x="3724141" y="1730705"/>
                  <a:pt x="3635297" y="1739590"/>
                </a:cubicBezTo>
                <a:cubicBezTo>
                  <a:pt x="3611905" y="1741929"/>
                  <a:pt x="3590692" y="1754459"/>
                  <a:pt x="3568390" y="1761893"/>
                </a:cubicBezTo>
                <a:lnTo>
                  <a:pt x="3534936" y="1773044"/>
                </a:lnTo>
                <a:cubicBezTo>
                  <a:pt x="3523785" y="1776761"/>
                  <a:pt x="3512886" y="1781344"/>
                  <a:pt x="3501483" y="1784195"/>
                </a:cubicBezTo>
                <a:cubicBezTo>
                  <a:pt x="3486615" y="1787912"/>
                  <a:pt x="3471614" y="1791137"/>
                  <a:pt x="3456878" y="1795347"/>
                </a:cubicBezTo>
                <a:cubicBezTo>
                  <a:pt x="3445576" y="1798576"/>
                  <a:pt x="3434899" y="1803948"/>
                  <a:pt x="3423424" y="1806498"/>
                </a:cubicBezTo>
                <a:cubicBezTo>
                  <a:pt x="3401352" y="1811403"/>
                  <a:pt x="3378589" y="1812744"/>
                  <a:pt x="3356517" y="1817649"/>
                </a:cubicBezTo>
                <a:cubicBezTo>
                  <a:pt x="3345042" y="1820199"/>
                  <a:pt x="3334365" y="1825571"/>
                  <a:pt x="3323063" y="1828800"/>
                </a:cubicBezTo>
                <a:cubicBezTo>
                  <a:pt x="3308327" y="1833010"/>
                  <a:pt x="3293419" y="1836626"/>
                  <a:pt x="3278458" y="1839951"/>
                </a:cubicBezTo>
                <a:cubicBezTo>
                  <a:pt x="3226734" y="1851445"/>
                  <a:pt x="3225677" y="1848660"/>
                  <a:pt x="3178097" y="1862254"/>
                </a:cubicBezTo>
                <a:cubicBezTo>
                  <a:pt x="3166795" y="1865483"/>
                  <a:pt x="3156047" y="1870554"/>
                  <a:pt x="3144644" y="1873405"/>
                </a:cubicBezTo>
                <a:cubicBezTo>
                  <a:pt x="3126256" y="1878002"/>
                  <a:pt x="3107275" y="1879959"/>
                  <a:pt x="3088887" y="1884556"/>
                </a:cubicBezTo>
                <a:cubicBezTo>
                  <a:pt x="3077484" y="1887407"/>
                  <a:pt x="3066908" y="1893158"/>
                  <a:pt x="3055434" y="1895708"/>
                </a:cubicBezTo>
                <a:cubicBezTo>
                  <a:pt x="3033362" y="1900613"/>
                  <a:pt x="3010697" y="1902425"/>
                  <a:pt x="2988526" y="1906859"/>
                </a:cubicBezTo>
                <a:cubicBezTo>
                  <a:pt x="2857078" y="1933148"/>
                  <a:pt x="3064301" y="1900813"/>
                  <a:pt x="2865863" y="1929161"/>
                </a:cubicBezTo>
                <a:cubicBezTo>
                  <a:pt x="2832409" y="1940312"/>
                  <a:pt x="2799712" y="1954063"/>
                  <a:pt x="2765502" y="1962615"/>
                </a:cubicBezTo>
                <a:cubicBezTo>
                  <a:pt x="2720897" y="1973766"/>
                  <a:pt x="2675305" y="1981528"/>
                  <a:pt x="2631687" y="1996068"/>
                </a:cubicBezTo>
                <a:cubicBezTo>
                  <a:pt x="2609385" y="2003502"/>
                  <a:pt x="2587587" y="2012669"/>
                  <a:pt x="2564780" y="2018371"/>
                </a:cubicBezTo>
                <a:cubicBezTo>
                  <a:pt x="2462772" y="2043873"/>
                  <a:pt x="2533796" y="2015669"/>
                  <a:pt x="2442117" y="2040673"/>
                </a:cubicBezTo>
                <a:cubicBezTo>
                  <a:pt x="2419436" y="2046859"/>
                  <a:pt x="2398262" y="2058365"/>
                  <a:pt x="2375209" y="2062976"/>
                </a:cubicBezTo>
                <a:cubicBezTo>
                  <a:pt x="2342203" y="2069577"/>
                  <a:pt x="2308212" y="2069679"/>
                  <a:pt x="2274848" y="2074127"/>
                </a:cubicBezTo>
                <a:cubicBezTo>
                  <a:pt x="2252436" y="2077115"/>
                  <a:pt x="2230243" y="2081561"/>
                  <a:pt x="2207941" y="2085278"/>
                </a:cubicBezTo>
                <a:lnTo>
                  <a:pt x="1505414" y="2074127"/>
                </a:lnTo>
                <a:cubicBezTo>
                  <a:pt x="1486469" y="2073570"/>
                  <a:pt x="1468603" y="2063550"/>
                  <a:pt x="1449658" y="2062976"/>
                </a:cubicBezTo>
                <a:cubicBezTo>
                  <a:pt x="1222990" y="2056107"/>
                  <a:pt x="996175" y="2055542"/>
                  <a:pt x="769434" y="2051825"/>
                </a:cubicBezTo>
                <a:cubicBezTo>
                  <a:pt x="743414" y="2048108"/>
                  <a:pt x="716874" y="2047048"/>
                  <a:pt x="691375" y="2040673"/>
                </a:cubicBezTo>
                <a:cubicBezTo>
                  <a:pt x="459110" y="1982607"/>
                  <a:pt x="687850" y="2030695"/>
                  <a:pt x="535258" y="1984917"/>
                </a:cubicBezTo>
                <a:cubicBezTo>
                  <a:pt x="517104" y="1979471"/>
                  <a:pt x="497656" y="1979212"/>
                  <a:pt x="479502" y="1973766"/>
                </a:cubicBezTo>
                <a:cubicBezTo>
                  <a:pt x="404224" y="1951183"/>
                  <a:pt x="445044" y="1955522"/>
                  <a:pt x="379141" y="1929161"/>
                </a:cubicBezTo>
                <a:cubicBezTo>
                  <a:pt x="357314" y="1920430"/>
                  <a:pt x="312234" y="1906859"/>
                  <a:pt x="312234" y="1906859"/>
                </a:cubicBezTo>
                <a:cubicBezTo>
                  <a:pt x="301083" y="1899425"/>
                  <a:pt x="290767" y="1890550"/>
                  <a:pt x="278780" y="1884556"/>
                </a:cubicBezTo>
                <a:cubicBezTo>
                  <a:pt x="268266" y="1879299"/>
                  <a:pt x="256027" y="1878269"/>
                  <a:pt x="245326" y="1873405"/>
                </a:cubicBezTo>
                <a:cubicBezTo>
                  <a:pt x="222990" y="1863252"/>
                  <a:pt x="151990" y="1830937"/>
                  <a:pt x="122663" y="1806498"/>
                </a:cubicBezTo>
                <a:cubicBezTo>
                  <a:pt x="85608" y="1775619"/>
                  <a:pt x="59876" y="1734618"/>
                  <a:pt x="33453" y="1694986"/>
                </a:cubicBezTo>
                <a:cubicBezTo>
                  <a:pt x="6305" y="1613539"/>
                  <a:pt x="16853" y="1650885"/>
                  <a:pt x="0" y="1583473"/>
                </a:cubicBezTo>
                <a:cubicBezTo>
                  <a:pt x="3717" y="1475678"/>
                  <a:pt x="-1828" y="1367163"/>
                  <a:pt x="11151" y="1260088"/>
                </a:cubicBezTo>
                <a:cubicBezTo>
                  <a:pt x="13387" y="1241638"/>
                  <a:pt x="35384" y="1231620"/>
                  <a:pt x="44605" y="1215483"/>
                </a:cubicBezTo>
                <a:cubicBezTo>
                  <a:pt x="50437" y="1205277"/>
                  <a:pt x="49445" y="1191946"/>
                  <a:pt x="55756" y="1182029"/>
                </a:cubicBezTo>
                <a:cubicBezTo>
                  <a:pt x="75696" y="1150695"/>
                  <a:pt x="120321" y="1089196"/>
                  <a:pt x="156117" y="1059366"/>
                </a:cubicBezTo>
                <a:cubicBezTo>
                  <a:pt x="166413" y="1050786"/>
                  <a:pt x="178664" y="1044854"/>
                  <a:pt x="189570" y="1037064"/>
                </a:cubicBezTo>
                <a:cubicBezTo>
                  <a:pt x="204694" y="1026261"/>
                  <a:pt x="218415" y="1013460"/>
                  <a:pt x="234175" y="1003610"/>
                </a:cubicBezTo>
                <a:cubicBezTo>
                  <a:pt x="265668" y="983927"/>
                  <a:pt x="279716" y="980996"/>
                  <a:pt x="312234" y="970156"/>
                </a:cubicBezTo>
                <a:cubicBezTo>
                  <a:pt x="327102" y="959005"/>
                  <a:pt x="340703" y="945924"/>
                  <a:pt x="356839" y="936703"/>
                </a:cubicBezTo>
                <a:cubicBezTo>
                  <a:pt x="367045" y="930871"/>
                  <a:pt x="379488" y="930181"/>
                  <a:pt x="390292" y="925551"/>
                </a:cubicBezTo>
                <a:cubicBezTo>
                  <a:pt x="405571" y="919003"/>
                  <a:pt x="420304" y="911209"/>
                  <a:pt x="434897" y="903249"/>
                </a:cubicBezTo>
                <a:cubicBezTo>
                  <a:pt x="461206" y="888899"/>
                  <a:pt x="487673" y="874733"/>
                  <a:pt x="512956" y="858644"/>
                </a:cubicBezTo>
                <a:cubicBezTo>
                  <a:pt x="528636" y="848666"/>
                  <a:pt x="541424" y="834411"/>
                  <a:pt x="557561" y="825190"/>
                </a:cubicBezTo>
                <a:cubicBezTo>
                  <a:pt x="567766" y="819358"/>
                  <a:pt x="580501" y="819296"/>
                  <a:pt x="591014" y="814039"/>
                </a:cubicBezTo>
                <a:cubicBezTo>
                  <a:pt x="645599" y="786747"/>
                  <a:pt x="605277" y="800554"/>
                  <a:pt x="646770" y="769434"/>
                </a:cubicBezTo>
                <a:cubicBezTo>
                  <a:pt x="668213" y="753351"/>
                  <a:pt x="693327" y="742273"/>
                  <a:pt x="713678" y="724829"/>
                </a:cubicBezTo>
                <a:cubicBezTo>
                  <a:pt x="734337" y="707121"/>
                  <a:pt x="803103" y="645242"/>
                  <a:pt x="836341" y="624468"/>
                </a:cubicBezTo>
                <a:cubicBezTo>
                  <a:pt x="864121" y="607106"/>
                  <a:pt x="907331" y="591612"/>
                  <a:pt x="936702" y="579864"/>
                </a:cubicBezTo>
                <a:cubicBezTo>
                  <a:pt x="944136" y="572430"/>
                  <a:pt x="950257" y="563393"/>
                  <a:pt x="959005" y="557561"/>
                </a:cubicBezTo>
                <a:cubicBezTo>
                  <a:pt x="1017463" y="518589"/>
                  <a:pt x="997984" y="549223"/>
                  <a:pt x="1070517" y="512956"/>
                </a:cubicBezTo>
                <a:cubicBezTo>
                  <a:pt x="1094491" y="500969"/>
                  <a:pt x="1111420" y="474852"/>
                  <a:pt x="1137424" y="468351"/>
                </a:cubicBezTo>
                <a:cubicBezTo>
                  <a:pt x="1176740" y="458522"/>
                  <a:pt x="1180292" y="458846"/>
                  <a:pt x="1215483" y="446049"/>
                </a:cubicBezTo>
                <a:cubicBezTo>
                  <a:pt x="1245329" y="435196"/>
                  <a:pt x="1274563" y="422638"/>
                  <a:pt x="1304692" y="412595"/>
                </a:cubicBezTo>
                <a:cubicBezTo>
                  <a:pt x="1319231" y="407748"/>
                  <a:pt x="1334561" y="405654"/>
                  <a:pt x="1349297" y="401444"/>
                </a:cubicBezTo>
                <a:cubicBezTo>
                  <a:pt x="1360599" y="398215"/>
                  <a:pt x="1371449" y="393522"/>
                  <a:pt x="1382751" y="390293"/>
                </a:cubicBezTo>
                <a:cubicBezTo>
                  <a:pt x="1397487" y="386083"/>
                  <a:pt x="1412620" y="383352"/>
                  <a:pt x="1427356" y="379142"/>
                </a:cubicBezTo>
                <a:cubicBezTo>
                  <a:pt x="1438658" y="375913"/>
                  <a:pt x="1449507" y="371219"/>
                  <a:pt x="1460809" y="367990"/>
                </a:cubicBezTo>
                <a:cubicBezTo>
                  <a:pt x="1475545" y="363780"/>
                  <a:pt x="1491267" y="362734"/>
                  <a:pt x="1505414" y="356839"/>
                </a:cubicBezTo>
                <a:cubicBezTo>
                  <a:pt x="1536103" y="344052"/>
                  <a:pt x="1564887" y="327102"/>
                  <a:pt x="1594624" y="312234"/>
                </a:cubicBezTo>
                <a:lnTo>
                  <a:pt x="1683834" y="267629"/>
                </a:lnTo>
                <a:lnTo>
                  <a:pt x="1728439" y="245327"/>
                </a:lnTo>
                <a:cubicBezTo>
                  <a:pt x="1743307" y="237893"/>
                  <a:pt x="1756917" y="227057"/>
                  <a:pt x="1773044" y="223025"/>
                </a:cubicBezTo>
                <a:cubicBezTo>
                  <a:pt x="1787912" y="219308"/>
                  <a:pt x="1803000" y="216380"/>
                  <a:pt x="1817648" y="211873"/>
                </a:cubicBezTo>
                <a:cubicBezTo>
                  <a:pt x="1817821" y="211820"/>
                  <a:pt x="1921669" y="177199"/>
                  <a:pt x="1951463" y="167268"/>
                </a:cubicBezTo>
                <a:cubicBezTo>
                  <a:pt x="1973765" y="159834"/>
                  <a:pt x="1995563" y="150668"/>
                  <a:pt x="2018370" y="144966"/>
                </a:cubicBezTo>
                <a:lnTo>
                  <a:pt x="2062975" y="133815"/>
                </a:lnTo>
                <a:cubicBezTo>
                  <a:pt x="2074126" y="126381"/>
                  <a:pt x="2084442" y="117506"/>
                  <a:pt x="2096429" y="111512"/>
                </a:cubicBezTo>
                <a:cubicBezTo>
                  <a:pt x="2106943" y="106255"/>
                  <a:pt x="2118543" y="103454"/>
                  <a:pt x="2129883" y="100361"/>
                </a:cubicBezTo>
                <a:cubicBezTo>
                  <a:pt x="2159454" y="92296"/>
                  <a:pt x="2189356" y="85493"/>
                  <a:pt x="2219092" y="78059"/>
                </a:cubicBezTo>
                <a:cubicBezTo>
                  <a:pt x="2233960" y="74342"/>
                  <a:pt x="2249158" y="71755"/>
                  <a:pt x="2263697" y="66908"/>
                </a:cubicBezTo>
                <a:cubicBezTo>
                  <a:pt x="2274848" y="63191"/>
                  <a:pt x="2285408" y="56278"/>
                  <a:pt x="2297151" y="55756"/>
                </a:cubicBezTo>
                <a:cubicBezTo>
                  <a:pt x="2453158" y="48822"/>
                  <a:pt x="2609385" y="48322"/>
                  <a:pt x="2765502" y="44605"/>
                </a:cubicBezTo>
                <a:cubicBezTo>
                  <a:pt x="2828033" y="23762"/>
                  <a:pt x="2787558" y="36303"/>
                  <a:pt x="2888165" y="11151"/>
                </a:cubicBezTo>
                <a:lnTo>
                  <a:pt x="2932770" y="0"/>
                </a:lnTo>
                <a:lnTo>
                  <a:pt x="4036741" y="11151"/>
                </a:lnTo>
                <a:cubicBezTo>
                  <a:pt x="4074633" y="12194"/>
                  <a:pt x="4111082" y="26020"/>
                  <a:pt x="4148253" y="33454"/>
                </a:cubicBezTo>
                <a:lnTo>
                  <a:pt x="4204009" y="44605"/>
                </a:lnTo>
                <a:cubicBezTo>
                  <a:pt x="4235926" y="60564"/>
                  <a:pt x="4249250" y="69855"/>
                  <a:pt x="4282068" y="78059"/>
                </a:cubicBezTo>
                <a:cubicBezTo>
                  <a:pt x="4300456" y="82656"/>
                  <a:pt x="4319538" y="84223"/>
                  <a:pt x="4337824" y="89210"/>
                </a:cubicBezTo>
                <a:cubicBezTo>
                  <a:pt x="4360504" y="95395"/>
                  <a:pt x="4382429" y="104078"/>
                  <a:pt x="4404731" y="111512"/>
                </a:cubicBezTo>
                <a:cubicBezTo>
                  <a:pt x="4415882" y="115229"/>
                  <a:pt x="4427179" y="118537"/>
                  <a:pt x="4438185" y="122664"/>
                </a:cubicBezTo>
                <a:cubicBezTo>
                  <a:pt x="4467922" y="133815"/>
                  <a:pt x="4497082" y="146644"/>
                  <a:pt x="4527395" y="156117"/>
                </a:cubicBezTo>
                <a:cubicBezTo>
                  <a:pt x="4638431" y="190816"/>
                  <a:pt x="4584422" y="167586"/>
                  <a:pt x="4672361" y="189571"/>
                </a:cubicBezTo>
                <a:cubicBezTo>
                  <a:pt x="4683764" y="192422"/>
                  <a:pt x="4694474" y="197629"/>
                  <a:pt x="4705814" y="200722"/>
                </a:cubicBezTo>
                <a:cubicBezTo>
                  <a:pt x="4735386" y="208787"/>
                  <a:pt x="4767608" y="209317"/>
                  <a:pt x="4795024" y="223025"/>
                </a:cubicBezTo>
                <a:cubicBezTo>
                  <a:pt x="4809892" y="230459"/>
                  <a:pt x="4824095" y="239409"/>
                  <a:pt x="4839629" y="245327"/>
                </a:cubicBezTo>
                <a:cubicBezTo>
                  <a:pt x="4902250" y="269182"/>
                  <a:pt x="4966010" y="289932"/>
                  <a:pt x="5029200" y="312234"/>
                </a:cubicBezTo>
                <a:cubicBezTo>
                  <a:pt x="5155561" y="407005"/>
                  <a:pt x="4995953" y="291454"/>
                  <a:pt x="5118409" y="367990"/>
                </a:cubicBezTo>
                <a:cubicBezTo>
                  <a:pt x="5134169" y="377840"/>
                  <a:pt x="5147890" y="390641"/>
                  <a:pt x="5163014" y="401444"/>
                </a:cubicBezTo>
                <a:cubicBezTo>
                  <a:pt x="5173920" y="409234"/>
                  <a:pt x="5185746" y="415706"/>
                  <a:pt x="5196468" y="423747"/>
                </a:cubicBezTo>
                <a:cubicBezTo>
                  <a:pt x="5230373" y="449176"/>
                  <a:pt x="5262710" y="476665"/>
                  <a:pt x="5296829" y="501805"/>
                </a:cubicBezTo>
                <a:cubicBezTo>
                  <a:pt x="5333357" y="528720"/>
                  <a:pt x="5372911" y="551520"/>
                  <a:pt x="5408341" y="579864"/>
                </a:cubicBezTo>
                <a:cubicBezTo>
                  <a:pt x="5455970" y="617967"/>
                  <a:pt x="5511059" y="664677"/>
                  <a:pt x="5564458" y="691376"/>
                </a:cubicBezTo>
                <a:lnTo>
                  <a:pt x="5609063" y="713678"/>
                </a:lnTo>
                <a:cubicBezTo>
                  <a:pt x="5616497" y="721112"/>
                  <a:pt x="5622954" y="729673"/>
                  <a:pt x="5631365" y="735981"/>
                </a:cubicBezTo>
                <a:cubicBezTo>
                  <a:pt x="5652808" y="752064"/>
                  <a:pt x="5675970" y="765718"/>
                  <a:pt x="5698273" y="780586"/>
                </a:cubicBezTo>
                <a:cubicBezTo>
                  <a:pt x="5709424" y="788020"/>
                  <a:pt x="5722249" y="793412"/>
                  <a:pt x="5731726" y="802888"/>
                </a:cubicBezTo>
                <a:lnTo>
                  <a:pt x="5754029" y="825190"/>
                </a:lnTo>
                <a:cubicBezTo>
                  <a:pt x="5831035" y="979205"/>
                  <a:pt x="5719370" y="767626"/>
                  <a:pt x="5809785" y="903249"/>
                </a:cubicBezTo>
                <a:cubicBezTo>
                  <a:pt x="5816305" y="913029"/>
                  <a:pt x="5814888" y="926624"/>
                  <a:pt x="5820936" y="936703"/>
                </a:cubicBezTo>
                <a:cubicBezTo>
                  <a:pt x="5826345" y="945718"/>
                  <a:pt x="5836671" y="950795"/>
                  <a:pt x="5843239" y="959005"/>
                </a:cubicBezTo>
                <a:cubicBezTo>
                  <a:pt x="5851611" y="969470"/>
                  <a:pt x="5857169" y="981994"/>
                  <a:pt x="5865541" y="992459"/>
                </a:cubicBezTo>
                <a:cubicBezTo>
                  <a:pt x="5872109" y="1000669"/>
                  <a:pt x="5881276" y="1006551"/>
                  <a:pt x="5887844" y="1014761"/>
                </a:cubicBezTo>
                <a:cubicBezTo>
                  <a:pt x="5904469" y="1035542"/>
                  <a:pt x="5931875" y="1086384"/>
                  <a:pt x="5943600" y="1103971"/>
                </a:cubicBezTo>
                <a:cubicBezTo>
                  <a:pt x="5953909" y="1119435"/>
                  <a:pt x="5966250" y="1133453"/>
                  <a:pt x="5977053" y="1148576"/>
                </a:cubicBezTo>
                <a:cubicBezTo>
                  <a:pt x="5997055" y="1176578"/>
                  <a:pt x="6007654" y="1193958"/>
                  <a:pt x="6021658" y="1226634"/>
                </a:cubicBezTo>
                <a:cubicBezTo>
                  <a:pt x="6035452" y="1258820"/>
                  <a:pt x="6035906" y="1279599"/>
                  <a:pt x="6043961" y="1315844"/>
                </a:cubicBezTo>
                <a:cubicBezTo>
                  <a:pt x="6064990" y="1410472"/>
                  <a:pt x="6046937" y="1303219"/>
                  <a:pt x="6066263" y="1438508"/>
                </a:cubicBezTo>
                <a:cubicBezTo>
                  <a:pt x="6062546" y="1486830"/>
                  <a:pt x="6064044" y="1535839"/>
                  <a:pt x="6055112" y="1583473"/>
                </a:cubicBezTo>
                <a:cubicBezTo>
                  <a:pt x="6050856" y="1606169"/>
                  <a:pt x="5978300" y="1671436"/>
                  <a:pt x="5977053" y="1672683"/>
                </a:cubicBezTo>
                <a:lnTo>
                  <a:pt x="5932448" y="1717288"/>
                </a:lnTo>
                <a:cubicBezTo>
                  <a:pt x="5921297" y="1728439"/>
                  <a:pt x="5907743" y="1737621"/>
                  <a:pt x="5898995" y="1750742"/>
                </a:cubicBezTo>
                <a:cubicBezTo>
                  <a:pt x="5830349" y="1853707"/>
                  <a:pt x="5917948" y="1727050"/>
                  <a:pt x="5854390" y="1806498"/>
                </a:cubicBezTo>
                <a:cubicBezTo>
                  <a:pt x="5798121" y="1876834"/>
                  <a:pt x="5863634" y="1808403"/>
                  <a:pt x="5809785" y="1862254"/>
                </a:cubicBezTo>
                <a:cubicBezTo>
                  <a:pt x="5781606" y="1946793"/>
                  <a:pt x="5939882" y="1986776"/>
                  <a:pt x="5765180" y="200722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891252"/>
              </p:ext>
            </p:extLst>
          </p:nvPr>
        </p:nvGraphicFramePr>
        <p:xfrm>
          <a:off x="3203848" y="3933056"/>
          <a:ext cx="334332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830">
                  <a:extLst>
                    <a:ext uri="{9D8B030D-6E8A-4147-A177-3AD203B41FA5}">
                      <a16:colId xmlns:a16="http://schemas.microsoft.com/office/drawing/2014/main" val="424548239"/>
                    </a:ext>
                  </a:extLst>
                </a:gridCol>
                <a:gridCol w="835830">
                  <a:extLst>
                    <a:ext uri="{9D8B030D-6E8A-4147-A177-3AD203B41FA5}">
                      <a16:colId xmlns:a16="http://schemas.microsoft.com/office/drawing/2014/main" val="309005238"/>
                    </a:ext>
                  </a:extLst>
                </a:gridCol>
                <a:gridCol w="835830">
                  <a:extLst>
                    <a:ext uri="{9D8B030D-6E8A-4147-A177-3AD203B41FA5}">
                      <a16:colId xmlns:a16="http://schemas.microsoft.com/office/drawing/2014/main" val="1738111166"/>
                    </a:ext>
                  </a:extLst>
                </a:gridCol>
                <a:gridCol w="835830">
                  <a:extLst>
                    <a:ext uri="{9D8B030D-6E8A-4147-A177-3AD203B41FA5}">
                      <a16:colId xmlns:a16="http://schemas.microsoft.com/office/drawing/2014/main" val="4283405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61" name="Table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230404"/>
              </p:ext>
            </p:extLst>
          </p:nvPr>
        </p:nvGraphicFramePr>
        <p:xfrm>
          <a:off x="4654450" y="5538278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62" name="Straight Connector 61"/>
          <p:cNvCxnSpPr>
            <a:stCxn id="41" idx="2"/>
            <a:endCxn id="61" idx="0"/>
          </p:cNvCxnSpPr>
          <p:nvPr/>
        </p:nvCxnSpPr>
        <p:spPr>
          <a:xfrm>
            <a:off x="4875508" y="4420736"/>
            <a:ext cx="299801" cy="111754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204017"/>
              </p:ext>
            </p:extLst>
          </p:nvPr>
        </p:nvGraphicFramePr>
        <p:xfrm>
          <a:off x="6982070" y="5536762"/>
          <a:ext cx="1602657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219">
                  <a:extLst>
                    <a:ext uri="{9D8B030D-6E8A-4147-A177-3AD203B41FA5}">
                      <a16:colId xmlns:a16="http://schemas.microsoft.com/office/drawing/2014/main" val="1257077487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137054599"/>
                    </a:ext>
                  </a:extLst>
                </a:gridCol>
                <a:gridCol w="534219">
                  <a:extLst>
                    <a:ext uri="{9D8B030D-6E8A-4147-A177-3AD203B41FA5}">
                      <a16:colId xmlns:a16="http://schemas.microsoft.com/office/drawing/2014/main" val="368521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80" name="Straight Connector 79"/>
          <p:cNvCxnSpPr>
            <a:endCxn id="79" idx="0"/>
          </p:cNvCxnSpPr>
          <p:nvPr/>
        </p:nvCxnSpPr>
        <p:spPr>
          <a:xfrm>
            <a:off x="6501089" y="4420736"/>
            <a:ext cx="1282309" cy="1116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1" name="Table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329145"/>
              </p:ext>
            </p:extLst>
          </p:nvPr>
        </p:nvGraphicFramePr>
        <p:xfrm>
          <a:off x="261962" y="5538278"/>
          <a:ext cx="2376264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066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715337839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523670502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3508781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graphicFrame>
        <p:nvGraphicFramePr>
          <p:cNvPr id="84" name="Table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949038"/>
              </p:ext>
            </p:extLst>
          </p:nvPr>
        </p:nvGraphicFramePr>
        <p:xfrm>
          <a:off x="5844980" y="5530588"/>
          <a:ext cx="104171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859">
                  <a:extLst>
                    <a:ext uri="{9D8B030D-6E8A-4147-A177-3AD203B41FA5}">
                      <a16:colId xmlns:a16="http://schemas.microsoft.com/office/drawing/2014/main" val="2948747376"/>
                    </a:ext>
                  </a:extLst>
                </a:gridCol>
                <a:gridCol w="520859">
                  <a:extLst>
                    <a:ext uri="{9D8B030D-6E8A-4147-A177-3AD203B41FA5}">
                      <a16:colId xmlns:a16="http://schemas.microsoft.com/office/drawing/2014/main" val="4205422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85" name="Straight Connector 84"/>
          <p:cNvCxnSpPr>
            <a:endCxn id="84" idx="0"/>
          </p:cNvCxnSpPr>
          <p:nvPr/>
        </p:nvCxnSpPr>
        <p:spPr>
          <a:xfrm>
            <a:off x="5696168" y="4420736"/>
            <a:ext cx="669671" cy="110985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Table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17428"/>
              </p:ext>
            </p:extLst>
          </p:nvPr>
        </p:nvGraphicFramePr>
        <p:xfrm>
          <a:off x="2752775" y="5537881"/>
          <a:ext cx="186855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850">
                  <a:extLst>
                    <a:ext uri="{9D8B030D-6E8A-4147-A177-3AD203B41FA5}">
                      <a16:colId xmlns:a16="http://schemas.microsoft.com/office/drawing/2014/main" val="2563170477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3316609528"/>
                    </a:ext>
                  </a:extLst>
                </a:gridCol>
                <a:gridCol w="622850">
                  <a:extLst>
                    <a:ext uri="{9D8B030D-6E8A-4147-A177-3AD203B41FA5}">
                      <a16:colId xmlns:a16="http://schemas.microsoft.com/office/drawing/2014/main" val="1823551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68518"/>
                  </a:ext>
                </a:extLst>
              </a:tr>
            </a:tbl>
          </a:graphicData>
        </a:graphic>
      </p:graphicFrame>
      <p:cxnSp>
        <p:nvCxnSpPr>
          <p:cNvPr id="90" name="Straight Connector 89"/>
          <p:cNvCxnSpPr>
            <a:endCxn id="89" idx="0"/>
          </p:cNvCxnSpPr>
          <p:nvPr/>
        </p:nvCxnSpPr>
        <p:spPr>
          <a:xfrm flipH="1">
            <a:off x="3687050" y="4404732"/>
            <a:ext cx="349691" cy="113314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81" idx="0"/>
          </p:cNvCxnSpPr>
          <p:nvPr/>
        </p:nvCxnSpPr>
        <p:spPr>
          <a:xfrm flipH="1">
            <a:off x="1450094" y="4404732"/>
            <a:ext cx="1753754" cy="11335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031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514897-2CD3-4C86-831B-0AB1BD6E92CA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21637" y="2348880"/>
            <a:ext cx="789371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600" dirty="0" err="1"/>
              <a:t>Sử</a:t>
            </a:r>
            <a:r>
              <a:rPr lang="en-US" sz="2600" dirty="0"/>
              <a:t> </a:t>
            </a:r>
            <a:r>
              <a:rPr lang="en-US" sz="2600" dirty="0" err="1"/>
              <a:t>dụng</a:t>
            </a:r>
            <a:r>
              <a:rPr lang="en-US" sz="2600" dirty="0"/>
              <a:t> </a:t>
            </a:r>
            <a:r>
              <a:rPr lang="en-US" sz="2600" dirty="0" err="1"/>
              <a:t>lại</a:t>
            </a:r>
            <a:r>
              <a:rPr lang="en-US" sz="2600" dirty="0"/>
              <a:t> </a:t>
            </a:r>
            <a:r>
              <a:rPr lang="en-US" sz="2600" dirty="0" err="1"/>
              <a:t>cây</a:t>
            </a:r>
            <a:r>
              <a:rPr lang="en-US" sz="2600" dirty="0"/>
              <a:t> B-Tree </a:t>
            </a:r>
            <a:r>
              <a:rPr lang="en-US" sz="2600" dirty="0" err="1"/>
              <a:t>của</a:t>
            </a:r>
            <a:r>
              <a:rPr lang="en-US" sz="2600" dirty="0"/>
              <a:t> BT tr</a:t>
            </a:r>
            <a:r>
              <a:rPr lang="vi-VN" sz="2600" dirty="0"/>
              <a:t>ư</a:t>
            </a:r>
            <a:r>
              <a:rPr lang="en-US" sz="2600" dirty="0" err="1"/>
              <a:t>ớc</a:t>
            </a:r>
            <a:r>
              <a:rPr lang="en-US" sz="2600" dirty="0"/>
              <a:t>, </a:t>
            </a:r>
            <a:r>
              <a:rPr lang="en-US" sz="2600" dirty="0" err="1"/>
              <a:t>trình</a:t>
            </a:r>
            <a:r>
              <a:rPr lang="en-US" sz="2600" dirty="0"/>
              <a:t> </a:t>
            </a:r>
            <a:r>
              <a:rPr lang="en-US" sz="2600" dirty="0" err="1"/>
              <a:t>bày</a:t>
            </a:r>
            <a:r>
              <a:rPr lang="en-US" sz="2600" dirty="0"/>
              <a:t> </a:t>
            </a:r>
            <a:r>
              <a:rPr lang="en-US" sz="2600" dirty="0" err="1"/>
              <a:t>lần</a:t>
            </a:r>
            <a:r>
              <a:rPr lang="en-US" sz="2600" dirty="0"/>
              <a:t> l</a:t>
            </a:r>
            <a:r>
              <a:rPr lang="vi-VN" sz="2600" dirty="0"/>
              <a:t>ư</a:t>
            </a:r>
            <a:r>
              <a:rPr lang="en-US" sz="2600" dirty="0" err="1"/>
              <a:t>ợt</a:t>
            </a:r>
            <a:r>
              <a:rPr lang="en-US" sz="2600" dirty="0"/>
              <a:t> </a:t>
            </a:r>
            <a:r>
              <a:rPr lang="en-US" sz="2600" dirty="0" err="1"/>
              <a:t>xóa</a:t>
            </a:r>
            <a:r>
              <a:rPr lang="en-US" sz="2600" dirty="0"/>
              <a:t> 16, 21, </a:t>
            </a:r>
            <a:r>
              <a:rPr lang="en-US" sz="2600" dirty="0" err="1"/>
              <a:t>và</a:t>
            </a:r>
            <a:r>
              <a:rPr lang="en-US" sz="2600" dirty="0"/>
              <a:t> 40</a:t>
            </a:r>
          </a:p>
        </p:txBody>
      </p:sp>
    </p:spTree>
    <p:extLst>
      <p:ext uri="{BB962C8B-B14F-4D97-AF65-F5344CB8AC3E}">
        <p14:creationId xmlns:p14="http://schemas.microsoft.com/office/powerpoint/2010/main" val="625568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52277BDF55D44A62712C76FE01A4B" ma:contentTypeVersion="2" ma:contentTypeDescription="Create a new document." ma:contentTypeScope="" ma:versionID="232ded0e2faa80a5550211ed38ba48e6">
  <xsd:schema xmlns:xsd="http://www.w3.org/2001/XMLSchema" xmlns:xs="http://www.w3.org/2001/XMLSchema" xmlns:p="http://schemas.microsoft.com/office/2006/metadata/properties" xmlns:ns2="3dc0da11-70ec-4298-bf93-0cf833d2d1f5" targetNamespace="http://schemas.microsoft.com/office/2006/metadata/properties" ma:root="true" ma:fieldsID="acb72cece1da4e46e829a6d0d7ccea72" ns2:_="">
    <xsd:import namespace="3dc0da11-70ec-4298-bf93-0cf833d2d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c0da11-70ec-4298-bf93-0cf833d2d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7895D7-2F10-4EED-8945-55EEDB8930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c0da11-70ec-4298-bf93-0cf833d2d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5B3E50-EFC4-47D9-B043-2AD0555BBAB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AE63428-6DFE-47A8-9182-983232A2AF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5096</TotalTime>
  <Words>1465</Words>
  <Application>Microsoft Macintosh PowerPoint</Application>
  <PresentationFormat>On-screen Show (4:3)</PresentationFormat>
  <Paragraphs>695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 Unicode MS</vt:lpstr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Bài 7: Cây nhiều nhánh B-Tree</vt:lpstr>
      <vt:lpstr>Nội dung</vt:lpstr>
      <vt:lpstr>Cây nhiều nhánh: M-Phân</vt:lpstr>
      <vt:lpstr>Khái niệm BTree</vt:lpstr>
      <vt:lpstr>B-Tree</vt:lpstr>
      <vt:lpstr>B-Tree</vt:lpstr>
      <vt:lpstr>Chèn node vào cây</vt:lpstr>
      <vt:lpstr>Ví dụ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 áp dụng</vt:lpstr>
      <vt:lpstr>Xóa khóa trên cây</vt:lpstr>
      <vt:lpstr>Xóa khóa trên cây</vt:lpstr>
      <vt:lpstr>Xóa 68</vt:lpstr>
      <vt:lpstr>Xóa 8</vt:lpstr>
      <vt:lpstr>Xóa 8</vt:lpstr>
      <vt:lpstr>Xóa 8</vt:lpstr>
      <vt:lpstr>Bài tập áp dụng</vt:lpstr>
    </vt:vector>
  </TitlesOfParts>
  <Company>itc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CÂY NHỊ PHÂN TÌM KIẾM</dc:title>
  <dc:creator>w2000Pro</dc:creator>
  <cp:lastModifiedBy>Huỳnh Thành Lộc</cp:lastModifiedBy>
  <cp:revision>225</cp:revision>
  <dcterms:created xsi:type="dcterms:W3CDTF">2006-12-06T00:42:10Z</dcterms:created>
  <dcterms:modified xsi:type="dcterms:W3CDTF">2021-11-30T01:10:14Z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0x01010077252277BDF55D44A62712C76FE01A4B</vt:lpwstr>
  </property>
</Properties>
</file>